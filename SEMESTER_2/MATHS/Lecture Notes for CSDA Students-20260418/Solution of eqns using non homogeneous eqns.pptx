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3:51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5448 0 0,'-3'10'1989'0'0,"1"-1"33"0"0,-1-1 0 0 0,0 1 0 0 0,-1-1-1 0 0,-8 13 1 0 0,1 8 1321 0 0,3-7-2152 0 0,-12 24-100 0 0,20-44-1003 0 0,-1-1-74 0 0,-2 7 12 0 0,2-7 98 0 0,8 1 1174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3:5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776 451 96 0 0,'0'0'1077'0'0,"3"1"-130"0"0,-1-1-552 0 0,25 9 7174 0 0,-11-2-4640 0 0,-12-2-4402 0 0,13-3 1743 0 0,-1-4-200 0 0,-13 2-13 0 0,39-12 202 0 0,-26 2-112 0 0,-9 7-48 0 0,0-1-1 0 0,-1-1 0 0 0,0 1 0 0 0,0-1 0 0 0,10-10 0 0 0,-12 9-17 0 0,1-1 0 0 0,-1 1 1 0 0,0-1-1 0 0,0 0 0 0 0,-1 0 0 0 0,0 0 1 0 0,0-1-1 0 0,-1 1 0 0 0,0-1 0 0 0,0 0 0 0 0,0 1 1 0 0,-1-1-1 0 0,-1 0 0 0 0,1 0 0 0 0,-1 0 1 0 0,0 0-1 0 0,-1 0 0 0 0,-3-14 0 0 0,3 19-53 0 0,1 1-1 0 0,-1-1 1 0 0,0 0-1 0 0,1 1 0 0 0,0-1 1 0 0,0 1-1 0 0,0-5 1 0 0,-3-21 239 0 0,-16-27 187 0 0,14 44-415 0 0,-1 0 0 0 0,0 1 0 0 0,0-1 0 0 0,-1 2 0 0 0,0-1 0 0 0,0 1 0 0 0,-1 0 0 0 0,-1 0 0 0 0,1 1 0 0 0,-1 0 0 0 0,-15-10-1 0 0,18 15-37 0 0,1-1 0 0 0,-1 1 0 0 0,1 0 0 0 0,-1 1 0 0 0,0-1-1 0 0,0 1 1 0 0,0 0 0 0 0,-10-1 0 0 0,6 1-3 0 0,-1 1 0 0 0,1 1 1 0 0,-1 0-1 0 0,1 0 1 0 0,0 1-1 0 0,-1 0 0 0 0,-16 5 1 0 0,22-5 0 0 0,-24 7 0 0 0,0 1-1 0 0,0 1 0 0 0,1 2 0 0 0,0 1 0 0 0,1 1 1 0 0,1 1-1 0 0,0 1 0 0 0,-24 20 0 0 0,30-20 1 0 0,1 2-1 0 0,1 0 1 0 0,0 0-1 0 0,1 2 1 0 0,1 0 0 0 0,1 1-1 0 0,1 0 1 0 0,0 2-1 0 0,-18 42 1 0 0,27-50 9 0 0,0 1 0 0 0,0 1 0 0 0,2-1 0 0 0,0 0 0 0 0,1 1 0 0 0,0 0 0 0 0,2 22 1 0 0,1-12 16 0 0,2-1 1 0 0,1 0-1 0 0,14 49 1 0 0,-13-59-16 0 0,1-2 0 0 0,1 1 0 0 0,0-1 0 0 0,15 24 0 0 0,44 50 18 0 0,-57-77-27 0 0,73 83 11 0 0,13 16 19 0 0,-83-93-22 0 0,-1-1-1 0 0,-1 2 0 0 0,0-1 0 0 0,-1 2 0 0 0,8 23 0 0 0,-13-29 116 0 0,-1 0-1 0 0,-1 0 0 0 0,0 0 1 0 0,-1 0-1 0 0,0 0 0 0 0,-1 0 1 0 0,0 0-1 0 0,-1 1 0 0 0,-1-1 1 0 0,0 0-1 0 0,-1 0 0 0 0,0-1 1 0 0,-1 1-1 0 0,0-1 0 0 0,-7 14 0 0 0,8-19-4 0 0,-1 0-1 0 0,0 0 0 0 0,0 0 0 0 0,0 0 0 0 0,-1-1 0 0 0,0 0 1 0 0,0 0-1 0 0,-1 0 0 0 0,0 0 0 0 0,0-1 0 0 0,0 0 0 0 0,0-1 1 0 0,-1 1-1 0 0,0-1 0 0 0,0 0 0 0 0,0-1 0 0 0,0 0 0 0 0,0 0 1 0 0,-1 0-1 0 0,0-1 0 0 0,1 0 0 0 0,-1-1 0 0 0,0 1 0 0 0,0-2 0 0 0,-14 1 1 0 0,0-3-68 0 0,-1 0 1 0 0,1-2 0 0 0,0-1 0 0 0,1 0-1 0 0,-1-2 1 0 0,1 0 0 0 0,1-1 0 0 0,-1-2-1 0 0,-33-20 1 0 0,26 11-332 0 0,2-1 0 0 0,0-1 0 0 0,2-1-1 0 0,0-2 1 0 0,-27-33 0 0 0,45 48-53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3:57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123 839 164 0 0,'-5'-15'3836'0'0,"1"-5"-852"0"0,0 0-1 0 0,-1-21 0 0 0,0 6-400 0 0,5 33-2247 0 0,-1 0-244 0 0,1 1 0 0 0,0 0-1 0 0,-1 0 1 0 0,1 0-1 0 0,-1 0 1 0 0,0 0-1 0 0,1 0 1 0 0,-1 0-1 0 0,0 0 1 0 0,1 0-1 0 0,-1 0 1 0 0,0 0-1 0 0,0 0 1 0 0,0 0-1 0 0,0 0 1 0 0,0 1-1 0 0,-1-2 1 0 0,0 4-88 0 0,0-1 1 0 0,-1 0-1 0 0,1 1 1 0 0,0-1-1 0 0,1 1 0 0 0,-1-1 1 0 0,0 1-1 0 0,0 0 1 0 0,1 0-1 0 0,-1 0 0 0 0,1 0 1 0 0,0 0-1 0 0,-1 0 1 0 0,1 0-1 0 0,0 1 1 0 0,0-1-1 0 0,1 0 0 0 0,-1 1 1 0 0,0-1-1 0 0,0 5 1 0 0,-4 14 1 0 0,2 0 1 0 0,0 1-1 0 0,2-1 1 0 0,0 1-1 0 0,3 30 1 0 0,-1-40-4 0 0,1 0 0 0 0,0-1 0 0 0,0 1 0 0 0,2-1 0 0 0,-1 1 0 0 0,1-1 0 0 0,1 0 0 0 0,0-1 0 0 0,1 1 0 0 0,0-1 1 0 0,11 14-1 0 0,-14-20-2 0 0,0 0-1 0 0,1 0 1 0 0,-1-1 0 0 0,1 1 0 0 0,0-1 0 0 0,0 0 0 0 0,1 0 0 0 0,-1-1 0 0 0,1 1 0 0 0,-1-1 0 0 0,1 0-1 0 0,0 0 1 0 0,-1 0 0 0 0,1-1 0 0 0,0 0 0 0 0,0 0 0 0 0,0 0 0 0 0,0-1 0 0 0,6 1 0 0 0,0-2 0 0 0,-1 0 1 0 0,1 0 0 0 0,0-1 0 0 0,0-1-1 0 0,-1 0 1 0 0,0 0 0 0 0,19-9 0 0 0,-21 8-1 0 0,-1-1 1 0 0,0 0-1 0 0,0 0 1 0 0,0 0-1 0 0,-1-1 1 0 0,1 0 0 0 0,-1 0-1 0 0,-1 0 1 0 0,1-1-1 0 0,-1 0 1 0 0,-1 0-1 0 0,1 0 1 0 0,-1-1 0 0 0,0 1-1 0 0,-1-1 1 0 0,0 0-1 0 0,0 0 1 0 0,0-1-1 0 0,-1 1 1 0 0,-1 0 0 0 0,1-1-1 0 0,-1-9 1 0 0,-1 2-7 0 0,-2 1 1 0 0,0-1 0 0 0,0 1 0 0 0,-1 0-1 0 0,-1-1 1 0 0,-1 2 0 0 0,0-1 0 0 0,-1 0 0 0 0,0 1-1 0 0,-2 0 1 0 0,1 1 0 0 0,-2 0 0 0 0,1 0-1 0 0,-2 0 1 0 0,0 1 0 0 0,0 1 0 0 0,-1 0-1 0 0,0 0 1 0 0,-1 1 0 0 0,-1 1 0 0 0,1 0 0 0 0,-1 0-1 0 0,-1 1 1 0 0,1 1 0 0 0,-28-10 0 0 0,37 15 1 0 0,0 0 1 0 0,0 1-1 0 0,0 0 1 0 0,-1 0-1 0 0,1 0 1 0 0,-1 0-1 0 0,1 1 1 0 0,-1 0-1 0 0,1 0 1 0 0,0 0-1 0 0,-1 0 1 0 0,1 1-1 0 0,-1-1 1 0 0,1 1-1 0 0,-1 0 1 0 0,1 1 0 0 0,0-1-1 0 0,0 1 1 0 0,0 0-1 0 0,0 0 1 0 0,0 0-1 0 0,0 0 1 0 0,0 1-1 0 0,-4 3 1 0 0,3-1-3 0 0,0 1 1 0 0,0-1-1 0 0,1 1 1 0 0,-1 0-1 0 0,1 1 1 0 0,0-1-1 0 0,1 1 1 0 0,0 0-1 0 0,0-1 1 0 0,0 2-1 0 0,1-1 1 0 0,0 0-1 0 0,-2 14 1 0 0,3-10 4 0 0,0 0 1 0 0,0-1-1 0 0,1 1 1 0 0,0 0-1 0 0,1 0 0 0 0,0 0 1 0 0,1 0-1 0 0,1-1 1 0 0,-1 1-1 0 0,2 0 0 0 0,-1-1 1 0 0,1 0-1 0 0,1 0 0 0 0,0 0 1 0 0,7 10-1 0 0,-7-13 1 0 0,1 0-1 0 0,0 0 1 0 0,0 0-1 0 0,0-1 0 0 0,1 0 1 0 0,0 0-1 0 0,0-1 1 0 0,0 0-1 0 0,1 0 1 0 0,0-1-1 0 0,0 0 1 0 0,0 0-1 0 0,0-1 0 0 0,1 0 1 0 0,-1 0-1 0 0,1-1 1 0 0,0 0-1 0 0,17 1 1 0 0,4-2 1 0 0,0-2 1 0 0,0-1 0 0 0,-1-1-1 0 0,1-1 1 0 0,-1-2 0 0 0,0-1 0 0 0,49-19-1 0 0,-39 10 0 0 0,-1-1-1 0 0,-1-2 1 0 0,-1-2-1 0 0,66-49 1 0 0,-86 57-4 0 0,0-1 0 0 0,-1-1 0 0 0,-1 0 0 0 0,0-1 0 0 0,-1-1 0 0 0,-1 0 0 0 0,0-1 0 0 0,-1 0 0 0 0,14-34 1 0 0,-16 27-13 0 0,0-1 0 0 0,-2-1 0 0 0,-1 1 0 0 0,-1-1 0 0 0,-1 0 1 0 0,-1 0-1 0 0,-2-30 0 0 0,0 27 1 0 0,-2-1 0 0 0,-2 0 0 0 0,0 1 0 0 0,-2 0 0 0 0,-2-1 1 0 0,0 2-1 0 0,-2-1 0 0 0,-19-40 0 0 0,28 69 12 0 0,0 1 0 0 0,0 0 1 0 0,-1-1-1 0 0,1 1 0 0 0,0-1 0 0 0,-1 1 1 0 0,1-1-1 0 0,0 1 0 0 0,-1 0 0 0 0,1-1 0 0 0,-1 1 1 0 0,1 0-1 0 0,0-1 0 0 0,-1 1 0 0 0,1 0 1 0 0,-1 0-1 0 0,1 0 0 0 0,-1-1 0 0 0,1 1 1 0 0,-1 0-1 0 0,1 0 0 0 0,-1 0 0 0 0,1 0 0 0 0,-1 0 1 0 0,0 0-1 0 0,1 0 0 0 0,-1 0 0 0 0,1 0 1 0 0,-1 0-1 0 0,1 0 0 0 0,-1 0 0 0 0,1 0 1 0 0,-1 0-1 0 0,1 1 0 0 0,-1-1 0 0 0,1 0 0 0 0,-1 0 1 0 0,1 1-1 0 0,-1-1 0 0 0,-1 1 0 0 0,0 0 1 0 0,1 1-1 0 0,-1-1 1 0 0,1 0-1 0 0,-1 0 0 0 0,1 1 1 0 0,-1-1-1 0 0,1 1 0 0 0,-2 1 1 0 0,-6 14 7 0 0,0 1 0 0 0,1 0 0 0 0,1 0 0 0 0,-6 25 0 0 0,-13 79 58 0 0,-13 185 80 0 0,37-253-136 0 0,1-1 0 0 0,4 1 0 0 0,15 93 0 0 0,-15-130-1 0 0,1-1-1 0 0,1 1 1 0 0,1-1 0 0 0,0 0-1 0 0,1-1 1 0 0,0 1-1 0 0,16 22 1 0 0,-19-32-1 0 0,0-1 0 0 0,1 1 0 0 0,-1-1 0 0 0,1 0 0 0 0,0-1 0 0 0,0 1 0 0 0,1-1-1 0 0,0 0 1 0 0,-1 0 0 0 0,1 0 0 0 0,0-1 0 0 0,1 0 0 0 0,-1-1 0 0 0,1 1 0 0 0,-1-1 0 0 0,1 0 0 0 0,0 0 0 0 0,-1-1 0 0 0,1 0-1 0 0,0-1 1 0 0,11 1 0 0 0,-5-2-3 0 0,-1 0-1 0 0,1-1 0 0 0,0-1 1 0 0,-1 0-1 0 0,1 0 0 0 0,-1-1 1 0 0,0-1-1 0 0,0 0 0 0 0,-1-1 1 0 0,16-9-1 0 0,-12 4 0 0 0,0 0-1 0 0,-1-1 1 0 0,0-1-1 0 0,-1 0 0 0 0,-1-1 1 0 0,18-24-1 0 0,-12 10-8 0 0,-1-1 1 0 0,-1 0-1 0 0,-2 0 0 0 0,-1-2 0 0 0,-2 0 0 0 0,-1 0 0 0 0,12-60 1 0 0,-16 44 108 0 0,1-82 0 0 0,-7 126-80 0 0,-2 6-8 0 0,-1 5-3 0 0,0 1 0 0 0,0-1 0 0 0,1 1-1 0 0,0 0 1 0 0,-2 16 0 0 0,0 53 13 0 0,3-47-43 0 0,0-4 29 0 0,2 0 0 0 0,0 0 0 0 0,1-1-1 0 0,2 1 1 0 0,1-1 0 0 0,1 0 0 0 0,13 36-1 0 0,-17-57-3 0 0,0 0 0 0 0,0 0 1 0 0,1 0-1 0 0,0 0 0 0 0,0-1 0 0 0,0 1 0 0 0,0-1 0 0 0,1 0 0 0 0,-1 1 0 0 0,1-2 0 0 0,0 1 0 0 0,0 0 0 0 0,1-1 0 0 0,-1 0 0 0 0,1 0 0 0 0,0 0 0 0 0,0-1 0 0 0,0 1 0 0 0,0-1 0 0 0,7 2 1 0 0,-6-3-5 0 0,1 0 0 0 0,0 0 0 0 0,0-1 0 0 0,-1 0 0 0 0,1 0 0 0 0,0 0 0 0 0,0-1 0 0 0,-1 0 0 0 0,1 0 0 0 0,0-1 0 0 0,-1 0 0 0 0,1 0 0 0 0,-1 0 0 0 0,0-1 0 0 0,0 0 0 0 0,7-4 0 0 0,-1-2-8 0 0,0 1 1 0 0,-1-2-1 0 0,0 1 1 0 0,-1-2-1 0 0,0 1 1 0 0,0-1-1 0 0,-2-1 1 0 0,1 1-1 0 0,-1-2 1 0 0,-1 1-1 0 0,10-23 0 0 0,-6 9-3 0 0,-1-1-1 0 0,-1 0 1 0 0,-1-1-1 0 0,7-55 0 0 0,-8-24 477 0 0,-7 105-372 0 0,0 5-78 0 0,-9 153 159 0 0,9-129-159 0 0,2 0-1 0 0,0 0 1 0 0,12 50 0 0 0,-11-67-20 0 0,0 0 0 0 0,0 0 0 0 0,1 0 0 0 0,1 0 0 0 0,-1-1 1 0 0,2 0-1 0 0,-1 0 0 0 0,1 0 0 0 0,12 13 0 0 0,-14-18-114 0 0,0 0 0 0 0,1-1 0 0 0,-1 1 0 0 0,1-1 0 0 0,0 0 0 0 0,0-1 0 0 0,0 1 0 0 0,0-1 0 0 0,0 0 0 0 0,0 0 0 0 0,0 0 0 0 0,1-1 0 0 0,-1 0 0 0 0,1 0 0 0 0,-1-1 0 0 0,1 1 0 0 0,0-1 0 0 0,-1 0 0 0 0,1-1 0 0 0,5 0 1 0 0,1-1-377 0 0,0-1 0 0 0,-1 0 0 0 0,0-1 0 0 0,0 0 1 0 0,0-1-1 0 0,0 0 0 0 0,0 0 0 0 0,16-12 0 0 0,-11 4-757 0 0,0 1-1 0 0,-1-2 0 0 0,0 0 1 0 0,16-20-1 0 0,-3-4-2339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3:57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98 401 1112 0 0,'0'-43'2145'0'0,"-1"-1"-1"0"0,-2 1 1 0 0,-3-1-1 0 0,-1 1 1 0 0,-1 1-1 0 0,-3 0 1 0 0,-21-54-1 0 0,31 93-1661 0 0,-2 5-372 0 0,1 1-95 0 0,0 0 1 0 0,0 0-1 0 0,0 0 1 0 0,0 0 0 0 0,0 0-1 0 0,0 1 1 0 0,1-1-1 0 0,0 0 1 0 0,0 1-1 0 0,0 0 1 0 0,0-1 0 0 0,0 1-1 0 0,0 4 1 0 0,-2 58 83 0 0,2-50-76 0 0,0 13 6 0 0,1 396 311 0 0,6-332-311 0 0,12 141 71 0 0,-12-175-160 0 0,13 78-157 0 0,-16-123-523 0 0,0-1 1 0 0,1 0 0 0 0,1 0-1 0 0,0 0 1 0 0,1-1 0 0 0,0 0-1 0 0,13 20 1 0 0,1-15-5083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3:58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86 213 1428 0 0,'-45'-19'4898'0'0,"18"7"-2655"0"0,25 11-1834 0 0,0 0-93 0 0,1 0-286 0 0,1 1 0 0 0,-1 0 0 0 0,1 0 0 0 0,-1 0 0 0 0,1-1 0 0 0,0 1 0 0 0,-1 0 0 0 0,1 0 0 0 0,-1-1 0 0 0,1 1 1 0 0,-1 0-1 0 0,1-1 0 0 0,0 1 0 0 0,-1-1 0 0 0,1 1 0 0 0,0 0 0 0 0,-1-1 0 0 0,1 1 0 0 0,0-1 0 0 0,0 1 0 0 0,0-1 0 0 0,-1 1 0 0 0,1-1 0 0 0,0 1 0 0 0,0-2 0 0 0,10-5 341 0 0,30 1-216 0 0,-32 5-103 0 0,307-31 373 0 0,-128 15-1609 0 0,-166 15 961 0 0,6-1-107 0 0,32-7 1 0 0,-57 10 350 0 0,1-1 0 0 0,0 0-1 0 0,-1 0 1 0 0,0-1 0 0 0,1 1 0 0 0,-1 0-1 0 0,0-1 1 0 0,1 0 0 0 0,-1 1 0 0 0,0-1-1 0 0,0 0 1 0 0,-1 0 0 0 0,1 0 0 0 0,3-5 0 0 0,-4 5 206 0 0,0 0 1 0 0,1 0 0 0 0,-1 0 0 0 0,0-1 0 0 0,-1 1 0 0 0,1 0-1 0 0,1-5 1 0 0,-2 4-228 0 0,1 1 498 0 0,-6-35 5258 0 0,3 49-5708 0 0,1 0 1 0 0,0 0 0 0 0,1 0-1 0 0,0 0 1 0 0,3 17-1 0 0,-1-1 50 0 0,1 35 76 0 0,2 0 0 0 0,23 103 0 0 0,-26-158-299 0 0,0-1 1 0 0,0 1-1 0 0,1-1 1 0 0,0 0-1 0 0,0 0 0 0 0,1-1 1 0 0,0 1-1 0 0,0-1 1 0 0,1 1-1 0 0,-1-1 0 0 0,1-1 1 0 0,0 1-1 0 0,1-1 1 0 0,0 0-1 0 0,0 0 0 0 0,0 0 1 0 0,0-1-1 0 0,12 7 0 0 0,-14-10-462 0 0,-1-1-1 0 0,0 1 0 0 0,1-1 1 0 0,-1 1-1 0 0,1-1 0 0 0,-1 0 1 0 0,1 0-1 0 0,-1 0 0 0 0,0-1 1 0 0,1 1-1 0 0,-1-1 0 0 0,1 0 0 0 0,-1 0 1 0 0,5-2-1 0 0,-8 3 505 0 0,16-8-4558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3:58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80 1776 0 0,'-83'-78'10895'0'0,"82"76"-10413"0"0,-6 5-534 0 0,7-3-49 0 0,-1 1 1 0 0,1-1-1 0 0,-1 0 1 0 0,1 0-1 0 0,-1 0 1 0 0,1 1-1 0 0,-1-1 1 0 0,1 0-1 0 0,-1 1 1 0 0,1-1-1 0 0,-1 0 1 0 0,1 1-1 0 0,0-1 1 0 0,-1 0-1 0 0,1 1 1 0 0,0-1-1 0 0,-1 1 1 0 0,1-1 0 0 0,0 1-1 0 0,0-1 1 0 0,-1 1-1 0 0,1-1 1 0 0,0 1-1 0 0,0-1 1 0 0,0 1-1 0 0,0-1 1 0 0,0 1-1 0 0,-1-1 1 0 0,1 1-1 0 0,0-1 1 0 0,0 1-1 0 0,0-1 1 0 0,1 1-1 0 0,-1 0 1 0 0,0-1-1 0 0,0 1 1 0 0,0-1-1 0 0,0 1 1 0 0,0-1-1 0 0,1 1 1 0 0,0 17-2796 0 0,0-3-785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3:59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218 366 276 0 0,'-19'-17'4574'0'0,"0"-2"0"0"0,-19-22-1 0 0,37 39-4359 0 0,-57-59 6428 0 0,58 61-6634 0 0,-1 0-1 0 0,1 0 0 0 0,-1 0 1 0 0,1 0-1 0 0,0 0 0 0 0,-1 0 1 0 0,1 0-1 0 0,0 0 0 0 0,-1 0 1 0 0,1 1-1 0 0,0-1 1 0 0,-1 0-1 0 0,1 0 0 0 0,0 0 1 0 0,-1 0-1 0 0,1 1 0 0 0,0-1 1 0 0,-1 0-1 0 0,1 0 0 0 0,0 1 1 0 0,0-1-1 0 0,-1 0 0 0 0,1 0 1 0 0,0 1-1 0 0,0-1 1 0 0,0 0-1 0 0,-1 1 0 0 0,1-1 1 0 0,0 0-1 0 0,0 1 0 0 0,0-1 1 0 0,0 0-1 0 0,0 1 0 0 0,-7 13 57 0 0,6-14-62 0 0,-1 13 7 0 0,-1-1-1 0 0,2 1 0 0 0,0-1 1 0 0,0 1-1 0 0,1 0 1 0 0,1-1-1 0 0,0 1 0 0 0,1-1 1 0 0,0 1-1 0 0,1-1 1 0 0,0 0-1 0 0,1 1 0 0 0,0-2 1 0 0,1 1-1 0 0,0 0 1 0 0,1-1-1 0 0,1 0 0 0 0,9 13 1 0 0,-10-16-3 0 0,0-1 0 0 0,0 1 1 0 0,1-2-1 0 0,0 1 0 0 0,0-1 1 0 0,0 0-1 0 0,1 0 0 0 0,0-1 1 0 0,0 0-1 0 0,1-1 0 0 0,9 5 0 0 0,-11-7 5 0 0,0 0 0 0 0,1 0-1 0 0,-1-1 1 0 0,0 1-1 0 0,0-2 1 0 0,1 1 0 0 0,-1-1-1 0 0,0 0 1 0 0,1-1-1 0 0,-1 1 1 0 0,0-2 0 0 0,1 1-1 0 0,-1-1 1 0 0,0 0-1 0 0,11-5 1 0 0,-9 4-2 0 0,0-1 1 0 0,-1-1-1 0 0,1 1 1 0 0,-1-1-1 0 0,0-1 0 0 0,-1 0 1 0 0,1 0-1 0 0,-1 0 0 0 0,0-1 1 0 0,-1 0-1 0 0,1 0 1 0 0,-2-1-1 0 0,1 1 0 0 0,-1-1 1 0 0,0-1-1 0 0,0 1 1 0 0,-1-1-1 0 0,-1 1 0 0 0,1-1 1 0 0,-1 0-1 0 0,-1-1 0 0 0,1 1 1 0 0,-2 0-1 0 0,1-1 1 0 0,-1 1-1 0 0,-1-17 0 0 0,-1 8-15 0 0,0 1 0 0 0,-1-1 1 0 0,-2 1-1 0 0,1 0 0 0 0,-2 0 0 0 0,0 0 0 0 0,-1 0 0 0 0,-1 1 0 0 0,0 0 0 0 0,-1 0 0 0 0,-11-14 0 0 0,14 22 1 0 0,-1 0 0 0 0,-1 0 0 0 0,0 0 0 0 0,0 1 0 0 0,0 0 0 0 0,-1 1 0 0 0,0-1 0 0 0,0 1 0 0 0,-10-4 0 0 0,12 6 3 0 0,-1 2 0 0 0,1-1 0 0 0,-1 1 0 0 0,0-1 0 0 0,0 2 0 0 0,0-1 1 0 0,0 1-1 0 0,0 0 0 0 0,0 1 0 0 0,0 0 0 0 0,0 0 0 0 0,-1 0 0 0 0,-12 3 0 0 0,10 0 3 0 0,-1 0 1 0 0,1 1-1 0 0,-1 0 0 0 0,1 0 0 0 0,0 1 0 0 0,0 1 0 0 0,1 0 0 0 0,0 0 0 0 0,0 1 0 0 0,0 0 1 0 0,1 0-1 0 0,0 1 0 0 0,0 0 0 0 0,1 1 0 0 0,-7 9 0 0 0,5-5-1 0 0,0 1-1 0 0,1 0 0 0 0,1 0 1 0 0,0 1-1 0 0,1 0 1 0 0,0 0-1 0 0,1 0 0 0 0,1 0 1 0 0,-4 31-1 0 0,7-40 0 0 0,1-1-1 0 0,-1 1 1 0 0,1 0 0 0 0,1 0-1 0 0,-1-1 1 0 0,1 1-1 0 0,0 0 1 0 0,0-1 0 0 0,1 1-1 0 0,0-1 1 0 0,0 1-1 0 0,0-1 1 0 0,0 0-1 0 0,1 0 1 0 0,0 0 0 0 0,0 0-1 0 0,6 7 1 0 0,-4-7 2 0 0,-1-2 0 0 0,1 1 0 0 0,0 0 0 0 0,0-1 0 0 0,0 0 0 0 0,0 0 1 0 0,0 0-1 0 0,1-1 0 0 0,-1 0 0 0 0,1 0 0 0 0,0 0 0 0 0,-1-1 0 0 0,1 0 0 0 0,0 0 1 0 0,0 0-1 0 0,0-1 0 0 0,7 0 0 0 0,4 0 4 0 0,-1-2 0 0 0,0-1 0 0 0,1 0 0 0 0,-1 0 0 0 0,0-2 0 0 0,0 0 0 0 0,-1-1 0 0 0,23-12 0 0 0,-5 0 4 0 0,0-2 0 0 0,48-38-1 0 0,71-77-100 0 0,-34 27-42 0 0,-81 82 57 0 0,-34 25 72 0 0,0-1 0 0 0,-1 1 0 0 0,1 0 0 0 0,0 0 0 0 0,0 0 0 0 0,0 0 0 0 0,0 0 0 0 0,0 1 0 0 0,0-1 0 0 0,0 1 0 0 0,0 0 0 0 0,0 0 0 0 0,6 1 0 0 0,-2 1 12 0 0,0 0 1 0 0,0 1-1 0 0,0 0 1 0 0,0 0-1 0 0,-1 0 1 0 0,0 1-1 0 0,1 0 1 0 0,-1 1-1 0 0,-1-1 1 0 0,1 1-1 0 0,-1 0 1 0 0,0 0-1 0 0,0 1 1 0 0,0 0-1 0 0,5 8 1 0 0,6 12 21 0 0,-1 1-1 0 0,17 41 1 0 0,-27-58-28 0 0,1 8 17 0 0,0 1 1 0 0,-2 0-1 0 0,0 0 0 0 0,3 37 1 0 0,-4-26 55 0 0,-3-18 19 0 0,-3-11-13 0 0,3-2-78 0 0,-1 0 0 0 0,0 0 1 0 0,1 0-1 0 0,-1 0 0 0 0,1 0 1 0 0,-1 0-1 0 0,1 0 0 0 0,0-1 1 0 0,0 1-1 0 0,-1 0 1 0 0,1 0-1 0 0,0 0 0 0 0,0-2 1 0 0,1-22-8 0 0,0 1 0 0 0,2-1 0 0 0,1 1 0 0 0,0 0 0 0 0,2 0 0 0 0,1 0 0 0 0,10-22 1 0 0,-10 29-16 0 0,1 1 0 0 0,1-1 0 0 0,0 2 0 0 0,1-1 0 0 0,1 1 1 0 0,0 1-1 0 0,1 0 0 0 0,1 1 0 0 0,0 0 0 0 0,16-12 0 0 0,-24 20 5 0 0,-3 4 13 0 0,0-1 0 0 0,0 1 0 0 0,0-1 0 0 0,0 1-1 0 0,0 0 1 0 0,1 0 0 0 0,-1 0 0 0 0,0 0 0 0 0,1 0 0 0 0,-1 0 0 0 0,1 1 0 0 0,-1-1 0 0 0,1 1 0 0 0,-1 0 0 0 0,4 0 0 0 0,-3-1 3 0 0,1 1 0 0 0,-1 0 0 0 0,1 0 0 0 0,-1 1 0 0 0,0-1 1 0 0,1 1-1 0 0,-1-1 0 0 0,1 1 0 0 0,-1 0 0 0 0,0 1 0 0 0,0-1 0 0 0,0 0 1 0 0,0 1-1 0 0,0 0 0 0 0,0 0 0 0 0,0-1 0 0 0,0 2 0 0 0,0-1 1 0 0,-1 0-1 0 0,1 1 0 0 0,3 4 0 0 0,0 1 15 0 0,-1 1 0 0 0,-1-1 1 0 0,1 1-1 0 0,-2 0 0 0 0,1 0 0 0 0,-1 0 0 0 0,0 0 1 0 0,-1 0-1 0 0,2 10 0 0 0,0 15 12 0 0,-1 41 0 0 0,-1-30-2 0 0,-2 1-17 0 0,0-29 17 0 0,0 1 1 0 0,6 31-1 0 0,-6-48-32 0 0,0 0 0 0 0,0-1 0 0 0,0 1 0 0 0,0 0 1 0 0,0-1-1 0 0,0 1 0 0 0,1-1 0 0 0,-1 1 0 0 0,0 0 0 0 0,0-1 0 0 0,1 1 0 0 0,-1-1 1 0 0,0 1-1 0 0,1-1 0 0 0,-1 1 0 0 0,1-1 0 0 0,-1 1 0 0 0,1-1 0 0 0,-1 1 0 0 0,1-1 0 0 0,-1 0 1 0 0,1 1-1 0 0,-1-1 0 0 0,1 0 0 0 0,-1 1 0 0 0,1-1 0 0 0,0 0 0 0 0,-1 0 0 0 0,1 0 1 0 0,0 1-1 0 0,-1-1 0 0 0,1 0 0 0 0,0 0 0 0 0,-1 0 0 0 0,1 0 0 0 0,-1 0 0 0 0,1 0 0 0 0,0 0 1 0 0,-1 0-1 0 0,1-1 0 0 0,0 1 0 0 0,23-12-1103 0 0,-21 10 934 0 0,10-8-1136 0 0,0-1 0 0 0,0 0 1 0 0,-1-1-1 0 0,12-13 0 0 0,4-6-3474 0 0,4-1-1955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0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212 558 1212 0 0,'6'-19'2659'0'0,"0"1"1"0"0,-1-1-1 0 0,-1 0 0 0 0,2-34 1 0 0,-6 52-2154 0 0,-7-16 810 0 0,6 17-1290 0 0,0-1-1 0 0,0 1 0 0 0,0-1 0 0 0,0 1 0 0 0,0 0 0 0 0,0-1 1 0 0,0 1-1 0 0,-1 0 0 0 0,1 0 0 0 0,0 0 0 0 0,0 0 0 0 0,0 0 1 0 0,0 0-1 0 0,0 0 0 0 0,0 0 0 0 0,0 0 0 0 0,0 0 0 0 0,0 0 1 0 0,0 1-1 0 0,-2 0 0 0 0,-26 15 188 0 0,19-8-164 0 0,-1 1-1 0 0,-15 19 1 0 0,3-2-1 0 0,2 2 1 0 0,-24 40-1 0 0,39-56-41 0 0,0-1-1 0 0,0 1 1 0 0,1 0-1 0 0,1 0 1 0 0,0 1-1 0 0,1-1 1 0 0,0 1-1 0 0,1 0 1 0 0,-1 21 0 0 0,3-30-2 0 0,0 0 1 0 0,0 0-1 0 0,0 1 1 0 0,1-1-1 0 0,0 0 1 0 0,0 0 0 0 0,0 0-1 0 0,0 0 1 0 0,0 0-1 0 0,1 0 1 0 0,0 0 0 0 0,0-1-1 0 0,0 1 1 0 0,0-1-1 0 0,1 1 1 0 0,-1-1-1 0 0,1 0 1 0 0,0 0 0 0 0,0 0-1 0 0,0 0 1 0 0,0 0-1 0 0,1-1 1 0 0,-1 1-1 0 0,1-1 1 0 0,4 2 0 0 0,1 0 5 0 0,-1-1 0 0 0,1-1 1 0 0,0 1-1 0 0,0-1 0 0 0,0-1 0 0 0,0 0 1 0 0,0 0-1 0 0,0-1 0 0 0,1 0 1 0 0,12-2-1 0 0,9-1 11 0 0,-1-2 0 0 0,0-1 0 0 0,0-2 0 0 0,33-13 0 0 0,-47 15-9 0 0,-1-1 0 0 0,0 0 0 0 0,-1-1 1 0 0,0-1-1 0 0,0 0 0 0 0,0-1 0 0 0,-2-1 0 0 0,1 0 0 0 0,13-16 0 0 0,-21 21-13 0 0,0-1-1 0 0,0 0 0 0 0,-1 0 1 0 0,0 0-1 0 0,-1-1 0 0 0,0 1 1 0 0,0-1-1 0 0,-1 0 0 0 0,1 0 0 0 0,-2 0 1 0 0,1 0-1 0 0,-1 0 0 0 0,0 0 1 0 0,-1 0-1 0 0,0-1 0 0 0,0 1 1 0 0,-3-16-1 0 0,1 14-2 0 0,-1 0 0 0 0,0-1 0 0 0,0 1 0 0 0,-1 0 0 0 0,0 0 0 0 0,0 1 0 0 0,-1 0 0 0 0,-1-1 0 0 0,1 1 0 0 0,-2 1 0 0 0,1-1 0 0 0,-1 1 0 0 0,-11-10 0 0 0,10 12 1 0 0,0-1 0 0 0,0 2 0 0 0,-1-1 0 0 0,0 1-1 0 0,0 0 1 0 0,0 1 0 0 0,0 0 0 0 0,-1 0 0 0 0,0 1 0 0 0,1 0 0 0 0,-1 1-1 0 0,0 0 1 0 0,-1 1 0 0 0,1 0 0 0 0,0 1 0 0 0,-10 0 0 0 0,11 1 4 0 0,0 0 0 0 0,1 0 0 0 0,-1 1 0 0 0,1 0 0 0 0,0 1 0 0 0,0 0 1 0 0,0 0-1 0 0,0 0 0 0 0,0 1 0 0 0,0 1 0 0 0,1-1 0 0 0,0 1 0 0 0,0 0 0 0 0,0 1 1 0 0,1 0-1 0 0,0 0 0 0 0,0 0 0 0 0,0 1 0 0 0,-6 9 0 0 0,7-7 4 0 0,-1 0 0 0 0,1 0 0 0 0,1 0-1 0 0,-1 1 1 0 0,2 0 0 0 0,-1 0 0 0 0,2 0 0 0 0,-1 0-1 0 0,1 0 1 0 0,-1 19 0 0 0,3-23-1 0 0,0 1 0 0 0,0 0 0 0 0,1-1 0 0 0,0 1 0 0 0,0-1 1 0 0,1 1-1 0 0,0-1 0 0 0,0 0 0 0 0,0 1 0 0 0,1-1 0 0 0,0 0 0 0 0,0-1 0 0 0,1 1 0 0 0,-1 0 0 0 0,1-1 0 0 0,1 0 1 0 0,7 9-1 0 0,-1-6 4 0 0,-1 0 1 0 0,1 0 0 0 0,0-2-1 0 0,1 1 1 0 0,0-1-1 0 0,0-1 1 0 0,0 0 0 0 0,1-1-1 0 0,-1 0 1 0 0,1-1-1 0 0,0 0 1 0 0,0-1 0 0 0,14 1-1 0 0,5-2 4 0 0,0 0-1 0 0,0-2 1 0 0,0-2-1 0 0,41-8 0 0 0,-34 4-2 0 0,-1-3-1 0 0,0-1 0 0 0,-1-1 1 0 0,0-2-1 0 0,35-20 0 0 0,-50 21-8 0 0,0 0-1 0 0,-1-1 1 0 0,-1-1 0 0 0,0-1-1 0 0,-1-1 1 0 0,-1 0-1 0 0,-1-1 1 0 0,30-41 0 0 0,-22 19-3 0 0,-2-1 0 0 0,-2-1 0 0 0,-1 0 0 0 0,-3-2 0 0 0,15-52 0 0 0,10-62 1162 0 0,-41 156-1081 0 0,7 37 20 0 0,16 545 1075 0 0,6 96-279 0 0,129 403-201 0 0,-154-1053-670 0 0,-1-7 67 0 0,0 0 0 0 0,1 0 0 0 0,13 31 0 0 0,-18-49-85 0 0,1-1 0 0 0,-1 1 1 0 0,1 0-1 0 0,-1 0 0 0 0,1-1 1 0 0,0 1-1 0 0,-1-1 0 0 0,1 1 1 0 0,0 0-1 0 0,-1-1 0 0 0,1 1 1 0 0,0-1-1 0 0,0 0 0 0 0,-1 1 0 0 0,1-1 1 0 0,0 1-1 0 0,0-1 0 0 0,0 0 1 0 0,0 0-1 0 0,-1 0 0 0 0,1 1 1 0 0,0-1-1 0 0,0 0 0 0 0,0 0 1 0 0,0 0-1 0 0,0 0 0 0 0,0-1 1 0 0,-1 1-1 0 0,1 0 0 0 0,0 0 1 0 0,1-1-1 0 0,26-12 56 0 0,-16 4-17 0 0,1-1-1 0 0,-1-1 1 0 0,-1 0 0 0 0,0 0-1 0 0,12-18 1 0 0,42-69-25 0 0,-55 82-31 0 0,-1-1 1 0 0,-1 1-1 0 0,-1-1 1 0 0,0-1-1 0 0,-1 1 1 0 0,-1-1-1 0 0,0 0 1 0 0,2-26-1 0 0,-7 33 11 0 0,1 1 0 0 0,-1-1 0 0 0,-1 0 0 0 0,0 0 0 0 0,0 1 0 0 0,-1-1 0 0 0,-1 0 0 0 0,0 1 0 0 0,0 0 0 0 0,-1 0 0 0 0,0 0 0 0 0,-1 0 0 0 0,0 0 0 0 0,0 1 0 0 0,-13-15 0 0 0,-2 0-7 0 0,-1 2-1 0 0,-1 1 1 0 0,-1 0 0 0 0,-1 2-1 0 0,-1 0 1 0 0,-47-25-1 0 0,-177-74-21 0 0,113 58 16 0 0,125 55 9 0 0,-21-10 1 0 0,0 0-1 0 0,1-2 1 0 0,1-1-1 0 0,-36-29 1 0 0,59 41-2 0 0,0-1 0 0 0,1 1 0 0 0,-1-1 0 0 0,1 0 0 0 0,1 0 0 0 0,-1-1 0 0 0,1 0 0 0 0,1 0 0 0 0,-1 0 0 0 0,1 0 0 0 0,1-1 0 0 0,-1 0 0 0 0,2 1 0 0 0,-1-1 0 0 0,1 0 0 0 0,0-1 0 0 0,1 1 0 0 0,0 0 0 0 0,1 0 0 0 0,0-1 0 0 0,1-13 0 0 0,3 4-59 0 0,0-1 0 0 0,1 1 0 0 0,1 0 0 0 0,1 0 0 0 0,0 1-1 0 0,2 0 1 0 0,0 0 0 0 0,1 1 0 0 0,14-19 0 0 0,3 0-678 0 0,1 2 0 0 0,2 1 0 0 0,34-30 0 0 0,115-82-8608 0 0,-115 101 1698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2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653 127 1668 0 0,'9'-10'5973'0'0,"3"-8"1663"0"0,-6 7-3591 0 0,-6 7-4012 0 0,-1-1 0 0 0,-1 1 0 0 0,1 0 0 0 0,-1 0 0 0 0,1 0 0 0 0,-1 0 0 0 0,0 0 0 0 0,-1 0 0 0 0,1 1 0 0 0,-1-1 0 0 0,1 1 0 0 0,-1-1 0 0 0,0 1 0 0 0,-1 0 0 0 0,1 0 0 0 0,0 1-1 0 0,-1-1 1 0 0,1 1 0 0 0,-1-1 0 0 0,0 1 0 0 0,0 0 0 0 0,-5-1 0 0 0,4 1-39 0 0,-1 0 0 0 0,1 0 1 0 0,-1 1-1 0 0,1 0 0 0 0,-1 0 0 0 0,0 0 0 0 0,0 1 0 0 0,1 0 0 0 0,-1 0 0 0 0,0 0 1 0 0,0 1-1 0 0,1 0 0 0 0,-1 0 0 0 0,0 0 0 0 0,1 1 0 0 0,-1 0 0 0 0,-5 2 0 0 0,-9 8 0 0 0,0 0-1 0 0,0 1 0 0 0,2 1 1 0 0,0 1-1 0 0,0 1 0 0 0,-24 28 1 0 0,15-11-8 0 0,0 1 0 0 0,-36 63 0 0 0,51-75 7 0 0,1 0 0 0 0,1 1 1 0 0,-14 43-1 0 0,22-58 5 0 0,0 1 1 0 0,0-1-1 0 0,1 0 0 0 0,0 0 1 0 0,0 1-1 0 0,1-1 0 0 0,0 0 1 0 0,0 1-1 0 0,1-1 0 0 0,0 0 1 0 0,1 1-1 0 0,-1-1 0 0 0,2 0 1 0 0,-1 0-1 0 0,5 9 0 0 0,-4-12 5 0 0,1-1 0 0 0,-1 0 0 0 0,1 0 0 0 0,0 0 0 0 0,0 0 0 0 0,0 0 0 0 0,1-1 0 0 0,-1 0 0 0 0,10 6 0 0 0,-1-1 1 0 0,-10-7-6 0 0,-1 1 1 0 0,0-1 0 0 0,1 0-1 0 0,-1 0 1 0 0,1 0-1 0 0,0-1 1 0 0,-1 1 0 0 0,1-1-1 0 0,4 1 1 0 0,9 2-7 0 0,1 2-6 0 0,7 1 2 0 0,0 1 0 0 0,0 1 0 0 0,-1 2 0 0 0,36 19-1 0 0,-53-26 22 0 0,0 1-1 0 0,-1 1 0 0 0,1-1 1 0 0,-1 1-1 0 0,0 0 0 0 0,0 0 1 0 0,0 0-1 0 0,-1 1 0 0 0,0 0 1 0 0,0 0-1 0 0,0 0 0 0 0,-1 0 1 0 0,0 1-1 0 0,0-1 0 0 0,0 1 1 0 0,-1 0-1 0 0,0-1 0 0 0,-1 1 1 0 0,1 0-1 0 0,-1 0 0 0 0,0 8 0 0 0,-1-5 38 0 0,-1 0 0 0 0,0 1-1 0 0,0-1 1 0 0,-1 0-1 0 0,0-1 1 0 0,-1 1 0 0 0,0 0-1 0 0,0-1 1 0 0,-1 1-1 0 0,-1-1 1 0 0,1 0 0 0 0,-11 14-1 0 0,4-8 143 0 0,0-1-1 0 0,-1 0 1 0 0,0-1-1 0 0,-1 0 1 0 0,0-1-1 0 0,-19 12 1 0 0,24-18-117 0 0,-1-1 1 0 0,0 0-1 0 0,0-1 0 0 0,-1 0 1 0 0,1 0-1 0 0,-1-1 0 0 0,0 0 1 0 0,0-1-1 0 0,0 0 0 0 0,0-1 1 0 0,0 0-1 0 0,-1 0 0 0 0,1-1 1 0 0,0 0-1 0 0,0-1 0 0 0,0 0 1 0 0,0-1-1 0 0,-12-3 0 0 0,6 0-47 0 0,-1-1-1 0 0,1 0 1 0 0,0-1-1 0 0,1 0 1 0 0,0-2-1 0 0,0 0 1 0 0,1 0-1 0 0,0-1 1 0 0,1-1-1 0 0,-13-13 0 0 0,23 21-140 0 0,1-1 0 0 0,-1 1 0 0 0,1-1-1 0 0,0 0 1 0 0,0 0 0 0 0,1 0 0 0 0,-1 0-1 0 0,1 0 1 0 0,0 0 0 0 0,0 0 0 0 0,0 0-1 0 0,0 0 1 0 0,1-1 0 0 0,0 1 0 0 0,-1 0-1 0 0,2-5 1 0 0,-1 7-19 0 0,1 1-1 0 0,-1 0 1 0 0,1 0 0 0 0,-1 0-1 0 0,1 0 1 0 0,0 0 0 0 0,-1 0 0 0 0,1 0-1 0 0,0 0 1 0 0,0 0 0 0 0,0 1-1 0 0,0-1 1 0 0,0 0 0 0 0,0 0 0 0 0,0 1-1 0 0,0-1 1 0 0,0 0 0 0 0,0 1-1 0 0,0-1 1 0 0,0 1 0 0 0,0 0-1 0 0,2-1 1 0 0,2-1-650 0 0,0 1 0 0 0,-1-1 0 0 0,1 1 0 0 0,0 1 0 0 0,7-2 0 0 0,35 5-5160 0 0,-26-1 669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2400 0 0,'0'-3'2300'0'0,"10"-22"5258"0"0,-1-3 928 0 0,-9 28-8398 0 0,0-1 1 0 0,0 1-1 0 0,-1 0 1 0 0,1 0-1 0 0,0-1 1 0 0,0 1 0 0 0,0 0-1 0 0,0-1 1 0 0,0 1-1 0 0,0 0 1 0 0,0-1-1 0 0,0 1 1 0 0,0 0-1 0 0,1 0 1 0 0,-1-1-1 0 0,0 1 1 0 0,0 0-1 0 0,0 0 1 0 0,0-1-1 0 0,0 1 1 0 0,0 0-1 0 0,0 0 1 0 0,1-1-1 0 0,-1 1 1 0 0,0 0-1 0 0,0 0 1 0 0,0-1-1 0 0,1 1 1 0 0,-1 0-1 0 0,1 0-69 0 0,-1 0-1 0 0,0 0 0 0 0,1 1 0 0 0,-1-1 0 0 0,0 0 0 0 0,1 1 1 0 0,-1-1-1 0 0,0 0 0 0 0,0 1 0 0 0,1-1 0 0 0,-1 0 1 0 0,0 1-1 0 0,0-1 0 0 0,0 1 0 0 0,1-1 0 0 0,-1 0 0 0 0,0 1 1 0 0,0-1-1 0 0,0 1 0 0 0,0-1 0 0 0,0 1 0 0 0,0-1 0 0 0,0 0 1 0 0,0 1-1 0 0,0-1 0 0 0,0 1 0 0 0,0-1 0 0 0,0 1 1 0 0,0-1-1 0 0,-1 1 0 0 0,1 50 68 0 0,3 110 157 0 0,-1-134-347 0 0,1-1-1 0 0,1-1 0 0 0,2 1 1 0 0,9 28-1 0 0,-14-51-51 0 0,0 0 0 0 0,0-1 1 0 0,0 1-1 0 0,0 0 0 0 0,1-1 0 0 0,-1 1 0 0 0,1-1 1 0 0,-1 0-1 0 0,1 1 0 0 0,0-1 0 0 0,0 0 1 0 0,0 0-1 0 0,0 0 0 0 0,1-1 0 0 0,-1 1 0 0 0,0 0 1 0 0,1-1-1 0 0,-1 1 0 0 0,1-1 0 0 0,3 1 1 0 0,-3-1-160 0 0,0-1 1 0 0,1 1-1 0 0,-1-1 1 0 0,0 0 0 0 0,0 0-1 0 0,0 0 1 0 0,0-1-1 0 0,0 1 1 0 0,0-1 0 0 0,0 0-1 0 0,0 0 1 0 0,0 0-1 0 0,0 0 1 0 0,0 0 0 0 0,0 0-1 0 0,-1-1 1 0 0,1 0-1 0 0,4-3 1 0 0,-1 1-992 0 0,-1-1-1 0 0,0 0 1 0 0,1 0-1 0 0,4-8 1 0 0,7-8-4282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2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82 1380 0 0,'-22'-19'3652'0'0,"2"2"-16"0"0,-42-27-1 0 0,61 43-3464 0 0,0 1-193 0 0,0 0 1 0 0,0 0-1 0 0,0 0 1 0 0,1 0-1 0 0,-1 1 1 0 0,0-1-1 0 0,0 0 1 0 0,1 0-1 0 0,-1 1 1 0 0,0-1-1 0 0,1 1 1 0 0,-1-1-1 0 0,0 1 1 0 0,1-1-1 0 0,-1 1 1 0 0,0 0-1 0 0,5 30-5319 0 0,-2-17 978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4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4 615 2904 0 0,'-4'13'10253'0'0,"7"-7"-10045"0"0,-1 0 1 0 0,1-1 0 0 0,0 1 0 0 0,0 0 0 0 0,0-1 0 0 0,1 0 0 0 0,0 0-1 0 0,5 5 1 0 0,15 24 90 0 0,-15-19-218 0 0,-1 0-1 0 0,-1 1 0 0 0,-1 0 0 0 0,0 1 0 0 0,-1-1 0 0 0,-1 1 0 0 0,0 0 1 0 0,-1 0-1 0 0,-1 0 0 0 0,-1 1 0 0 0,0-1 0 0 0,-1 0 0 0 0,-1 1 0 0 0,-6 31 1 0 0,7-48-75 0 0,0 0 1 0 0,0 0-1 0 0,0 0 1 0 0,0 0-1 0 0,-1 0 1 0 0,1 0-1 0 0,0 0 1 0 0,0 0-1 0 0,-1 0 1 0 0,1 0-1 0 0,0 0 1 0 0,-1 0-1 0 0,1 0 1 0 0,-1 0-1 0 0,0 0 1 0 0,1 0 0 0 0,-1-1-1 0 0,0 1 1 0 0,1 0-1 0 0,-1 0 1 0 0,0-1-1 0 0,0 1 1 0 0,1-1-1 0 0,-1 1 1 0 0,0 0-1 0 0,0-1 1 0 0,0 0-1 0 0,0 1 1 0 0,0-1-1 0 0,0 1 1 0 0,0-1-1 0 0,0 0 1 0 0,0 0 0 0 0,0 0-1 0 0,0 1 1 0 0,0-1-1 0 0,0 0 1 0 0,0 0-1 0 0,0-1 1 0 0,0 1-1 0 0,0 0 1 0 0,0 0-1 0 0,0 0 1 0 0,0-1-1 0 0,0 1 1 0 0,0 0-1 0 0,-1-1 1 0 0,1 0-6 0 0,0 1 0 0 0,0 0 0 0 0,1-1 0 0 0,-1 1 1 0 0,0-1-1 0 0,1 1 0 0 0,-1-1 0 0 0,1 1 0 0 0,-1-1 0 0 0,1 0 0 0 0,-1 1 1 0 0,1-1-1 0 0,-1 0 0 0 0,1 1 0 0 0,-1-1 0 0 0,1 0 0 0 0,0 0 0 0 0,-1 1 1 0 0,1-1-1 0 0,0 0 0 0 0,0 0 0 0 0,0 0 0 0 0,-1 0 0 0 0,1-2 3 0 0,-4-7-5 0 0,1-1 0 0 0,1 1 0 0 0,0-1 1 0 0,0 0-1 0 0,1 0 0 0 0,0 0 0 0 0,1 0 0 0 0,1 0 0 0 0,-1 0 0 0 0,2 0 0 0 0,-1 0 0 0 0,2 1 0 0 0,-1-1 1 0 0,1 0-1 0 0,1 1 0 0 0,0 0 0 0 0,1 0 0 0 0,0 0 0 0 0,0 0 0 0 0,10-12 0 0 0,-8 11-5 0 0,1 0 0 0 0,1 0 0 0 0,0 1-1 0 0,1 0 1 0 0,0 1 0 0 0,0 0 0 0 0,1 1-1 0 0,0 0 1 0 0,0 0 0 0 0,1 1 0 0 0,0 1 0 0 0,0 0-1 0 0,1 1 1 0 0,0 0 0 0 0,0 0 0 0 0,15-2 0 0 0,-20 6 10 0 0,1 0 0 0 0,-1 0 0 0 0,1 1 0 0 0,0 0 0 0 0,-1 1 0 0 0,1 0 0 0 0,0 0 0 0 0,-1 1 0 0 0,1 0 0 0 0,-1 0 0 0 0,0 1 0 0 0,0 0 0 0 0,0 1 0 0 0,0 0 0 0 0,10 6 0 0 0,-12-6 3 0 0,0 1-1 0 0,0 0 0 0 0,-1 0 1 0 0,1 0-1 0 0,-1 1 0 0 0,-1 0 1 0 0,1 0-1 0 0,-1 0 0 0 0,0 0 1 0 0,0 1-1 0 0,-1 0 0 0 0,1-1 1 0 0,-1 1-1 0 0,-1 0 0 0 0,0 1 1 0 0,0-1-1 0 0,2 15 0 0 0,-2-9 0 0 0,-1-1 1 0 0,-1 1-1 0 0,0-1 0 0 0,-1 1 1 0 0,0-1-1 0 0,-1 1 0 0 0,0-1 0 0 0,-1 0 1 0 0,0 0-1 0 0,-1 0 0 0 0,-1 0 0 0 0,-7 16 1 0 0,11-28-7 0 0,1 1 0 0 0,0 0 0 0 0,0-1 0 0 0,-1 1-1 0 0,1 0 1 0 0,0-1 0 0 0,-1 1 0 0 0,1 0 0 0 0,-1-1 0 0 0,1 1 0 0 0,-1-1 0 0 0,1 1 0 0 0,-1 0 0 0 0,1-1 0 0 0,-1 0 0 0 0,0 1 0 0 0,1-1 0 0 0,-1 1 0 0 0,1-1 0 0 0,-1 0 0 0 0,0 1 0 0 0,0-1 0 0 0,1 0 0 0 0,-1 0 0 0 0,0 1 0 0 0,1-1 0 0 0,-1 0 0 0 0,0 0 0 0 0,0 0 0 0 0,1 0 0 0 0,-1 0 0 0 0,0 0 0 0 0,0 0 0 0 0,1 0 0 0 0,-1-1 0 0 0,0 1 0 0 0,0 0 0 0 0,1 0 0 0 0,-1 0 0 0 0,0-1 0 0 0,1 1 0 0 0,-1 0 0 0 0,0-1 0 0 0,1 1 0 0 0,-1-1 0 0 0,0 1 0 0 0,1-1 0 0 0,-1 1 0 0 0,1-1 0 0 0,-1 1 0 0 0,1-1 0 0 0,-1 0 0 0 0,1 0 0 0 0,-3-2-3 0 0,1-1 1 0 0,0 1-1 0 0,0 0 1 0 0,1-1-1 0 0,-1 1 0 0 0,-1-7 1 0 0,2 0-1 0 0,0 0 0 0 0,0 0 0 0 0,1 0 0 0 0,1 0 1 0 0,0 0-1 0 0,0-1 0 0 0,1 1 0 0 0,0 0 0 0 0,1 1 0 0 0,0-1 0 0 0,1 0 1 0 0,-1 1-1 0 0,2 0 0 0 0,0 0 0 0 0,6-10 0 0 0,-1 5-8 0 0,0 0-1 0 0,1 0 0 0 0,1 1 1 0 0,0 0-1 0 0,0 1 1 0 0,2 0-1 0 0,26-17 1 0 0,-35 25 7 0 0,1 1 0 0 0,-1 0 1 0 0,1 1-1 0 0,0-1 0 0 0,0 1 0 0 0,0 0 1 0 0,0 1-1 0 0,1-1 0 0 0,-1 1 0 0 0,0 1 1 0 0,7-1-1 0 0,-9 1 9 0 0,0 0 0 0 0,1 1-1 0 0,-1-1 1 0 0,0 1 0 0 0,0 0 0 0 0,0 0 0 0 0,0 0-1 0 0,0 1 1 0 0,0-1 0 0 0,0 1 0 0 0,-1 0-1 0 0,1 0 1 0 0,-1 0 0 0 0,1 1 0 0 0,-1-1 0 0 0,0 1-1 0 0,5 4 1 0 0,-1 2 29 0 0,0 0-1 0 0,-1 1 1 0 0,0 0 0 0 0,0 0-1 0 0,-1 0 1 0 0,0 0-1 0 0,-1 1 1 0 0,0 0 0 0 0,-1 0-1 0 0,0 0 1 0 0,-1 0-1 0 0,2 15 1 0 0,-2 15 34 0 0,-1 0-1 0 0,-5 47 1 0 0,0 0-24 0 0,4-85-59 0 0,1 0 0 0 0,-1 0 0 0 0,0 0 0 0 0,1 0 0 0 0,-1 0 0 0 0,1 0 0 0 0,0 0 1 0 0,0 0-1 0 0,0-1 0 0 0,3 6 0 0 0,-3-7-19 0 0,-1 0 0 0 0,1 0 0 0 0,0 0 0 0 0,0 0 0 0 0,0 0 0 0 0,0 0 0 0 0,0 0 0 0 0,0 0 0 0 0,0-1 0 0 0,0 1 0 0 0,0 0 0 0 0,1-1 0 0 0,-1 1 0 0 0,0 0 0 0 0,0-1 0 0 0,1 0 0 0 0,-1 1 0 0 0,0-1 0 0 0,0 0 0 0 0,1 1 0 0 0,-1-1 0 0 0,0 0 0 0 0,1 0 0 0 0,-1 0 0 0 0,3-1 0 0 0,10-2-284 0 0,1-1 0 0 0,-1 0-1 0 0,0-1 1 0 0,-1-1 0 0 0,1-1 0 0 0,-1 1 0 0 0,-1-2-1 0 0,1 0 1 0 0,-1 0 0 0 0,20-19 0 0 0,-8 5-18 0 0,-1-1 0 0 0,-1-2 1 0 0,37-52-1 0 0,-50 61 550 0 0,0 0 1 0 0,-1 0-1 0 0,-1 0 1 0 0,10-35-1 0 0,8-67 5353 0 0,-25 116-5324 0 0,-1-9 395 0 0,-1 13-459 0 0,-2 8-156 0 0,-5 17 16 0 0,2 0 1 0 0,1 0-1 0 0,1 0 0 0 0,-2 33 1 0 0,7-49-26 0 0,-1 1 0 0 0,1 0 0 0 0,1 0 0 0 0,0-1 0 0 0,1 1-1 0 0,0-1 1 0 0,1 1 0 0 0,0-1 0 0 0,1 0 0 0 0,0 0 0 0 0,1 0 0 0 0,11 18 0 0 0,-13-24-11 0 0,1-1 0 0 0,0 0-1 0 0,0 0 1 0 0,1 0 0 0 0,-1-1 0 0 0,1 1-1 0 0,0-1 1 0 0,0 0 0 0 0,0 0 0 0 0,0-1-1 0 0,0 0 1 0 0,1 0 0 0 0,-1 0 0 0 0,1 0 0 0 0,-1-1-1 0 0,1 0 1 0 0,0 0 0 0 0,0-1 0 0 0,-1 1-1 0 0,1-1 1 0 0,0-1 0 0 0,6 0 0 0 0,2 0-154 0 0,0-1 0 0 0,0-1 0 0 0,0 0 0 0 0,0-1 0 0 0,-1-1 0 0 0,1 0 1 0 0,23-12-1 0 0,-22 7-54 0 0,-1-1 1 0 0,0 0 0 0 0,0-1-1 0 0,-1-1 1 0 0,-1 0-1 0 0,0 0 1 0 0,0-1 0 0 0,-2-1-1 0 0,0 0 1 0 0,0 0-1 0 0,-2-1 1 0 0,0 0 0 0 0,-1-1-1 0 0,0 0 1 0 0,4-20-1 0 0,-7 22 703 0 0,-2-1-1 0 0,0 0 0 0 0,-1 0 0 0 0,-1-24 0 0 0,-1 14 784 0 0,-2 27-1213 0 0,1 0-60 0 0,0 0 1 0 0,1 1 0 0 0,-1-1-1 0 0,0 0 1 0 0,0 1 0 0 0,0 0-1 0 0,1-1 1 0 0,-1 1 0 0 0,1 0-1 0 0,0 0 1 0 0,-1 0 0 0 0,1 0-1 0 0,0 0 1 0 0,0 0 0 0 0,0 0-1 0 0,0 0 1 0 0,0 0 0 0 0,0 5-1 0 0,-12 30 55 0 0,2 1-1 0 0,2 1 1 0 0,1 0-1 0 0,2 0 1 0 0,2 0-1 0 0,2 73 1 0 0,2-104-45 0 0,1-1 0 0 0,-1 0 0 0 0,2 1 1 0 0,-1-1-1 0 0,1 0 0 0 0,0 0 0 0 0,1 0 0 0 0,-1 0 1 0 0,1 0-1 0 0,1-1 0 0 0,4 8 0 0 0,-5-9-11 0 0,1-1 0 0 0,0 0 0 0 0,0 0 0 0 0,1 0 0 0 0,-1 0 0 0 0,1-1 1 0 0,-1 0-1 0 0,1 0 0 0 0,0 0 0 0 0,0 0 0 0 0,1-1 0 0 0,-1 0 0 0 0,0 0 0 0 0,11 2 0 0 0,-3-1-133 0 0,0-1 0 0 0,0 0-1 0 0,0-1 1 0 0,0-1 0 0 0,0 0 0 0 0,1 0 0 0 0,-1-2 0 0 0,0 1 0 0 0,24-8-1 0 0,-19 3-347 0 0,-1 0 0 0 0,0-2 0 0 0,0 0-1 0 0,-1 0 1 0 0,0-2 0 0 0,23-17 0 0 0,-18 9-103 0 0,-1 0-1 0 0,0-1 1 0 0,-2-1 0 0 0,0-1 0 0 0,-1 0 0 0 0,-2-1 0 0 0,0-1 0 0 0,-1-1 0 0 0,18-41 0 0 0,-12 11 275 0 0,-2 0 1 0 0,-3-1 0 0 0,14-87 0 0 0,-22 80 1316 0 0,-2-1 1 0 0,-7-126-1 0 0,-14 90 1743 0 0,3 20-214 0 0,13 78-2524 0 0,0 0 0 0 0,0 1 0 0 0,0-1 0 0 0,0 0-1 0 0,0 0 1 0 0,0 0 0 0 0,-1 0 0 0 0,1 1 0 0 0,0-1 0 0 0,0 0 0 0 0,-1 0 0 0 0,1 1 0 0 0,-1-1 0 0 0,1 0 0 0 0,0 0 0 0 0,-1 1-1 0 0,1-1 1 0 0,-2 0 0 0 0,2 1-10 0 0,0 0 0 0 0,-1 0 0 0 0,1 0 0 0 0,-1 0 0 0 0,1 0 0 0 0,0 0 0 0 0,-1 0 0 0 0,1 0 0 0 0,0 0 0 0 0,-1 0 0 0 0,1 0 0 0 0,0 0 0 0 0,-1 0 0 0 0,1 1 0 0 0,0-1 0 0 0,-1 0 0 0 0,1 0 0 0 0,0 0 0 0 0,-1 1 0 0 0,1-1 0 0 0,0 0 0 0 0,0 0-1 0 0,-1 1 1 0 0,1-1 0 0 0,0 0 0 0 0,0 0 0 0 0,-1 1 0 0 0,-1 2 15 0 0,0 0 0 0 0,1 0 0 0 0,-1 0 0 0 0,0 0 1 0 0,1 0-1 0 0,-2 7 0 0 0,-62 422 1503 0 0,39-224-1160 0 0,17-146-302 0 0,2 0-1 0 0,3 1 0 0 0,3-1 0 0 0,7 65 0 0 0,-4-114-87 0 0,0 0 1 0 0,1 0-1 0 0,0-1 0 0 0,1 1 1 0 0,0-1-1 0 0,1 0 0 0 0,1 0 1 0 0,8 13-1 0 0,-11-19-108 0 0,2 0 1 0 0,-1 0-1 0 0,1-1 1 0 0,0 1-1 0 0,0-1 1 0 0,0-1-1 0 0,1 1 0 0 0,0-1 1 0 0,0 0-1 0 0,0 0 1 0 0,0 0-1 0 0,1-1 1 0 0,-1 0-1 0 0,1 0 0 0 0,0-1 1 0 0,10 3-1 0 0,-5-3-262 0 0,1-1 1 0 0,-1 0-1 0 0,0 0 0 0 0,1-1 0 0 0,-1-1 0 0 0,0 0 1 0 0,1 0-1 0 0,-1-2 0 0 0,0 1 0 0 0,0-1 0 0 0,15-7 1 0 0,-10 3-264 0 0,-1-1 1 0 0,0 0 0 0 0,0-2 0 0 0,-1 1 0 0 0,0-2 0 0 0,0 0 0 0 0,14-15-1 0 0,9-14-1640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4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0 739 3772 0 0,'25'-61'1064'0'0,"-3"0"-1"0"0,-3-1 0 0 0,-2-1 1 0 0,-3 0-1 0 0,6-70 0 0 0,-12-123 8952 0 0,-8 248-9601 0 0,-3-21 792 0 0,-2 26-734 0 0,-3 12-366 0 0,5-2-86 0 0,0 0 0 0 0,0 0 0 0 0,0 0 1 0 0,1 1-1 0 0,0-1 0 0 0,1 1 0 0 0,0-1 1 0 0,-1 9-1 0 0,-1 10 51 0 0,-28 201 1194 0 0,11-70-300 0 0,-12 235 314 0 0,31-328-1083 0 0,10 81-1 0 0,-9-142-214 0 0,1 1-1 0 0,-1 0 1 0 0,1 0-1 0 0,0 0 1 0 0,0-1-1 0 0,0 1 1 0 0,1 0-1 0 0,0-1 1 0 0,-1 0-1 0 0,1 1 0 0 0,0-1 1 0 0,1 0-1 0 0,-1 0 1 0 0,0 0-1 0 0,1 0 1 0 0,0 0-1 0 0,-1 0 1 0 0,1-1-1 0 0,1 1 1 0 0,-1-1-1 0 0,6 3 0 0 0,-8-4-29 0 0,1-1 1 0 0,-1 1-1 0 0,0-1 0 0 0,1 0 0 0 0,-1 0 0 0 0,0 0 0 0 0,0 0 0 0 0,1 0 0 0 0,-1 0 0 0 0,0 0 0 0 0,1 0 0 0 0,-1 0 0 0 0,0 0 0 0 0,0-1 0 0 0,1 1 1 0 0,-1-1-1 0 0,0 1 0 0 0,2-1 0 0 0,1-1-145 0 0,2 0-241 0 0,1 0-1 0 0,-1-1 1 0 0,0 0-1 0 0,0 0 1 0 0,0 0-1 0 0,0-1 1 0 0,0 0 0 0 0,8-7-1 0 0,37-40-3833 0 0,-44 43 3579 0 0,27-39-4991 0 0,-27 38 4099 0 0,15-23-4838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4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175 183 2412 0 0,'-171'-6'14537'0'0,"168"6"-13700"0"0,5-2-541 0 0,5-3-223 0 0,0 1-1 0 0,0 0 1 0 0,0 1 0 0 0,1 0 0 0 0,0 0 0 0 0,-1 0 0 0 0,1 1-1 0 0,0 0 1 0 0,13-1 0 0 0,12-5 28 0 0,273-69-2077 0 0,-100 33-6435 0 0,-136 30 2291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7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335 201 1348 0 0,'-1'-3'788'0'0,"-1"-1"-1"0"0,1 1 0 0 0,0-1 1 0 0,0 1-1 0 0,0-1 1 0 0,0 0-1 0 0,1 1 0 0 0,-1-5 1 0 0,1 5 20 0 0,0 1-70 0 0,2-27 1427 0 0,-1 22-1912 0 0,-1 0-1 0 0,0 1 1 0 0,1-1 0 0 0,-2 1 0 0 0,1-1 0 0 0,-1 0 0 0 0,0 1 0 0 0,-1-1 0 0 0,1 1 0 0 0,-1 0 0 0 0,0 0 0 0 0,-1-1 0 0 0,0 1 0 0 0,-5-9-1 0 0,6 13-239 0 0,1 0-1 0 0,0 0 0 0 0,-1 1 0 0 0,1-1 0 0 0,-1 0 0 0 0,1 1 0 0 0,-1-1 0 0 0,0 1 0 0 0,0 0 0 0 0,0 0 0 0 0,0 0 0 0 0,0 0 0 0 0,0 0 1 0 0,0 0-1 0 0,0 0 0 0 0,0 0 0 0 0,0 1 0 0 0,0-1 0 0 0,-1 1 0 0 0,1 0 0 0 0,0 0 0 0 0,0 0 0 0 0,-1 0 0 0 0,1 0 0 0 0,0 0 1 0 0,0 0-1 0 0,-1 1 0 0 0,1-1 0 0 0,0 1 0 0 0,0-1 0 0 0,0 1 0 0 0,0 0 0 0 0,-3 2 0 0 0,-3 1-8 0 0,0 0-1 0 0,0 1 1 0 0,1 1-1 0 0,-1-1 1 0 0,1 1-1 0 0,1 0 1 0 0,-9 9-1 0 0,-4 8 3 0 0,1 1 0 0 0,0 0 0 0 0,2 1 0 0 0,1 1 0 0 0,1 1 0 0 0,1 0-1 0 0,1 0 1 0 0,2 1 0 0 0,1 1 0 0 0,1 0 0 0 0,-7 44 0 0 0,14-62-3 0 0,0 1 0 0 0,1-1 0 0 0,1 1 0 0 0,-1-1 0 0 0,4 15 0 0 0,-3-22-2 0 0,0-1-1 0 0,0 1 1 0 0,0-1 0 0 0,0 1 0 0 0,0-1 0 0 0,1 0-1 0 0,0 0 1 0 0,-1 1 0 0 0,1-1 0 0 0,0 0 0 0 0,1-1-1 0 0,-1 1 1 0 0,0 0 0 0 0,1-1 0 0 0,0 1 0 0 0,-1-1-1 0 0,1 0 1 0 0,0 0 0 0 0,0 0 0 0 0,6 2 0 0 0,-4-2 2 0 0,0 0 0 0 0,1-1 1 0 0,0 0-1 0 0,-1 0 1 0 0,1 0-1 0 0,0-1 1 0 0,-1 0-1 0 0,1 0 1 0 0,0-1-1 0 0,-1 1 1 0 0,1-1-1 0 0,0 0 1 0 0,-1-1-1 0 0,1 1 1 0 0,-1-1-1 0 0,0 0 1 0 0,7-4-1 0 0,-1 0-9 0 0,1-1-1 0 0,-1 0 0 0 0,0 0 1 0 0,-1-1-1 0 0,0 0 0 0 0,12-14 1 0 0,-12 11-13 0 0,-1 0 1 0 0,-1-1-1 0 0,0 0 1 0 0,0 0-1 0 0,-1-1 1 0 0,10-25 0 0 0,18-84 78 0 0,-19 59 190 0 0,-12 53-222 0 0,-3 13-16 0 0,-3 22-8 0 0,1-15 3 0 0,-2 142 46 0 0,5-131-49 0 0,0 0 0 0 0,1 0-1 0 0,1 0 1 0 0,13 39 0 0 0,-15-55-108 0 0,-1-1 0 0 0,2 1 0 0 0,-1-1 0 0 0,0 1 0 0 0,1-1 0 0 0,0 0 0 0 0,0 0-1 0 0,0 0 1 0 0,0 0 0 0 0,1-1 0 0 0,-1 1 0 0 0,1-1 0 0 0,0 0 0 0 0,0 0 0 0 0,0 0 0 0 0,0-1 0 0 0,1 1 0 0 0,-1-1 0 0 0,1 0-1 0 0,-1 0 1 0 0,1-1 0 0 0,0 1 0 0 0,8 0 0 0 0,-7-1-94 0 0,1-1 1 0 0,-1 0-1 0 0,1 0 0 0 0,-1-1 1 0 0,1 0-1 0 0,-1 0 0 0 0,1 0 1 0 0,-1-1-1 0 0,0 0 1 0 0,0 0-1 0 0,1-1 0 0 0,-2 0 1 0 0,1 0-1 0 0,0 0 0 0 0,-1-1 1 0 0,1 1-1 0 0,6-8 0 0 0,-1 1 47 0 0,-1-1 0 0 0,-1 0-1 0 0,0 0 1 0 0,0-1 0 0 0,-1 0-1 0 0,-1-1 1 0 0,0 0-1 0 0,7-19 1 0 0,-1-4 695 0 0,17-74-1 0 0,-8 8 2423 0 0,-20 91-2799 0 0,2-4 265 0 0,-4 15-425 0 0,1 0 0 0 0,-1-1 0 0 0,0 1 0 0 0,1 0-1 0 0,-1 0 1 0 0,0-1 0 0 0,1 1 0 0 0,-1 0 0 0 0,0 0 0 0 0,1 0-1 0 0,-1 0 1 0 0,0 0 0 0 0,1-1 0 0 0,-1 1 0 0 0,1 0 0 0 0,-1 0-1 0 0,0 0 1 0 0,1 0 0 0 0,-1 0 0 0 0,1 0 0 0 0,-1 0 0 0 0,0 0-1 0 0,1 1 1 0 0,-1-1 0 0 0,1 0 0 0 0,-1 0 0 0 0,0 0 0 0 0,1 0-1 0 0,-1 1 1 0 0,1-1-1 0 0,0 1 0 0 0,-1-1 0 0 0,1 1-1 0 0,0 0 1 0 0,-1-1 0 0 0,1 1 0 0 0,-1 0 0 0 0,1 0-1 0 0,-1-1 1 0 0,0 1 0 0 0,1 0 0 0 0,-1 0 0 0 0,0 0-1 0 0,1-1 1 0 0,-1 1 0 0 0,0 0 0 0 0,0 0-1 0 0,0 1 1 0 0,1 0 10 0 0,9 30 143 0 0,-1 1 0 0 0,-1 0 1 0 0,4 43-1 0 0,-4 103 1989 0 0,-7-185-2111 0 0,1 0 0 0 0,-1 0 0 0 0,1 0 0 0 0,3-9-1 0 0,-1 5-2 0 0,4-12-21 0 0,0 1 1 0 0,2 1 0 0 0,0 0 0 0 0,2 0-1 0 0,20-27 1 0 0,-24 37-23 0 0,-1 1 0 0 0,2-1 0 0 0,-1 2 0 0 0,1-1 0 0 0,1 1 0 0 0,-1 0 1 0 0,1 1-1 0 0,1 0 0 0 0,-1 1 0 0 0,1 0 0 0 0,20-7 0 0 0,-19 10-18 0 0,0 0 0 0 0,0 1 0 0 0,13-1 1 0 0,-20 3 23 0 0,-1 0 1 0 0,1 1-1 0 0,0-1 1 0 0,0 1-1 0 0,-1 0 0 0 0,1 0 1 0 0,-1 1-1 0 0,1-1 1 0 0,-1 1-1 0 0,0 0 1 0 0,1 0-1 0 0,-1 1 1 0 0,0-1-1 0 0,-1 1 1 0 0,1 0-1 0 0,0 0 1 0 0,5 6-1 0 0,-5-3 18 0 0,0 1-1 0 0,0 0 1 0 0,0 0 0 0 0,-1 0-1 0 0,0 0 1 0 0,0 1-1 0 0,-1-1 1 0 0,0 1-1 0 0,0-1 1 0 0,-1 1 0 0 0,0 0-1 0 0,0 0 1 0 0,-1 10-1 0 0,-1 12 37 0 0,-2 1 0 0 0,-6 32 0 0 0,3-25-38 0 0,-5 17 25 0 0,7-40-29 0 0,1 0-1 0 0,0 1 1 0 0,2-1 0 0 0,-1 1-1 0 0,2-1 1 0 0,2 27-1 0 0,-2-40-4 0 0,0 0-1 0 0,1-1 0 0 0,-1 1 0 0 0,1 0 1 0 0,-1-1-1 0 0,1 1 0 0 0,0-1 0 0 0,-1 1 1 0 0,1-1-1 0 0,0 1 0 0 0,0-1 0 0 0,0 1 1 0 0,0-1-1 0 0,0 0 0 0 0,1 0 0 0 0,-1 0 1 0 0,0 0-1 0 0,1 1 0 0 0,-1-2 0 0 0,1 1 1 0 0,1 1-1 0 0,0-1 1 0 0,0 0 1 0 0,0 0-1 0 0,0 0 0 0 0,0-1 1 0 0,0 1-1 0 0,1-1 1 0 0,-1 0-1 0 0,0 0 0 0 0,0 0 1 0 0,6-1-1 0 0,1-1 0 0 0,1-1 0 0 0,-1 0 0 0 0,0 0 0 0 0,0-1 0 0 0,18-10 0 0 0,0-3 0 0 0,-2-2 0 0 0,0 0 0 0 0,-2-2 1 0 0,0-1-1 0 0,-1-1 0 0 0,-1-1 0 0 0,-2-1 0 0 0,0-1 0 0 0,-1 0 0 0 0,-2-1 0 0 0,-1-1 0 0 0,15-38 0 0 0,-22 47 15 0 0,-2 0-1 0 0,0 0 1 0 0,-1-1 0 0 0,-1 0 0 0 0,-1-1 0 0 0,2-30-1 0 0,-6 50-15 0 0,0-1 0 0 0,0 1 0 0 0,0-1 0 0 0,0 1 0 0 0,0-1 0 0 0,-1 1 0 0 0,1-1 0 0 0,0 1 0 0 0,-1 0 0 0 0,1-1-1 0 0,-1 1 1 0 0,0-1 0 0 0,1 1 0 0 0,-1 0 0 0 0,0 0 0 0 0,0-1 0 0 0,-1 0 0 0 0,2 1-3 0 0,-1 1 0 0 0,0-1 1 0 0,0 1-1 0 0,0-1 0 0 0,0 1 0 0 0,0-1 1 0 0,0 1-1 0 0,0 0 0 0 0,0-1 0 0 0,0 1 1 0 0,0 0-1 0 0,0 0 0 0 0,0 0 0 0 0,0 0 1 0 0,0 0-1 0 0,0 0 0 0 0,0 0 0 0 0,-2 0 1 0 0,0 1-2 0 0,-1 0 0 0 0,1 0 0 0 0,0 1 1 0 0,-1-1-1 0 0,1 1 0 0 0,0-1 0 0 0,0 1 0 0 0,0 0 1 0 0,0 0-1 0 0,0 1 0 0 0,-4 3 0 0 0,-7 11 0 0 0,0 0 0 0 0,2 1 0 0 0,0 1 0 0 0,1-1 0 0 0,0 2-1 0 0,2 0 1 0 0,0 0 0 0 0,-7 27 0 0 0,11-29 9 0 0,1 0-1 0 0,0 0 1 0 0,1 0 0 0 0,1 0 0 0 0,1 0-1 0 0,1 1 1 0 0,0-1 0 0 0,1 0 0 0 0,1 1-1 0 0,6 22 1 0 0,-7-36-1 0 0,1 1-1 0 0,0-1 1 0 0,0 0 0 0 0,0 0 0 0 0,1 0-1 0 0,-1 0 1 0 0,1 0 0 0 0,0 0-1 0 0,1-1 1 0 0,-1 1 0 0 0,1-1 0 0 0,0 0-1 0 0,0 0 1 0 0,0 0 0 0 0,1-1 0 0 0,-1 0-1 0 0,1 1 1 0 0,0-2 0 0 0,0 1-1 0 0,0 0 1 0 0,7 1 0 0 0,2 0-108 0 0,0 0 0 0 0,0-1 1 0 0,0-1-1 0 0,1-1 0 0 0,-1 0 0 0 0,1 0 1 0 0,17-3-1 0 0,-5-1-408 0 0,-1 0 0 0 0,1-2 0 0 0,-1-1 0 0 0,0-1-1 0 0,0-2 1 0 0,-1 0 0 0 0,0-1 0 0 0,37-23 0 0 0,-33 16-4 0 0,-1-1 0 0 0,-2-2 0 0 0,0-1 1 0 0,0-1-1 0 0,-2-1 0 0 0,34-42 0 0 0,-47 50 730 0 0,-1-1 0 0 0,0 0 1 0 0,-1 0-1 0 0,-1-1 0 0 0,0 0 0 0 0,6-22 1 0 0,-10 25 671 0 0,0 0 1 0 0,-1 0-1 0 0,-1-1 0 0 0,1-25 1 0 0,-3 39-832 0 0,1 0 0 0 0,-1 0-1 0 0,0-1 1 0 0,0 1 0 0 0,0 0 0 0 0,0 0 0 0 0,0 0 0 0 0,0-1 0 0 0,-1 1 0 0 0,1 0-1 0 0,0 0 1 0 0,-1 0 0 0 0,1 0 0 0 0,0-1 0 0 0,-1 1 0 0 0,0 0 0 0 0,1 0 0 0 0,-1 0 0 0 0,1 0-1 0 0,-1 0 1 0 0,0 0 0 0 0,0 0 0 0 0,0 1 0 0 0,0-1 0 0 0,0 0 0 0 0,1 0 0 0 0,-1 1 0 0 0,0-1-1 0 0,-1 0 1 0 0,1 1 0 0 0,0-1 0 0 0,-2 0 0 0 0,1 1-39 0 0,0 0-1 0 0,0 0 1 0 0,0 1 0 0 0,0-1-1 0 0,0 0 1 0 0,0 1-1 0 0,0-1 1 0 0,1 1 0 0 0,-1 0-1 0 0,0 0 1 0 0,0-1 0 0 0,1 1-1 0 0,-1 0 1 0 0,0 1-1 0 0,1-1 1 0 0,-1 0 0 0 0,1 0-1 0 0,-2 3 1 0 0,-10 10 51 0 0,1 0 1 0 0,1 1-1 0 0,0 1 0 0 0,2 0 0 0 0,-1 0 1 0 0,2 1-1 0 0,0 0 0 0 0,-6 22 1 0 0,1 2 99 0 0,3 0 1 0 0,-10 64 0 0 0,16-69-29 0 0,-1 47 0 0 0,4-72-102 0 0,2-1-1 0 0,0 0 1 0 0,0 0 0 0 0,0 0 0 0 0,2 0-1 0 0,-1 0 1 0 0,1 0 0 0 0,0 0-1 0 0,7 12 1 0 0,-8-18-26 0 0,0-1-1 0 0,1 0 1 0 0,-1 0 0 0 0,1 0-1 0 0,-1 0 1 0 0,1-1-1 0 0,0 1 1 0 0,0-1 0 0 0,0 1-1 0 0,1-1 1 0 0,-1 0-1 0 0,0 0 1 0 0,6 2 0 0 0,-2-2 0 0 0,0 0 1 0 0,0 0-1 0 0,0-1 1 0 0,0 1-1 0 0,0-2 1 0 0,13 1-1 0 0,-4-2-1 0 0,0 0 0 0 0,-1-1 0 0 0,1-1 0 0 0,-1 0-1 0 0,0-1 1 0 0,15-7 0 0 0,-8 2-14 0 0,-1-2 0 0 0,0 0 0 0 0,-1-1-1 0 0,0-1 1 0 0,-1-1 0 0 0,0-1 0 0 0,-2 0 0 0 0,1-2-1 0 0,21-26 1 0 0,-26 26-10 0 0,0 0 1 0 0,-1 0-1 0 0,-1-1 0 0 0,-1-1 0 0 0,-1 0 1 0 0,0 0-1 0 0,-1 0 0 0 0,-2-1 1 0 0,0-1-1 0 0,7-38 0 0 0,-13 49 8 0 0,1 1-1 0 0,-2-1 0 0 0,1 0 1 0 0,-1 0-1 0 0,-1 1 1 0 0,0-1-1 0 0,0 1 1 0 0,-1-1-1 0 0,0 1 0 0 0,0 0 1 0 0,-1 0-1 0 0,0 0 1 0 0,-1 1-1 0 0,0-1 0 0 0,-1 1 1 0 0,1 0-1 0 0,-1 1 1 0 0,-1-1-1 0 0,1 1 1 0 0,-2 1-1 0 0,1-1 0 0 0,-16-10 1 0 0,14 11-1 0 0,-1-1 0 0 0,0 2 0 0 0,0-1-1 0 0,0 2 1 0 0,0-1 0 0 0,-1 1 0 0 0,0 1 0 0 0,0 0 0 0 0,0 0 0 0 0,0 1 0 0 0,-1 1-1 0 0,1 0 1 0 0,0 0 0 0 0,-1 1 0 0 0,1 1 0 0 0,0 0 0 0 0,-1 0 0 0 0,1 1 0 0 0,-15 4-1 0 0,14-1 3 0 0,1 0 0 0 0,-1 0-1 0 0,1 1 1 0 0,0 0 0 0 0,1 1-1 0 0,-1 0 1 0 0,1 1-1 0 0,1 0 1 0 0,-1 0 0 0 0,2 1-1 0 0,-1 0 1 0 0,1 1 0 0 0,0 0-1 0 0,1 0 1 0 0,1 1-1 0 0,-1 0 1 0 0,1 0 0 0 0,1 0-1 0 0,0 1 1 0 0,1 0 0 0 0,0 0-1 0 0,-3 18 1 0 0,6-23-10 0 0,1-1 1 0 0,-1 0-1 0 0,1 0 0 0 0,1 1 1 0 0,-1-1-1 0 0,1 0 1 0 0,0 1-1 0 0,0-1 0 0 0,1 0 1 0 0,0 0-1 0 0,0 0 1 0 0,0 0-1 0 0,1-1 0 0 0,0 1 1 0 0,0-1-1 0 0,0 1 1 0 0,1-1-1 0 0,-1 0 1 0 0,1 0-1 0 0,6 5 0 0 0,-3-4-91 0 0,1 1 0 0 0,0-1-1 0 0,1 0 1 0 0,0 0 0 0 0,-1-1-1 0 0,2 0 1 0 0,-1-1 0 0 0,0 0-1 0 0,1-1 1 0 0,0 0 0 0 0,16 3-1 0 0,4-1-342 0 0,-1-1 0 0 0,1-2 0 0 0,0-1 0 0 0,0-2-1 0 0,0-1 1 0 0,0-1 0 0 0,0-1 0 0 0,51-15 0 0 0,-62 13 276 0 0,1-1 0 0 0,-2-1 0 0 0,1-1 1 0 0,-1-1-1 0 0,31-22 0 0 0,-37 23 294 0 0,0-1-1 0 0,-1 0 1 0 0,-1-1 0 0 0,0 0-1 0 0,0 0 1 0 0,-1-1 0 0 0,0-1 0 0 0,11-21-1 0 0,-11 13 1623 0 0,9-31-1 0 0,-1 4 33 0 0,-17 46-1524 0 0,1 3-249 0 0,-1-1-1 0 0,1 1 0 0 0,-1-1 0 0 0,0 1 0 0 0,1-1 0 0 0,-1 1 1 0 0,0 0-1 0 0,0-1 0 0 0,1 1 0 0 0,-1 0 0 0 0,0-1 0 0 0,0 1 0 0 0,0-1 1 0 0,0 1-1 0 0,0 0 0 0 0,0-1 0 0 0,0 1 0 0 0,0 0 0 0 0,0-1 0 0 0,0 1 1 0 0,0 0-1 0 0,0-1 0 0 0,-1 2 0 0 0,-1 15 19 0 0,2-16-24 0 0,-18 136 77 0 0,-5 73 23 0 0,22-201-81 0 0,1-1 0 0 0,1 1 1 0 0,-1 0-1 0 0,1 0 0 0 0,1 0 0 0 0,2 9 0 0 0,-3-16-17 0 0,0 1-1 0 0,-1-1 1 0 0,1 0 0 0 0,0 1-1 0 0,1-1 1 0 0,-1 0-1 0 0,0 1 1 0 0,1-1-1 0 0,-1 0 1 0 0,1 0 0 0 0,0 0-1 0 0,-1 0 1 0 0,1-1-1 0 0,0 1 1 0 0,0 0 0 0 0,0-1-1 0 0,1 1 1 0 0,-1-1-1 0 0,0 0 1 0 0,0 0-1 0 0,1 0 1 0 0,-1 0 0 0 0,1 0-1 0 0,-1 0 1 0 0,1-1-1 0 0,-1 1 1 0 0,4 0-1 0 0,2-1-132 0 0,0 0-1 0 0,1-1 1 0 0,-1 1-1 0 0,1-2 1 0 0,-1 1-1 0 0,0-1 1 0 0,0 0-1 0 0,1-1 1 0 0,13-6-1 0 0,-9 2-113 0 0,-1 0-1 0 0,1-1 1 0 0,-2 0-1 0 0,1-1 1 0 0,13-14-1 0 0,-5 2-43 0 0,-1 0 0 0 0,-1-2 1 0 0,-1 0-1 0 0,-1-1 0 0 0,19-39 0 0 0,-23 38 810 0 0,-1-1 0 0 0,-1 0-1 0 0,-2-1 1 0 0,8-38 0 0 0,-2-1 1609 0 0,-13 65-1987 0 0,-2 3-108 0 0,-79 276 269 0 0,48-163-191 0 0,29-103-128 0 0,0-1 0 0 0,1 1 1 0 0,1 0-1 0 0,-1-1 0 0 0,2 1 0 0 0,0 0 1 0 0,2 18-1 0 0,-2-28-70 0 0,1 1 0 0 0,0-1-1 0 0,0 1 1 0 0,0-1 0 0 0,1 0 0 0 0,-1 1 0 0 0,0-1-1 0 0,1 0 1 0 0,0 0 0 0 0,-1 0 0 0 0,1 0 0 0 0,0 0-1 0 0,0 0 1 0 0,0-1 0 0 0,0 1 0 0 0,0-1 0 0 0,1 1 0 0 0,-1-1-1 0 0,0 0 1 0 0,1 0 0 0 0,-1 0 0 0 0,1 0 0 0 0,-1 0-1 0 0,1-1 1 0 0,-1 1 0 0 0,1-1 0 0 0,0 1 0 0 0,2-1 0 0 0,8 1-540 0 0,0-1 1 0 0,0 0 0 0 0,0 0-1 0 0,16-3 1 0 0,-1-2-415 0 0,0-2 0 0 0,0 0-1 0 0,-1-2 1 0 0,0-1 0 0 0,-1 0 0 0 0,31-19-1 0 0,-22 8 567 0 0,-2 0 0 0 0,0-2 0 0 0,55-52 0 0 0,-72 58 1290 0 0,0 0-1 0 0,-1-1 1 0 0,-1-1 0 0 0,20-33-1 0 0,-24 34 457 0 0,-1-1-1 0 0,0-1 1 0 0,-2 1-1 0 0,0-2 1 0 0,5-24 0 0 0,-12 43-1178 0 0,1 0 1 0 0,-1 0-1 0 0,0 0 1 0 0,1 0-1 0 0,-1-1 0 0 0,0 1 1 0 0,0 0-1 0 0,0 0 1 0 0,-1 0-1 0 0,1 0 1 0 0,0 0-1 0 0,-1-1 1 0 0,0 1-1 0 0,1 0 1 0 0,-1 0-1 0 0,0 0 1 0 0,0 1-1 0 0,0-1 1 0 0,0 0-1 0 0,0 0 1 0 0,-1 0-1 0 0,1 1 1 0 0,0-1-1 0 0,-1 0 1 0 0,0 1-1 0 0,1 0 1 0 0,-1-1-1 0 0,0 1 1 0 0,1 0-1 0 0,-3-1 1 0 0,0 1-63 0 0,1 0 0 0 0,-1 1 1 0 0,1-1-1 0 0,-1 1 1 0 0,0 0-1 0 0,1 0 0 0 0,-1 0 1 0 0,1 0-1 0 0,-1 1 1 0 0,1 0-1 0 0,-1 0 0 0 0,1 0 1 0 0,-1 0-1 0 0,1 0 1 0 0,0 0-1 0 0,0 1 0 0 0,0 0 1 0 0,0-1-1 0 0,-3 4 1 0 0,2-2-28 0 0,1 0 1 0 0,0 0 0 0 0,0 1-1 0 0,0 0 1 0 0,1-1-1 0 0,-1 1 1 0 0,1 0 0 0 0,0 0-1 0 0,0 0 1 0 0,0 1 0 0 0,1-1-1 0 0,-1 0 1 0 0,1 1 0 0 0,0-1-1 0 0,0 1 1 0 0,1-1 0 0 0,-1 1-1 0 0,1-1 1 0 0,0 1 0 0 0,0 0-1 0 0,1-1 1 0 0,-1 1 0 0 0,3 7-1 0 0,2 9 12 0 0,1 0 0 0 0,1-1 0 0 0,14 31 0 0 0,-20-49-14 0 0,23 49 73 0 0,11 23-202 0 0,-32-65 334 0 0,0-1 1 0 0,0 1-1 0 0,-1 0 1 0 0,0 0-1 0 0,-1 0 1 0 0,1 12-1 0 0,-2-17-70 0 0,-1 0 0 0 0,1 0-1 0 0,-1 0 1 0 0,0 0 0 0 0,0 0-1 0 0,-1 0 1 0 0,1 0 0 0 0,-1 0-1 0 0,0-1 1 0 0,0 1 0 0 0,0 0 0 0 0,0-1-1 0 0,-1 0 1 0 0,1 0 0 0 0,-1 1-1 0 0,0-2 1 0 0,0 1 0 0 0,0 0 0 0 0,0-1-1 0 0,0 1 1 0 0,-1-1 0 0 0,1 0-1 0 0,-1 0 1 0 0,0 0 0 0 0,-6 2 0 0 0,-3 1-25 0 0,-1 0 1 0 0,1-1 0 0 0,-1-1-1 0 0,0 0 1 0 0,0-1 0 0 0,-16 0-1 0 0,11-1-197 0 0,0-2 0 0 0,0 0-1 0 0,0-1 1 0 0,1-1 0 0 0,-25-6-1 0 0,30 5-807 0 0,-1-1 0 0 0,-24-12 0 0 0,29 12-310 0 0,1 0 0 0 0,-1-1 0 0 0,1 0 0 0 0,-13-12 0 0 0,19 15 40 0 0,-1 0 0 0 0,1 0 0 0 0,0 0 0 0 0,0-1 1 0 0,0 1-1 0 0,-3-6 0 0 0,-3-8-6163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9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283 169 848 0 0,'7'-19'14583'0'0,"23"71"-14375"0"0,-26-46-178 0 0,0-1 1 0 0,1 1-1 0 0,-1-1 0 0 0,1 0 1 0 0,0 0-1 0 0,1-1 0 0 0,-1 1 1 0 0,12 6-1 0 0,-15-10 23 0 0,15 6 177 0 0,-16-7-206 0 0,-1 0-1 0 0,0 1 0 0 0,1-1 0 0 0,-1 0 0 0 0,0 0 1 0 0,1 1-1 0 0,-1-1 0 0 0,0 0 0 0 0,1 0 0 0 0,-1 1 1 0 0,0-1-1 0 0,1 0 0 0 0,-1 0 0 0 0,1 0 0 0 0,-1 0 1 0 0,0 0-1 0 0,1 0 0 0 0,-1 0 0 0 0,1 0 0 0 0,-1 0 0 0 0,1 0 1 0 0,-1 0-1 0 0,0 0 0 0 0,1 0 0 0 0,-1 0 0 0 0,1 0 1 0 0,-1 0-1 0 0,0 0 0 0 0,2-1 0 0 0,-1 1 10 0 0,0 0-1 0 0,0 0 0 0 0,0 0 1 0 0,0-1-1 0 0,-1 1 1 0 0,1 0-1 0 0,0-1 1 0 0,0 1-1 0 0,0-1 0 0 0,0 1 1 0 0,0-1-1 0 0,0 1 1 0 0,0-1-1 0 0,1-1 1 0 0,1-5 53 0 0,0 0 1 0 0,0-1 0 0 0,0 1-1 0 0,-1-1 1 0 0,0 0 0 0 0,-1 1 0 0 0,1-1-1 0 0,-2 0 1 0 0,1-13 0 0 0,-1 8 35 0 0,-1 0 0 0 0,-1 0 0 0 0,1 1 0 0 0,-2-1 1 0 0,-5-14-1 0 0,7 22-97 0 0,-1 0 1 0 0,0 0 0 0 0,0 0-1 0 0,0 0 1 0 0,-1 1 0 0 0,0-1-1 0 0,0 1 1 0 0,0 0 0 0 0,0 0-1 0 0,-1 0 1 0 0,0 0 0 0 0,1 1-1 0 0,-1-1 1 0 0,-1 1-1 0 0,1 0 1 0 0,-8-4 0 0 0,10 6-29 0 0,0 1 1 0 0,-1-1 0 0 0,1 1-1 0 0,0-1 1 0 0,-1 1-1 0 0,1 0 1 0 0,0 0 0 0 0,-1 0-1 0 0,1 1 1 0 0,0-1 0 0 0,-1 1-1 0 0,1-1 1 0 0,0 1-1 0 0,0-1 1 0 0,-3 2 0 0 0,-30 16-20 0 0,13-3 19 0 0,1 1 0 0 0,0 1-1 0 0,1 1 1 0 0,1 1 0 0 0,1 0 0 0 0,1 2 0 0 0,0 0 0 0 0,2 0 0 0 0,0 2-1 0 0,1 0 1 0 0,2 1 0 0 0,-10 25 0 0 0,17-36 0 0 0,0 0-1 0 0,2 0 1 0 0,0 0-1 0 0,0 0 1 0 0,1 1-1 0 0,1-1 1 0 0,0 1-1 0 0,1-1 1 0 0,0 1 0 0 0,4 21-1 0 0,-3-28 7 0 0,1-1-1 0 0,0 1 0 0 0,0 0 1 0 0,0-1-1 0 0,1 0 1 0 0,0 0-1 0 0,0 0 0 0 0,1 0 1 0 0,0 0-1 0 0,0 0 1 0 0,0-1-1 0 0,1 0 0 0 0,-1 0 1 0 0,1 0-1 0 0,1-1 1 0 0,-1 1-1 0 0,1-1 0 0 0,-1 0 1 0 0,1-1-1 0 0,0 1 1 0 0,0-1-1 0 0,10 3 0 0 0,4 0 2 0 0,-1 0 1 0 0,1-2-1 0 0,0 0 0 0 0,20 1 0 0 0,78-2 39 0 0,-114-3-40 0 0,1-1 1 0 0,-1 0 0 0 0,1 0-1 0 0,-1 0 1 0 0,1 0 0 0 0,-1-1-1 0 0,0 0 1 0 0,4-2-1 0 0,-6 3-3 0 0,0 0-8 0 0,-2-5 21 0 0,0-2 3 0 0,-13 5-32 0 0,-3 4 14 0 0,1 1-1 0 0,-1 0 1 0 0,1 1-1 0 0,0 1 1 0 0,0 0-1 0 0,0 1 1 0 0,1 1-1 0 0,-1 0 1 0 0,1 1-1 0 0,1 1 1 0 0,-1 0-1 0 0,-13 11 1 0 0,2 0-5 0 0,1 2 1 0 0,1 0 0 0 0,0 2 0 0 0,2 0-1 0 0,-22 32 1 0 0,36-45 3 0 0,0 0 1 0 0,1 0-1 0 0,1 1 0 0 0,-1 0 1 0 0,2 0-1 0 0,0 0 0 0 0,0 1 0 0 0,-3 16 1 0 0,6-24 4 0 0,0 1 1 0 0,1-1-1 0 0,0 0 0 0 0,-1 1 1 0 0,2-1-1 0 0,-1 0 1 0 0,0 1-1 0 0,1-1 0 0 0,0 0 1 0 0,0 1-1 0 0,0-1 1 0 0,0 0-1 0 0,1 0 0 0 0,-1 0 1 0 0,1 0-1 0 0,0 0 1 0 0,1-1-1 0 0,-1 1 1 0 0,1 0-1 0 0,-1-1 0 0 0,1 0 1 0 0,0 1-1 0 0,0-1 1 0 0,1 0-1 0 0,-1-1 0 0 0,5 4 1 0 0,2-1-62 0 0,0 0 1 0 0,0-1-1 0 0,0 0 1 0 0,0 0-1 0 0,0-1 0 0 0,1-1 1 0 0,-1 0-1 0 0,1 0 1 0 0,0-1-1 0 0,14 0 1 0 0,16-2-972 0 0,56-9 0 0 0,-59 5 371 0 0,41-5-1847 0 0,0-4-1 0 0,-1-3 0 0 0,114-40 0 0 0,-127 33-1101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0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302 223 2148 0 0,'9'-10'1030'0'0,"1"0"-1"0"0,-2 0 1 0 0,1-1-1 0 0,-2 0 0 0 0,11-18 1 0 0,-15 23-541 0 0,-1 1 1 0 0,0-1-1 0 0,0 0 1 0 0,0 0-1 0 0,0 0 1 0 0,-1 0-1 0 0,0 0 1 0 0,-1 0-1 0 0,1 0 1 0 0,-1 0 0 0 0,0 0-1 0 0,-1-1 1 0 0,-1-10-1 0 0,1 15-391 0 0,1 0 0 0 0,-1 0 0 0 0,1-1 0 0 0,-1 1 0 0 0,0 0 0 0 0,0 0 0 0 0,0 0 0 0 0,0 0 0 0 0,0 0 0 0 0,-1 0 0 0 0,1 0 0 0 0,-1 0 0 0 0,1 0 0 0 0,-1 0 0 0 0,1 1 0 0 0,-1-1 0 0 0,0 1 0 0 0,0-1 0 0 0,0 1 0 0 0,0 0 0 0 0,0 0 0 0 0,0 0 0 0 0,0 0 0 0 0,-1 0 0 0 0,1 0 0 0 0,0 1 0 0 0,0-1 0 0 0,-1 1 0 0 0,1-1 0 0 0,0 1 0 0 0,-1 0 0 0 0,1 0 0 0 0,0 0 0 0 0,-1 0 0 0 0,-2 1 0 0 0,-11 2-34 0 0,0 1 0 0 0,0 1 0 0 0,1 0 1 0 0,0 1-1 0 0,0 1 0 0 0,0 0 0 0 0,1 1 0 0 0,0 1 1 0 0,-20 15-1 0 0,20-13-56 0 0,1 0 0 0 0,1 1 0 0 0,0 0 0 0 0,0 1 0 0 0,1 1 0 0 0,1-1 0 0 0,0 2 0 0 0,1-1 0 0 0,-9 22 0 0 0,14-27 5 0 0,0 1 0 0 0,1 0 0 0 0,1-1 0 0 0,-1 1 0 0 0,1 0 0 0 0,0 18 1 0 0,2-25-11 0 0,0 1-1 0 0,0-1 1 0 0,0 1 0 0 0,0-1 0 0 0,1 1 0 0 0,0-1 0 0 0,0 1 0 0 0,0-1 0 0 0,0 0 0 0 0,0 1 0 0 0,1-1 0 0 0,-1 0 0 0 0,1 0 0 0 0,0 0 0 0 0,0 0 0 0 0,0 0 0 0 0,0 0-1 0 0,1-1 1 0 0,-1 1 0 0 0,1-1 0 0 0,-1 0 0 0 0,6 4 0 0 0,-2-3 0 0 0,1 1-1 0 0,0-1 1 0 0,1 0-1 0 0,-1 0 1 0 0,0-1-1 0 0,1 0 1 0 0,-1-1 0 0 0,1 1-1 0 0,0-1 1 0 0,-1-1-1 0 0,1 0 1 0 0,0 0-1 0 0,0 0 1 0 0,-1-1-1 0 0,1 0 1 0 0,0 0-1 0 0,-1-1 1 0 0,1 0 0 0 0,-1-1-1 0 0,11-4 1 0 0,-4 0-1 0 0,1 0 0 0 0,-1-2 0 0 0,-1 1 0 0 0,1-2 0 0 0,-1 0 0 0 0,-1 0 0 0 0,0-1-1 0 0,19-23 1 0 0,-13 8 480 0 0,0 0-1 0 0,-2-1 0 0 0,-1-1 0 0 0,16-39 1 0 0,-21 47 91 0 0,-10 20-568 0 0,0 0 0 0 0,1 0 0 0 0,-1 0 0 0 0,0 0 0 0 0,0 0 0 0 0,0 0 0 0 0,0 0-1 0 0,0 0 1 0 0,0 0 0 0 0,0 0 0 0 0,1 0 0 0 0,-1 0 0 0 0,0 0 0 0 0,0 0 0 0 0,0 0-1 0 0,0 0 1 0 0,0 0 0 0 0,0 0 0 0 0,0 0 0 0 0,1 0 0 0 0,-1 0 0 0 0,0 0 0 0 0,0 0-1 0 0,0 0 1 0 0,0 0 0 0 0,0 0 0 0 0,0 0 0 0 0,0 0 0 0 0,0 0 0 0 0,0 0 0 0 0,1 0-1 0 0,-1 1 1 0 0,0-1 0 0 0,0 0 0 0 0,0 0 0 0 0,0 0 0 0 0,0 0 0 0 0,0 0 0 0 0,0 0-1 0 0,0 0 1 0 0,0 0 0 0 0,0 1 0 0 0,0-1 0 0 0,0 0 0 0 0,0 0 0 0 0,0 0 0 0 0,0 0-1 0 0,0 0 1 0 0,0 0 0 0 0,0 1 0 0 0,0-1 0 0 0,0 0 0 0 0,0 0 0 0 0,0 0 0 0 0,0 0-1 0 0,0 0 1 0 0,0 0 0 0 0,0 0 0 0 0,0 0 0 0 0,0 1 0 0 0,0-1 0 0 0,0 0 0 0 0,-1 0-1 0 0,1 0 1 0 0,0 0 0 0 0,-6 35 103 0 0,-58 260 216 0 0,40-172-111 0 0,-52 287 214 0 0,36 4-166 0 0,38-370-266 0 0,1-12-450 0 0,0 1-1 0 0,7 51 1 0 0,-6-84 356 0 0,0 1 1 0 0,0-1-1 0 0,0 1 0 0 0,0-1 1 0 0,0 1-1 0 0,0 0 0 0 0,0-1 0 0 0,0 1 1 0 0,1-1-1 0 0,-1 1 0 0 0,0-1 1 0 0,0 1-1 0 0,1-1 0 0 0,-1 1 1 0 0,0-1-1 0 0,1 1 0 0 0,-1-1 0 0 0,1 1 1 0 0,-1-1-1 0 0,0 0 0 0 0,1 1 1 0 0,-1-1-1 0 0,1 0 0 0 0,-1 1 0 0 0,1-1 1 0 0,-1 0-1 0 0,1 0 0 0 0,0 1 1 0 0,-1-1-1 0 0,1 0 0 0 0,-1 0 1 0 0,1 0-1 0 0,-1 0 0 0 0,1 0 0 0 0,0 0 1 0 0,-1 0-1 0 0,1 0 0 0 0,-1 0 1 0 0,1 0-1 0 0,-1 0 0 0 0,1 0 1 0 0,0 0-1 0 0,-1 0 0 0 0,1 0 0 0 0,0-1 1 0 0,1 0-355 0 0,0 0 1 0 0,1 0-1 0 0,-1 0 1 0 0,0 0-1 0 0,0-1 1 0 0,0 1 0 0 0,0-1-1 0 0,0 1 1 0 0,1-3-1 0 0,12-14-4179 0 0,2-5-2189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10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41 230 1848 0 0,'15'-206'18368'0'0,"-29"232"-18044"0"0,0 41-177 0 0,2 0-1 0 0,-4 134 1 0 0,17-192-131 0 0,-1 0 1 0 0,1 0-1 0 0,0-1 1 0 0,1 1-1 0 0,0 0 0 0 0,1-1 1 0 0,-1 1-1 0 0,2-1 1 0 0,6 13-1 0 0,-8-17-10 0 0,0-1-1 0 0,0 1 1 0 0,0-1-1 0 0,1 0 1 0 0,0 0-1 0 0,-1 0 1 0 0,1 0-1 0 0,0 0 1 0 0,1 0-1 0 0,-1-1 1 0 0,0 0-1 0 0,1 1 1 0 0,-1-1-1 0 0,1-1 1 0 0,0 1-1 0 0,-1 0 1 0 0,1-1-1 0 0,0 0 1 0 0,0 0-1 0 0,0 0 1 0 0,0 0-1 0 0,8 0 1 0 0,-4-2-13 0 0,0 1 0 0 0,0-1 0 0 0,0 0 0 0 0,0-1 0 0 0,0 0 0 0 0,-1 0 0 0 0,1-1 0 0 0,-1 0 0 0 0,1 0 0 0 0,8-6 0 0 0,-5 2-17 0 0,-1 0-1 0 0,0 0 1 0 0,-1-1 0 0 0,0-1-1 0 0,0 0 1 0 0,8-10 0 0 0,-1-3-20 0 0,-1-1-1 0 0,0 0 1 0 0,-2-1 0 0 0,-1 0 0 0 0,13-39 0 0 0,-12 19 285 0 0,-3 0 0 0 0,-1 0 0 0 0,4-61 0 0 0,-11 92 59 0 0,-2 10-216 0 0,-4-5 40 0 0,3 5-77 0 0,-5 8-4 0 0,-4 5-23 0 0,1 1 0 0 0,1 1 1 0 0,0 0-1 0 0,1 0 1 0 0,0 1-1 0 0,-7 16 0 0 0,-26 84 12 0 0,30-80-11 0 0,-7 45 1 0 0,15-65-210 0 0,0 0 1 0 0,1 0-1 0 0,1 0 1 0 0,0 0-1 0 0,1 0 1 0 0,4 22-1 0 0,-4-32-43 0 0,0 1-1 0 0,0 0 1 0 0,1 0-1 0 0,-1 0 0 0 0,1-1 1 0 0,0 1-1 0 0,0-1 1 0 0,0 0-1 0 0,1 1 0 0 0,-1-1 1 0 0,1 0-1 0 0,0 0 1 0 0,-1 0-1 0 0,7 3 1 0 0,-4-2-127 0 0,0-1 0 0 0,0 0 0 0 0,1-1 0 0 0,0 1 0 0 0,-1-1 0 0 0,1 0 0 0 0,0 0 0 0 0,11 1 0 0 0,-1-1-388 0 0,1-1-1 0 0,0-1 0 0 0,-1-1 1 0 0,1 0-1 0 0,0-1 0 0 0,19-5 1 0 0,-16 2-604 0 0,0-1 1 0 0,22-10-1 0 0,2-3-1501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10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248 232 2412 0 0,'6'-14'1245'0'0,"0"-1"0"0"0,-1 0 0 0 0,0 0 0 0 0,-1 0 0 0 0,2-19 0 0 0,-5 26-682 0 0,0 1 1 0 0,-1 0-1 0 0,0-1 1 0 0,-1 1-1 0 0,1 0 1 0 0,-2 0-1 0 0,1-1 1 0 0,-1 1-1 0 0,0 0 0 0 0,0 0 1 0 0,0 0-1 0 0,-1 1 1 0 0,-4-8-1 0 0,6 13-502 0 0,0-1 0 0 0,0 1-1 0 0,0 0 1 0 0,-1 0-1 0 0,1-1 1 0 0,0 1 0 0 0,0 0-1 0 0,-1 0 1 0 0,1 1-1 0 0,-1-1 1 0 0,1 0 0 0 0,-1 0-1 0 0,1 1 1 0 0,-1-1-1 0 0,1 1 1 0 0,-1-1 0 0 0,0 1-1 0 0,1 0 1 0 0,-1-1 0 0 0,-2 1-1 0 0,0 0 4 0 0,-1 0-1 0 0,1 0 1 0 0,0 1-1 0 0,-1-1 1 0 0,-7 3-1 0 0,3 1-25 0 0,0-1 0 0 0,1 2 0 0 0,-1-1-1 0 0,1 1 1 0 0,0 0 0 0 0,0 1-1 0 0,0 0 1 0 0,1 0 0 0 0,0 1-1 0 0,0-1 1 0 0,-10 16 0 0 0,5-6-13 0 0,0 1 0 0 0,1 1 0 0 0,1 0 0 0 0,-9 25 0 0 0,14-31-3 0 0,0 0 1 0 0,2 1 0 0 0,-1-1-1 0 0,2 1 1 0 0,0-1-1 0 0,0 1 1 0 0,1 0 0 0 0,1 24-1 0 0,0-33-63 0 0,1 0 1 0 0,-1 0-1 0 0,1 0 0 0 0,0 0 0 0 0,0 0 1 0 0,0-1-1 0 0,1 1 0 0 0,-1 0 0 0 0,1 0 0 0 0,0-1 1 0 0,0 1-1 0 0,0-1 0 0 0,1 0 0 0 0,-1 0 1 0 0,1 0-1 0 0,-1 0 0 0 0,1 0 0 0 0,0 0 0 0 0,0-1 1 0 0,1 1-1 0 0,-1-1 0 0 0,0 0 0 0 0,1 0 1 0 0,0 0-1 0 0,-1 0 0 0 0,1-1 0 0 0,0 1 0 0 0,0-1 1 0 0,0 0-1 0 0,-1 0 0 0 0,8 0 0 0 0,-2 0-143 0 0,-1-1 0 0 0,1 1-1 0 0,-1-2 1 0 0,1 1 0 0 0,-1-1 0 0 0,1 0-1 0 0,-1-1 1 0 0,0 0 0 0 0,0-1-1 0 0,0 1 1 0 0,0-1 0 0 0,0-1-1 0 0,0 0 1 0 0,-1 0 0 0 0,0 0-1 0 0,0-1 1 0 0,0 0 0 0 0,0 0 0 0 0,-1-1-1 0 0,0 0 1 0 0,9-10 0 0 0,-3 0 266 0 0,0 0 1 0 0,-2-1 0 0 0,0 0 0 0 0,0-1-1 0 0,-2 0 1 0 0,0-1 0 0 0,-1 0-1 0 0,5-20 1 0 0,4-39 3988 0 0,-15 76-3906 0 0,-1 0-39 0 0,3-7 1 0 0,-6 16 44 0 0,-6 20-60 0 0,2-2-77 0 0,-25 105 51 0 0,28-109-69 0 0,1 0 0 0 0,0 0 0 0 0,2 0 0 0 0,2 26 1 0 0,-1-44-83 0 0,0 0 1 0 0,1-1 0 0 0,-1 1 0 0 0,1-1-1 0 0,-1 1 1 0 0,1-1 0 0 0,0 1 0 0 0,0-1 0 0 0,0 1-1 0 0,0-1 1 0 0,1 0 0 0 0,-1 1 0 0 0,1-1 0 0 0,-1 0-1 0 0,1 0 1 0 0,0 0 0 0 0,0 0 0 0 0,0-1-1 0 0,0 1 1 0 0,0 0 0 0 0,0-1 0 0 0,0 0 0 0 0,1 1-1 0 0,-1-1 1 0 0,0 0 0 0 0,1 0 0 0 0,-1 0 0 0 0,1 0-1 0 0,-1-1 1 0 0,1 1 0 0 0,-1-1 0 0 0,1 1-1 0 0,0-1 1 0 0,-1 0 0 0 0,4 0 0 0 0,3-1-405 0 0,0 1 1 0 0,0-1-1 0 0,0 0 0 0 0,-1-1 1 0 0,1 0-1 0 0,-1-1 0 0 0,1 0 1 0 0,-1 0-1 0 0,10-5 1 0 0,-8 2-640 0 0,1 0 0 0 0,-1-1 1 0 0,0 0-1 0 0,-1 0 0 0 0,16-16 1 0 0,-1-4-3353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1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171 555 816 0 0,'4'-71'2789'0'0,"1"8"27"0"0,-3 0 0 0 0,-10-103 0 0 0,1 113-854 0 0,-12-71 2810 0 0,19 123-4744 0 0,0 0 0 0 0,0 1 0 0 0,0-1-1 0 0,0 0 1 0 0,0 1 0 0 0,0-1 0 0 0,0 0 0 0 0,-1 1-1 0 0,1-1 1 0 0,0 0 0 0 0,0 1 0 0 0,-1-1 0 0 0,1 1 0 0 0,0-1-1 0 0,-1 1 1 0 0,1-1 0 0 0,-1 0 0 0 0,1 1 0 0 0,0 0-1 0 0,-1-1 1 0 0,1 1 0 0 0,-1-1 0 0 0,-1 0 0 0 0,2 1-19 0 0,-1 0 0 0 0,1 1 0 0 0,-1-1 0 0 0,1 0 0 0 0,-1 0 1 0 0,1 1-1 0 0,-1-1 0 0 0,1 0 0 0 0,-1 1 0 0 0,1-1 0 0 0,-1 0 0 0 0,1 1 1 0 0,-1-1-1 0 0,1 1 0 0 0,0-1 0 0 0,-1 1 0 0 0,1-1 0 0 0,0 1 0 0 0,-1-1 1 0 0,1 2-1 0 0,-14 31 88 0 0,-42 303 1156 0 0,22 5-161 0 0,26-254-972 0 0,5-52-75 0 0,-8 76 183 0 0,6 185 0 0 0,6-283-340 0 0,0 1 0 0 0,1 0 0 0 0,0-1 0 0 0,1 0 0 0 0,1 0 0 0 0,8 21 0 0 0,-10-31 7 0 0,-1 1 0 0 0,1-1-1 0 0,0 0 1 0 0,0 0-1 0 0,0 0 1 0 0,0 0 0 0 0,1-1-1 0 0,-1 1 1 0 0,1-1 0 0 0,-1 1-1 0 0,1-1 1 0 0,0 0-1 0 0,0 0 1 0 0,0 0 0 0 0,0 0-1 0 0,1-1 1 0 0,-1 1 0 0 0,0-1-1 0 0,1 0 1 0 0,-1 0-1 0 0,0 0 1 0 0,1 0 0 0 0,0-1-1 0 0,-1 0 1 0 0,1 1 0 0 0,-1-1-1 0 0,1 0 1 0 0,-1-1-1 0 0,1 1 1 0 0,4-1 0 0 0,1-2-77 0 0,-1 1 0 0 0,1-1 0 0 0,-1-1-1 0 0,0 1 1 0 0,0-2 0 0 0,0 1 0 0 0,0-1 0 0 0,-1 0 0 0 0,0 0 0 0 0,0-1 0 0 0,0 0 0 0 0,-1-1 0 0 0,1 1 0 0 0,-2-1 0 0 0,8-11 0 0 0,7-11-62 0 0,-1-1-1 0 0,21-48 1 0 0,-15 24 349 0 0,26-87 1 0 0,-16 5 4554 0 0,-33 123-3908 0 0,9-28 422 0 0,-10 39-936 0 0,-3 45-44 0 0,-8 43 1 0 0,0 2-89 0 0,6-36-66 0 0,-3 50 154 0 0,6-87-265 0 0,2 0 0 0 0,0 1 0 0 0,1-1 0 0 0,5 22 0 0 0,-5-32-128 0 0,0 0 1 0 0,0 0-1 0 0,0 0 0 0 0,1 0 1 0 0,-1-1-1 0 0,1 1 1 0 0,0-1-1 0 0,1 1 0 0 0,-1-1 1 0 0,1 0-1 0 0,-1-1 1 0 0,1 1-1 0 0,1 0 1 0 0,-1-1-1 0 0,0 0 0 0 0,1 0 1 0 0,-1 0-1 0 0,1-1 1 0 0,0 0-1 0 0,9 3 1 0 0,-5-2-724 0 0,1 0 1 0 0,-1-1 0 0 0,1-1 0 0 0,0 1 0 0 0,0-2-1 0 0,-1 1 1 0 0,1-1 0 0 0,0-1 0 0 0,0 0 0 0 0,13-3-1 0 0,6-3-4793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11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196 193 1712 0 0,'4'-28'4816'0'0,"-1"0"-1"0"0,-2-47 0 0 0,-1 58-3346 0 0,0 14-844 0 0,0 3-604 0 0,0-1 0 0 0,0 1 0 0 0,0 0 0 0 0,0-1 0 0 0,0 1-1 0 0,0 0 1 0 0,0-1 0 0 0,-1 1 0 0 0,1 0 0 0 0,0 0 0 0 0,0-1 0 0 0,0 1-1 0 0,-1 0 1 0 0,1 0 0 0 0,0-1 0 0 0,0 1 0 0 0,-1 0 0 0 0,1 0 0 0 0,0 0-1 0 0,-1-1 1 0 0,1 1 0 0 0,0 0 0 0 0,0 0 0 0 0,-1 0 0 0 0,1 0 0 0 0,0 0-1 0 0,-1 0 1 0 0,1 0 0 0 0,0 0 0 0 0,-1 0 0 0 0,1 0 0 0 0,-9 15 161 0 0,1 0 0 0 0,0 0 0 0 0,2 1 1 0 0,0 1-1 0 0,0-1 0 0 0,-3 21 0 0 0,1 9 153 0 0,-4 52 0 0 0,10-70-158 0 0,3 48 1 0 0,-1-65-138 0 0,2 1 1 0 0,-1-1-1 0 0,2 0 0 0 0,-1-1 1 0 0,1 1-1 0 0,1 0 0 0 0,6 12 1 0 0,-8-20-27 0 0,0 0 1 0 0,0 0 0 0 0,1 0 0 0 0,-1 0-1 0 0,1 0 1 0 0,0-1 0 0 0,0 1-1 0 0,0-1 1 0 0,0 1 0 0 0,0-1 0 0 0,1 0-1 0 0,-1-1 1 0 0,0 1 0 0 0,1-1 0 0 0,0 1-1 0 0,-1-1 1 0 0,1 0 0 0 0,0 0-1 0 0,-1-1 1 0 0,1 1 0 0 0,7 0 0 0 0,-4-3-8 0 0,0 1 0 0 0,0-1 1 0 0,0 0-1 0 0,0-1 1 0 0,0 1-1 0 0,0-1 0 0 0,-1-1 1 0 0,1 1-1 0 0,-1-1 1 0 0,0-1-1 0 0,11-8 0 0 0,-8 3 1 0 0,0 1 0 0 0,0-1-1 0 0,-1 0 1 0 0,-1-1 0 0 0,0 0 0 0 0,9-17-1 0 0,-7 8-4 0 0,-1 0-1 0 0,0-1 1 0 0,-2 0-1 0 0,0-1 1 0 0,-1 1-1 0 0,-2-1 1 0 0,0 0-1 0 0,0-23 1 0 0,-3 33-2 0 0,-1 0 1 0 0,1 0-1 0 0,-2 1 1 0 0,0-1-1 0 0,0 1 0 0 0,-1-1 1 0 0,-1 1-1 0 0,0 0 1 0 0,-7-14-1 0 0,8 19 4 0 0,0 1 0 0 0,-1-1 0 0 0,0 1 0 0 0,0 0 0 0 0,-1 0 0 0 0,1 0 0 0 0,-1 1 0 0 0,0-1 0 0 0,0 1 0 0 0,-1 0 0 0 0,1 1 0 0 0,-1 0 0 0 0,0-1 0 0 0,0 2-1 0 0,0-1 1 0 0,0 1 0 0 0,-12-4 0 0 0,10 5-6 0 0,0-1-1 0 0,1 1 0 0 0,-1 1 1 0 0,0-1-1 0 0,0 1 0 0 0,0 0 0 0 0,1 1 1 0 0,-1 0-1 0 0,0 0 0 0 0,1 1 1 0 0,-1 0-1 0 0,1 0 0 0 0,-11 5 1 0 0,9-2 20 0 0,-1 0 0 0 0,1 1 1 0 0,0 0-1 0 0,1 0 0 0 0,-1 1 0 0 0,1 0 1 0 0,1 1-1 0 0,-14 15 0 0 0,10-6-135 0 0,-1 0-1 0 0,2 1 0 0 0,0 0 1 0 0,1 0-1 0 0,1 1 0 0 0,1 0 1 0 0,0 0-1 0 0,2 1 0 0 0,-6 34 1 0 0,9-41-405 0 0,1 0 0 0 0,1-1 0 0 0,0 1 1 0 0,0 0-1 0 0,1-1 0 0 0,1 1 1 0 0,5 20-1 0 0,-5-27-30 0 0,0 0 1 0 0,0 0 0 0 0,1 0-1 0 0,0 0 1 0 0,0-1-1 0 0,0 1 1 0 0,1-1-1 0 0,0 0 1 0 0,0 0 0 0 0,0 0-1 0 0,1-1 1 0 0,-1 0-1 0 0,1 1 1 0 0,0-1 0 0 0,0-1-1 0 0,1 1 1 0 0,6 2-1 0 0,13 5-4090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12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82 145 360 0 0,'-7'-99'12282'0'0,"7"97"-11937"0"0,-4-9 955 0 0,-11 126 1971 0 0,-5 26-1994 0 0,4-73-974 0 0,9-44 251 0 0,-6 38 1 0 0,15-75-536 0 0,1 0 0 0 0,0 0 1 0 0,1 0-1 0 0,10-21 1 0 0,29-52-14 0 0,-26 54 10 0 0,-5 9-28 0 0,1 1 1 0 0,0 1 0 0 0,2 0-1 0 0,1 1 1 0 0,0 0-1 0 0,1 1 1 0 0,2 1 0 0 0,-1 1-1 0 0,41-28 1 0 0,-55 43 0 0 0,0 0 1 0 0,1 0 0 0 0,-1 1-1 0 0,0 0 1 0 0,8-1 0 0 0,-5 0 1 0 0,-5 2 7 0 0,0 0 0 0 0,0 0 1 0 0,0 0-1 0 0,0 0 1 0 0,1 0-1 0 0,-1 0 1 0 0,0 1-1 0 0,0-1 1 0 0,0 1-1 0 0,0-1 1 0 0,0 1-1 0 0,0 0 1 0 0,0 0-1 0 0,0-1 1 0 0,0 2-1 0 0,0-1 1 0 0,0 0-1 0 0,2 3 1 0 0,-1-2 2 0 0,0 1-1 0 0,0-1 1 0 0,-1 1 0 0 0,1 0 0 0 0,-1 0 0 0 0,0 0-1 0 0,0 0 1 0 0,0 1 0 0 0,2 4 0 0 0,-1 2 15 0 0,-1-1 0 0 0,0 0 1 0 0,0 1-1 0 0,-1-1 0 0 0,0 1 0 0 0,-1 0 1 0 0,0-1-1 0 0,0 1 0 0 0,-1 0 1 0 0,-3 15-1 0 0,-5 10-74 0 0,-18 51 1 0 0,15-53-240 0 0,6-13-368 0 0,-14 45-5376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12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436 141 1056 0 0,'9'-14'2413'0'0,"-1"-2"1"0"0,0 1-1 0 0,-1-1 0 0 0,0 0 0 0 0,7-29 0 0 0,-14 44-2369 0 0,0 1-1 0 0,0-1 0 0 0,1 1 1 0 0,-1-1-1 0 0,0 0 0 0 0,0 1 1 0 0,0-1-1 0 0,0 1 0 0 0,0-1 0 0 0,0 1 1 0 0,0-1-1 0 0,-1 0 0 0 0,1 1 1 0 0,0-1-1 0 0,0 1 0 0 0,0-1 1 0 0,0 1-1 0 0,-1-1 0 0 0,1 1 1 0 0,0-1-1 0 0,-1 1 0 0 0,1-1 0 0 0,0 1 1 0 0,-1-1-1 0 0,1 1 0 0 0,-1-1 1 0 0,1 1-1 0 0,0 0 0 0 0,-1-1 1 0 0,1 1-1 0 0,-1 0 0 0 0,1-1 1 0 0,-1 1-1 0 0,0 0 0 0 0,1 0 0 0 0,-1-1 1 0 0,1 1-1 0 0,-1 0 0 0 0,1 0 1 0 0,-1 0-1 0 0,1 0 0 0 0,-1 0 1 0 0,0 0-1 0 0,-20 3 144 0 0,20-2-122 0 0,-3 0-47 0 0,0 1 0 0 0,0 0 1 0 0,0 0-1 0 0,1 0 0 0 0,-1 1 0 0 0,0-1 1 0 0,1 1-1 0 0,0 0 0 0 0,0 0 0 0 0,0 0 1 0 0,0 1-1 0 0,0-1 0 0 0,0 1 0 0 0,1-1 1 0 0,0 1-1 0 0,-3 5 0 0 0,2-2-6 0 0,0 0 0 0 0,0 0-1 0 0,1 0 1 0 0,0 0 0 0 0,0 0 0 0 0,1 0-1 0 0,-1 1 1 0 0,1 8 0 0 0,1-6 1 0 0,1 0 0 0 0,0 0 1 0 0,1 0-1 0 0,0-1 0 0 0,0 1 0 0 0,1 0 1 0 0,0-1-1 0 0,8 15 0 0 0,2 0 1 0 0,28 38 0 0 0,-24-39 588 0 0,19 36 0 0 0,-36-57-522 0 0,1-1 0 0 0,-1 1-1 0 0,0-1 1 0 0,0 1 0 0 0,1-1 0 0 0,-1 1 0 0 0,0 0 0 0 0,0-1 0 0 0,-1 1 0 0 0,1-1 0 0 0,0 1-1 0 0,0-1 1 0 0,-1 1 0 0 0,1-1 0 0 0,-1 1 0 0 0,1-1 0 0 0,-1 0 0 0 0,0 1 0 0 0,1-1 0 0 0,-2 2-1 0 0,-1 1 52 0 0,1-1-1 0 0,0 0 0 0 0,-1 0 1 0 0,0 0-1 0 0,0 0 0 0 0,-3 3 0 0 0,-7 4-16 0 0,-1-1 0 0 0,0-1 0 0 0,-1 0 0 0 0,0-1 0 0 0,0-1 0 0 0,0 0 0 0 0,-1-1 0 0 0,1-1 0 0 0,-1 0 0 0 0,0-1 0 0 0,-1 0 0 0 0,1-2 0 0 0,-28 0-1 0 0,30-2-702 0 0,-1-1-1 0 0,0 0 0 0 0,1-1 0 0 0,0 0 0 0 0,-1-1 1 0 0,2-1-1 0 0,-1 0 0 0 0,0-1 0 0 0,-20-12 0 0 0,28 14 205 0 0,-40-28-6861 0 0,19 8-465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12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36 1204 0 0,'-93'-16'16220'0'0,"55"7"-12571"0"0,35 9-3312 0 0,1-1-21 0 0,-8-2 399 0 0,-20-4-6139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13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22 2072 0 0,'-47'18'6183'0'0,"35"-14"-4167"0"0,0 1-1 0 0,-16 8 0 0 0,26-12-1481 0 0,5-1-94 0 0,28-2 71 0 0,47-8 0 0 0,-16 1-516 0 0,70-5-1662 0 0,27-3-4694 0 0,-78 7 501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0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282 133 1024 0 0,'8'-13'5073'0'0,"-6"9"-4076"0"0,1 0 0 0 0,-1-1 0 0 0,0 1 0 0 0,-1-1 0 0 0,1 1 0 0 0,1-9 0 0 0,-2 10-767 0 0,-1 0-1 0 0,0 0 1 0 0,0 0 0 0 0,0 0-1 0 0,0-1 1 0 0,-1 1 0 0 0,1 0-1 0 0,-1 0 1 0 0,0 0 0 0 0,0 0-1 0 0,0 0 1 0 0,0 0 0 0 0,0 0-1 0 0,-1 1 1 0 0,1-1 0 0 0,-1 0-1 0 0,0 1 1 0 0,-2-3 0 0 0,2 2-204 0 0,0 1 0 0 0,0 1 0 0 0,0-1 0 0 0,0 0 1 0 0,0 0-1 0 0,0 1 0 0 0,0 0 0 0 0,-1-1 0 0 0,1 1 1 0 0,-1 0-1 0 0,1 0 0 0 0,-1 0 0 0 0,1 0 0 0 0,-1 1 1 0 0,0-1-1 0 0,1 1 0 0 0,-1-1 0 0 0,0 1 0 0 0,-3 0 0 0 0,1 0 15 0 0,1 1-1 0 0,-1-1 1 0 0,0 1-1 0 0,1 0 1 0 0,-1 0-1 0 0,0 1 1 0 0,1-1-1 0 0,-1 1 1 0 0,-5 3-1 0 0,-1 2-38 0 0,1 1-1 0 0,-1 0 0 0 0,1 1 1 0 0,1 0-1 0 0,-1 0 0 0 0,2 1 1 0 0,-1 0-1 0 0,-7 12 0 0 0,1 2 1 0 0,1 0-1 0 0,-20 45 0 0 0,29-55-36 0 0,0 1 0 0 0,0-1 0 0 0,1 1 0 0 0,-3 27 0 0 0,6-37 7 0 0,1 1 1 0 0,0-1-1 0 0,0 1 0 0 0,1-1 0 0 0,-1 1 0 0 0,1-1 0 0 0,3 8 0 0 0,-4-11 11 0 0,2 1 1 0 0,-1 0-1 0 0,0-1 1 0 0,0 1-1 0 0,1-1 1 0 0,-1 0-1 0 0,1 1 1 0 0,0-1-1 0 0,0 0 1 0 0,0 0-1 0 0,0 0 1 0 0,0 0-1 0 0,0-1 1 0 0,0 1-1 0 0,4 1 1 0 0,0 0 9 0 0,0-1 0 0 0,1 0 0 0 0,-1 0-1 0 0,1 0 1 0 0,-1-1 0 0 0,1 0 0 0 0,-1-1 0 0 0,1 1 0 0 0,0-1 0 0 0,-1-1 0 0 0,1 1 0 0 0,0-1 0 0 0,-1 0 0 0 0,1-1 0 0 0,-1 1 0 0 0,1-1 0 0 0,11-6 0 0 0,-14 6 13 0 0,0-1 0 0 0,0 1 1 0 0,-1-1-1 0 0,1 0 0 0 0,-1-1 0 0 0,1 1 0 0 0,-1 0 1 0 0,0-1-1 0 0,-1 0 0 0 0,1 0 0 0 0,-1 1 1 0 0,1-2-1 0 0,-1 1 0 0 0,2-6 0 0 0,2-6 18 0 0,-1 0 0 0 0,4-24 0 0 0,-8 35-22 0 0,3-19 227 0 0,1-31 0 0 0,-5 53-208 0 0,3-9-50 0 0,1 23 34 0 0,0 1 1 0 0,-1 0 0 0 0,-1 0-1 0 0,0 0 1 0 0,0 0-1 0 0,-1 17 1 0 0,2 9 13 0 0,2 33-38 0 0,3 22-2167 0 0,-7-82 708 0 0,2 1 1 0 0,0-1 0 0 0,0 0-1 0 0,1 0 1 0 0,7 14 0 0 0,-2-12-3320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0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1000 0 0,'1'-2'2710'0'0,"24"-43"11502"0"0,-16 38-11484 0 0,-8 27-2673 0 0,0-1 1 0 0,-1 1-1 0 0,-1-1 1 0 0,-1 0-1 0 0,-6 27 1 0 0,1 7-1314 0 0,-5 30-4098 0 0,5-41-1860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3060 0 0,'11'-23'10713'0'0,"-8"16"-8108"0"0,5-10 2980 0 0,-5 17-4347 0 0,0 11-1438 0 0,0 28 590 0 0,-3 0 0 0 0,-5 61-1 0 0,-2 16-2910 0 0,7-83 558 0 0,-1 15-2452 0 0,4-17-2766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1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14 193 448 0 0,'-1'-2'1431'0'0,"-10"-23"7154"0"0,11 24-8234 0 0,-1-1 0 0 0,1 0 0 0 0,0 1 0 0 0,-1-1 0 0 0,1 1 0 0 0,0-1 0 0 0,0 0 0 0 0,0 1 0 0 0,0-1 1 0 0,1 0-1 0 0,-1 1 0 0 0,0-1 0 0 0,2-1 0 0 0,-2 1-221 0 0,1 1-119 0 0,-1 1 0 0 0,1-1-1 0 0,0 0 1 0 0,0 1-1 0 0,-1-1 1 0 0,1 1-1 0 0,0 0 1 0 0,0-1 0 0 0,-1 1-1 0 0,1 0 1 0 0,0-1-1 0 0,0 1 1 0 0,0 0-1 0 0,0 0 1 0 0,-1 0 0 0 0,1 0-1 0 0,0 0 1 0 0,0 0-1 0 0,1 0 1 0 0,12-1 25 0 0,-1 2-19 0 0,-1 0 0 0 0,1 0 0 0 0,-1 1 0 0 0,1 1 0 0 0,-1 0 0 0 0,0 1 0 0 0,0 0 0 0 0,-1 1 0 0 0,1 0 0 0 0,-1 0 0 0 0,0 2 0 0 0,11 7 0 0 0,-16-10-7 0 0,-1 0 0 0 0,0 1 0 0 0,1-1 0 0 0,-2 1 0 0 0,1 0 0 0 0,-1 0 0 0 0,1 0 0 0 0,-1 1 0 0 0,-1 0 0 0 0,1 0 0 0 0,-1 0 0 0 0,0 0 0 0 0,0 0 0 0 0,-1 0 0 0 0,0 1 0 0 0,0-1 0 0 0,0 1 1 0 0,-1 0-1 0 0,0-1 0 0 0,-1 1 0 0 0,1 0 0 0 0,-1 0 0 0 0,-1 7 0 0 0,-3 6 20 0 0,-1-1 0 0 0,0 0 0 0 0,-1 0 0 0 0,-14 27 0 0 0,14-31 19 0 0,5-13-47 0 0,-4 2-32 0 0,5-4 28 0 0,0 0 0 0 0,0 0 0 0 0,0 0 1 0 0,0 0-1 0 0,0 0 0 0 0,0 0 0 0 0,0 0 1 0 0,0 0-1 0 0,0 0 0 0 0,0-1 1 0 0,0 1-1 0 0,0 0 0 0 0,0 0 0 0 0,0 0 1 0 0,0 0-1 0 0,0 0 0 0 0,0 0 1 0 0,0 0-1 0 0,0 0 0 0 0,0 0 0 0 0,-1 0 1 0 0,1 0-1 0 0,0 0 0 0 0,0 0 0 0 0,0 0 1 0 0,0 0-1 0 0,0 0 0 0 0,0 0 1 0 0,0 0-1 0 0,0 0 0 0 0,0 0 0 0 0,0 0 1 0 0,0-1-1 0 0,0 1 0 0 0,-1 0 1 0 0,1 0-1 0 0,0 0 0 0 0,0 0 0 0 0,0 0 1 0 0,0 1-1 0 0,0-1 0 0 0,0 0 1 0 0,0 0-1 0 0,0 0 0 0 0,0 0 0 0 0,0 0 1 0 0,0 0-1 0 0,-1 0 0 0 0,1 0 0 0 0,0 0 1 0 0,0 0-1 0 0,0 0 0 0 0,0 0 1 0 0,0 0-1 0 0,0 0 0 0 0,0 0 0 0 0,0 0 1 0 0,0 0-1 0 0,0 0 0 0 0,0 0 1 0 0,0 1-1 0 0,3-11-11 0 0,0 0-1 0 0,1 1 1 0 0,0 0 0 0 0,0 0 0 0 0,1 0 0 0 0,7-9 0 0 0,42-54-17 0 0,-26 36 6 0 0,110-170 127 0 0,-132 196 209 0 0,0 0-1 0 0,-1 0 0 0 0,-1 0 1 0 0,1 0-1 0 0,3-18 0 0 0,-8 26-239 0 0,-3-3-3 0 0,3 5-68 0 0,0 0-1 0 0,0-1 1 0 0,0 1 0 0 0,0 0 0 0 0,-1 0 0 0 0,1-1 0 0 0,0 1-1 0 0,0 0 1 0 0,0 0 0 0 0,0-1 0 0 0,0 1 0 0 0,0 0 0 0 0,0 0-1 0 0,-1 0 1 0 0,1-1 0 0 0,0 1 0 0 0,0 0 0 0 0,0 0 0 0 0,-1 0-1 0 0,1 0 1 0 0,0-1 0 0 0,0 1 0 0 0,0 0 0 0 0,-1 0-1 0 0,1 0 1 0 0,0 0 0 0 0,0 0 0 0 0,-1 0 0 0 0,1 0 0 0 0,0 0-1 0 0,0-1 1 0 0,-1 1 0 0 0,1 0 0 0 0,0 0 0 0 0,-1 0 0 0 0,1 0-1 0 0,0 1 1 0 0,-1-1 0 0 0,-5 2 2 0 0,0 0 0 0 0,0 1 0 0 0,0 0 1 0 0,1 1-1 0 0,-1-1 0 0 0,1 1 0 0 0,0 0 0 0 0,0 0 0 0 0,0 1 0 0 0,-6 6 1 0 0,-7 10 14 0 0,-17 28 0 0 0,17-24-18 0 0,9-11-6 0 0,0-1 0 0 0,1 2-1 0 0,0-1 1 0 0,-8 24 0 0 0,13-28 9 0 0,0-1 0 0 0,1 0-1 0 0,0 1 1 0 0,0-1-1 0 0,1 1 1 0 0,0-1 0 0 0,1 1-1 0 0,2 18 1 0 0,-1-23-35 0 0,0 0 0 0 0,0-1 0 0 0,1 1 0 0 0,0-1 0 0 0,0 1 0 0 0,0-1 0 0 0,0 1 0 0 0,1-1-1 0 0,-1 0 1 0 0,1 0 0 0 0,0 0 0 0 0,1-1 0 0 0,-1 1 0 0 0,1-1 0 0 0,-1 0 0 0 0,1 0 0 0 0,0 0 0 0 0,0 0 0 0 0,0-1 0 0 0,1 1 0 0 0,-1-1 0 0 0,1 0 0 0 0,-1 0 0 0 0,9 1 0 0 0,6 2-802 0 0,-1-1 1 0 0,1 0-1 0 0,0-2 1 0 0,0 0 0 0 0,20-2-1 0 0,29-3-4556 0 0,-34-2 641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2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40 556 0 0,'29'-39'21941'0'0,"-28"40"-21907"0"0,0 0 0 0 0,0 1 0 0 0,0-1 1 0 0,0 1-1 0 0,-1-1 0 0 0,1 1 0 0 0,0 0 0 0 0,-1-1 1 0 0,0 1-1 0 0,1 0 0 0 0,-1-1 0 0 0,0 1 1 0 0,0 0-1 0 0,0-1 0 0 0,0 1 0 0 0,0 1 0 0 0,-5 36 168 0 0,1-16-76 0 0,-2 31-257 0 0,-9 115 155 0 0,15-84-3948 0 0,2-61-862 0 0,7 33-1 0 0,-3-39-2611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2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78 146 608 0 0,'-4'-1'3678'0'0,"-10"0"-2149"0"0,10 0-113 0 0,-52-9 11321 0 0,70-3-12410 0 0,15 0-226 0 0,0 1 1 0 0,54-14 0 0 0,-28 10-55 0 0,37-10-535 0 0,-43 13-2326 0 0,-3-1-6018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2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18 52 0 0,'-3'0'2641'0'0,"-39"-15"8795"0"0,39 14-10782 0 0,3 1-591 0 0,-1 0 0 0 0,1-1-1 0 0,-1 1 1 0 0,1 0 0 0 0,-1 0-1 0 0,0 0 1 0 0,1-1 0 0 0,-1 1-1 0 0,1 0 1 0 0,-1 0 0 0 0,1 0-1 0 0,-1 0 1 0 0,0 0 0 0 0,1 0-1 0 0,-1 0 1 0 0,1 0 0 0 0,-1 1-1 0 0,1-1 1 0 0,-1 0 0 0 0,1 0-1 0 0,-1 0 1 0 0,0 1 0 0 0,1-1-1 0 0,-1 0 1 0 0,1 0 0 0 0,-1 1-1 0 0,1-1 1 0 0,0 0 0 0 0,-2 2-1 0 0,2-1 18 0 0,-1 0 0 0 0,1 0 0 0 0,-1 0 0 0 0,1 0 0 0 0,-1 0-1 0 0,1 0 1 0 0,0 1 0 0 0,0-1 0 0 0,-1 0 0 0 0,1 0-1 0 0,0 0 1 0 0,0 1 0 0 0,0-1 0 0 0,0 0 0 0 0,0 0 0 0 0,1 2-1 0 0,12 117 1081 0 0,-1 131 0 0 0,-12-240-1325 0 0,2 63-1980 0 0,7-28-2050 0 0,-9-44 3698 0 0,0 0 0 0 0,1-1 0 0 0,0 1 0 0 0,-1-1 0 0 0,1 1 0 0 0,0-1 0 0 0,0 1-1 0 0,0-1 1 0 0,0 1 0 0 0,0-1 0 0 0,2 3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3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321 125 2952 0 0,'29'-35'10293'0'0,"-27"32"-9563"0"0,0-1 1 0 0,0 0 0 0 0,0 0 0 0 0,0-1 0 0 0,-1 1-1 0 0,0 0 1 0 0,0-1 0 0 0,0 1 0 0 0,0 0-1 0 0,-1-1 1 0 0,1-5 0 0 0,-1 9-655 0 0,-1-1 0 0 0,0 1 0 0 0,1-1 0 0 0,-1 1 0 0 0,0 0 0 0 0,1-1 1 0 0,-1 1-1 0 0,0 0 0 0 0,0 0 0 0 0,0-1 0 0 0,0 1 0 0 0,0 0 0 0 0,0 0 0 0 0,0 0 0 0 0,-1 0 0 0 0,1 1 0 0 0,0-1 0 0 0,-1 0 0 0 0,1 0 0 0 0,-2 0 0 0 0,-2-1-35 0 0,1 0 0 0 0,0 1 0 0 0,-1 0 0 0 0,1 0 0 0 0,-1 0 0 0 0,1 0 0 0 0,-1 0 0 0 0,1 1 0 0 0,-1 0 0 0 0,0 0 0 0 0,-8 2 0 0 0,3-1-13 0 0,0 2 0 0 0,1-1 0 0 0,0 1 0 0 0,-1 1 1 0 0,-11 5-1 0 0,5 0-3 0 0,-1 1 1 0 0,1 1-1 0 0,1 0 0 0 0,0 1 1 0 0,-21 22-1 0 0,22-20-13 0 0,1 2 1 0 0,1 0-1 0 0,-21 33 0 0 0,30-42-45 0 0,-1 0 0 0 0,1 0 1 0 0,0 0-1 0 0,0 1 0 0 0,1-1 0 0 0,0 1 0 0 0,1-1 0 0 0,-1 1 1 0 0,1 0-1 0 0,1-1 0 0 0,0 1 0 0 0,0 0 0 0 0,1 8 1 0 0,0-14 17 0 0,-1 1 1 0 0,1-1-1 0 0,0 0 1 0 0,0 0 0 0 0,0 1-1 0 0,0-1 1 0 0,0 0 0 0 0,1 0-1 0 0,-1 0 1 0 0,1 0 0 0 0,-1-1-1 0 0,1 1 1 0 0,0 0-1 0 0,3 2 1 0 0,-4-3 8 0 0,0 0 3 0 0,0 0 1 0 0,0-1-1 0 0,0 1 0 0 0,0 0 0 0 0,0-1 0 0 0,0 1 1 0 0,0-1-1 0 0,0 1 0 0 0,0-1 0 0 0,0 1 0 0 0,0-1 1 0 0,1 0-1 0 0,-1 1 0 0 0,0-1 0 0 0,0 0 1 0 0,0 0-1 0 0,3 0 0 0 0,-1 0-4 0 0,3 1 2 0 0,0 0 0 0 0,0-1 1 0 0,0 0-1 0 0,0 0 0 0 0,0 0 0 0 0,1-1 1 0 0,-1 0-1 0 0,0 0 0 0 0,8-2 1 0 0,48-21 12 0 0,-51 19-34 0 0,1-1 0 0 0,-1-1 0 0 0,-1 0 0 0 0,0 0 1 0 0,0-1-1 0 0,0 0 0 0 0,-1-1 0 0 0,0 0 1 0 0,12-17-1 0 0,-6 6 222 0 0,-1-2 0 0 0,-2 0 0 0 0,18-40 0 0 0,-15 29 524 0 0,-14 31-696 0 0,-1 6-9 0 0,0 1 1 0 0,-1-1 0 0 0,1 0-1 0 0,-1 0 1 0 0,0 0 0 0 0,-2 6-1 0 0,0 0 34 0 0,-7 48-34 0 0,2-16-465 0 0,1 1-1 0 0,2-1 1 0 0,2 1-1 0 0,3 52 1 0 0,1-85-112 0 0,0 0 1 0 0,1-1 0 0 0,0 0 0 0 0,1 1-1 0 0,0-1 1 0 0,0 0 0 0 0,1 0 0 0 0,9 16-1 0 0,-10-21-21 0 0,0 0-1 0 0,0 0 0 0 0,0-1 1 0 0,0 1-1 0 0,0-1 0 0 0,1 1 1 0 0,0-1-1 0 0,0 0 0 0 0,0-1 1 0 0,0 1-1 0 0,0 0 0 0 0,0-1 1 0 0,1 0-1 0 0,-1 0 1 0 0,1-1-1 0 0,-1 1 0 0 0,1-1 1 0 0,8 2-1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4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60 932 0 0,'58'-54'19812'0'0,"-58"54"-19715"0"0,1 0 0 0 0,-1-1 1 0 0,0 1-1 0 0,0 0 0 0 0,2-3 1362 0 0,-2 2-1362 0 0,1 1 1 0 0,-1 0-1 0 0,0 0 0 0 0,0 0 0 0 0,1 0 1 0 0,-1 0-1 0 0,0 0 0 0 0,0-1 0 0 0,1 1 1 0 0,-1 0-1 0 0,0 0 0 0 0,0 0 0 0 0,1 0 1 0 0,-1 0-1 0 0,0 0 0 0 0,1 0 0 0 0,-1 0 1 0 0,0 0-1 0 0,0 0 0 0 0,1 1 0 0 0,0-1-61 0 0,-1 0 0 0 0,1 0 0 0 0,-1 0 0 0 0,1 1 0 0 0,-1-1 0 0 0,0 0 0 0 0,1 1 0 0 0,-1-1 0 0 0,1 0 0 0 0,-1 1 0 0 0,0-1-1 0 0,1 0 1 0 0,-1 1 0 0 0,0-1 0 0 0,1 1 0 0 0,-1-1 0 0 0,0 0 0 0 0,1 1 0 0 0,-1-1 0 0 0,0 1 0 0 0,0-1 0 0 0,0 1 0 0 0,0-1 0 0 0,1 1-1 0 0,-1-1 1 0 0,0 1 0 0 0,0 0 0 0 0,0-1 0 0 0,0 1 0 0 0,0 0 0 0 0,-2 27 204 0 0,-2 1-1 0 0,-8 36 1 0 0,0 1-1280 0 0,7-36-214 0 0,1-9-2503 0 0,-2 38 0 0 0,10-33-3639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4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1 124 804 0 0,'15'-34'8807'0'0,"4"5"-4223"0"0,-15 24-4266 0 0,1-1 0 0 0,0 0 0 0 0,1 1 0 0 0,-1 0-1 0 0,1 0 1 0 0,0 1 0 0 0,0-1 0 0 0,1 1 0 0 0,-1 1 0 0 0,1-1 0 0 0,9-3 0 0 0,-13 7-274 0 0,0-1 0 0 0,-1 1 0 0 0,1-1 0 0 0,0 1 0 0 0,-1 0 0 0 0,1 0 0 0 0,0 0 1 0 0,0 1-1 0 0,4 0 0 0 0,-2 0 59 0 0,-3-1-69 0 0,-1 1 1 0 0,1 0-1 0 0,0-1 1 0 0,-1 1 0 0 0,1 0-1 0 0,-1 0 1 0 0,1 0-1 0 0,-1 0 1 0 0,1 0-1 0 0,-1 0 1 0 0,0 0 0 0 0,1 0-1 0 0,-1 0 1 0 0,0 1-1 0 0,0-1 1 0 0,0 1 0 0 0,0-1-1 0 0,0 1 1 0 0,0-1-1 0 0,1 3 1 0 0,-1 0 64 0 0,1 0 0 0 0,0 0 0 0 0,-1 0 0 0 0,0 1 0 0 0,0-1 0 0 0,1 7 0 0 0,-2 5 121 0 0,0 0 0 0 0,-1 0 0 0 0,-1-1 0 0 0,-1 1 0 0 0,0 0 0 0 0,-8 20 1 0 0,-39 92 543 0 0,25-72-500 0 0,14-30-174 0 0,3-6 39 0 0,-10 31-1 0 0,18-50-120 0 0,0 0-1 0 0,0 0 0 0 0,0 0 0 0 0,0-1 0 0 0,1 1 0 0 0,-1 0 0 0 0,0 0 0 0 0,1 0 0 0 0,-1 0 0 0 0,0 0 0 0 0,1-1 1 0 0,-1 1-1 0 0,1 0 0 0 0,-1 0 0 0 0,1-1 0 0 0,0 1 0 0 0,-1 0 0 0 0,1-1 0 0 0,0 1 0 0 0,0 0 0 0 0,-1-1 1 0 0,1 1-1 0 0,0-1 0 0 0,0 1 0 0 0,0-1 0 0 0,0 0 0 0 0,-1 1 0 0 0,1-1 0 0 0,0 0 0 0 0,0 0 0 0 0,0 0 0 0 0,0 0 1 0 0,0 1-1 0 0,0-1 0 0 0,0 0 0 0 0,0 0 0 0 0,0-1 0 0 0,0 1 0 0 0,0 0 0 0 0,-1 0 0 0 0,3-1 0 0 0,53-8-631 0 0,1-2 0 0 0,77-26 0 0 0,-11-7-3057 0 0,-3-3-3633 0 0,-53 20-602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62 145 2068 0 0,'-6'-3'1320'0'0,"-1"-1"0"0"0,1-1 0 0 0,0 1 0 0 0,1-1 0 0 0,-1 0 0 0 0,1 0 1 0 0,0-1-1 0 0,-8-11 0 0 0,12 15-926 0 0,1 2-361 0 0,-1-1-1 0 0,1 0 0 0 0,0 1 1 0 0,0-1-1 0 0,-1 0 1 0 0,1 0-1 0 0,0 1 0 0 0,0-1 1 0 0,0 0-1 0 0,0 0 0 0 0,0 1 1 0 0,0-1-1 0 0,0 0 0 0 0,1 0 1 0 0,-1 1-1 0 0,0-1 1 0 0,0 0-1 0 0,1 0 0 0 0,-1 1 1 0 0,0-1-1 0 0,1 0 0 0 0,-1 1 1 0 0,0-1-1 0 0,1 1 0 0 0,-1-1 1 0 0,1 0-1 0 0,-1 1 1 0 0,1-1-1 0 0,-1 1 0 0 0,1-1 1 0 0,0 1-1 0 0,0-1 0 0 0,9-1 2 0 0,0 0-1 0 0,0 1 1 0 0,0 0 0 0 0,-1 0-1 0 0,1 1 1 0 0,0 0-1 0 0,0 1 1 0 0,0 0-1 0 0,0 1 1 0 0,-1 0-1 0 0,1 1 1 0 0,0 0-1 0 0,9 4 1 0 0,-9-3-8 0 0,0 0 0 0 0,0 1 0 0 0,-1 0 0 0 0,0 0 0 0 0,0 1 0 0 0,0 1 1 0 0,0-1-1 0 0,-1 1 0 0 0,0 1 0 0 0,-1-1 0 0 0,1 1 0 0 0,7 12 0 0 0,-12-14 1 0 0,1 0 0 0 0,-1 0-1 0 0,-1 1 1 0 0,1-1 0 0 0,-1 0-1 0 0,0 1 1 0 0,-1 0 0 0 0,1-1-1 0 0,-1 1 1 0 0,-1 0 0 0 0,1 0 0 0 0,-2 9-1 0 0,0-6-6 0 0,0-1 1 0 0,-1 1-1 0 0,0 0 0 0 0,-1-1 0 0 0,0 1 0 0 0,-1-1 0 0 0,-7 15 0 0 0,-5 1 57 0 0,0-1 0 0 0,-1-1 0 0 0,-2 0 0 0 0,-34 33 0 0 0,38-48 25 0 0,16-20-85 0 0,1 6-16 0 0,1 0 0 0 0,0 0 0 0 0,0 0 0 0 0,1 0 0 0 0,0 0 0 0 0,8-9 0 0 0,35-34-1 0 0,-20 23 0 0 0,52-54 67 0 0,-16 17 177 0 0,85-109 0 0 0,-144 167-87 0 0,0-1-1 0 0,0 1 1 0 0,-1-1-1 0 0,0 1 1 0 0,0-1-1 0 0,0 0 1 0 0,3-12-1 0 0,-6 16-75 0 0,-2 1-26 0 0,1 1-49 0 0,0-1 0 0 0,-1 1 0 0 0,1 0-1 0 0,0 0 1 0 0,-1-1 0 0 0,1 1 0 0 0,0 0-1 0 0,-1 0 1 0 0,1 0 0 0 0,0 0 0 0 0,-1 1-1 0 0,1-1 1 0 0,0 0 0 0 0,-1 0 0 0 0,1 1-1 0 0,0-1 1 0 0,0 1 0 0 0,-2 0 0 0 0,-28 19 48 0 0,15-5-25 0 0,-18 22 1 0 0,34-36-29 0 0,-13 13 8 0 0,1 1 1 0 0,1 1 0 0 0,1 0-1 0 0,0 1 1 0 0,1 0 0 0 0,1 0-1 0 0,-10 31 1 0 0,14-35-3 0 0,1-1-1 0 0,0 2 1 0 0,1-1 0 0 0,1 0-1 0 0,0 0 1 0 0,0 0-1 0 0,2 1 1 0 0,-1-1 0 0 0,2 0-1 0 0,0 0 1 0 0,6 25-1 0 0,-4-29-4 0 0,0-1 0 0 0,0 1-1 0 0,0-1 1 0 0,1 1 0 0 0,1-1-1 0 0,-1 0 1 0 0,1-1-1 0 0,0 0 1 0 0,1 0 0 0 0,0 0-1 0 0,0-1 1 0 0,0 1 0 0 0,1-2-1 0 0,0 1 1 0 0,0-1 0 0 0,15 6-1 0 0,-8-4-710 0 0,1 0 1 0 0,0-1-1 0 0,23 5 0 0 0,-19-7-1996 0 0,0-1 0 0 0,27 1 0 0 0,-16-4-3531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116 243 1420 0 0,'-12'-23'13051'0'0,"12"22"-13008"0"0,0 1-1 0 0,0-1 1 0 0,0 0 0 0 0,1 1-1 0 0,-1-1 1 0 0,0 1-1 0 0,0-1 1 0 0,1 1-1 0 0,-1-1 1 0 0,0 1-1 0 0,1-1 1 0 0,-1 1 0 0 0,0-1-1 0 0,1 1 1 0 0,-1 0-1 0 0,1-1 1 0 0,-1 1-1 0 0,1 0 1 0 0,-1-1-1 0 0,1 1 1 0 0,-1 0 0 0 0,1-1-1 0 0,-1 1 1 0 0,1 0-1 0 0,0 0 1 0 0,-1 0-1 0 0,1 0 1 0 0,-1 0 0 0 0,1-1-1 0 0,0 1 1 0 0,-1 0-1 0 0,1 0 1 0 0,-1 0-1 0 0,1 1 1 0 0,-1-1-1 0 0,2 0 1 0 0,-1 0-93 0 0,2 0 218 0 0,16 4 232 0 0,-16-2-303 0 0,1 1 1 0 0,-1 1 0 0 0,0-1-1 0 0,0 0 1 0 0,0 1 0 0 0,-1-1-1 0 0,1 1 1 0 0,-1 0 0 0 0,0 0-1 0 0,0 0 1 0 0,0 0 0 0 0,0 1-1 0 0,-1-1 1 0 0,0 0 0 0 0,0 1 0 0 0,0-1-1 0 0,0 0 1 0 0,-1 1 0 0 0,0-1-1 0 0,0 1 1 0 0,0-1 0 0 0,-1 7-1 0 0,-1 2 108 0 0,-1 0 0 0 0,0 0 0 0 0,-1 0-1 0 0,-1 0 1 0 0,0-1 0 0 0,-12 23 0 0 0,-50 67 578 0 0,32-52-519 0 0,1-2-82 0 0,33-48-178 0 0,1 0 0 0 0,-1 0 0 0 0,1 1 0 0 0,0-1 0 0 0,-1 0 0 0 0,1 0 0 0 0,-1 1 0 0 0,1-1 0 0 0,0 0 0 0 0,-1 1-1 0 0,1-1 1 0 0,0 0 0 0 0,0 1 0 0 0,-1-1 0 0 0,1 1 0 0 0,0-1 0 0 0,0 1 0 0 0,0-1 0 0 0,0 0 0 0 0,-1 1 0 0 0,1-1 0 0 0,0 1 0 0 0,0-1 0 0 0,0 1-1 0 0,0-1 1 0 0,0 1 0 0 0,0-1 0 0 0,0 1 0 0 0,0-1 0 0 0,0 1 0 0 0,0-1 0 0 0,1 0 0 0 0,-1 1 0 0 0,0-1 0 0 0,0 1 0 0 0,0-1 0 0 0,0 1-1 0 0,1-1 1 0 0,-1 0 0 0 0,0 1 0 0 0,0-1 0 0 0,1 1 0 0 0,-1-1 0 0 0,0 0 0 0 0,1 1 0 0 0,-1-1 0 0 0,0 0 0 0 0,1 0 0 0 0,-1 1 0 0 0,1-1 0 0 0,-1 0-1 0 0,1 0 1 0 0,-1 0 0 0 0,0 1 0 0 0,1-1 0 0 0,-1 0 0 0 0,1 0 0 0 0,0 0 0 0 0,25 1 72 0 0,3-7-579 0 0,1-2 1 0 0,56-24 0 0 0,-26 9-810 0 0,229-80-9943 0 0,-223 78 5952 0 0</inkml:trace>
  <inkml:trace contextRef="#ctx0" brushRef="#br0" timeOffset="1">1381 138 1080 0 0,'-3'0'2790'0'0,"-50"-9"9128"0"0,36 2-7320 0 0,16 7-4570 0 0,1 0 1 0 0,0 0 0 0 0,-1 0-1 0 0,1-1 1 0 0,0 1-1 0 0,-1 0 1 0 0,1 0 0 0 0,0 0-1 0 0,-1 0 1 0 0,1-1-1 0 0,0 1 1 0 0,-1 0-1 0 0,1 0 1 0 0,0 0 0 0 0,0-1-1 0 0,-1 1 1 0 0,1 0-1 0 0,0 0 1 0 0,0-1-1 0 0,-1 1 1 0 0,1 0 0 0 0,0-1-1 0 0,0 1 1 0 0,0 0-1 0 0,0-1 1 0 0,0 1 0 0 0,0 0-1 0 0,-1-1 1 0 0,1 1-1 0 0,0-1 1 0 0,0 1-1 0 0,0 0 1 0 0,0-1 0 0 0,0 1-1 0 0,0 0 1 0 0,0-1-1 0 0,0 1 1 0 0,1 0-1 0 0,-1-1 1 0 0,0 1 0 0 0,0 0-1 0 0,0-1 1 0 0,17-14 432 0 0,-8 10-423 0 0,0 0 0 0 0,0 1-1 0 0,12-4 1 0 0,130-28-1040 0 0,-83 22-2672 0 0,-2-3-4857 0 0,-50 11 1915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6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9 744 0 0,'-25'-3'3565'0'0,"-9"-1"5455"0"0,15 3-6911 0 0,19 4-1740 0 0,-1 0 0 0 0,1 0 0 0 0,0 0 0 0 0,0 0 0 0 0,0 0 0 0 0,1 5 0 0 0,17 83 1585 0 0,5 41-1558 0 0,-22-127-574 0 0,9 65-2347 0 0,-9-64 1537 0 0,1 0 0 0 0,0 0 0 0 0,0 0-1 0 0,0-1 1 0 0,0 1 0 0 0,1-1 0 0 0,0 1 0 0 0,0-1 0 0 0,6 6 0 0 0</inkml:trace>
  <inkml:trace contextRef="#ctx0" brushRef="#br0" timeOffset="1">1009 268 2012 0 0,'15'-8'9651'0'0,"-2"2"-5215"0"0,38-16-595 0 0,3 4-4018 0 0,2 3-3855 0 0,0 2-3692 0 0,-38 9 2121 0 0</inkml:trace>
  <inkml:trace contextRef="#ctx0" brushRef="#br0" timeOffset="2">1611 136 1584 0 0,'3'1'5633'0'0,"31"5"3222"0"0,-16-6-8456 0 0,43-8-480 0 0,8 1-4019 0 0,-46 5 113 0 0,6 0-1912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6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1832 0 0,'13'9'11955'0'0,"-11"-8"-11464"0"0,0 0 1 0 0,0 0-1 0 0,0 0 1 0 0,0-1 0 0 0,1 1-1 0 0,-1-1 1 0 0,0 0-1 0 0,0 0 1 0 0,1 0 0 0 0,-1 0-1 0 0,2 0 1 0 0,8-2-786 0 0,-9 0 3 0 0,16-1-1975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7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50 222 1512 0 0,'-3'0'3760'0'0,"-18"-4"650"0"0,14 3-3880 0 0,-11-2 5163 0 0,36 0-3538 0 0,241-8-1015 0 0,-82 10-5113 0 0,-154-1 2509 0 0,-1-1-4570 0 0,-3 1 709 0 0</inkml:trace>
  <inkml:trace contextRef="#ctx0" brushRef="#br0" timeOffset="1">261 20 92 0 0,'-2'-1'2783'0'0,"-10"-5"850"0"0,-14-5 3441 0 0,24 11-6834 0 0,1-1 0 0 0,0 1 0 0 0,0 0 0 0 0,0 0 0 0 0,0 0 0 0 0,0 0 0 0 0,-1 0 0 0 0,1 0 0 0 0,0 0 0 0 0,0 0-1 0 0,0 0 1 0 0,0 0 0 0 0,0 1 0 0 0,-1-1 0 0 0,1 0 0 0 0,0 1 0 0 0,0-1 0 0 0,0 1 0 0 0,-2 1 0 0 0,2 0-118 0 0,0 0-1 0 0,0 0 0 0 0,1 1 1 0 0,-1-1-1 0 0,0 0 1 0 0,1 0-1 0 0,-1 1 1 0 0,1-1-1 0 0,0 1 1 0 0,0-1-1 0 0,0 0 1 0 0,1 5-1 0 0,-1 4 102 0 0,0 88 672 0 0,1-39-672 0 0,-1-32-175 0 0,3 116-977 0 0,-1-117-1082 0 0,2-1 0 0 0,0 1 0 0 0,11 34 0 0 0,-9-42-2051 0 0,6-5-1848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379 104 1932 0 0,'8'-9'3803'0'0,"-1"-1"1"0"0,0-1-1 0 0,10-19 0 0 0,-7 4-445 0 0,-9 24-2756 0 0,-3-3 44 0 0,2 4-629 0 0,0 1-1 0 0,0 0 0 0 0,0-1 1 0 0,0 1-1 0 0,0-1 0 0 0,0 1 0 0 0,0 0 1 0 0,0-1-1 0 0,0 1 0 0 0,0 0 1 0 0,0-1-1 0 0,0 1 0 0 0,0-1 0 0 0,0 1 1 0 0,0 0-1 0 0,-1-1 0 0 0,1 1 1 0 0,0 0-1 0 0,0 0 0 0 0,0-1 0 0 0,-1 1 1 0 0,1 0-1 0 0,0-1 0 0 0,-1 1 1 0 0,1 0-1 0 0,0 0 0 0 0,0-1 0 0 0,-1 1 1 0 0,0 0-1 0 0,-5-1 59 0 0,-1 1-1 0 0,0 0 1 0 0,0 1 0 0 0,0 0-1 0 0,0 0 1 0 0,0 0 0 0 0,0 1-1 0 0,1 0 1 0 0,-1 0 0 0 0,1 0-1 0 0,-12 7 1 0 0,-10 6-40 0 0,-32 23 0 0 0,44-27 18 0 0,-15 10 6 0 0,0 2 0 0 0,-42 40 0 0 0,63-53-111 0 0,0 1 0 0 0,0 0-1 0 0,1 1 1 0 0,1 0 0 0 0,0 0 0 0 0,0 1-1 0 0,1 0 1 0 0,1 0 0 0 0,-7 22-1 0 0,12-32 19 0 0,1 0 1 0 0,0 0-1 0 0,0 0 0 0 0,0 1 0 0 0,1-1 0 0 0,-1 0 0 0 0,1 0 0 0 0,-1 0 0 0 0,1 0 0 0 0,0-1 0 0 0,0 1 0 0 0,3 5 0 0 0,-4-7 19 0 0,2 1-10 0 0,-1 0 0 0 0,1-1 0 0 0,0 1-1 0 0,-1 0 1 0 0,1-1 0 0 0,0 1-1 0 0,0-1 1 0 0,0 1 0 0 0,0-1-1 0 0,1 0 1 0 0,-1 0 0 0 0,0 0 0 0 0,0 0-1 0 0,1 0 1 0 0,-1 0 0 0 0,3 0-1 0 0,-3-1 17 0 0,1 1-14 0 0,1 0 1 0 0,0-1-1 0 0,0 1 0 0 0,0-1 1 0 0,0 0-1 0 0,0 0 0 0 0,0 0 1 0 0,0 0-1 0 0,0-1 1 0 0,0 0-1 0 0,0 0 0 0 0,7-2 1 0 0,0-1-23 0 0,1-1 0 0 0,16-10 0 0 0,-12 4 54 0 0,0-1 0 0 0,-1 0 0 0 0,0-1 0 0 0,-1-1 0 0 0,-1-1 0 0 0,0 0-1 0 0,-1 0 1 0 0,-1-1 0 0 0,11-20 0 0 0,-2 9 835 0 0,-8 8-415 0 0,-12 18-419 0 0,1 0-1 0 0,-1 1 1 0 0,1-1 0 0 0,-1 0 0 0 0,1 1 0 0 0,-1-1-1 0 0,1 0 1 0 0,-1 1 0 0 0,1-1 0 0 0,0 1 0 0 0,-1-1 0 0 0,1 1-1 0 0,0 0 1 0 0,-1-1 0 0 0,1 1 0 0 0,0-1 0 0 0,0 1-1 0 0,-1 0 1 0 0,1 0 0 0 0,1-1 0 0 0,0 3-4 0 0,-1-1 0 0 0,1 1 0 0 0,-1 0 0 0 0,1 0-1 0 0,-1-1 1 0 0,0 1 0 0 0,0 0 0 0 0,0 0 0 0 0,0 0 0 0 0,0 0 0 0 0,-1 0 0 0 0,1 1 0 0 0,0-1 0 0 0,-1 0 0 0 0,0 0 0 0 0,1 3 0 0 0,2 43 123 0 0,-4 33-40 0 0,-1 25-2532 0 0,9-2-6780 0 0,-4-88 5325 0 0,5-1-1610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8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2216 0 0,'19'-21'17796'0'0,"-15"18"-16750"0"0,-3 3-939 0 0,-1 0-1 0 0,1 0 1 0 0,-1 0 0 0 0,0 0-1 0 0,1 0 1 0 0,-1 0 0 0 0,0 0-1 0 0,1 0 1 0 0,-1 0 0 0 0,0 0-1 0 0,1 1 1 0 0,-1-1 0 0 0,1 0-1 0 0,-1 0 1 0 0,0 0 0 0 0,0 0 0 0 0,1 1-1 0 0,-1-1 1 0 0,0 0 0 0 0,1 0-1 0 0,-1 0 1 0 0,0 1 0 0 0,0-1-1 0 0,1 0 1 0 0,-1 1 0 0 0,0-1-1 0 0,0 0 1 0 0,1 1 0 0 0,5 22 638 0 0,-4 6-205 0 0,-1 0 0 0 0,-6 57 0 0 0,-5-12-1358 0 0,-2-2-3326 0 0,4-24-1472 0 0,7-29-1344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8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2576 0 0,'19'-46'10248'0'0,"-2"2"-4048"0"0,0 48-5393 0 0,-16-4-731 0 0,1 1 0 0 0,0 0 0 0 0,0 0 0 0 0,0 0 0 0 0,0 0 0 0 0,-1 0 0 0 0,1 0 0 0 0,0 0 0 0 0,-1 1 0 0 0,1-1 0 0 0,-1 1 0 0 0,0-1 0 0 0,1 1 0 0 0,0 1 0 0 0,15 27 458 0 0,-13-22-398 0 0,2 3-26 0 0,-1 1 0 0 0,0-1-1 0 0,-1 1 1 0 0,0 1 0 0 0,-1-1 0 0 0,-1 0 0 0 0,0 1 0 0 0,1 23 0 0 0,-3-15-36 0 0,-2-1 0 0 0,0 1 0 0 0,-1 0 0 0 0,-9 33-1 0 0,11-51-79 0 0,0 0-1 0 0,0 1 0 0 0,0-1 0 0 0,0 0 1 0 0,-1 1-1 0 0,1-1 0 0 0,-1 0 0 0 0,0 0 1 0 0,0 0-1 0 0,0 0 0 0 0,-1-1 0 0 0,1 1 1 0 0,-4 2-1 0 0,5-3-42 0 0,-7-28-225 0 0,8 17 256 0 0,0-1-1 0 0,1 0 1 0 0,0 0-1 0 0,1 1 1 0 0,0-1-1 0 0,1 1 1 0 0,0-1-1 0 0,0 1 1 0 0,7-12-1 0 0,1-2-5 0 0,2 1 0 0 0,21-29-1 0 0,-27 41 12 0 0,1-1-1 0 0,1 1 1 0 0,0 1 0 0 0,0 0 0 0 0,1 0-1 0 0,0 1 1 0 0,0 0 0 0 0,1 0 0 0 0,0 1-1 0 0,19-8 1 0 0,-27 13 19 0 0,1 1 1 0 0,0 0-1 0 0,-1 0 1 0 0,1 0-1 0 0,0 0 1 0 0,0 0-1 0 0,0 1 0 0 0,0 0 1 0 0,0 0-1 0 0,-1 0 1 0 0,1 0-1 0 0,0 0 0 0 0,0 1 1 0 0,0 0-1 0 0,0 0 1 0 0,-1 0-1 0 0,1 0 1 0 0,0 1-1 0 0,-1-1 0 0 0,1 1 1 0 0,-1 0-1 0 0,0 0 1 0 0,1 0-1 0 0,-1 0 0 0 0,0 1 1 0 0,0-1-1 0 0,-1 1 1 0 0,1 0-1 0 0,0 0 1 0 0,-1 0-1 0 0,3 4 0 0 0,0 2-133 0 0,-1 2-1 0 0,0-1 0 0 0,-1 0 0 0 0,1 1 0 0 0,-2 0 0 0 0,0 0 0 0 0,0-1 1 0 0,-1 1-1 0 0,0 0 0 0 0,-2 19 0 0 0,2-1-4121 0 0,1-1-3361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9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0 247 1220 0 0,'2'-37'8166'0'0,"5"2"-3759"0"0,-5 31-4127 0 0,0-1 0 0 0,0 1-1 0 0,0-1 1 0 0,1 1 0 0 0,-1 0-1 0 0,1 0 1 0 0,0 0 0 0 0,0 0-1 0 0,0 0 1 0 0,1 1 0 0 0,-1 0-1 0 0,8-6 1 0 0,-6 6-180 0 0,0 0 0 0 0,0 0 0 0 0,0 0 0 0 0,1 1-1 0 0,0 0 1 0 0,-1 0 0 0 0,1 0 0 0 0,0 1 0 0 0,0 0 0 0 0,0 0 0 0 0,0 0 0 0 0,0 1 0 0 0,0 0-1 0 0,0 0 1 0 0,0 0 0 0 0,0 1 0 0 0,0 0 0 0 0,0 0 0 0 0,-1 0 0 0 0,1 1 0 0 0,0 0 0 0 0,0 0 0 0 0,-1 0-1 0 0,6 4 1 0 0,-6-3-41 0 0,1 0-1 0 0,-1 0 0 0 0,-1 1 0 0 0,1 0 1 0 0,0 0-1 0 0,-1 0 0 0 0,0 0 0 0 0,0 0 1 0 0,0 1-1 0 0,0 0 0 0 0,-1 0 0 0 0,0 0 1 0 0,0 0-1 0 0,0 1 0 0 0,-1-1 1 0 0,1 1-1 0 0,-1-1 0 0 0,-1 1 0 0 0,1 0 1 0 0,-1 0-1 0 0,0 0 0 0 0,0 0 0 0 0,-1 12 1 0 0,-1-6-23 0 0,0 1 1 0 0,-2-1 0 0 0,1 1 0 0 0,-2-1-1 0 0,0 0 1 0 0,0 0 0 0 0,-1 0 0 0 0,0-1 0 0 0,-10 15-1 0 0,1-5 52 0 0,-1 0 0 0 0,-1-1 0 0 0,-28 28 0 0 0,28-38 17 0 0,13-8-21 0 0,-9-9-48 0 0,12 5-35 0 0,0 0 0 0 0,0 1 0 0 0,0-1 0 0 0,0 0 0 0 0,0 0 0 0 0,1 0 0 0 0,-1 1-1 0 0,1-1 1 0 0,-1 0 0 0 0,1 1 0 0 0,0-1 0 0 0,-1 0 0 0 0,1 1 0 0 0,0-1 0 0 0,0 1-1 0 0,2-3 1 0 0,2-4 0 0 0,12-20-6 0 0,1 0-1 0 0,2 1 0 0 0,1 1 1 0 0,30-29-1 0 0,-5 4-36 0 0,-14 15 22 0 0,94-114 69 0 0,-121 143-36 0 0,-1 2 5 0 0,0 0 1 0 0,0-1-1 0 0,0 1 0 0 0,-1-1 0 0 0,4-8 1 0 0,-6 12-29 0 0,-5 2-18 0 0,0 1 28 0 0,-1 0 0 0 0,1 0-1 0 0,0 1 1 0 0,-1-1 0 0 0,1 1-1 0 0,0 0 1 0 0,0 0 0 0 0,1 1-1 0 0,-1-1 1 0 0,0 1 0 0 0,1-1-1 0 0,-1 1 1 0 0,1 1 0 0 0,0-1-1 0 0,0 0 1 0 0,-3 5 0 0 0,-9 10 29 0 0,-21 37 1 0 0,24-36-18 0 0,2 0 0 0 0,0 0 1 0 0,1 1-1 0 0,1 1 0 0 0,1-1 0 0 0,-7 38 1 0 0,12-47 8 0 0,0 1 1 0 0,1-1-1 0 0,1 0 1 0 0,-1 0 0 0 0,2 1-1 0 0,2 15 1 0 0,-2-23-23 0 0,0 0 1 0 0,0 0-1 0 0,1 0 1 0 0,-1 0-1 0 0,1 0 1 0 0,0 0-1 0 0,0-1 1 0 0,1 1-1 0 0,-1-1 1 0 0,1 1-1 0 0,-1-1 0 0 0,1 0 1 0 0,0 0-1 0 0,0 0 1 0 0,1 0-1 0 0,-1-1 1 0 0,0 0-1 0 0,1 1 1 0 0,0-1-1 0 0,6 3 1 0 0,3 0-602 0 0,1 0-1 0 0,0-1 1 0 0,0 0 0 0 0,1-1 0 0 0,-1-1 0 0 0,1 0 0 0 0,15-1-1 0 0,-11-1-2439 0 0,1-1 0 0 0,28-5 0 0 0,-18 0-3219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29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72 365 1548 0 0,'7'-19'20494'0'0,"-5"24"-20391"0"0,-1 0 1 0 0,0 1-1 0 0,0-1 1 0 0,0 1-1 0 0,-1-1 0 0 0,1 0 1 0 0,-1 1-1 0 0,-1 6 1 0 0,0 0 0 0 0,-1 0 0 0 0,0 0 0 0 0,-3 12 0 0 0,-43 109 611 0 0,33-100-398 0 0,15-32-305 0 0,0-1-1 0 0,0 1 1 0 0,0-1-1 0 0,0 0 1 0 0,-1 1 0 0 0,1-1-1 0 0,0 1 1 0 0,0-1-1 0 0,0 1 1 0 0,-1-1 0 0 0,1 0-1 0 0,0 1 1 0 0,0-1 0 0 0,-1 1-1 0 0,1-1 1 0 0,0 0-1 0 0,-1 1 1 0 0,1-1 0 0 0,-1 0-1 0 0,1 0 1 0 0,0 1-1 0 0,-1-1 1 0 0,1 0 0 0 0,-2 1-1 0 0,2-2-6 0 0,0 1-1 0 0,0 0 1 0 0,-1 0-1 0 0,1 0 0 0 0,0 0 1 0 0,0 0-1 0 0,-1-1 1 0 0,1 1-1 0 0,0 0 1 0 0,0 0-1 0 0,0 0 1 0 0,-1-1-1 0 0,1 1 0 0 0,0 0 1 0 0,0 0-1 0 0,0-1 1 0 0,0 1-1 0 0,0 0 1 0 0,-1-1-1 0 0,1 1 1 0 0,0 0-1 0 0,0 0 0 0 0,0-1 1 0 0,0 1-1 0 0,0 0 1 0 0,0-1-1 0 0,0 1 1 0 0,0 0-1 0 0,0 0 1 0 0,0-1-1 0 0,0 1 0 0 0,0 0 1 0 0,0-1-1 0 0,0 1 1 0 0,1 0-1 0 0,-1 0 1 0 0,0-1-1 0 0,0 1 0 0 0,0-1 1 0 0,4-12-4 0 0,0 1 1 0 0,0-1-1 0 0,1 1 1 0 0,11-20-1 0 0,33-47-19 0 0,-32 57 1 0 0,1 0 0 0 0,34-32 0 0 0,-31 34-2 0 0,-20 19 11 0 0,0-1 0 0 0,1 1 0 0 0,0 0 0 0 0,-1-1 0 0 0,1 1 0 0 0,0 0 0 0 0,-1 0 1 0 0,1 0-1 0 0,0 0 0 0 0,0 0 0 0 0,0 0 0 0 0,0 0 0 0 0,0 1 0 0 0,0-1 0 0 0,0 1 0 0 0,0 0 0 0 0,0-1 0 0 0,0 1 0 0 0,1 0 0 0 0,-1 0 0 0 0,0 0 0 0 0,0 1 0 0 0,0-1 0 0 0,0 0 0 0 0,0 1 0 0 0,0 0 0 0 0,0-1 0 0 0,0 1 0 0 0,0 0 0 0 0,0 0 0 0 0,0 0 0 0 0,2 1 0 0 0,-1 1 19 0 0,1 0 0 0 0,0 0 0 0 0,0 1 0 0 0,-1-1 0 0 0,0 1 0 0 0,0 0 0 0 0,0 0-1 0 0,0 0 1 0 0,-1 0 0 0 0,1 0 0 0 0,-1 1 0 0 0,3 7 0 0 0,-2 0 43 0 0,0 1 0 0 0,0-1 0 0 0,-2 1 0 0 0,1 0 0 0 0,-2 23 0 0 0,-9 69 124 0 0,5-72-260 0 0,4-31-17 0 0,-1 0-92 0 0,1 1 0 0 0,0-1 0 0 0,0 0 0 0 0,-1 0 0 0 0,1 1 0 0 0,1-1 0 0 0,-1 0 0 0 0,0 1 0 0 0,1-1 0 0 0,-1 0 0 0 0,1 0 0 0 0,-1 0 1 0 0,1 1-1 0 0,0-1 0 0 0,2 3 0 0 0,2-4-1317 0 0,22-8-1944 0 0,2-8-3361 0 0,-10-2-963 0 0</inkml:trace>
  <inkml:trace contextRef="#ctx0" brushRef="#br0" timeOffset="1">1005 30 1700 0 0,'-29'-2'21286'0'0,"49"-1"-22188"0"0,94-9 572 0 0,-52 6-3029 0 0,-4-1-5959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0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 1740 0 0,'-70'39'6876'0'0,"18"-9"-1854"0"0,51-30-4961 0 0,1 1 0 0 0,-1-1 0 0 0,0 0-1 0 0,1 1 1 0 0,-1-1 0 0 0,1 0 0 0 0,-1 1 0 0 0,1-1 0 0 0,-1 0 0 0 0,1 1 0 0 0,-1-1 0 0 0,1 1-1 0 0,-1-1 1 0 0,1 1 0 0 0,0-1 0 0 0,-1 1 0 0 0,1 0 0 0 0,0-1 0 0 0,0 1 0 0 0,-1-1-1 0 0,1 1 1 0 0,0 0 0 0 0,0-1 0 0 0,0 1 0 0 0,0-1 0 0 0,-1 1 0 0 0,1 0 0 0 0,0-1 0 0 0,0 1-1 0 0,0 0 1 0 0,1-1 0 0 0,-1 1 0 0 0,0 0 0 0 0,0-1 0 0 0,0 1 0 0 0,0-1 0 0 0,1 1-1 0 0,-1 0 1 0 0,0-1 0 0 0,0 1 0 0 0,1-1 0 0 0,-1 1 0 0 0,0-1 0 0 0,1 1 0 0 0,-1-1 0 0 0,1 1-1 0 0,-1-1 1 0 0,1 1 0 0 0,-1-1 0 0 0,1 1 0 0 0,-1-1 0 0 0,1 0 0 0 0,-1 1 0 0 0,1-1-1 0 0,0 0 1 0 0,0 1 0 0 0,19 2 215 0 0,0-1-1 0 0,0 0 1 0 0,0-2-1 0 0,32-2 0 0 0,88-17-1427 0 0,-111 14 443 0 0,127-27-7290 0 0,-98 19 1778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72 104 0 0,'-17'-23'11105'0'0,"-12"-7"-5553"0"0,17 18-2010 0 0,8 9-2796 0 0,4 3-710 0 0,0 0 1 0 0,0 0-1 0 0,0-1 1 0 0,0 1-1 0 0,-1 0 0 0 0,1 0 1 0 0,0-1-1 0 0,0 1 0 0 0,0 0 1 0 0,-1 0-1 0 0,1 0 1 0 0,0-1-1 0 0,0 1 0 0 0,0 0 1 0 0,-1 0-1 0 0,1 0 0 0 0,0 0 1 0 0,-1 0-1 0 0,1 0 0 0 0,0-1 1 0 0,0 1-1 0 0,-1 0 1 0 0,1 0-1 0 0,0 0 0 0 0,-1 0 1 0 0,1 0-1 0 0,0 0 0 0 0,0 0 1 0 0,-1 0-1 0 0,1 0 1 0 0,0 0-1 0 0,-1 0 0 0 0,1 1 1 0 0,-1-1-1 0 0,0 2 14 0 0,-1 1-1 0 0,1 0 1 0 0,-1 0-1 0 0,1 0 1 0 0,0 0-1 0 0,0 0 1 0 0,0 0 0 0 0,1 0-1 0 0,-1 0 1 0 0,1 0-1 0 0,-1 5 1 0 0,1 43 208 0 0,1-25-74 0 0,0 78 310 0 0,1-3-184 0 0,-15 136 0 0 0,-19-26 184 0 0,31-203-446 0 0,-7 18 399 0 0,8-26-439 0 0,0 1 0 0 0,-1-1 0 0 0,1 1 0 0 0,-1-1 0 0 0,1 1 0 0 0,-1-1 0 0 0,1 0 0 0 0,-1 1 0 0 0,1-1 0 0 0,-1 0 0 0 0,1 1 0 0 0,-1-1 0 0 0,0 0 0 0 0,1 0 0 0 0,-1 0 0 0 0,1 0 0 0 0,-1 1 0 0 0,0-1 0 0 0,1 0 0 0 0,-1 0 0 0 0,0 0 0 0 0,1 0 0 0 0,-1 0 0 0 0,1 0 0 0 0,-1-1 0 0 0,0 1 0 0 0,1 0 0 0 0,-1 0 0 0 0,1 0 0 0 0,-1-1 0 0 0,-1 1 0 0 0,2-1-6 0 0,-1 1 1 0 0,1-1 0 0 0,-1 1 0 0 0,1-1 0 0 0,-1 1-1 0 0,1-1 1 0 0,-1 1 0 0 0,1-1 0 0 0,0 1-1 0 0,-1-1 1 0 0,1 0 0 0 0,0 1 0 0 0,-1-1 0 0 0,1 0-1 0 0,0 1 1 0 0,0-1 0 0 0,0 0 0 0 0,0 1-1 0 0,-1-1 1 0 0,1 0 0 0 0,0 1 0 0 0,0-1 0 0 0,1-1-1 0 0,-3-4 3 0 0,2 0-1 0 0,-1 0 1 0 0,1-1-1 0 0,0 1 0 0 0,0 0 1 0 0,0-1-1 0 0,1 1 0 0 0,0 0 1 0 0,3-11-1 0 0,2-1 37 0 0,14-30-1 0 0,-14 37-50 0 0,0 0 0 0 0,1 0 1 0 0,0 1-1 0 0,1-1 0 0 0,14-14 0 0 0,-16 19-23 0 0,0 0-1 0 0,0 1 1 0 0,0 0-1 0 0,1 0 1 0 0,0 0-1 0 0,0 1 1 0 0,0 0-1 0 0,1 1 1 0 0,11-5-1 0 0,-13 7 11 0 0,0 1 1 0 0,-1-1-1 0 0,1 1 0 0 0,0 0 0 0 0,0 0 1 0 0,0 1-1 0 0,-1 0 0 0 0,1 0 1 0 0,0 0-1 0 0,-1 1 0 0 0,1-1 0 0 0,-1 2 1 0 0,8 2-1 0 0,-3 1 24 0 0,0 0-1 0 0,-1 1 1 0 0,1 0-1 0 0,-1 1 1 0 0,-1 0-1 0 0,0 0 1 0 0,0 1-1 0 0,0 0 1 0 0,-1 0-1 0 0,0 1 1 0 0,7 13-1 0 0,-12-18 28 0 0,1 1-1 0 0,-1-1 0 0 0,0 0 0 0 0,-1 1 0 0 0,1-1 0 0 0,-1 1 0 0 0,0 0 0 0 0,-1-1 0 0 0,1 1 0 0 0,-1 0 0 0 0,0 0 0 0 0,-1-1 0 0 0,1 1 0 0 0,-1 0 0 0 0,0-1 0 0 0,-1 1 0 0 0,1-1 1 0 0,-1 1-1 0 0,0-1 0 0 0,0 0 0 0 0,-1 1 0 0 0,0-1 0 0 0,0 0 0 0 0,0-1 0 0 0,-4 6 0 0 0,-2 1 17 0 0,0-1-1 0 0,0 0 1 0 0,-1-1 0 0 0,-1 0 0 0 0,1-1-1 0 0,-1 0 1 0 0,-1 0 0 0 0,1-1-1 0 0,-16 6 1 0 0,6-4 16 0 0,-1-1 0 0 0,-1-1 0 0 0,1-2 0 0 0,-43 7 0 0 0,52-11-213 0 0,0 1-1 0 0,0-2 1 0 0,0 1-1 0 0,0-2 0 0 0,1 0 1 0 0,-16-3-1 0 0,27 4 134 0 0,-19-6-2442 0 0,19 6 2291 0 0,1 0-1 0 0,-1 0 0 0 0,1 0 0 0 0,-1 0 0 0 0,1-1 0 0 0,-1 1 1 0 0,1 0-1 0 0,0 0 0 0 0,-1 0 0 0 0,1-1 0 0 0,-1 1 1 0 0,1 0-1 0 0,-4-5-1890 0 0,4 4 1890 0 0,0 1 0 0 0,0-1 0 0 0,0 1 1 0 0,0 0-1 0 0,-1-1 0 0 0,1 1 0 0 0,0-1 0 0 0,0 1 1 0 0,0-1-1 0 0,0 0 0 0 0,1 1 0 0 0,-1 0 0 0 0,0-1 0 0 0,0 1 1 0 0,0-1-1 0 0,0 1 0 0 0,0-1 0 0 0,1 0 0 0 0</inkml:trace>
  <inkml:trace contextRef="#ctx0" brushRef="#br0" timeOffset="1">900 741 1056 0 0,'12'-3'22256'0'0,"-11"5"-22153"0"0,0-1 0 0 0,-1 1 0 0 0,1-1-1 0 0,0 1 1 0 0,-1 0 0 0 0,1 0 0 0 0,-1-1 0 0 0,1 1 0 0 0,-1 0 0 0 0,0 0-1 0 0,0 0 1 0 0,0-1 0 0 0,0 4 0 0 0,-2 32 357 0 0,0-21-230 0 0,-23 252 575 0 0,12-153-4279 0 0,2 1-6210 0 0,9-68-1001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479 165 1668 0 0,'-4'-14'9790'0'0,"4"1"-8288"0"0,-1 0-1 0 0,0 0 0 0 0,-4-15 1 0 0,4 23-1358 0 0,-1 0 0 0 0,1 0 0 0 0,-1 0 0 0 0,0 0 0 0 0,0 0 0 0 0,-1 0 1 0 0,1 1-1 0 0,-1-1 0 0 0,0 1 0 0 0,-6-7 0 0 0,6 9-130 0 0,0-1 0 0 0,0 1 0 0 0,0 0 0 0 0,0 0 0 0 0,0 0 0 0 0,-1 1 0 0 0,1-1 0 0 0,-4-1 0 0 0,4 2-7 0 0,-1 0-10 0 0,-1 0 0 0 0,1 0 1 0 0,0 0-1 0 0,0 1 0 0 0,0-1 1 0 0,-1 1-1 0 0,1 0 1 0 0,0 1-1 0 0,-1-1 0 0 0,-5 2 1 0 0,1 0-7 0 0,0 0 1 0 0,-1 0-1 0 0,-12 7 0 0 0,2 0-3 0 0,1 2 0 0 0,1 0 0 0 0,0 1 0 0 0,0 1-1 0 0,1 1 1 0 0,-26 27 0 0 0,23-19-7 0 0,1 1 0 0 0,1 0 0 0 0,1 2 0 0 0,-19 37 0 0 0,30-51 17 0 0,0 1-1 0 0,1 1 0 0 0,1-1 0 0 0,0 1 1 0 0,1-1-1 0 0,0 1 0 0 0,1 0 0 0 0,-1 22 0 0 0,3-30 5 0 0,0-1-1 0 0,0 0 1 0 0,0 0-1 0 0,1 0 1 0 0,-1 0-1 0 0,1 0 1 0 0,0 0-1 0 0,0 0 1 0 0,1-1-1 0 0,-1 1 1 0 0,1 0-1 0 0,0 0 1 0 0,0-1-1 0 0,0 1 1 0 0,0-1-1 0 0,0 0 1 0 0,1 0-1 0 0,0 1 1 0 0,0-2-1 0 0,-1 1 1 0 0,2 0-1 0 0,-1-1 1 0 0,0 1-1 0 0,1-1 1 0 0,-1 0-1 0 0,1 0 1 0 0,-1 0-1 0 0,1-1 1 0 0,0 1-1 0 0,0-1 1 0 0,6 2-1 0 0,1-1-1 0 0,0-1 0 0 0,0 0 0 0 0,0 0 0 0 0,1-1 0 0 0,-1 0 0 0 0,0-1 0 0 0,0 0 1 0 0,0-1-1 0 0,0-1 0 0 0,-1 1 0 0 0,1-2 0 0 0,0 1 0 0 0,-1-1 0 0 0,15-9 0 0 0,-16 8 4 0 0,-1 0 1 0 0,0 0-1 0 0,-1-1 0 0 0,1 0 1 0 0,-1 0-1 0 0,-1-1 0 0 0,1 0 1 0 0,-1 0-1 0 0,0-1 0 0 0,-1 0 0 0 0,1 1 1 0 0,-2-2-1 0 0,1 1 0 0 0,-1-1 1 0 0,0 1-1 0 0,-1-1 0 0 0,3-12 1 0 0,2-13 361 0 0,-2 0 0 0 0,-2-1 1 0 0,0-35-1 0 0,-4 64-395 0 0,0 22 36 0 0,0 27 16 0 0,1-4-102 0 0,1-1 1 0 0,2 0 0 0 0,10 42-1 0 0,-8-57-1212 0 0,0 0 0 0 0,2-1 0 0 0,15 32-1 0 0,-20-47 2 0 0,1 0-1 0 0,0 0 1 0 0,1 0-1 0 0,0 0 1 0 0,10 11-1 0 0,2-7-3589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2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49 2228 0 0,'-7'-23'12661'0'0,"7"22"-12560"0"0,0 0 1 0 0,-1 0-1 0 0,1 0 1 0 0,0 1-1 0 0,0-1 1 0 0,0 0-1 0 0,1 0 1 0 0,-1 0-1 0 0,0 0 1 0 0,0 1-1 0 0,0-1 1 0 0,0 0 0 0 0,1 0-1 0 0,-1 1 1 0 0,0-1-1 0 0,1 0 1 0 0,-1 0-1 0 0,1 1 1 0 0,-1-1-1 0 0,1 0 1 0 0,0 0-1 0 0,1-1 356 0 0,-2 2-441 0 0,0-1 1 0 0,1 1-1 0 0,-1-1 0 0 0,1 1 1 0 0,-1 0-1 0 0,0-1 0 0 0,1 1 1 0 0,-1 0-1 0 0,1-1 0 0 0,-1 1 1 0 0,1 0-1 0 0,-1 0 0 0 0,1-1 1 0 0,-1 1-1 0 0,1 0 0 0 0,0 0 1 0 0,-1 0-1 0 0,1 0 0 0 0,-1 0 0 0 0,1 0 1 0 0,-1 0-1 0 0,1 0 0 0 0,0 0 1 0 0,-1 0-1 0 0,1 0 0 0 0,0 0 1 0 0,19 1 161 0 0,-18-1-196 0 0,0 0 23 0 0,-1 1 0 0 0,1-1 0 0 0,-1 1 0 0 0,1 0 0 0 0,-1-1 0 0 0,1 1 0 0 0,-1 0 0 0 0,0 0 0 0 0,1 0 0 0 0,-1 0 0 0 0,0 0 0 0 0,0 0 0 0 0,1 1 0 0 0,-1-1 0 0 0,0 0 0 0 0,-1 0 0 0 0,1 1 0 0 0,0-1 0 0 0,1 3 0 0 0,10 25 57 0 0,-11-20-44 0 0,0-1 1 0 0,-1 1-1 0 0,0 0 1 0 0,-1 0-1 0 0,0 0 0 0 0,0-1 1 0 0,-1 1-1 0 0,0 0 1 0 0,-4 8-1 0 0,-5 12 84 0 0,-22 37 0 0 0,13-27-19 0 0,0-1-28 0 0,19-37-36 0 0,0 2 9 0 0,-1 8 8 0 0,2-11-31 0 0,0 1 0 0 0,0-1 1 0 0,0 1-1 0 0,0-1 0 0 0,0 1 0 0 0,0-1 1 0 0,0 1-1 0 0,0-1 0 0 0,0 1 1 0 0,1-1-1 0 0,-1 0 0 0 0,0 1 0 0 0,0-1 1 0 0,0 1-1 0 0,1-1 0 0 0,-1 1 0 0 0,0-1 1 0 0,0 0-1 0 0,1 1 0 0 0,-1-1 1 0 0,0 0-1 0 0,1 1 0 0 0,-1-1 0 0 0,0 0 1 0 0,1 0-1 0 0,-1 1 0 0 0,0-1 0 0 0,1 0 1 0 0,-1 0-1 0 0,1 1 0 0 0,-1-1 1 0 0,1 0-1 0 0,-1 0 0 0 0,0 0 0 0 0,1 0 1 0 0,-1 0-1 0 0,1 0 0 0 0,-1 0 1 0 0,1 0-1 0 0,0 0 0 0 0,16-1-230 0 0,0 0 0 0 0,0-1-1 0 0,31-9 1 0 0,55-22-4657 0 0,-50 15 1345 0 0,-20 6 334 0 0,1-2-1037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3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2376 0 0,'8'-25'18332'0'0,"-7"32"-17509"0"0,-1 18-346 0 0,-4 31-450 0 0,0-19-485 0 0,3 0 0 0 0,3 45 0 0 0,3-29-3247 0 0,2-3-3626 0 0,-4-28 110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4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86 135 1748 0 0,'-57'-46'8990'0'0,"54"43"-8662"0"0,0 0 0 0 0,0 0 1 0 0,0 0-1 0 0,1 0 0 0 0,0 0 1 0 0,0-1-1 0 0,0 0 0 0 0,0 1 0 0 0,0-1 1 0 0,0 0-1 0 0,-1-6 0 0 0,4 9-318 0 0,-1 1-1 0 0,1-1 1 0 0,-1 0-1 0 0,1 0 1 0 0,-1 1-1 0 0,1-1 1 0 0,0 0-1 0 0,-1 1 1 0 0,1-1-1 0 0,0 0 1 0 0,-1 1-1 0 0,1-1 1 0 0,0 1-1 0 0,0 0 1 0 0,0-1-1 0 0,0 1 1 0 0,-1-1-1 0 0,1 1 0 0 0,0 0 1 0 0,0 0-1 0 0,0 0 1 0 0,0-1-1 0 0,0 1 1 0 0,0 0-1 0 0,0 0 1 0 0,0 0-1 0 0,-1 0 1 0 0,1 0-1 0 0,0 1 1 0 0,0-1-1 0 0,0 0 1 0 0,0 0-1 0 0,0 1 1 0 0,0-1-1 0 0,0 0 1 0 0,-1 1-1 0 0,1-1 1 0 0,0 1-1 0 0,0-1 1 0 0,0 1-1 0 0,7 4 8 0 0,0 1 0 0 0,0 0 0 0 0,-1 0 0 0 0,0 0 0 0 0,0 1 0 0 0,-1 0 0 0 0,1 0-1 0 0,-1 0 1 0 0,-1 1 0 0 0,0 0 0 0 0,0 0 0 0 0,0 0 0 0 0,-1 1 0 0 0,-1 0 0 0 0,1 0 0 0 0,-1 0 0 0 0,-1 0 0 0 0,0 0 0 0 0,0 0 0 0 0,-1 1 0 0 0,0-1-1 0 0,0 14 1 0 0,-4-2 211 0 0,0-1-1 0 0,-2 1 0 0 0,0-1 0 0 0,-15 36 1 0 0,20-54 331 0 0,0-4-548 0 0,1 0 1 0 0,0 0 0 0 0,0 0-1 0 0,1 0 1 0 0,-1 0-1 0 0,0 0 1 0 0,1 0-1 0 0,2-2 1 0 0,2-4 10 0 0,30-40-5 0 0,2 2 0 0 0,53-51 0 0 0,-19 22 11 0 0,-25 23 781 0 0,-46 51-752 0 0,0 0 0 0 0,0 0 0 0 0,1 0 0 0 0,-1 0 0 0 0,0-1 0 0 0,0 1 0 0 0,-1 0 0 0 0,1-1 0 0 0,0 1 1 0 0,0 0-1 0 0,-1-1 0 0 0,2-1 0 0 0,-3 3-50 0 0,1-1 0 0 0,0 1 0 0 0,0 0 1 0 0,0 0-1 0 0,0-1 0 0 0,0 1 0 0 0,0 0 0 0 0,0 0 1 0 0,-1 0-1 0 0,1-1 0 0 0,0 1 0 0 0,0 0 0 0 0,0 0 1 0 0,-1 0-1 0 0,1 0 0 0 0,0-1 0 0 0,0 1 0 0 0,0 0 1 0 0,-1 0-1 0 0,1 0 0 0 0,0 0 0 0 0,0 0 1 0 0,-1 0-1 0 0,1 0 0 0 0,0 0 0 0 0,0 0 0 0 0,-1-1 1 0 0,1 1-1 0 0,0 0 0 0 0,0 0 0 0 0,-1 0 0 0 0,1 1 1 0 0,0-1-1 0 0,0 0 0 0 0,-1 0 0 0 0,1 0 0 0 0,0 0 1 0 0,-1 0-1 0 0,-2 1 0 0 0,-1-1 1 0 0,0 1-1 0 0,1 0 1 0 0,-1 1-1 0 0,1-1 0 0 0,-7 4 1 0 0,-6 7-4 0 0,0 1 1 0 0,1 1-1 0 0,0 0 1 0 0,1 1-1 0 0,1 1 1 0 0,0 0 0 0 0,1 1-1 0 0,1 0 1 0 0,-11 23-1 0 0,18-33 2 0 0,1 1 0 0 0,0 0 0 0 0,1-1 0 0 0,0 1 1 0 0,0 0-1 0 0,0 0 0 0 0,1 1 0 0 0,0-1 0 0 0,1 0 0 0 0,0 0 0 0 0,0 0 0 0 0,2 11 0 0 0,-1-14-5 0 0,0 1 0 0 0,1-1 0 0 0,0 0 0 0 0,0 0 0 0 0,0 0 0 0 0,1-1 0 0 0,-1 1 0 0 0,1-1-1 0 0,0 1 1 0 0,1-1 0 0 0,-1 0 0 0 0,1 0 0 0 0,0 0 0 0 0,0 0 0 0 0,0-1 0 0 0,0 0 0 0 0,0 0 0 0 0,1 0 0 0 0,8 4-1 0 0,2 0-525 0 0,0-1-1 0 0,1 0 0 0 0,0-2 0 0 0,0 0 0 0 0,0 0 1 0 0,20 1-1 0 0,-12-3-3295 0 0,43-3 1 0 0,-35-1-1837 0 0</inkml:trace>
  <inkml:trace contextRef="#ctx0" brushRef="#br0" timeOffset="1">872 300 552 0 0,'36'-46'26068'0'0,"-35"47"-25894"0"0,-1-1-235 0 0,1 1 0 0 0,-1 0 0 0 0,1 0 0 0 0,-1-1 0 0 0,0 1 0 0 0,1 0-1 0 0,-1 0 1 0 0,0 0 0 0 0,0-1 0 0 0,1 1 0 0 0,-1 0 0 0 0,0 0 0 0 0,0 0 0 0 0,0 0 0 0 0,0 0 0 0 0,-1 1 0 0 0,-2 109 315 0 0,0 45-3397 0 0,8-79-1894 0 0,0-26-2116 0 0,-5-48 6690 0 0,3 25-7347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102 197 1200 0 0,'-54'-13'11005'0'0,"51"12"-9757"0"0,-39-6 4400 0 0,40 6-5265 0 0,4 0-301 0 0,9-3-43 0 0,1 1 1 0 0,-1 0-1 0 0,0 0 1 0 0,1 1-1 0 0,-1 1 1 0 0,15-1-1 0 0,22-2 17 0 0,89-4-2421 0 0,-64 5-7190 0 0</inkml:trace>
  <inkml:trace contextRef="#ctx0" brushRef="#br0" timeOffset="1">240 42 2172 0 0,'-4'-2'2342'0'0,"-57"-26"10379"0"0,46 19-9568 0 0,5 7-2833 0 0,7 2 409 0 0,1 0-644 0 0,1 1-77 0 0,0-1 0 0 0,0 0 0 0 0,1 0-1 0 0,-1 1 1 0 0,0-1 0 0 0,1 1 0 0 0,-1-1 0 0 0,0 0 0 0 0,1 1 0 0 0,-1 0-1 0 0,1-1 1 0 0,-1 1 0 0 0,1-1 0 0 0,-1 1 0 0 0,1-1 0 0 0,-1 1 0 0 0,1 0-1 0 0,0-1 1 0 0,-1 1 0 0 0,1 0 0 0 0,-1 1 0 0 0,-5 25 100 0 0,3 31 2 0 0,3-57-107 0 0,0 42 86 0 0,2 107-1468 0 0,4-51-3244 0 0,3-39-3557 0 0,-4-44 2761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5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333 147 64 0 0,'2'-2'870'0'0,"46"-50"9754"0"0,-44 47-9894 0 0,0 0-1 0 0,-1 0 1 0 0,0 0-1 0 0,0 0 1 0 0,0-1 0 0 0,-1 1-1 0 0,0-1 1 0 0,0 0-1 0 0,2-6 1 0 0,-4 10-301 0 0,-4-7 26 0 0,4 8-421 0 0,-1 0-1 0 0,1 0 1 0 0,0 0-1 0 0,-1-1 0 0 0,0 1 1 0 0,1 0-1 0 0,-1 0 1 0 0,0 0-1 0 0,1 0 1 0 0,-1 0-1 0 0,0 0 1 0 0,0 0-1 0 0,0 1 1 0 0,0-1-1 0 0,0 0 1 0 0,0 0-1 0 0,0 1 1 0 0,0-1-1 0 0,0 0 1 0 0,0 1-1 0 0,0-1 1 0 0,0 1-1 0 0,0 0 1 0 0,-1-1-1 0 0,1 1 1 0 0,0 0-1 0 0,0 0 0 0 0,0 0 1 0 0,-1-1-1 0 0,-1 2 1 0 0,-9-2-13 0 0,1 2 0 0 0,-1 0 0 0 0,0 0 1 0 0,1 1-1 0 0,0 1 0 0 0,-1-1 0 0 0,1 2 0 0 0,0 0 1 0 0,0 0-1 0 0,1 1 0 0 0,-1 0 0 0 0,-12 10 0 0 0,-4 2-22 0 0,1 2-1 0 0,0 1 0 0 0,-30 32 1 0 0,44-39-20 0 0,1-1 1 0 0,0 1 0 0 0,-18 28-1 0 0,26-35 8 0 0,0-1-1 0 0,0 1 0 0 0,1-1 0 0 0,-1 1 1 0 0,1 0-1 0 0,1 0 0 0 0,-1 0 0 0 0,1 0 1 0 0,0 0-1 0 0,0 0 0 0 0,1 0 0 0 0,0 0 1 0 0,0 1-1 0 0,1 6 0 0 0,-1-11 13 0 0,1 0-1 0 0,0 0 1 0 0,-1 0 0 0 0,1 0-1 0 0,0 0 1 0 0,0 0-1 0 0,0 0 1 0 0,1 0 0 0 0,-1 0-1 0 0,0 0 1 0 0,1 0-1 0 0,-1-1 1 0 0,1 1-1 0 0,-1-1 1 0 0,1 1 0 0 0,0-1-1 0 0,0 0 1 0 0,0 1-1 0 0,0-1 1 0 0,0 0 0 0 0,0 0-1 0 0,2 0 1 0 0,2 2-14 0 0,0-2 0 0 0,0 1 1 0 0,1-1-1 0 0,-1 0 0 0 0,0 0 1 0 0,11-1-1 0 0,-6 0-47 0 0,1 0 0 0 0,-1-2 0 0 0,0 1 0 0 0,1-1 0 0 0,-1-1 0 0 0,0 0 0 0 0,-1-1 0 0 0,1 0 0 0 0,0 0 0 0 0,-1-1 0 0 0,0-1 0 0 0,15-10 0 0 0,-14 7 36 0 0,0 0 1 0 0,-1-1-1 0 0,0 0 1 0 0,0-1-1 0 0,-1 0 1 0 0,0 0-1 0 0,-1-1 1 0 0,-1 0-1 0 0,11-22 0 0 0,21-68 352 0 0,-38 100-324 0 0,-1 1 0 0 0,0 0 0 0 0,1-1 0 0 0,-1 1 0 0 0,1 0 0 0 0,-1-1 0 0 0,1 1 0 0 0,-1 0 0 0 0,1 0 0 0 0,0 0 0 0 0,0-1 0 0 0,-1 1 0 0 0,1 0 0 0 0,0 0 0 0 0,0 0 1 0 0,0 0-1 0 0,2 0 0 0 0,-3 1-2 0 0,1 0 0 0 0,-1 0 0 0 0,1 0 0 0 0,-1 1 0 0 0,1-1 0 0 0,-1 0 0 0 0,1 1 0 0 0,-1-1 1 0 0,1 0-1 0 0,-1 1 0 0 0,0-1 0 0 0,1 0 0 0 0,-1 1 0 0 0,1-1 0 0 0,-1 1 0 0 0,0-1 0 0 0,1 1 0 0 0,-1-1 1 0 0,0 1-1 0 0,0-1 0 0 0,0 1 0 0 0,1-1 0 0 0,-1 1 0 0 0,0 0 0 0 0,0-1 0 0 0,0 2 0 0 0,10 52 4 0 0,-10-50 4 0 0,8 84-13 0 0,3 24-2789 0 0,-7-91-1526 0 0,8 30 0 0 0,-6-34-1774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6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1416 0 0,'3'-15'7902'0'0,"-1"10"-6814"0"0,0-1 8 0 0,-1 1 1 0 0,2-1-1 0 0,-1 1 1 0 0,6-9 0 0 0,-7 12-973 0 0,1 0 1 0 0,-1 0 0 0 0,1 0-1 0 0,0 0 1 0 0,0 1 0 0 0,-1-1-1 0 0,1 0 1 0 0,1 1 0 0 0,-1 0-1 0 0,0-1 1 0 0,0 1 0 0 0,0 0 0 0 0,1 0-1 0 0,-1 0 1 0 0,5-1 0 0 0,4 0 60 0 0,31-5 213 0 0,-39 7-380 0 0,0 0 0 0 0,-1 0 0 0 0,1 0 0 0 0,0 1-1 0 0,-1-1 1 0 0,1 1 0 0 0,0 0 0 0 0,-1 0 0 0 0,1 0 0 0 0,0 0 0 0 0,-1 0 0 0 0,0 0 0 0 0,1 1 0 0 0,3 2 0 0 0,-4-2 2 0 0,0 0 1 0 0,0-1-1 0 0,-1 1 1 0 0,1 0 0 0 0,-1 0-1 0 0,1 0 1 0 0,-1 0-1 0 0,0 1 1 0 0,0-1-1 0 0,0 0 1 0 0,0 0-1 0 0,0 1 1 0 0,-1-1 0 0 0,1 0-1 0 0,-1 1 1 0 0,1-1-1 0 0,-1 4 1 0 0,0 0 12 0 0,0 0 0 0 0,-1-1 0 0 0,0 1 1 0 0,0-1-1 0 0,0 1 0 0 0,-1-1 0 0 0,-3 8 0 0 0,-5 8 119 0 0,-1 0-1 0 0,-27 36 0 0 0,32-47-81 0 0,-18 22 311 0 0,13-17-78 0 0,0 1-1 0 0,-9 16 1 0 0,19-31-176 0 0,2 0-119 0 0,-1 0 1 0 0,0-1 0 0 0,0 1 0 0 0,0 0-1 0 0,0-1 1 0 0,1 1 0 0 0,-1-1 0 0 0,0 1 0 0 0,1-1-1 0 0,-1 1 1 0 0,0-1 0 0 0,1 1 0 0 0,-1-1-1 0 0,1 1 1 0 0,-1-1 0 0 0,1 1 0 0 0,-1-1 0 0 0,1 1-1 0 0,-1-1 1 0 0,1 0 0 0 0,-1 1 0 0 0,1-1-1 0 0,-1 0 1 0 0,1 0 0 0 0,0 1 0 0 0,-1-1 0 0 0,1 0-1 0 0,-1 0 1 0 0,2 0 0 0 0,26 0 86 0 0,29-10-1231 0 0,84-25 0 0 0,-11-10-9548 0 0,-104 34 4375 0 0</inkml:trace>
  <inkml:trace contextRef="#ctx0" brushRef="#br0" timeOffset="1">564 55 2616 0 0,'-8'-10'7585'0'0,"6"7"-6721"0"0,0 0 1 0 0,0 0-1 0 0,1 0 1 0 0,-1 0-1 0 0,1-1 0 0 0,0 1 1 0 0,-2-4-1 0 0,3 5-494 0 0,2 1-260 0 0,0-1 1 0 0,0 1-1 0 0,-1 0 1 0 0,1 0-1 0 0,0 0 1 0 0,0 0 0 0 0,0 0-1 0 0,0 0 1 0 0,0 0-1 0 0,1 0 1 0 0,2 0-1 0 0,-1 1-79 0 0,0 0 0 0 0,0 0-1 0 0,0 0 1 0 0,0 0 0 0 0,0 0-1 0 0,0 1 1 0 0,0 0 0 0 0,0 0-1 0 0,0 0 1 0 0,0 1 0 0 0,3 1-1 0 0,-4-1-9 0 0,0 0-1 0 0,0 1 1 0 0,-1-1 0 0 0,1 1-1 0 0,-1 0 1 0 0,1 0-1 0 0,-1 0 1 0 0,0 0-1 0 0,0 0 1 0 0,-1 0-1 0 0,1 0 1 0 0,-1 1-1 0 0,1-1 1 0 0,-1 1-1 0 0,1 5 1 0 0,-1-3 18 0 0,0 0 0 0 0,-1 0 0 0 0,0-1 1 0 0,0 1-1 0 0,-1 0 0 0 0,1-1 0 0 0,-1 1 0 0 0,0 0 0 0 0,-1-1 1 0 0,-2 8-1 0 0,-4 5 83 0 0,0 0 1 0 0,-1-1 0 0 0,-1 0-1 0 0,-14 20 1 0 0,-54 58 731 0 0,29-36-230 0 0,43-52-544 0 0,4-5-36 0 0,0 1 0 0 0,0-1 1 0 0,0 0-1 0 0,1 1 0 0 0,-1 0 0 0 0,0-1 1 0 0,-1 7-1 0 0,3-9-41 0 0,0 0 0 0 0,0 1 1 0 0,0-1-1 0 0,0 0 0 0 0,0 0 0 0 0,0 0 1 0 0,0 1-1 0 0,0-1 0 0 0,0 0 0 0 0,0 0 1 0 0,0 1-1 0 0,0-1 0 0 0,0 0 0 0 0,1 0 1 0 0,-1 0-1 0 0,0 1 0 0 0,0-1 0 0 0,0 0 1 0 0,0 0-1 0 0,0 0 0 0 0,1 1 1 0 0,-1-1-1 0 0,0 0 0 0 0,0 0 0 0 0,0 0 1 0 0,1 0-1 0 0,-1 0 0 0 0,0 0 0 0 0,0 0 1 0 0,1 1-1 0 0,-1-1 0 0 0,0 0 0 0 0,0 0 1 0 0,0 0-1 0 0,1 0 0 0 0,-1 0 0 0 0,22-2 51 0 0,26-10-593 0 0,58-22 0 0 0,-63 20-230 0 0,168-52-4656 0 0,-74 25-1176 0 0,-46 13 239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7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64 1788 0 0,'-16'-6'4736'0'0,"-27"-13"1"0"0,19 8-1886 0 0,21 10-2117 0 0,1 0-473 0 0,0 0 0 0 0,0 0-1 0 0,0 0 1 0 0,0 0 0 0 0,0 0 0 0 0,1-1-1 0 0,-1 1 1 0 0,0-1 0 0 0,1 1 0 0 0,-3-4-1 0 0,5 4-249 0 0,0 0 0 0 0,0 0 0 0 0,0 0 0 0 0,0 1 0 0 0,0-1 0 0 0,1 0 0 0 0,-1 0 0 0 0,0 1 0 0 0,1-1 0 0 0,-1 1 0 0 0,0-1 0 0 0,1 1 0 0 0,-1 0 0 0 0,1 0-1 0 0,-1-1 1 0 0,0 1 0 0 0,1 0 0 0 0,-1 0 0 0 0,1 0 0 0 0,-1 0 0 0 0,1 1 0 0 0,-1-1 0 0 0,0 0 0 0 0,1 1 0 0 0,-1-1 0 0 0,3 2 0 0 0,6 1 4 0 0,-1 0 0 0 0,0 1 1 0 0,9 5-1 0 0,-10-5-3 0 0,0 1 0 0 0,-1-1-1 0 0,0 2 1 0 0,0-1 0 0 0,0 1 0 0 0,0 0-1 0 0,-1 0 1 0 0,0 1 0 0 0,-1 0 0 0 0,1 0-1 0 0,5 10 1 0 0,-8-12 4 0 0,-1 0-1 0 0,0 1 1 0 0,0-1 0 0 0,0 1-1 0 0,-1 0 1 0 0,1-1 0 0 0,-2 1-1 0 0,1 0 1 0 0,0 0-1 0 0,-1-1 1 0 0,0 1 0 0 0,-1 0-1 0 0,1 0 1 0 0,-1 0 0 0 0,0-1-1 0 0,0 1 1 0 0,-1 0-1 0 0,-2 5 1 0 0,-3 3 55 0 0,0 0 0 0 0,-1-1 0 0 0,-1 0 0 0 0,0 0 0 0 0,0-1 0 0 0,-1 0 0 0 0,-15 12 0 0 0,-16 23 853 0 0,39-45-572 0 0,16-15-296 0 0,147-114 9 0 0,-2 0-36 0 0,-100 78 139 0 0,-44 25-59 0 0,-15 24-107 0 0,0-1 0 0 0,1 1-1 0 0,-1-1 1 0 0,0 1 0 0 0,1-1 0 0 0,-1 1-1 0 0,0-1 1 0 0,1 1 0 0 0,-1-1 0 0 0,0 1 0 0 0,0-1-1 0 0,0 0 1 0 0,0 1 0 0 0,0-1 0 0 0,0 1-1 0 0,0-1 1 0 0,0 0 0 0 0,0 1 0 0 0,0-1 0 0 0,0 1-1 0 0,0-1 1 0 0,0 0 0 0 0,0 1 0 0 0,-1-1 0 0 0,1 1-1 0 0,0-1 1 0 0,0 1 0 0 0,-1-1 0 0 0,1 1-1 0 0,0-1 1 0 0,-1 1 0 0 0,1-1 0 0 0,0 1 0 0 0,-1-1-1 0 0,1 1 1 0 0,-1-1 0 0 0,-4 1-4 0 0,0 0 0 0 0,1 0 0 0 0,-1 0 0 0 0,1 1 0 0 0,-1 0 0 0 0,1 0-1 0 0,-1 0 1 0 0,1 1 0 0 0,-1-1 0 0 0,1 1 0 0 0,0 0 0 0 0,0 0 0 0 0,0 0 0 0 0,-6 6 0 0 0,-5 2 3 0 0,0 1 0 0 0,-20 21 0 0 0,24-21-4 0 0,0 1 1 0 0,1 0-1 0 0,0 0 1 0 0,1 1 0 0 0,0 1-1 0 0,-11 23 1 0 0,18-32 2 0 0,0-1 1 0 0,0 1 0 0 0,1 0-1 0 0,-1-1 1 0 0,1 1 0 0 0,0 0 0 0 0,1 0-1 0 0,-1 0 1 0 0,1 0 0 0 0,0 0-1 0 0,0 0 1 0 0,0-1 0 0 0,1 1 0 0 0,0 0-1 0 0,0 0 1 0 0,0 0 0 0 0,1-1-1 0 0,-1 1 1 0 0,1 0 0 0 0,0-1 0 0 0,0 1-1 0 0,1-1 1 0 0,-1 0 0 0 0,1 0 0 0 0,6 7-1 0 0,-2-4-252 0 0,1 0 0 0 0,0 0 0 0 0,1-1 0 0 0,-1 0 0 0 0,1 0 0 0 0,0-1-1 0 0,1 0 1 0 0,-1-1 0 0 0,1 0 0 0 0,0-1 0 0 0,13 4 0 0 0,-5-3-1538 0 0,1-1-1 0 0,0-1 1 0 0,-1 0 0 0 0,1-1 0 0 0,28-3 0 0 0,-21 0-2859 0 0</inkml:trace>
  <inkml:trace contextRef="#ctx0" brushRef="#br0" timeOffset="1">742 365 600 0 0,'23'-21'7527'0'0,"-21"18"-6481"0"0,-1 1 1 0 0,1-1 0 0 0,-1 1-1 0 0,1-1 1 0 0,1-6 1100 0 0,-2 6-1574 0 0,0 1 0 0 0,0 0-1 0 0,0 0 1 0 0,0-1-1 0 0,0 1 1 0 0,0 0-1 0 0,1 0 1 0 0,2-3 0 0 0,-2 4-545 0 0,0 0 1 0 0,1-1-1 0 0,-1 1 1 0 0,1 1 0 0 0,-1-1-1 0 0,1 0 1 0 0,0 1-1 0 0,-1-1 1 0 0,1 1 0 0 0,0 0-1 0 0,-1-1 1 0 0,1 2-1 0 0,0-1 1 0 0,-1 0 0 0 0,1 0-1 0 0,0 1 1 0 0,-1-1-1 0 0,1 1 1 0 0,-1 0 0 0 0,6 2-1 0 0,-7-2-16 0 0,0 0 1 0 0,1 1-1 0 0,-1-1 0 0 0,0 1 0 0 0,0-1 0 0 0,0 1 0 0 0,0-1 1 0 0,0 1-1 0 0,0 0 0 0 0,0-1 0 0 0,0 1 0 0 0,-1 0 0 0 0,1 0 0 0 0,-1 0 1 0 0,1-1-1 0 0,-1 1 0 0 0,0 0 0 0 0,1 0 0 0 0,-1 0 0 0 0,0 0 1 0 0,-1 0-1 0 0,1 0 0 0 0,0-1 0 0 0,0 1 0 0 0,-1 0 0 0 0,1 0 0 0 0,-2 3 1 0 0,-2 8 59 0 0,0-1 0 0 0,-11 22 0 0 0,11-26-50 0 0,-7 11 65 0 0,-1 1 0 0 0,-23 29-1 0 0,-5 6 190 0 0,29-40-233 0 0,9-13-30 0 0,0 0 0 0 0,0 0 0 0 0,1 1-1 0 0,-1-1 1 0 0,1 0 0 0 0,0 1-1 0 0,-1-1 1 0 0,1 1 0 0 0,0-1 0 0 0,0 4-1 0 0,1-6-9 0 0,0 1 0 0 0,0-1 0 0 0,0 1 0 0 0,0-1 0 0 0,0 1 0 0 0,0-1-1 0 0,1 0 1 0 0,-1 1 0 0 0,0-1 0 0 0,0 1 0 0 0,1-1 0 0 0,-1 0 0 0 0,0 1-1 0 0,0-1 1 0 0,1 1 0 0 0,-1-1 0 0 0,0 0 0 0 0,1 1 0 0 0,-1-1 0 0 0,1 0-1 0 0,-1 0 1 0 0,0 1 0 0 0,1-1 0 0 0,-1 0 0 0 0,1 0 0 0 0,-1 0 0 0 0,1 1-1 0 0,-1-1 1 0 0,0 0 0 0 0,1 0 0 0 0,-1 0 0 0 0,1 0 0 0 0,-1 0 0 0 0,1 0-1 0 0,-1 0 1 0 0,1 0 0 0 0,0 0 0 0 0,18 0 7 0 0,-18 0-11 0 0,44-5-1031 0 0,-1-1-1 0 0,62-18 1 0 0,-41 9-393 0 0,196-49-7803 0 0,-157 36 2705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8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3 274 1536 0 0,'-2'-15'13276'0'0,"4"13"-13145"0"0,0 0-1 0 0,1 0 1 0 0,-1 0-1 0 0,1 0 1 0 0,0 0-1 0 0,0 1 1 0 0,-1-1-1 0 0,1 1 1 0 0,5-2-1 0 0,36-9 294 0 0,-37 10-385 0 0,102-22 346 0 0,-1 0-3132 0 0,-63 8-4032 0 0</inkml:trace>
  <inkml:trace contextRef="#ctx0" brushRef="#br0" timeOffset="1">311 37 432 0 0,'-11'-10'3035'0'0,"-23"-12"11542"0"0,34 21-14544 0 0,-1 1 1 0 0,1 0 0 0 0,-1-1 0 0 0,1 1-1 0 0,0 0 1 0 0,-1-1 0 0 0,1 1 0 0 0,0 0 0 0 0,-1 0-1 0 0,1 0 1 0 0,-1-1 0 0 0,1 1 0 0 0,-1 0-1 0 0,1 0 1 0 0,-1 0 0 0 0,1 0 0 0 0,-1 0-1 0 0,1 0 1 0 0,-1 0 0 0 0,1 0 0 0 0,-1 0-1 0 0,1 0 1 0 0,-1 0 0 0 0,1 0 0 0 0,0 0-1 0 0,-1 0 1 0 0,1 0 0 0 0,-1 0 0 0 0,1 1-1 0 0,-1-1 1 0 0,1 0 0 0 0,-1 0 0 0 0,1 1 0 0 0,0-1-1 0 0,-1 0 1 0 0,1 0 0 0 0,0 1 0 0 0,-1-1-1 0 0,1 0 1 0 0,0 1 0 0 0,-1-1 0 0 0,1 1-1 0 0,0-1 1 0 0,-1 0 0 0 0,1 1 0 0 0,0-1-1 0 0,0 1 1 0 0,0-1 0 0 0,0 1 0 0 0,-1-1-1 0 0,1 1 1 0 0,0-1 0 0 0,0 1 0 0 0,0 0-1 0 0,-3 48 199 0 0,3 65-1 0 0,1-44-133 0 0,0-44-743 0 0,0 1 0 0 0,6 29 0 0 0,-4-39-2253 0 0,2 0 0 0 0,6 19 0 0 0,-2-14-4530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9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11 170 304 0 0,'-10'5'15717'0'0,"22"-4"-16015"0"0,0-1 0 0 0,0-1-1 0 0,1 0 1 0 0,15-3 0 0 0,25-8-6409 0 0,-29 5 1288 0 0</inkml:trace>
  <inkml:trace contextRef="#ctx0" brushRef="#br0" timeOffset="1">875 78 1184 0 0,'3'13'12613'0'0,"-3"-13"-12550"0"0,0 1 0 0 0,0-1 0 0 0,0 1 0 0 0,0-1 1 0 0,0 0-1 0 0,0 1 0 0 0,0-1 0 0 0,0 1 1 0 0,0-1-1 0 0,1 0 0 0 0,-1 1 0 0 0,0-1 0 0 0,0 0 1 0 0,0 1-1 0 0,1-1 0 0 0,-1 0 0 0 0,0 1 1 0 0,1-1-1 0 0,-1 0 0 0 0,0 1 0 0 0,0-1 0 0 0,1 0 1 0 0,-1 0-1 0 0,1 1 0 0 0,-1-1 0 0 0,0 0 1 0 0,1 0-1 0 0,-1 0 0 0 0,1 0 0 0 0,-1 1 0 0 0,19-1-676 0 0,22-10-4634 0 0,-36 8 3868 0 0,13-3-4734 0 0</inkml:trace>
  <inkml:trace contextRef="#ctx0" brushRef="#br0" timeOffset="2">1794 1 2056 0 0,'-8'19'15486'0'0,"8"-18"-15341"0"0,11-1 1469 0 0,6-4-3871 0 0,23-10-6205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39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1 204 700 0 0,'10'-7'11213'0'0,"6"2"-9549"0"0,28-5-716 0 0,74-7 1 0 0,23-5-5278 0 0,-123 15-606 0 0</inkml:trace>
  <inkml:trace contextRef="#ctx0" brushRef="#br0" timeOffset="1">164 17 1516 0 0,'-12'-10'6950'0'0,"4"7"-5916"0"0,-16-1 7262 0 0,17 5-8556 0 0,7-1 275 0 0,0 1 0 0 0,-1-1-1 0 0,1 0 1 0 0,0 1 0 0 0,-1-1-1 0 0,1 0 1 0 0,0 1 0 0 0,0-1 0 0 0,-1 1-1 0 0,1-1 1 0 0,0 0 0 0 0,0 1-1 0 0,0-1 1 0 0,0 1 0 0 0,0-1-1 0 0,-1 1 1 0 0,1-1 0 0 0,0 1-1 0 0,0-1 1 0 0,0 1 0 0 0,0-1 0 0 0,0 0-1 0 0,0 1 1 0 0,1-1 0 0 0,-1 2-1 0 0,3 15 213 0 0,-3-13-154 0 0,7 34-91 0 0,22 100 862 0 0,-25-122-1387 0 0,2 1-1 0 0,-1-2 1 0 0,2 1-1 0 0,0-1 1 0 0,1 0-1 0 0,13 18 0 0 0,-18-29-367 0 0,0-1-1 0 0,1 1 0 0 0,-1-1 1 0 0,0 0-1 0 0,1 0 0 0 0,8 5 0 0 0,4 3-5541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0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96 968 0 0,'1'-4'2670'0'0,"2"-5"-207"0"0,0 0 1 0 0,-1 0 0 0 0,0 0 0 0 0,0-1 0 0 0,0-17-1 0 0,-2 26-2393 0 0,-1 0 0 0 0,1 0 0 0 0,0 0 0 0 0,-1 0 0 0 0,1 0-1 0 0,-1 0 1 0 0,1 1 0 0 0,-1-1 0 0 0,1 0 0 0 0,-1 0 0 0 0,1 0 0 0 0,-1 1-1 0 0,0-1 1 0 0,0 0 0 0 0,1 1 0 0 0,-1-1 0 0 0,0 1 0 0 0,0-1 0 0 0,0 1-1 0 0,0-1 1 0 0,1 1 0 0 0,-1-1 0 0 0,0 1 0 0 0,0 0 0 0 0,0 0-1 0 0,0-1 1 0 0,0 1 0 0 0,0 0 0 0 0,-2 0 0 0 0,-10 1 21 0 0,0 1-1 0 0,0 0 1 0 0,0 1 0 0 0,0 0 0 0 0,1 1-1 0 0,-1 0 1 0 0,1 1 0 0 0,-21 12 0 0 0,-91 62 50 0 0,91-55-110 0 0,-41 38 0 0 0,63-52-24 0 0,0 1 0 0 0,1 1 0 0 0,0-1 1 0 0,1 2-1 0 0,1-1 0 0 0,-14 27 1 0 0,20-36-10 0 0,1 0-1 0 0,0 0 1 0 0,0 0 0 0 0,0 0 0 0 0,0 1 0 0 0,0-1 0 0 0,0 0 0 0 0,1 0-1 0 0,0 1 1 0 0,0-1 0 0 0,0 0 0 0 0,0 1 0 0 0,0-1 0 0 0,1 0 0 0 0,-1 1-1 0 0,1-1 1 0 0,0 0 0 0 0,0 0 0 0 0,0 0 0 0 0,0 0 0 0 0,1 0 0 0 0,-1 0 0 0 0,1 0-1 0 0,2 4 1 0 0,0-4-2 0 0,-1 1-1 0 0,1-1 1 0 0,0 0 0 0 0,0 0-1 0 0,0 0 1 0 0,1 0-1 0 0,-1-1 1 0 0,1 0 0 0 0,-1 1-1 0 0,1-2 1 0 0,0 1-1 0 0,0-1 1 0 0,0 1-1 0 0,0-1 1 0 0,5 0 0 0 0,10 2-45 0 0,1-2 1 0 0,-1 0 0 0 0,0-1 0 0 0,0-2 0 0 0,1 0 0 0 0,-1 0-1 0 0,0-2 1 0 0,32-10 0 0 0,-41 10 36 0 0,1-1 1 0 0,-1 0-1 0 0,0-1 0 0 0,0 0 0 0 0,0-1 1 0 0,-1 0-1 0 0,0 0 0 0 0,-1-1 0 0 0,0 0 1 0 0,0-1-1 0 0,0 0 0 0 0,-1-1 0 0 0,-1 1 1 0 0,1-1-1 0 0,7-15 0 0 0,0-6 386 0 0,-1 0 0 0 0,16-55 0 0 0,-20 60 46 0 0,-4 18-268 0 0,-4 18-84 0 0,-2 39-155 0 0,2 77-184 0 0,7-63-2447 0 0,-6-51 645 0 0,1 0 0 0 0,9 22 0 0 0,-5-19-2312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1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26 140 2328 0 0,'-7'-13'8902'0'0,"7"11"-8758"0"0,0 1 1 0 0,1-1-1 0 0,-1 1 0 0 0,0 0 0 0 0,0-1 0 0 0,1 1 0 0 0,-1-1 0 0 0,1 1 0 0 0,-1 0 0 0 0,1 0 0 0 0,-1-1 0 0 0,1 1 0 0 0,0 0 0 0 0,0 0 1 0 0,0 0-1 0 0,-1 0 0 0 0,3-2 0 0 0,0 1 11 0 0,0 0 1 0 0,-1 0 0 0 0,1 0-1 0 0,0 1 1 0 0,0-1 0 0 0,0 1-1 0 0,0 0 1 0 0,4-1 0 0 0,0 0-66 0 0,0-1 0 0 0,0 2 0 0 0,0-1 0 0 0,1 1 0 0 0,-1 1 0 0 0,0-1-1 0 0,1 1 1 0 0,-1 0 0 0 0,1 1 0 0 0,-1 0 0 0 0,0 0 0 0 0,1 0 0 0 0,-1 1 0 0 0,9 4 0 0 0,-15-6-54 0 0,1 1 0 0 0,-1 0 0 0 0,0 0 0 0 0,1 0 0 0 0,-1 0 0 0 0,0 0 0 0 0,0 0 0 0 0,1 1 0 0 0,-1-1 0 0 0,0 0 0 0 0,0 1 0 0 0,-1-1 0 0 0,1 0 0 0 0,0 1 0 0 0,0-1 0 0 0,-1 1 0 0 0,1-1 0 0 0,-1 1 0 0 0,1 0 0 0 0,-1-1 0 0 0,0 1 0 0 0,1 0 0 0 0,-1-1 0 0 0,0 3 0 0 0,0 0 31 0 0,0-1 0 0 0,-1 1 0 0 0,1 0 0 0 0,-1-1 0 0 0,0 1 0 0 0,0-1 0 0 0,-3 7 0 0 0,-8 11 363 0 0,-1 0 0 0 0,-1-1 0 0 0,-1 0 0 0 0,0-1 0 0 0,-35 31 0 0 0,-12 16 434 0 0,59-62-893 0 0,3-4 38 0 0,-1 0 0 0 0,1 1-1 0 0,-1-1 1 0 0,1 0 0 0 0,-1 1 0 0 0,1-1-1 0 0,0 1 1 0 0,-1-1 0 0 0,1 1 0 0 0,0-1-1 0 0,-1 1 1 0 0,1-1 0 0 0,0 1 0 0 0,-1-1-1 0 0,1 1 1 0 0,0-1 0 0 0,0 1-1 0 0,0-1 1 0 0,0 1 0 0 0,0-1 0 0 0,-1 1-1 0 0,1 0 1 0 0,0-1 0 0 0,0 1 0 0 0,0-1-1 0 0,0 1 1 0 0,1 0 0 0 0,-1-1 0 0 0,0 1-1 0 0,0-1 1 0 0,0 1 0 0 0,0-1 0 0 0,0 1-1 0 0,1-1 1 0 0,-1 1 0 0 0,0-1 0 0 0,1 2-1 0 0,4 0 58 0 0,38-5-542 0 0,1-2-1 0 0,-1-2 0 0 0,56-17 0 0 0,-53 13-788 0 0,72-21-2798 0 0,-40 6-1838 0 0,-32 9-382 0 0</inkml:trace>
  <inkml:trace contextRef="#ctx0" brushRef="#br0" timeOffset="1">764 43 2488 0 0,'-3'-2'2126'0'0,"-46"-31"8667"0"0,47 31-10236 0 0,-3 0 56 0 0,5 1-589 0 0,0 1-1 0 0,0 0 1 0 0,0 0 0 0 0,0 0 0 0 0,0-1 0 0 0,-1 1-1 0 0,1 0 1 0 0,0 0 0 0 0,0 0 0 0 0,0 0 0 0 0,0-1-1 0 0,-1 1 1 0 0,1 0 0 0 0,0 0 0 0 0,0 0-1 0 0,0 0 1 0 0,-1 0 0 0 0,1 0 0 0 0,0-1 0 0 0,0 1-1 0 0,-1 0 1 0 0,1 0 0 0 0,0 0 0 0 0,0 0 0 0 0,0 0-1 0 0,-1 0 1 0 0,1 0 0 0 0,0 0 0 0 0,0 0 0 0 0,-1 0-1 0 0,1 0 1 0 0,0 0 0 0 0,0 1 0 0 0,-1-1 0 0 0,1 0-1 0 0,0 0 1 0 0,-1 0 0 0 0,0 2 60 0 0,-1 0-1 0 0,1 0 1 0 0,-1 1 0 0 0,1-1 0 0 0,0 0 0 0 0,0 0-1 0 0,0 1 1 0 0,0-1 0 0 0,1 1 0 0 0,-1-1 0 0 0,1 1-1 0 0,-1-1 1 0 0,1 1 0 0 0,0 4 0 0 0,0 47 954 0 0,0-33-724 0 0,1 47 309 0 0,-6 121 444 0 0,5-156-777 0 0,0-31-155 0 0,4-35-291 0 0,1 17 134 0 0,0 0-1 0 0,1 0 1 0 0,1 0 0 0 0,0 1 0 0 0,1 0 0 0 0,1 0 0 0 0,0 1-1 0 0,16-19 1 0 0,-8 14-20 0 0,0 1 0 0 0,2 1 0 0 0,0 0 0 0 0,41-28 0 0 0,-52 40 27 0 0,-1 1 0 0 0,1 0 1 0 0,0 0-1 0 0,1 0 1 0 0,-1 1-1 0 0,1 0 1 0 0,-1 1-1 0 0,13-2 0 0 0,-16 3 13 0 0,1 1 0 0 0,-1 0 0 0 0,0 0 0 0 0,1 0 0 0 0,-1 1-1 0 0,0 0 1 0 0,1 0 0 0 0,-1 0 0 0 0,0 0 0 0 0,0 1 0 0 0,0 0-1 0 0,0 0 1 0 0,0 1 0 0 0,0-1 0 0 0,5 5 0 0 0,-6-4 27 0 0,-1 0 0 0 0,1 0 1 0 0,0 0-1 0 0,-1 1 0 0 0,1 0 1 0 0,-1-1-1 0 0,0 1 1 0 0,0 0-1 0 0,-1 1 0 0 0,1-1 1 0 0,-1 0-1 0 0,0 1 0 0 0,0 0 1 0 0,-1-1-1 0 0,1 1 0 0 0,-1 0 1 0 0,0 0-1 0 0,0-1 1 0 0,-1 1-1 0 0,1 6 0 0 0,-2 7-512 0 0,0-1-1 0 0,-1 0 1 0 0,-1 0-1 0 0,-6 22 1 0 0,3-13-2534 0 0,7-14 47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2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70 142 1432 0 0,'5'-18'3775'0'0,"-3"10"-2217"0"0,1 0 0 0 0,0 0 0 0 0,0 1 0 0 0,6-12 0 0 0,-8 17-1402 0 0,1 0 0 0 0,-1 0 0 0 0,1 0-1 0 0,-1 0 1 0 0,1 0 0 0 0,0 0 0 0 0,0 0 0 0 0,0 1 0 0 0,0-1 0 0 0,0 1 0 0 0,0 0 0 0 0,1-1 0 0 0,-1 1 0 0 0,0 0 0 0 0,1 0 0 0 0,-1 0 0 0 0,1 1 0 0 0,-1-1 0 0 0,5 0-1 0 0,-2 1-93 0 0,0-1-1 0 0,0 1 0 0 0,0 0 0 0 0,0 1 1 0 0,0-1-1 0 0,0 1 0 0 0,0 0 0 0 0,0 0 0 0 0,0 1 1 0 0,-1-1-1 0 0,1 1 0 0 0,0 0 0 0 0,-1 0 0 0 0,1 1 1 0 0,-1-1-1 0 0,0 1 0 0 0,0 0 0 0 0,0 0 0 0 0,0 1 1 0 0,0-1-1 0 0,-1 1 0 0 0,0 0 0 0 0,0 0 1 0 0,0 0-1 0 0,3 5 0 0 0,-3-3-7 0 0,0 0 0 0 0,0 0 0 0 0,-1 0 0 0 0,0 0 0 0 0,0 0 0 0 0,-1 0 0 0 0,0 1 0 0 0,0-1 0 0 0,0 1 0 0 0,-1-1 0 0 0,0 0 0 0 0,0 1 0 0 0,-2 9 0 0 0,0-6-11 0 0,-1-1 1 0 0,0 1 0 0 0,0-1 0 0 0,-1 0-1 0 0,0 0 1 0 0,0-1 0 0 0,-1 1-1 0 0,-7 9 1 0 0,-4 1 17 0 0,0 0 0 0 0,-1-2 0 0 0,0 0 0 0 0,-2 0 0 0 0,0-2 0 0 0,-28 18 0 0 0,41-29-43 0 0,0 0 9 0 0,0 0 1 0 0,-1 0-1 0 0,1 0 1 0 0,-1-1-1 0 0,0 0 1 0 0,-11 4-1 0 0,2-11-24 0 0,16 4-3 0 0,0-1 0 0 0,0 1-1 0 0,-1-1 1 0 0,1 1-1 0 0,0-1 1 0 0,0 1 0 0 0,0 0-1 0 0,0-1 1 0 0,0 1-1 0 0,0-1 1 0 0,0 1-1 0 0,0-1 1 0 0,0 1 0 0 0,0-1-1 0 0,0 1 1 0 0,0-1-1 0 0,0 1 1 0 0,0 0-1 0 0,0-1 1 0 0,0 1 0 0 0,0-1-1 0 0,1 1 1 0 0,-1-1-1 0 0,0 1 1 0 0,0 0 0 0 0,0-1-1 0 0,1 1 1 0 0,0-1-1 0 0,6-13-9 0 0,16-16-8 0 0,2 1 1 0 0,1 0 0 0 0,49-40-1 0 0,-17 16 1 0 0,121-120 390 0 0,-133 128 1333 0 0,-45 43-1463 0 0,-5 4-226 0 0,-1-1-1 0 0,1 1 1 0 0,-1 0 0 0 0,1 0-1 0 0,0 0 1 0 0,0 1-1 0 0,0 0 1 0 0,0 0-1 0 0,0 0 1 0 0,1 0-1 0 0,-1 0 1 0 0,-2 4-1 0 0,-2 1-4 0 0,-10 9 10 0 0,1 1-1 0 0,1 0 1 0 0,0 2-1 0 0,-13 21 1 0 0,22-30-15 0 0,0 1 1 0 0,1 0 0 0 0,0 0 0 0 0,1 0 0 0 0,1 1 0 0 0,-1 0 0 0 0,2 0 0 0 0,0 0 0 0 0,-1 15 0 0 0,3-23-1 0 0,1-1 0 0 0,0 0 1 0 0,1 1-1 0 0,-1-1 0 0 0,1 0 1 0 0,0 0-1 0 0,0 0 0 0 0,0 0 1 0 0,1 0-1 0 0,-1 0 0 0 0,1 0 0 0 0,0 0 1 0 0,0 0-1 0 0,4 5 0 0 0,-2-4-141 0 0,1 0-1 0 0,0 1 1 0 0,0-2-1 0 0,0 1 1 0 0,1 0-1 0 0,0-1 1 0 0,12 7-1 0 0,2-2-852 0 0,-1-1 0 0 0,2 0-1 0 0,-1-2 1 0 0,39 8-1 0 0,23-1-6033 0 0,-42-9 227 0 0</inkml:trace>
  <inkml:trace contextRef="#ctx0" brushRef="#br0" timeOffset="1">855 375 1340 0 0,'-28'-17'8766'0'0,"25"15"-8404"0"0,2 2-235 0 0,0-1 0 0 0,1 1 0 0 0,-1-1 0 0 0,0 0 0 0 0,0 1 0 0 0,1 0 0 0 0,-1-1 0 0 0,0 1 0 0 0,0-1 0 0 0,0 1 0 0 0,0 0 0 0 0,0-1 0 0 0,1 1 0 0 0,-1 0-1 0 0,0 0 1 0 0,0 0 0 0 0,0 0 0 0 0,0 0 0 0 0,0 0 0 0 0,0 0 0 0 0,0 0 0 0 0,0 0 0 0 0,0 0 0 0 0,0 1 0 0 0,1-1 0 0 0,-1 0 0 0 0,0 1 0 0 0,0-1 0 0 0,0 0 0 0 0,0 1 0 0 0,1-1 0 0 0,-1 1 0 0 0,0-1 0 0 0,0 1 0 0 0,1 0 0 0 0,-1-1 0 0 0,0 1 0 0 0,1 0 0 0 0,-1-1-1 0 0,1 1 1 0 0,-1 0 0 0 0,1 0 0 0 0,-1 0 0 0 0,1-1 0 0 0,0 1 0 0 0,-1 0 0 0 0,0 2 0 0 0,-7 24 1001 0 0,-7 33-1 0 0,8-28-565 0 0,-14 38 0 0 0,13-50-361 0 0,4-10 252 0 0,10-24-357 0 0,0 2-113 0 0,0 1 0 0 0,1 0 1 0 0,0 0-1 0 0,0 1 1 0 0,16-17-1 0 0,49-40-23 0 0,-51 49 32 0 0,77-58-26 0 0,-57 46 3 0 0,-39 29 54 0 0,0-1-1 0 0,0 1 1 0 0,0 0 0 0 0,0 0-1 0 0,1 0 1 0 0,-1 0-1 0 0,0 0 1 0 0,0 0 0 0 0,1 1-1 0 0,-1-1 1 0 0,1 1 0 0 0,-1 0-1 0 0,0 0 1 0 0,1-1 0 0 0,-1 2-1 0 0,1-1 1 0 0,-1 0 0 0 0,1 0-1 0 0,-1 1 1 0 0,0-1 0 0 0,1 1-1 0 0,-1 0 1 0 0,0 0 0 0 0,0 0-1 0 0,1 0 1 0 0,-1 0 0 0 0,0 0-1 0 0,3 3 1 0 0,-1-2 70 0 0,-1 1 0 0 0,1 1 0 0 0,-1-1 0 0 0,0 0 0 0 0,1 1 0 0 0,-2-1 0 0 0,1 1 0 0 0,0 0 0 0 0,-1 0 0 0 0,0 0 0 0 0,0 0 0 0 0,0 1 0 0 0,2 6 0 0 0,-2 1 24 0 0,-1 0 1 0 0,0 1-1 0 0,-1-1 1 0 0,-1 0-1 0 0,0 0 1 0 0,0 0-1 0 0,-1 1 1 0 0,-1-1-1 0 0,0-1 1 0 0,-5 15-1 0 0,-6 29-3053 0 0,27-50-2919 0 0,-10-5 5207 0 0,-1 0 0 0 0,0 0 0 0 0,1 0 0 0 0,-1 0 1 0 0,0-1-1 0 0,1 1 0 0 0,-1-1 0 0 0,3 0 0 0 0,18-6-6055 0 0</inkml:trace>
  <inkml:trace contextRef="#ctx0" brushRef="#br0" timeOffset="2">1683 248 2408 0 0,'-7'-14'12407'0'0,"7"0"-6016"0"0,6 5-4196 0 0,20 1-2872 0 0,-14 6 1240 0 0,111-17-478 0 0,-75 13-3878 0 0,-3-1-6705 0 0</inkml:trace>
  <inkml:trace contextRef="#ctx0" brushRef="#br0" timeOffset="3">1709 323 1676 0 0,'-75'47'15714'0'0,"76"-46"-15592"0"0,0 0 0 0 0,1 0 0 0 0,-1 0 0 0 0,1 0 0 0 0,-1-1-1 0 0,0 1 1 0 0,1 0 0 0 0,-1-1 0 0 0,1 1 0 0 0,0-1 0 0 0,-1 1 0 0 0,1-1-1 0 0,-1 0 1 0 0,1 0 0 0 0,2 0 0 0 0,28-3 423 0 0,-21 1-406 0 0,195-23 328 0 0,-41 5-3229 0 0,-1-4-5526 0 0,-97 12 1251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3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176 126 660 0 0,'-37'-121'17259'0'0,"35"116"-16482"0"0,0 7-270 0 0,0 16-47 0 0,0 23 27 0 0,-20 297 1272 0 0,18-303-1682 0 0,-31 241 424 0 0,23-200 744 0 0,10-81-1170 0 0,2 5-74 0 0,0 0 1 0 0,-1 0-1 0 0,1-1 1 0 0,0 1-1 0 0,0 0 1 0 0,-1 0-1 0 0,1-1 1 0 0,0 1-1 0 0,0 0 0 0 0,0 0 1 0 0,0-1-1 0 0,0 1 1 0 0,-1 0-1 0 0,1-1 1 0 0,0 1-1 0 0,0 0 1 0 0,0-1-1 0 0,0 1 1 0 0,0 0-1 0 0,0 0 1 0 0,0-1-1 0 0,0 1 0 0 0,0 0 1 0 0,0-1-1 0 0,0 1 1 0 0,0 0-1 0 0,0-1 1 0 0,1 1-1 0 0,-1 0 1 0 0,0-1-1 0 0,4-13-1 0 0,0 0 1 0 0,1 1-1 0 0,0 0 0 0 0,1 0 0 0 0,0 0 1 0 0,1 0-1 0 0,1 1 0 0 0,0 0 0 0 0,1 1 1 0 0,0 0-1 0 0,0 0 0 0 0,1 1 0 0 0,1 0 1 0 0,0 1-1 0 0,0 0 0 0 0,1 1 0 0 0,0 0 1 0 0,23-11-1 0 0,-31 17-18 0 0,0 0 1 0 0,1 1-1 0 0,-1-1 0 0 0,1 1 1 0 0,-1 0-1 0 0,1 0 0 0 0,-1 0 1 0 0,1 0-1 0 0,0 1 0 0 0,-1 0 1 0 0,1 0-1 0 0,0 0 1 0 0,-1 1-1 0 0,1-1 0 0 0,0 1 1 0 0,-1 0-1 0 0,1 0 0 0 0,-1 1 1 0 0,0 0-1 0 0,1-1 0 0 0,-1 2 1 0 0,0-1-1 0 0,7 5 0 0 0,-4-2 21 0 0,-1 1-1 0 0,0 0 0 0 0,0 1 0 0 0,0 0 0 0 0,-1-1 0 0 0,0 2 0 0 0,0-1 1 0 0,-1 0-1 0 0,0 1 0 0 0,0 0 0 0 0,5 16 0 0 0,-7-17 74 0 0,-1-1-1 0 0,1 1 1 0 0,-1-1-1 0 0,-1 1 0 0 0,1 0 1 0 0,-1 0-1 0 0,0-1 1 0 0,-1 1-1 0 0,0 0 1 0 0,0 0-1 0 0,0-1 1 0 0,-1 1-1 0 0,0-1 0 0 0,0 1 1 0 0,-6 11-1 0 0,3-10 181 0 0,0 1 0 0 0,-1-1-1 0 0,0 0 1 0 0,0-1 0 0 0,0 1 0 0 0,-1-1-1 0 0,0-1 1 0 0,-1 1 0 0 0,1-1-1 0 0,-1 0 1 0 0,-1-1 0 0 0,1 0 0 0 0,-1 0-1 0 0,-10 4 1 0 0,11-6-72 0 0,1 0 27 0 0,-1 0 0 0 0,0 0 0 0 0,0-1 1 0 0,0 0-1 0 0,0 0 0 0 0,0-1 0 0 0,0 0 1 0 0,-12 0-1 0 0,-4-4-67 0 0,1 0 0 0 0,-1-1 0 0 0,1-1 0 0 0,-41-15 0 0 0,61 19-297 0 0,0-1 0 0 0,0 1 1 0 0,1-1-1 0 0,-1 1 0 0 0,0-1 1 0 0,0 0-1 0 0,1 0 0 0 0,-1 0 0 0 0,1-1 1 0 0,0 1-1 0 0,0 0 0 0 0,0-1 0 0 0,-3-4 1 0 0,4 6-49 0 0,1 0 1 0 0,0-1 0 0 0,-1 1-1 0 0,1 0 1 0 0,0-1-1 0 0,-1 1 1 0 0,1-1-1 0 0,0 1 1 0 0,0 0 0 0 0,0-1-1 0 0,0 1 1 0 0,0-1-1 0 0,1 1 1 0 0,-1-1 0 0 0,0 1-1 0 0,1 0 1 0 0,-1-1-1 0 0,1 1 1 0 0,-1 0 0 0 0,1 0-1 0 0,0-1 1 0 0,-1 1-1 0 0,1 0 1 0 0,0 0-1 0 0,0 0 1 0 0,0 0 0 0 0,0 0-1 0 0,2-2 1 0 0,6-5-1855 0 0,1 1 1 0 0,-1 0-1 0 0,2 1 1 0 0,-1-1-1 0 0,1 2 1 0 0,19-8-1 0 0,-2 2-4516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4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80 0 0,'22'13'18454'0'0,"-4"-7"-15849"0"0,34 12-851 0 0,-49-16-1744 0 0,1 0 1 0 0,-1 0 0 0 0,1 0-1 0 0,-1 0 1 0 0,0 0-1 0 0,1 1 1 0 0,-1 0-1 0 0,-1-1 1 0 0,1 1-1 0 0,0 0 1 0 0,3 5-1 0 0,-5-5 13 0 0,0-1 0 0 0,0 1-1 0 0,0 0 1 0 0,0 0 0 0 0,-1 0-1 0 0,1 0 1 0 0,-1 0 0 0 0,0 0-1 0 0,1 0 1 0 0,-1 0 0 0 0,-1 0-1 0 0,1 0 1 0 0,0-1-1 0 0,-1 1 1 0 0,1 0 0 0 0,-1 0-1 0 0,0 0 1 0 0,-2 3 0 0 0,0 2 124 0 0,0 0 0 0 0,-1 0 0 0 0,0-1 0 0 0,-10 13 1 0 0,-6 3 497 0 0,0 0 0 0 0,-2-2 0 0 0,-29 24 0 0 0,-78 50 1889 0 0,114-85-2221 0 0,6-2 125 0 0,9-4-159 0 0,19-5-64 0 0,42-15-210 0 0,-55 15 49 0 0,414-133-2732 0 0,-142 36-6181 0 0,-220 75 2418 0 0,-7 1-3781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5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11 1416 0 0,'15'-11'12724'0'0,"-68"85"-18056"0"0,37-51 1806 0 0,7-10 648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5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1452 0 0,'0'0'2542'0'0,"0"3"-1543"0"0,-1 37 4006 0 0,0-2-4997 0 0,-1-26-1069 0 0,0 2-2365 0 0,2 4 311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6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2104 0 0,'6'26'9292'0'0,"-3"-5"-7283"0"0,-8-3-8473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7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92 2024 0 0,'5'-13'5469'0'0,"-5"9"-4937"0"0,0 0 1 0 0,1 0-1 0 0,-1 0 1 0 0,-1 0-1 0 0,1 0 1 0 0,0 0-1 0 0,-1 0 1 0 0,0 0-1 0 0,0 0 1 0 0,0 0-1 0 0,-1 0 1 0 0,-3-6-1 0 0,4 8-176 0 0,-23-12 888 0 0,23 13-944 0 0,-12-1 67 0 0,11 2-336 0 0,0-1 0 0 0,0 1 0 0 0,0 0-1 0 0,0-1 1 0 0,0 1 0 0 0,0 0 0 0 0,0 0 0 0 0,0 0 0 0 0,0 1 0 0 0,0-1 0 0 0,0 0 0 0 0,0 1 0 0 0,0 0-1 0 0,0-1 1 0 0,-4 3 0 0 0,-5 2-6 0 0,1 1-1 0 0,-1 0 0 0 0,1 1 1 0 0,1 0-1 0 0,0 1 0 0 0,0 0 1 0 0,0 0-1 0 0,1 1 0 0 0,0 0 1 0 0,0 1-1 0 0,-7 12 0 0 0,12-16-21 0 0,-9 15-2 0 0,2 0-1 0 0,-12 33 1 0 0,20-48-5 0 0,0 1 0 0 0,1-1-1 0 0,0 1 1 0 0,0-1 0 0 0,0 1-1 0 0,1-1 1 0 0,0 1 0 0 0,0-1-1 0 0,1 1 1 0 0,-1-1 0 0 0,2 1 0 0 0,-1-1-1 0 0,4 11 1 0 0,-4-15 3 0 0,0 0-1 0 0,0 0 1 0 0,1 0 0 0 0,-1 0-1 0 0,0 0 1 0 0,1 0 0 0 0,-1-1-1 0 0,1 1 1 0 0,0-1 0 0 0,-1 1-1 0 0,1-1 1 0 0,0 1-1 0 0,0-1 1 0 0,0 0 0 0 0,0 0-1 0 0,0 0 1 0 0,0 0 0 0 0,0 0-1 0 0,1-1 1 0 0,-1 1 0 0 0,0-1-1 0 0,0 1 1 0 0,1-1 0 0 0,-1 0-1 0 0,0 0 1 0 0,1 0 0 0 0,3 0-1 0 0,0-1 2 0 0,-1 1 0 0 0,1-1-1 0 0,0 0 1 0 0,0-1 0 0 0,-1 0-1 0 0,1 0 1 0 0,0 0 0 0 0,-1 0 0 0 0,9-6-1 0 0,-5 1 8 0 0,0 0 0 0 0,0-1 0 0 0,-1 0-1 0 0,0-1 1 0 0,-1 0 0 0 0,0 0 0 0 0,0 0-1 0 0,8-17 1 0 0,3-10-36 0 0,14-39 0 0 0,-30 72 26 0 0,-2 1-11 0 0,4-4-53 0 0,-2 12-119 0 0,-1 10 98 0 0,-3 9-172 0 0,-5 124 497 0 0,10-75-2563 0 0,7-1-4505 0 0,-5-53 1398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8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23 408 0 0,'-12'-21'11007'0'0,"12"21"-10979"0"0,-1 0 0 0 0,1 0 0 0 0,0 0 0 0 0,-1-1 0 0 0,1 1 0 0 0,-1 0 0 0 0,1 0 0 0 0,0 0 0 0 0,-1 0 0 0 0,1 0 0 0 0,-1 0 0 0 0,1 0 0 0 0,0 0 0 0 0,-1 0 0 0 0,1 0 0 0 0,-1 0 0 0 0,1 0 0 0 0,0 0 0 0 0,-1 0 0 0 0,1 0 0 0 0,-1 1 0 0 0,1-1 0 0 0,0 0 0 0 0,-1 0 0 0 0,1 0 0 0 0,0 1 0 0 0,-1-1 0 0 0,1 0 0 0 0,0 0 0 0 0,-1 1 0 0 0,1-1 0 0 0,0 0 0 0 0,-1 1 0 0 0,1-1 0 0 0,0 0 0 0 0,0 1 0 0 0,0-1 0 0 0,-1 0 0 0 0,1 1 0 0 0,0-1 0 0 0,0 0 0 0 0,0 1 0 0 0,0-1 0 0 0,0 1 0 0 0,0-1 0 0 0,0 0 0 0 0,0 1 0 0 0,-1-1 0 0 0,2 1 0 0 0,-7 27 417 0 0,5-22-338 0 0,-60 321 1381 0 0,48-282-858 0 0,13-43-484 0 0,-7-16-12 0 0,8 1-132 0 0,0 0 0 0 0,0 0 1 0 0,1 0-1 0 0,1 0 0 0 0,0 0 1 0 0,1 0-1 0 0,0 1 0 0 0,1-1 1 0 0,0 1-1 0 0,1 1 0 0 0,1-1 1 0 0,0 1-1 0 0,0 0 0 0 0,1 0 1 0 0,0 1-1 0 0,1 0 0 0 0,16-14 1 0 0,-23 23-8 0 0,0 0 0 0 0,1 0 0 0 0,-1 0 1 0 0,1 0-1 0 0,-1 0 0 0 0,1 1 0 0 0,-1-1 0 0 0,1 1 1 0 0,-1 0-1 0 0,1 0 0 0 0,-1 0 0 0 0,1 0 1 0 0,0 0-1 0 0,-1 0 0 0 0,5 1 0 0 0,-5 0 3 0 0,0-1 1 0 0,1 0 0 0 0,0 0-1 0 0,0 1 1 0 0,-1 0 0 0 0,1-1-1 0 0,0 1 1 0 0,-1 0 0 0 0,1 0 0 0 0,-1 1-1 0 0,1-1 1 0 0,-1 0 0 0 0,1 1-1 0 0,-1-1 1 0 0,0 1 0 0 0,0 0 0 0 0,0 0-1 0 0,0 0 1 0 0,0 0 0 0 0,0 0-1 0 0,1 3 1 0 0,3 2 3 0 0,-2 0 8 0 0,0 0-1 0 0,-1 0 0 0 0,1 0 0 0 0,-2 1 0 0 0,1-1 1 0 0,-1 1-1 0 0,0 0 0 0 0,0-1 0 0 0,-1 1 0 0 0,0 0 0 0 0,-1 0 1 0 0,0 11-1 0 0,0-16 37 0 0,12-48-42 0 0,-2 24-10 0 0,0 1-1 0 0,1 0 1 0 0,1 0-1 0 0,1 2 1 0 0,0-1-1 0 0,2 2 1 0 0,17-17-1 0 0,-29 31-4 0 0,0 0 0 0 0,1 0 0 0 0,-1 0 0 0 0,1 0 0 0 0,0 1 0 0 0,0-1 0 0 0,0 1 0 0 0,0 0 0 0 0,0 0 0 0 0,9-2 0 0 0,3 4-20 0 0,-1 3 11 0 0,-12-1 16 0 0,8 7-16 0 0,-7-5 22 0 0,0 1 0 0 0,-1 0 0 0 0,1 0 0 0 0,-1 1 0 0 0,-1-1 0 0 0,1 1 0 0 0,-1-1 0 0 0,0 1 0 0 0,0 0 0 0 0,-1 0 0 0 0,1 0 0 0 0,-1 0 0 0 0,-1 0 0 0 0,1 0 0 0 0,-1 8 0 0 0,1 0 6 0 0,0 14-16 0 0,-4 44 0 0 0,-6-6-3763 0 0,7-63 3237 0 0,0 2-190 0 0,6 15-7492 0 0</inkml:trace>
  <inkml:trace contextRef="#ctx0" brushRef="#br0" timeOffset="1">674 238 2652 0 0,'18'-38'13910'0'0,"-13"33"-11805"0"0,-3 8-884 0 0,0 18-600 0 0,-6 28-797 0 0,-5 66 421 0 0,0-2-3157 0 0,-2-39-6447 0 0,10-60 3456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4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0 313 372 0 0,'0'-10'1624'0'0,"1"1"1"0"0,0-1-1 0 0,0 1 0 0 0,4-11 1 0 0,-3 11-835 0 0,1 1 0 0 0,0-1 0 0 0,1 1 0 0 0,6-10 0 0 0,-5 10-640 0 0,0 1-1 0 0,1-1 1 0 0,0 1 0 0 0,0 0-1 0 0,1 1 1 0 0,0 0-1 0 0,0 0 1 0 0,0 0-1 0 0,1 1 1 0 0,-1 0 0 0 0,1 0-1 0 0,1 1 1 0 0,-1 0-1 0 0,1 1 1 0 0,-1 0 0 0 0,1 0-1 0 0,12-2 1 0 0,-15 4-141 0 0,0-1 0 0 0,0 2 0 0 0,0-1 0 0 0,1 1 0 0 0,-1 0 0 0 0,0 0 0 0 0,0 0 0 0 0,0 1 0 0 0,0 0 1 0 0,0 0-1 0 0,0 1 0 0 0,0 0 0 0 0,0 0 0 0 0,-1 0 0 0 0,10 5 0 0 0,-11-4-2 0 0,-1 0 0 0 0,1 0 0 0 0,-1 0 0 0 0,0 1 0 0 0,0-1 0 0 0,0 1 0 0 0,0 0 0 0 0,0 0 0 0 0,-1 0 0 0 0,0 0 0 0 0,0 0 0 0 0,0 0 0 0 0,0 1 1 0 0,1 5-1 0 0,-2-3 2 0 0,1 1 0 0 0,-1 0 0 0 0,-1-1 0 0 0,0 1 0 0 0,0 0 0 0 0,0-1 0 0 0,-1 1 1 0 0,-2 7-1 0 0,-1 4 25 0 0,-2-1 1 0 0,0 0 0 0 0,-1 0-1 0 0,-1 0 1 0 0,0-1-1 0 0,-13 18 1 0 0,-10 9 224 0 0,30-42-180 0 0,-1-4-60 0 0,2 2-18 0 0,-1-1 0 0 0,1 1 0 0 0,-1-1 0 0 0,1 1 0 0 0,-1-1-1 0 0,1 1 1 0 0,-1-1 0 0 0,1 1 0 0 0,-1-1 0 0 0,1 1 0 0 0,0-1 0 0 0,-1 0 0 0 0,1 1 0 0 0,0-1 0 0 0,0 0-1 0 0,-1 1 1 0 0,1-1 0 0 0,0 0 0 0 0,0 1 0 0 0,0-1 0 0 0,0-1 0 0 0,117-187 66 0 0,-83 139-62 0 0,29-42 720 0 0,-61 90-327 0 0,-7 4-381 0 0,-14 4-6 0 0,14-3-8 0 0,0 1-1 0 0,1-1 1 0 0,0 1-1 0 0,0 0 1 0 0,0 0-1 0 0,0 0 1 0 0,1 0 0 0 0,-1 1-1 0 0,-4 9 1 0 0,-21 45-7 0 0,23-45 12 0 0,1 1 0 0 0,0 0 0 0 0,1 0-1 0 0,0 0 1 0 0,1 0 0 0 0,-1 32 0 0 0,4-43-29 0 0,0 1 0 0 0,0-1 0 0 0,0 1 0 0 0,0-1 0 0 0,1 1 0 0 0,0-1-1 0 0,0 1 1 0 0,0-1 0 0 0,1 1 0 0 0,-1-1 0 0 0,1 0 0 0 0,0 0 0 0 0,0 0 0 0 0,1 0 0 0 0,-1 0 0 0 0,1 0 0 0 0,0-1 0 0 0,0 1 0 0 0,0-1 0 0 0,0 0 0 0 0,1 0 0 0 0,-1 0 0 0 0,1 0-1 0 0,0-1 1 0 0,0 1 0 0 0,0-1 0 0 0,0 0 0 0 0,5 2 0 0 0,7 1-1042 0 0,0 0 0 0 0,22 3 0 0 0,9-5-4414 0 0,-21-3-231 0 0</inkml:trace>
  <inkml:trace contextRef="#ctx0" brushRef="#br0" timeOffset="1">893 341 1728 0 0,'-6'-22'22425'0'0,"2"31"-22356"0"0,-3 16 92 0 0,1 0 0 0 0,-3 41 0 0 0,3-23-78 0 0,-3 11-147 0 0,-6 49-505 0 0,14-90-807 0 0,1 0 1 0 0,0 1 0 0 0,1-1-1 0 0,0 0 1 0 0,6 23-1 0 0,0-18-4000 0 0</inkml:trace>
  <inkml:trace contextRef="#ctx0" brushRef="#br0" timeOffset="2">2188 117 2128 0 0,'-3'-2'2053'0'0,"-7"-2"747"0"0,-22-12 2749 0 0,25 8-3584 0 0,8 8-1923 0 0,-1-1 0 0 0,0 1 1 0 0,0-1-1 0 0,1 1 0 0 0,-1 0 1 0 0,1-1-1 0 0,-1 1 0 0 0,0 0 0 0 0,1-1 1 0 0,-1 1-1 0 0,1 0 0 0 0,-1 0 1 0 0,0 0-1 0 0,1-1 0 0 0,-1 1 1 0 0,1 0-1 0 0,-1 0 0 0 0,1 0 1 0 0,-1 0-1 0 0,1 0 0 0 0,-1 0 0 0 0,1 0 1 0 0,0 0-1 0 0,149-21 247 0 0,22-2-910 0 0,-60 2-3846 0 0,-83 13 986 0 0,-4 0-1345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51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14 2352 0 0,'-3'-1'2154'0'0,"-6"-1"-1029"0"0,-32-6 7756 0 0,32 6-8644 0 0,7 2 198 0 0,-3 11-146 0 0,4-10-267 0 0,0 0 0 0 0,0 1 0 0 0,0-1 0 0 0,1 0 0 0 0,-1 1 0 0 0,0-1 0 0 0,1 1 0 0 0,-1-1 0 0 0,1 1 0 0 0,-1-1 0 0 0,1 1 0 0 0,0-1 0 0 0,0 4 0 0 0,2 46 127 0 0,2 1 1 0 0,20 95-1 0 0,-4-79-1633 0 0,-18-61 474 0 0,1 0-1 0 0,0 0 1 0 0,1 0-1 0 0,0-1 1 0 0,0 0 0 0 0,0 0-1 0 0,8 9 1 0 0,1-4-3248 0 0</inkml:trace>
  <inkml:trace contextRef="#ctx0" brushRef="#br0" timeOffset="1">816 121 2284 0 0,'1'-2'892'0'0,"4"-7"1827"0"0,-1 0 0 0 0,0 0 1 0 0,2-11-1 0 0,-5 18-2322 0 0,0-1-1 0 0,-1 0 1 0 0,0 0 0 0 0,1 0-1 0 0,-1 1 1 0 0,0-1 0 0 0,0 0-1 0 0,-1 0 1 0 0,1 0-1 0 0,-1 0 1 0 0,1 1 0 0 0,-1-1-1 0 0,0 0 1 0 0,-2-4 0 0 0,2 6-362 0 0,0 0 1 0 0,1-1-1 0 0,-1 1 1 0 0,0 0-1 0 0,0 0 0 0 0,0 0 1 0 0,0 0-1 0 0,0 0 1 0 0,0 0-1 0 0,-1 1 1 0 0,1-1-1 0 0,0 0 1 0 0,0 0-1 0 0,-1 1 1 0 0,1-1-1 0 0,0 1 1 0 0,-1-1-1 0 0,1 1 1 0 0,0 0-1 0 0,-1-1 1 0 0,1 1-1 0 0,0 0 1 0 0,-1 0-1 0 0,1 0 1 0 0,-1 0-1 0 0,1 0 1 0 0,-1 0-1 0 0,1 0 1 0 0,-2 1-1 0 0,-5 1 8 0 0,0 0 0 0 0,0 1 0 0 0,-14 6 0 0 0,16-6-7 0 0,-9 3-11 0 0,-1 2-1 0 0,1 0 1 0 0,1 1 0 0 0,0 1-1 0 0,0 0 1 0 0,-16 15-1 0 0,9-5-37 0 0,1 1 1 0 0,-19 24-1 0 0,34-38 4 0 0,0 0 1 0 0,0 0-1 0 0,1 0 0 0 0,0 0 1 0 0,0 0-1 0 0,1 1 1 0 0,0 0-1 0 0,1 0 1 0 0,-1 0-1 0 0,1 0 0 0 0,1 0 1 0 0,-2 11-1 0 0,4-16-16 0 0,-1 0 0 0 0,0 0-1 0 0,1 0 1 0 0,-1 0-1 0 0,1-1 1 0 0,0 1 0 0 0,0 0-1 0 0,0-1 1 0 0,0 1 0 0 0,0 0-1 0 0,1-1 1 0 0,-1 1 0 0 0,1-1-1 0 0,0 0 1 0 0,-1 0 0 0 0,1 1-1 0 0,0-1 1 0 0,0 0 0 0 0,1-1-1 0 0,-1 1 1 0 0,0 0-1 0 0,1-1 1 0 0,-1 1 0 0 0,1-1-1 0 0,-1 0 1 0 0,1 1 0 0 0,0-1-1 0 0,-1 0 1 0 0,1-1 0 0 0,0 1-1 0 0,3 0 1 0 0,7 0-98 0 0,1-1 0 0 0,-1-1-1 0 0,1 0 1 0 0,-1 0 0 0 0,0-2 0 0 0,1 1 0 0 0,-1-2-1 0 0,-1 0 1 0 0,21-8 0 0 0,-24 7 97 0 0,0 0 0 0 0,0 0 0 0 0,0-1 0 0 0,-1 0 0 0 0,1-1 0 0 0,-1 0 0 0 0,-1 0-1 0 0,0-1 1 0 0,0 1 0 0 0,0-2 0 0 0,-1 1 0 0 0,0-1 0 0 0,7-13 0 0 0,22-60 1653 0 0,-34 80-1383 0 0,0 1-94 0 0,8-16 437 0 0,-5 14-463 0 0,-3 14-176 0 0,-6 42-563 0 0,3 55-1 0 0,4-53-3064 0 0,3-1-3930 0 0,-3-34 966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52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50 299 312 0 0,'-4'-19'11170'0'0,"5"28"-7791"0"0,2 28-3108 0 0,-4 17 47 0 0,-2-1-1 0 0,-3 0 1 0 0,-2-1 0 0 0,-19 68-1 0 0,27-118-107 0 0,-2-14-163 0 0,1 9-41 0 0,0-1 1 0 0,1 0-1 0 0,-1 0 1 0 0,1 0 0 0 0,0-1-1 0 0,1-4 1 0 0,2-8-4 0 0,1 1-1 0 0,1 1 1 0 0,0-1-1 0 0,1 1 1 0 0,1-1 0 0 0,14-23-1 0 0,-7 18-4 0 0,0 0 0 0 0,2 0 0 0 0,28-29-1 0 0,-38 44 0 0 0,0 0-1 0 0,0 1 0 0 0,1 0 1 0 0,0-1-1 0 0,-1 2 1 0 0,2-1-1 0 0,-1 1 1 0 0,0 0-1 0 0,1 1 0 0 0,0 0 1 0 0,0 0-1 0 0,11-2 1 0 0,-13 4 0 0 0,0 0 0 0 0,0 0 0 0 0,0 0 0 0 0,0 1 0 0 0,-1 0 0 0 0,1 1 0 0 0,0-1 1 0 0,0 1-1 0 0,0 0 0 0 0,-1 0 0 0 0,1 1 0 0 0,0 0 0 0 0,-1 0 0 0 0,10 5 0 0 0,-8-2 10 0 0,0 0-1 0 0,-1 0 0 0 0,0 1 1 0 0,0 0-1 0 0,-1 0 0 0 0,10 14 0 0 0,-14-19-4 0 0,3 4 13 0 0,-1 0-1 0 0,0 0 1 0 0,0 0-1 0 0,-1 1 1 0 0,1-1-1 0 0,-1 1 0 0 0,-1-1 1 0 0,1 1-1 0 0,-1 0 1 0 0,0-1-1 0 0,0 1 1 0 0,0 0-1 0 0,-1 0 1 0 0,0 0-1 0 0,0 0 1 0 0,-1 6-1 0 0,-2 1 70 0 0,0 0 1 0 0,0 1-1 0 0,-1-2 1 0 0,-1 1-1 0 0,-11 21 0 0 0,16-33-82 0 0,0-1 0 0 0,0 0 0 0 0,0 1 0 0 0,0-1 1 0 0,0 0-1 0 0,0 1 0 0 0,0-1 0 0 0,0 0 0 0 0,0 1 0 0 0,-1-1 0 0 0,1 0 0 0 0,0 1 0 0 0,0-1 0 0 0,0 0 0 0 0,-1 1 0 0 0,1-1 0 0 0,0 0 0 0 0,0 0 0 0 0,-1 1 0 0 0,1-1 0 0 0,0 0 0 0 0,-1 0 0 0 0,1 0 0 0 0,0 1 1 0 0,-1-1-1 0 0,1 0 0 0 0,0 0 0 0 0,-1 0 0 0 0,1 0 0 0 0,0 0 0 0 0,-1 0 0 0 0,1 0 0 0 0,0 0 0 0 0,-1 0 0 0 0,1 0 0 0 0,-1 0 0 0 0,1 0 0 0 0,0 0 0 0 0,-1 0 0 0 0,1 0 0 0 0,0 0 0 0 0,-1 0 0 0 0,1 0 0 0 0,0 0 0 0 0,-1 0 1 0 0,1-1-1 0 0,0 1 0 0 0,-1 0 0 0 0,1 0 0 0 0,0 0 0 0 0,0-1 0 0 0,-1 1 0 0 0,1 0 0 0 0,0 0 0 0 0,0-1 0 0 0,-1 1 0 0 0,1 0 0 0 0,0-1 0 0 0,-1-1 1 0 0,0 1-1 0 0,0-1 1 0 0,0 1-1 0 0,1-1 1 0 0,-1 0-1 0 0,1 1 1 0 0,-1-1 0 0 0,1 0-1 0 0,0 0 1 0 0,-1 1-1 0 0,1-1 1 0 0,0-2-1 0 0,2-9 0 0 0,1 1 0 0 0,0-1 0 0 0,1 1 0 0 0,0 0 0 0 0,1 0 0 0 0,0 1 0 0 0,1-1 0 0 0,14-20 0 0 0,-9 16-4 0 0,1 1-1 0 0,0 1 1 0 0,1-1 0 0 0,0 2 0 0 0,23-17-1 0 0,-34 28 8 0 0,1 0 0 0 0,0 0-1 0 0,-1 0 1 0 0,1 0 0 0 0,0 1-1 0 0,0 0 1 0 0,0-1 0 0 0,0 1-1 0 0,0 0 1 0 0,0 1 0 0 0,0-1-1 0 0,0 0 1 0 0,1 1 0 0 0,-1 0-1 0 0,0 0 1 0 0,6 0 0 0 0,-5 1 6 0 0,0 1 1 0 0,0-1 0 0 0,0 1 0 0 0,0 0-1 0 0,-1 0 1 0 0,1 0 0 0 0,-1 1 0 0 0,1-1-1 0 0,-1 1 1 0 0,0 0 0 0 0,0 0 0 0 0,0 0-1 0 0,-1 0 1 0 0,1 0 0 0 0,-1 1 0 0 0,1-1-1 0 0,-1 1 1 0 0,0 0 0 0 0,-1-1 0 0 0,1 1-1 0 0,-1 0 1 0 0,1 0 0 0 0,-1 0 0 0 0,0 0-1 0 0,-1 1 1 0 0,1 4 0 0 0,1 9 15 0 0,-1 0 1 0 0,-1-1-1 0 0,-1 1 0 0 0,-1 0 0 0 0,0-1 1 0 0,-6 21-1 0 0,-8 19-3348 0 0,13-44 921 0 0,3 0-2654 0 0,-2-1-253 0 0</inkml:trace>
  <inkml:trace contextRef="#ctx0" brushRef="#br0" timeOffset="1">768 497 1572 0 0,'5'-15'7199'0'0,"-4"12"-6434"0"0,-1 0 0 0 0,1 0 0 0 0,0 0 0 0 0,0 0 0 0 0,0 1 0 0 0,0-1 0 0 0,1 0 0 0 0,-1 1 0 0 0,1-1 0 0 0,3-3 0 0 0,-2 3-414 0 0,-1 0 0 0 0,1 0 0 0 0,1 1 0 0 0,-1-1 1 0 0,0 1-1 0 0,0 0 0 0 0,5-2 0 0 0,-1 1-264 0 0,-1 0-1 0 0,1 1 1 0 0,0 0 0 0 0,0 0-1 0 0,0 1 1 0 0,0 0 0 0 0,0 0 0 0 0,7 1-1 0 0,-10 0-64 0 0,-1 1-1 0 0,0-1 1 0 0,0 1 0 0 0,0 0-1 0 0,0 0 1 0 0,0 0-1 0 0,-1 0 1 0 0,1 1-1 0 0,0-1 1 0 0,0 1 0 0 0,-1-1-1 0 0,1 1 1 0 0,-1 0-1 0 0,0 0 1 0 0,1 1-1 0 0,-1-1 1 0 0,0 0 0 0 0,0 1-1 0 0,0-1 1 0 0,-1 1-1 0 0,3 3 1 0 0,-2-1 73 0 0,-1 0-1 0 0,0 0 1 0 0,1 0 0 0 0,-2 0 0 0 0,1 1-1 0 0,-1-1 1 0 0,1 0 0 0 0,-1 1 0 0 0,-1-1 0 0 0,1 0-1 0 0,-1 0 1 0 0,0 1 0 0 0,0-1 0 0 0,-1 0-1 0 0,-3 9 1 0 0,-4 9 387 0 0,-1-1 0 0 0,-17 24-1 0 0,12-19-58 0 0,-42 63 562 0 0,23-39-655 0 0,33-50-333 0 0,1 0 0 0 0,-1-1 0 0 0,1 1 0 0 0,-1 0 0 0 0,1 0 0 0 0,0-1 0 0 0,-1 1 0 0 0,1 0 0 0 0,0 0 0 0 0,0-1 0 0 0,0 1 0 0 0,0 0 0 0 0,0 0 0 0 0,-1 0 0 0 0,1-1 0 0 0,1 1 0 0 0,-1 0 0 0 0,0 0 1 0 0,0 0-1 0 0,0 0 0 0 0,1 0-1 0 0,-1-1 1 0 0,1 1 0 0 0,-1-1-1 0 0,0 1 1 0 0,1-1 0 0 0,-1 0 0 0 0,1 1-1 0 0,-1-1 1 0 0,1 0 0 0 0,0 1 0 0 0,-1-1-1 0 0,1 0 1 0 0,-1 0 0 0 0,1 0-1 0 0,-1 1 1 0 0,1-1 0 0 0,0 0 0 0 0,-1 0-1 0 0,1 0 1 0 0,0 0 0 0 0,-1 0 0 0 0,1 0-1 0 0,-1 0 1 0 0,1 0 0 0 0,0 0-1 0 0,-1-1 1 0 0,1 1 0 0 0,1 0 0 0 0,90-26-3668 0 0,154-64 0 0 0,-170 60 680 0 0,1-1-2196 0 0,14-4-2681 0 0</inkml:trace>
  <inkml:trace contextRef="#ctx0" brushRef="#br0" timeOffset="2">2012 122 1964 0 0,'-1'0'318'0'0,"-6"-4"1219"0"0,0 0 0 0 0,0-1 0 0 0,1 1 0 0 0,0-1 0 0 0,-6-7 0 0 0,10 11-1353 0 0,1-1 0 0 0,0 0 0 0 0,-1 0 0 0 0,1 0-1 0 0,0 0 1 0 0,0 0 0 0 0,0 0 0 0 0,0 0 0 0 0,1 0 0 0 0,-1 0 0 0 0,0-1 0 0 0,1 1 0 0 0,0 0-1 0 0,-1 0 1 0 0,1-1 0 0 0,0 1 0 0 0,0 0 0 0 0,1 0 0 0 0,-1-1 0 0 0,0 1 0 0 0,1 0 0 0 0,0-3-1 0 0,0 3-130 0 0,0 0 0 0 0,0 0-1 0 0,0 0 1 0 0,0 1-1 0 0,0-1 1 0 0,0 0-1 0 0,0 1 1 0 0,1-1-1 0 0,-1 1 1 0 0,1 0-1 0 0,-1-1 1 0 0,1 1-1 0 0,-1 0 1 0 0,1 0 0 0 0,0 0-1 0 0,3-2 1 0 0,22-6 126 0 0,-26 9-167 0 0,4 0 2 0 0,0 0-1 0 0,-1 0 0 0 0,1 1 1 0 0,0 0-1 0 0,0 0 1 0 0,-1 0-1 0 0,1 0 0 0 0,0 1 1 0 0,-1 0-1 0 0,0 0 0 0 0,8 5 1 0 0,-8-5-7 0 0,-1 0-1 0 0,0 0 1 0 0,1 1-1 0 0,-1-1 1 0 0,0 1 0 0 0,-1 0-1 0 0,1 0 1 0 0,0 0 0 0 0,-1 0-1 0 0,0 0 1 0 0,1 1 0 0 0,-1-1-1 0 0,-1 1 1 0 0,1-1 0 0 0,0 1-1 0 0,1 5 1 0 0,-2-4 3 0 0,0 1-1 0 0,-1 0 1 0 0,1 0-1 0 0,-1 0 1 0 0,0-1 0 0 0,-1 1-1 0 0,1 0 1 0 0,-1 0-1 0 0,0-1 1 0 0,-3 7 0 0 0,-1 5 25 0 0,-2-1 1 0 0,0 0 0 0 0,-1 0-1 0 0,-1-1 1 0 0,0 0 0 0 0,-15 17 0 0 0,-11 16 246 0 0,33-47-217 0 0,4-4-62 0 0,-1-1 1 0 0,1 0-1 0 0,0 1 1 0 0,0-1-1 0 0,0 1 1 0 0,0 0-1 0 0,0-1 1 0 0,1 1-1 0 0,-1 0 1 0 0,1 0 0 0 0,3-2-1 0 0,3-4-4 0 0,123-124 72 0 0,-58 62-123 0 0,-74 70 47 0 0,17-16 688 0 0,18-22 0 0 0,-34 37-363 0 0,-4 3-262 0 0,-8 4-35 0 0,0-1 0 0 0,1 2 0 0 0,0-1 0 0 0,0 1 0 0 0,1 1 0 0 0,-1 0 0 0 0,1 0 0 0 0,1 1 0 0 0,-9 9 0 0 0,3-3-31 0 0,1 2 0 0 0,1-1-1 0 0,0 1 1 0 0,-15 31 0 0 0,23-41 9 0 0,2 1 0 0 0,-1-1-1 0 0,1 1 1 0 0,0 0 0 0 0,0 0 0 0 0,1 0 0 0 0,0 0-1 0 0,0 0 1 0 0,1 0 0 0 0,0 0 0 0 0,0 0-1 0 0,1 9 1 0 0,0-11-5 0 0,0 0-1 0 0,0-1 0 0 0,1 1 1 0 0,-1 0-1 0 0,1-1 1 0 0,0 0-1 0 0,1 1 0 0 0,-1-1 1 0 0,1 0-1 0 0,-1 0 1 0 0,1 0-1 0 0,0 0 0 0 0,1-1 1 0 0,-1 1-1 0 0,1-1 1 0 0,-1 0-1 0 0,1 0 0 0 0,7 4 1 0 0,3 0-496 0 0,0 0 1 0 0,1-1-1 0 0,-1-1 1 0 0,1 0-1 0 0,0-1 1 0 0,0 0-1 0 0,22 1 1 0 0,-13-3-2180 0 0,0-1 1 0 0,26-2 0 0 0,-16-3-2593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53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211 211 1968 0 0,'-3'-14'9070'0'0,"2"13"-8688"0"0,0 0 1 0 0,1 0 0 0 0,-1-1-1 0 0,1 1 1 0 0,-1 0-1 0 0,1 0 1 0 0,-1 0 0 0 0,1 0-1 0 0,0-1 1 0 0,0 1 0 0 0,0 0-1 0 0,0 0 1 0 0,0-1-1 0 0,0-1 1 0 0,0 2-330 0 0,0 0 0 0 0,1 0 0 0 0,-1 0 0 0 0,0 0 0 0 0,1 1 0 0 0,-1-1 0 0 0,1 0 0 0 0,-1 0 0 0 0,1 0 0 0 0,-1 1 0 0 0,1-1 0 0 0,0 0 0 0 0,-1 1 0 0 0,1-1 0 0 0,0 0 0 0 0,0 1 0 0 0,-1-1 0 0 0,1 1 0 0 0,0-1 0 0 0,0 1 0 0 0,0 0 0 0 0,0-1 0 0 0,1 1 0 0 0,1-1 26 0 0,-1 1-66 0 0,1-1 1 0 0,0 1 0 0 0,0 0 0 0 0,0 1 0 0 0,0-1-1 0 0,0 0 1 0 0,0 1 0 0 0,0 0 0 0 0,-1-1 0 0 0,1 1-1 0 0,0 0 1 0 0,0 1 0 0 0,-1-1 0 0 0,1 0 0 0 0,-1 1-1 0 0,1-1 1 0 0,-1 1 0 0 0,0 0 0 0 0,1 0-1 0 0,-1 0 1 0 0,0 0 0 0 0,0 0 0 0 0,-1 1 0 0 0,1-1-1 0 0,0 0 1 0 0,-1 1 0 0 0,1-1 0 0 0,-1 1 0 0 0,0 0-1 0 0,0-1 1 0 0,0 1 0 0 0,0 0 0 0 0,0 0 0 0 0,-1 0-1 0 0,1 0 1 0 0,-1 0 0 0 0,0-1 0 0 0,0 1-1 0 0,0 0 1 0 0,-1 4 0 0 0,0 6 130 0 0,-1-1 0 0 0,-1 1 0 0 0,-1-1 0 0 0,1 0 0 0 0,-2 0 0 0 0,0 0 0 0 0,0-1 0 0 0,-1 1 0 0 0,-1-1 0 0 0,-7 11 0 0 0,-11 12 627 0 0,-51 52-1 0 0,-40 33 823 0 0,106-110-1536 0 0,-4 7 148 0 0,16-12-120 0 0,10-3-50 0 0,9-4-258 0 0,0-1 1 0 0,-1-1 0 0 0,0-1-1 0 0,37-15 1 0 0,-26 9-113 0 0,186-65-4854 0 0,-66 24-2656 0 0,-77 29 937 0 0</inkml:trace>
  <inkml:trace contextRef="#ctx0" brushRef="#br0" timeOffset="1">1407 252 2272 0 0,'-83'-10'12829'0'0,"80"10"-11679"0"0,-17-3 2259 0 0,3 2-2770 0 0,13 0-53 0 0,5 0-565 0 0,1-1 0 0 0,0 0 0 0 0,-1 1 0 0 0,1 0 0 0 0,0-1 0 0 0,0 1 0 0 0,-1 0 0 0 0,1 0 0 0 0,0 0 0 0 0,0 0 0 0 0,0 0 0 0 0,1 0 0 0 0,2 0 0 0 0,74-18-185 0 0,92-9 0 0 0,-80 14-3125 0 0,-1-2-4471 0 0,-62 9 362 0 0</inkml:trace>
  <inkml:trace contextRef="#ctx0" brushRef="#br0" timeOffset="2">1650 14 1988 0 0,'-10'-4'2054'0'0,"1"2"0"0"0,-1-1 0 0 0,0 1 0 0 0,0 1 0 0 0,0 0 0 0 0,0 0 0 0 0,-15 1 0 0 0,24 1-1982 0 0,-1 0 0 0 0,1 0 1 0 0,-1 0-1 0 0,1 0 0 0 0,0 1 0 0 0,-1-1 1 0 0,1 0-1 0 0,0 1 0 0 0,0-1 0 0 0,0 0 1 0 0,0 1-1 0 0,0 0 0 0 0,0-1 1 0 0,0 1-1 0 0,1-1 0 0 0,-1 1 0 0 0,1 0 1 0 0,-1-1-1 0 0,1 1 0 0 0,-1 3 1 0 0,0-2 16 0 0,-4 21 176 0 0,1 1-1 0 0,0-1 1 0 0,2 1-1 0 0,2 33 1 0 0,-2 13-90 0 0,-1-35-816 0 0,5 64 0 0 0,5-55-2716 0 0,4-3-3642 0 0</inkml:trace>
  <inkml:trace contextRef="#ctx0" brushRef="#br0" timeOffset="3">2371 343 1992 0 0,'3'0'2979'0'0,"15"4"4283"0"0,-1-2-3488 0 0,84-18-4494 0 0,-83 13-716 0 0,23-4-4868 0 0,-18 1 1161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54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26 337 2148 0 0,'-25'13'18527'0'0,"27"-14"-18245"0"0,10-5-395 0 0,1 1 0 0 0,20-5 0 0 0,35-5-3804 0 0,-37 9 673 0 0,0-2-1264 0 0,2-2-2037 0 0</inkml:trace>
  <inkml:trace contextRef="#ctx0" brushRef="#br0" timeOffset="1">1070 167 908 0 0,'-4'5'23114'0'0,"68"-21"-24786"0"0,49-12-10978 0 0,-80 19 5354 0 0</inkml:trace>
  <inkml:trace contextRef="#ctx0" brushRef="#br0" timeOffset="2">2378 147 1172 0 0,'-16'-19'9434'0'0,"6"5"-3411"0"0,10 13-5695 0 0,-1 1 0 0 0,1-1 1 0 0,0 0-1 0 0,-1 0 0 0 0,1 0 1 0 0,0 0-1 0 0,-1 1 0 0 0,1-1 0 0 0,0 0 1 0 0,0 0-1 0 0,0 0 0 0 0,0-1 1 0 0,0 1-336 0 0,1 0 0 0 0,-1 1 1 0 0,0-1-1 0 0,1 0 1 0 0,-1 1-1 0 0,1-1 0 0 0,-1 0 1 0 0,1 1-1 0 0,0-1 1 0 0,-1 1-1 0 0,1-1 0 0 0,-1 1 1 0 0,1 0-1 0 0,0-1 1 0 0,0 1-1 0 0,-1-1 1 0 0,2 1-1 0 0,37-15 2 0 0,1 2-1 0 0,79-15 1 0 0,-46 12-3873 0 0,-3-4-6011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56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38 36 0 0,'-3'-2'2428'0'0,"-36"-17"6598"0"0,12 5-165 0 0,26 14-8776 0 0,0 0 1 0 0,0-1-1 0 0,0 1 0 0 0,1 0 1 0 0,-1-1-1 0 0,0 1 0 0 0,0 0 1 0 0,0 0-1 0 0,0 0 0 0 0,0 0 0 0 0,0 0 1 0 0,0 0-1 0 0,0 0 0 0 0,0 0 1 0 0,0 0-1 0 0,0 0 0 0 0,0 0 0 0 0,0 1 1 0 0,0-1-1 0 0,0 0 0 0 0,0 1 1 0 0,1-1-1 0 0,-1 1 0 0 0,0-1 1 0 0,0 1-1 0 0,0-1 0 0 0,1 1 0 0 0,-1 0 1 0 0,0-1-1 0 0,0 1 0 0 0,1 0 1 0 0,-1-1-1 0 0,1 1 0 0 0,-1 0 0 0 0,1 0 1 0 0,-1 0-1 0 0,1 0 0 0 0,-1 0 1 0 0,1-1-1 0 0,0 1 0 0 0,-1 0 1 0 0,1 2-1 0 0,-3 6 38 0 0,1 0-1 0 0,0 0 1 0 0,-1 15 0 0 0,1-10 183 0 0,-18 135 260 0 0,11-95-566 0 0,0-6-693 0 0,-4 93 0 0 0,13-137 273 0 0,0 1 1 0 0,0 0-1 0 0,1-1 0 0 0,0 1 1 0 0,0 0-1 0 0,0-1 0 0 0,0 1 1 0 0,1-1-1 0 0,-1 1 0 0 0,3 3 0 0 0,-2-5-357 0 0,-1-1-1 0 0,1 0 0 0 0,0 0 0 0 0,-1 0 0 0 0,1 0 0 0 0,0 0 0 0 0,0-1 0 0 0,0 1 0 0 0,0 0 0 0 0,0-1 0 0 0,4 2 0 0 0</inkml:trace>
  <inkml:trace contextRef="#ctx0" brushRef="#br0" timeOffset="1">772 197 2120 0 0,'4'-5'1848'0'0,"-1"1"1"0"0,0-1-1 0 0,-1 0 0 0 0,1 0 0 0 0,2-8 0 0 0,-4 8-651 0 0,1-1 1 0 0,-1 1-1 0 0,0-1 0 0 0,0 1 0 0 0,-1-8 1 0 0,0 10-712 0 0,-1 1-106 0 0,0 1-338 0 0,0 1 1 0 0,1-1 0 0 0,-1 0 0 0 0,0 0 0 0 0,0 0 0 0 0,0 1 0 0 0,0-1-1 0 0,0 0 1 0 0,0 1 0 0 0,0-1 0 0 0,0 1 0 0 0,0-1 0 0 0,0 1-1 0 0,0-1 1 0 0,0 1 0 0 0,0 0 0 0 0,0 0 0 0 0,0-1 0 0 0,-2 1-1 0 0,-1 0 2 0 0,0 0 0 0 0,1 1-1 0 0,-1-1 1 0 0,0 1 0 0 0,1-1-1 0 0,-5 3 1 0 0,-5 1-4 0 0,1 1-1 0 0,0 0 1 0 0,-11 8 0 0 0,1 0-17 0 0,0 2-1 0 0,1 1 1 0 0,1 0 0 0 0,1 1-1 0 0,0 2 1 0 0,1-1 0 0 0,1 2-1 0 0,1 1 1 0 0,-18 27 0 0 0,31-42-30 0 0,0 1 0 0 0,0 0 0 0 0,0-1 1 0 0,1 1-1 0 0,0 0 0 0 0,0 0 0 0 0,1 1 0 0 0,0-1 1 0 0,0 0-1 0 0,0 11 0 0 0,2-16-2 0 0,-1 0 0 0 0,1 0 0 0 0,0-1 0 0 0,-1 1 1 0 0,1 0-1 0 0,0 0 0 0 0,0 0 0 0 0,0-1 0 0 0,0 1 0 0 0,1-1 0 0 0,-1 1 0 0 0,0-1 0 0 0,1 1 0 0 0,-1-1 1 0 0,1 0-1 0 0,2 2 0 0 0,-1-1-7 0 0,-1 0 2 0 0,0-1 0 0 0,0 0 0 0 0,0 0 0 0 0,0 0 0 0 0,0 0 0 0 0,0 0 0 0 0,1-1 1 0 0,-1 1-1 0 0,0-1 0 0 0,1 1 0 0 0,-1-1 0 0 0,0 0 0 0 0,1 0 0 0 0,-1 0 0 0 0,3-1 0 0 0,2 1-11 0 0,-1-1-1 0 0,1 0 0 0 0,-1-1 0 0 0,10-3 0 0 0,-10 2 19 0 0,0 0-1 0 0,0 0 0 0 0,0-1 0 0 0,-1 0 0 0 0,1 0 0 0 0,-1 0 1 0 0,0-1-1 0 0,0 1 0 0 0,-1-1 0 0 0,1 0 0 0 0,5-10 1 0 0,3-6 7 0 0,20-41 0 0 0,-22 39-25 0 0,18-42 355 0 0,-27 63-302 0 0,0-3 12 0 0,3-6-10 0 0,-2 12-8 0 0,0 8 15 0 0,0 14-5 0 0,-1 46 0 0 0,0 0-401 0 0,2-25-985 0 0,2 27-3119 0 0,6-25-3298 0 0,-7-31 1496 0 0</inkml:trace>
  <inkml:trace contextRef="#ctx0" brushRef="#br0" timeOffset="2">917 531 496 0 0,'1'-3'2506'0'0,"18"-48"8403"0"0,-18 49-10046 0 0,0 0-660 0 0,-1 1-1 0 0,1-1 1 0 0,0 1 0 0 0,0 0-1 0 0,0 0 1 0 0,0 0 0 0 0,0-1 0 0 0,0 1-1 0 0,0 0 1 0 0,0 0 0 0 0,0 0-1 0 0,1 0 1 0 0,-1 1 0 0 0,2-2-1 0 0,1 9-158 0 0,0-1-1 0 0,0 1 0 0 0,0 0 1 0 0,-1 1-1 0 0,0-1 1 0 0,0 1-1 0 0,-1-1 0 0 0,0 1 1 0 0,0 0-1 0 0,0 13 0 0 0,1 11 41 0 0,-4 43-1 0 0,1-35 7 0 0,-7 35 172 0 0,7-74-259 0 0,0-1-1 0 0,1 1 1 0 0,-1-1-1 0 0,0 1 1 0 0,0-1-1 0 0,0 1 1 0 0,0 0-1 0 0,-1-1 1 0 0,1 1-1 0 0,0-1 1 0 0,0 1-1 0 0,0-1 1 0 0,0 1-1 0 0,0-1 1 0 0,-1 1-1 0 0,1-1 1 0 0,0 1-1 0 0,-1-1 1 0 0,1 1-1 0 0,0-1 1 0 0,-1 0-1 0 0,0 2 1 0 0,-6-5 37 0 0,6 2-40 0 0,1 0-1 0 0,0 0 0 0 0,0 0 1 0 0,0 0-1 0 0,-1 0 0 0 0,1 0 1 0 0,0-1-1 0 0,0 1 0 0 0,0 0 1 0 0,1 0-1 0 0,-1 0 0 0 0,0 0 0 0 0,0 0 1 0 0,1 0-1 0 0,-1-2 0 0 0,1 3 1 0 0,1-12-7 0 0,1 1 0 0 0,0-1 1 0 0,1 1-1 0 0,0-1 0 0 0,1 1 0 0 0,1 1 0 0 0,-1-1 1 0 0,2 1-1 0 0,-1 0 0 0 0,13-14 0 0 0,-8 11-7 0 0,0 2-1 0 0,1 0 0 0 0,0 0 1 0 0,0 1-1 0 0,1 0 0 0 0,0 1 1 0 0,17-8-1 0 0,-27 15 13 0 0,1 1 0 0 0,-1 0 0 0 0,1 0 0 0 0,-1 0-1 0 0,1 0 1 0 0,-1 0 0 0 0,1 1 0 0 0,0 0 0 0 0,-1-1 0 0 0,1 1 0 0 0,0 1 0 0 0,-1-1 0 0 0,1 0-1 0 0,0 1 1 0 0,-1 0 0 0 0,1 0 0 0 0,-1 0 0 0 0,1 0 0 0 0,-1 0 0 0 0,0 1 0 0 0,1 0 0 0 0,-1 0-1 0 0,0 0 1 0 0,0 0 0 0 0,0 0 0 0 0,0 0 0 0 0,-1 1 0 0 0,1-1 0 0 0,0 1 0 0 0,-1 0 0 0 0,0 0-1 0 0,0 0 1 0 0,0 0 0 0 0,0 0 0 0 0,3 6 0 0 0,-4-2 24 0 0,1 0-1 0 0,-1-1 1 0 0,0 1-1 0 0,-1 0 1 0 0,1 0-1 0 0,-1-1 1 0 0,0 1-1 0 0,-1 0 1 0 0,0 0-1 0 0,0-1 1 0 0,-1 1 0 0 0,1 0-1 0 0,-1-1 1 0 0,-1 0-1 0 0,-4 11 1 0 0,6-16 18 0 0,-2 2-5 0 0,3-2-33 0 0,0-1 0 0 0,0 0 0 0 0,0 0 0 0 0,0 1 1 0 0,0-1-1 0 0,0 0 0 0 0,-1 0 0 0 0,1 0 0 0 0,0 1 1 0 0,0-1-1 0 0,0 0 0 0 0,0 0 0 0 0,0 0 1 0 0,-1 0-1 0 0,1 1 0 0 0,0-1 0 0 0,0 0 0 0 0,0 0 1 0 0,-1 0-1 0 0,1 0 0 0 0,0 0 0 0 0,0 0 0 0 0,-1 0 1 0 0,1 0-1 0 0,0 1 0 0 0,0-1 0 0 0,-1 0 1 0 0,1 0-1 0 0,0 0 0 0 0,0 0 0 0 0,-1 0 0 0 0,1 0 1 0 0,0 0-1 0 0,0-1 0 0 0,-1 1 0 0 0,1 0 0 0 0,-1-1 0 0 0,0 0-1 0 0,1 0 1 0 0,-1 0-1 0 0,0 0 0 0 0,1 0 1 0 0,-1 0-1 0 0,1 0 1 0 0,-1 0-1 0 0,1 0 0 0 0,-1 0 1 0 0,1 0-1 0 0,0-1 1 0 0,0 1-1 0 0,-1 0 0 0 0,1 0 1 0 0,0 0-1 0 0,0-1 0 0 0,0 1 1 0 0,1-1-1 0 0,-1-2-2 0 0,1 0 0 0 0,0 0 0 0 0,0 1 0 0 0,0-1 0 0 0,1 1 0 0 0,2-5-1 0 0,4-6-10 0 0,1 0-1 0 0,12-15 1 0 0,-15 22 12 0 0,7-8-12 0 0,1 0 0 0 0,0 1 0 0 0,2 0 1 0 0,-1 2-1 0 0,2-1 0 0 0,-1 2 0 0 0,2 0 0 0 0,-1 1 0 0 0,34-13 0 0 0,-51 23 10 0 0,1-1-1 0 0,0 1 1 0 0,0 0-1 0 0,0-1 1 0 0,-1 1-1 0 0,1 0 1 0 0,0 0-1 0 0,0-1 0 0 0,0 1 1 0 0,0 0-1 0 0,-1 0 1 0 0,1 0-1 0 0,0 0 1 0 0,0 0-1 0 0,1 1 1 0 0,7 0-32 0 0,-7-1 32 0 0,1 1 0 0 0,0-1 0 0 0,0 1 0 0 0,-1 0 0 0 0,1-1 0 0 0,0 1 1 0 0,-1 0-1 0 0,1 1 0 0 0,-1-1 0 0 0,1 0 0 0 0,-1 1 0 0 0,1-1 0 0 0,-1 1 0 0 0,0 0 1 0 0,0 0-1 0 0,0 0 0 0 0,0 0 0 0 0,0 0 0 0 0,0 0 0 0 0,1 3 0 0 0,-1 0 15 0 0,0 0-1 0 0,0 0 0 0 0,0 0 1 0 0,0 0-1 0 0,-1 0 0 0 0,1 11 1 0 0,0-8-8 0 0,-2 3-98 0 0,1 0-1 0 0,-1 1 1 0 0,-1-1 0 0 0,0 1 0 0 0,-4 18 0 0 0,-2 28-6022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57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61 336 1040 0 0,'5'-15'7135'0'0,"7"-16"3301"0"0,-12 31-10374 0 0,1 1 0 0 0,-1-1 0 0 0,0 0 0 0 0,1 0 0 0 0,-1 1 0 0 0,0-1 0 0 0,1 0 1 0 0,-1 1-1 0 0,0-1 0 0 0,1 0 0 0 0,-1 1 0 0 0,0-1 0 0 0,0 0 0 0 0,1 1 0 0 0,-1-1 1 0 0,0 0-1 0 0,0 1 0 0 0,0-1 0 0 0,0 1 0 0 0,1-1 0 0 0,-1 1 0 0 0,0-1 0 0 0,0 0 0 0 0,0 1 1 0 0,0-1-1 0 0,0 1 0 0 0,0 0 0 0 0,2 12 158 0 0,0 1 0 0 0,-1-1 0 0 0,-1 1 0 0 0,0 0 0 0 0,-1-1 0 0 0,-2 15 0 0 0,-20 83 243 0 0,12-66-196 0 0,11-44-255 0 0,-1 1 0 0 0,1 0 1 0 0,-1 0-1 0 0,0 0 0 0 0,1 0 0 0 0,-1-1 0 0 0,0 1 0 0 0,0 0 0 0 0,0-1 1 0 0,-1 1-1 0 0,1-1 0 0 0,0 1 0 0 0,-1-1 0 0 0,1 1 0 0 0,0-1 0 0 0,-1 0 1 0 0,0 0-1 0 0,1 0 0 0 0,-1 0 0 0 0,-2 1 0 0 0,3-2-11 0 0,1 1 1 0 0,-1-1-1 0 0,0 0 0 0 0,1 0 0 0 0,-1 0 0 0 0,0 0 1 0 0,1 0-1 0 0,-1 0 0 0 0,0 0 0 0 0,1 0 0 0 0,-1 0 1 0 0,0 0-1 0 0,1 0 0 0 0,-1-1 0 0 0,0 1 1 0 0,1 0-1 0 0,-1 0 0 0 0,1-1 0 0 0,-1 1 0 0 0,0 0 1 0 0,1-1-1 0 0,-2 0 0 0 0,2 0-4 0 0,-1 0 1 0 0,0 0-1 0 0,0 0 0 0 0,0 0 1 0 0,1 0-1 0 0,-1-1 1 0 0,0 1-1 0 0,1 0 0 0 0,-1-1 1 0 0,1 1-1 0 0,0 0 0 0 0,-1-1 1 0 0,1 1-1 0 0,0-1 0 0 0,0-1 1 0 0,0-9-14 0 0,0-1-1 0 0,1 1 1 0 0,0-1 0 0 0,1 1 0 0 0,1-1-1 0 0,0 1 1 0 0,0 0 0 0 0,1 0 0 0 0,1 1 0 0 0,10-19-1 0 0,-6 13-5 0 0,0 1-1 0 0,2 0 0 0 0,0 1 0 0 0,0 1 0 0 0,1-1 0 0 0,27-22 0 0 0,-22 25-11 0 0,34-20-1 0 0,-29 19-10 0 0,-19 12 33 0 0,1 0 0 0 0,-1 0-1 0 0,1 0 1 0 0,-1 0 0 0 0,1 1 0 0 0,0 0 0 0 0,-1-1 0 0 0,1 1-1 0 0,4 1 1 0 0,-3-1-1 0 0,-2 0 13 0 0,0 0-1 0 0,0 1 1 0 0,-1-1 0 0 0,1 1 0 0 0,0 0 0 0 0,0 0 0 0 0,0 0-1 0 0,-1 0 1 0 0,1 1 0 0 0,-1-1 0 0 0,1 1 0 0 0,-1-1 0 0 0,1 1-1 0 0,-1 0 1 0 0,0 0 0 0 0,0 0 0 0 0,0 0 0 0 0,2 3 0 0 0,0 0 13 0 0,0 0 0 0 0,0 1 0 0 0,-1 0 0 0 0,1 0 1 0 0,-2 0-1 0 0,4 9 0 0 0,-2-1 13 0 0,0 1 1 0 0,-1-1-1 0 0,-1 1 0 0 0,0 0 1 0 0,-1 25-1 0 0,-11 75 414 0 0,4-58-4429 0 0,4-2-5110 0 0</inkml:trace>
  <inkml:trace contextRef="#ctx0" brushRef="#br0" timeOffset="1">677 210 548 0 0,'2'-40'9439'0'0,"7"6"-4944"0"0,-7 30-4312 0 0,0 1 0 0 0,0-1 1 0 0,0 1-1 0 0,0-1 0 0 0,1 1 0 0 0,0 0 1 0 0,-1 0-1 0 0,1 0 0 0 0,0 0 1 0 0,0 0-1 0 0,1 1 0 0 0,-1 0 0 0 0,0-1 1 0 0,1 1-1 0 0,6-2 0 0 0,-5 1-104 0 0,0 1-1 0 0,0 1 0 0 0,0-1 1 0 0,1 1-1 0 0,-1 0 1 0 0,1 0-1 0 0,-1 1 0 0 0,1-1 1 0 0,-1 1-1 0 0,1 0 1 0 0,-1 1-1 0 0,1-1 0 0 0,-1 1 1 0 0,0 0-1 0 0,1 1 1 0 0,-1-1-1 0 0,7 4 0 0 0,-8-3-51 0 0,0 0 0 0 0,0 0 0 0 0,0 1 0 0 0,-1-1 0 0 0,1 1 0 0 0,-1 0 0 0 0,1 0 0 0 0,-1 0 0 0 0,0 0 0 0 0,0 1 0 0 0,-1-1 0 0 0,1 1 0 0 0,-1-1 0 0 0,1 1 0 0 0,-1 0 0 0 0,-1 0 0 0 0,1 0 0 0 0,0 1 0 0 0,-1-1 0 0 0,0 0 0 0 0,0 0 0 0 0,1 6 0 0 0,-2 0 15 0 0,0-1 0 0 0,0 1 0 0 0,0 0 0 0 0,-1-1 1 0 0,-1 1-1 0 0,0-1 0 0 0,0 1 0 0 0,-1-1 0 0 0,0 0 0 0 0,0 0 1 0 0,-1 0-1 0 0,-9 14 0 0 0,-4 5 129 0 0,-2-1 0 0 0,-30 33-1 0 0,29-36 106 0 0,18-22 59 0 0,1-4-293 0 0,1 0-36 0 0,1 0 0 0 0,-1 0 0 0 0,0 1 0 0 0,0-1 0 0 0,1 0 0 0 0,-1 0 1 0 0,1 0-1 0 0,0 1 0 0 0,-1-1 0 0 0,1 0 0 0 0,0 0 0 0 0,0 1 0 0 0,0-1 1 0 0,0 1-1 0 0,2-3 0 0 0,25-26 50 0 0,-15 16-31 0 0,142-140 17 0 0,-3 4 19 0 0,-137 133-37 0 0,24-29 418 0 0,-37 44-363 0 0,-6 2-76 0 0,0 1 0 0 0,1 0 0 0 0,-1 0 0 0 0,1 0 0 0 0,-1 0 0 0 0,1 1 0 0 0,-1-1 0 0 0,1 1 0 0 0,0 0 0 0 0,0 0 0 0 0,-1 0 0 0 0,1 0 0 0 0,1 1 0 0 0,-1-1 0 0 0,-2 4 0 0 0,-8 7 14 0 0,-18 26 0 0 0,27-33-15 0 0,-10 13 4 0 0,0 0 1 0 0,2 2-1 0 0,-14 29 0 0 0,23-44 1 0 0,0 0-1 0 0,0 1 0 0 0,1-1 1 0 0,0 1-1 0 0,1-1 1 0 0,-1 1-1 0 0,1-1 0 0 0,1 1 1 0 0,-1 0-1 0 0,1 0 1 0 0,0-1-1 0 0,1 1 0 0 0,-1 0 1 0 0,1-1-1 0 0,1 1 1 0 0,3 12-1 0 0,-2-14-52 0 0,0 0 0 0 0,1 0-1 0 0,-1-1 1 0 0,1 1 0 0 0,0-1 0 0 0,0 0 0 0 0,0 0 0 0 0,1 0-1 0 0,-1-1 1 0 0,1 0 0 0 0,0 1 0 0 0,0-2 0 0 0,9 5-1 0 0,9 3-898 0 0,44 12 0 0 0,-53-18 526 0 0,107 26-3468 0 0,-38-17-2205 0 0,-35-9-773 0 0</inkml:trace>
  <inkml:trace contextRef="#ctx0" brushRef="#br0" timeOffset="2">1797 369 1084 0 0,'-12'-8'7967'0'0,"1"3"-4029"0"0,10 4-3675 0 0,0 1 1 0 0,1 0-1 0 0,-1-1 0 0 0,0 1 0 0 0,0 0 1 0 0,1-1-1 0 0,-1 1 0 0 0,0 0 0 0 0,0 0 1 0 0,1 0-1 0 0,-1-1 0 0 0,0 1 0 0 0,0 0 0 0 0,0 0 1 0 0,0 1-1 0 0,-1 0-170 0 0,0 0 0 0 0,1 1 0 0 0,-1-1 0 0 0,1 1 0 0 0,0-1 1 0 0,-1 1-1 0 0,1 0 0 0 0,0-1 0 0 0,0 1 0 0 0,0 0 0 0 0,0 0 0 0 0,0 0 0 0 0,1 0 0 0 0,-1 0 0 0 0,0 0 1 0 0,1 2-1 0 0,-11 47 976 0 0,6-22-683 0 0,-2 4-72 0 0,-2 7 27 0 0,-19 52 1 0 0,6-25 691 0 0,22-65-332 0 0,-1-2-696 0 0,1 0 0 0 0,0-1 0 0 0,-1 1 0 0 0,1 0 0 0 0,0 0 0 0 0,-1-1 0 0 0,1 1 0 0 0,0 0 0 0 0,-1 0 0 0 0,1-1 0 0 0,0 1 0 0 0,-1 0 0 0 0,1-1 0 0 0,0 1 0 0 0,0 0 0 0 0,0-1 0 0 0,-1 1 0 0 0,1 0 0 0 0,0-1 0 0 0,0 1 0 0 0,0-1 0 0 0,0 1 0 0 0,0 0 0 0 0,0-1 0 0 0,-1 1 0 0 0,1-1 0 0 0,0 1 0 0 0,0 0 0 0 0,0-1 0 0 0,1 1 0 0 0,-1-1 0 0 0,0 0 0 0 0,1-13 61 0 0,6-3-54 0 0,0 1 0 0 0,1 0 1 0 0,1 1-1 0 0,0 0 0 0 0,16-20 1 0 0,60-63-71 0 0,-61 74 39 0 0,1 0-1 0 0,1 2 1 0 0,57-37-1 0 0,-79 56 13 0 0,0 1-1 0 0,-1 0 1 0 0,1 0-1 0 0,0 1 0 0 0,0-1 1 0 0,0 1-1 0 0,0 0 1 0 0,0 0-1 0 0,0 0 0 0 0,0 0 1 0 0,0 1-1 0 0,1 0 0 0 0,-1 0 1 0 0,0 0-1 0 0,0 0 1 0 0,0 1-1 0 0,1-1 0 0 0,-1 1 1 0 0,0 0-1 0 0,4 2 0 0 0,-6-2 15 0 0,1 0 0 0 0,-1 1 0 0 0,1-1-1 0 0,-1 1 1 0 0,0-1 0 0 0,0 1-1 0 0,0 0 1 0 0,0 0 0 0 0,0 0 0 0 0,0 0-1 0 0,-1 0 1 0 0,1 0 0 0 0,-1 0-1 0 0,1 1 1 0 0,-1-1 0 0 0,0 1 0 0 0,0-1-1 0 0,0 1 1 0 0,0-1 0 0 0,0 1-1 0 0,0 4 1 0 0,0 4 67 0 0,0-1 0 0 0,0 0 0 0 0,-2 22 0 0 0,0-26-26 0 0,-6 62 130 0 0,3-40-172 0 0,0 30 1 0 0,4-57-27 0 0,0 0 0 0 0,0-1 1 0 0,0 1-1 0 0,0 0 1 0 0,1 0-1 0 0,-1 0 1 0 0,0-1-1 0 0,0 1 0 0 0,1 0 1 0 0,-1 0-1 0 0,0-1 1 0 0,1 1-1 0 0,-1 0 1 0 0,1-1-1 0 0,-1 1 1 0 0,1 0-1 0 0,-1-1 0 0 0,1 1 1 0 0,0-1-1 0 0,-1 1 1 0 0,1-1-1 0 0,0 1 1 0 0,-1-1-1 0 0,1 1 1 0 0,0-1-1 0 0,1 1 0 0 0,0 0-120 0 0,1-1-1 0 0,-1 1 1 0 0,1 0-1 0 0,-1-1 1 0 0,1 0-1 0 0,-1 1 1 0 0,1-1-1 0 0,3 0 1 0 0,30-4-2398 0 0,62-14 0 0 0,-8-5-4027 0 0,-24 3-1259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58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40 599 1768 0 0,'-20'2'6372'0'0,"0"4"265"0"0,27-8-5073 0 0,37-7-1709 0 0,0 5 156 0 0,121-10-419 0 0,-55 10-4358 0 0,-85 3 1194 0 0,0 1-1485 0 0</inkml:trace>
  <inkml:trace contextRef="#ctx0" brushRef="#br0" timeOffset="1">151 771 2212 0 0,'-100'43'10300'0'0,"89"-37"-9588"0"0,-1 1 1220 0 0,28-4-1147 0 0,13-4-773 0 0,1 0-1 0 0,-1-2 0 0 0,35-8 0 0 0,-13 2-652 0 0,74-13-2456 0 0,-42 3-1841 0 0,-32 6 32 0 0</inkml:trace>
  <inkml:trace contextRef="#ctx0" brushRef="#br0" timeOffset="2">1201 91 2544 0 0,'-15'-67'13580'0'0,"8"46"-10891"0"0,1 18-1577 0 0,4 16-648 0 0,-1 31 202 0 0,-9 52 1 0 0,5-46-442 0 0,-1 13-46 0 0,-61 348 284 0 0,42-264 137 0 0,26-144-448 0 0,-3 3 301 0 0,7-21-442 0 0,1 0 0 0 0,0 0 0 0 0,0 1 0 0 0,2 0 0 0 0,0 0 0 0 0,1 0 0 0 0,0 1 1 0 0,1-1-1 0 0,0 2 0 0 0,1-1 0 0 0,0 1 0 0 0,13-12 0 0 0,-8 11-33 0 0,0 0-1 0 0,0 1 1 0 0,1 0 0 0 0,1 1 0 0 0,0 1-1 0 0,0 0 1 0 0,1 1 0 0 0,1 1 0 0 0,24-8 0 0 0,-33 13-1 0 0,1 1 0 0 0,-1 0 1 0 0,1 1-1 0 0,0 0 1 0 0,0 0-1 0 0,0 1 1 0 0,-1 0-1 0 0,1 1 1 0 0,0 0-1 0 0,0 0 1 0 0,-1 1-1 0 0,1 0 1 0 0,10 5-1 0 0,-13-5 29 0 0,-1 1 1 0 0,1 0-1 0 0,-1 1 0 0 0,0-1 0 0 0,0 1 1 0 0,0 1-1 0 0,0-1 0 0 0,-1 1 0 0 0,0 0 1 0 0,0 0-1 0 0,0 0 0 0 0,0 1 0 0 0,-1 0 1 0 0,0 0-1 0 0,0 0 0 0 0,-1 0 1 0 0,6 13-1 0 0,-8-15 0 0 0,0 0 0 0 0,0 0 0 0 0,0 0 0 0 0,0-1 0 0 0,-1 1 0 0 0,1 0 0 0 0,-1 0 0 0 0,0 0 0 0 0,0 0 0 0 0,-1 0 0 0 0,1 0 0 0 0,-1 0 0 0 0,0 0 0 0 0,-2 6 1 0 0,0-3 0 0 0,0-1 1 0 0,0 0-1 0 0,-1-1 1 0 0,0 1-1 0 0,0 0 1 0 0,0-1-1 0 0,0 0 1 0 0,-7 5-1 0 0,-1 1 6 0 0,-1-1 0 0 0,0 0 1 0 0,-1-1-1 0 0,0-1 0 0 0,0 0 0 0 0,-23 8 0 0 0,5-5-3 0 0,-1-1 1 0 0,0-1-1 0 0,-1-2 0 0 0,0-2 1 0 0,0-1-1 0 0,-57 0 1 0 0,85-4-213 0 0,1-1 1 0 0,0 0-1 0 0,1 0 1 0 0,-1 0-1 0 0,0 0 1 0 0,0-1-1 0 0,0 0 1 0 0,1 0-1 0 0,-1 0 1 0 0,-7-5-1 0 0,12 7 60 0 0,-1-1 1 0 0,0 0-1 0 0,1 0 0 0 0,-1 1 0 0 0,1-1 0 0 0,0 0 0 0 0,-1 0 0 0 0,1 0 0 0 0,-1 0 0 0 0,1 1 0 0 0,0-1 1 0 0,0 0-1 0 0,0 0 0 0 0,-1 0 0 0 0,1 0 0 0 0,0 0 0 0 0,0 0 0 0 0,0 0 0 0 0,0 0 0 0 0,0 0 0 0 0,1 0 1 0 0,-1 1-1 0 0,0-1 0 0 0,0 0 0 0 0,1 0 0 0 0,-1 0 0 0 0,0 0 0 0 0,1 0 0 0 0,-1 1 0 0 0,1-1 0 0 0,-1 0 1 0 0,2-1-1 0 0,17-23-5015 0 0,-7 15 1266 0 0,2 1-1594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4:59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15 112 1452 0 0,'21'-13'14107'0'0,"-12"-9"-8272"0"0,-6 16-5694 0 0,1 11-133 0 0,10 16-26 0 0,-14-10 10 0 0,1 19 24 0 0,-1 1-1 0 0,-2-1 0 0 0,-1 1 1 0 0,-2-1-1 0 0,-8 30 0 0 0,-1-10 32 0 0,3-7-30 0 0,11-41-11 0 0,-1 1 6 0 0,-8 31 96 0 0,8-32-79 0 0,-4 11 344 0 0,3-8 1928 0 0,4-12-1202 0 0,-2 7-1245 0 0,1-2 233 0 0,0-1-54 0 0,2-9 18 0 0,2-11-24 0 0,1 0 0 0 0,1 1 0 0 0,1 0 1 0 0,16-30-1 0 0,-2 15-129 0 0,3 1 0 0 0,1 1 0 0 0,1 2 1 0 0,38-37-1 0 0,-64 69 88 0 0,1-1 1 0 0,-1 1-1 0 0,0 0 1 0 0,0 0-1 0 0,1 0 1 0 0,-1 0-1 0 0,0 0 1 0 0,1 0-1 0 0,0 0 0 0 0,-1 0 1 0 0,1 1-1 0 0,-1-1 1 0 0,1 1-1 0 0,0-1 1 0 0,-1 1-1 0 0,1-1 1 0 0,0 1-1 0 0,-1 0 0 0 0,1 0 1 0 0,0 0-1 0 0,0 0 1 0 0,2 1-1 0 0,-2-1 10 0 0,1 1 0 0 0,-1 0 0 0 0,0 1-1 0 0,1-1 1 0 0,-1 0 0 0 0,0 1 0 0 0,0-1-1 0 0,0 1 1 0 0,0 0 0 0 0,-1-1-1 0 0,1 1 1 0 0,0 0 0 0 0,2 3 0 0 0,2 5 20 0 0,-1-1 1 0 0,0 1 0 0 0,0 0-1 0 0,-1 1 1 0 0,5 14 0 0 0,-6-6 5 0 0,0 1 0 0 0,-1 0 0 0 0,-1 0 1 0 0,-1 0-1 0 0,0-1 0 0 0,-6 35 1 0 0,-18 58 302 0 0,24-110-298 0 0,-5 17 291 0 0,3-14-225 0 0,0-6-25 0 0,2-15 11 0 0,0 8-68 0 0,1 1 0 0 0,0 0 0 0 0,4-15 0 0 0,10-13-47 0 0,1 0 0 0 0,2 2 1 0 0,1 0-1 0 0,2 0 1 0 0,1 2-1 0 0,1 1 0 0 0,2 1 1 0 0,0 1-1 0 0,3 1 0 0 0,50-39 1 0 0,-61 53-1 0 0,-12 9-6 0 0,0 0 0 0 0,-1 0 0 0 0,2 1 0 0 0,-1 0 0 0 0,0 0-1 0 0,0 0 1 0 0,1 0 0 0 0,0 1 0 0 0,-1 0 0 0 0,7-1 0 0 0,-10 3 41 0 0,-1 0-1 0 0,1 0 1 0 0,-1 0 0 0 0,0 1 0 0 0,1-1-1 0 0,-1 0 1 0 0,0 1 0 0 0,1-1 0 0 0,-1 1-1 0 0,0 0 1 0 0,0-1 0 0 0,1 1-1 0 0,-1 0 1 0 0,0 0 0 0 0,0 0 0 0 0,0 0-1 0 0,0 0 1 0 0,0 0 0 0 0,0 0 0 0 0,0 0-1 0 0,0 0 1 0 0,-1 0 0 0 0,2 3-1 0 0,12 28 190 0 0,-12-22-56 0 0,0 0 1 0 0,-1 0-1 0 0,0 0 0 0 0,-1 0 0 0 0,0 1 0 0 0,-1-1 0 0 0,0 0 0 0 0,-3 11 1 0 0,-24 80 1473 0 0,25-91-1475 0 0,-34 93 1038 0 0,-7 24-332 0 0,44-127-847 0 0,0 1-1 0 0,-1-1 1 0 0,1 1 0 0 0,0-1-1 0 0,0 1 1 0 0,0-1-1 0 0,0 1 1 0 0,0 0-1 0 0,0-1 1 0 0,1 1-1 0 0,-1-1 1 0 0,0 1-1 0 0,0-1 1 0 0,0 1-1 0 0,0-1 1 0 0,1 1-1 0 0,-1-1 1 0 0,0 1-1 0 0,0-1 1 0 0,1 1-1 0 0,-1-1 1 0 0,0 0-1 0 0,1 1 1 0 0,-1-1-1 0 0,1 1 1 0 0,-1-1-1 0 0,1 0 1 0 0,-1 1-1 0 0,0-1 1 0 0,1 0-1 0 0,-1 0 1 0 0,1 1-1 0 0,-1-1 1 0 0,1 0-1 0 0,-1 0 1 0 0,2 0-1 0 0,16 3-665 0 0,-18-3 650 0 0,14 0-865 0 0,0-1 0 0 0,0-1 0 0 0,0-1 1 0 0,-1 0-1 0 0,0 0 0 0 0,15-7 0 0 0,-10 4-831 0 0,32-10-5471 0 0,10-5-4453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05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60 540 0 0,'0'0'1544'0'0,"5"-15"2925"0"0,3-19 2431 0 0,-6 23-3197 0 0,-6 94-3356 0 0,-4-2 1 0 0,-31 138 0 0 0,-11-24-243 0 0,31-126-72 0 0,19-66-118 0 0,-4 7-677 0 0,0-3-1895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08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1225 644 0 0,'0'0'11798'0'0,"8"8"-11740"0"0,11 9-17 0 0,-16-16-26 0 0,16 3 77 0 0,-10-7-84 0 0,0 0 0 0 0,0 0 0 0 0,0-1 0 0 0,0 0-1 0 0,-1-1 1 0 0,1 0 0 0 0,-1 0 0 0 0,0-1-1 0 0,12-11 1 0 0,67-70 7 0 0,-85 84-13 0 0,38-40 7 0 0,-3-3 0 0 0,-2-1 0 0 0,-1-2 0 0 0,46-91 1 0 0,-19 16-6 0 0,-50 106 15 0 0,-4 13 20 0 0,-4 17-7 0 0,-21 219 176 0 0,1-55-125 0 0,16-160-64 0 0,0-2 1 0 0,0-1 1 0 0,1 1-1 0 0,1 0 0 0 0,0-1 0 0 0,5 25 1 0 0,-5-37-18 0 0,-1 0 0 0 0,0 0 1 0 0,0 0-1 0 0,1 1 0 0 0,-1-1 1 0 0,1 0-1 0 0,-1 0 0 0 0,1 0 1 0 0,-1 0-1 0 0,1 0 0 0 0,0 0 1 0 0,0 0-1 0 0,-1 0 0 0 0,1 0 1 0 0,0 0-1 0 0,0 0 0 0 0,0 0 1 0 0,0-1-1 0 0,0 1 0 0 0,0 0 1 0 0,0-1-1 0 0,0 1 0 0 0,0-1 1 0 0,0 1-1 0 0,1-1 0 0 0,-1 1 1 0 0,0-1-1 0 0,0 0 0 0 0,0 0 1 0 0,1 1-1 0 0,-1-1 0 0 0,0 0 1 0 0,0 0-1 0 0,1 0 0 0 0,-1-1 1 0 0,0 1-1 0 0,0 0 0 0 0,1 0 1 0 0,-1-1-1 0 0,0 1 0 0 0,0 0 1 0 0,2-2-1 0 0,7-3 0 0 0,-1 0 1 0 0,1 0-1 0 0,-1-1 1 0 0,-1 0-1 0 0,1-1 1 0 0,-1 0-1 0 0,0 0 1 0 0,-1-1-1 0 0,0 0 1 0 0,0 0-1 0 0,0-1 0 0 0,8-16 1 0 0,4-7 2 0 0,-2-1 0 0 0,18-50 0 0 0,-23 46 4 0 0,-2 0 1 0 0,8-53 0 0 0,-8 34-41 0 0,-10 54 30 0 0,-5-2-8 0 0,1 2 1 0 0,-3 9 16 0 0,5-4-50 0 0,1-1 1 0 0,-1 0-1 0 0,1 1 1 0 0,-1-1 0 0 0,1 1-1 0 0,0 0 1 0 0,0-1-1 0 0,0 1 1 0 0,0 0 0 0 0,1 0-1 0 0,-1 0 1 0 0,1-1-1 0 0,0 1 1 0 0,0 4 0 0 0,0-5-111 0 0,3-2-411 0 0,1-1 423 0 0,1-1-1 0 0,-1 0 1 0 0,1 0 0 0 0,-1 0 0 0 0,0 0 0 0 0,0-1 0 0 0,0 0-1 0 0,0 1 1 0 0,0-1 0 0 0,-1-1 0 0 0,5-3 0 0 0,36-44-1161 0 0,-25 25 715 0 0,-2-1 0 0 0,24-50 0 0 0,-37 68 553 0 0,-1 3 123 0 0,-1 0 0 0 0,-1 0 1 0 0,1 0-1 0 0,-1-1 0 0 0,0 1 0 0 0,-1 0 1 0 0,0-1-1 0 0,0 1 0 0 0,0-1 1 0 0,0 1-1 0 0,-3-12 0 0 0,2 16 86 0 0,1 2-148 0 0,0-1 0 0 0,0 0 1 0 0,0 0-1 0 0,0 0 0 0 0,-1 0 1 0 0,1 0-1 0 0,0 0 0 0 0,-1 1 1 0 0,1-1-1 0 0,0 0 0 0 0,-1 0 1 0 0,1 1-1 0 0,-1-1 0 0 0,1 0 1 0 0,-1 1-1 0 0,0-1 0 0 0,1 0 1 0 0,-1 1-1 0 0,0-1 0 0 0,1 1 1 0 0,-1-1-1 0 0,-1 0 0 0 0,-13-12 572 0 0,14 13-579 0 0,0-1-1 0 0,0 1 1 0 0,0-1-1 0 0,0 1 1 0 0,0-1-1 0 0,0 1 1 0 0,0 0-1 0 0,0 0 1 0 0,0-1-1 0 0,0 1 1 0 0,0 0 0 0 0,-1 0-1 0 0,-1 0 1 0 0,-11 0 58 0 0,11 0-18 0 0,0 1-27 0 0,-10 3-31 0 0,10-3 27 0 0,-8 9 17 0 0,2-4-50 0 0,7-4 18 0 0,1 0-28 0 0,-12 30 132 0 0,12-30-96 0 0,4 18 19 0 0,-2-17-42 0 0,0-1 0 0 0,0 1 1 0 0,0 0-1 0 0,1 0 0 0 0,-1 0 0 0 0,1-1 0 0 0,0 1 1 0 0,0-1-1 0 0,0 1 0 0 0,0-1 0 0 0,0 0 0 0 0,0 0 1 0 0,0 1-1 0 0,1-2 0 0 0,-1 1 0 0 0,1 0 0 0 0,5 2 0 0 0,-3-2 2 0 0,-1-1 0 0 0,1 1 0 0 0,0-1 0 0 0,0 0 0 0 0,0-1 0 0 0,0 1 0 0 0,0-1 0 0 0,0 0 0 0 0,0 0 0 0 0,6-2 0 0 0,9-2 6 0 0,-1-1 0 0 0,0 0 0 0 0,0-2-1 0 0,29-13 1 0 0,-6 0 0 0 0,-2-2 0 0 0,0-2 1 0 0,-1-1-1 0 0,-1-2 0 0 0,45-41 0 0 0,-73 57-9 0 0,1 0-1 0 0,-2 0 0 0 0,1-1 0 0 0,-2 0 0 0 0,0-1 1 0 0,0 0-1 0 0,9-22 0 0 0,-13 25-3 0 0,0 0-1 0 0,-1-1 1 0 0,0 0 0 0 0,-1 0-1 0 0,0 0 1 0 0,0 0 0 0 0,-2 0-1 0 0,1 0 1 0 0,-1 0 0 0 0,-3-20-1 0 0,3 29 20 0 0,-9-35 277 0 0,9 35-264 0 0,-1-1-1 0 0,0 1 1 0 0,1 1-1 0 0,-1-1 1 0 0,0 0-1 0 0,0 0 0 0 0,-1 0 1 0 0,1 0-1 0 0,0 1 1 0 0,0-1-1 0 0,-1 0 1 0 0,1 1-1 0 0,-1-1 1 0 0,0 1-1 0 0,-1-2 0 0 0,2 3-18 0 0,0 0-1 0 0,0-1 0 0 0,0 1 0 0 0,0 0 0 0 0,0-1 1 0 0,0 1-1 0 0,0 0 0 0 0,0 0 0 0 0,0 0 0 0 0,0 0 1 0 0,0 0-1 0 0,0 0 0 0 0,0 0 0 0 0,0 0 0 0 0,0 0 1 0 0,1 1-1 0 0,-1-1 0 0 0,0 0 0 0 0,0 0 1 0 0,0 1-1 0 0,-1 0 0 0 0,-1 0 21 0 0,1 1-1 0 0,0 0 1 0 0,0-1-1 0 0,0 1 1 0 0,0 0-1 0 0,1 0 1 0 0,-1 0 0 0 0,-1 3-1 0 0,-3 5 152 0 0,0 0 0 0 0,-8 21 0 0 0,12-26-120 0 0,-14 41 250 0 0,2 0-1 0 0,3 1 0 0 0,-8 61 1 0 0,14-78-183 0 0,-47 508 1254 0 0,40-410-1235 0 0,-1 64 274 0 0,9-158 242 0 0,4-31-272 0 0,10-27-261 0 0,10-38-91 0 0,8-23 5 0 0,-21 69-43 0 0,77-168-43 0 0,-69 158 35 0 0,0 0-1 0 0,2 1 1 0 0,0 0-1 0 0,37-37 1 0 0,-50 58 6 0 0,0 0 0 0 0,0 0 1 0 0,1 1-1 0 0,0 0 0 0 0,-1 0 0 0 0,1 0 1 0 0,0 0-1 0 0,1 1 0 0 0,-1 0 0 0 0,0 0 1 0 0,1 0-1 0 0,-1 1 0 0 0,7-1 0 0 0,-9 2 2 0 0,0-1 0 0 0,1 1 0 0 0,-1 0 0 0 0,0 1 0 0 0,0-1 0 0 0,0 0 0 0 0,0 1 0 0 0,0 0 0 0 0,0 0 0 0 0,0 0-1 0 0,0 0 1 0 0,0 0 0 0 0,-1 0 0 0 0,1 1 0 0 0,0 0 0 0 0,-1-1 0 0 0,1 1 0 0 0,-1 0 0 0 0,1 0 0 0 0,-1 0 0 0 0,0 1 0 0 0,0-1-1 0 0,0 0 1 0 0,0 1 0 0 0,2 4 0 0 0,2 4 10 0 0,0 1-1 0 0,-2-1 1 0 0,1 1 0 0 0,-1 0-1 0 0,-1 0 1 0 0,3 18-1 0 0,3 77 42 0 0,-6-52-17 0 0,-2-35-23 0 0,-1-13-2 0 0,0 1-1 0 0,1-1 1 0 0,0 1 0 0 0,0-1-1 0 0,1 0 1 0 0,4 11 0 0 0,-5-17-7 0 0,0 0 1 0 0,1 1-1 0 0,-1-2 1 0 0,1 1-1 0 0,-1 0 0 0 0,1 0 1 0 0,-1 0-1 0 0,1-1 1 0 0,-1 1-1 0 0,1 0 1 0 0,0-1-1 0 0,-1 0 1 0 0,1 1-1 0 0,0-1 1 0 0,0 0-1 0 0,-1 0 1 0 0,3 0-1 0 0,0 0-14 0 0,-1 0-1 0 0,0 0 0 0 0,1-1 1 0 0,-1 1-1 0 0,0-1 1 0 0,1 0-1 0 0,-1 0 0 0 0,0 0 1 0 0,0 0-1 0 0,0 0 1 0 0,6-4-1 0 0,30-22-218 0 0,-32 23 205 0 0,4-6-11 0 0,0 1 0 0 0,-1-2 1 0 0,0 1-1 0 0,0-1 1 0 0,-1-1-1 0 0,-1 0 1 0 0,0 0-1 0 0,7-14 1 0 0,-5 6 34 0 0,-1-1 0 0 0,-1 0 1 0 0,-1 0-1 0 0,7-34 0 0 0,-10 40 159 0 0,-1 1 431 0 0,-1 0 0 0 0,2-27 1 0 0,-15 50-497 0 0,6-1-41 0 0,1 1 0 0 0,0 0 0 0 0,1 0 1 0 0,-1 0-1 0 0,2 0 0 0 0,0 0 0 0 0,-2 10 1 0 0,-4 23 80 0 0,-17 106 116 0 0,23-125-214 0 0,1 1-1 0 0,0-1 1 0 0,2 1-1 0 0,4 29 1 0 0,-4-48-71 0 0,-1-1 1 0 0,1 1 0 0 0,0-1-1 0 0,1 1 1 0 0,-1-1 0 0 0,1 1-1 0 0,0-1 1 0 0,0 0 0 0 0,0 0-1 0 0,0 0 1 0 0,1 0 0 0 0,0 0-1 0 0,0-1 1 0 0,0 1 0 0 0,0-1-1 0 0,0 0 1 0 0,1 1-1 0 0,-1-2 1 0 0,1 1 0 0 0,0 0-1 0 0,0-1 1 0 0,0 1 0 0 0,0-1-1 0 0,9 3 1 0 0,-9-5-210 0 0,1 1-1 0 0,-1-1 0 0 0,1 0 1 0 0,-1 0-1 0 0,1 0 1 0 0,-1 0-1 0 0,1-1 1 0 0,-1 0-1 0 0,0 0 1 0 0,1 0-1 0 0,-1 0 1 0 0,6-3-1 0 0,-2 0-710 0 0,0 1 1 0 0,0-2-1 0 0,0 1 0 0 0,13-11 0 0 0,-3-3-2540 0 0,3-4-1282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08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65 2524 0 0,'-17'-16'2957'0'0,"-2"0"1"0"0,-23-15-1 0 0,40 29-2471 0 0,-5 9-321 0 0,7-7-198 0 0,-1 0-1 0 0,1 1 0 0 0,-1-1 1 0 0,1 0-1 0 0,0 1 0 0 0,-1-1 1 0 0,1 1-1 0 0,-1-1 1 0 0,1 1-1 0 0,0-1 0 0 0,-1 1 1 0 0,1-1-1 0 0,0 1 1 0 0,0-1-1 0 0,0 1 0 0 0,-1-1 1 0 0,1 1-1 0 0,0 0 1 0 0,0-1-1 0 0,0 1 0 0 0,0-1 1 0 0,0 1-1 0 0,0 0 1 0 0,0-1-1 0 0,0 1 0 0 0,0 0 1 0 0,0 7-1331 0 0,1 0 0 0 0,0 0 1 0 0,2 14-1 0 0,3-5-1917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0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302 727 188 0 0,'-42'-37'9744'0'0,"4"-3"-4751"0"0,-24-21-817 0 0,61 60-4150 0 0,0 0 0 0 0,-1 0 0 0 0,1 0 0 0 0,0 0 0 0 0,-1 1 0 0 0,1-1-1 0 0,0 0 1 0 0,-1 1 0 0 0,1-1 0 0 0,-1 1 0 0 0,1 0 0 0 0,0-1 0 0 0,-1 1 0 0 0,1 0 0 0 0,-1 0 0 0 0,1 0 0 0 0,-1 0 0 0 0,1 0 0 0 0,-1 0-1 0 0,-1 1 1 0 0,0 0-11 0 0,0 0-1 0 0,0 0 0 0 0,0 0 0 0 0,1 1 0 0 0,-1-1 0 0 0,0 1 1 0 0,1 0-1 0 0,-1-1 0 0 0,-2 5 0 0 0,-3 1-8 0 0,1 1-1 0 0,1 1 1 0 0,-1-1 0 0 0,-7 15-1 0 0,5-5 5 0 0,0-1-1 0 0,1 2 1 0 0,1-1-1 0 0,1 1 1 0 0,-6 33-1 0 0,10-43-32 0 0,1 0-1 0 0,0-1 0 0 0,0 1 1 0 0,1 0-1 0 0,0 0 0 0 0,1 0 1 0 0,0 0-1 0 0,0-1 0 0 0,1 1 1 0 0,0 0-1 0 0,0-1 0 0 0,1 1 1 0 0,0-1-1 0 0,1 0 0 0 0,5 8 1 0 0,-7-12-46 0 0,0-1 0 0 0,1 0 0 0 0,-1 0 0 0 0,1 0 0 0 0,0 0 0 0 0,0-1 1 0 0,0 1-1 0 0,0-1 0 0 0,1 0 0 0 0,-1 1 0 0 0,1-2 0 0 0,-1 1 0 0 0,1 0 0 0 0,0-1 0 0 0,5 2 1 0 0,-2-2-152 0 0,-1 0 0 0 0,1 0 1 0 0,-1-1-1 0 0,1 0 0 0 0,0 0 1 0 0,-1 0-1 0 0,1-1 1 0 0,10-2-1 0 0,0-2-397 0 0,1-1 1 0 0,-2-1-1 0 0,1 0 0 0 0,-1-1 1 0 0,28-18-1 0 0,-26 12 291 0 0,-1 0-1 0 0,-1 0 0 0 0,0-2 1 0 0,-1 0-1 0 0,0-1 1 0 0,-2 0-1 0 0,0-1 1 0 0,-1-1-1 0 0,-1 0 0 0 0,0 0 1 0 0,-2-1-1 0 0,14-40 1 0 0,-9 15 435 0 0,-2-1 0 0 0,-3 0 0 0 0,-1-1 0 0 0,3-94 0 0 0,-25-100 5036 0 0,7 169-3528 0 0,4 50-1280 0 0,4 40-157 0 0,2 37-98 0 0,26 506 616 0 0,-22-328-80 0 0,-8-233-604 0 0,1 1-1 0 0,0 0 1 0 0,0 0-1 0 0,0 0 1 0 0,0-1-1 0 0,0 1 1 0 0,0 0-1 0 0,1 0 0 0 0,-1 0 1 0 0,0-1-1 0 0,0 1 1 0 0,0 0-1 0 0,1 0 1 0 0,-1-1-1 0 0,0 1 1 0 0,1 0-1 0 0,-1-1 1 0 0,2 2-1 0 0,-2-2-5 0 0,0 1 1 0 0,1-1-1 0 0,-1 0 1 0 0,1 0-1 0 0,-1 0 0 0 0,0-1 1 0 0,1 1-1 0 0,-1 0 1 0 0,1 0-1 0 0,-1 0 1 0 0,0 0-1 0 0,1 0 0 0 0,-1 0 1 0 0,0 0-1 0 0,1-1 1 0 0,-1 1-1 0 0,0 0 0 0 0,1 0 1 0 0,-1-1-1 0 0,0 1 1 0 0,1 0-1 0 0,-1 0 0 0 0,0-1 1 0 0,0 1-1 0 0,1-1 1 0 0,16-25 103 0 0,2-15-136 0 0,2 2 1 0 0,1 0-1 0 0,2 2 0 0 0,2 0 1 0 0,44-48-1 0 0,-66 80 2 0 0,1 1-1 0 0,-1-1 1 0 0,1 1-1 0 0,0 0 1 0 0,0 1 0 0 0,0-1-1 0 0,0 1 1 0 0,1 0 0 0 0,0 0-1 0 0,-1 1 1 0 0,1-1-1 0 0,0 1 1 0 0,10-2 0 0 0,-12 4 16 0 0,-1 1 1 0 0,1-1 0 0 0,0 0 0 0 0,0 1 0 0 0,0 0 0 0 0,-1 0-1 0 0,1 0 1 0 0,0 0 0 0 0,-1 1 0 0 0,1 0 0 0 0,-1-1 0 0 0,1 1-1 0 0,-1 0 1 0 0,0 1 0 0 0,0-1 0 0 0,0 1 0 0 0,0-1 0 0 0,0 1-1 0 0,3 5 1 0 0,0-1 13 0 0,-1 0-1 0 0,0 1 1 0 0,-1 0 0 0 0,0-1-1 0 0,0 1 1 0 0,0 1-1 0 0,3 14 1 0 0,-1 3 47 0 0,4 33-1 0 0,-7-37-58 0 0,0-1-1 0 0,12 39 0 0 0,-14-57-161 0 0,1 1 0 0 0,0-1 0 0 0,0 1 0 0 0,-1-1 0 0 0,2 0 0 0 0,-1 0 0 0 0,0 1 0 0 0,1-2 0 0 0,-1 1 0 0 0,1 0 0 0 0,0 0 0 0 0,0-1 0 0 0,0 0 0 0 0,0 0 0 0 0,1 0 0 0 0,-1 0 0 0 0,6 2 0 0 0,0 0-1116 0 0,0-1 1 0 0,1-1 0 0 0,0 1 0 0 0,-1-2 0 0 0,18 2 0 0 0,5-2-3516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1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102 480 1324 0 0,'-8'-14'10002'0'0,"-1"-8"-1190"0"0,9 22-8800 0 0,0-1-1 0 0,0 1 1 0 0,0 0 0 0 0,0 0-1 0 0,0 0 1 0 0,0 0 0 0 0,0 0-1 0 0,0 0 1 0 0,0 0 0 0 0,0 0 0 0 0,0-1-1 0 0,0 1 1 0 0,-1 0 0 0 0,1 0-1 0 0,0 0 1 0 0,0 0 0 0 0,0 0-1 0 0,0 0 1 0 0,0 0 0 0 0,0 0-1 0 0,0 0 1 0 0,0 0 0 0 0,-1 0 0 0 0,1 0-1 0 0,0 0 1 0 0,0 0 0 0 0,0 0-1 0 0,0 0 1 0 0,0 0 0 0 0,0 0-1 0 0,-1 0 1 0 0,1 0 0 0 0,0 0 0 0 0,0 0-1 0 0,0 0 1 0 0,0 0 0 0 0,0 0-1 0 0,0 0 1 0 0,-1 0 0 0 0,1 0-1 0 0,0 0 1 0 0,0 0 0 0 0,0 0 0 0 0,0 0-1 0 0,0 0 1 0 0,0 1 0 0 0,0-1-1 0 0,0 0 1 0 0,0 0 0 0 0,-1 0-1 0 0,1 0 1 0 0,0 0 0 0 0,0 0-1 0 0,0 0 1 0 0,0 0 0 0 0,0 1 0 0 0,0-1-1 0 0,0 0 1 0 0,0 0 0 0 0,-4 14 284 0 0,2 26-178 0 0,1-34-61 0 0,-18 186 241 0 0,1-30-140 0 0,15-126-229 0 0,-2 33-1314 0 0,5-58 430 0 0,1-1 0 0 0,0 0 0 0 0,0 0 0 0 0,6 19 0 0 0,-7-27 360 0 0,6 11-832 0 0,21 2-9683 0 0</inkml:trace>
  <inkml:trace contextRef="#ctx0" brushRef="#br0" timeOffset="1">497 626 1132 0 0,'13'-34'7312'0'0,"-9"25"-5215"0"0,-1 0 0 0 0,1 0 0 0 0,-2 0 0 0 0,1 0 0 0 0,1-13 0 0 0,-22 31-1484 0 0,8 1-561 0 0,0 1 0 0 0,1 0 0 0 0,0 1 0 0 0,1 0 0 0 0,0 0 0 0 0,1 1 0 0 0,0 0 0 0 0,1 0 0 0 0,-6 19 0 0 0,11-28-53 0 0,0-1 0 0 0,0 1 1 0 0,1 0-1 0 0,-1-1 0 0 0,1 1 1 0 0,0 0-1 0 0,0-1 0 0 0,0 1 1 0 0,1 0-1 0 0,-1-1 0 0 0,1 1 1 0 0,0-1-1 0 0,0 1 0 0 0,0-1 1 0 0,0 1-1 0 0,1-1 0 0 0,-1 1 1 0 0,1-1-1 0 0,0 0 0 0 0,0 0 1 0 0,3 3-1 0 0,4 5 6 0 0,1-1-1 0 0,1 0 1 0 0,0-1 0 0 0,15 11-1 0 0,-15-13-6 0 0,0 2-1 0 0,-1-1 1 0 0,18 20-1 0 0,-25-24 49 0 0,0 0-1 0 0,0 1 1 0 0,0-1 0 0 0,0 1-1 0 0,-1-1 1 0 0,0 1-1 0 0,0 0 1 0 0,2 7-1 0 0,-3-9 21 0 0,-1 1 0 0 0,0-1-1 0 0,0 1 1 0 0,0-1-1 0 0,0 0 1 0 0,0 1 0 0 0,-1-1-1 0 0,1 1 1 0 0,-1-1-1 0 0,0 0 1 0 0,0 1 0 0 0,0-1-1 0 0,-1 0 1 0 0,-1 3-1 0 0,-1 3 50 0 0,-1 0 0 0 0,-1-1 0 0 0,1 0 0 0 0,-1-1 0 0 0,-1 1 0 0 0,1-1 0 0 0,-1 0 0 0 0,0 0 0 0 0,-1-1 0 0 0,0 0 0 0 0,-10 6 0 0 0,6-6-58 0 0,0 0-1 0 0,0 0 0 0 0,-1-2 1 0 0,0 1-1 0 0,0-1 0 0 0,0-1 0 0 0,-22 3 1 0 0,16-5-351 0 0,0 0 1 0 0,1-1-1 0 0,-1 0 1 0 0,0-2-1 0 0,-21-4 1 0 0,23 2-583 0 0,0 0 0 0 0,0-1 0 0 0,1-1 0 0 0,-1-1 0 0 0,-19-10 1 0 0,23 8-697 0 0,0 1 0 0 0,1-2 0 0 0,0 0 0 0 0,1 0 0 0 0,-16-18 0 0 0,1-4-4958 0 0</inkml:trace>
  <inkml:trace contextRef="#ctx0" brushRef="#br0" timeOffset="2">1 112 348 0 0,'14'-39'7699'0'0,"7"-19"499"0"0,-20 56-7863 0 0,1-2 48 0 0,-2 3-461 0 0,0 1 0 0 0,-1 0-1 0 0,1 0 1 0 0,0-1 0 0 0,0 1 0 0 0,0 0 0 0 0,1-1 0 0 0,-1 1 0 0 0,0 0 0 0 0,0 0 0 0 0,0-1-1 0 0,0 1 1 0 0,0 0 0 0 0,0 0 0 0 0,0-1 0 0 0,0 1 0 0 0,0 0 0 0 0,1 0 0 0 0,-1-1-1 0 0,0 1 1 0 0,0 0 0 0 0,0 0 0 0 0,1 0 0 0 0,-1-1 0 0 0,0 1 0 0 0,0 0 0 0 0,0 0 0 0 0,1 0-1 0 0,-1 0 1 0 0,0-1 0 0 0,0 1 0 0 0,1 0 0 0 0,-1 0 0 0 0,0 0 0 0 0,1 0 0 0 0,8 3-1079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2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400 219 1740 0 0,'-1'-25'3670'0'0,"0"0"0"0"0,-5-27 0 0 0,5 43-3198 0 0,-1 0-1 0 0,-1 0 0 0 0,1 1 0 0 0,-1-1 0 0 0,-1 0 1 0 0,0 1-1 0 0,0 0 0 0 0,-1 0 0 0 0,-5-8 0 0 0,8 14-404 0 0,-1 0 0 0 0,1 0-1 0 0,-1 0 1 0 0,0 0 0 0 0,0 0 0 0 0,1 1-1 0 0,-1-1 1 0 0,0 1 0 0 0,0 0 0 0 0,-6-2-1 0 0,6 2-75 0 0,2 1 18 0 0,0-1 1 0 0,-1 1-1 0 0,1-1 0 0 0,0 1 1 0 0,-1 0-1 0 0,1 0 0 0 0,-1 0 1 0 0,1-1-1 0 0,0 2 0 0 0,-1-1 1 0 0,1 0-1 0 0,-1 0 0 0 0,1 0 1 0 0,0 0-1 0 0,-4 2 0 0 0,0-1 13 0 0,-3 1-10 0 0,-1 0 1 0 0,1 1-1 0 0,0 0 0 0 0,1 0 1 0 0,-1 0-1 0 0,1 1 1 0 0,-1 0-1 0 0,1 1 1 0 0,0 0-1 0 0,1 0 1 0 0,-1 0-1 0 0,1 1 1 0 0,-9 9-1 0 0,-5 9-3 0 0,1 0 1 0 0,-19 33-1 0 0,21-31-4 0 0,2 2-1 0 0,0-1 1 0 0,-16 48 0 0 0,27-63 1 0 0,0-1 0 0 0,1 1 0 0 0,1 0 1 0 0,-1 0-1 0 0,2 0 0 0 0,0 1 1 0 0,0-1-1 0 0,1 0 0 0 0,1 0 0 0 0,0 0 1 0 0,1 0-1 0 0,3 15 0 0 0,-4-23 4 0 0,1 0 0 0 0,-1 0-1 0 0,1 0 1 0 0,0 0 0 0 0,0 0-1 0 0,0 0 1 0 0,0 0 0 0 0,1-1-1 0 0,0 1 1 0 0,-1-1 0 0 0,1 0-1 0 0,1 0 1 0 0,-1 0-1 0 0,0 0 1 0 0,1 0 0 0 0,-1-1-1 0 0,1 1 1 0 0,0-1 0 0 0,0 0-1 0 0,0 0 1 0 0,0-1 0 0 0,0 1-1 0 0,0-1 1 0 0,5 1 0 0 0,-1-1 0 0 0,1 0 0 0 0,-1-1 0 0 0,0 0 0 0 0,0 0 0 0 0,0-1 0 0 0,0 0 0 0 0,0-1 1 0 0,0 0-1 0 0,0 0 0 0 0,0-1 0 0 0,-1 0 0 0 0,13-6 0 0 0,-9 3-5 0 0,0-1-1 0 0,-1 0 1 0 0,1-1 0 0 0,-1 0 0 0 0,-1-1-1 0 0,0 0 1 0 0,0 0 0 0 0,-1-1-1 0 0,0 0 1 0 0,10-18 0 0 0,4-11 232 0 0,28-69 1 0 0,-39 83 46 0 0,18-48 832 0 0,-27 70-1055 0 0,-1 6-65 0 0,1 0 7 0 0,-1 0-1 0 0,0 0 0 0 0,1 0 0 0 0,-2 1 0 0 0,1-1 0 0 0,0 0 0 0 0,-1 0 0 0 0,1 1 1 0 0,-1-1-1 0 0,0 0 0 0 0,0 0 0 0 0,0 1 0 0 0,-1 3 0 0 0,1 11 8 0 0,1 6-300 0 0,2 1 0 0 0,1-1 1 0 0,10 38-1 0 0,-10-50-561 0 0,1 0 0 0 0,0-1 0 0 0,9 16 0 0 0,-9-18-384 0 0,1-1-1 0 0,0-1 1 0 0,0 1-1 0 0,1-1 0 0 0,8 8 1 0 0,10 4-5442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3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189 927 1536 0 0,'-179'30'14956'0'0,"179"-30"-14937"0"0,-1 0 1 0 0,1 0-1 0 0,-1 0 0 0 0,1 0 0 0 0,0 0 1 0 0,-1 0-1 0 0,1 0 0 0 0,0 0 0 0 0,-1 0 0 0 0,1 0 1 0 0,-1-1-1 0 0,1 1 0 0 0,0 0 0 0 0,-1 0 1 0 0,1 0-1 0 0,0-1 0 0 0,-1 1 0 0 0,1 0 1 0 0,0 0-1 0 0,0-1 0 0 0,-1 1 0 0 0,1 0 0 0 0,0-1 1 0 0,0 1-1 0 0,-1 0 0 0 0,1-1 0 0 0,0 1 1 0 0,0 0-1 0 0,0-1 0 0 0,0 1 0 0 0,0-1 0 0 0,0 1 1 0 0,-1 0-1 0 0,1-1 0 0 0,0 1 0 0 0,0-1 1 0 0,0 1-1 0 0,0 0 0 0 0,0-1 0 0 0,0 1 1 0 0,1 0-1 0 0,-1-1 0 0 0,0 1 0 0 0,0-1 0 0 0,0 1 1 0 0,0-1-1 0 0,8-19 248 0 0,10-3-175 0 0,2 0-1 0 0,0 1 1 0 0,40-31 0 0 0,79-52-53 0 0,-83 65-20 0 0,20-14 1 0 0,112-90 144 0 0,-165 120-176 0 0,-22 22 3 0 0,0 1 0 0 0,0 0 0 0 0,0-1 0 0 0,0 1 0 0 0,-1-1-1 0 0,1 1 1 0 0,0-1 0 0 0,-1 0 0 0 0,0 1 0 0 0,1-1-1 0 0,-1 0 1 0 0,0 1 0 0 0,0-1 0 0 0,0 0 0 0 0,0 1 0 0 0,0-4-1 0 0,0 4-20 0 0,-2 0 25 0 0,1 0 0 0 0,-1 1 0 0 0,0-1 1 0 0,1 1-1 0 0,-1 0 0 0 0,1-1 0 0 0,-1 1 0 0 0,0 0 1 0 0,1 0-1 0 0,-1 0 0 0 0,0 0 0 0 0,1 0 0 0 0,-1 1 1 0 0,0-1-1 0 0,1 1 0 0 0,-1-1 0 0 0,1 1 1 0 0,-1-1-1 0 0,1 1 0 0 0,-3 1 0 0 0,-31 15-32 0 0,26-12 24 0 0,0 0-1 0 0,0 1 0 0 0,1 0 0 0 0,-1 1 0 0 0,2 0 1 0 0,-1 0-1 0 0,1 1 0 0 0,-12 16 0 0 0,16-21 9 0 0,1 1 1 0 0,0 0-1 0 0,0 0 0 0 0,1 0 0 0 0,-1 1 0 0 0,1-1 0 0 0,0 0 1 0 0,0 1-1 0 0,0-1 0 0 0,0 0 0 0 0,1 1 0 0 0,0-1 0 0 0,0 1 1 0 0,0-1-1 0 0,1 1 0 0 0,-1-1 0 0 0,1 0 0 0 0,0 1 0 0 0,0-1 1 0 0,1 0-1 0 0,-1 1 0 0 0,1-1 0 0 0,3 6 0 0 0,6 7 1 0 0,0 0 0 0 0,1-1 0 0 0,24 25 0 0 0,7 9-1 0 0,-17-20 10 0 0,-19-22 11 0 0,0 0-1 0 0,-1 0 1 0 0,0 0 0 0 0,0 0 0 0 0,-1 1 0 0 0,5 10 0 0 0,-9-17 27 0 0,-1 0 1 0 0,1 1-1 0 0,-1-1 0 0 0,0 0 0 0 0,0 1 1 0 0,0-1-1 0 0,0 0 0 0 0,0 1 1 0 0,0-1-1 0 0,-1 1 0 0 0,1-1 1 0 0,-1 0-1 0 0,1 0 0 0 0,-1 1 1 0 0,0-1-1 0 0,0 0 0 0 0,0 0 0 0 0,0 0 1 0 0,0 0-1 0 0,-2 2 0 0 0,-1 1 72 0 0,1 0 0 0 0,-1-1 0 0 0,0 0 0 0 0,0 1 0 0 0,-1-1 0 0 0,-7 5-1 0 0,1-2 96 0 0,-2 0 0 0 0,1-1 0 0 0,-1 0-1 0 0,0-1 1 0 0,0-1 0 0 0,-14 4 0 0 0,-80 9 1576 0 0,106-17-1772 0 0,-2 1 123 0 0,0-2-64 0 0,2 1-71 0 0,0 0 1 0 0,0-1-1 0 0,0 1 1 0 0,0 0-1 0 0,-1-1 1 0 0,1 1 0 0 0,0-1-1 0 0,0 1 1 0 0,0-1-1 0 0,0 1 1 0 0,0-1-1 0 0,0 0 1 0 0,0 0-1 0 0,1 1 1 0 0,-1-1-1 0 0,-1-1 1 0 0,2 1-6 0 0,0 0 0 0 0,0 0 1 0 0,-1 0-1 0 0,1 0 0 0 0,0 0 0 0 0,0 1 1 0 0,0-1-1 0 0,0 0 0 0 0,1 0 0 0 0,-1 0 1 0 0,0 0-1 0 0,0 0 0 0 0,0 0 0 0 0,1 0 1 0 0,-1 1-1 0 0,1-1 0 0 0,-1 0 0 0 0,0 0 1 0 0,1 0-1 0 0,-1 1 0 0 0,1-1 0 0 0,0 0 1 0 0,-1 1-1 0 0,1-1 0 0 0,0 0 0 0 0,-1 1 1 0 0,1-1-1 0 0,1 0 0 0 0,15-13-38 0 0,1 0 0 0 0,1 2 0 0 0,0 0 0 0 0,1 1 0 0 0,37-15 0 0 0,-30 14 9 0 0,63-29-81 0 0,-6 3-152 0 0,116-70 0 0 0,-191 102 260 0 0,0-1 1 0 0,0 0 0 0 0,0-1-1 0 0,-1 0 1 0 0,-1 0 0 0 0,1-1 0 0 0,-2 0-1 0 0,1 0 1 0 0,-1 0 0 0 0,0-1-1 0 0,-1 0 1 0 0,7-17 0 0 0,-11 24-6 0 0,-1-1 0 0 0,1 1 0 0 0,-1 0 0 0 0,0-1 0 0 0,0 1 0 0 0,-1-7 1 0 0,1 3-8 0 0,0 5 12 0 0,-1 1 0 0 0,1-1 0 0 0,0 1 0 0 0,0 0 0 0 0,0-1 0 0 0,-1 1 0 0 0,1 0-1 0 0,-1 0 1 0 0,1-1 0 0 0,-1 1 0 0 0,1 0 0 0 0,-1 0 0 0 0,0 0 0 0 0,0 0 0 0 0,1-1-1 0 0,-1 1 1 0 0,0 0 0 0 0,0 1 0 0 0,0-1 0 0 0,0 0 0 0 0,0 0 0 0 0,0 0 0 0 0,-1 0 0 0 0,1 1-1 0 0,0-1 1 0 0,0 1 0 0 0,0-1 0 0 0,-1 1 0 0 0,1-1 0 0 0,-2 1 0 0 0,-1-1-9 0 0,1 0 0 0 0,-1 0 1 0 0,0 1-1 0 0,0 0 0 0 0,-8 0 1 0 0,10 0 6 0 0,-1 1 0 0 0,1 0 0 0 0,-1-1 0 0 0,1 1 0 0 0,-1 0 0 0 0,1 0 0 0 0,0 1 0 0 0,-1-1 0 0 0,1 0 0 0 0,0 1 0 0 0,-3 3 1 0 0,-4 1-16 0 0,2 0 12 0 0,0-1 0 0 0,0 1 0 0 0,1 1 0 0 0,-1-1-1 0 0,2 1 1 0 0,-1 0 0 0 0,1 1 0 0 0,-8 13 0 0 0,0 5-11 0 0,-14 36 1 0 0,19-41 29 0 0,1 0-1 0 0,1 1 1 0 0,1 0 0 0 0,1 1-1 0 0,-1 35 1 0 0,4-47-4 0 0,1 1 0 0 0,0-1 0 0 0,1 0 0 0 0,1 0 0 0 0,-1 1 1 0 0,2-1-1 0 0,-1 0 0 0 0,2-1 0 0 0,-1 1 0 0 0,2-1 0 0 0,-1 1 0 0 0,1-1 0 0 0,7 10 0 0 0,-9-17-10 0 0,0 1-1 0 0,0-1 1 0 0,0 1-1 0 0,1-1 0 0 0,-1 0 1 0 0,1-1-1 0 0,-1 1 1 0 0,1 0-1 0 0,0-1 0 0 0,0 0 1 0 0,0 0-1 0 0,1 0 1 0 0,-1-1-1 0 0,5 2 0 0 0,-1-1-60 0 0,0-1 0 0 0,-1 0-1 0 0,1-1 1 0 0,0 1 0 0 0,0-2 0 0 0,0 1-1 0 0,12-3 1 0 0,-1-1-229 0 0,-1-1 0 0 0,0 0-1 0 0,0-2 1 0 0,-1 0 0 0 0,33-19 0 0 0,-32 15-118 0 0,0-2 0 0 0,-1 0 0 0 0,0 0 0 0 0,-1-2 0 0 0,-1 0 0 0 0,18-23 0 0 0,-14 13-110 0 0,-2 0 0 0 0,-1-1 1 0 0,24-52-1 0 0,-15 13 284 0 0,-3 0 0 0 0,-2-1 0 0 0,12-86 1 0 0,-23 84 1967 0 0,-3-1 0 0 0,-4-88 1 0 0,-2 115-683 0 0,0 42-1035 0 0,1-1 0 0 0,-1 1 0 0 0,0-1 0 0 0,0 0 0 0 0,0 1-1 0 0,0-1 1 0 0,0 0 0 0 0,0 1 0 0 0,0-1 0 0 0,0 1 0 0 0,-1-1-1 0 0,1 0 1 0 0,0 1 0 0 0,0-1 0 0 0,0 1 0 0 0,-1-1 0 0 0,1 1-1 0 0,0-1 1 0 0,-1 0 0 0 0,1 1 0 0 0,-1-1 0 0 0,0 1-7 0 0,1 1 0 0 0,-1-1 1 0 0,1 1-1 0 0,-1 0 0 0 0,1-1 1 0 0,-1 1-1 0 0,1 0 1 0 0,0-1-1 0 0,-1 1 0 0 0,1 0 1 0 0,0 0-1 0 0,0-1 0 0 0,-1 1 1 0 0,1 0-1 0 0,0 0 0 0 0,0 0 1 0 0,0-1-1 0 0,0 3 0 0 0,-80 641 2224 0 0,71-489-1937 0 0,9-129-229 0 0,2-1 0 0 0,0 1 0 0 0,12 49 0 0 0,-12-69-70 0 0,0 0 1 0 0,0 0 0 0 0,1-1-1 0 0,0 1 1 0 0,-1-1 0 0 0,7 9 0 0 0,-7-12-63 0 0,-1-1 0 0 0,1 1 0 0 0,-1 0 0 0 0,1 0 1 0 0,0-1-1 0 0,0 1 0 0 0,0-1 0 0 0,0 1 1 0 0,0-1-1 0 0,0 0 0 0 0,0 0 0 0 0,0 0 0 0 0,0 0 1 0 0,1 0-1 0 0,-1 0 0 0 0,0-1 0 0 0,0 1 0 0 0,1-1 1 0 0,-1 0-1 0 0,1 1 0 0 0,-1-1 0 0 0,4-1 1 0 0,1 1-489 0 0,0-2 0 0 0,0 1 0 0 0,0-1 0 0 0,0 0 0 0 0,0 0 0 0 0,0-1 0 0 0,0 0 0 0 0,0 0 0 0 0,-1-1 0 0 0,0 0 0 0 0,10-7 0 0 0,7-11-4176 0 0,-2-4-2397 0 0</inkml:trace>
  <inkml:trace contextRef="#ctx0" brushRef="#br0" timeOffset="1">1331 452 2868 0 0,'-94'-13'13230'0'0,"91"13"-12629"0"0,4-2-529 0 0,-1 1 0 0 0,1-1 0 0 0,0 0 0 0 0,0 1 0 0 0,0-1 1 0 0,0 1-1 0 0,0-1 0 0 0,0 1 0 0 0,0 0 0 0 0,1 0 0 0 0,-1-1 0 0 0,0 1 0 0 0,1 0 1 0 0,-1 0-1 0 0,1 0 0 0 0,-1 0 0 0 0,1 0 0 0 0,0 1 0 0 0,-1-1 0 0 0,1 0 0 0 0,2 0 0 0 0,45-15 73 0 0,185-35-3260 0 0,-75 27-3676 0 0,-85 13 671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4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252 537 2180 0 0,'-50'-104'11009'0'0,"20"36"-5980"0"0,29 67-4996 0 0,1 0 1 0 0,0 0-1 0 0,-1 1 1 0 0,1-1 0 0 0,0 0-1 0 0,-1 0 1 0 0,1 0 0 0 0,-1 0-1 0 0,0 0 1 0 0,1 0-1 0 0,-1 1 1 0 0,0-1 0 0 0,1 0-1 0 0,-1 1 1 0 0,0-1-1 0 0,0 0 1 0 0,1 1 0 0 0,-1-1-1 0 0,0 1 1 0 0,0-1-1 0 0,0 1 1 0 0,0 0 0 0 0,0-1-1 0 0,0 1 1 0 0,0 0-1 0 0,0-1 1 0 0,0 1 0 0 0,0 0-1 0 0,0 0 1 0 0,0 0 0 0 0,0 0-1 0 0,0 0 1 0 0,0 0-1 0 0,0 0 1 0 0,0 1 0 0 0,-2-1-1 0 0,0 2-19 0 0,0 0 0 0 0,0 0 0 0 0,0 1 0 0 0,0-1 0 0 0,0 1 0 0 0,0-1 0 0 0,1 1 0 0 0,-4 4 0 0 0,-8 12 1 0 0,1 0 0 0 0,1 1 0 0 0,0 1 1 0 0,2 0-1 0 0,1 1 0 0 0,0-1 0 0 0,1 2 0 0 0,2-1 0 0 0,0 1 0 0 0,2 0 0 0 0,0 0 0 0 0,1 0 0 0 0,1 30 0 0 0,2-48-8 0 0,0 1-1 0 0,1 0 1 0 0,0 0-1 0 0,0-1 1 0 0,0 1-1 0 0,0 0 1 0 0,1-1-1 0 0,0 1 1 0 0,0-1-1 0 0,6 9 1 0 0,-6-11 0 0 0,0 0 1 0 0,0 0 0 0 0,0 0-1 0 0,1-1 1 0 0,-1 1 0 0 0,1-1 0 0 0,0 1-1 0 0,0-1 1 0 0,0 0 0 0 0,0 0-1 0 0,0 0 1 0 0,0-1 0 0 0,1 1-1 0 0,-1-1 1 0 0,0 1 0 0 0,1-1-1 0 0,-1 0 1 0 0,5 0 0 0 0,5 0-8 0 0,0 0 1 0 0,0-1-1 0 0,0 0 1 0 0,0-1-1 0 0,0-1 1 0 0,0 0-1 0 0,-1 0 1 0 0,1-2-1 0 0,-1 1 0 0 0,1-2 1 0 0,-1 0-1 0 0,0 0 1 0 0,-1-1-1 0 0,1 0 1 0 0,-1-1-1 0 0,-1 0 1 0 0,1-1-1 0 0,-1 0 1 0 0,0-1-1 0 0,-1 0 1 0 0,0-1-1 0 0,13-18 0 0 0,-14 19-41 0 0,-1-1-1 0 0,-1-1 0 0 0,0 1 0 0 0,0-1 0 0 0,-1 0 1 0 0,0 0-1 0 0,-1 0 0 0 0,0-1 0 0 0,-1 0 1 0 0,0 0-1 0 0,-1 1 0 0 0,-1-2 0 0 0,1 1 0 0 0,-2 0 1 0 0,0 0-1 0 0,0 0 0 0 0,-1 0 0 0 0,-1 0 0 0 0,0 0 1 0 0,-1 0-1 0 0,0 0 0 0 0,0 1 0 0 0,-1-1 1 0 0,-9-16-1 0 0,10 23 29 0 0,0 0 0 0 0,0 0 0 0 0,-1 0 0 0 0,1 0 0 0 0,-1 0 0 0 0,0 1 0 0 0,-1 0 0 0 0,1 0 0 0 0,-1 0 0 0 0,0 0 0 0 0,0 1 0 0 0,0 0 0 0 0,0 0 0 0 0,-1 0 0 0 0,1 0 0 0 0,-1 1 0 0 0,1 0 0 0 0,-1 0 0 0 0,0 1 0 0 0,0 0 0 0 0,0 0 0 0 0,0 0 0 0 0,0 1 0 0 0,0-1 0 0 0,0 1-1 0 0,-7 1 1 0 0,4 1 6 0 0,0-1-1 0 0,0 1 0 0 0,0 1 0 0 0,0 0 0 0 0,1 0 1 0 0,-1 1-1 0 0,1 0 0 0 0,0 0 0 0 0,0 1 0 0 0,0 0 1 0 0,0 0-1 0 0,1 1 0 0 0,0 0 0 0 0,0 0 0 0 0,1 1 1 0 0,-9 11-1 0 0,7-7 1 0 0,0 0 1 0 0,1 0 0 0 0,1 1 0 0 0,0 0-1 0 0,0 0 1 0 0,1 1 0 0 0,1 0 0 0 0,0 0-1 0 0,-3 17 1 0 0,6-25 11 0 0,1 1-1 0 0,-1-1 1 0 0,1 0-1 0 0,0 0 1 0 0,1 0-1 0 0,-1 1 1 0 0,1-1-1 0 0,0 0 1 0 0,0 0-1 0 0,0 0 1 0 0,1 0-1 0 0,0 0 1 0 0,0 0-1 0 0,0-1 1 0 0,1 1-1 0 0,-1 0 1 0 0,1-1-1 0 0,0 0 1 0 0,0 0-1 0 0,1 0 1 0 0,-1 0-1 0 0,1 0 1 0 0,0-1-1 0 0,0 1 1 0 0,0-1-1 0 0,10 5 1 0 0,-5-3 4 0 0,1-1 1 0 0,1 0-1 0 0,-1 0 1 0 0,1-1-1 0 0,-1 0 0 0 0,1-1 1 0 0,0 0-1 0 0,12 0 0 0 0,7-1 3 0 0,52-5-1 0 0,-42-1 0 0 0,-1-1 0 0 0,-1-2 0 0 0,1-1 0 0 0,-1-2 0 0 0,-1-2 0 0 0,0-2 0 0 0,-1-1 0 0 0,42-25 0 0 0,-54 26-2 0 0,0 0 1 0 0,-2-2-1 0 0,0-1 1 0 0,-1 0-1 0 0,0-2 1 0 0,-2 0-1 0 0,0-1 1 0 0,-2-1-1 0 0,0-1 0 0 0,-2-1 1 0 0,0 0-1 0 0,14-33 1 0 0,-17 31 301 0 0,-2-1 0 0 0,-1-1 1 0 0,-1 1-1 0 0,-1-1 1 0 0,-2-1-1 0 0,0 1 0 0 0,0-36 1 0 0,-5 64-308 0 0,0-1 1 0 0,0 1 0 0 0,0 0-1 0 0,0-1 1 0 0,0 1 0 0 0,0-1 0 0 0,1 1-1 0 0,-1 0 1 0 0,0-1 0 0 0,0 1 0 0 0,0-1-1 0 0,0 1 1 0 0,0 0 0 0 0,-1-1-1 0 0,1 1 1 0 0,0-1 0 0 0,0 1 0 0 0,0 0-1 0 0,0-1 1 0 0,0 1 0 0 0,0 0-1 0 0,-1-1 1 0 0,1 1 0 0 0,0 0 0 0 0,0-1-1 0 0,-1 1 1 0 0,1 0 0 0 0,0-1-1 0 0,0 1 1 0 0,-1 0 0 0 0,1 0 0 0 0,0-1-1 0 0,-1 1 1 0 0,1 0 0 0 0,0 0-1 0 0,-1 0 1 0 0,1-1 0 0 0,0 1 0 0 0,-1 0-1 0 0,1 0 1 0 0,-1 0 0 0 0,1 0-1 0 0,0 0 1 0 0,-1 0 0 0 0,1 0 0 0 0,-1 0-1 0 0,1 0 1 0 0,0 0 0 0 0,-1 0-1 0 0,1 0 1 0 0,-1 0 0 0 0,1 0 0 0 0,0 0-1 0 0,-1 0 1 0 0,1 0 0 0 0,0 1-1 0 0,-1-1 1 0 0,1 0 0 0 0,-1 0 0 0 0,1 0-1 0 0,0 1 1 0 0,-1-1 0 0 0,1 0-1 0 0,0 0 1 0 0,0 1 0 0 0,-1 0 0 0 0,-2 1 4 0 0,1 0 1 0 0,0 0-1 0 0,-1 0 1 0 0,1 0-1 0 0,0 1 1 0 0,-3 5-1 0 0,-21 51 26 0 0,3 1-1 0 0,-22 90 1 0 0,31-100-13 0 0,-138 666 136 0 0,97-283-106 0 0,46-305 34 0 0,10 178-1 0 0,0-288-77 0 0,1 5 51 0 0,5 38 1 0 0,-6-56-15 0 0,1 1 1 0 0,-1-1 0 0 0,1 0-1 0 0,0 1 1 0 0,0-1-1 0 0,0 0 1 0 0,1 0-1 0 0,0-1 1 0 0,0 1 0 0 0,0 0-1 0 0,0-1 1 0 0,6 6-1 0 0,-7-9-18 0 0,0 1 0 0 0,0-1-1 0 0,1 0 1 0 0,-1 0 0 0 0,0 1-1 0 0,1-1 1 0 0,-1-1-1 0 0,1 1 1 0 0,0 0 0 0 0,-1-1-1 0 0,1 1 1 0 0,-1-1-1 0 0,1 0 1 0 0,0 0 0 0 0,-1 0-1 0 0,1 0 1 0 0,0 0-1 0 0,4-1 1 0 0,-1-1-5 0 0,1 1 0 0 0,-1-1 1 0 0,0 0-1 0 0,0-1 0 0 0,0 0 0 0 0,10-5 0 0 0,-8 2-8 0 0,0 0-1 0 0,0 0 1 0 0,0 0-1 0 0,-1-1 1 0 0,0-1 0 0 0,0 1-1 0 0,-1-1 1 0 0,0 0-1 0 0,-1 0 1 0 0,1-1 0 0 0,-2 0-1 0 0,1 0 1 0 0,-1 0-1 0 0,-1 0 1 0 0,4-14-1 0 0,-4 12 3 0 0,-1 0 0 0 0,0-1 0 0 0,-1 1-1 0 0,0-1 1 0 0,-1 0 0 0 0,0 1-1 0 0,-1-1 1 0 0,0 1 0 0 0,-1-1-1 0 0,0 1 1 0 0,-1 0 0 0 0,-8-21 0 0 0,-1 8-22 0 0,0 0 1 0 0,-2 1 0 0 0,0 1 0 0 0,-2 1 0 0 0,0 0-1 0 0,-1 1 1 0 0,-1 0 0 0 0,-24-18 0 0 0,-27-20-63 0 0,-81-49-1 0 0,75 55 70 0 0,47 33-43 0 0,2 1 21 0 0,-30-26 0 0 0,50 39-164 0 0,0-2 0 0 0,0 1 0 0 0,0 0 0 0 0,1-1 0 0 0,0 0 0 0 0,0-1 1 0 0,1 1-1 0 0,0-1 0 0 0,-4-10 0 0 0,6 13-104 0 0,1-1 1 0 0,1 1-1 0 0,-1 0 0 0 0,1 0 0 0 0,-1-1 1 0 0,2 1-1 0 0,-1 0 0 0 0,1-1 1 0 0,-1 1-1 0 0,1 0 0 0 0,1 0 0 0 0,-1 0 1 0 0,1 0-1 0 0,0 0 0 0 0,0 0 1 0 0,0 0-1 0 0,1 1 0 0 0,-1-1 0 0 0,6-6 1 0 0,4-5-1788 0 0,1 0 0 0 0,1 1-1 0 0,27-24 1 0 0,2 3-3393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6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27 246 1012 0 0,'-3'-2'579'0'0,"1"0"-1"0"0,0 1 0 0 0,0-1 1 0 0,0 0-1 0 0,0 0 1 0 0,1-1-1 0 0,-1 1 0 0 0,0 0 1 0 0,1-1-1 0 0,0 1 1 0 0,-1-1-1 0 0,0-2 1 0 0,2 2-275 0 0,-1 1 1 0 0,0-1-1 0 0,1 1 1 0 0,0-1 0 0 0,0 1-1 0 0,-1-1 1 0 0,1 1-1 0 0,1-1 1 0 0,-1 1 0 0 0,0-1-1 0 0,2-4 1 0 0,-1 4-178 0 0,0 0-1 0 0,1-1 1 0 0,-1 1-1 0 0,1 0 1 0 0,0 0-1 0 0,0 0 1 0 0,0 0 0 0 0,0 0-1 0 0,1 1 1 0 0,-1-1-1 0 0,1 1 1 0 0,-1-1 0 0 0,1 1-1 0 0,0 0 1 0 0,0 0-1 0 0,0 0 1 0 0,0 0-1 0 0,7-2 1 0 0,-2 2-64 0 0,0 0 1 0 0,0 0-1 0 0,0 1 0 0 0,1 0 1 0 0,-1 0-1 0 0,0 1 0 0 0,1 0 1 0 0,-1 1-1 0 0,1 0 0 0 0,-1 0 1 0 0,0 0-1 0 0,0 1 1 0 0,0 1-1 0 0,0-1 0 0 0,13 7 1 0 0,-13-5-37 0 0,0 0 1 0 0,0 0 0 0 0,0 1-1 0 0,-1 0 1 0 0,0 0 0 0 0,1 1-1 0 0,-2 0 1 0 0,1 0 0 0 0,-1 1-1 0 0,0 0 1 0 0,0 0 0 0 0,-1 0-1 0 0,0 1 1 0 0,6 11 0 0 0,-8-12-4 0 0,-2-1 1 0 0,1 0-1 0 0,-1 1 1 0 0,1-1-1 0 0,-2 1 1 0 0,1-1 0 0 0,-1 1-1 0 0,0-1 1 0 0,0 1-1 0 0,-1-1 1 0 0,0 1-1 0 0,0-1 1 0 0,0 0-1 0 0,-1 1 1 0 0,0-1-1 0 0,0 0 1 0 0,-1 0-1 0 0,0 0 1 0 0,0 0-1 0 0,0-1 1 0 0,-1 1-1 0 0,0-1 1 0 0,-5 7 0 0 0,7-10 16 0 0,-1-1-2 0 0,2 0-35 0 0,0-1 0 0 0,0 0-1 0 0,0 0 1 0 0,1 1 0 0 0,-1-1-1 0 0,0 0 1 0 0,0 0 0 0 0,0 0-1 0 0,0 0 1 0 0,0 0 0 0 0,0 0-1 0 0,0 0 1 0 0,1 0 0 0 0,-1-1-1 0 0,0 1 1 0 0,0 0 0 0 0,0 0-1 0 0,0-1 1 0 0,0 1 0 0 0,1-1-1 0 0,-1 1 1 0 0,0 0 0 0 0,0-1-1 0 0,1 0 1 0 0,-1 1 0 0 0,0-1-1 0 0,1 1 1 0 0,-1-1 0 0 0,0-1-1 0 0,0 0-1 0 0,0 0 0 0 0,0 0 0 0 0,1 0 0 0 0,-1 0 0 0 0,1 0 0 0 0,-1 0 0 0 0,1 0 0 0 0,0 0 0 0 0,0 0-1 0 0,0-1 1 0 0,0 1 0 0 0,1-2 0 0 0,1-8-12 0 0,0 0-1 0 0,1 0 1 0 0,7-18 0 0 0,-5 17-5 0 0,1 1 0 0 0,0 0 0 0 0,1 1 0 0 0,0-1 1 0 0,1 2-1 0 0,0-1 0 0 0,1 1 0 0 0,0 0 1 0 0,1 0-1 0 0,0 1 0 0 0,0 1 0 0 0,1 0 0 0 0,0 0 1 0 0,0 1-1 0 0,1 0 0 0 0,0 1 0 0 0,0 1 1 0 0,22-8-1 0 0,-28 12 11 0 0,1 0-1 0 0,0 0 1 0 0,-1 0 0 0 0,1 1-1 0 0,-1 0 1 0 0,1 0 0 0 0,0 1-1 0 0,-1 0 1 0 0,1 0 0 0 0,-1 0-1 0 0,1 1 1 0 0,-1 0 0 0 0,0 0-1 0 0,0 1 1 0 0,0 0 0 0 0,0 0-1 0 0,0 0 1 0 0,-1 1 0 0 0,1-1-1 0 0,-1 1 1 0 0,0 1 0 0 0,0-1-1 0 0,0 1 1 0 0,-1 0 0 0 0,8 10-1 0 0,-7-8 18 0 0,-1 0-1 0 0,0 1 1 0 0,0-1-1 0 0,0 1 0 0 0,-1 0 1 0 0,0 0-1 0 0,-1 0 0 0 0,1 0 1 0 0,-2 1-1 0 0,1-1 1 0 0,-1 1-1 0 0,0-1 0 0 0,-1 1 1 0 0,0-1-1 0 0,-1 1 1 0 0,1-1-1 0 0,-2 1 0 0 0,1-1 1 0 0,-5 15-1 0 0,3-17-21 0 0,1 1 107 0 0,0 1-1 0 0,-1-1 1 0 0,0-1-1 0 0,0 1 1 0 0,-1 0-1 0 0,0-1 0 0 0,-7 10 1 0 0,9-15-1 0 0,2-1-91 0 0,0 0 0 0 0,-1 0 0 0 0,1 0 0 0 0,-1 0 0 0 0,1 0 0 0 0,0 0 0 0 0,-1 0 0 0 0,1 0 0 0 0,-1 0 0 0 0,1 0 0 0 0,0 0-1 0 0,-1-1 1 0 0,1 1 0 0 0,0 0 0 0 0,-1 0 0 0 0,1-1 0 0 0,0 1 0 0 0,-1 0 0 0 0,1 0 0 0 0,0-1 0 0 0,-1 1 0 0 0,1 0 0 0 0,0-1 0 0 0,0 1 0 0 0,0 0-1 0 0,-1-1 1 0 0,1 1 0 0 0,0 0 0 0 0,0-1 0 0 0,0 0 0 0 0,-1-16 66 0 0,5-1-75 0 0,0 1 1 0 0,2 0 0 0 0,0 0-1 0 0,0 0 1 0 0,2 1-1 0 0,0-1 1 0 0,1 2 0 0 0,0-1-1 0 0,1 2 1 0 0,13-16 0 0 0,0 3-28 0 0,2 1 0 0 0,0 2 0 0 0,1 0 0 0 0,40-27 0 0 0,-53 43-8 0 0,0 0-1 0 0,1 1 1 0 0,0 0-1 0 0,1 1 1 0 0,29-8 0 0 0,-41 13 40 0 0,0 0 0 0 0,0 1 1 0 0,0-1-1 0 0,0 1 0 0 0,0 0 1 0 0,0 0-1 0 0,0 0 0 0 0,0 0 1 0 0,0 1-1 0 0,0-1 0 0 0,0 1 1 0 0,0 0-1 0 0,0 0 1 0 0,0 0-1 0 0,0 0 0 0 0,0 0 1 0 0,-1 1-1 0 0,1-1 0 0 0,0 1 1 0 0,-1 0-1 0 0,0 0 0 0 0,1 0 1 0 0,-1 0-1 0 0,0 0 0 0 0,0 0 1 0 0,0 1-1 0 0,0-1 0 0 0,0 1 1 0 0,-1-1-1 0 0,1 1 0 0 0,1 4 1 0 0,1 2 47 0 0,0 0 1 0 0,-1 1-1 0 0,0-1 0 0 0,-1 1 1 0 0,0-1-1 0 0,0 1 1 0 0,-1 0-1 0 0,0 12 0 0 0,-2 23 33 0 0,0-27-159 0 0,0 0 0 0 0,1-1 0 0 0,1 1 0 0 0,1 0-1 0 0,0 0 1 0 0,9 31 0 0 0,-10-46-163 0 0,0-1 1 0 0,1 1-1 0 0,-1-1 0 0 0,0 0 0 0 0,1 1 1 0 0,-1-1-1 0 0,1 0 0 0 0,0 0 0 0 0,0 0 0 0 0,2 2 1 0 0,16 7-5408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7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78 835 112 0 0,'-3'1'2521'0'0,"-4"1"-1254"0"0,1 0-1 0 0,-1 1 1 0 0,1 0 0 0 0,-7 4 0 0 0,9-4-910 0 0,1 0-1 0 0,-1 0 1 0 0,1 0 0 0 0,0 0 0 0 0,-1 1 0 0 0,1-1-1 0 0,-3 6 1 0 0,5-6-263 0 0,0-1 0 0 0,0 1 0 0 0,1 0 1 0 0,-1 0-1 0 0,1 0 0 0 0,-1 0 0 0 0,1 0 0 0 0,0 5 0 0 0,0-1 56 0 0,-1-3-42 0 0,1 1 0 0 0,0-1 0 0 0,0 1 0 0 0,1-1 0 0 0,-1 1 0 0 0,1-1 0 0 0,0 0 0 0 0,0 1 0 0 0,0-1 0 0 0,0 0 1 0 0,4 7-1 0 0,-4-9-49 0 0,1 0 0 0 0,-1 0 0 0 0,1-1 0 0 0,0 1 1 0 0,0-1-1 0 0,-1 1 0 0 0,1-1 0 0 0,0 0 0 0 0,0 0 0 0 0,0 0 1 0 0,1 0-1 0 0,-1 0 0 0 0,0 0 0 0 0,0 0 0 0 0,0-1 1 0 0,1 1-1 0 0,2 0 0 0 0,1-1 1 0 0,0 0 0 0 0,0 0 1 0 0,0 0-1 0 0,0-1 0 0 0,0 0 1 0 0,9-2-1 0 0,6-4 16 0 0,0 0 1 0 0,36-20-1 0 0,-23 7-48 0 0,0-1 1 0 0,-1-1-1 0 0,-1-2 0 0 0,-2-1 0 0 0,0-2 0 0 0,-2 0 0 0 0,-1-2 0 0 0,-1-2 0 0 0,36-53 0 0 0,-33 37-23 0 0,-2-1 1 0 0,-2-2-1 0 0,-2 0 1 0 0,-2-2-1 0 0,-3 0 1 0 0,17-74-1 0 0,-24 67 132 0 0,4-81 0 0 0,-15 139-138 0 0,0 0 0 0 0,1-1 0 0 0,-1 1 1 0 0,0 0-1 0 0,0-1 0 0 0,0 1 0 0 0,0-1 0 0 0,-1 1 0 0 0,1 0 0 0 0,0-1 0 0 0,0 1 0 0 0,-1 0 0 0 0,1 0 0 0 0,-2-3 0 0 0,2 4 0 0 0,0 0 0 0 0,-1 0 0 0 0,1 0 0 0 0,-1 0 0 0 0,1 0 0 0 0,0 0-1 0 0,-1 0 1 0 0,1 0 0 0 0,0 0 0 0 0,-1 0 0 0 0,1 0 0 0 0,0 0 0 0 0,-1 0-1 0 0,1 0 1 0 0,0 0 0 0 0,-1 1 0 0 0,1-1 0 0 0,0 0 0 0 0,-1 0-1 0 0,1 0 1 0 0,0 0 0 0 0,-1 1 0 0 0,1-1 0 0 0,0 0 0 0 0,0 0 0 0 0,-1 1-1 0 0,1-1 1 0 0,0 0 0 0 0,0 1 0 0 0,-1-1 0 0 0,1 0 0 0 0,0 1-1 0 0,-5 5-5 0 0,1 0 0 0 0,0 0 0 0 0,0 0 0 0 0,-2 8 0 0 0,-24 61-5 0 0,-24 90-1 0 0,36-105 12 0 0,13-44 4 0 0,-49 175 18 0 0,42-143 16 0 0,-9 99-1 0 0,19-119-26 0 0,3 35-1 0 0,0-53-1 0 0,0 1 1 0 0,1-1-1 0 0,0 0 0 0 0,0 0 0 0 0,1-1 1 0 0,8 18-1 0 0,-10-24-3 0 0,1 1 1 0 0,0-1-1 0 0,0 0 1 0 0,1-1-1 0 0,-1 1 0 0 0,0 0 1 0 0,1-1-1 0 0,0 1 1 0 0,-1-1-1 0 0,1 0 1 0 0,0 0-1 0 0,0 0 0 0 0,1 0 1 0 0,3 2-1 0 0,-1-2 0 0 0,0 0 0 0 0,0 0-1 0 0,0-1 1 0 0,1 0 0 0 0,-1 0 0 0 0,0 0-1 0 0,11 0 1 0 0,-4-2-62 0 0,1 0 1 0 0,-1-1-1 0 0,1 0 0 0 0,-1-1 1 0 0,0-1-1 0 0,25-9 0 0 0,-22 5-73 0 0,0-1 0 0 0,-1 0 0 0 0,1-1 0 0 0,-2 0 0 0 0,1-2 0 0 0,-2 1 0 0 0,0-2-1 0 0,0 0 1 0 0,-1 0 0 0 0,0-1 0 0 0,14-23 0 0 0,-7 3 728 0 0,-1 0 1 0 0,-1-1-1 0 0,-2-1 0 0 0,15-55 1 0 0,-30 91-565 0 0,5-22 401 0 0,-5 13-142 0 0,-8 14 134 0 0,5 1-416 0 0,-1 0 0 0 0,1 0-1 0 0,1 0 1 0 0,-1 0 0 0 0,1 0-1 0 0,0 1 1 0 0,0-1 0 0 0,0 10 0 0 0,-3 4 17 0 0,-4 15 36 0 0,2-1-1 0 0,1 1 1 0 0,-1 39 0 0 0,6-54-25 0 0,1-1 0 0 0,1 0 0 0 0,1 0 1 0 0,0 0-1 0 0,2 0 0 0 0,0 0 0 0 0,9 24 0 0 0,-12-40-71 0 0,1 1 0 0 0,-1-1-1 0 0,1 0 1 0 0,0 0-1 0 0,0 1 1 0 0,0-1-1 0 0,0-1 1 0 0,0 1-1 0 0,1 0 1 0 0,0 0 0 0 0,-1-1-1 0 0,1 1 1 0 0,0-1-1 0 0,0 0 1 0 0,0 0-1 0 0,0 0 1 0 0,1-1-1 0 0,-1 1 1 0 0,0-1 0 0 0,1 1-1 0 0,-1-1 1 0 0,1 0-1 0 0,0 0 1 0 0,-1-1-1 0 0,1 1 1 0 0,0-1 0 0 0,-1 0-1 0 0,1 0 1 0 0,5-1-1 0 0,-1 0-755 0 0,0 0 0 0 0,-1 0 0 0 0,1-1 0 0 0,-1-1 0 0 0,1 1 0 0 0,-1-1 0 0 0,0-1 0 0 0,0 1 0 0 0,0-1 0 0 0,0 0 0 0 0,-1-1 0 0 0,12-9 0 0 0,5-8-5111 0 0</inkml:trace>
  <inkml:trace contextRef="#ctx0" brushRef="#br0" timeOffset="1">1210 105 2340 0 0,'-22'-10'2384'0'0,"3"1"-459"0"0,-1 0-313 0 0,3 3-364 0 0,2 2-280 0 0,0-1-212 0 0,0 1 324 0 0,-7 0-416 0 0,7 10-508 0 0,7 5-612 0 0,8 2-480 0 0,4-2-436 0 0,7-1-1904 0 0,0 5-1413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8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92 487 272 0 0,'-6'-2'648'0'0,"0"0"1"0"0,0 0-1 0 0,0-1 1 0 0,0 0-1 0 0,1 0 1 0 0,-1-1-1 0 0,1 1 0 0 0,0-1 1 0 0,0 0-1 0 0,1-1 1 0 0,-1 1-1 0 0,1-1 0 0 0,-7-9 1 0 0,10 11-502 0 0,-1-1 0 0 0,0 1 0 0 0,1 0 0 0 0,0-1 0 0 0,-1 1 0 0 0,2-1 0 0 0,-1 0 0 0 0,0 1 0 0 0,1-1 0 0 0,-1 0 0 0 0,1 1 0 0 0,0-1 0 0 0,0 0 0 0 0,1 0 0 0 0,-1 1 0 0 0,1-1 0 0 0,0 0 0 0 0,0 1 0 0 0,0-1 0 0 0,0 1 0 0 0,0-1 0 0 0,1 1 0 0 0,0 0 0 0 0,4-7 0 0 0,-4 6-104 0 0,1 0 1 0 0,0-1-1 0 0,0 1 0 0 0,1 0 0 0 0,-1 1 1 0 0,1-1-1 0 0,0 1 0 0 0,0-1 1 0 0,0 1-1 0 0,0 0 0 0 0,1 1 0 0 0,-1-1 1 0 0,1 1-1 0 0,0 0 0 0 0,-1 0 0 0 0,1 0 1 0 0,0 1-1 0 0,0-1 0 0 0,0 1 0 0 0,1 0 1 0 0,-1 1-1 0 0,0-1 0 0 0,0 1 0 0 0,0 0 1 0 0,0 1-1 0 0,1-1 0 0 0,-1 1 0 0 0,0 0 1 0 0,0 0-1 0 0,0 1 0 0 0,0-1 0 0 0,9 5 1 0 0,-6-2-3 0 0,0 1 1 0 0,-1-1 0 0 0,1 1 0 0 0,-1 1 0 0 0,0 0 0 0 0,0 0 0 0 0,-1 0-1 0 0,0 0 1 0 0,0 1 0 0 0,0 0 0 0 0,-1 0 0 0 0,0 1 0 0 0,0 0-1 0 0,-1 0 1 0 0,0 0 0 0 0,-1 0 0 0 0,1 0 0 0 0,-2 1 0 0 0,1 0-1 0 0,-1-1 1 0 0,0 1 0 0 0,-1 0 0 0 0,1 15 0 0 0,-2-13 78 0 0,-1 0 1 0 0,0 0-1 0 0,0-1 0 0 0,-1 1 1 0 0,-1-1-1 0 0,0 1 0 0 0,0-1 1 0 0,-6 13-1 0 0,8-21 242 0 0,-3-10-312 0 0,4 8-49 0 0,0-1-1 0 0,-1 1 1 0 0,1-1 0 0 0,0 1-1 0 0,0 0 1 0 0,-1-1-1 0 0,1 1 1 0 0,0-1-1 0 0,0 1 1 0 0,-1-1-1 0 0,1 1 1 0 0,0 0 0 0 0,0-1-1 0 0,0 1 1 0 0,0-1-1 0 0,0 1 1 0 0,0-1-1 0 0,0 1 1 0 0,0-1-1 0 0,0 1 1 0 0,0-1-1 0 0,0 1 1 0 0,0-1 0 0 0,0 1-1 0 0,0-1 1 0 0,1 1-1 0 0,-1-1 1 0 0,0 1-1 0 0,1-1 1 0 0,12-27-36 0 0,3 2-1 0 0,0-1 1 0 0,1 2 0 0 0,1 0-1 0 0,2 2 1 0 0,40-39 0 0 0,-32 35-37 0 0,60-43 1 0 0,-76 62 39 0 0,-1 1 0 0 0,2 0 0 0 0,-1 0 0 0 0,1 2 0 0 0,0-1 0 0 0,0 2 0 0 0,0 0 0 0 0,22-4 0 0 0,-32 7 28 0 0,-1 1 0 0 0,1 0-1 0 0,0 0 1 0 0,-1 0-1 0 0,1 0 1 0 0,0 0 0 0 0,0 0-1 0 0,-1 1 1 0 0,1 0-1 0 0,0-1 1 0 0,-1 1-1 0 0,1 0 1 0 0,-1 0 0 0 0,1 0-1 0 0,-1 1 1 0 0,0-1-1 0 0,1 0 1 0 0,2 3-1 0 0,-2-1 24 0 0,-1 0 0 0 0,1 0-1 0 0,-1 0 1 0 0,0 0-1 0 0,0 0 1 0 0,-1 1 0 0 0,1-1-1 0 0,0 0 1 0 0,-1 1-1 0 0,0-1 1 0 0,2 8-1 0 0,-1 4 115 0 0,0 1-1 0 0,-2 0 0 0 0,1-1 0 0 0,-5 31 0 0 0,-7 20 97 0 0,6-42-140 0 0,-2 28-1 0 0,1 27 140 0 0,6-78-223 0 0,0 0 1 0 0,1-1-1 0 0,-1 1 1 0 0,0 0-1 0 0,0 0 0 0 0,1 0 1 0 0,-1 0-1 0 0,1-1 1 0 0,-1 1-1 0 0,1 0 0 0 0,-1 0 1 0 0,1-1-1 0 0,0 1 1 0 0,-1 0-1 0 0,1-1 0 0 0,0 1 1 0 0,-1-1-1 0 0,1 1 1 0 0,0-1-1 0 0,1 2 0 0 0,0-1 5 0 0,0 0 1 0 0,0 0-1 0 0,0 0 0 0 0,0 0 0 0 0,0 0 0 0 0,0 0 0 0 0,0 0 0 0 0,0-1 0 0 0,0 1 0 0 0,1-1 0 0 0,-1 0 1 0 0,0 1-1 0 0,0-1 0 0 0,1 0 0 0 0,-1 0 0 0 0,4-1 0 0 0,35-7 48 0 0,-8-2-82 0 0,-1-2 0 0 0,0-1-1 0 0,-1-2 1 0 0,-1-1-1 0 0,0-1 1 0 0,-1-2 0 0 0,-1-1-1 0 0,-1-1 1 0 0,-1-1-1 0 0,-1-1 1 0 0,0-2 0 0 0,-2 0-1 0 0,-1-2 1 0 0,36-57-1 0 0,-56 81 42 0 0,0 1 0 0 0,0-1 0 0 0,-1 0 0 0 0,1 1 0 0 0,-1-1 0 0 0,1 0 0 0 0,-1 0 0 0 0,0 0 0 0 0,0 0 0 0 0,-1 0-1 0 0,1 0 1 0 0,-1 0 0 0 0,1-1 0 0 0,-1 1 0 0 0,0 0 0 0 0,0 0 0 0 0,0 0 0 0 0,-1 0 0 0 0,1-1 0 0 0,-2-3 0 0 0,2 6-16 0 0,-1 0 0 0 0,0 1 0 0 0,1-1 1 0 0,-1 0-1 0 0,0 1 0 0 0,1-1 1 0 0,-1 1-1 0 0,0-1 0 0 0,0 1 0 0 0,0-1 1 0 0,1 1-1 0 0,-1-1 0 0 0,0 1 1 0 0,0 0-1 0 0,0-1 0 0 0,0 1 0 0 0,0 0 1 0 0,0 0-1 0 0,1 0 0 0 0,-1 0 0 0 0,0 0 1 0 0,0 0-1 0 0,0 0 0 0 0,0 0 1 0 0,0 0-1 0 0,0 0 0 0 0,0 0 0 0 0,0 1 1 0 0,-1 0-1 0 0,-25 10-7 0 0,13-1 10 0 0,0 1 0 0 0,1 0 0 0 0,0 0 0 0 0,1 2 0 0 0,0 0 0 0 0,0 0 0 0 0,2 1 0 0 0,0 0 0 0 0,0 1 0 0 0,2 0 0 0 0,-1 0 0 0 0,2 1 0 0 0,0 0 0 0 0,1 0 0 0 0,1 1 0 0 0,-4 21 0 0 0,8-32 2 0 0,0 0 1 0 0,0-1-1 0 0,1 1 1 0 0,0 0 0 0 0,0 0-1 0 0,1 0 1 0 0,0-1-1 0 0,0 1 1 0 0,0 0 0 0 0,0-1-1 0 0,1 1 1 0 0,0-1-1 0 0,0 1 1 0 0,1-1-1 0 0,-1 0 1 0 0,1 0 0 0 0,6 8-1 0 0,-3-7-61 0 0,-1 0-1 0 0,1-1 0 0 0,1 0 0 0 0,-1 0 1 0 0,1 0-1 0 0,-1-1 0 0 0,1 0 1 0 0,1-1-1 0 0,-1 1 0 0 0,0-1 1 0 0,1-1-1 0 0,10 3 0 0 0,14 2-597 0 0,0-1-1 0 0,0-2 0 0 0,0-1 0 0 0,60-3 1 0 0,130-26-2548 0 0,-161 15 1418 0 0,107-34 0 0 0,-140 35 1847 0 0,0-1-1 0 0,-1-1 1 0 0,0-1-1 0 0,-1-2 1 0 0,45-33-1 0 0,-65 43 284 0 0,0-1 1 0 0,0 1-1 0 0,0-1 1 0 0,-1 0-1 0 0,0-1 1 0 0,0 1-1 0 0,-1-1 0 0 0,1 0 1 0 0,-1-1-1 0 0,4-10 1 0 0,-7 14-150 0 0,0 0 0 0 0,0 0 1 0 0,0 0-1 0 0,0 0 0 0 0,0 0 1 0 0,-1 0-1 0 0,0 0 0 0 0,0 0 1 0 0,0 0-1 0 0,-1 0 0 0 0,1-1 1 0 0,-1 1-1 0 0,0 1 0 0 0,0-1 1 0 0,0 0-1 0 0,-1 0 0 0 0,1 0 1 0 0,-1 0-1 0 0,0 1 0 0 0,0-1 1 0 0,0 1-1 0 0,-4-5 0 0 0,3 4-81 0 0,-1 0-1 0 0,1 0 1 0 0,-1 1-1 0 0,0 0 1 0 0,-1-1-1 0 0,1 1 1 0 0,0 0-1 0 0,-1 1 1 0 0,1-1-1 0 0,-1 1 1 0 0,0 0-1 0 0,0 0 1 0 0,0 1-1 0 0,-8-2 1 0 0,5 2-47 0 0,0 0 1 0 0,0 0 0 0 0,-1 1 0 0 0,1 1 0 0 0,0-1-1 0 0,0 1 1 0 0,0 1 0 0 0,-13 3 0 0 0,4 1-43 0 0,0 0 1 0 0,1 2-1 0 0,-1 0 1 0 0,1 0-1 0 0,1 2 1 0 0,0 0-1 0 0,-24 21 1 0 0,19-13 0 0 0,0 1 1 0 0,-31 42 0 0 0,45-52-10 0 0,0 0 1 0 0,0 0 0 0 0,1 1 0 0 0,0 0-1 0 0,0 0 1 0 0,2 0 0 0 0,-1 0 0 0 0,1 0 0 0 0,0 1-1 0 0,-1 12 1 0 0,4-20-12 0 0,0-1 1 0 0,0 0-1 0 0,0 1 0 0 0,0-1 1 0 0,0 0-1 0 0,1 1 0 0 0,-1-1 1 0 0,1 0-1 0 0,0 1 0 0 0,-1-1 1 0 0,1 0-1 0 0,0 0 0 0 0,0 0 1 0 0,0 0-1 0 0,0 0 0 0 0,1 0 1 0 0,-1 0-1 0 0,3 2 0 0 0,-1-1-4 0 0,0-1-1 0 0,0 1 1 0 0,0-1-1 0 0,0 0 0 0 0,1 0 1 0 0,-1 0-1 0 0,1-1 1 0 0,0 1-1 0 0,-1-1 1 0 0,6 1-1 0 0,3 1-30 0 0,0-1 0 0 0,0-1-1 0 0,0 0 1 0 0,0-1 0 0 0,0 0-1 0 0,15-2 1 0 0,-9-1-118 0 0,0-1-1 0 0,0 0 1 0 0,-1-1-1 0 0,1-1 1 0 0,-1-1 0 0 0,0-1-1 0 0,-1 0 1 0 0,0-1-1 0 0,0 0 1 0 0,23-20 0 0 0,-9 4 387 0 0,-2-2 1 0 0,-1-1 0 0 0,46-61 0 0 0,-42 51 880 0 0,-29 36-944 0 0,-3 6-153 0 0,-31 78 95 0 0,18-52-79 0 0,-10 38-1 0 0,21-58-37 0 0,1-1 0 0 0,0 1 0 0 0,0 0 0 0 0,1 1-1 0 0,0-1 1 0 0,1 0 0 0 0,0 0 0 0 0,3 12 0 0 0,-3-19 3 0 0,0-1 0 0 0,1 0-1 0 0,0 1 1 0 0,0-1 0 0 0,-1 0 0 0 0,1 0 0 0 0,1 1 0 0 0,-1-1-1 0 0,0 0 1 0 0,0 0 0 0 0,1 0 0 0 0,-1 0 0 0 0,1-1 0 0 0,0 1-1 0 0,-1 0 1 0 0,1-1 0 0 0,3 3 0 0 0,-1-2 7 0 0,0 0 1 0 0,0 0-1 0 0,0 0 1 0 0,0-1-1 0 0,1 1 1 0 0,-1-1-1 0 0,1 0 1 0 0,6 1-1 0 0,6-1 23 0 0,0-1 0 0 0,0 0-1 0 0,31-5 1 0 0,-28 1-22 0 0,0-1 0 0 0,0 0-1 0 0,0-2 1 0 0,-1 0 0 0 0,0-1-1 0 0,0-1 1 0 0,0-1 0 0 0,-2 0-1 0 0,1-1 1 0 0,29-26 0 0 0,-22 15-8 0 0,-2-1 0 0 0,-1-1 1 0 0,-1-1-1 0 0,-1 0 0 0 0,-1-2 1 0 0,20-35-1 0 0,-27 39 156 0 0,0-1 0 0 0,16-49 1 0 0,-25 62-74 0 0,0 1 1 0 0,-1-1-1 0 0,0 1 1 0 0,-1-1 0 0 0,0 0-1 0 0,-1 0 1 0 0,0 1-1 0 0,0-1 1 0 0,-1 0-1 0 0,-3-11 1 0 0,3 19-78 0 0,0-1-1 0 0,0 1 1 0 0,0 0-1 0 0,-1-1 1 0 0,0 1 0 0 0,0 0-1 0 0,1 0 1 0 0,-2 0 0 0 0,1 0-1 0 0,0 0 1 0 0,-1 0-1 0 0,1 1 1 0 0,-1-1 0 0 0,0 1-1 0 0,0 0 1 0 0,0 0-1 0 0,0 0 1 0 0,0 0 0 0 0,0 0-1 0 0,0 1 1 0 0,-1-1-1 0 0,1 1 1 0 0,-7-2 0 0 0,5 2-12 0 0,0 0 0 0 0,0 1 0 0 0,0-1 0 0 0,-1 1 0 0 0,1 0 0 0 0,0 0 1 0 0,-1 1-1 0 0,1-1 0 0 0,0 1 0 0 0,0 1 0 0 0,0-1 0 0 0,0 0 0 0 0,0 1 0 0 0,0 0 1 0 0,-7 4-1 0 0,10-4-4 0 0,-1-1 1 0 0,1 0-1 0 0,0 1 1 0 0,-1-1-1 0 0,1 1 1 0 0,0 0 0 0 0,0 0-1 0 0,0 0 1 0 0,1 0-1 0 0,-1 0 1 0 0,0 0-1 0 0,1 1 1 0 0,-1-1-1 0 0,1 0 1 0 0,0 1-1 0 0,0-1 1 0 0,0 1 0 0 0,0-1-1 0 0,0 1 1 0 0,0 4-1 0 0,1-4 2 0 0,0 1-1 0 0,0 0 1 0 0,1-1-1 0 0,0 1 1 0 0,-1-1 0 0 0,1 0-1 0 0,0 1 1 0 0,1-1-1 0 0,-1 0 1 0 0,1 1-1 0 0,-1-1 1 0 0,1 0 0 0 0,4 5-1 0 0,3 3 3 0 0,0-1 0 0 0,0 0 0 0 0,1-1 0 0 0,1 0 0 0 0,0 0 0 0 0,23 13-1 0 0,-20-14 6 0 0,2 0-24 0 0,-1 1 0 0 0,0 1-1 0 0,24 21 1 0 0,-36-29 21 0 0,0 0 0 0 0,-1 1 0 0 0,1 0 0 0 0,-1-1-1 0 0,0 1 1 0 0,0 0 0 0 0,0 0 0 0 0,0 0 0 0 0,0 1 0 0 0,0-1 0 0 0,-1 0-1 0 0,0 1 1 0 0,0-1 0 0 0,0 1 0 0 0,0-1 0 0 0,0 1 0 0 0,-1-1-1 0 0,1 1 1 0 0,-1 0 0 0 0,0-1 0 0 0,0 1 0 0 0,0 0 0 0 0,-1-1 0 0 0,-1 7-1 0 0,-37 133 721 0 0,39-141-721 0 0,-1 0 0 0 0,1 0 0 0 0,-1 0 0 0 0,1 0 0 0 0,0 0 0 0 0,0 0 0 0 0,0 1 0 0 0,0-1-1 0 0,0 0 1 0 0,1 0 0 0 0,-1 0 0 0 0,0 0 0 0 0,1 0 0 0 0,0 0 0 0 0,-1 0 0 0 0,1 0 0 0 0,0 0 0 0 0,0 0 0 0 0,2 2 0 0 0,-1-2-10 0 0,0 0-1 0 0,0-1 1 0 0,0 1 0 0 0,1-1 0 0 0,-1 1-1 0 0,0-1 1 0 0,1 0 0 0 0,-1 0-1 0 0,1 0 1 0 0,-1 0 0 0 0,1 0 0 0 0,0-1-1 0 0,-1 1 1 0 0,1-1 0 0 0,0 1-1 0 0,5-1 1 0 0,26-1-980 0 0,1-1 0 0 0,-1-2 1 0 0,63-14-1 0 0,-80 14 501 0 0,131-32-7527 0 0,-67 13-551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19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447 268 1352 0 0,'-2'-1'2643'0'0,"-25"-12"4630"0"0,-10-5-1372 0 0,35 18-5295 0 0,1 0-599 0 0,1 0 1 0 0,-1 0-1 0 0,1 0 0 0 0,0 0 0 0 0,-1 0 1 0 0,1 0-1 0 0,0 0 0 0 0,-1 0 1 0 0,1 1-1 0 0,-1-1 0 0 0,1 0 0 0 0,0 0 1 0 0,0 0-1 0 0,-1 1 0 0 0,1-1 1 0 0,0 0-1 0 0,-1 0 0 0 0,1 1 1 0 0,0-1-1 0 0,0 0 0 0 0,-1 0 0 0 0,1 1 1 0 0,0-1-1 0 0,0 0 0 0 0,0 1 1 0 0,0-1-1 0 0,-1 1 0 0 0,1-1 0 0 0,0 0 1 0 0,0 1-1 0 0,0-1 0 0 0,0 0 1 0 0,0 1-1 0 0,0-1 0 0 0,0 1 0 0 0,0-1 1 0 0,0 0-1 0 0,0 1 0 0 0,0-1 1 0 0,0 0-1 0 0,0 1 0 0 0,0-1 1 0 0,0 0-1 0 0,1 1 0 0 0,-1-1 0 0 0,0 1 1 0 0,0-1-1 0 0,0 0 0 0 0,1 0 1 0 0,-1 1-1 0 0,0-1 0 0 0,0 0 0 0 0,1 1 1 0 0,-1-1-1 0 0,0 0 0 0 0,0 0 1 0 0,1 1-1 0 0,-1-1 0 0 0,0 0 1 0 0,1 0-1 0 0,-1 0 0 0 0,0 0 0 0 0,1 1 1 0 0,-1-1-1 0 0,1 0 0 0 0,-1 0 1 0 0,1 0-1 0 0,29 9 162 0 0,-22-8-135 0 0,-1-1 1 0 0,1 0-1 0 0,0 0 0 0 0,-1-1 0 0 0,1 0 0 0 0,-1 0 0 0 0,10-3 0 0 0,-14 3-26 0 0,1 0-1 0 0,-1-1 1 0 0,1 1 0 0 0,-1-1-1 0 0,0 0 1 0 0,0 0-1 0 0,0 0 1 0 0,0 0 0 0 0,0 0-1 0 0,-1-1 1 0 0,1 1-1 0 0,0-1 1 0 0,-1 0 0 0 0,0 0-1 0 0,0 0 1 0 0,0 0-1 0 0,0 0 1 0 0,0 0-1 0 0,1-4 1 0 0,-1 1-20 0 0,0 1 0 0 0,-1-1 0 0 0,0 0 0 0 0,0 1 0 0 0,0-1 0 0 0,-1 0 0 0 0,0 0 0 0 0,0 0 0 0 0,0 1 0 0 0,-1-1 0 0 0,1 0 0 0 0,-1 0 0 0 0,-1 1 0 0 0,1-1 0 0 0,-1 0 0 0 0,0 1 0 0 0,-1 0 0 0 0,1-1 0 0 0,-1 1 0 0 0,0 0 0 0 0,0 0 0 0 0,0 1 0 0 0,-1-1 0 0 0,0 1 0 0 0,0-1 0 0 0,0 1 0 0 0,0 0 0 0 0,-6-3 0 0 0,3 1-1 0 0,-1 1 0 0 0,0-1 1 0 0,0 2-1 0 0,0-1 1 0 0,0 1-1 0 0,-1 0 1 0 0,0 1-1 0 0,0 0 1 0 0,0 0-1 0 0,0 1 1 0 0,0 0-1 0 0,-1 1 1 0 0,1 0-1 0 0,0 0 1 0 0,-1 1-1 0 0,-16 2 1 0 0,11 1 2 0 0,0 1 1 0 0,-1 1 0 0 0,2 0-1 0 0,-1 1 1 0 0,1 1-1 0 0,0 0 1 0 0,0 1 0 0 0,1 0-1 0 0,0 1 1 0 0,0 1-1 0 0,-13 13 1 0 0,9-7 9 0 0,1 1 0 0 0,1 1 0 0 0,1 1 0 0 0,1 0 1 0 0,0 0-1 0 0,-19 42 0 0 0,29-55 4 0 0,0 0 0 0 0,0 1 1 0 0,1 0-1 0 0,0-1 0 0 0,1 1 1 0 0,-1 0-1 0 0,1 0 0 0 0,1 0 1 0 0,-1 0-1 0 0,1 0 0 0 0,0 0 1 0 0,1-1-1 0 0,0 1 0 0 0,0 0 1 0 0,0 0-1 0 0,1 0 0 0 0,0 0 1 0 0,0-1-1 0 0,0 1 0 0 0,1-1 0 0 0,0 0 1 0 0,1 0-1 0 0,-1 0 0 0 0,1 0 1 0 0,0 0-1 0 0,1-1 0 0 0,-1 0 1 0 0,1 0-1 0 0,0 0 0 0 0,1 0 1 0 0,-1-1-1 0 0,1 0 0 0 0,0 0 1 0 0,-1 0-1 0 0,2-1 0 0 0,6 3 1 0 0,9 2-41 0 0,0-1 0 0 0,0-1 0 0 0,1-1 0 0 0,0-1 0 0 0,0-1 0 0 0,31 0 0 0 0,9-3-809 0 0,69-10 1 0 0,-79 4-26 0 0,0-3 0 0 0,-1-2 0 0 0,0-2 0 0 0,66-26 0 0 0,-85 25 681 0 0,0-2 1 0 0,-1 0 0 0 0,0-3-1 0 0,-2 0 1 0 0,0-2 0 0 0,-1-1 0 0 0,32-34-1 0 0,-52 48 485 0 0,-1-2 0 0 0,0 1 0 0 0,-1-1 0 0 0,0 0 0 0 0,-1-1-1 0 0,0 0 1 0 0,7-18 0 0 0,-10 21-10 0 0,0 1-1 0 0,-1-1 1 0 0,0 1 0 0 0,-1-1-1 0 0,0 0 1 0 0,0 0 0 0 0,-1 0-1 0 0,1 0 1 0 0,-2 0 0 0 0,1 1 0 0 0,-1-1-1 0 0,-4-15 1 0 0,5 21-241 0 0,-1 0 0 0 0,0 0-1 0 0,0 0 1 0 0,0 0 0 0 0,0 0 0 0 0,0 0 0 0 0,-1 0 0 0 0,1 1 0 0 0,0-1 0 0 0,-1 0-1 0 0,0 1 1 0 0,1-1 0 0 0,-1 1 0 0 0,0-1 0 0 0,0 1 0 0 0,0 0 0 0 0,0 0-1 0 0,0 0 1 0 0,0 0 0 0 0,0 0 0 0 0,0 0 0 0 0,0 0 0 0 0,0 1 0 0 0,0-1 0 0 0,-1 1-1 0 0,1 0 1 0 0,0-1 0 0 0,0 1 0 0 0,-1 0 0 0 0,1 1 0 0 0,0-1 0 0 0,0 0-1 0 0,0 0 1 0 0,-3 2 0 0 0,-8 0 35 0 0,-1 2 1 0 0,1 0-1 0 0,0 0 0 0 0,-15 8 0 0 0,25-10-35 0 0,-20 9 11 0 0,1 1 0 0 0,1 1 0 0 0,0 1 0 0 0,1 0 0 0 0,0 2 0 0 0,1 1 0 0 0,1 0 0 0 0,0 1 0 0 0,2 1-1 0 0,-24 34 1 0 0,35-46-41 0 0,1 1 0 0 0,0-1 0 0 0,1 1 0 0 0,0-1 0 0 0,0 1 0 0 0,0 0 0 0 0,1 0 0 0 0,0 0 0 0 0,1 0 0 0 0,0 1 0 0 0,-1 10 0 0 0,2-15-5 0 0,1 0 1 0 0,-1 0-1 0 0,1 0 0 0 0,-1 0 0 0 0,1 0 1 0 0,0 0-1 0 0,1 0 0 0 0,-1 0 0 0 0,1 0 1 0 0,-1-1-1 0 0,1 1 0 0 0,0 0 0 0 0,1-1 1 0 0,-1 0-1 0 0,1 1 0 0 0,-1-1 0 0 0,1 0 1 0 0,0 0-1 0 0,0-1 0 0 0,0 1 0 0 0,0-1 1 0 0,1 1-1 0 0,-1-1 0 0 0,8 3 0 0 0,0 0-2 0 0,0-1 0 0 0,1 0-1 0 0,0 0 1 0 0,0-2-1 0 0,0 1 1 0 0,0-1 0 0 0,1-1-1 0 0,-1 0 1 0 0,0-1-1 0 0,1-1 1 0 0,-1 0 0 0 0,0 0-1 0 0,0-1 1 0 0,0-1-1 0 0,0 0 1 0 0,19-7-1 0 0,-16 4 3 0 0,-1-1-1 0 0,0 0 0 0 0,0-1 0 0 0,0 0 0 0 0,-1-2 0 0 0,0 1 0 0 0,-1-2 0 0 0,0 1 0 0 0,0-2 1 0 0,-2 1-1 0 0,1-2 0 0 0,11-17 0 0 0,61-90 2836 0 0,-82 118-2753 0 0,-1 13-16 0 0,-2 24 18 0 0,-65 214 616 0 0,28-118-587 0 0,-79 338 110 0 0,93-345-394 0 0,-16 231 1 0 0,40-318-771 0 0,1-1 1 0 0,8 55 0 0 0,-6-74-258 0 0,2 0-1 0 0,10 29 0 0 0,-10-36-132 0 0,1 1 0 0 0,0-2 0 0 0,0 1 0 0 0,1 0-1 0 0,9 10 1 0 0,4 0-5793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20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114 881 2140 0 0,'30'-78'11266'0'0,"-29"76"-10806"0"0,-2-6 722 0 0,1 19-883 0 0,-15 44 215 0 0,-36 82-1 0 0,21-59-355 0 0,-7 37-1 0 0,34-103-141 0 0,1 0 0 0 0,0 1-1 0 0,0-1 1 0 0,1 1 0 0 0,1 0 0 0 0,0 0 0 0 0,3 16 0 0 0,-3-26-4 0 0,1 1 0 0 0,0-1 0 0 0,0 1 0 0 0,0-1 0 0 0,1 0 0 0 0,-1 1 0 0 0,1-1 0 0 0,0 0 0 0 0,0 0 0 0 0,0 0 0 0 0,0 0 0 0 0,0-1 0 0 0,0 1 0 0 0,1 0 0 0 0,0-1 0 0 0,5 4 0 0 0,-3-3 0 0 0,0 0 0 0 0,0-1 1 0 0,0 0-1 0 0,0 0 0 0 0,1 0 1 0 0,-1 0-1 0 0,1-1 0 0 0,-1 0 1 0 0,12 0-1 0 0,-3 0-14 0 0,0-2 0 0 0,0 0 0 0 0,0-1 0 0 0,0 0 0 0 0,0-1-1 0 0,-1 0 1 0 0,25-10 0 0 0,-17 3-38 0 0,-1 0-1 0 0,0-2 0 0 0,-1 0 0 0 0,0-1 1 0 0,-1-1-1 0 0,0 0 0 0 0,-2-2 0 0 0,1 0 1 0 0,26-35-1 0 0,-16 13 358 0 0,-2-1-1 0 0,-2-1 1 0 0,35-83 0 0 0,-54 112-77 0 0,12-25 314 0 0,-14 33-480 0 0,-1 5-25 0 0,-5 21-28 0 0,-5 12-116 0 0,2 1-1 0 0,-5 70 1 0 0,12-97-273 0 0,0 1 0 0 0,0 0 0 0 0,1 0 0 0 0,0 0 0 0 0,1 0 0 0 0,0-1 0 0 0,0 1 0 0 0,1 0 0 0 0,1-1 0 0 0,-1 0 0 0 0,2 0 0 0 0,-1 0 0 0 0,1-1 0 0 0,0 1 0 0 0,12 13 1 0 0,-12-17-436 0 0,0 0 1 0 0,1 0 0 0 0,-1-1 0 0 0,1 0-1 0 0,0 0 1 0 0,0-1 0 0 0,11 6 0 0 0,6-2-3127 0 0</inkml:trace>
  <inkml:trace contextRef="#ctx0" brushRef="#br0" timeOffset="1">1175 1096 1272 0 0,'7'-16'1798'0'0,"-1"0"-1"0"0,-1-1 1 0 0,0 1-1 0 0,3-25 1 0 0,-7 34-1393 0 0,0 0 0 0 0,0 0-1 0 0,-1-1 1 0 0,0 1 0 0 0,0 0 0 0 0,-1 0 0 0 0,0 0 0 0 0,0-1 0 0 0,-1 1 0 0 0,1 0-1 0 0,-2 1 1 0 0,1-1 0 0 0,-4-7 0 0 0,4 11-338 0 0,1 1-1 0 0,0 0 1 0 0,-1 1 0 0 0,1-1-1 0 0,-1 0 1 0 0,0 0 0 0 0,0 1-1 0 0,1-1 1 0 0,-1 0 0 0 0,0 1-1 0 0,0 0 1 0 0,-1 0 0 0 0,1-1-1 0 0,0 1 1 0 0,0 1 0 0 0,0-1-1 0 0,-5-1 1 0 0,3 1-26 0 0,0 1 1 0 0,0 0 0 0 0,0 0-1 0 0,0 0 1 0 0,0 0-1 0 0,0 1 1 0 0,0-1-1 0 0,0 1 1 0 0,-7 2 0 0 0,-1 2-11 0 0,0 0 1 0 0,1 1 0 0 0,0 1 0 0 0,0-1 0 0 0,-17 14 0 0 0,11-5-16 0 0,0 0 1 0 0,1 1-1 0 0,0 1 1 0 0,1 1-1 0 0,-17 27 1 0 0,24-33-3 0 0,0 1 1 0 0,2 0-1 0 0,0 0 1 0 0,0 0-1 0 0,1 1 1 0 0,1 0-1 0 0,0 0 1 0 0,1 0-1 0 0,-3 24 1 0 0,6-34-6 0 0,0 0-1 0 0,0-1 1 0 0,0 1 0 0 0,1 0-1 0 0,-1 0 1 0 0,1-1-1 0 0,0 1 1 0 0,0 0 0 0 0,0-1-1 0 0,1 1 1 0 0,-1-1 0 0 0,1 1-1 0 0,0-1 1 0 0,0 0 0 0 0,0 0-1 0 0,0 1 1 0 0,0-1-1 0 0,1-1 1 0 0,-1 1 0 0 0,1 0-1 0 0,0-1 1 0 0,0 1 0 0 0,0-1-1 0 0,0 0 1 0 0,0 0 0 0 0,1 0-1 0 0,-1 0 1 0 0,0-1-1 0 0,1 0 1 0 0,0 1 0 0 0,-1-1-1 0 0,1 0 1 0 0,4 0 0 0 0,3 1-6 0 0,-1 0 0 0 0,1-1 0 0 0,0-1 1 0 0,0 1-1 0 0,0-2 0 0 0,0 0 0 0 0,0 0 1 0 0,0-1-1 0 0,-1 0 0 0 0,16-5 0 0 0,-12 1-18 0 0,0-1-1 0 0,-1 0 0 0 0,0 0 0 0 0,0-1 0 0 0,-1-1 0 0 0,0 0 1 0 0,0-1-1 0 0,-1 0 0 0 0,0-1 0 0 0,-1 0 0 0 0,0-1 0 0 0,-1 0 1 0 0,12-20-1 0 0,-2-3 238 0 0,-1-1 0 0 0,-2-1 0 0 0,22-71 1 0 0,-18 47 587 0 0,-20 58-787 0 0,-11 24 40 0 0,-2 4-38 0 0,1 2 1 0 0,1 0-1 0 0,-12 50 1 0 0,18-57-5 0 0,0 1 0 0 0,-2 38 0 0 0,6-50-20 0 0,1-1 0 0 0,0 0 0 0 0,1 1 0 0 0,0-1-1 0 0,0 0 1 0 0,0 0 0 0 0,1 1 0 0 0,1-1 0 0 0,-1 0 0 0 0,5 9 0 0 0,-4-13-140 0 0,0 0 1 0 0,0 0 0 0 0,0 0-1 0 0,1-1 1 0 0,-1 1 0 0 0,1-1 0 0 0,0 1-1 0 0,0-1 1 0 0,0 0 0 0 0,1-1 0 0 0,-1 1-1 0 0,0-1 1 0 0,1 0 0 0 0,0 0 0 0 0,-1 0-1 0 0,1-1 1 0 0,0 1 0 0 0,0-1 0 0 0,0 0-1 0 0,0-1 1 0 0,0 1 0 0 0,0-1 0 0 0,0 0-1 0 0,8-1 1 0 0,-1 0-377 0 0,0-1 0 0 0,0 0 1 0 0,0 0-1 0 0,0-1 0 0 0,0-1 0 0 0,-1 0 0 0 0,1 0 0 0 0,-1-1 1 0 0,12-8-1 0 0,-8 3-641 0 0,0-1 1 0 0,-1-1-1 0 0,0 0 0 0 0,16-20 1 0 0,1-4-2105 0 0</inkml:trace>
  <inkml:trace contextRef="#ctx0" brushRef="#br0" timeOffset="2">1986 270 2568 0 0,'2'-19'996'0'0,"15"-225"11659"0"0,-17 244-12641 0 0,0 0-1 0 0,1 0 1 0 0,-1-1 0 0 0,0 1 0 0 0,0 0 0 0 0,0 0 0 0 0,0-1-1 0 0,0 1 1 0 0,0 0 0 0 0,0 0 0 0 0,0 0 0 0 0,-1-1 0 0 0,1 1-1 0 0,0 0 1 0 0,0 0 0 0 0,0-1 0 0 0,0 1 0 0 0,0 0 0 0 0,0 0-1 0 0,0 0 1 0 0,0-1 0 0 0,-1 1 0 0 0,1 0 0 0 0,0 0 0 0 0,0 0-1 0 0,0-1 1 0 0,0 1 0 0 0,-1 0 0 0 0,1 0 0 0 0,0 0 0 0 0,0 0-1 0 0,0 0 1 0 0,-1 0 0 0 0,1-1 0 0 0,0 1 0 0 0,0 0 0 0 0,-1 0-1 0 0,1 0 1 0 0,0 0 0 0 0,0 0 0 0 0,-1 0 0 0 0,1 0-1 0 0,0 0 1 0 0,0 0 0 0 0,-1 0 0 0 0,1 0 0 0 0,0 0 0 0 0,0 0-1 0 0,0 0 1 0 0,-1 0 0 0 0,1 1 0 0 0,0-1 0 0 0,0 0 0 0 0,-1 0-1 0 0,1 0 1 0 0,0 0 0 0 0,-11 7 158 0 0,6 0-121 0 0,1 0-1 0 0,-1 0 1 0 0,1 1 0 0 0,0-1-1 0 0,1 1 1 0 0,0 0-1 0 0,-4 15 1 0 0,-1 1 6 0 0,-77 274 461 0 0,54-173-325 0 0,-72 372 295 0 0,103-496-484 0 0,-6 38-494 0 0,1 57 0 0 0,5-86 34 0 0,0 1-1 0 0,1-1 0 0 0,0 0 1 0 0,1 0-1 0 0,0 0 0 0 0,0 0 0 0 0,1 0 1 0 0,1-1-1 0 0,0 1 0 0 0,0-1 1 0 0,6 10-1 0 0,-6-14-291 0 0,-1-1 0 0 0,1 0 1 0 0,0 0-1 0 0,0-1 0 0 0,0 1 1 0 0,9 5-1 0 0,6 4-3998 0 0</inkml:trace>
  <inkml:trace contextRef="#ctx0" brushRef="#br0" timeOffset="3">2238 995 376 0 0,'12'-37'5305'0'0,"-1"-1"-1"0"0,6-42 1 0 0,-15 71-4486 0 0,5-31 2078 0 0,-7 37-1982 0 0,-6 22-714 0 0,-15 43-225 0 0,3 1 1 0 0,-18 111-1 0 0,35-170-198 0 0,1 0 0 0 0,0 0 0 0 0,-1 0 0 0 0,1 0-1 0 0,0 0 1 0 0,1 0 0 0 0,-1 0 0 0 0,1 0 0 0 0,0 0-1 0 0,0 0 1 0 0,0 0 0 0 0,0-1 0 0 0,1 1 0 0 0,0 0-1 0 0,0-1 1 0 0,0 1 0 0 0,0-1 0 0 0,0 1 0 0 0,1-1-1 0 0,-1 0 1 0 0,1 0 0 0 0,4 4 0 0 0,-3-4-210 0 0,1-1 1 0 0,-1 1-1 0 0,1-1 0 0 0,-1 0 1 0 0,1 0-1 0 0,0-1 0 0 0,0 1 1 0 0,0-1-1 0 0,0 0 1 0 0,0-1-1 0 0,0 1 0 0 0,0-1 1 0 0,0 0-1 0 0,0 0 0 0 0,0 0 1 0 0,0-1-1 0 0,6-1 0 0 0,13-3-2168 0 0,2-3-567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2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0 488 128 0 0,'72'-108'17385'0'0,"-71"107"-16974"0"0,6-5 763 0 0,-14 80-577 0 0,4-53-506 0 0,1 1-1 0 0,1 39 1 0 0,1-54-59 0 0,1 0 0 0 0,0 0 0 0 0,0 0 0 0 0,1 0 0 0 0,0 0 0 0 0,5 10 0 0 0,-6-14-15 0 0,1 0 0 0 0,-1-1 0 0 0,1 1-1 0 0,0 0 1 0 0,0-1 0 0 0,0 1 0 0 0,0-1 0 0 0,1 0 0 0 0,-1 0 0 0 0,1 1 0 0 0,-1-2 0 0 0,1 1 0 0 0,0 0-1 0 0,-1 0 1 0 0,1-1 0 0 0,0 0 0 0 0,0 1 0 0 0,4 0 0 0 0,-1-1-1 0 0,-1 0-1 0 0,1 0 1 0 0,0 0-1 0 0,0-1 1 0 0,-1 1 0 0 0,1-1-1 0 0,0-1 1 0 0,0 1 0 0 0,-1-1-1 0 0,1 0 1 0 0,0-1-1 0 0,-1 1 1 0 0,1-1 0 0 0,-1 0-1 0 0,1 0 1 0 0,-1-1 0 0 0,0 1-1 0 0,0-1 1 0 0,0-1-1 0 0,0 1 1 0 0,-1-1 0 0 0,1 1-1 0 0,5-7 1 0 0,-4 2-17 0 0,1 0 1 0 0,-1 0-1 0 0,-1 0 1 0 0,1-1-1 0 0,-2 1 1 0 0,1-1-1 0 0,-1-1 1 0 0,0 1-1 0 0,-1 0 0 0 0,0-1 1 0 0,-1 0-1 0 0,0 0 1 0 0,1-12-1 0 0,-2-7-35 0 0,-2 1 0 0 0,-1-1 0 0 0,-2 1 0 0 0,0 0 0 0 0,-17-55-1 0 0,6 24 25 0 0,13 49 5 0 0,0 1 1 0 0,0 0 0 0 0,1-1-1 0 0,0 1 1 0 0,1 0-1 0 0,2-17 1 0 0,-2 22 1 0 0,1 0 1 0 0,0 0 0 0 0,0 0-1 0 0,1 0 1 0 0,-1 0-1 0 0,1 1 1 0 0,-1-1 0 0 0,1 1-1 0 0,0-1 1 0 0,1 1-1 0 0,-1-1 1 0 0,0 1 0 0 0,1 0-1 0 0,0 0 1 0 0,0 1-1 0 0,0-1 1 0 0,0 0 0 0 0,5-2-1 0 0,3-1-4 0 0,-1 0 0 0 0,2 1 0 0 0,-1 0-1 0 0,0 1 1 0 0,1 1 0 0 0,0 0 0 0 0,0 0-1 0 0,0 1 1 0 0,0 0 0 0 0,0 1 0 0 0,0 1-1 0 0,0 0 1 0 0,1 1 0 0 0,-1 0 0 0 0,0 0-1 0 0,0 1 1 0 0,0 1 0 0 0,-1 0 0 0 0,1 1 0 0 0,21 10-1 0 0,-18-7 11 0 0,0 1-1 0 0,0 1 1 0 0,-1 0-1 0 0,0 1 1 0 0,-1 0-1 0 0,0 2 1 0 0,0-1-1 0 0,-1 1 1 0 0,-1 1-1 0 0,0 0 1 0 0,-1 1-1 0 0,0 0 1 0 0,-2 0-1 0 0,13 25 1 0 0,-17-28 5 0 0,0-1 0 0 0,-1 1 0 0 0,0-1 0 0 0,-1 1 0 0 0,0 0 0 0 0,-1 0 0 0 0,0 0 0 0 0,-1 0 1 0 0,0 0-1 0 0,0 0 0 0 0,-1 0 0 0 0,-1 0 0 0 0,-4 15 0 0 0,1-7 259 0 0,-2-1 1 0 0,0 0-1 0 0,-2 0 0 0 0,0 0 1 0 0,0-1-1 0 0,-18 23 0 0 0,27-40-233 0 0,-1 1 0 0 0,1-1 0 0 0,-1 1-1 0 0,1 0 1 0 0,-1-1 0 0 0,0 1 0 0 0,1-1 0 0 0,-1 1-1 0 0,0-1 1 0 0,1 0 0 0 0,-1 1 0 0 0,0-1 0 0 0,1 0-1 0 0,-1 1 1 0 0,0-1 0 0 0,0 0 0 0 0,0 0-1 0 0,1 0 1 0 0,-1 0 0 0 0,0 1 0 0 0,0-1 0 0 0,0 0-1 0 0,1-1 1 0 0,-1 1 0 0 0,0 0 0 0 0,0 0-1 0 0,0 0 1 0 0,1 0 0 0 0,-1-1 0 0 0,0 1 0 0 0,-1-1-1 0 0,1 1-76 0 0,1-2 57 0 0,-1 0-1 0 0,1 0 1 0 0,0 1 0 0 0,0-1 0 0 0,0 0 0 0 0,0 0 0 0 0,0 0 0 0 0,1 0-1 0 0,-1 0 1 0 0,0 1 0 0 0,1-1 0 0 0,1-3 0 0 0,4-12 2 0 0,2 0 1 0 0,0 0-1 0 0,1 1 1 0 0,1 0-1 0 0,19-25 1 0 0,-9 17-39 0 0,0 2 1 0 0,41-35-1 0 0,-45 44-14 0 0,0 0-1 0 0,0 2 1 0 0,2 0-1 0 0,-1 1 1 0 0,1 1-1 0 0,23-9 0 0 0,-36 17 28 0 0,-1-1-1 0 0,1 1 0 0 0,0 0 0 0 0,-1 0 0 0 0,1 1 0 0 0,0-1 0 0 0,0 1 0 0 0,0 0 0 0 0,-1 1 1 0 0,1-1-1 0 0,0 1 0 0 0,0 0 0 0 0,-1 0 0 0 0,1 0 0 0 0,-1 1 0 0 0,6 2 0 0 0,-7-3 12 0 0,0 1-1 0 0,0-1 0 0 0,-1 1 1 0 0,1 0-1 0 0,-1 0 0 0 0,1 0 1 0 0,-1 1-1 0 0,0-1 0 0 0,0 0 0 0 0,0 1 1 0 0,0-1-1 0 0,0 1 0 0 0,-1 0 1 0 0,1 0-1 0 0,-1 0 0 0 0,1 0 1 0 0,-1 0-1 0 0,0 0 0 0 0,0 0 1 0 0,-1 0-1 0 0,1 0 0 0 0,-1 0 0 0 0,1 0 1 0 0,-1 5-1 0 0,0 6-28 0 0,-1 0 0 0 0,-1 0-1 0 0,0-1 1 0 0,-1 1 0 0 0,-7 22 0 0 0,-32 60-3410 0 0,25-61 549 0 0,10-17 865 0 0,-1 1-4268 0 0</inkml:trace>
  <inkml:trace contextRef="#ctx0" brushRef="#br0" timeOffset="1">1594 247 2856 0 0,'5'-10'1600'0'0,"-1"0"0"0"0,0 0 0 0 0,-1-1 0 0 0,0 1 0 0 0,0-1 0 0 0,-1 0 0 0 0,0-14-1 0 0,-2 25-1552 0 0,0-1 0 0 0,0 0 0 0 0,0 0 0 0 0,0 0 0 0 0,0 0 0 0 0,0 1-1 0 0,0-1 1 0 0,0 0 0 0 0,0 0 0 0 0,-1 0 0 0 0,1 1 0 0 0,0-1-1 0 0,-1 0 1 0 0,1 0 0 0 0,-1 1 0 0 0,1-1 0 0 0,0 0 0 0 0,-1 1 0 0 0,0-1-1 0 0,1 0 1 0 0,-1 1 0 0 0,1-1 0 0 0,-1 1 0 0 0,0-1 0 0 0,1 1-1 0 0,-1-1 1 0 0,0 1 0 0 0,1-1 0 0 0,-1 1 0 0 0,0 0 0 0 0,0-1 0 0 0,0 1-1 0 0,1 0 1 0 0,-1 0 0 0 0,0 0 0 0 0,0-1 0 0 0,0 1 0 0 0,0 0 0 0 0,1 0-1 0 0,-1 0 1 0 0,0 0 0 0 0,0 1 0 0 0,0-1 0 0 0,0 0 0 0 0,1 0-1 0 0,-1 0 1 0 0,0 1 0 0 0,0-1 0 0 0,-1 1 0 0 0,1-1-80 0 0,-1 1 41 0 0,1 0 0 0 0,0 0 0 0 0,0-1 0 0 0,0 1 1 0 0,0 0-1 0 0,0 0 0 0 0,0 0 0 0 0,0 0 0 0 0,0 0 0 0 0,0 0 0 0 0,1 0 0 0 0,-1 0 0 0 0,0 0 1 0 0,1 1-1 0 0,-1-1 0 0 0,1 0 0 0 0,-1 0 0 0 0,1 1 0 0 0,-1-1 0 0 0,1 0 0 0 0,0 1 0 0 0,0-1 1 0 0,-1 2-1 0 0,1 21 49 0 0,1 0-1 0 0,1 1 1 0 0,0-1 0 0 0,2-1 0 0 0,1 1 0 0 0,8 24 0 0 0,8 43 1017 0 0,-19-81-842 0 0,0 0 0 0 0,-1 0-1 0 0,-1 0 1 0 0,0 1 0 0 0,0-1 0 0 0,-1 0 0 0 0,0 0 0 0 0,-1 0 0 0 0,0 0-1 0 0,-4 11 1 0 0,4-15-166 0 0,0 0 0 0 0,-1-1 0 0 0,0 0 1 0 0,0 1-1 0 0,-1-1 0 0 0,0 0 0 0 0,1-1 0 0 0,-2 1 0 0 0,1-1 0 0 0,0 1 0 0 0,-1-1 0 0 0,0 0 0 0 0,0-1 0 0 0,0 1 0 0 0,0-1 0 0 0,-1 0 0 0 0,1-1 0 0 0,-8 3 0 0 0,2-1-388 0 0,0 0-1 0 0,0-2 0 0 0,0 1 0 0 0,-1-1 1 0 0,1-1-1 0 0,-1 0 0 0 0,1-1 0 0 0,-1 0 0 0 0,-17-2 1 0 0,17 0-1296 0 0,-1-1 1 0 0,1 0 0 0 0,0-1 0 0 0,0 0 0 0 0,-13-7 0 0 0,-9-9-6486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23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84 96 0 0,'-146'-31'14639'0'0,"146"31"-14564"0"0,-1 0 0 0 0,0 0 0 0 0,0 0-1 0 0,0-1 1 0 0,1 1 0 0 0,-1 0 0 0 0,0 0 0 0 0,0 0 0 0 0,1 0 0 0 0,-1-1 0 0 0,0 1 0 0 0,1 0 0 0 0,-1-1 0 0 0,0 1 0 0 0,1-1 0 0 0,-1 1 0 0 0,0-1 0 0 0,1 1 0 0 0,-1-1 0 0 0,0 0-1 0 0,1 0-31 0 0,0 1-1 0 0,0-1 0 0 0,0 1 0 0 0,0 0 0 0 0,0-1 0 0 0,1 1 0 0 0,-1-1 0 0 0,0 1 0 0 0,0-1 0 0 0,1 1 0 0 0,-1 0 0 0 0,0-1 0 0 0,0 1 0 0 0,1-1 0 0 0,-1 1 0 0 0,0 0 0 0 0,1-1 1 0 0,-1 1-1 0 0,0 0 0 0 0,1 0 0 0 0,-1-1 0 0 0,1 1 0 0 0,0 0 0 0 0,4-3 64 0 0,0 0 0 0 0,0 1 1 0 0,0 0-1 0 0,9-3 0 0 0,37-3 125 0 0,0 2 0 0 0,75 0 1 0 0,-93 5-189 0 0,323 5-3491 0 0,-225 0-2532 0 0,-47-2-774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24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357 889 2012 0 0,'4'-12'1306'0'0,"1"-1"0"0"0,-2 1 0 0 0,1-1-1 0 0,-2 0 1 0 0,0 0 0 0 0,0-1 0 0 0,-1-13-1 0 0,-1 20-940 0 0,-1 0-1 0 0,1 1 0 0 0,-1-1 1 0 0,-1 1-1 0 0,1-1 0 0 0,-1 1 1 0 0,-3-7-1 0 0,4 10-268 0 0,-1 0 0 0 0,0 0 0 0 0,1 0 0 0 0,-1 0 0 0 0,0 0 0 0 0,-1 0 0 0 0,1 1 0 0 0,0-1 0 0 0,-1 1 0 0 0,1 0 0 0 0,-1-1 0 0 0,0 1 0 0 0,0 0 0 0 0,-3-1 0 0 0,2 2-76 0 0,1-1 0 0 0,0 1 0 0 0,-1 1 0 0 0,1-1 0 0 0,-1 0-1 0 0,1 1 1 0 0,-1 0 0 0 0,1 0 0 0 0,-1 0 0 0 0,1 0 0 0 0,-1 0 0 0 0,1 1 0 0 0,-1-1 0 0 0,1 1 0 0 0,-1 0 0 0 0,1 0 0 0 0,-4 2 0 0 0,-2 1-5 0 0,-1 1 1 0 0,1 0 0 0 0,0 0 0 0 0,-12 10 0 0 0,5-1-15 0 0,0 0-1 0 0,0 2 1 0 0,2 0-1 0 0,0 0 1 0 0,1 2 0 0 0,0-1-1 0 0,-11 24 1 0 0,10-13-32 0 0,0 0 0 0 0,2 1-1 0 0,1 0 1 0 0,-10 43 0 0 0,18-61-36 0 0,1 0 0 0 0,0 1 0 0 0,1-1-1 0 0,0 0 1 0 0,1 1 0 0 0,0-1 0 0 0,3 18-1 0 0,-2-25 34 0 0,0-1 1 0 0,-1 0-1 0 0,2 1 0 0 0,-1-1 0 0 0,0 0 0 0 0,1 1 0 0 0,-1-1 0 0 0,1 0 0 0 0,0 0 0 0 0,0 0 1 0 0,0-1-1 0 0,0 1 0 0 0,1 0 0 0 0,-1-1 0 0 0,1 0 0 0 0,-1 1 0 0 0,1-1 0 0 0,0 0 0 0 0,0 0 0 0 0,0 0 1 0 0,0-1-1 0 0,0 1 0 0 0,1-1 0 0 0,-1 0 0 0 0,0 0 0 0 0,1 0 0 0 0,-1 0 0 0 0,5 0 0 0 0,3 0-16 0 0,1 0 0 0 0,0-1 0 0 0,-1-1 0 0 0,1 0 0 0 0,-1-1 0 0 0,1 0 0 0 0,-1 0 0 0 0,0-1 0 0 0,0-1 0 0 0,0 0 0 0 0,11-6 0 0 0,1-1 18 0 0,-1-2 0 0 0,0 0-1 0 0,39-32 1 0 0,-46 32 45 0 0,-1-1 0 0 0,-1 0 0 0 0,0-1 1 0 0,-1 0-1 0 0,0-1 0 0 0,-1 0 0 0 0,-1-1 0 0 0,15-35 0 0 0,-10 12 537 0 0,-1 0 0 0 0,-3-1-1 0 0,7-45 1 0 0,-5 11 643 0 0,-13 73-1053 0 0,-6 17-80 0 0,-4 31-33 0 0,2 0-1 0 0,-4 62 1 0 0,10-75-101 0 0,-2 7-1037 0 0,3 0 0 0 0,4 44 0 0 0,0-57-1510 0 0,1 0 1 0 0,8 27-1 0 0,-4-28-2346 0 0</inkml:trace>
  <inkml:trace contextRef="#ctx0" brushRef="#br0" timeOffset="1">1049 794 1516 0 0,'-2'-21'6028'0'0,"1"16"-5095"0"0,1 0 0 0 0,-1 0 0 0 0,0 0 0 0 0,0 0 0 0 0,-3-7 1 0 0,4 10-202 0 0,-3-7 571 0 0,-2 16-27 0 0,-4 14-317 0 0,-94 319 478 0 0,75-256-1385 0 0,27-81-44 0 0,3-5-17 0 0,1 1 10 0 0,-1 0 1 0 0,0-1 0 0 0,0 1 0 0 0,1-1-1 0 0,-1 0 1 0 0,-1 0 0 0 0,1 0-1 0 0,0 0 1 0 0,0 0 0 0 0,-1 0 0 0 0,1 0-1 0 0,-1 0 1 0 0,2-5 0 0 0,4-2 4 0 0,65-88 33 0 0,52-63-29 0 0,-99 131-4 0 0,1 2-1 0 0,2 1 1 0 0,41-31 0 0 0,-59 50 19 0 0,1 0 0 0 0,0 0 0 0 0,1 2 0 0 0,0-1 0 0 0,15-4-1 0 0,-22 9 32 0 0,-1 0 0 0 0,1 1 0 0 0,-1 0 0 0 0,1 0-1 0 0,-1 1 1 0 0,0-1 0 0 0,1 1 0 0 0,-1 0-1 0 0,0 0 1 0 0,1 0 0 0 0,-1 1 0 0 0,0-1 0 0 0,0 1-1 0 0,0 0 1 0 0,0 0 0 0 0,0 1 0 0 0,-1-1 0 0 0,1 1-1 0 0,-1 0 1 0 0,1 0 0 0 0,-1 0 0 0 0,0 0-1 0 0,4 5 1 0 0,-2 2-11 0 0,1-1-1 0 0,-2 1 1 0 0,1 0-1 0 0,-1 0 1 0 0,-1 0 0 0 0,0 1-1 0 0,0-1 1 0 0,-1 1-1 0 0,0 0 1 0 0,0 13-1 0 0,-1 17 1 0 0,-4 54 0 0 0,2-88-44 0 0,-13 185-3751 0 0,16-149 179 0 0,5-17-2177 0 0</inkml:trace>
  <inkml:trace contextRef="#ctx0" brushRef="#br0" timeOffset="2">2088 848 96 0 0,'7'-19'5092'0'0,"6"-37"0"0"0,-12 47-4079 0 0,-1 6-665 0 0,0 0 1 0 0,0 0-1 0 0,0 0 1 0 0,-1 0-1 0 0,0 0 0 0 0,1 0 1 0 0,-1 0-1 0 0,0 0 0 0 0,-2-4 1 0 0,1 3 53 0 0,1 3-301 0 0,0 0 1 0 0,0-1 0 0 0,0 1 0 0 0,0 0-1 0 0,0-1 1 0 0,0 1 0 0 0,-1 0-1 0 0,1 0 1 0 0,0 0 0 0 0,-1 0 0 0 0,1 0-1 0 0,-1 0 1 0 0,1 1 0 0 0,-1-1-1 0 0,1 0 1 0 0,-1 1 0 0 0,0-1 0 0 0,1 1-1 0 0,-1 0 1 0 0,-1-1 0 0 0,1 1-13 0 0,0 0-54 0 0,1 0 0 0 0,0-1 0 0 0,-1 1 0 0 0,1 0 0 0 0,0 0 0 0 0,-1 1 0 0 0,1-1 0 0 0,-1 0 0 0 0,1 0 0 0 0,0 1 0 0 0,-1-1 0 0 0,1 1 0 0 0,0-1 0 0 0,-1 1 0 0 0,1-1 0 0 0,-2 2-1 0 0,-2 1 64 0 0,-7 2 6 0 0,0 1-1 0 0,0 1 0 0 0,1 0 0 0 0,0 0 1 0 0,0 1-1 0 0,1 0 0 0 0,0 1 0 0 0,0 0 0 0 0,1 1 1 0 0,-9 11-1 0 0,-11 17-4 0 0,-32 57 0 0 0,61-94-97 0 0,-21 35 21 0 0,2 1 0 0 0,-24 63 0 0 0,34-74-21 0 0,1 2-1 0 0,1-1 1 0 0,1 1 0 0 0,-3 50-1 0 0,9-71-2 0 0,0 0 1 0 0,0-1-1 0 0,1 1 1 0 0,-1 0-1 0 0,2-1 0 0 0,-1 1 1 0 0,1-1-1 0 0,0 1 0 0 0,0-1 1 0 0,5 9-1 0 0,-6-13 1 0 0,0 0 0 0 0,1 0-1 0 0,-1 0 1 0 0,1 0 0 0 0,-1 0 0 0 0,1 0 0 0 0,0 0-1 0 0,0 0 1 0 0,0-1 0 0 0,0 1 0 0 0,0-1 0 0 0,0 1-1 0 0,0-1 1 0 0,1 0 0 0 0,-1 0 0 0 0,0 0 0 0 0,1 0-1 0 0,-1-1 1 0 0,1 1 0 0 0,-1 0 0 0 0,1-1-1 0 0,-1 0 1 0 0,1 0 0 0 0,-1 0 0 0 0,1 0 0 0 0,-1 0-1 0 0,1 0 1 0 0,-1 0 0 0 0,5-2 0 0 0,7-2-1 0 0,0-1 0 0 0,-1 0 0 0 0,0-1 0 0 0,0 0 0 0 0,0-1 0 0 0,-1 0 0 0 0,0-1 0 0 0,0-1 0 0 0,-1 0 0 0 0,18-18 0 0 0,-1-4 5 0 0,0-1 0 0 0,31-48 1 0 0,-25 26 2 0 0,-3 0 1 0 0,-2-2-1 0 0,-3-1 1 0 0,35-111 0 0 0,-28 49-31 0 0,25-180 0 0 0,-35 57 65 0 0,-17 155 153 0 0,-6 56-40 0 0,0 27-133 0 0,-5-4 3 0 0,-2 36-18 0 0,1 1 0 0 0,-4 42 0 0 0,2-10 21 0 0,-39 312 33 0 0,38-292-121 0 0,-12 153-2686 0 0,14-77-5612 0 0,7-109 1887 0 0</inkml:trace>
  <inkml:trace contextRef="#ctx0" brushRef="#br0" timeOffset="3">3553 1096 3128 0 0,'0'0'2320'0'0,"7"-15"901"0"0,1 2-1261 0 0,-6 2-688 0 0,3-4-696 0 0,1 0-920 0 0,-1 4-848 0 0,-1-2-2256 0 0,2-2-1641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29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77 349 848 0 0,'-8'-6'835'0'0,"1"0"0"0"0,0-1-1 0 0,0 0 1 0 0,1 0 0 0 0,0-1 0 0 0,0 0 0 0 0,1 0-1 0 0,0 0 1 0 0,-7-16 0 0 0,11 19-725 0 0,-1 1 0 0 0,1-1 0 0 0,0 0 0 0 0,0 0 0 0 0,0 0 0 0 0,1 0 0 0 0,-1 0 0 0 0,1 0 0 0 0,1 0 0 0 0,-1 0 0 0 0,1 0 0 0 0,0 0 0 0 0,0 0 0 0 0,0 0 0 0 0,0 1 0 0 0,1-1 0 0 0,0 0 0 0 0,0 1 0 0 0,0-1 0 0 0,4-4 0 0 0,-1 2-61 0 0,0 0 0 0 0,0 1 1 0 0,1 0-1 0 0,0 0 0 0 0,0 1 0 0 0,0 0 1 0 0,0 0-1 0 0,1 0 0 0 0,0 0 1 0 0,0 1-1 0 0,0 1 0 0 0,1-1 0 0 0,-1 1 1 0 0,1 0-1 0 0,0 1 0 0 0,0 0 1 0 0,0 0-1 0 0,0 0 0 0 0,0 1 0 0 0,0 1 1 0 0,0-1-1 0 0,0 1 0 0 0,1 1 1 0 0,-1-1-1 0 0,0 1 0 0 0,0 1 0 0 0,0 0 1 0 0,0 0-1 0 0,0 0 0 0 0,-1 1 1 0 0,1 0-1 0 0,-1 1 0 0 0,1-1 0 0 0,-1 1 1 0 0,0 1-1 0 0,-1 0 0 0 0,1 0 1 0 0,6 6-1 0 0,-5-3-34 0 0,0 0 0 0 0,0 1 0 0 0,-1 0 0 0 0,0 0 0 0 0,0 1 0 0 0,-1 0 0 0 0,-1 0 0 0 0,1 0 0 0 0,-2 1 0 0 0,5 13 0 0 0,-4-7-7 0 0,-1 0-1 0 0,-1 0 0 0 0,0 0 0 0 0,-2 1 1 0 0,0-1-1 0 0,-1 22 0 0 0,-3-4-1 0 0,-2 1 1 0 0,-2-1-1 0 0,-1 0 0 0 0,-1-1 1 0 0,-2 1-1 0 0,-17 35 1 0 0,23-58 93 0 0,-1-1 0 0 0,0 0 0 0 0,-14 18 0 0 0,18-27 54 0 0,-1-5-76 0 0,3 3-76 0 0,-1 0 0 0 0,1 0 0 0 0,-1 0 0 0 0,1 0 0 0 0,-1 0 0 0 0,1 0 0 0 0,0-1 0 0 0,-1 1 0 0 0,1 0 0 0 0,-1 0 0 0 0,1-1 0 0 0,0 1 0 0 0,-1 0 0 0 0,1-1 0 0 0,0 1 0 0 0,-1 0 0 0 0,1-1 0 0 0,0 1 0 0 0,0 0 0 0 0,-1-1 0 0 0,1 1 0 0 0,0-1 0 0 0,0 1 0 0 0,0 0 0 0 0,-1-1 0 0 0,1 1 0 0 0,0-1 0 0 0,0 1 0 0 0,0-1 0 0 0,0 0 0 0 0,4-27 36 0 0,1 0-1 0 0,1 0 0 0 0,1 1 0 0 0,13-32 1 0 0,52-106 59 0 0,-47 117-37 0 0,2 2 0 0 0,1 1 0 0 0,3 1 0 0 0,62-68 0 0 0,-86 104-55 0 0,1 0 1 0 0,0 0 0 0 0,0 1-1 0 0,1 0 1 0 0,0 1 0 0 0,0-1 0 0 0,0 2-1 0 0,1 0 1 0 0,0 0 0 0 0,0 0-1 0 0,0 1 1 0 0,22-5 0 0 0,-29 9 6 0 0,1-1 0 0 0,0 1 0 0 0,0 0 0 0 0,-1 0 0 0 0,1 1 0 0 0,0-1 0 0 0,-1 1 0 0 0,1-1 0 0 0,0 1 0 0 0,-1 0 0 0 0,1 1 0 0 0,-1-1 0 0 0,1 1 0 0 0,-1-1 1 0 0,0 1-1 0 0,0 0 0 0 0,5 4 0 0 0,-4-2 36 0 0,-1-1 0 0 0,1 2 1 0 0,-1-1-1 0 0,0 0 0 0 0,0 1 0 0 0,0-1 1 0 0,-1 1-1 0 0,1 0 0 0 0,-1 0 1 0 0,3 10-1 0 0,-1 3 129 0 0,-1 0 0 0 0,-1 0 1 0 0,0 0-1 0 0,-1 1 0 0 0,-3 31 0 0 0,-30 247 553 0 0,31-295-725 0 0,1 0-1 0 0,0 1 0 0 0,0-1 0 0 0,0 0 1 0 0,0 1-1 0 0,0-1 0 0 0,1 0 1 0 0,-1 0-1 0 0,1 1 0 0 0,-1-1 1 0 0,1 0-1 0 0,0 0 0 0 0,0 0 0 0 0,0 0 1 0 0,0 0-1 0 0,0 0 0 0 0,0 0 1 0 0,1 0-1 0 0,-1 0 0 0 0,2 1 1 0 0,0-1-60 0 0,-1-1 0 0 0,0 1 0 0 0,1-1 0 0 0,0 1 0 0 0,-1-1 0 0 0,1 0 0 0 0,0 0 0 0 0,-1-1 0 0 0,1 1 0 0 0,0 0 0 0 0,0-1 0 0 0,0 0 0 0 0,5 0 0 0 0,9-1-489 0 0,-1-1 1 0 0,0-1-1 0 0,0 0 0 0 0,24-9 0 0 0,-29 9 137 0 0,119-41-5421 0 0,-55 14 283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30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0 164 172 0 0,'1'-5'967'0'0,"3"-19"2819"0"0,10-33-1 0 0,-12 50-3382 0 0,1 0 1 0 0,-1 0 0 0 0,1 1-1 0 0,1-1 1 0 0,-1 1-1 0 0,1 0 1 0 0,1 0 0 0 0,-1 0-1 0 0,6-5 1 0 0,-10 10-368 0 0,1 1 1 0 0,0-1-1 0 0,0 0 0 0 0,-1 0 1 0 0,1 1-1 0 0,0-1 0 0 0,0 1 1 0 0,0-1-1 0 0,0 1 0 0 0,0-1 1 0 0,0 1-1 0 0,0 0 0 0 0,0-1 1 0 0,0 1-1 0 0,0 0 0 0 0,0 0 1 0 0,0 0-1 0 0,0-1 0 0 0,0 1 1 0 0,0 0-1 0 0,0 1 0 0 0,0-1 1 0 0,0 0-1 0 0,0 0 0 0 0,0 0 1 0 0,0 1-1 0 0,0-1 0 0 0,0 0 1 0 0,0 1-1 0 0,0-1 1 0 0,0 1-1 0 0,0-1 0 0 0,0 1 1 0 0,0-1-1 0 0,0 1 0 0 0,-1 0 1 0 0,1-1-1 0 0,0 1 0 0 0,-1 0 1 0 0,1 0-1 0 0,0 0 0 0 0,-1 0 1 0 0,2 1-1 0 0,1 2 86 0 0,-1 0 0 0 0,1 1 0 0 0,-1-1 1 0 0,1 1-1 0 0,-1 0 0 0 0,2 8 0 0 0,0 7 227 0 0,-2-1 1 0 0,0 1-1 0 0,-2 37 1 0 0,-11 61 88 0 0,4-49-276 0 0,0-7-46 0 0,-4 61-48 0 0,11-110-64 0 0,0-1 0 0 0,1 0 1 0 0,1 1-1 0 0,0-1 0 0 0,0 0 0 0 0,1 0 0 0 0,8 18 1 0 0,-10-27-3 0 0,0 0 1 0 0,1 0-1 0 0,0 0 1 0 0,0 0-1 0 0,0 0 1 0 0,0 0-1 0 0,0 0 1 0 0,0-1-1 0 0,1 1 1 0 0,-1-1-1 0 0,1 0 1 0 0,0 0-1 0 0,0 0 1 0 0,0 0-1 0 0,0 0 1 0 0,6 2 0 0 0,-4-2 0 0 0,0-1 0 0 0,1 0 1 0 0,-1 0-1 0 0,0 0 1 0 0,1-1-1 0 0,-1 1 0 0 0,1-2 1 0 0,-1 1-1 0 0,11-2 1 0 0,0-2 3 0 0,1 0 0 0 0,-1-1 1 0 0,0-1-1 0 0,0-1 1 0 0,28-16-1 0 0,-30 14-4 0 0,-1 0 1 0 0,0-1-1 0 0,0 0 0 0 0,-1-1 0 0 0,0-1 1 0 0,-1 0-1 0 0,0-1 0 0 0,-1 0 1 0 0,0 0-1 0 0,12-24 0 0 0,-13 19 2 0 0,0-1 0 0 0,-2-1-1 0 0,0 1 1 0 0,-1-1-1 0 0,-1 0 1 0 0,-1-1 0 0 0,0 1-1 0 0,0-22 1 0 0,-3 14-6 0 0,4-48 41 0 0,-6 56 248 0 0,0 15 127 0 0,1 19-164 0 0,0 29-154 0 0,6 162 448 0 0,-3-181-737 0 0,0-1-1 0 0,1 1 0 0 0,2-1 1 0 0,0 0-1 0 0,2-1 0 0 0,16 35 1 0 0,-21-50-247 0 0,1-1 0 0 0,0 1 0 0 0,1-1 0 0 0,-1 0 0 0 0,1 0 0 0 0,0-1 0 0 0,1 1 0 0 0,8 6 0 0 0,-10-9-264 0 0,-1-1 0 0 0,1 0 0 0 0,0 0 0 0 0,0 0 1 0 0,0 0-1 0 0,0-1 0 0 0,0 0 0 0 0,0 1 0 0 0,7 0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3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9 172 1364 0 0,'-8'-172'14814'0'0,"12"176"-14520"0"0,-4-4-286 0 0,1 0 0 0 0,-1 0 0 0 0,1 0 0 0 0,-1 1 0 0 0,1-1 1 0 0,-1 0-1 0 0,1 0 0 0 0,-1 0 0 0 0,0 0 0 0 0,1 1 0 0 0,-1-1 0 0 0,1 0 1 0 0,-1 1-1 0 0,0-1 0 0 0,1 0 0 0 0,-1 1 0 0 0,0-1 0 0 0,1 0 0 0 0,-1 1 0 0 0,0-1 1 0 0,0 0-1 0 0,1 1 0 0 0,-1-1 0 0 0,0 1 0 0 0,0-1 0 0 0,0 1 0 0 0,1 0 1 0 0,6 29 135 0 0,0 1 1 0 0,-2 0 0 0 0,1 42 0 0 0,-7 100 4 0 0,0-144-81 0 0,-4 43 345 0 0,9-96-397 0 0,1 0 0 0 0,1 0 0 0 0,1 1 0 0 0,1-1 0 0 0,2 2 0 0 0,14-27 0 0 0,-10 22-16 0 0,2 1 0 0 0,1 1 1 0 0,1 1-1 0 0,36-37 0 0 0,-44 51-10 0 0,0 0 0 0 0,1 0 0 0 0,0 1 0 0 0,0 1 0 0 0,1 0 0 0 0,1 0 0 0 0,-1 1 0 0 0,1 1 0 0 0,25-10 0 0 0,-35 16 20 0 0,1-1 0 0 0,-1 0 0 0 0,0 1 0 0 0,1 0 0 0 0,-1 0 1 0 0,1 0-1 0 0,-1 0 0 0 0,0 0 0 0 0,1 1 0 0 0,-1 0 1 0 0,0-1-1 0 0,1 1 0 0 0,-1 0 0 0 0,0 1 0 0 0,0-1 0 0 0,0 0 1 0 0,0 1-1 0 0,0 0 0 0 0,0 0 0 0 0,0 0 0 0 0,-1 0 0 0 0,1 0 1 0 0,0 0-1 0 0,-1 1 0 0 0,0-1 0 0 0,0 1 0 0 0,0 0 0 0 0,0 0 1 0 0,0 0-1 0 0,0 0 0 0 0,2 5 0 0 0,1 6 82 0 0,1-1-1 0 0,-2 1 0 0 0,0 0 1 0 0,0 1-1 0 0,2 24 1 0 0,-2 15 169 0 0,-5 89-1 0 0,-2-53-177 0 0,3-89-113 0 0,0 0 1 0 0,0 1 0 0 0,0-1-1 0 0,0 1 1 0 0,1-1-1 0 0,-1 0 1 0 0,0 1-1 0 0,1-1 1 0 0,-1 0 0 0 0,1 1-1 0 0,-1-1 1 0 0,1 0-1 0 0,-1 0 1 0 0,1 0-1 0 0,0 1 1 0 0,0-1 0 0 0,0 0-1 0 0,0 0 1 0 0,0 0-1 0 0,0 0 1 0 0,0 0-1 0 0,0-1 1 0 0,0 1 0 0 0,0 0-1 0 0,0 0 1 0 0,0-1-1 0 0,1 1 1 0 0,-1 0 0 0 0,0-1-1 0 0,0 1 1 0 0,1-1-1 0 0,-1 0 1 0 0,0 1-1 0 0,1-1 1 0 0,-1 0 0 0 0,1 0-1 0 0,-1 0 1 0 0,0 0-1 0 0,1 0 1 0 0,-1 0-1 0 0,2-1 1 0 0,5 0-747 0 0,0 0 0 0 0,0-1 0 0 0,-1 0-1 0 0,1 0 1 0 0,12-6 0 0 0,10-6-3643 0 0,1-1-2265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33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74 186 1976 0 0,'6'-138'8216'0'0,"-6"133"-7972"0"0,0 0 0 0 0,0 0-1 0 0,1 0 1 0 0,-1 0 0 0 0,1 0-1 0 0,1 0 1 0 0,1-5 0 0 0,-3 10-238 0 0,0 0 0 0 0,0 0 0 0 0,0 0 0 0 0,0 0-1 0 0,0-1 1 0 0,0 1 0 0 0,0 0 0 0 0,0 0 0 0 0,0 0 0 0 0,0 0 0 0 0,0 0 0 0 0,0 0 0 0 0,0 0 0 0 0,1-1 0 0 0,-1 1 0 0 0,0 0 0 0 0,0 0 0 0 0,0 0 0 0 0,0 0 0 0 0,0 0-1 0 0,0 0 1 0 0,0 0 0 0 0,1 0 0 0 0,-1 0 0 0 0,0 0 0 0 0,0 0 0 0 0,0 0 0 0 0,0 0 0 0 0,0 0 0 0 0,1 0 0 0 0,-1 0 0 0 0,0 0 0 0 0,0 0 0 0 0,0 0 0 0 0,0 0 0 0 0,0 0 0 0 0,0 0-1 0 0,1 0 1 0 0,-1 0 0 0 0,0 0 0 0 0,0 0 0 0 0,0 0 0 0 0,0 0 0 0 0,0 0 0 0 0,0 0 0 0 0,1 0 0 0 0,-1 0 0 0 0,0 0 0 0 0,0 0 0 0 0,0 1 0 0 0,0-1 0 0 0,0 0 0 0 0,0 0-1 0 0,0 0 1 0 0,0 0 0 0 0,0 0 0 0 0,1 0 0 0 0,-1 0 0 0 0,0 1 0 0 0,6 21 117 0 0,0 28-48 0 0,-3 0 1 0 0,-2 0-1 0 0,-8 68 1 0 0,6-103-66 0 0,-5 79 40 0 0,-23 285-41 0 0,26-350 14 0 0,-46 457 378 0 0,48-481-394 0 0,-1 15 1075 0 0,-1-19-539 0 0,-1-12-472 0 0,3 1-36 0 0,-1-1 1 0 0,2 1-1 0 0,0-1 0 0 0,0 0 1 0 0,1 1-1 0 0,2-16 1 0 0,0 4-4 0 0,4-26-13 0 0,2-1 1 0 0,2 1-1 0 0,2 1 0 0 0,3 0 1 0 0,1 1-1 0 0,2 1 1 0 0,2 0-1 0 0,29-42 0 0 0,-34 62-35 0 0,1 1 0 0 0,2 0-1 0 0,32-32 1 0 0,-40 46 8 0 0,0 0 0 0 0,0 0 0 0 0,1 1 0 0 0,0 1 0 0 0,1 0 0 0 0,0 1 0 0 0,0 0 0 0 0,26-9 0 0 0,-37 15 5 0 0,0 1 1 0 0,0-1-1 0 0,0 0 1 0 0,0 1-1 0 0,1 0 1 0 0,-1-1-1 0 0,0 1 0 0 0,0 0 1 0 0,0 0-1 0 0,1 0 1 0 0,-1 0-1 0 0,0 1 0 0 0,0-1 1 0 0,0 0-1 0 0,0 1 1 0 0,0 0-1 0 0,1-1 0 0 0,-1 1 1 0 0,0 0-1 0 0,-1 0 1 0 0,1 0-1 0 0,0 0 0 0 0,0 1 1 0 0,0-1-1 0 0,-1 1 1 0 0,1-1-1 0 0,0 1 0 0 0,-1-1 1 0 0,1 1-1 0 0,-1 0 1 0 0,2 3-1 0 0,-1-2 4 0 0,-1 1 0 0 0,0-1 0 0 0,0 0 0 0 0,0 1 0 0 0,-1-1 0 0 0,1 1 0 0 0,-1-1 0 0 0,1 1 0 0 0,-1-1 0 0 0,-1 1 0 0 0,1-1 0 0 0,0 1 0 0 0,-1-1 0 0 0,0 1 0 0 0,1-1 0 0 0,-1 0 0 0 0,-1 1 0 0 0,-2 5 0 0 0,-4 6 0 0 0,-1 0 0 0 0,0-1 1 0 0,-2 0-1 0 0,0 0 0 0 0,0-1 0 0 0,-1 0 0 0 0,0-1 1 0 0,-1-1-1 0 0,-26 18 0 0 0,18-15 148 0 0,-1-2 1 0 0,0 0-1 0 0,-1-2 0 0 0,0 0 1 0 0,-49 12-1 0 0,11-12 1015 0 0,58-10-1090 0 0,-2 2 6 0 0,4-2-76 0 0,1-1 1 0 0,-1 1-1 0 0,1 0 0 0 0,0 1 0 0 0,-1-1 0 0 0,1 0 1 0 0,-1 0-1 0 0,1 0 0 0 0,0 0 0 0 0,-1 0 1 0 0,1 0-1 0 0,-1 0 0 0 0,1 1 0 0 0,0-1 0 0 0,-1 0 1 0 0,1 0-1 0 0,0 0 0 0 0,-1 1 0 0 0,1-1 1 0 0,0 0-1 0 0,0 1 0 0 0,-1-1 0 0 0,1 0 0 0 0,-1 1 1 0 0,6 4-3 0 0,-1 0 0 0 0,1-1 0 0 0,0 1 1 0 0,0-1-1 0 0,0 0 0 0 0,1 0 0 0 0,-1-1 1 0 0,1 1-1 0 0,8 2 0 0 0,8 7-9 0 0,114 87 94 0 0,-17-10-585 0 0,-98-77-954 0 0,1 0-1 0 0,0-1 0 0 0,43 17 0 0 0,-40-23-2265 0 0,-3-3-1657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34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22 149 1000 0 0,'-19'-83'9710'0'0,"19"82"-9635"0"0,-1 0 1 0 0,1-1-1 0 0,0 1 0 0 0,-1 0 0 0 0,1-1 0 0 0,0 1 0 0 0,0 0 0 0 0,0-1 1 0 0,0 1-1 0 0,0 0 0 0 0,0 0 0 0 0,0-1 0 0 0,1 1 0 0 0,-1 0 0 0 0,0-1 1 0 0,1 1-1 0 0,-1 0 0 0 0,1 0 0 0 0,-1 0 0 0 0,1-1 0 0 0,0 1 0 0 0,-1 0 1 0 0,1 0-1 0 0,0 0 0 0 0,0 0 0 0 0,0 0 0 0 0,0 0 0 0 0,0 0 0 0 0,0 1 0 0 0,0-1 1 0 0,0 0-1 0 0,0 0 0 0 0,0 1 0 0 0,0-1 0 0 0,1 1 0 0 0,-1-1 0 0 0,0 1 1 0 0,0 0-1 0 0,1-1 0 0 0,-1 1 0 0 0,0 0 0 0 0,1 0 0 0 0,-1 0 0 0 0,3 0 1 0 0,2-1 3 0 0,0 1 1 0 0,-1 1 0 0 0,1-1-1 0 0,0 1 1 0 0,0 0 0 0 0,0 0-1 0 0,0 1 1 0 0,8 3 0 0 0,-7-1-62 0 0,0-1 1 0 0,0 1 0 0 0,-1 0 0 0 0,1 1-1 0 0,-1 0 1 0 0,0 0 0 0 0,-1 0 0 0 0,1 1-1 0 0,-1-1 1 0 0,0 1 0 0 0,0 1 0 0 0,-1-1-1 0 0,0 1 1 0 0,0-1 0 0 0,0 1-1 0 0,-1 0 1 0 0,0 1 0 0 0,-1-1 0 0 0,1 0-1 0 0,-2 1 1 0 0,1 0 0 0 0,-1-1 0 0 0,0 1-1 0 0,0 0 1 0 0,-1 0 0 0 0,0 9 0 0 0,-2 1 57 0 0,0 0 0 0 0,-1 0 0 0 0,0-1 1 0 0,-2 1-1 0 0,0-1 0 0 0,-1 0 0 0 0,0 0 1 0 0,-2-1-1 0 0,0 0 0 0 0,-14 21 0 0 0,4-17 652 0 0,16-18-381 0 0,-3-3-183 0 0,4 1-161 0 0,1 0 0 0 0,0 0 0 0 0,-1 0 0 0 0,1 0 0 0 0,0 0 0 0 0,0 1 0 0 0,-1-1 0 0 0,1 0 0 0 0,0 0 0 0 0,-1 0 0 0 0,1 0 0 0 0,0 0 1 0 0,0-1-1 0 0,-1 1 0 0 0,1 0 0 0 0,0 0 0 0 0,-1 0 0 0 0,1 0 0 0 0,0 0 0 0 0,0 0 0 0 0,-1 0 0 0 0,1 0 0 0 0,0-1 0 0 0,0 1 0 0 0,-1 0 0 0 0,1 0 0 0 0,0 0 0 0 0,0-1 0 0 0,0 1 0 0 0,-1 0 0 0 0,1 0 0 0 0,0-1 0 0 0,0 1 0 0 0,0 0 0 0 0,0 0 0 0 0,0-1 0 0 0,-1 1 0 0 0,1 0 0 0 0,3-13 23 0 0,0 1-1 0 0,0 1 0 0 0,1-1 1 0 0,0 1-1 0 0,1-1 1 0 0,1 1-1 0 0,0 1 1 0 0,0-1-1 0 0,16-18 0 0 0,8-8-5 0 0,41-39-1 0 0,-47 53 8 0 0,47-35 0 0 0,-58 49-44 0 0,1 0 1 0 0,0 1-1 0 0,0 0 1 0 0,1 1-1 0 0,21-7 1 0 0,-33 13 14 0 0,-1 1 0 0 0,1 0 0 0 0,0 0 0 0 0,-1 0 0 0 0,1 0 1 0 0,0 0-1 0 0,-1 1 0 0 0,1-1 0 0 0,0 1 0 0 0,-1 0 1 0 0,1-1-1 0 0,2 3 0 0 0,-1-2 0 0 0,-2 0 4 0 0,0 0-1 0 0,0 0 0 0 0,-1 0 1 0 0,1 0-1 0 0,0 0 1 0 0,-1 1-1 0 0,1-1 0 0 0,-1 1 1 0 0,0-1-1 0 0,1 1 1 0 0,-1-1-1 0 0,0 1 1 0 0,0 0-1 0 0,0-1 0 0 0,0 1 1 0 0,0 0-1 0 0,0 2 0 0 0,8 32 14 0 0,-7-11-5 0 0,-2 1 0 0 0,0-1 0 0 0,-2 1 0 0 0,-7 31 0 0 0,5-29-17 0 0,0-1 0 0 0,2 1 0 0 0,2 33 0 0 0,0-57-13 0 0,1 1 0 0 0,0-1 0 0 0,0 0 0 0 0,0 1 1 0 0,2 5-1 0 0,-2-9 7 0 0,-1 1 0 0 0,1-1 0 0 0,0 0 0 0 0,-1 1 0 0 0,1-1 0 0 0,0 0 0 0 0,0 0 0 0 0,0 0 1 0 0,0 0-1 0 0,0 0 0 0 0,0 0 0 0 0,0 0 0 0 0,0 0 0 0 0,0 0 0 0 0,0 0 0 0 0,1-1 0 0 0,-1 1 0 0 0,0 0 0 0 0,0-1 1 0 0,1 1-1 0 0,-1-1 0 0 0,0 1 0 0 0,2-1 0 0 0,2 0-32 0 0,0 0 0 0 0,0 0 0 0 0,0 0 0 0 0,0-1 0 0 0,0 0 1 0 0,0 0-1 0 0,-1 0 0 0 0,1-1 0 0 0,0 0 0 0 0,-1 0 0 0 0,8-4 0 0 0,2-3-9 0 0,-1-1-1 0 0,-1-1 1 0 0,1 0-1 0 0,-2-1 1 0 0,0 0 0 0 0,0 0-1 0 0,-1-1 1 0 0,-1-1-1 0 0,12-20 1 0 0,2-13 712 0 0,28-76 0 0 0,-43 95 294 0 0,-7 19-615 0 0,-5 11-128 0 0,1 4-187 0 0,0 1 0 0 0,0-1 0 0 0,1 1 0 0 0,0 0 0 0 0,0-1 0 0 0,-1 10 0 0 0,0 0-11 0 0,-1 2-4 0 0,0 2 0 0 0,2-1 0 0 0,0 0 0 0 0,1 1 0 0 0,0-1 0 0 0,5 33 0 0 0,-3-48 8 0 0,-1 0 0 0 0,1-1 0 0 0,0 1 0 0 0,0-1 0 0 0,0 1 0 0 0,0-1 0 0 0,1 0 0 0 0,-1 1 0 0 0,1-1 0 0 0,0 0 0 0 0,0 0 0 0 0,0 0 0 0 0,0 0 0 0 0,1-1 0 0 0,-1 1 0 0 0,1-1 0 0 0,0 1 0 0 0,4 2 0 0 0,-2-2 3 0 0,0-1 0 0 0,0 0 0 0 0,0 0 0 0 0,0 0 0 0 0,0 0 0 0 0,0-1 0 0 0,1 0 0 0 0,-1 0 0 0 0,0-1 1 0 0,1 1-1 0 0,7-1 0 0 0,0-1 6 0 0,0-1 0 0 0,0 0 0 0 0,0 0 0 0 0,-1-1 0 0 0,1-1 1 0 0,0 0-1 0 0,-1-1 0 0 0,0 0 0 0 0,18-12 0 0 0,-20 10-14 0 0,0-1-1 0 0,-1-1 1 0 0,0 0-1 0 0,0 0 1 0 0,-1-1-1 0 0,0 0 1 0 0,-1 0-1 0 0,0 0 1 0 0,-1-1-1 0 0,0 0 1 0 0,-1-1-1 0 0,0 0 1 0 0,0 1-1 0 0,-2-1 1 0 0,1-1-1 0 0,1-15 1 0 0,-3 20-5 0 0,-1-1 1 0 0,-1 0 0 0 0,0 0 0 0 0,0 0-1 0 0,0 0 1 0 0,-1 0 0 0 0,-1 1-1 0 0,0-1 1 0 0,0 0 0 0 0,-5-13-1 0 0,4 16-6 0 0,0 0 0 0 0,0 0 0 0 0,-1 1 0 0 0,0-1 0 0 0,0 1 0 0 0,0 0 0 0 0,0 0 0 0 0,-1 0 0 0 0,0 0 0 0 0,0 1 0 0 0,0 0 0 0 0,-1 0 0 0 0,1 0 0 0 0,-1 1 0 0 0,-7-4 0 0 0,7 4-18 0 0,-1 1 1 0 0,1-1-1 0 0,0 1 0 0 0,-1 1 0 0 0,1-1 1 0 0,-1 1-1 0 0,1 0 0 0 0,-1 0 0 0 0,1 1 1 0 0,-1 0-1 0 0,0 0 0 0 0,1 1 0 0 0,-1 0 1 0 0,0 0-1 0 0,-11 3 0 0 0,10 0 49 0 0,-1-1 1 0 0,1 1-1 0 0,0 1 1 0 0,0 0-1 0 0,1 0 1 0 0,-1 0-1 0 0,1 1 1 0 0,0 0-1 0 0,1 0 0 0 0,-10 12 1 0 0,6-6-340 0 0,1 1 1 0 0,0 0 0 0 0,1 1-1 0 0,0 0 1 0 0,1 0-1 0 0,1 1 1 0 0,0 0 0 0 0,1 0-1 0 0,1 0 1 0 0,0 1-1 0 0,1-1 1 0 0,1 1 0 0 0,-1 16-1 0 0,4-19-1369 0 0,0-1-1 0 0,1 0 1 0 0,3 14-1 0 0,-4-22 729 0 0,3 15-4960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35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30 234 1128 0 0,'-3'-8'2360'0'0,"1"1"1"0"0,-1-1-1 0 0,1 1 0 0 0,-1-13 0 0 0,-2 2 453 0 0,4 18-2744 0 0,1 0 1 0 0,0 0 0 0 0,0 0-1 0 0,-1 1 1 0 0,1-1 0 0 0,0 0-1 0 0,0 0 1 0 0,-1 0 0 0 0,1 1-1 0 0,0-1 1 0 0,0 0 0 0 0,-1 0-1 0 0,1 0 1 0 0,0 1 0 0 0,0-1-1 0 0,0 0 1 0 0,0 1 0 0 0,0-1-1 0 0,-1 0 1 0 0,1 0 0 0 0,0 1 0 0 0,0-1-1 0 0,0 0 1 0 0,0 1 0 0 0,0-1-1 0 0,0 0 1 0 0,0 1 0 0 0,0-1-1 0 0,0 1 1 0 0,-5 42 870 0 0,5 4-645 0 0,-1-4-122 0 0,2 1 0 0 0,8 58 0 0 0,-8-99-160 0 0,0 0-1 0 0,-1 0 0 0 0,1 0 0 0 0,0 0 0 0 0,0 0 0 0 0,1-1 1 0 0,-1 1-1 0 0,0 0 0 0 0,1-1 0 0 0,0 1 0 0 0,-1 0 0 0 0,5 2 0 0 0,-6-4-7 0 0,2 0-1 0 0,-1-1 1 0 0,0 1 0 0 0,0 0-1 0 0,0-1 1 0 0,0 0-1 0 0,0 1 1 0 0,0-1-1 0 0,0 1 1 0 0,1-1-1 0 0,-1 0 1 0 0,0 0-1 0 0,0 0 1 0 0,1 0-1 0 0,-1 0 1 0 0,0 0-1 0 0,0 0 1 0 0,0 0-1 0 0,1 0 1 0 0,-1-1-1 0 0,0 1 1 0 0,0 0-1 0 0,2-2 1 0 0,25-12 27 0 0,-14 4-20 0 0,-1 0 0 0 0,0 0 0 0 0,-1-1 0 0 0,20-24 0 0 0,37-59 11 0 0,-24 31-8 0 0,-18 27-76 0 0,-26 34 10 0 0,11-2-66 0 0,-4 27 44 0 0,7 37 0 0 0,-12-44 76 0 0,1 1 0 0 0,0-1 1 0 0,2 0-1 0 0,0-1 0 0 0,0 1 1 0 0,13 19-1 0 0,-16-31 20 0 0,0 0-1 0 0,0 0 0 0 0,1-1 1 0 0,0 1-1 0 0,0-1 1 0 0,0 0-1 0 0,0 0 1 0 0,0-1-1 0 0,1 1 0 0 0,-1-1 1 0 0,1 0-1 0 0,0 0 1 0 0,-1-1-1 0 0,1 1 1 0 0,0-1-1 0 0,0 0 0 0 0,0 0 1 0 0,0 0-1 0 0,0-1 1 0 0,0 0-1 0 0,0 0 1 0 0,0 0-1 0 0,9-2 0 0 0,-3 0 13 0 0,-1 0 0 0 0,1 0 0 0 0,-1-1 0 0 0,0-1-1 0 0,0 1 1 0 0,0-1 0 0 0,-1-1 0 0 0,1 0-1 0 0,-1 0 1 0 0,11-9 0 0 0,-10 4-12 0 0,-1 0 0 0 0,0 0 1 0 0,0 0-1 0 0,-1-1 0 0 0,0-1 1 0 0,-1 1-1 0 0,-1-1 0 0 0,1 0 1 0 0,-2-1-1 0 0,0 1 0 0 0,-1-1 1 0 0,0 0-1 0 0,0-1 0 0 0,-2 1 1 0 0,3-20-1 0 0,-5 23-13 0 0,1 0 0 0 0,-2 0 0 0 0,1 0 0 0 0,-1 0 0 0 0,-1 0 0 0 0,1 0 0 0 0,-2 1 0 0 0,1-1 0 0 0,-8-16 0 0 0,7 20-3 0 0,-1 0-1 0 0,0-1 1 0 0,0 1-1 0 0,0 1 1 0 0,0-1-1 0 0,-1 1 0 0 0,0-1 1 0 0,0 1-1 0 0,-1 1 1 0 0,0-1-1 0 0,1 1 1 0 0,-1 0-1 0 0,-1 0 0 0 0,-8-4 1 0 0,-10-1-9 0 0,17 9 1 0 0,3 1 0 0 0,1-1-3 0 0,-1 0 1 0 0,1 0-1 0 0,0 1 1 0 0,-1-1-1 0 0,1 1 1 0 0,0 0-1 0 0,0 0 1 0 0,0 1-1 0 0,0-1 1 0 0,0 1-1 0 0,0 0 1 0 0,0 0-1 0 0,0 0 1 0 0,1 0-1 0 0,-1 1 1 0 0,1 0-1 0 0,-1-1 1 0 0,1 1-1 0 0,0 0 1 0 0,0 1-1 0 0,-3 4 1 0 0,1-2-2 0 0,1 1 0 0 0,0-1 0 0 0,1 1-1 0 0,-1 0 1 0 0,1 0 0 0 0,1 0 0 0 0,-1 0 0 0 0,1 0 0 0 0,0 1 0 0 0,-1 13 0 0 0,3-16-3 0 0,0 0 1 0 0,0-1 0 0 0,0 1 0 0 0,1 0 0 0 0,-1-1-1 0 0,1 1 1 0 0,0-1 0 0 0,1 1 0 0 0,-1-1 0 0 0,1 0 0 0 0,0 1-1 0 0,0-1 1 0 0,0 0 0 0 0,0 0 0 0 0,1 0 0 0 0,0 0-1 0 0,0-1 1 0 0,0 1 0 0 0,0-1 0 0 0,7 6 0 0 0,-4-4-32 0 0,1-1 1 0 0,0 0 0 0 0,0 0-1 0 0,0 0 1 0 0,1-1 0 0 0,-1 0-1 0 0,1-1 1 0 0,0 1 0 0 0,0-2 0 0 0,0 1-1 0 0,9 0 1 0 0,11 0-61 0 0,1-2 0 0 0,-1-1 0 0 0,0-1 0 0 0,0-2-1 0 0,0 0 1 0 0,-1-2 0 0 0,0-1 0 0 0,0-2 0 0 0,0 0 0 0 0,-1-1 0 0 0,0-2 0 0 0,-1-1 0 0 0,-1-1 0 0 0,36-26 0 0 0,-56 37 129 0 0,1 0 0 0 0,-1 0 0 0 0,1 0 1 0 0,0 0-1 0 0,0 1 0 0 0,0 0 1 0 0,8-3-1 0 0,-12 6-27 0 0,-1-1 0 0 0,1 0-1 0 0,0 1 1 0 0,0-1 0 0 0,-1 1 0 0 0,1-1 0 0 0,0 1 0 0 0,-1-1 0 0 0,1 1 0 0 0,-1 0 0 0 0,1-1 0 0 0,-1 1-1 0 0,1 0 1 0 0,-1-1 0 0 0,1 1 0 0 0,-1 0 0 0 0,0-1 0 0 0,1 1 0 0 0,-1 0 0 0 0,0 0 0 0 0,0 0-1 0 0,1-1 1 0 0,-1 1 0 0 0,0 0 0 0 0,0 0 0 0 0,0 0 0 0 0,0 0 0 0 0,0 0 0 0 0,1 27 121 0 0,-10 51 202 0 0,-33 135 0 0 0,20-105 1987 0 0,22-117-2266 0 0,1 0 1 0 0,0 0-1 0 0,1 0 0 0 0,0 0 1 0 0,0 0-1 0 0,6-12 1 0 0,24-46 0 0 0,-25 51-21 0 0,9-15-35 0 0,1 1 1 0 0,1 0-1 0 0,1 2 0 0 0,2 0 0 0 0,0 1 0 0 0,2 1 1 0 0,1 1-1 0 0,48-38 0 0 0,-67 59-10 0 0,0-1 0 0 0,0 1 0 0 0,1 0 0 0 0,-1 0 1 0 0,1 0-1 0 0,-1 1 0 0 0,1 0 0 0 0,0 0 0 0 0,0 0 0 0 0,0 1 0 0 0,0 0 0 0 0,7 0 0 0 0,-10 1 9 0 0,1 1 0 0 0,-1 0 0 0 0,0 0 0 0 0,0 0 0 0 0,0 0 0 0 0,0 0 0 0 0,0 1 0 0 0,0-1-1 0 0,-1 1 1 0 0,1 0 0 0 0,0 0 0 0 0,-1 0 0 0 0,0 0 0 0 0,1 0 0 0 0,-1 0 0 0 0,0 1 0 0 0,0-1 0 0 0,0 1-1 0 0,0 0 1 0 0,0-1 0 0 0,-1 1 0 0 0,3 5 0 0 0,-2 1 8 0 0,0 1-1 0 0,0-1 1 0 0,-1 0-1 0 0,-1 1 1 0 0,1-1-1 0 0,-1 1 1 0 0,-1-1-1 0 0,0 1 1 0 0,0-1 0 0 0,-1 0-1 0 0,-3 10 1 0 0,-4 38-2 0 0,5-35 6 0 0,2-15-2 0 0,1-1 1 0 0,0 0-1 0 0,0 1 1 0 0,0-1 0 0 0,1 1-1 0 0,0-1 1 0 0,0 0-1 0 0,2 8 1 0 0,1 6 9 0 0,-1-17-11 0 0,0-1 1 0 0,-1-1-13 0 0,0 0 0 0 0,-1 0 1 0 0,1-1-1 0 0,0 1 0 0 0,0 0 1 0 0,0 0-1 0 0,0-1 0 0 0,0 1 1 0 0,0 0-1 0 0,0-1 0 0 0,0 1 1 0 0,0-1-1 0 0,0 0 0 0 0,0 1 1 0 0,0-1-1 0 0,1 0 0 0 0,-1 1 1 0 0,0-1-1 0 0,1 0 0 0 0,15 1-392 0 0,-4-1-743 0 0,1-1 0 0 0,-1 0 0 0 0,1-1 1 0 0,-1 0-1 0 0,0-1 0 0 0,0-1 0 0 0,19-8 0 0 0,-15 7-1894 0 0,17-8-3908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3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74 96 0 0,'1'-12'5393'0'0,"5"-9"-1523"0"0,-2-8 3583 0 0,-4 29-7407 0 0,0-1 0 0 0,0 1 0 0 0,-1-1-1 0 0,1 1 1 0 0,0-1 0 0 0,0 1 0 0 0,0-1-1 0 0,0 1 1 0 0,0-1 0 0 0,-1 1 0 0 0,1-1-1 0 0,0 1 1 0 0,0 0 0 0 0,-1-1 0 0 0,1 1 0 0 0,0-1-1 0 0,0 1 1 0 0,-1 0 0 0 0,1-1 0 0 0,-1 1-1 0 0,1 0 1 0 0,0-1 0 0 0,-1 1 0 0 0,1 0 0 0 0,-1 0-1 0 0,1 0 1 0 0,0-1 0 0 0,-1 1 0 0 0,1 0-1 0 0,-1 0 1 0 0,1 0 0 0 0,-1 0 0 0 0,1 0 0 0 0,-1 0-1 0 0,1 0 1 0 0,-1 0 0 0 0,1 0 0 0 0,-1 0-1 0 0,1 0 1 0 0,-1 0 0 0 0,1 0 0 0 0,-1 0-1 0 0,1 0 1 0 0,-1 1 0 0 0,-22 7 10 0 0,2 6 78 0 0,1 0-1 0 0,-30 28 0 0 0,44-37-130 0 0,0 1-1 0 0,0 0 1 0 0,1 1-1 0 0,0-1 1 0 0,0 1-1 0 0,1 0 1 0 0,-1 0-1 0 0,2 1 1 0 0,-1-1-1 0 0,1 1 1 0 0,-4 14-1 0 0,6-20 1 0 0,1 0 0 0 0,-1 0 0 0 0,1 0 0 0 0,0 0 0 0 0,0 0 0 0 0,0 0 0 0 0,0 0 0 0 0,0 0-1 0 0,0 0 1 0 0,0 0 0 0 0,1 0 0 0 0,-1 0 0 0 0,1 0 0 0 0,-1 0 0 0 0,1 0 0 0 0,1 3 0 0 0,0-1 1 0 0,3 5-2 0 0,0 0 0 0 0,0-1 0 0 0,1 0-1 0 0,0 0 1 0 0,0 0 0 0 0,1 0 0 0 0,0-1-1 0 0,0 0 1 0 0,1-1 0 0 0,9 7-1 0 0,31 30-7 0 0,-35-32-8 0 0,-9-9 10 0 0,-1 1 0 0 0,0-1 0 0 0,0 1 0 0 0,1 0 0 0 0,-2 0 0 0 0,6 7 0 0 0,-5-7 24 0 0,0 1 1 0 0,0 0-1 0 0,-1-1 0 0 0,1 1 0 0 0,-1 0 0 0 0,0 0 0 0 0,0 1 1 0 0,-1-1-1 0 0,1 0 0 0 0,-1 1 0 0 0,0-1 0 0 0,0 0 1 0 0,0 6-1 0 0,-1-7 23 0 0,0-1 0 0 0,-1 0 0 0 0,0 1 0 0 0,1-1 0 0 0,-1 0 0 0 0,0 1 0 0 0,0-1 0 0 0,0 0 1 0 0,-1 0-1 0 0,1 0 0 0 0,0 0 0 0 0,-1 0 0 0 0,1 0 0 0 0,-1 0 0 0 0,-3 2 0 0 0,-27 20 723 0 0,18-16-496 0 0,-1 0-1 0 0,0-2 1 0 0,-1 1-1 0 0,1-2 0 0 0,-1 0 1 0 0,0-1-1 0 0,-1-1 1 0 0,1 0-1 0 0,-1-1 1 0 0,1-1-1 0 0,-1-1 1 0 0,0 0-1 0 0,1-1 0 0 0,-1-1 1 0 0,-30-7-1 0 0,-26-15-70 0 0,72 24-243 0 0,0 0-1 0 0,0 0 1 0 0,0-1 0 0 0,0 1-1 0 0,0-1 1 0 0,1 1-1 0 0,-1-1 1 0 0,0 1 0 0 0,0-1-1 0 0,0 1 1 0 0,0-1 0 0 0,0 0-1 0 0,1 0 1 0 0,-1 1-1 0 0,0-1 1 0 0,1 0 0 0 0,-1 0-1 0 0,1 0 1 0 0,-2-1 0 0 0,2 1-194 0 0,0 0 1 0 0,0 1 0 0 0,0-1 0 0 0,0 0 0 0 0,0 0 0 0 0,0 0 0 0 0,0 0 0 0 0,0 1 0 0 0,0-1 0 0 0,0 0 0 0 0,1 0 0 0 0,-1 0 0 0 0,0 0 0 0 0,0 1 0 0 0,1-1 0 0 0,-1 0-1 0 0,1-1 1 0 0</inkml:trace>
  <inkml:trace contextRef="#ctx0" brushRef="#br0" timeOffset="1">1263 1163 1420 0 0,'0'0'2968'0'0,"-22"-2"-791"0"0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54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1244 0 0,'2'-1'2644'0'0,"12"-6"-1632"0"0,-1 1 0 0 0,1 0 0 0 0,0 1 0 0 0,0 1 0 0 0,19-4 1 0 0,-13 4-890 0 0,1 2 1 0 0,0 0-1 0 0,1 1 1 0 0,-1 1-1 0 0,0 1 1 0 0,23 4-1 0 0,-12 2-94 0 0,0 1 0 0 0,-1 1 0 0 0,-1 2 1 0 0,1 1-1 0 0,35 21 0 0 0,-23-8 17 0 0,0 1 0 0 0,67 57 0 0 0,-92-67 57 0 0,0 1 0 0 0,-1 1 0 0 0,-1 0 0 0 0,0 1 1 0 0,-1 1-1 0 0,-2 0 0 0 0,21 40 0 0 0,-26-41-1 0 0,0 0-1 0 0,-1 0 0 0 0,-1 1 0 0 0,-1 0 1 0 0,-1 1-1 0 0,-1-1 0 0 0,0 1 0 0 0,-2-1 1 0 0,-1 33-1 0 0,-6 5 75 0 0,-2-1 1 0 0,-3 0 0 0 0,-2-1-1 0 0,-3 0 1 0 0,-2-1 0 0 0,-3-1-1 0 0,-33 63 1 0 0,-223 344 485 0 0,245-413-588 0 0,-176 303 301 0 0,177-288-354 0 0,4 0 1 0 0,2 2-1 0 0,-31 127 1 0 0,45-137 16 0 0,-9 110 0 0 0,19-141-4 0 0,1-1 0 0 0,2 1 0 0 0,0-1 0 0 0,2 0 0 0 0,0 1 0 0 0,1-2 0 0 0,13 34 0 0 0,-10-38-8 0 0,0 0 0 0 0,1-1 0 0 0,0 0 0 0 0,2-1 0 0 0,0 0 0 0 0,1-1 0 0 0,0 0 0 0 0,22 19 0 0 0,-15-17-7 0 0,1-2 1 0 0,0 0 0 0 0,2-1-1 0 0,-1-1 1 0 0,2-1 0 0 0,24 9-1 0 0,25 6 22 0 0,0-4-1 0 0,2-3 0 0 0,78 11 0 0 0,-20-2 2707 0 0,-129-28-2523 0 0,0-1-43 0 0,-2 0-172 0 0,-1 0-1 0 0,1 0 0 0 0,-1 0 0 0 0,0 0 0 0 0,1 0 0 0 0,-1 1 0 0 0,1-1 0 0 0,-1 0 1 0 0,1 0-1 0 0,-1 0 0 0 0,0 0 0 0 0,1 0 0 0 0,-1 1 0 0 0,1-1 0 0 0,-1 0 1 0 0,0 0-1 0 0,1 0 0 0 0,-1 1 0 0 0,0-1 0 0 0,1 0 0 0 0,-1 1 0 0 0,0-1 0 0 0,1 0 1 0 0,-1 1-1 0 0,0-1 0 0 0,0 0 0 0 0,1 1 0 0 0,-1-1 0 0 0,0 1 0 0 0,0-1 0 0 0,0 0 1 0 0,0 1-1 0 0,0-1 0 0 0,1 1 0 0 0,-1-1 0 0 0,0 1 0 0 0,0-1 0 0 0,0 0 0 0 0,0 1 1 0 0,0-1-1 0 0,0 1 0 0 0,0-1 0 0 0,-1 1 0 0 0,1-1 0 0 0,0 0 0 0 0,0 1 1 0 0,0-1-1 0 0,0 1 0 0 0,0-1 0 0 0,-1 1 0 0 0,1-1 0 0 0,0 0 0 0 0,0 1 0 0 0,-1-1 1 0 0,1 0-1 0 0,0 1 0 0 0,-1-1 0 0 0,1 0 0 0 0,0 0 0 0 0,-1 1 0 0 0,-30 31-131 0 0,13-15 146 0 0,-8 16 23 0 0,0 2-1 0 0,2 0 0 0 0,-35 73 0 0 0,26-35 126 0 0,-28 90 0 0 0,37-80 97 0 0,4 2 0 0 0,4 0 0 0 0,3 1 0 0 0,-2 122 0 0 0,28 349 630 0 0,-9-485-835 0 0,22 246 297 0 0,2 34-76 0 0,-25-262 346 0 0,-17 171 0 0 0,6-204-64 0 0,-18 67 0 0 0,21-104-307 0 0,-1 1 1 0 0,-2-2-1 0 0,0 1 0 0 0,-1-1 1 0 0,-1 0-1 0 0,-21 29 0 0 0,26-40-232 0 0,-1-1-1 0 0,0 0 1 0 0,-1 0-1 0 0,0 0 1 0 0,0-1-1 0 0,0 0 1 0 0,-1 0-1 0 0,0-1 1 0 0,0 0-1 0 0,0-1 1 0 0,-1 0-1 0 0,0 0 1 0 0,1 0-1 0 0,-1-1 0 0 0,0-1 1 0 0,-1 1-1 0 0,1-2 1 0 0,0 1-1 0 0,-1-1 1 0 0,1-1-1 0 0,-1 1 1 0 0,1-2-1 0 0,-1 1 1 0 0,1-1-1 0 0,0-1 1 0 0,-1 0-1 0 0,1 0 1 0 0,-10-4-1 0 0,7 2-427 0 0,1-1-1 0 0,0 0 1 0 0,0-1-1 0 0,0 0 1 0 0,0-1-1 0 0,1 0 1 0 0,0-1-1 0 0,1 0 1 0 0,0 0-1 0 0,-12-14 0 0 0,15 14-162 0 0,1 0 0 0 0,0 1 0 0 0,0-2 0 0 0,1 1-1 0 0,0 0 1 0 0,0-1 0 0 0,1 0 0 0 0,0 0 0 0 0,0 0-1 0 0,1 0 1 0 0,1-1 0 0 0,-1 1 0 0 0,1 0 0 0 0,1-15-1 0 0,1 8-1211 0 0,0 0 0 0 0,1 1 0 0 0,8-30 0 0 0,8-8-4293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55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67 242 1560 0 0,'-13'-8'7181'0'0,"0"3"-4618"0"0,11 4-1491 0 0,-29-11 3567 0 0,23 11-3442 0 0,16 9-1214 0 0,-3-6 38 0 0,-1 0 1 0 0,1 0-1 0 0,-1 0 0 0 0,1-1 1 0 0,0 0-1 0 0,0 0 0 0 0,0 0 1 0 0,0 0-1 0 0,0-1 0 0 0,9 1 1 0 0,5 0 28 0 0,122 7 135 0 0,218-14-1 0 0,-346 5-173 0 0,17 0-7 0 0,101-8 55 0 0,-111 6-109 0 0,0 0 1 0 0,0-1-1 0 0,0-2 1 0 0,25-9-1 0 0,-42 14 41 0 0,-1 0 0 0 0,1 0 0 0 0,0-1 0 0 0,-1 1 0 0 0,1-1 0 0 0,-1 1 0 0 0,0-1 0 0 0,1 0 0 0 0,-1 0 0 0 0,0 0 0 0 0,0 0 0 0 0,0 0 0 0 0,0 0 0 0 0,-1-1-1 0 0,1 1 1 0 0,-1-1 0 0 0,1 1 0 0 0,-1-1 0 0 0,0 0 0 0 0,0 1 0 0 0,0-1 0 0 0,0 0 0 0 0,0 0 0 0 0,-1 0 0 0 0,0 1 0 0 0,1-5 0 0 0,-1 1-8 0 0,-1 0 0 0 0,0 1-1 0 0,0-1 1 0 0,-1 0 0 0 0,1 1 0 0 0,-1-1-1 0 0,0 1 1 0 0,-1-1 0 0 0,1 1 0 0 0,-1 0-1 0 0,0 0 1 0 0,-6-7 0 0 0,-40-44 146 0 0,48 55-178 0 0,1 1-17 0 0,-1 0 65 0 0,1 0 0 0 0,0 0 0 0 0,-1 0 1 0 0,1 0-1 0 0,0 1 0 0 0,-1-1 0 0 0,1 0 0 0 0,0 0 0 0 0,-1 1 1 0 0,1-1-1 0 0,0 0 0 0 0,-1 0 0 0 0,1 1 0 0 0,0-1 1 0 0,0 0-1 0 0,-1 1 0 0 0,1-1 0 0 0,0 0 0 0 0,0 1 0 0 0,0-1 1 0 0,-1 1-1 0 0,1-1 0 0 0,0 0 0 0 0,0 1 0 0 0,0-1 0 0 0,0 1 1 0 0,0-1-1 0 0,0 0 0 0 0,0 1 0 0 0,0-1 0 0 0,0 1 1 0 0,0-1-1 0 0,0 1 0 0 0,6 17 18 0 0,-3-8 23 0 0,10 40 362 0 0,11 95-1 0 0,-22-127-315 0 0,-2 0-1 0 0,0 0 1 0 0,-1 0 0 0 0,-1 0-1 0 0,-1 0 1 0 0,0 0-1 0 0,-1 0 1 0 0,-1-1 0 0 0,-8 18-1 0 0,2-12-31 0 0,-1 0 0 0 0,-1 0 0 0 0,-2-2 0 0 0,0 0-1 0 0,-1 0 1 0 0,-1-1 0 0 0,-35 32 0 0 0,42-44 39 0 0,-1 0-3291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56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88 124 0 0,'93'-82'18671'0'0,"-90"80"-17503"0"0,-3 1-1092 0 0,1 1-1 0 0,-1 0 1 0 0,1-1-1 0 0,-1 1 1 0 0,1 0-1 0 0,-1 0 1 0 0,1-1-1 0 0,0 1 1 0 0,-1 0-1 0 0,1 0 1 0 0,-1 0-1 0 0,1 0 1 0 0,0 0-1 0 0,-1 0 1 0 0,1 0-1 0 0,-1 0 1 0 0,1 0 0 0 0,0 0-1 0 0,-1 0 1 0 0,1 0-1 0 0,0 1 1 0 0,4 6 221 0 0,-1-1 0 0 0,-1 1 0 0 0,1 1-1 0 0,-1-1 1 0 0,0 1 0 0 0,-1-1 0 0 0,1 1 0 0 0,-2 0 0 0 0,1 0 0 0 0,0 12 0 0 0,1 12-9 0 0,-3 42-1 0 0,-7 18-499 0 0,-5-1-1 0 0,-34 139 1 0 0,38-171-2181 0 0,6-44-526 0 0,0 0 0 0 0,-6 25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56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891 147 124 0 0,'-11'-10'1452'0'0,"-11"-11"708"0"0,-2 0 0 0 0,0 1 1 0 0,-45-26-1 0 0,62 42-1960 0 0,-1 0 0 0 0,1 0 0 0 0,-1 1 0 0 0,0 0 0 0 0,0 1 0 0 0,0-1 0 0 0,0 2-1 0 0,0-1 1 0 0,0 1 0 0 0,-1 0 0 0 0,1 1 0 0 0,0 0 0 0 0,-1 0 0 0 0,1 1 0 0 0,0 0 0 0 0,-1 0 0 0 0,1 1 0 0 0,-15 5 0 0 0,2 3 14 0 0,0 1 1 0 0,1 1-1 0 0,0 1 0 0 0,1 0 1 0 0,0 1-1 0 0,1 2 0 0 0,1-1 1 0 0,-26 31-1 0 0,7-2 181 0 0,2 2 0 0 0,-39 70 0 0 0,35-44-149 0 0,2 1 0 0 0,4 1 1 0 0,4 2-1 0 0,2 1 0 0 0,-26 141 1 0 0,44-174-134 0 0,2 1-1 0 0,2 0 1 0 0,2 0 0 0 0,2 1 0 0 0,2-1 0 0 0,2 0 0 0 0,15 71 0 0 0,-13-95-5 0 0,0 0 0 0 0,2 0 0 0 0,0-1 0 0 0,2 1 0 0 0,0-2 0 0 0,1 0-1 0 0,20 27 1 0 0,-20-32-1 0 0,0-2 0 0 0,1 0-1 0 0,1 0 1 0 0,0-1-1 0 0,0 0 1 0 0,1-1-1 0 0,1-1 1 0 0,-1 0 0 0 0,1-1-1 0 0,28 10 1 0 0,-15-9 89 0 0,0-1 0 0 0,1-1 1 0 0,0-2-1 0 0,0-1 0 0 0,0-1 0 0 0,0-1 1 0 0,0-2-1 0 0,1-1 0 0 0,-1-1 1 0 0,0-1-1 0 0,0-2 0 0 0,0-1 0 0 0,36-13 1 0 0,-30 7 33 0 0,0-2 0 0 0,-1-1 0 0 0,0-2 0 0 0,-1-2 0 0 0,-1 0 0 0 0,-2-2 0 0 0,1-2 0 0 0,-2-1 1 0 0,-1-1-1 0 0,25-29 0 0 0,-9 4 327 0 0,-2-3 1 0 0,46-74-1 0 0,-71 98-360 0 0,-2 0 0 0 0,0-1-1 0 0,-2-1 1 0 0,-1 0 0 0 0,-2-1 0 0 0,11-55-1 0 0,-18 67-162 0 0,-1-1-1 0 0,-1 1 0 0 0,-1-1 0 0 0,-1 0 0 0 0,-1 0 0 0 0,-1 1 1 0 0,0-1-1 0 0,-1 1 0 0 0,-2 0 0 0 0,0 0 0 0 0,-1 1 0 0 0,-1 0 1 0 0,-14-27-1 0 0,6 20-5 0 0,-1 1 0 0 0,-1 0 0 0 0,-1 1 0 0 0,-1 1 0 0 0,-1 1 0 0 0,-1 0 0 0 0,-1 2 0 0 0,-38-26-1 0 0,5 9-360 0 0,-66-34-1 0 0,89 54-1286 0 0,-1 2 1 0 0,-1 2 0 0 0,-59-16 0 0 0,54 23-1544 0 0,-15 3-7035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57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7 865 1428 0 0,'0'0'2996'0'0,"-6"24"3476"0"0,6-20-6383 0 0,0-1 1 0 0,1 0-1 0 0,0 0 1 0 0,-1 1-1 0 0,1-1 1 0 0,1 0-1 0 0,-1 0 1 0 0,0 0-1 0 0,1 0 1 0 0,-1 0-1 0 0,1-1 0 0 0,3 4 1 0 0,28 31 249 0 0,-30-33-311 0 0,-1-3-10 0 0,0 0 1 0 0,0 0 0 0 0,0 0-1 0 0,0 0 1 0 0,-1 0-1 0 0,1-1 1 0 0,0 1 0 0 0,0 0-1 0 0,1-1 1 0 0,-1 0 0 0 0,0 1-1 0 0,0-1 1 0 0,0 0-1 0 0,4 0 1 0 0,25-4 167 0 0,-22 2-147 0 0,-1-1 1 0 0,1 0 0 0 0,-1-1-1 0 0,0 0 1 0 0,0 0 0 0 0,0-1-1 0 0,-1 0 1 0 0,1-1 0 0 0,-1 1-1 0 0,8-9 1 0 0,7-9 29 0 0,29-38 1 0 0,-48 58-69 0 0,33-47 39 0 0,-1-2 0 0 0,27-56 0 0 0,48-118-40 0 0,-34 67-28 0 0,15-20-98 0 0,-85 168 128 0 0,-5 8 11 0 0,1-1 1 0 0,-1 1 0 0 0,1-1 0 0 0,0 1 0 0 0,0 0-1 0 0,0-1 1 0 0,1 1 0 0 0,-1 0 0 0 0,1 0 0 0 0,0 1-1 0 0,-1-1 1 0 0,1 1 0 0 0,1-1 0 0 0,-1 1-1 0 0,5-3 1 0 0,-7 5 6 0 0,0 0-1 0 0,0 0 1 0 0,0-1-1 0 0,0 1 1 0 0,0 0-1 0 0,0 0 1 0 0,0 1-1 0 0,0-1 1 0 0,0 0-1 0 0,0 0 1 0 0,0 0-1 0 0,0 1 0 0 0,0-1 1 0 0,0 1-1 0 0,0-1 1 0 0,0 0-1 0 0,0 1 1 0 0,0 0-1 0 0,0-1 1 0 0,-1 1-1 0 0,1-1 1 0 0,0 1-1 0 0,0 1 1 0 0,15 18 283 0 0,-15-19-286 0 0,4 8 95 0 0,0-1 0 0 0,-1 1 0 0 0,0 0 0 0 0,-1 0 0 0 0,1 1 0 0 0,-2-1 0 0 0,3 13 0 0 0,4 69 420 0 0,-8-77-446 0 0,3 101 625 0 0,-15 157 1 0 0,-33 114-163 0 0,44-381-542 0 0,-5 30 51 0 0,2-3 57 0 0,-2-1 0 0 0,-12 46 0 0 0,11-53-230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58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97 1516 0 0,'-4'0'1772'0'0,"-36"2"2341"0"0,37-2-3058 0 0,-1 0-144 0 0,-14 2-84 0 0,14-2-89 0 0,0 1-94 0 0,-8-1 224 0 0,19-2 848 0 0,26-4-392 0 0,-31 5-1551 0 0,149-26 397 0 0,107-20-6600 0 0,-218 39 3555 0 0,-3-3-843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5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29 120 0 0,'-24'19'14605'0'0,"16"-13"-11884"0"0,38-17-2303 0 0,-10 3-1152 0 0,39-9 1 0 0,-30 10-1156 0 0,13-1-4580 0 0,-27 6 834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58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89 1484 0 0,'-9'8'1268'0'0,"-6"4"1479"0"0,1 1 0 0 0,-16 19 0 0 0,30-32-2676 0 0,-1 1-1 0 0,1-1 1 0 0,0 0-1 0 0,0 0 1 0 0,0 0 0 0 0,-1 0-1 0 0,1 1 1 0 0,0-1-1 0 0,0 0 1 0 0,0 0 0 0 0,0 0-1 0 0,-1 1 1 0 0,1-1-1 0 0,0 0 1 0 0,0 0-1 0 0,0 1 1 0 0,0-1 0 0 0,0 0-1 0 0,0 0 1 0 0,0 1-1 0 0,0-1 1 0 0,0 0 0 0 0,0 1-1 0 0,0-1 1 0 0,0 0-1 0 0,0 0 1 0 0,0 1 0 0 0,0-1-1 0 0,0 0 1 0 0,0 0-1 0 0,0 1 1 0 0,0-1 0 0 0,0 0-1 0 0,0 0 1 0 0,0 1-1 0 0,0-1 1 0 0,0 0-1 0 0,1 0 1 0 0,-1 1 0 0 0,0-1-1 0 0,0 0 1 0 0,0 0-1 0 0,1 1 1 0 0,14-1 785 0 0,20-10-494 0 0,121-46-1028 0 0,51-19-7005 0 0,-145 52 3095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5:59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736 137 784 0 0,'1'-2'1700'0'0,"3"-7"-307"0"0,-1 5-203 0 0,0-1 1 0 0,0 0-1 0 0,-1-1 1 0 0,3-8 839 0 0,-4 13-1874 0 0,0 0 0 0 0,-1 1 1 0 0,1-1-1 0 0,-1 1 0 0 0,1-1 0 0 0,-1 0 0 0 0,1 1 0 0 0,-1-1 1 0 0,0 0-1 0 0,1 1 0 0 0,-1-1 0 0 0,0 0 0 0 0,0 0 1 0 0,1 0-1 0 0,-1 1 0 0 0,0-1 0 0 0,0 0 0 0 0,0 0 0 0 0,0 0 1 0 0,0 1-1 0 0,0-1 0 0 0,0 0 0 0 0,0-1 0 0 0,-3-22 2169 0 0,1 21-2215 0 0,0 0 1 0 0,0 0-1 0 0,0 1 1 0 0,-1-1 0 0 0,1 0-1 0 0,-1 1 1 0 0,0 0-1 0 0,0 0 1 0 0,1-1 0 0 0,-2 2-1 0 0,-2-3 1 0 0,-5-3 0 0 0,6 5-91 0 0,-1 0-1 0 0,-1 0 1 0 0,1 1-1 0 0,0 0 1 0 0,0 0 0 0 0,-1 0-1 0 0,1 1 1 0 0,0 0-1 0 0,-10 1 1 0 0,-33 1-8 0 0,23 3-8 0 0,-1 0 0 0 0,1 2 1 0 0,1 1-1 0 0,-1 1 0 0 0,-36 19 1 0 0,56-25-6 0 0,0 0-1 0 0,0 0 1 0 0,0 1 0 0 0,1-1 0 0 0,-1 1 0 0 0,1 0 0 0 0,0 1 0 0 0,0 0 0 0 0,0-1 0 0 0,1 2-1 0 0,0-1 1 0 0,0 0 0 0 0,0 1 0 0 0,0 0 0 0 0,1 0 0 0 0,0 0 0 0 0,0 0 0 0 0,1 0 0 0 0,0 0 0 0 0,-3 11-1 0 0,3 2 9 0 0,0 0-1 0 0,1 0 0 0 0,1 0 1 0 0,0 0-1 0 0,7 36 0 0 0,16 64 44 0 0,-12-72-24 0 0,6 64 0 0 0,9 788 326 0 0,-101 61 1019 0 0,3-289-862 0 0,49-369-385 0 0,16-204-123 0 0,-60 669 477 0 0,-10-126 217 0 0,72-609-685 0 0,-12 85 63 0 0,-26 246 50 0 0,42-342-106 0 0,-1 133 121 0 0,3-131-128 0 0,1-1-1 0 0,2 1 1 0 0,0 0-1 0 0,12 36 1 0 0,-14-54-6 0 0,-1-1 1 0 0,1 0 0 0 0,1 1-1 0 0,-1-1 1 0 0,1 0-1 0 0,-1 0 1 0 0,1 0 0 0 0,0 0-1 0 0,0 0 1 0 0,1-1-1 0 0,-1 0 1 0 0,1 1 0 0 0,0-1-1 0 0,0 0 1 0 0,4 2-1 0 0,-1-2 1 0 0,-1 0-1 0 0,1 0 0 0 0,0-1 0 0 0,0 0 0 0 0,0-1 0 0 0,0 1 0 0 0,0-1 0 0 0,0 0 1 0 0,9-1-1 0 0,10-1-248 0 0,-1-2 0 0 0,0 0 0 0 0,0-2 0 0 0,42-13 0 0 0,2-5-2306 0 0,113-54-1 0 0,-22-8-4337 0 0,-63 28-83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0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306 160 496 0 0,'4'-8'1479'0'0,"0"1"-1"0"0,0-1 1 0 0,0 0-1 0 0,-1 0 1 0 0,-1 0-1 0 0,4-13 1 0 0,-6 18-1294 0 0,0 1 1 0 0,0-1 0 0 0,0 1 0 0 0,0-1 0 0 0,-1 1 0 0 0,1-1-1 0 0,-1 1 1 0 0,0-1 0 0 0,0 1 0 0 0,1 0 0 0 0,-3-4-1 0 0,1 2 97 0 0,0 0-187 0 0,0 0 1 0 0,-1 1-1 0 0,0-1 1 0 0,1 1 0 0 0,-1-1-1 0 0,0 1 1 0 0,-1 0-1 0 0,1 0 1 0 0,0 0 0 0 0,-1 1-1 0 0,0-1 1 0 0,0 1-1 0 0,1 0 1 0 0,-1 0 0 0 0,-1 0-1 0 0,1 0 1 0 0,0 1-1 0 0,0 0 1 0 0,-1 0 0 0 0,1 0-1 0 0,0 0 1 0 0,-6 0-1 0 0,3 2-83 0 0,0-1-1 0 0,1 1 1 0 0,-1 0-1 0 0,0 1 1 0 0,0-1-1 0 0,1 1 1 0 0,0 1-1 0 0,-1-1 1 0 0,1 1-1 0 0,-8 5 0 0 0,4-1-8 0 0,0-1-1 0 0,1 2 0 0 0,0 0 0 0 0,0 0 0 0 0,-13 15 0 0 0,11-9-28 0 0,0 2 1 0 0,1-1 0 0 0,0 1-1 0 0,2 0 1 0 0,0 1-1 0 0,0 0 1 0 0,-9 34-1 0 0,16-46 19 0 0,0-1 0 0 0,0 1 0 0 0,0 0 0 0 0,1 0 0 0 0,-1 0 0 0 0,1 0 0 0 0,0 0 0 0 0,1 0 0 0 0,-1 0 0 0 0,1 0 0 0 0,0 0 0 0 0,0 0 0 0 0,1 0 0 0 0,-1 0 0 0 0,1-1 0 0 0,0 1 0 0 0,1 0 0 0 0,-1-1 0 0 0,1 0 0 0 0,0 0 0 0 0,0 0 0 0 0,5 6 0 0 0,-6-8 12 0 0,1-1-1 0 0,-1 1 0 0 0,0-1 1 0 0,1 0-1 0 0,-1 0 0 0 0,1 0 1 0 0,-1-1-1 0 0,1 1 0 0 0,-1 0 1 0 0,1-1-1 0 0,-1 0 1 0 0,1 1-1 0 0,0-1 0 0 0,-1 0 1 0 0,4-1-1 0 0,39-4 22 0 0,-37 3 28 0 0,0 0 0 0 0,0-1 0 0 0,0 0-1 0 0,0 0 1 0 0,0-1 0 0 0,0 0 0 0 0,-1 0-1 0 0,0-1 1 0 0,0 0 0 0 0,0 0 0 0 0,-1 0-1 0 0,1-1 1 0 0,-1 0 0 0 0,-1 0 0 0 0,8-10-1 0 0,3-9 625 0 0,-1 1 0 0 0,-1-2-1 0 0,12-30 1 0 0,-16 34-94 0 0,17-45 1213 0 0,-26 65-1757 0 0,-1 2-37 0 0,0-1 1 0 0,0 1-1 0 0,0 0 0 0 0,0-1 0 0 0,0 1 0 0 0,0-1 0 0 0,0 1 0 0 0,0 0 0 0 0,0-1 0 0 0,1 1 0 0 0,-1 0 1 0 0,0-1-1 0 0,0 1 0 0 0,0 0 0 0 0,0-1 0 0 0,1 1 0 0 0,-1 0 0 0 0,0 0 0 0 0,0-1 0 0 0,1 1 1 0 0,-1 0-1 0 0,0 0 0 0 0,0-1 0 0 0,1 1 0 0 0,-1 0 0 0 0,0 0 0 0 0,1 0 0 0 0,-1 0 0 0 0,0-1 0 0 0,1 1 1 0 0,-1 0-1 0 0,3 3 1 0 0,0 0 0 0 0,-1 1 0 0 0,0-1 1 0 0,1 0-1 0 0,-1 1 0 0 0,-1 0 1 0 0,1-1-1 0 0,-1 1 0 0 0,1 0 0 0 0,-1 0 1 0 0,0 0-1 0 0,0 5 0 0 0,8 58 71 0 0,-7-50-37 0 0,6 95-13 0 0,-3-27-1796 0 0,5-2-3341 0 0,-1-45-1185 0 0,-5-21 171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1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2544 0 0,'15'-35'9725'0'0,"4"-5"399"0"0,-18 40-9973 0 0,1 4-95 0 0,-1 1-1 0 0,0 0 1 0 0,0 0 0 0 0,-1 0-1 0 0,0-1 1 0 0,1 1-1 0 0,-2 0 1 0 0,1 5 0 0 0,-8 49-472 0 0,4-30-722 0 0,-1 6-1032 0 0,-1 7-2274 0 0,3-15-1554 0 0,2-12-477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1860 0 0,'8'-14'5890'0'0,"3"-21"4113"0"0,-5 37-9415 0 0,-5-2-575 0 0,-1 0 1 0 0,0 0-1 0 0,1 0 0 0 0,-1 0 1 0 0,0 0-1 0 0,1 0 0 0 0,-1 0 1 0 0,0 0-1 0 0,1 0 1 0 0,-1 0-1 0 0,1 0 0 0 0,-1 0 1 0 0,0 0-1 0 0,1 0 0 0 0,-1 0 1 0 0,0 0-1 0 0,1 0 0 0 0,-1 1 1 0 0,0-1-1 0 0,1 0 0 0 0,-1 0 1 0 0,0 0-1 0 0,0 1 1 0 0,1-1-1 0 0,-1 0 0 0 0,0 0 1 0 0,0 1-1 0 0,1-1 0 0 0,-1 0 1 0 0,0 1-1 0 0,0-1 0 0 0,0 0 1 0 0,1 1-1 0 0,7 25-556 0 0,-2 1-1 0 0,8 54 1 0 0,-4-15-7269 0 0,-4-37 863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9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264 261 180 0 0,'2'-2'2280'0'0,"10"-26"2867"0"0,-5 15-3245 0 0,-1-1-1 0 0,0 0 1 0 0,7-29-1 0 0,-12 37-1737 0 0,0 0 0 0 0,0-1 0 0 0,0 1 0 0 0,-1 0 0 0 0,0 0 0 0 0,0-1 0 0 0,0 1 1 0 0,-1 0-1 0 0,0 0 0 0 0,0 0 0 0 0,-1 0 0 0 0,1 0 0 0 0,-1 0 0 0 0,-1 0 0 0 0,1 0 0 0 0,-1 1 0 0 0,0-1 0 0 0,0 1 0 0 0,-1 0 0 0 0,1 0 0 0 0,-7-6 0 0 0,9 9-165 0 0,-1 1 1 0 0,1 0-1 0 0,-1 0 0 0 0,1 0 1 0 0,-1 0-1 0 0,1 0 1 0 0,-1 1-1 0 0,0-1 1 0 0,1 0-1 0 0,-1 1 0 0 0,0-1 1 0 0,0 1-1 0 0,1 0 1 0 0,-1 0-1 0 0,0-1 1 0 0,0 1-1 0 0,0 0 0 0 0,0 1 1 0 0,1-1-1 0 0,-4 0 1 0 0,1 1-9 0 0,0 0 0 0 0,0 1 0 0 0,0-1 0 0 0,0 1 0 0 0,0-1 1 0 0,-7 6-1 0 0,-1 1-10 0 0,1 1 0 0 0,0 0 0 0 0,0 1 1 0 0,1 1-1 0 0,0 0 0 0 0,-13 19 0 0 0,3-1-7 0 0,-24 50-1 0 0,36-63 15 0 0,0 1 0 0 0,2-1 0 0 0,0 1 0 0 0,0 0 0 0 0,2 0 0 0 0,0 1 0 0 0,1-1 0 0 0,1 1 0 0 0,0 0-1 0 0,2 0 1 0 0,1 20 0 0 0,-1-34 13 0 0,1-1 0 0 0,0 0 0 0 0,-1 0 0 0 0,1 0 0 0 0,1 0 0 0 0,-1 0 0 0 0,0 0 0 0 0,1 0 0 0 0,-1 0 0 0 0,1 0 0 0 0,0 0 0 0 0,0-1 0 0 0,0 1 0 0 0,0-1 0 0 0,0 0 1 0 0,1 1-1 0 0,-1-1 0 0 0,1 0 0 0 0,-1 0 0 0 0,1-1 0 0 0,0 1 0 0 0,0 0 0 0 0,0-1 0 0 0,0 0 0 0 0,0 0 0 0 0,0 0 0 0 0,0 0 0 0 0,0 0 0 0 0,1 0 0 0 0,-1-1 0 0 0,0 0 0 0 0,0 1 0 0 0,6-2 0 0 0,1 1-2 0 0,1-1 0 0 0,-1 0 0 0 0,0 0 1 0 0,0-1-1 0 0,0-1 0 0 0,0 0 0 0 0,0 0 1 0 0,0-1-1 0 0,14-8 0 0 0,-8 3 6 0 0,0-2 0 0 0,-1 1 0 0 0,0-2 0 0 0,0 0 0 0 0,-2-1 0 0 0,1-1 0 0 0,-2 0-1 0 0,0 0 1 0 0,14-23 0 0 0,0-4 406 0 0,38-88 0 0 0,-63 127-440 0 0,-1 5-59 0 0,0 0 83 0 0,0 1 0 0 0,0-1 0 0 0,0 0 0 0 0,0 0 0 0 0,-2 6-1 0 0,-27 114-19 0 0,-7 32 85 0 0,32-129-1117 0 0,1 1-1 0 0,1-1 1 0 0,1 0 0 0 0,3 27 0 0 0,-1-45-142 0 0,0 1-1 0 0,1-1 1 0 0,0 0-1 0 0,0 0 1 0 0,6 13-1 0 0,4-5-3116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9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15 133 2432 0 0,'6'-30'6585'0'0,"4"-17"320"0"0,-9 44-6722 0 0,0 0-1 0 0,0 0 0 0 0,1 0 1 0 0,0 0-1 0 0,-1 0 1 0 0,1 0-1 0 0,0 0 1 0 0,0 1-1 0 0,1-1 0 0 0,-1 1 1 0 0,1-1-1 0 0,3-2 1 0 0,-3 3-145 0 0,0 0 1 0 0,0 0 0 0 0,0 1-1 0 0,1-1 1 0 0,-1 1-1 0 0,0-1 1 0 0,1 1 0 0 0,-1 0-1 0 0,1 1 1 0 0,0-1 0 0 0,-1 0-1 0 0,1 1 1 0 0,-1 0-1 0 0,1 0 1 0 0,4 0 0 0 0,-6 1-29 0 0,1 0 0 0 0,-1 0 0 0 0,0 1 0 0 0,0-1 0 0 0,0 0 1 0 0,0 1-1 0 0,0-1 0 0 0,0 1 0 0 0,0 0 0 0 0,0 0 0 0 0,-1 0 0 0 0,1 0 1 0 0,-1 0-1 0 0,1 0 0 0 0,-1 0 0 0 0,0 0 0 0 0,0 0 0 0 0,0 1 0 0 0,0-1 1 0 0,0 0-1 0 0,0 1 0 0 0,-1-1 0 0 0,1 4 0 0 0,0 5 20 0 0,0 0 1 0 0,-1 0-1 0 0,0 0 0 0 0,-1 0 1 0 0,0 1-1 0 0,-1-2 1 0 0,-1 1-1 0 0,1 0 0 0 0,-9 19 1 0 0,-5 9 36 0 0,-27 45 1 0 0,28-57-48 0 0,-38 68-67 0 0,52-94 48 0 0,1 0-2 0 0,-1 0 0 0 0,0-1 0 0 0,0 1 0 0 0,1 0 0 0 0,-1 0 0 0 0,0 0 0 0 0,1 0 0 0 0,-1 0 0 0 0,1 0 0 0 0,-1 0 0 0 0,1 1 0 0 0,0-1 0 0 0,0 0 0 0 0,-1 0 0 0 0,1 0 0 0 0,0 0 0 0 0,0 0 0 0 0,0 1 0 0 0,0-1-1 0 0,0 0 1 0 0,0 0 0 0 0,0 0 0 0 0,1 0 0 0 0,-1 0 0 0 0,0 1 0 0 0,1-1 0 0 0,0 2 0 0 0,-1-3 1 0 0,0 0 1 0 0,0 0-1 0 0,0 0 0 0 0,0 0 1 0 0,0 0-1 0 0,0 1 0 0 0,0-1 1 0 0,0 0-1 0 0,0 0 0 0 0,1 0 0 0 0,-1 0 1 0 0,0 0-1 0 0,0 0 0 0 0,0 0 1 0 0,0 0-1 0 0,0 0 0 0 0,0 1 1 0 0,0-1-1 0 0,0 0 0 0 0,1 0 1 0 0,-1 0-1 0 0,0 0 0 0 0,0 0 0 0 0,0 0 1 0 0,0 0-1 0 0,0 0 0 0 0,0 0 1 0 0,0 0-1 0 0,1 0 0 0 0,-1 0 1 0 0,0 0-1 0 0,0 0 0 0 0,0 0 0 0 0,0 0 1 0 0,0 0-1 0 0,1 0 0 0 0,-1 0 1 0 0,0 0-1 0 0,0 0 0 0 0,0 0 1 0 0,0 0-1 0 0,0 0 0 0 0,0 0 1 0 0,0 0-1 0 0,1-1 0 0 0,-1 1 0 0 0,0 0 1 0 0,31-6-1162 0 0,-1-2 1 0 0,55-22-1 0 0,57-35-7989 0 0,-107 48 4632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9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40 2356 0 0,'5'-39'23656'0'0,"-9"44"-23713"0"0,3-3 136 0 0,1-1-1 0 0,-1 1 1 0 0,1 0-1 0 0,-1 0 0 0 0,1-1 1 0 0,0 1-1 0 0,-1 0 1 0 0,1 0-1 0 0,0 0 1 0 0,0-1-1 0 0,1 5 1 0 0,-1 8 280 0 0,-9 53 242 0 0,1 88-1 0 0,13-8-5064 0 0,2-80-491 0 0,2-25-3060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74 1936 0 0,'0'-2'344'0'0,"2"-13"4361"0"0,0 0 0 0 0,-2-26 0 0 0,-11 68-7266 0 0,-2 7-3176 0 0,5-14 44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4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2892 0 0,'0'2'2330'0'0,"0"11"1814"0"0,2 2 1598 0 0,-2 6-2410 0 0,0-19-2467 0 0,1 7-1206 0 0,-4 1-3740 0 0,-7 8-3232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4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1908 0 0,'0'0'4729'0'0,"-7"11"-93"0"0,1 0-1704 0 0,4-3-3736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4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195 219 1236 0 0,'1'-3'1913'0'0,"4"-11"-494"0"0,-2 0 0 0 0,1 0 0 0 0,-2-1 0 0 0,0 1-1 0 0,0 0 1 0 0,-1-25 0 0 0,-2 31-991 0 0,0 0-66 0 0,1 1 0 0 0,-1-1 1 0 0,-1 0-1 0 0,-3-12 1 0 0,4 18-341 0 0,0 0 0 0 0,1 0 0 0 0,-1 0-1 0 0,0 0 1 0 0,0 0 0 0 0,0 1 0 0 0,-1-1 0 0 0,1 0 0 0 0,0 0 0 0 0,-1 1 0 0 0,1-1 0 0 0,-1 1 0 0 0,1-1 0 0 0,-1 1 0 0 0,0 0 0 0 0,0-1 0 0 0,1 1 0 0 0,-4-1-1 0 0,2 2-24 0 0,0 0-1 0 0,0 0 0 0 0,0 0 0 0 0,0 0 1 0 0,0 0-1 0 0,-1 1 0 0 0,1-1 0 0 0,0 1 1 0 0,0 0-1 0 0,0 0 0 0 0,0 0 0 0 0,1 1 1 0 0,-1-1-1 0 0,0 1 0 0 0,0-1 0 0 0,1 1 0 0 0,-1 0 1 0 0,1 0-1 0 0,0 0 0 0 0,-1 0 0 0 0,1 0 1 0 0,-3 5-1 0 0,-5 4-21 0 0,1 1 0 0 0,0 0 0 0 0,-11 21 0 0 0,8-12-4 0 0,2 0 0 0 0,1 0 0 0 0,-10 33 0 0 0,16-42 23 0 0,0 1 0 0 0,1-1 0 0 0,0 1 0 0 0,1-1 0 0 0,0 1 0 0 0,1 0 0 0 0,3 24 0 0 0,-2-34 4 0 0,-1 0 0 0 0,1 0 0 0 0,0 0-1 0 0,0-1 1 0 0,0 1 0 0 0,0 0 0 0 0,0 0 0 0 0,1-1 0 0 0,-1 1 0 0 0,1 0 0 0 0,-1-1 0 0 0,1 0 0 0 0,0 1 0 0 0,0-1 0 0 0,0 0 0 0 0,1 0-1 0 0,-1 0 1 0 0,0 0 0 0 0,1-1 0 0 0,-1 1 0 0 0,1 0 0 0 0,0-1 0 0 0,-1 0 0 0 0,1 0 0 0 0,5 2 0 0 0,-1-2-5 0 0,-1 0 0 0 0,0 0 1 0 0,0-1-1 0 0,1 1 0 0 0,-1-2 0 0 0,0 1 1 0 0,1-1-1 0 0,-1 0 0 0 0,0 0 0 0 0,12-4 1 0 0,-8 2 5 0 0,-1-1 0 0 0,-1-1 1 0 0,1 1-1 0 0,0-1 0 0 0,-1-1 0 0 0,0 0 1 0 0,-1 0-1 0 0,1 0 0 0 0,-1-1 1 0 0,0 0-1 0 0,-1 0 0 0 0,0-1 1 0 0,0 0-1 0 0,7-13 0 0 0,-1-1 198 0 0,0-2-1 0 0,-2 1 1 0 0,-1-2 0 0 0,8-32-1 0 0,-2-1 971 0 0,-14 56-1173 0 0,1-7-107 0 0,-1 21 105 0 0,0 1 1 0 0,-1-1 0 0 0,-3 19-1 0 0,1-5 9 0 0,0 18-3 0 0,-2 1-466 0 0,3-1 1 0 0,5 48-1 0 0,-2-65-521 0 0,6 33-1738 0 0,3-21-2212 0 0,-3-21 153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5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66 156 0 0,'1'-2'2892'0'0,"11"-35"8830"0"0,0 51-11355 0 0,-9-2-275 0 0,0 1 0 0 0,0 0-1 0 0,-1 0 1 0 0,0 1-1 0 0,-1-1 1 0 0,-1 0-1 0 0,-2 26 1 0 0,-13 66 902 0 0,20-126-980 0 0,1 1 0 0 0,1 1 1 0 0,1-1-1 0 0,0 1 0 0 0,1 0 1 0 0,2 1-1 0 0,-1 0 0 0 0,2 1 1 0 0,1 0-1 0 0,0 1 1 0 0,1 0-1 0 0,19-16 0 0 0,-30 29-11 0 0,-1 1-1 0 0,1 0 1 0 0,0 0-1 0 0,0 0 1 0 0,-1 0-1 0 0,1 0 1 0 0,1 1-1 0 0,-1-1 1 0 0,0 1 0 0 0,0 0-1 0 0,0 0 1 0 0,1 0-1 0 0,-1 1 1 0 0,1-1-1 0 0,-1 1 1 0 0,0 0-1 0 0,1-1 1 0 0,-1 2-1 0 0,1-1 1 0 0,-1 0-1 0 0,1 1 1 0 0,-1-1-1 0 0,0 1 1 0 0,1 0 0 0 0,-1 0-1 0 0,0 0 1 0 0,0 1-1 0 0,0-1 1 0 0,0 1-1 0 0,0 0 1 0 0,0 0-1 0 0,0 0 1 0 0,-1 0-1 0 0,1 0 1 0 0,0 1-1 0 0,-1-1 1 0 0,0 1-1 0 0,0-1 1 0 0,0 1-1 0 0,0 0 1 0 0,0 0 0 0 0,0 0-1 0 0,2 5 1 0 0,6 24-205 0 0,-1 1 1 0 0,7 45 0 0 0,-8-34-2460 0 0,-7-38 1494 0 0,1 0 0 0 0,-1 0-1 0 0,1-1 1 0 0,0 1 0 0 0,4 6-1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5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1596 0 0,'34'-21'19049'0'0,"-22"20"-18955"0"0,-10 4-16 0 0,-1 1 0 0 0,1-1 0 0 0,-1 1 0 0 0,0-1 0 0 0,0 1 0 0 0,-1 0 0 0 0,1 7 0 0 0,3 21 116 0 0,0 37 0 0 0,2 17-2295 0 0,4-30-1718 0 0,-1-19-1956 0 0,-1-11-1877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8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1 260 1080 0 0,'4'-10'9847'0'0,"-5"4"-9692"0"0,0 0 0 0 0,1 0 1 0 0,0 0-1 0 0,1 0 0 0 0,-1 0 0 0 0,1 0 0 0 0,0 0 1 0 0,3-9-1 0 0,0 3-171 0 0,2-2-1 0 0,1 0 0 0 0,15-23 0 0 0,-3 5 33 0 0,-15 26 24 0 0,-1 0 0 0 0,1 0 0 0 0,0 0 0 0 0,1 0 0 0 0,9-9 0 0 0,6-8-55 0 0,-19 22 3 0 0,0 0 9 0 0,-1 0 0 0 0,0 1 1 0 0,1-1-1 0 0,-1 1 0 0 0,1-1 1 0 0,-1 1-1 0 0,1-1 0 0 0,-1 1 0 0 0,1-1 1 0 0,-1 1-1 0 0,1 0 0 0 0,-1-1 1 0 0,1 1-1 0 0,-1 0 0 0 0,1-1 0 0 0,0 1 1 0 0,-1 0-1 0 0,1 0 0 0 0,0 0 1 0 0,-1 0-1 0 0,1-1 0 0 0,-1 1 0 0 0,1 0 1 0 0,0 0-1 0 0,-1 0 0 0 0,1 0 1 0 0,1 0-1 0 0,0 0-1 0 0,0 0-1 0 0,0 0 1 0 0,0 0 0 0 0,0 0-1 0 0,0 1 1 0 0,-1-1 0 0 0,1 0 0 0 0,0 1-1 0 0,3 0 1 0 0,2 4 11 0 0,-5-4-7 0 0,-1 0-1 0 0,1 1 1 0 0,0-1 0 0 0,-1 1 0 0 0,1-1 0 0 0,-1 1-1 0 0,1 0 1 0 0,-1 0 0 0 0,0-1 0 0 0,0 1 0 0 0,0 0-1 0 0,0 0 1 0 0,0 0 0 0 0,0 0 0 0 0,0 4 0 0 0,4 32 8 0 0,-4-26 15 0 0,0 4-9 0 0,-1-1 0 0 0,-1 1 0 0 0,-3 20 0 0 0,-17 97 19 0 0,10-45-6154 0 0,9-70 2155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467 206 104 0 0,'0'-3'1535'0'0,"0"-27"2375"0"0,1-2-196 0 0,-6-40 1 0 0,5 69-3651 0 0,-1-1 1 0 0,1 1-1 0 0,-1 0 0 0 0,0 0 1 0 0,0 0-1 0 0,-1 0 1 0 0,1 0-1 0 0,-1 1 0 0 0,1-1 1 0 0,-1 0-1 0 0,0 1 0 0 0,0-1 1 0 0,0 1-1 0 0,0-1 1 0 0,0 1-1 0 0,-1 0 0 0 0,1 0 1 0 0,-1 0-1 0 0,1 0 1 0 0,-1 1-1 0 0,0-1 0 0 0,0 1 1 0 0,0-1-1 0 0,0 1 0 0 0,0 0 1 0 0,0 0-1 0 0,-3 0 1 0 0,-4-1-64 0 0,-1 0 0 0 0,1 1 1 0 0,0 0-1 0 0,-1 1 0 0 0,1 0 1 0 0,0 1-1 0 0,-12 2 0 0 0,8 0-7 0 0,0 0 0 0 0,1 2 0 0 0,0-1 0 0 0,0 2-1 0 0,0 0 1 0 0,0 0 0 0 0,1 1 0 0 0,0 1 0 0 0,1 0-1 0 0,-1 0 1 0 0,-12 14 0 0 0,7-6-8 0 0,1 1-1 0 0,1 0 1 0 0,1 1 0 0 0,0 1-1 0 0,2 0 1 0 0,-13 25 0 0 0,19-32-1 0 0,1 0 1 0 0,1 0 0 0 0,0 1 0 0 0,0-1 0 0 0,1 1-1 0 0,1 0 1 0 0,-2 22 0 0 0,4-30 19 0 0,0 0 0 0 0,0 0 1 0 0,0 0-1 0 0,0 0 0 0 0,1 0 0 0 0,0 0 0 0 0,0-1 0 0 0,0 1 1 0 0,1 0-1 0 0,0 0 0 0 0,0-1 0 0 0,0 1 0 0 0,0-1 1 0 0,0 0-1 0 0,1 0 0 0 0,0 0 0 0 0,0 0 0 0 0,0 0 0 0 0,1 0 1 0 0,-1-1-1 0 0,1 0 0 0 0,0 1 0 0 0,5 2 0 0 0,-5-4 4 0 0,1 0-1 0 0,0 0 0 0 0,0 0 0 0 0,0-1 0 0 0,0 1 0 0 0,0-1 0 0 0,0 0 1 0 0,0-1-1 0 0,0 0 0 0 0,0 1 0 0 0,0-2 0 0 0,0 1 0 0 0,1 0 1 0 0,-1-1-1 0 0,0 0 0 0 0,6-2 0 0 0,-3 0 12 0 0,0 0-1 0 0,1 0 1 0 0,-1-1-1 0 0,0 0 1 0 0,-1 0-1 0 0,1-1 1 0 0,-1 0-1 0 0,12-10 1 0 0,-10 6-7 0 0,0 0 0 0 0,-1-1-1 0 0,-1 0 1 0 0,0 0 0 0 0,0 0 0 0 0,7-17-1 0 0,25-71 362 0 0,-19 44 458 0 0,-5 9-525 0 0,-14 44-333 0 0,2 3-105 0 0,-3-2 131 0 0,1 0 0 0 0,-1 0 0 0 0,0 0 0 0 0,0 0 0 0 0,1 0 0 0 0,-1 1 0 0 0,0-1 0 0 0,0 0 0 0 0,0 0 0 0 0,1 0 0 0 0,-1 0 0 0 0,0 0 0 0 0,0 0 0 0 0,0 1 0 0 0,1-1 0 0 0,-1 0 0 0 0,0 0 0 0 0,0 0 0 0 0,0 0 0 0 0,0 1 0 0 0,1-1 0 0 0,-1 0 0 0 0,0 0-1 0 0,0 0 1 0 0,0 1 0 0 0,0-1 0 0 0,0 0 0 0 0,0 0 0 0 0,0 1 0 0 0,0-1 0 0 0,1 0 0 0 0,-1 0 0 0 0,0 1 0 0 0,0-1 0 0 0,0 0 0 0 0,0 0 0 0 0,0 1 0 0 0,-1-1 0 0 0,0 108 63 0 0,5 146-690 0 0,5-186-2305 0 0,-8-63 2273 0 0,1 0 0 0 0,-1 1 1 0 0,1-1-1 0 0,0 0 0 0 0,0-1 1 0 0,0 1-1 0 0,1 0 0 0 0,0-1 1 0 0,0 1-1 0 0,4 4 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5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1516 0 0,'25'-50'12500'0'0,"-25"50"-12440"0"0,0 0-1 0 0,0-1 1 0 0,0 1 0 0 0,0-1 0 0 0,1 1-1 0 0,-1-1 1 0 0,0 1 0 0 0,0 0-1 0 0,4-7 2746 0 0,-3 16-2755 0 0,0 0 0 0 0,-1-1 0 0 0,0 1 0 0 0,0 0 0 0 0,-1 0 0 0 0,-1 0 0 0 0,-4 16 0 0 0,-3 28-358 0 0,5-10-1136 0 0,0 20-2012 0 0,8-22-2172 0 0,-1-27 1110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6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0 120 808 0 0,'2'-3'2392'0'0,"9"-17"1915"0"0,-7 11-3290 0 0,0 1 0 0 0,1 0 0 0 0,0 0 0 0 0,0 0 0 0 0,1 1 0 0 0,13-13 0 0 0,-16 17-876 0 0,1 0 0 0 0,0 0 0 0 0,0 1 0 0 0,0 0 0 0 0,0 0 0 0 0,1 0 0 0 0,-1 0 1 0 0,0 0-1 0 0,1 1 0 0 0,7-2 0 0 0,-2 1 18 0 0,-7 2-145 0 0,-1-1-1 0 0,1 1 1 0 0,-1 0 0 0 0,0 0 0 0 0,1 0 0 0 0,-1 0 0 0 0,1 0-1 0 0,-1 0 1 0 0,1 1 0 0 0,-1-1 0 0 0,0 1 0 0 0,1 0-1 0 0,-1 0 1 0 0,0 0 0 0 0,0 0 0 0 0,0 0 0 0 0,0 0-1 0 0,0 1 1 0 0,0-1 0 0 0,0 0 0 0 0,0 1 0 0 0,0 0-1 0 0,0-1 1 0 0,-1 1 0 0 0,1 0 0 0 0,-1 0 0 0 0,1 0 0 0 0,-1 0-1 0 0,2 4 1 0 0,-1-1 18 0 0,1 0 0 0 0,-1 0 0 0 0,0 0 0 0 0,0 0 0 0 0,-1 1 0 0 0,1-1 0 0 0,-1 1 0 0 0,-1-1 0 0 0,1 1 0 0 0,-1-1 1 0 0,0 10-1 0 0,-7 18 488 0 0,-1 1 0 0 0,-1-1 0 0 0,-2-1 0 0 0,-23 46 1 0 0,8-15 137 0 0,25-61-618 0 0,1 1 28 0 0,0-3-64 0 0,0 0 0 0 0,0 1 0 0 0,0-1 1 0 0,0 0-1 0 0,0 1 0 0 0,0-1 0 0 0,0 0 0 0 0,0 1 1 0 0,0-1-1 0 0,0 0 0 0 0,0 0 0 0 0,0 1 1 0 0,0-1-1 0 0,0 0 0 0 0,0 1 0 0 0,0-1 0 0 0,0 0 1 0 0,1 0-1 0 0,-1 1 0 0 0,0-1 0 0 0,0 0 0 0 0,0 0 1 0 0,0 1-1 0 0,1-1 0 0 0,-1 0 0 0 0,0 0 0 0 0,0 1 1 0 0,0-1-1 0 0,1 0 0 0 0,-1 0 0 0 0,0 0 0 0 0,1 0 1 0 0,-1 1-1 0 0,0-1 0 0 0,0 0 0 0 0,1 0 0 0 0,-1 0 1 0 0,0 0-1 0 0,1 0 0 0 0,-1 0 0 0 0,0 0 1 0 0,0 0-1 0 0,1 0 0 0 0,50-10-368 0 0,57-19 0 0 0,-3 0-3004 0 0,13 5-5055 0 0,-77 14 2658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6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1 744 0 0,'-1'9'16966'0'0,"1"-9"-16867"0"0,28 5-1122 0 0,36-3-7786 0 0,-37-5 3236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6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1 832 0 0,'7'22'18737'0'0,"-5"-20"-17694"0"0,9-1-1657 0 0,0 0 0 0 0,0-1 0 0 0,-1 0 0 0 0,1-1 0 0 0,16-3 0 0 0,1 0-1409 0 0,16 1-4330 0 0,-21-2 205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6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2180 0 0,'22'3'7349'0'0,"-12"-2"-5465"0"0,23 1 9488 0 0,-26-1-11897 0 0,-4-1 1418 0 0,3-1-3090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7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379 147 348 0 0,'0'-3'2177'0'0,"2"-8"-684"0"0,-1-1 0 0 0,-1 1 0 0 0,0 0 0 0 0,0 0 0 0 0,-1 0 0 0 0,0 0-1 0 0,-1 0 1 0 0,0 0 0 0 0,-5-12 0 0 0,6 21-1436 0 0,1 1-1 0 0,-1 0 0 0 0,0-1 1 0 0,0 1-1 0 0,0 0 1 0 0,0 0-1 0 0,-1-1 0 0 0,1 1 1 0 0,0 0-1 0 0,0 0 1 0 0,-1 0-1 0 0,1 1 0 0 0,0-1 1 0 0,-1 0-1 0 0,1 0 0 0 0,-1 1 1 0 0,1-1-1 0 0,-1 1 1 0 0,1-1-1 0 0,-1 1 0 0 0,1 0 1 0 0,-1-1-1 0 0,0 1 1 0 0,1 0-1 0 0,-1 0 0 0 0,1 0 1 0 0,-1 0-1 0 0,-2 1 0 0 0,-2 0-18 0 0,0 0-1 0 0,-1 0 0 0 0,1 1 1 0 0,-8 3-1 0 0,14-5-35 0 0,-17 7 19 0 0,1 1 0 0 0,0 1 0 0 0,0 1 0 0 0,1 0 1 0 0,0 0-1 0 0,1 2 0 0 0,0 0 0 0 0,1 0 0 0 0,-22 28 0 0 0,19-19-22 0 0,1 0 0 0 0,1 1 0 0 0,0 1 0 0 0,2 1 0 0 0,1-1 0 0 0,-9 30 0 0 0,16-42 9 0 0,1 1 0 0 0,0-1 0 0 0,1 1-1 0 0,1 0 1 0 0,-1 0 0 0 0,2 0-1 0 0,0 0 1 0 0,2 14 0 0 0,-2-23-1 0 0,0 1 1 0 0,1 0 0 0 0,0-1-1 0 0,0 1 1 0 0,0-1-1 0 0,0 0 1 0 0,0 1-1 0 0,1-1 1 0 0,-1 0-1 0 0,1 0 1 0 0,0 1-1 0 0,0-1 1 0 0,0-1-1 0 0,0 1 1 0 0,1 0 0 0 0,-1 0-1 0 0,1-1 1 0 0,0 0-1 0 0,0 1 1 0 0,0-1-1 0 0,0 0 1 0 0,0 0-1 0 0,0-1 1 0 0,0 1-1 0 0,0-1 1 0 0,1 1-1 0 0,-1-1 1 0 0,1 0 0 0 0,-1 0-1 0 0,1-1 1 0 0,7 1-1 0 0,-4-1-3 0 0,0 0 0 0 0,1 0-1 0 0,-1-1 1 0 0,0 0 0 0 0,0-1-1 0 0,0 1 1 0 0,0-1 0 0 0,0-1 0 0 0,0 0-1 0 0,0 1 1 0 0,-1-2 0 0 0,1 1 0 0 0,9-8-1 0 0,-5 2 1 0 0,0 0 0 0 0,0 0 0 0 0,-1-1 0 0 0,0-1 0 0 0,-1 0 0 0 0,12-18 0 0 0,69-121 709 0 0,-81 140-867 0 0,-8 10 153 0 0,-1 0 0 0 0,0 0 0 0 0,1 0 0 0 0,-1 0 0 0 0,0 0 1 0 0,1 0-1 0 0,-1 0 0 0 0,0 1 0 0 0,0-1 0 0 0,1 0 0 0 0,-1 0 1 0 0,0 0-1 0 0,1 0 0 0 0,-1 0 0 0 0,0 1 0 0 0,0-1 0 0 0,1 0 0 0 0,-1 0 1 0 0,0 1-1 0 0,0-1 0 0 0,0 0 0 0 0,1 0 0 0 0,-1 1 0 0 0,0-1 1 0 0,0 0-1 0 0,0 0 0 0 0,0 1 0 0 0,0-1 0 0 0,0 0 0 0 0,1 1 1 0 0,-1-1-1 0 0,0 0 0 0 0,0 0 0 0 0,0 1 0 0 0,0-1 0 0 0,0 0 0 0 0,0 1 1 0 0,0-1-1 0 0,0 0 0 0 0,0 1 0 0 0,0-1 0 0 0,-1 0 0 0 0,1 1 1 0 0,0-1-1 0 0,0 0 0 0 0,0 0 0 0 0,0 1 0 0 0,-13 145 326 0 0,7-102-2810 0 0,-1 91 0 0 0,14-89-994 0 0,3-18-1674 0 0,-1-15 443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7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50 1808 0 0,'1'-3'2855'0'0,"21"-44"14850"0"0,-15 64-16762 0 0,-10 37-254 0 0,-11 62-1 0 0,-2 24-5332 0 0,14-123 3012 0 0,0 8-1523 0 0,5-6-4186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08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2660 0 0,'2'-2'2353'0'0,"1"-4"-705"0"0,-2 4-1053 0 0,1 0 1 0 0,-1 0 0 0 0,0 1 0 0 0,0-1 0 0 0,1 0 0 0 0,-1 0-1 0 0,1 1 1 0 0,0-1 0 0 0,-1 1 0 0 0,1-1 0 0 0,2-1 0 0 0,-3 3-508 0 0,-1 0 1 0 0,1 0-1 0 0,-1 0 1 0 0,1 0-1 0 0,-1 0 1 0 0,1 0-1 0 0,-1 0 1 0 0,1 0-1 0 0,-1 0 1 0 0,1 0-1 0 0,-1 0 1 0 0,1 0-1 0 0,-1 1 1 0 0,1-1-1 0 0,-1 0 1 0 0,1 0-1 0 0,-1 0 1 0 0,1 1-1 0 0,-1-1 1 0 0,1 0-1 0 0,0 1 1 0 0,13 17 384 0 0,-8-6-281 0 0,0 1 0 0 0,-1 0 0 0 0,0 0 0 0 0,-1 1-1 0 0,0 0 1 0 0,-1-1 0 0 0,-1 1 0 0 0,0 0-1 0 0,-1 18 1 0 0,-1 6 195 0 0,-2 0 1 0 0,-7 40-1 0 0,9-78-371 0 0,0 0-1 0 0,0 0 1 0 0,0 0-1 0 0,0 0 1 0 0,0 0-1 0 0,0 0 1 0 0,1 0-1 0 0,-1 0 1 0 0,0 0-1 0 0,0 0 1 0 0,0 0 0 0 0,0 0-1 0 0,0 0 1 0 0,0 0-1 0 0,0 0 1 0 0,0 0-1 0 0,0 0 1 0 0,0 0-1 0 0,0 0 1 0 0,0 0-1 0 0,0 0 1 0 0,0 0-1 0 0,0 0 1 0 0,0 0 0 0 0,0 0-1 0 0,0 0 1 0 0,0 0-1 0 0,1 0 1 0 0,-1 0-1 0 0,0 0 1 0 0,0 1-1 0 0,0-1 1 0 0,0 0-1 0 0,0 0 1 0 0,0 0-1 0 0,0 0 1 0 0,0 0 0 0 0,0 0-1 0 0,0 0 1 0 0,0 0-1 0 0,0 0 1 0 0,0 0-1 0 0,0 0 1 0 0,0 0-1 0 0,0 0 1 0 0,0 0-1 0 0,0 0 1 0 0,0 1-1 0 0,0-1 1 0 0,0 0 0 0 0,0 0-1 0 0,0 0 1 0 0,-1 0-1 0 0,7-9 390 0 0,12-26-349 0 0,2-3-46 0 0,-6 15-14 0 0,0 1 1 0 0,2 0 0 0 0,1 1 0 0 0,0 0 0 0 0,1 1 0 0 0,2 2 0 0 0,0 0 0 0 0,36-25 0 0 0,-52 40 3 0 0,0 1 1 0 0,0 0 0 0 0,0 0-1 0 0,1 0 1 0 0,-1 0 0 0 0,1 1-1 0 0,-1 0 1 0 0,1 0 0 0 0,0 0-1 0 0,-1 0 1 0 0,1 1 0 0 0,0 0-1 0 0,0 0 1 0 0,-1 0 0 0 0,1 0 0 0 0,0 1-1 0 0,-1 0 1 0 0,1 0 0 0 0,0 0-1 0 0,-1 0 1 0 0,1 1 0 0 0,-1 0-1 0 0,0 0 1 0 0,1 0 0 0 0,-1 0-1 0 0,0 1 1 0 0,0 0 0 0 0,-1 0-1 0 0,1 0 1 0 0,-1 0 0 0 0,1 0-1 0 0,-1 1 1 0 0,0-1 0 0 0,4 7 0 0 0,-2-2-31 0 0,0 0 1 0 0,-1 0-1 0 0,0 0 1 0 0,0 0 0 0 0,-1 1-1 0 0,0 0 1 0 0,2 13-1 0 0,0 7 568 0 0,1 29-1 0 0,4 23-2809 0 0,-8-71 905 0 0,0-1 0 0 0,1 0 1 0 0,0 0-1 0 0,0 0 0 0 0,1 0 1 0 0,6 10-1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0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274 202 2408 0 0,'0'-3'2050'0'0,"1"-40"3600"0"0,0 23-3988 0 0,0 1 0 0 0,-2-1 0 0 0,0 0-1 0 0,-8-35 1 0 0,9 54-1641 0 0,-1-1 0 0 0,1 1 0 0 0,-1 0 0 0 0,0 0 0 0 0,0-1 0 0 0,1 1 0 0 0,-1 0 0 0 0,0 0 0 0 0,0 0 0 0 0,0 0 0 0 0,0 0 1 0 0,0 0-1 0 0,0 0 0 0 0,0 1 0 0 0,-1-1 0 0 0,1 0 0 0 0,0 1 0 0 0,0-1 0 0 0,-1 0 0 0 0,1 1 0 0 0,0 0 0 0 0,-1-1 0 0 0,1 1 0 0 0,-2-1 0 0 0,0 1-19 0 0,0 0-1 0 0,-1 1 1 0 0,1-1-1 0 0,0 0 1 0 0,0 1-1 0 0,0 0 1 0 0,0 0 0 0 0,1 0-1 0 0,-1 0 1 0 0,0 0-1 0 0,0 0 1 0 0,0 1-1 0 0,1-1 1 0 0,-5 5 0 0 0,-3 1-9 0 0,-1 1-4 0 0,0 1 1 0 0,0 1 0 0 0,1 0-1 0 0,0 1 1 0 0,1-1 0 0 0,-9 14-1 0 0,5-5-2 0 0,1 0 0 0 0,1 1 0 0 0,-9 23-1 0 0,9-17 3 0 0,1 1-1 0 0,-7 28 1 0 0,15-47 12 0 0,0 0 0 0 0,1 0 1 0 0,0 0-1 0 0,1 0 0 0 0,0 0 0 0 0,0 0 0 0 0,0 0 1 0 0,1 0-1 0 0,0 0 0 0 0,1 0 0 0 0,0 0 1 0 0,3 8-1 0 0,-4-13 0 0 0,1 0 1 0 0,-1-1-1 0 0,0 1 1 0 0,1-1-1 0 0,0 0 0 0 0,0 1 1 0 0,0-1-1 0 0,0 0 1 0 0,0 0-1 0 0,0 0 1 0 0,0 0-1 0 0,0-1 1 0 0,1 1-1 0 0,-1-1 0 0 0,1 1 1 0 0,-1-1-1 0 0,1 0 1 0 0,0 0-1 0 0,0 0 1 0 0,-1 0-1 0 0,1 0 1 0 0,0-1-1 0 0,0 0 0 0 0,0 1 1 0 0,0-1-1 0 0,0 0 1 0 0,-1 0-1 0 0,1 0 1 0 0,0-1-1 0 0,0 1 1 0 0,0-1-1 0 0,4-1 0 0 0,3 0 1 0 0,0-1-1 0 0,0-1 1 0 0,0 0-1 0 0,-1 0 0 0 0,1-1 1 0 0,-1 0-1 0 0,14-11 0 0 0,-12 7 5 0 0,0-1-1 0 0,-1 0 0 0 0,0 0 1 0 0,-1-1-1 0 0,0-1 0 0 0,11-18 0 0 0,36-81 119 0 0,-29 54 118 0 0,-27 55-295 0 0,1 3-67 0 0,-1-1 119 0 0,1 0 0 0 0,-1 1-1 0 0,1-1 1 0 0,-1 1 0 0 0,1-1-1 0 0,-1 1 1 0 0,1-1 0 0 0,-1 1-1 0 0,0 0 1 0 0,0-1 0 0 0,1 1-1 0 0,-1-1 1 0 0,0 1 0 0 0,0 0-1 0 0,1-1 1 0 0,-1 1-1 0 0,0 0 1 0 0,0-1 0 0 0,0 1-1 0 0,0 0 1 0 0,0-1 0 0 0,0 1-1 0 0,0 0 1 0 0,0-1 0 0 0,0 1-1 0 0,-1 0 1 0 0,1 0 0 0 0,-3 26-31 0 0,3-23 31 0 0,-6 39-472 0 0,2 1 0 0 0,2 0-1 0 0,2 0 1 0 0,9 67 0 0 0,-7-98-251 0 0,6 30-2088 0 0,0-14-2515 0 0,-2-12-74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0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7 111 2488 0 0,'0'-3'2460'0'0,"0"-5"-96"0"0,2-32 4759 0 0,-1 38-6963 0 0,0-1 0 0 0,0 1-1 0 0,0-1 1 0 0,0 1-1 0 0,0 0 1 0 0,0 0-1 0 0,0-1 1 0 0,1 1-1 0 0,-1 0 1 0 0,1 0 0 0 0,-1 0-1 0 0,1 0 1 0 0,0 1-1 0 0,4-4 1 0 0,34-18 381 0 0,-37 22-501 0 0,1 1-12 0 0,-2 0-21 0 0,0 0-1 0 0,0 0 0 0 0,0 1 0 0 0,0-1 1 0 0,0 1-1 0 0,0-1 0 0 0,0 1 0 0 0,0 0 1 0 0,0-1-1 0 0,0 1 0 0 0,0 0 1 0 0,0 0-1 0 0,0 0 0 0 0,-1 1 0 0 0,1-1 1 0 0,0 0-1 0 0,-1 1 0 0 0,1-1 1 0 0,-1 1-1 0 0,0-1 0 0 0,1 1 0 0 0,-1 0 1 0 0,0 0-1 0 0,0 0 0 0 0,0-1 0 0 0,0 1 1 0 0,0 0-1 0 0,1 4 0 0 0,-1 3 15 0 0,1 0 0 0 0,-1 0 0 0 0,-1 0-1 0 0,1 0 1 0 0,-2 0 0 0 0,1 0-1 0 0,-1 0 1 0 0,-1 0 0 0 0,1 0 0 0 0,-1 0-1 0 0,-6 15 1 0 0,-6 9 49 0 0,-29 53 0 0 0,19-40-11 0 0,-5 5-50 0 0,22-31-30 0 0,6-18 33 0 0,2 0 12 0 0,0-1-20 0 0,-1 0-1 0 0,1-1 1 0 0,0 1 0 0 0,-1 0 0 0 0,1-1 0 0 0,-1 1 0 0 0,1 0 0 0 0,0-1-1 0 0,0 1 1 0 0,-1-1 0 0 0,1 1 0 0 0,0-1 0 0 0,0 1 0 0 0,0-1 0 0 0,0 0 0 0 0,-1 1-1 0 0,1-1 1 0 0,0 0 0 0 0,0 0 0 0 0,1 1 0 0 0,26-2-387 0 0,34-17-1749 0 0,-49 13 1158 0 0,62-21-6498 0 0,-49 13 2664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1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61 2388 0 0,'-23'-21'12162'0'0,"11"5"-9121"0"0,7 6-1911 0 0,4 8-756 0 0,24-8 753 0 0,-20 9-955 0 0,1 1-36 0 0,1 0-110 0 0,1 0 1 0 0,-1 1 0 0 0,0 0-1 0 0,0 0 1 0 0,0 0 0 0 0,0 0-1 0 0,0 1 1 0 0,0 0-1 0 0,-1 0 1 0 0,1 0 0 0 0,8 6-1 0 0,-8-4-2 0 0,-1-1 0 0 0,0 1 0 0 0,-1 0 0 0 0,1 0 0 0 0,-1 0-1 0 0,1 1 1 0 0,-1-1 0 0 0,-1 1 0 0 0,1 0 0 0 0,-1 0 0 0 0,1 0 0 0 0,-1 0-1 0 0,-1 0 1 0 0,3 9 0 0 0,-3-6 105 0 0,0 1 0 0 0,-1-1 0 0 0,0 1 0 0 0,0-1 0 0 0,-1 1 0 0 0,0 0 0 0 0,0-1 0 0 0,-4 12 0 0 0,-4 7 323 0 0,-2 0 1 0 0,0-1 0 0 0,-2-1 0 0 0,-23 35 0 0 0,-15 29 43 0 0,51-89-495 0 0,0 1 1 0 0,0-1-1 0 0,0 1 1 0 0,0-1-1 0 0,1 1 1 0 0,-1-1-1 0 0,0 1 1 0 0,0-1-1 0 0,1 1 1 0 0,-1-1-1 0 0,0 1 1 0 0,1-1-1 0 0,-1 0 1 0 0,0 1-1 0 0,1-1 1 0 0,-1 0 0 0 0,1 1-1 0 0,-1-1 1 0 0,0 0-1 0 0,1 1 1 0 0,-1-1-1 0 0,1 0 1 0 0,-1 0-1 0 0,1 1 1 0 0,-1-1-1 0 0,1 0 1 0 0,-1 0-1 0 0,1 0 1 0 0,-1 0-1 0 0,1 0 1 0 0,0 0-1 0 0,-1 0 1 0 0,1 0-1 0 0,0 0 1 0 0,69-9-2911 0 0,120-33 1 0 0,-91 18-170 0 0,44-10-4381 0 0,-67 12 1036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1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65 180 0 0,'-12'-2'1673'0'0,"-9"0"5406"0"0,6 0-2468 0 0,8 2-4421 0 0,4-1 1022 0 0,0 1-243 0 0,-6-3 614 0 0,8 0-727 0 0,16-6-742 0 0,29-4-2235 0 0,78-10-6930 0 0,-86 16 4160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1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1512 0 0,'54'18'15850'0'0,"-52"-17"-15128"0"0,5 0-338 0 0,8 2-94 0 0,60-5-3895 0 0,-21-3-2803 0 0,-22-1 67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1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2052 0 0,'23'14'17822'0'0,"-22"-14"-17873"0"0,11 3-2744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2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342 210 1036 0 0,'0'-24'4160'0'0,"-2"1"-1"0"0,-7-40 0 0 0,6 50-3076 0 0,0 1 0 0 0,-1 0-1 0 0,-8-19 1 0 0,11 30-1029 0 0,0-1 1 0 0,0 0-1 0 0,0 0 0 0 0,0 0 0 0 0,0 0 1 0 0,0 1-1 0 0,-1-1 0 0 0,1 0 1 0 0,-1 1-1 0 0,1-1 0 0 0,-1 1 0 0 0,1 0 1 0 0,-1 0-1 0 0,0-1 0 0 0,1 1 0 0 0,-1 0 1 0 0,0 0-1 0 0,0 0 0 0 0,0 1 1 0 0,0-1-1 0 0,0 0 0 0 0,0 1 0 0 0,0 0 1 0 0,-3-1-1 0 0,1 1-50 0 0,0 1 0 0 0,0-1 0 0 0,1 1 0 0 0,-1 0-1 0 0,1 0 1 0 0,-1 1 0 0 0,1-1 0 0 0,-1 1 0 0 0,1-1 0 0 0,0 1 0 0 0,0 0 0 0 0,-5 4-1 0 0,-14 13-4 0 0,1 1 0 0 0,0 1-1 0 0,2 1 1 0 0,0 0-1 0 0,1 2 1 0 0,-20 37-1 0 0,26-42-10 0 0,1 1 0 0 0,-9 24 0 0 0,17-37 15 0 0,0 1 0 0 0,0-1 1 0 0,1 1-1 0 0,1 0 0 0 0,-1 0 1 0 0,1 0-1 0 0,1 0 0 0 0,-1 0 1 0 0,2 13-1 0 0,-1-18 2 0 0,1 0 0 0 0,0 0 0 0 0,-1 0 0 0 0,1-1 0 0 0,0 1 0 0 0,0 0 0 0 0,1 0 0 0 0,-1-1 0 0 0,1 1 0 0 0,-1-1 0 0 0,1 1 0 0 0,0-1 0 0 0,0 1 0 0 0,0-1 0 0 0,0 0 0 0 0,0 0 0 0 0,3 2 0 0 0,-1-1-3 0 0,1-1 0 0 0,-1 0 0 0 0,0 0 1 0 0,1 0-1 0 0,0 0 0 0 0,-1-1 1 0 0,1 0-1 0 0,0 1 0 0 0,9-1 0 0 0,-4 0-3 0 0,0-1-1 0 0,1 0 0 0 0,-1-1 0 0 0,1 0 0 0 0,-1-1 0 0 0,0 0 1 0 0,0-1-1 0 0,0 1 0 0 0,13-7 0 0 0,-10 1 13 0 0,0 0 0 0 0,-1-1 0 0 0,0 0 0 0 0,0-1 0 0 0,-1-1 0 0 0,0 1 0 0 0,0-2 0 0 0,12-18 0 0 0,6-5 335 0 0,7-13 546 0 0,-35 47-921 0 0,0 1-55 0 0,0 0 83 0 0,-1 1 0 0 0,1-1 0 0 0,-1 0 0 0 0,1 1 0 0 0,0-1 0 0 0,-1 1 0 0 0,1-1 0 0 0,-1 1 0 0 0,1-1 0 0 0,-1 1 0 0 0,1 0 0 0 0,-1-1 0 0 0,1 1 0 0 0,-1 0 0 0 0,0-1 0 0 0,1 1-1 0 0,-1 0 1 0 0,0-1 0 0 0,0 1 0 0 0,1 0 0 0 0,-1-1 0 0 0,0 1 0 0 0,0 0 0 0 0,0 0 0 0 0,0-1 0 0 0,0 1 0 0 0,0 0 0 0 0,0 0 0 0 0,0 0 0 0 0,0 0 0 0 0,-2 27 7 0 0,2-26-6 0 0,-5 39-49 0 0,3 68 1 0 0,3-90-1176 0 0,7 36-1 0 0,-5-42-398 0 0,1-1 0 0 0,0 1 0 0 0,9 18 0 0 0,-4-17-2145 0 0,1-1-1553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2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1 122 392 0 0,'5'-15'7114'0'0,"-4"13"-6600"0"0,16-32 5678 0 0,-15 29-5787 0 0,1 0 0 0 0,0 1 0 0 0,0 0-1 0 0,1 0 1 0 0,0 0 0 0 0,-1 0 0 0 0,1 1 0 0 0,0-1 0 0 0,8-4 0 0 0,-5 4-258 0 0,1 0 1 0 0,-1 0-1 0 0,1 1 0 0 0,0 0 0 0 0,0 0 1 0 0,14-2-1 0 0,-21 5-140 0 0,1 0 1 0 0,0 0-1 0 0,0 1 1 0 0,-1-1 0 0 0,1 0-1 0 0,0 1 1 0 0,-1-1-1 0 0,1 1 1 0 0,-1 0-1 0 0,1-1 1 0 0,0 1 0 0 0,-1 0-1 0 0,0 0 1 0 0,1 0-1 0 0,-1 0 1 0 0,1 0-1 0 0,-1 0 1 0 0,0 1-1 0 0,0-1 1 0 0,2 3 0 0 0,4 2 41 0 0,-6 0 15 0 0,-1 4 15 0 0,-1-1-1 0 0,0 1 0 0 0,-1 0 0 0 0,0-1 0 0 0,-1 1 0 0 0,0-1 1 0 0,0 0-1 0 0,-6 10 0 0 0,-7 11 243 0 0,-20 30 1 0 0,18-32-215 0 0,-17 35 1 0 0,30-53-85 0 0,3-7-17 0 0,0 1 0 0 0,1-1-1 0 0,-1 0 1 0 0,1 1 0 0 0,0-1 0 0 0,0 1 0 0 0,0-1 0 0 0,0 1-1 0 0,1-1 1 0 0,-1 1 0 0 0,1 0 0 0 0,0-1 0 0 0,1 5 0 0 0,-1-6-10 0 0,1-1 1 0 0,0 1 0 0 0,0-1-1 0 0,0 0 1 0 0,0 1 0 0 0,0-1-1 0 0,0 0 1 0 0,0 0 0 0 0,0 0 0 0 0,0 0-1 0 0,1 0 1 0 0,-1 0 0 0 0,0 0-1 0 0,1 0 1 0 0,-1 0 0 0 0,1-1-1 0 0,-1 1 1 0 0,1 0 0 0 0,-1-1-1 0 0,1 1 1 0 0,-1-1 0 0 0,1 0-1 0 0,-1 0 1 0 0,1 1 0 0 0,0-1 0 0 0,-1 0-1 0 0,1 0 1 0 0,2-1 0 0 0,20 0-1024 0 0,0 0 1 0 0,-1-2-1 0 0,28-7 1 0 0,-23 3-1958 0 0,0-1-1 0 0,37-17 0 0 0,-25 7-2686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3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56 40 0 0,'-21'-47'17200'0'0,"21"46"-17161"0"0,0 1 0 0 0,0 0 0 0 0,0-1 0 0 0,0 1 0 0 0,0 0 0 0 0,0 0 0 0 0,0-1 0 0 0,0 1 0 0 0,0 0 0 0 0,0-1 0 0 0,0 1 0 0 0,0 0 0 0 0,0 0 0 0 0,0-1 0 0 0,0 1 0 0 0,0 0 0 0 0,0 0 0 0 0,0-1 0 0 0,-1 1 0 0 0,1 0 0 0 0,0 0 0 0 0,0-1 0 0 0,0 1 0 0 0,0 0 0 0 0,-1 0 0 0 0,1 0 0 0 0,0-1 0 0 0,0 1 0 0 0,0 0 0 0 0,-1 0 0 0 0,1 0 0 0 0,-3 1 926 0 0,3 9 4 0 0,1-7-847 0 0,27 143 2893 0 0,-25-123-2807 0 0,-1 1 0 0 0,0 0-1 0 0,-2-1 1 0 0,-4 31 0 0 0,3-42-24 0 0,1-1 1 0 0,1 0-1 0 0,1 11 1 0 0,-2-19 17 0 0,3 5 224 0 0,9-39-407 0 0,1-1 1 0 0,1 2-1 0 0,2 0 1 0 0,1 1 0 0 0,1 0-1 0 0,2 2 1 0 0,41-46-1 0 0,-55 67-62 0 0,0 0 0 0 0,0 0 0 0 0,1 0 0 0 0,0 1 0 0 0,0 0 0 0 0,0 0 0 0 0,1 1 0 0 0,0 0 0 0 0,-1 1 0 0 0,1-1 0 0 0,1 1-1 0 0,11-2 1 0 0,-18 5 39 0 0,1-1-1 0 0,0 1 1 0 0,0 0-1 0 0,0 1 1 0 0,0-1-1 0 0,0 0 1 0 0,0 1-1 0 0,0 0 1 0 0,-1 0-1 0 0,1-1 1 0 0,0 2 0 0 0,-1-1-1 0 0,1 0 1 0 0,0 0-1 0 0,-1 1 1 0 0,0 0-1 0 0,1-1 1 0 0,-1 1-1 0 0,0 0 1 0 0,0 0-1 0 0,2 3 1 0 0,1 0 13 0 0,0 1 1 0 0,-1 0 0 0 0,0 0 0 0 0,0 1-1 0 0,0-1 1 0 0,3 10 0 0 0,0 4 25 0 0,-2 0 0 0 0,0 0 0 0 0,5 40 0 0 0,-7-35-239 0 0,1 0 0 0 0,8 25 0 0 0,-10-43-187 0 0,0 0 1 0 0,1-1 0 0 0,0 1-1 0 0,1-1 1 0 0,-1 1 0 0 0,1-1-1 0 0,0 0 1 0 0,1-1 0 0 0,0 1 0 0 0,5 5-1 0 0,-5-7-792 0 0,-1-1 0 0 0,1 1-1 0 0,0-1 1 0 0,0 0 0 0 0,0-1-1 0 0,0 1 1 0 0,0-1 0 0 0,8 3-1 0 0,8 0-6526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6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262 148 2044 0 0,'9'-19'2466'0'0,"39"-83"9201"0"0,-47 100-11130 0 0,0-4 9 0 0,-2-10 379 0 0,-5 13-712 0 0,-7 9-211 0 0,-6 7-2 0 0,1 1 0 0 0,0 0 1 0 0,1 2-1 0 0,0 0 0 0 0,1 1 1 0 0,-22 31-1 0 0,5-1-28 0 0,-42 82 0 0 0,64-108 18 0 0,1 0 0 0 0,-9 30-1 0 0,17-45 12 0 0,0 0-1 0 0,0 1 0 0 0,1-1 0 0 0,0 1 1 0 0,0-1-1 0 0,1 1 0 0 0,0-1 0 0 0,0 1 0 0 0,0 0 1 0 0,1-1-1 0 0,0 1 0 0 0,3 11 0 0 0,-3-16-4 0 0,0 0-1 0 0,1 0 0 0 0,-1 0 1 0 0,0-1-1 0 0,1 1 0 0 0,-1-1 0 0 0,1 1 1 0 0,-1-1-1 0 0,1 1 0 0 0,0-1 1 0 0,0 0-1 0 0,0 0 0 0 0,-1 0 1 0 0,1 0-1 0 0,0 0 0 0 0,0 0 1 0 0,0-1-1 0 0,0 1 0 0 0,1-1 0 0 0,-1 1 1 0 0,0-1-1 0 0,0 0 0 0 0,0 0 1 0 0,0 0-1 0 0,0 0 0 0 0,0 0 1 0 0,4-1-1 0 0,2 1-25 0 0,0-2 0 0 0,1 1 1 0 0,-1-1-1 0 0,0 0 0 0 0,12-6 0 0 0,-9 3 18 0 0,0-1 0 0 0,0 0-1 0 0,-1-1 1 0 0,0 0 0 0 0,0-1-1 0 0,0 0 1 0 0,-1 0 0 0 0,10-13-1 0 0,4-7 26 0 0,27-47 0 0 0,-11 16 206 0 0,-12 14-295 0 0,-26 43 22 0 0,0 2-2 0 0,0 0 52 0 0,0 0-1 0 0,-1 0 0 0 0,1 0 1 0 0,0 1-1 0 0,0-1 0 0 0,0 0 1 0 0,-1 1-1 0 0,1-1 0 0 0,0 1 1 0 0,0-1-1 0 0,-1 1 0 0 0,1-1 1 0 0,0 1-1 0 0,-1-1 0 0 0,2 2 1 0 0,-1 1 3 0 0,1-1-1 0 0,-1 1 1 0 0,0 0 0 0 0,0 0 0 0 0,-1 0 0 0 0,1 0 0 0 0,-1 0 0 0 0,1 0 0 0 0,-1 0 0 0 0,0 1 0 0 0,0 4 0 0 0,-1 5 4 0 0,1 89 200 0 0,0 10-1512 0 0,1-103 914 0 0,5 57-2420 0 0,0-23-3044 0 0,-3-25 566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6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0 183 2360 0 0,'1'-1'3038'0'0,"5"-11"2042"0"0,-3 0-3707 0 0,-2 9-252 0 0,-1 3-974 0 0,0-1 0 0 0,0 1 1 0 0,0-1-1 0 0,0 1 0 0 0,0-1 0 0 0,1 1 1 0 0,-1-1-1 0 0,0 1 0 0 0,0-1 0 0 0,0 1 1 0 0,1 0-1 0 0,-1-1 0 0 0,0 1 0 0 0,0-1 1 0 0,1 1-1 0 0,-1 0 0 0 0,0-1 0 0 0,1 1 1 0 0,-1 0-1 0 0,0-1 0 0 0,1 1 0 0 0,-1 0 0 0 0,1 0 1 0 0,-1-1-1 0 0,1 1 0 0 0,1 1-118 0 0,0 0 0 0 0,0 0 0 0 0,0 0 0 0 0,0 0 0 0 0,0 0 0 0 0,0 1-1 0 0,0-1 1 0 0,-1 1 0 0 0,1-1 0 0 0,0 1 0 0 0,-1 0 0 0 0,0 0 0 0 0,1 0 0 0 0,-1 0 0 0 0,0 0-1 0 0,0 0 1 0 0,0 0 0 0 0,0 0 0 0 0,0 0 0 0 0,-1 0 0 0 0,2 4 0 0 0,1 5 40 0 0,0 0 1 0 0,-1 0 0 0 0,2 17-1 0 0,-3 56 289 0 0,-2-37 17 0 0,1-45-296 0 0,0 12 217 0 0,2-29-306 0 0,1 2 1 0 0,1-1 0 0 0,0 0 0 0 0,1 1-1 0 0,0 0 1 0 0,10-17 0 0 0,4-4-29 0 0,27-36 0 0 0,-27 44-12 0 0,2 1 0 0 0,1 1 0 0 0,39-32-1 0 0,-57 51 30 0 0,1 1 0 0 0,1 0 0 0 0,-1 0 0 0 0,1 0 0 0 0,-1 0 0 0 0,1 1 0 0 0,0 0 0 0 0,1 0 0 0 0,-1 1 0 0 0,0 0 0 0 0,1 0 0 0 0,-1 0-1 0 0,1 1 1 0 0,11-2 0 0 0,13 6-29 0 0,-21 2 48 0 0,-5-1 7 0 0,-2-2 1 0 0,-1 0 0 0 0,0 0 0 0 0,0 0 0 0 0,0 1 0 0 0,0-1 0 0 0,-1 0 0 0 0,1 1 0 0 0,-1-1 0 0 0,1 1 0 0 0,-1 0 0 0 0,0-1 0 0 0,0 1 0 0 0,0 0 1 0 0,0 0-1 0 0,0 4 0 0 0,6 43 137 0 0,-7-15-809 0 0,-4 40 0 0 0,0 4-8522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17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1468 0 0,'1'-3'2322'0'0,"11"-13"2500"0"0,25-28 1 0 0,-31 39-4417 0 0,0-1 0 0 0,0 1 0 0 0,0 0 0 0 0,1 1 0 0 0,0-1 1 0 0,0 1-1 0 0,0 1 0 0 0,9-4 0 0 0,-9 4-289 0 0,0 0 0 0 0,0 1 0 0 0,0 0 0 0 0,0 1 0 0 0,0-1 0 0 0,0 1 0 0 0,1 1 0 0 0,-1-1 0 0 0,1 1 0 0 0,-1 1 0 0 0,11 1 0 0 0,-15-2-87 0 0,-1 1 0 0 0,1 0 0 0 0,-1 0 0 0 0,1 0 1 0 0,-1 0-1 0 0,1 0 0 0 0,-1 0 0 0 0,0 1 0 0 0,1-1 0 0 0,-1 1 0 0 0,0-1 0 0 0,0 1 0 0 0,0 0 0 0 0,0 0 0 0 0,-1 0 0 0 0,1 0 0 0 0,0 0 0 0 0,-1 0 0 0 0,0 1 0 0 0,1-1 0 0 0,-1 0 0 0 0,0 1 0 0 0,0-1 0 0 0,0 1 0 0 0,0 0 0 0 0,-1-1 0 0 0,1 1 0 0 0,-1-1 0 0 0,0 1 0 0 0,1 5 0 0 0,-1 5 203 0 0,-1 0 0 0 0,0 0 0 0 0,0 0 0 0 0,-6 20 0 0 0,7-32-228 0 0,-13 45 295 0 0,-1 0-1 0 0,-24 47 1 0 0,29-72-224 0 0,-11 31 129 0 0,19-50-158 0 0,5 2 14 0 0,-3-4-61 0 0,-1 0 1 0 0,0 1 0 0 0,0-1-1 0 0,0 0 1 0 0,0 1 0 0 0,1-1-1 0 0,-1 0 1 0 0,0 0 0 0 0,0 1-1 0 0,0-1 1 0 0,1 0 0 0 0,-1 0-1 0 0,0 1 1 0 0,1-1 0 0 0,-1 0-1 0 0,0 0 1 0 0,0 0 0 0 0,1 0-1 0 0,-1 1 1 0 0,0-1 0 0 0,1 0-1 0 0,-1 0 1 0 0,0 0 0 0 0,1 0-1 0 0,-1 0 1 0 0,0 0 0 0 0,1 0-1 0 0,-1 0 1 0 0,1 0 0 0 0,-1 0-1 0 0,0 0 1 0 0,1 0 0 0 0,-1 0-1 0 0,0 0 1 0 0,1 0 0 0 0,-1 0-1 0 0,61-10-2179 0 0,0-1 0 0 0,107-37-1 0 0,-116 32 82 0 0,17-6-2290 0 0,2 0-2091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0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20 260 40 0 0,'0'0'2548'0'0,"-3"-16"-43"0"0,1 4-170 0 0,-1 0-1 0 0,-8-20 1 0 0,10 30-1969 0 0,11-47 722 0 0,-9 47-990 0 0,0-1-66 0 0,0-1 1 0 0,0 1 0 0 0,0 0 0 0 0,1 0-1 0 0,-1 0 1 0 0,1 0 0 0 0,0 0 0 0 0,0 1-1 0 0,0-1 1 0 0,0 0 0 0 0,4-3-1 0 0,0-1 32 0 0,7-11 84 0 0,-10 13-133 0 0,1 1 0 0 0,-1 0 0 0 0,1 0 1 0 0,-1 1-1 0 0,1-1 0 0 0,0 1 0 0 0,1-1 0 0 0,-1 1 1 0 0,0 1-1 0 0,9-5 0 0 0,-5 2-16 0 0,-4 2-7 0 0,0 0 0 0 0,1 0 0 0 0,-1 1 1 0 0,1 0-1 0 0,0 0 0 0 0,0 0 0 0 0,0 1 0 0 0,5-2 1 0 0,7 2-23 0 0,-13 1 23 0 0,-1 0-8 0 0,1 1 4 0 0,-2-1 9 0 0,1 1 1 0 0,-1-1-1 0 0,1 1 1 0 0,0-1-1 0 0,-1 1 1 0 0,1 0-1 0 0,-1 0 0 0 0,0 0 1 0 0,1 1-1 0 0,-1-1 1 0 0,4 3-1 0 0,0 1-5 0 0,-2-2 8 0 0,6 8 6 0 0,-2 0 0 0 0,1 1 0 0 0,-1 0 0 0 0,-1 1 0 0 0,0-1 1 0 0,-1 1-1 0 0,-1 1 0 0 0,0-1 0 0 0,4 17 0 0 0,-6-14 17 0 0,-1 0-1 0 0,-1 0 0 0 0,0 0 1 0 0,-1 1-1 0 0,-1-1 1 0 0,-5 32-1 0 0,-1-10 54 0 0,-2 1 0 0 0,-1-2 1 0 0,-30 72-1 0 0,39-105-214 0 0,0 0 1 0 0,-1 0 0 0 0,2 0 0 0 0,-1 0 0 0 0,0 0-1 0 0,1 5 1 0 0,0-8-80 0 0,-1 0 0 0 0,1 0-1 0 0,0-1 1 0 0,0 1 0 0 0,0 0-1 0 0,0 0 1 0 0,0 0 0 0 0,1 0-1 0 0,-1 0 1 0 0,0 0 0 0 0,0-1-1 0 0,1 1 1 0 0,-1 0 0 0 0,0 0-1 0 0,1 0 1 0 0,-1 0 0 0 0,1-1-1 0 0,-1 1 1 0 0,1 0 0 0 0,-1-1-1 0 0,1 1 1 0 0,-1 0 0 0 0,1-1-1 0 0,0 1 1 0 0,-1-1 0 0 0,1 1-1 0 0,0-1 1 0 0,0 1 0 0 0,-1-1-1 0 0,1 1 1 0 0,0-1 0 0 0,0 0-1 0 0,1 1 1 0 0,14 1-3876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0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25 1428 0 0,'0'0'7212'0'0,"-3"0"-6201"0"0,-3 0-803 0 0,-17-6 9104 0 0,24 0-10391 0 0,0 5 1119 0 0,4-2 6 0 0,-5 2-46 0 0,0 1 0 0 0,0-1 0 0 0,1 1 0 0 0,-1 0 0 0 0,0-1-1 0 0,1 1 1 0 0,-1 0 0 0 0,0-1 0 0 0,1 1 0 0 0,-1 0 0 0 0,0-1 0 0 0,1 1 0 0 0,-1 0 0 0 0,0 0 0 0 0,1-1-1 0 0,-1 1 1 0 0,1 0 0 0 0,-1 0 0 0 0,1 0 0 0 0,-1 0 0 0 0,1 0 0 0 0,0-1 0 0 0,2 1-7 0 0,0-1 1 0 0,1 1 0 0 0,-1 0-1 0 0,0 0 1 0 0,1 0-1 0 0,-1 0 1 0 0,0 1 0 0 0,1-1-1 0 0,-1 1 1 0 0,0 0-1 0 0,0 0 1 0 0,0 0 0 0 0,0 0-1 0 0,0 0 1 0 0,0 1 0 0 0,0 0-1 0 0,0-1 1 0 0,5 5-1 0 0,-4-2 7 0 0,0 0 0 0 0,0 0 0 0 0,0 0 0 0 0,0 1 0 0 0,-1-1 0 0 0,0 1-1 0 0,0 0 1 0 0,0 0 0 0 0,0 0 0 0 0,3 11 0 0 0,-3-5 20 0 0,0 1-1 0 0,-1-1 1 0 0,-1 1 0 0 0,0 0-1 0 0,0-1 1 0 0,-1 1 0 0 0,-1 0 0 0 0,0 0-1 0 0,0-1 1 0 0,-1 1 0 0 0,-4 13-1 0 0,-7 15 495 0 0,-30 68 1 0 0,24-65-21 0 0,16-36-438 0 0,-4 11 86 0 0,-18 31 1 0 0,24-48-135 0 0,1 1 0 0 0,-1-1 0 0 0,1 1 0 0 0,-1 0 1 0 0,1-1-1 0 0,0 1 0 0 0,0-1 0 0 0,0 1 0 0 0,0 0 1 0 0,0-1-1 0 0,0 1 0 0 0,0 0 0 0 0,0-1 0 0 0,1 1 1 0 0,-1-1-1 0 0,1 1 0 0 0,-1 0 0 0 0,1-1 1 0 0,1 3-1 0 0,-2-4-8 0 0,5 3 56 0 0,9 0-35 0 0,0-2-1 0 0,0 0 1 0 0,0 0 0 0 0,0-1 0 0 0,-1-1 0 0 0,17-3 0 0 0,92-21-363 0 0,-53 10-270 0 0,56-8-1120 0 0,30-7-1802 0 0,-54 9-1702 0 0,-27 2-1423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1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35 1880 0 0,'-3'1'2808'0'0,"-54"5"10706"0"0,63-9-13767 0 0,0 0-1 0 0,0 0 0 0 0,1 0 1 0 0,-1 1-1 0 0,1 0 0 0 0,11-2 0 0 0,48-5-3670 0 0,-28 4-245 0 0,2-2-1760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1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2636 0 0,'2'0'2546'0'0,"29"8"6222"0"0,4 0-2584 0 0,-32-7-5559 0 0,115 9-10118 0 0,-98-11 5810 0 0,1 0-1496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2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3072 0 0,'5'0'2681'0'0,"3"0"-2062"0"0,32 3 9223 0 0,-26-2-4477 0 0,3-3-2427 0 0,-12 2-3827 0 0,1-1-1 0 0,-1-1 1 0 0,0 1 0 0 0,0-1-1 0 0,0 0 1 0 0,1 0 0 0 0,-2 0-1 0 0,1-1 1 0 0,0 0-1 0 0,7-5 1 0 0,4-2-4311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2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365 240 668 0 0,'-2'-9'1332'0'0,"1"1"1"0"0,1-1-1 0 0,-1 0 0 0 0,1 0 1 0 0,1 0-1 0 0,1-11 0 0 0,1-27 2357 0 0,-2 40-3308 0 0,-1-1 1 0 0,0 1-1 0 0,-1 0 0 0 0,1-1 0 0 0,-1 1 0 0 0,-1 0 0 0 0,1 0 0 0 0,-1 0 1 0 0,-1 0-1 0 0,1 0 0 0 0,-7-11 0 0 0,8 16-356 0 0,-1 1-1 0 0,0-1 1 0 0,0 0 0 0 0,1 1-1 0 0,-1-1 1 0 0,-1 1-1 0 0,1-1 1 0 0,0 1 0 0 0,0 0-1 0 0,0 0 1 0 0,-1 0 0 0 0,1 0-1 0 0,0 0 1 0 0,-4 0-1 0 0,4 1-18 0 0,0-1-4 0 0,1 1 1 0 0,0 0-1 0 0,-1-1 1 0 0,1 1-1 0 0,0 0 1 0 0,0 0-1 0 0,-1 0 1 0 0,1 0-1 0 0,0 0 1 0 0,-1 0-1 0 0,1 0 1 0 0,0 1-1 0 0,0-1 1 0 0,-1 0-1 0 0,1 1 1 0 0,-1 0-1 0 0,-4 1 3 0 0,-3 0-14 0 0,0 1-1 0 0,0 0 1 0 0,0 1 0 0 0,0 0-1 0 0,1 0 1 0 0,0 1 0 0 0,0 0-1 0 0,0 1 1 0 0,0-1-1 0 0,-11 13 1 0 0,-5 6-46 0 0,-32 43 0 0 0,42-48 35 0 0,0 0 1 0 0,1 2 0 0 0,1-1 0 0 0,-16 39 0 0 0,25-52 27 0 0,0 0 0 0 0,1 1 0 0 0,-1 0 0 0 0,2 0 0 0 0,-1-1 0 0 0,1 1 0 0 0,0 0 0 0 0,0 0 0 0 0,1 0 0 0 0,0 0 0 0 0,1 0 0 0 0,0 0 0 0 0,0 0 0 0 0,1 0 0 0 0,0 0 0 0 0,0-1 0 0 0,6 14 0 0 0,-6-17 3 0 0,0 0-1 0 0,1-1 0 0 0,-1 1 1 0 0,1-1-1 0 0,0 0 1 0 0,0 0-1 0 0,0 0 0 0 0,0 0 1 0 0,1 0-1 0 0,-1-1 0 0 0,1 1 1 0 0,0-1-1 0 0,0 0 0 0 0,-1 0 1 0 0,1 0-1 0 0,0-1 0 0 0,1 1 1 0 0,-1-1-1 0 0,0 0 1 0 0,0 0-1 0 0,1-1 0 0 0,-1 1 1 0 0,0-1-1 0 0,1 0 0 0 0,3 0 1 0 0,1-1 2 0 0,-1 0 1 0 0,0-1 0 0 0,0 0 0 0 0,1 0-1 0 0,-1 0 1 0 0,-1-1 0 0 0,1 0 0 0 0,0-1-1 0 0,-1 0 1 0 0,0 0 0 0 0,1-1 0 0 0,7-7-1 0 0,1-2 222 0 0,-2 0 0 0 0,14-19-1 0 0,8-7 2161 0 0,-34 38-2217 0 0,-2 2-174 0 0,0-1-1 0 0,0 1 0 0 0,0 0 0 0 0,1-1 0 0 0,-1 1 1 0 0,0 0-1 0 0,0-1 0 0 0,0 1 0 0 0,1 0 0 0 0,-1-1 0 0 0,0 1 1 0 0,0 0-1 0 0,1 0 0 0 0,-1-1 0 0 0,0 1 0 0 0,1 0 1 0 0,-1 0-1 0 0,0-1 0 0 0,1 1 0 0 0,-1 0 0 0 0,0 0 1 0 0,1 0-1 0 0,-1 0 0 0 0,1 0 0 0 0,-1 0 0 0 0,0 0 1 0 0,1 0-1 0 0,-1-1 0 0 0,0 1 0 0 0,1 0 0 0 0,-1 1 0 0 0,1-1 1 0 0,-1 0-1 0 0,0 0 0 0 0,1 0 0 0 0,-1 0 0 0 0,1 0 1 0 0,-1 0-1 0 0,0 0 0 0 0,1 0 0 0 0,-1 1 0 0 0,0-1 1 0 0,1 0-1 0 0,-1 0 0 0 0,0 1 0 0 0,1-1 0 0 0,-1 0 1 0 0,0 0-1 0 0,0 1 0 0 0,1-1 0 0 0,-1 0 0 0 0,0 1 1 0 0,0-1-1 0 0,0 0 0 0 0,1 1 0 0 0,-1-1 0 0 0,0 0 0 0 0,0 1 1 0 0,0-1-1 0 0,0 0 0 0 0,0 1 0 0 0,0-1 0 0 0,0 1 1 0 0,0-1-1 0 0,0 1 0 0 0,6 102 132 0 0,-5-65-786 0 0,7 54 0 0 0,-6-79 69 0 0,2 11-1640 0 0,10 33 1 0 0,-11-50 840 0 0,-1 0-1 0 0,2 0 1 0 0,-1 0 0 0 0,1 0-1 0 0,4 6 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1792 0 0,'0'-3'2596'0'0,"6"-50"9429"0"0,0 56-11503 0 0,-6-3-506 0 0,1 0 1 0 0,-1 0-1 0 0,1 0 1 0 0,-1 0 0 0 0,1 0-1 0 0,-1 0 1 0 0,1 0 0 0 0,-1 0-1 0 0,1 1 1 0 0,-1-1-1 0 0,1 0 1 0 0,-1 0 0 0 0,1 1-1 0 0,-1-1 1 0 0,0 0 0 0 0,1 0-1 0 0,-1 1 1 0 0,1-1-1 0 0,-1 1 1 0 0,0-1 0 0 0,1 0-1 0 0,-1 1 1 0 0,0 0 0 0 0,11 28 294 0 0,-2 0 0 0 0,-2 1 0 0 0,0 1 0 0 0,2 39 0 0 0,-3-30 40 0 0,-4-29-195 0 0,-1-11 12 0 0,2-17 63 0 0,-1 5-273 0 0,3-11 4 0 0,1 1-1 0 0,2 0 1 0 0,17-37 0 0 0,-19 47-4 0 0,0 0 0 0 0,2 1 1 0 0,-1 0-1 0 0,1 0 1 0 0,1 1-1 0 0,0 0 1 0 0,17-14-1 0 0,-23 22 26 0 0,0 0 0 0 0,0 0-1 0 0,0 0 1 0 0,1 0 0 0 0,-1 1 0 0 0,0 0-1 0 0,1-1 1 0 0,-1 1 0 0 0,1 1-1 0 0,-1-1 1 0 0,1 0 0 0 0,-1 1 0 0 0,1 0-1 0 0,-1-1 1 0 0,1 2 0 0 0,-1-1 0 0 0,8 1-1 0 0,-6 1 26 0 0,0 0 0 0 0,0 0-1 0 0,0 1 1 0 0,-1 0-1 0 0,1 0 1 0 0,-1 0 0 0 0,0 0-1 0 0,0 0 1 0 0,0 1 0 0 0,0 0-1 0 0,0 0 1 0 0,-1 0-1 0 0,1 0 1 0 0,-1 1 0 0 0,0-1-1 0 0,-1 1 1 0 0,1 0 0 0 0,-1 0-1 0 0,0 0 1 0 0,0 0-1 0 0,-1 0 1 0 0,1 0 0 0 0,-1 0-1 0 0,0 0 1 0 0,0 7-1 0 0,0 0 93 0 0,0 0 0 0 0,0-1 0 0 0,-1 1 0 0 0,-3 18 0 0 0,3-28 196 0 0,2-37-308 0 0,3 15-19 0 0,1 1 1 0 0,1 0-1 0 0,1 0 0 0 0,1 0 0 0 0,0 1 1 0 0,1 1-1 0 0,15-21 0 0 0,-17 27-27 0 0,1 1 0 0 0,16-15 0 0 0,-16 16 3 0 0,-7 7 40 0 0,1 0-1 0 0,-1 0 1 0 0,1 1-1 0 0,0-1 0 0 0,0 1 1 0 0,-1 0-1 0 0,1 0 1 0 0,0 0-1 0 0,5-1 0 0 0,-6 1 7 0 0,-1 1 5 0 0,0 0 1 0 0,0-1-1 0 0,0 1 1 0 0,-1 0-1 0 0,1 0 1 0 0,0-1-1 0 0,0 1 1 0 0,0 0-1 0 0,-1 0 1 0 0,1 0-1 0 0,0 0 0 0 0,0 0 1 0 0,0 0-1 0 0,0 0 1 0 0,-1 1-1 0 0,1-1 1 0 0,0 0-1 0 0,0 0 1 0 0,1 1-1 0 0,4 1-25 0 0,-2-1 32 0 0,-1 1 0 0 0,1-1 0 0 0,0 1 0 0 0,-1 0 0 0 0,0-1 0 0 0,1 1 0 0 0,-1 1 0 0 0,0-1 0 0 0,0 0 0 0 0,0 1 0 0 0,0 0 0 0 0,-1-1 1 0 0,1 1-1 0 0,-1 0 0 0 0,1 1 0 0 0,2 5 0 0 0,-2-2-62 0 0,0 0 1 0 0,-1 0 0 0 0,0 0 0 0 0,-1 0 0 0 0,0 0 0 0 0,1 9 0 0 0,-1-6-276 0 0,2 47-2723 0 0,-1-3-4886 0 0,2-38 2715 0 0</inkml:trace>
  <inkml:trace contextRef="#ctx0" brushRef="#br0" timeOffset="1">898 148 892 0 0,'3'-18'4284'0'0,"3"-10"6497"0"0,-4 30-10665 0 0,0 0 0 0 0,0 0-1 0 0,0 0 1 0 0,0 0 0 0 0,0 1 0 0 0,0-1 0 0 0,-1 1 0 0 0,1-1 0 0 0,-1 1 0 0 0,1-1-1 0 0,-1 1 1 0 0,0 0 0 0 0,0 0 0 0 0,0-1 0 0 0,-1 1 0 0 0,1 0 0 0 0,0 5 0 0 0,6 64 1111 0 0,-6-59-1099 0 0,7 88 829 0 0,-7-99-836 0 0,-2 8 169 0 0,-1-7-156 0 0,0-13-63 0 0,3-20-84 0 0,1 0 0 0 0,1 0 0 0 0,2 0 0 0 0,0 0 0 0 0,3 1 0 0 0,0 0 0 0 0,16-37 0 0 0,-20 58-36 0 0,0 1 1 0 0,0-1 0 0 0,10-12 0 0 0,-12 17 28 0 0,0 1 0 0 0,0 0 1 0 0,0 0-1 0 0,0 0 0 0 0,1 0 0 0 0,-1 0 0 0 0,1 0 0 0 0,0 1 0 0 0,-1-1 0 0 0,1 1 1 0 0,0 0-1 0 0,6-2 0 0 0,-7 3 13 0 0,0-1 1 0 0,0 1 0 0 0,1 0-1 0 0,-1 1 1 0 0,0-1 0 0 0,0 0-1 0 0,0 1 1 0 0,0-1-1 0 0,0 1 1 0 0,0-1 0 0 0,0 1-1 0 0,0 0 1 0 0,0 0-1 0 0,0 0 1 0 0,0 0 0 0 0,-1 0-1 0 0,1 1 1 0 0,2 1-1 0 0,1 1 3 0 0,0 1 0 0 0,-1-1-1 0 0,0 1 1 0 0,0-1-1 0 0,4 8 1 0 0,-1 0 44 0 0,-2-1-1 0 0,1 1 1 0 0,-1-1 0 0 0,-1 1 0 0 0,0 1 0 0 0,-1-1-1 0 0,3 23 1 0 0,-2 6-509 0 0,-3 48 1 0 0,-1-57-671 0 0,0-30 916 0 0,3 28-1957 0 0,-2-29 1888 0 0,-1 0 0 0 0,1 1 1 0 0,-1-1-1 0 0,1 0 0 0 0,-1 0 1 0 0,1 0-1 0 0,0 0 1 0 0,0 0-1 0 0,0 0 0 0 0,-1 0 1 0 0,1 0-1 0 0,0 0 1 0 0,0 0-1 0 0,0 0 0 0 0,0 0 1 0 0,2 0-1 0 0,8 5-3317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4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644 196 556 0 0,'-2'-2'1695'0'0,"0"1"-1277"0"0,-8-7 1462 0 0,1 0 0 0 0,1 0 0 0 0,-11-12 817 0 0,12 9-1965 0 0,6 11-701 0 0,1 0 0 0 0,0-1 0 0 0,-1 1-1 0 0,1 0 1 0 0,0 0 0 0 0,0-1 0 0 0,-1 1-1 0 0,1-1 1 0 0,0 1 0 0 0,0 0 0 0 0,0-1-1 0 0,0 1 1 0 0,-1 0 0 0 0,1-1 0 0 0,0 1-1 0 0,0-1 1 0 0,0 1 0 0 0,0-1 0 0 0,0 1 0 0 0,0 0-1 0 0,0-1 1 0 0,0 1 0 0 0,0-1 0 0 0,0 1-1 0 0,0 0 1 0 0,1-1 0 0 0,-1 1 0 0 0,0-1-1 0 0,0 1 1 0 0,0-1 0 0 0,42-12 428 0 0,1 2 0 0 0,49-6 1 0 0,-7 1-298 0 0,21-9 104 0 0,93-16 1164 0 0,-196 40-1425 0 0,13 0-39 0 0,-13 0 0 0 0,-1 2 32 0 0,0-1-1 0 0,0 1 1 0 0,0-1-1 0 0,0 1 1 0 0,0 0 0 0 0,0 0-1 0 0,0 0 1 0 0,0 0-1 0 0,-1 0 1 0 0,1 0-1 0 0,0 0 1 0 0,-1 1-1 0 0,1-1 1 0 0,-1 1-1 0 0,1-1 1 0 0,-1 1-1 0 0,0-1 1 0 0,0 1-1 0 0,1 0 1 0 0,-1 0-1 0 0,0 0 1 0 0,-1-1-1 0 0,1 1 1 0 0,0 0-1 0 0,0 0 1 0 0,0 2-1 0 0,2 9 37 0 0,1 0-1 0 0,2 22 1 0 0,-5-34-30 0 0,24 397 2028 0 0,-22-269-1879 0 0,-10 479 1399 0 0,1-404-948 0 0,-127 1214 1887 0 0,-47-476-223 0 0,85-479-1930 0 0,-61 397 1357 0 0,96-385-1757 0 0,52-369 110 0 0,8-104-50 0 0,-3 18 52 0 0,2 1-3 0 0,0-19-1 0 0,1 1-15 0 0,0 7 35 0 0,0-8 895 0 0,-5 9 2718 0 0,6-10-3490 0 0,-2 3 259 0 0,-15 6-218 0 0,-15 3-691 0 0,-1-1 0 0 0,-1-2-1 0 0,0-1 1 0 0,-50 6 0 0 0,19-3-456 0 0,0 1-1594 0 0,-46 10-2867 0 0,38-10-2158 0 0,11-4-4179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5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30 888 0 0,'-16'-25'14933'0'0,"10"20"-13194"0"0,-8 12-1383 0 0,13-6-343 0 0,0 0 0 0 0,-1-1 0 0 0,1 1 0 0 0,0 0 0 0 0,0 0 0 0 0,1-1 0 0 0,-1 1 0 0 0,0 0-1 0 0,0 0 1 0 0,0 0 0 0 0,0 0 0 0 0,1 0 0 0 0,-1 0 0 0 0,1 0 0 0 0,-2 2 0 0 0,-1 3 26 0 0,-22 24-65 0 0,-81 109 30 0 0,94-120-1456 0 0,-17 38 0 0 0,24-44 25 0 0,0 0 0 0 0,1 1 0 0 0,0-1 0 0 0,-1 15 0 0 0,4-4-4270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94 2212 0 0,'-15'-31'6411'0'0,"-7"-13"929"0"0,21 41-6793 0 0,-16-13 989 0 0,22 30-1397 0 0,0-1 0 0 0,1 0 1 0 0,1-1-1 0 0,0 0 1 0 0,0 0-1 0 0,12 14 0 0 0,2 5 215 0 0,361 467 614 0 0,-318-428-7528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6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78 2932 0 0,'-6'-17'5062'0'0,"-3"-22"1249"0"0,9 37-5503 0 0,0 1-757 0 0,0 1 0 0 0,0-1 0 0 0,1 0 0 0 0,-1 1 0 0 0,0-1 0 0 0,0 1 0 0 0,0-1 0 0 0,0 0 0 0 0,0 1 0 0 0,0-1 0 0 0,-1 0 0 0 0,1 1 0 0 0,0-1 0 0 0,0 0 0 0 0,0 1 0 0 0,0-1 0 0 0,-1 1 0 0 0,1-1 0 0 0,0 1 0 0 0,-1-1 0 0 0,1 1 0 0 0,0-1 0 0 0,-1 1 0 0 0,1-1 0 0 0,-1 1 0 0 0,1-1 0 0 0,-1 1 0 0 0,1-1 0 0 0,-1 1 0 0 0,1 0 0 0 0,-1-1 0 0 0,1 1 0 0 0,-1 0 0 0 0,0-1 0 0 0,1 1 0 0 0,-1 0 0 0 0,1 0 0 0 0,-1 0 0 0 0,0 0 0 0 0,1 0 0 0 0,-1 0 0 0 0,0-1 0 0 0,1 1 0 0 0,-1 1 0 0 0,0-1 0 0 0,1 0 0 0 0,-1 0 0 0 0,1 0 0 0 0,-1 0 0 0 0,0 0 0 0 0,1 0 0 0 0,-1 1 0 0 0,1-1 0 0 0,-2 1-1 0 0,0 0 7 0 0,-1 0 0 0 0,0 1 0 0 0,1-1 0 0 0,-1 1-1 0 0,0 0 1 0 0,1-1 0 0 0,0 1 0 0 0,-4 4-1 0 0,-379 574 1602 0 0,368-554-1611 0 0,-86 154-2363 0 0,89-157-622 0 0,13-20 1853 0 0,3 1-389 0 0,-2-4 1306 0 0,1 1 1 0 0,-1-1-1 0 0,1 1 0 0 0,-1-1 1 0 0,1 1-1 0 0,-1-1 0 0 0,1 1 1 0 0,-1-1-1 0 0,1 1 1 0 0,0-1-1 0 0,-1 0 0 0 0,1 1 1 0 0,0-1-1 0 0,-1 0 0 0 0,1 1 1 0 0,0-1-1 0 0,-1 0 0 0 0,1 0 1 0 0,0 0-1 0 0,0 0 0 0 0,-1 0 1 0 0,1 0-1 0 0,0 0 1 0 0,0 0-1 0 0,-1 0 0 0 0,1 0 1 0 0,0 0-1 0 0,0 0 0 0 0,-1 0 1 0 0,1-1-1 0 0,0 1 0 0 0,-1 0 1 0 0,1 0-1 0 0,1-1 1 0 0,15-4-3882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6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35 652 0 0,'0'0'18306'0'0,"3"0"-18187"0"0,12 0-28 0 0,-12 0 65 0 0,49-13 98 0 0,34-2-1744 0 0,-33 9-3596 0 0,-30 7-560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54 2648 0 0,'-22'16'5599'0'0,"-36"37"0"0"0,56-51-5051 0 0,4 1-80 0 0,-2-2-454 0 0,0-1-1 0 0,0 0 0 0 0,0 0 0 0 0,0 1 1 0 0,0-1-1 0 0,0 0 0 0 0,0 0 0 0 0,0 1 0 0 0,0-1 1 0 0,0 0-1 0 0,0 1 0 0 0,0-1 0 0 0,0 0 1 0 0,0 0-1 0 0,0 1 0 0 0,1-1 0 0 0,-1 0 0 0 0,0 0 1 0 0,0 0-1 0 0,0 1 0 0 0,0-1 0 0 0,1 0 1 0 0,-1 0-1 0 0,0 0 0 0 0,0 1 0 0 0,0-1 0 0 0,1 0 1 0 0,-1 0-1 0 0,0 0 0 0 0,0 0 0 0 0,1 0 1 0 0,-1 1-1 0 0,0-1 0 0 0,0 0 0 0 0,1 0 0 0 0,-1 0 1 0 0,0 0-1 0 0,0 0 0 0 0,1 0 0 0 0,19 1 229 0 0,-1-1-1 0 0,1-1 1 0 0,36-5 0 0 0,64-19-755 0 0,-58 10-280 0 0,169-46-6370 0 0,-137 32 1678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7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1233 174 356 0 0,'9'-13'4668'0'0,"0"-1"0"0"0,9-19 0 0 0,-18 32-4442 0 0,1-1 0 0 0,-1 0 1 0 0,1 1-1 0 0,-1-1 0 0 0,0 0 0 0 0,0 1 1 0 0,1-1-1 0 0,-1 0 0 0 0,0 0 0 0 0,-1 1 1 0 0,1-1-1 0 0,0 0 0 0 0,0 1 0 0 0,-1-1 1 0 0,1 0-1 0 0,-1 1 0 0 0,1-1 0 0 0,-1 0 1 0 0,-1-1-1 0 0,-18-26 1273 0 0,20 29-1431 0 0,-5-5-20 0 0,1 1-1 0 0,-1-1 1 0 0,0 2 0 0 0,0-1-1 0 0,0 0 1 0 0,-1 1 0 0 0,1 0 0 0 0,-1 0-1 0 0,0 0 1 0 0,0 1 0 0 0,0 0-1 0 0,0 0 1 0 0,0 1 0 0 0,0 0-1 0 0,-9-1 1 0 0,-6 0-84 0 0,0 1 1 0 0,0 2-1 0 0,-25 3 0 0 0,34-3 9 0 0,0 0 0 0 0,1 1 1 0 0,-1 1-1 0 0,1 0 0 0 0,0 0 1 0 0,0 1-1 0 0,0 1 0 0 0,0 0 0 0 0,1 0 1 0 0,0 1-1 0 0,0 1 0 0 0,0-1 0 0 0,1 1 1 0 0,0 1-1 0 0,0 0 0 0 0,1 0 0 0 0,0 1 1 0 0,1 0-1 0 0,-1 0 0 0 0,-8 17 1 0 0,-1 5 10 0 0,2 0 1 0 0,2 1-1 0 0,1 1 1 0 0,1 0-1 0 0,-9 50 1 0 0,-16 177 316 0 0,33-236-217 0 0,-36 474 508 0 0,-22 179 1133 0 0,30-411-1498 0 0,-4 29-146 0 0,-23 157 87 0 0,-34 208 19 0 0,15-253 110 0 0,26-158 469 0 0,-103 570 228 0 0,119-607-999 0 0,-14 112-92 0 0,44-285 152 0 0,0 6-33 0 0,0 65 0 0 0,5-106-2 0 0,0 0 0 0 0,0 0 0 0 0,1 0-1 0 0,-1 0 1 0 0,1 0 0 0 0,-1 0 0 0 0,1 0 0 0 0,1 0 0 0 0,-1 0-1 0 0,0-1 1 0 0,3 6 0 0 0,-2-8-8 0 0,-1 1 0 0 0,1 0 0 0 0,-1-1-1 0 0,1 1 1 0 0,0-1 0 0 0,0 0 0 0 0,-1 1 0 0 0,1-1-1 0 0,0 0 1 0 0,0 0 0 0 0,0 0 0 0 0,0-1 0 0 0,0 1 0 0 0,1 0-1 0 0,-1-1 1 0 0,0 1 0 0 0,0-1 0 0 0,0 0 0 0 0,1 0-1 0 0,-1 0 1 0 0,3 0 0 0 0,44-2-320 0 0,0-1 0 0 0,64-14 0 0 0,98-33-2788 0 0,-22-4-1232 0 0,-61 12-2118 0 0,-11-1-2691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8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2032 0 0,'2'-1'3644'0'0,"9"-4"456"0"0,2-3 649 0 0,-9 6-4621 0 0,-4 2-92 0 0,0-1-1 0 0,1 1 0 0 0,0 0 1 0 0,-1 0-1 0 0,1-1 1 0 0,-1 1-1 0 0,1 0 1 0 0,-1 0-1 0 0,1 0 1 0 0,-1-1-1 0 0,1 1 1 0 0,0 0-1 0 0,-1 0 0 0 0,1 0 1 0 0,-1 0-1 0 0,1 0 1 0 0,0 0-1 0 0,-1 0 1 0 0,1 1-1 0 0,30 13 36 0 0,-24-9-67 0 0,0 0 1 0 0,0 0-1 0 0,0 1 0 0 0,-1 0 0 0 0,0 0 0 0 0,0 0 0 0 0,0 1 0 0 0,-1 0 0 0 0,0 0 0 0 0,0 0 0 0 0,-1 1 0 0 0,0 0 0 0 0,0-1 1 0 0,-1 2-1 0 0,0-1 0 0 0,0 0 0 0 0,-1 0 0 0 0,0 1 0 0 0,0 0 0 0 0,-1-1 0 0 0,0 18 0 0 0,-1-9 34 0 0,-1 0 0 0 0,-1 0 0 0 0,-1-1 1 0 0,0 1-1 0 0,-1-1 0 0 0,-1 0 0 0 0,0 0 0 0 0,-1 0 0 0 0,-1-1 0 0 0,-13 23 0 0 0,-18 16 96 0 0,24-36 322 0 0,-15 27 0 0 0,13-24 642 0 0,16-29-1028 0 0,0 6-64 0 0,0 0 1 0 0,0 0 0 0 0,0-1 0 0 0,0 1 0 0 0,1 0-1 0 0,-1-1 1 0 0,1 1 0 0 0,-1 0 0 0 0,1 0 0 0 0,0 0-1 0 0,0 0 1 0 0,0 0 0 0 0,0 0 0 0 0,1-2 0 0 0,135-206 23 0 0,-19 32 372 0 0,-90 128 304 0 0,-27 48-703 0 0,-3 3-120 0 0,0-1 110 0 0,1 1-1 0 0,-1 0 1 0 0,0-1 0 0 0,1 1-1 0 0,-1 0 1 0 0,1 0-1 0 0,-1 0 1 0 0,1 1-1 0 0,0-1 1 0 0,0 0-1 0 0,-1 0 1 0 0,1 1-1 0 0,-2 2 1 0 0,-17 27-68 0 0,12-17 38 0 0,-6 8 5 0 0,1 0 0 0 0,2 1 0 0 0,-11 26 0 0 0,16-34 29 0 0,1 0-1 0 0,1 0 0 0 0,1 0 0 0 0,0 1 0 0 0,1-1 1 0 0,-1 20-1 0 0,3-28-73 0 0,1 0-1 0 0,0 0 1 0 0,0 0 0 0 0,0 0 0 0 0,1 0-1 0 0,0-1 1 0 0,0 1 0 0 0,1 0 0 0 0,0-1-1 0 0,0 0 1 0 0,0 1 0 0 0,1-1 0 0 0,0 0 0 0 0,0-1-1 0 0,0 1 1 0 0,1-1 0 0 0,0 0 0 0 0,10 8-1 0 0,-6-6-788 0 0,0 0-1 0 0,1-2 0 0 0,0 1 0 0 0,0-1 0 0 0,0 0 0 0 0,0-1 0 0 0,1 0 0 0 0,0-1 0 0 0,0 0 0 0 0,0-1 0 0 0,12 1 0 0 0,-1-1-3770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29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55 2124 0 0,'1'-2'2372'0'0,"17"-43"13399"0"0,-18 38-12801 0 0,0 16-2409 0 0,-12 39-758 0 0,-7 72 1 0 0,4 52-4750 0 0,3-23-4564 0 0,8-100 2965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0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41 173 496 0 0,'-3'-3'1806'0'0,"-1"-1"-1222"0"0,0-1 0 0 0,1 0 0 0 0,-1 0 0 0 0,1-1-1 0 0,0 1 1 0 0,0-1 0 0 0,1 1 0 0 0,-1-1 0 0 0,1 0 0 0 0,1 0-1 0 0,-1 0 1 0 0,1 0 0 0 0,0 0 0 0 0,0 0 0 0 0,1 0 0 0 0,0 0-1 0 0,0 0 1 0 0,0-1 0 0 0,1 1 0 0 0,3-12 0 0 0,-4 16-549 0 0,0 1-1 0 0,1-1 1 0 0,0 0 0 0 0,-1 0 0 0 0,1 0 0 0 0,0 1 0 0 0,0-1 0 0 0,0 1-1 0 0,0-1 1 0 0,0 0 0 0 0,1 1 0 0 0,-1 0 0 0 0,0-1 0 0 0,1 1 0 0 0,-1 0-1 0 0,1 0 1 0 0,-1 0 0 0 0,1 0 0 0 0,0 0 0 0 0,-1 0 0 0 0,4-1 0 0 0,-1 1-29 0 0,0-1 0 0 0,-1 2-1 0 0,1-1 1 0 0,0 0 0 0 0,0 1 0 0 0,5 0 0 0 0,-7 0-4 0 0,0 0 0 0 0,0 1-1 0 0,0-1 1 0 0,0 1 0 0 0,0 0-1 0 0,0 0 1 0 0,-1 0 0 0 0,1 0-1 0 0,0 0 1 0 0,-1 0-1 0 0,1 0 1 0 0,0 0 0 0 0,-1 1-1 0 0,1-1 1 0 0,-1 1 0 0 0,0-1-1 0 0,2 3 1 0 0,0 0 10 0 0,0 0 1 0 0,0 1-1 0 0,0-1 1 0 0,3 10-1 0 0,-3-4 35 0 0,0 0 0 0 0,-1 0-1 0 0,0 0 1 0 0,-1 0 0 0 0,0 1-1 0 0,-1-1 1 0 0,0 0 0 0 0,0 0-1 0 0,-1 0 1 0 0,-1 1 0 0 0,-3 12-1 0 0,-1-1 222 0 0,-1 0 0 0 0,-1-1-1 0 0,-1 0 1 0 0,-12 20 0 0 0,-2 5 1091 0 0,22-44-890 0 0,2-5-462 0 0,0 1 0 0 0,0-1 1 0 0,0 1-1 0 0,0-1 0 0 0,1 1 1 0 0,-1-1-1 0 0,1 1 0 0 0,0 0 1 0 0,-1 0-1 0 0,1 0 0 0 0,3-3 1 0 0,2-2 11 0 0,161-200 66 0 0,-165 203-80 0 0,11-12 18 0 0,8-6-102 0 0,-18 16-60 0 0,-15 16 87 0 0,-10 8 15 0 0,2 0 0 0 0,0 2 0 0 0,2 0 1 0 0,0 1-1 0 0,1 1 0 0 0,-13 24 0 0 0,26-42 21 0 0,1 1 1 0 0,0-1-1 0 0,0 1 0 0 0,1-1 0 0 0,-1 1 0 0 0,1 0 0 0 0,0 0 0 0 0,0 0 0 0 0,1 0 0 0 0,-1 0 0 0 0,1 0 1 0 0,0 0-1 0 0,1 0 0 0 0,-1 0 0 0 0,1 0 0 0 0,0 0 0 0 0,0-1 0 0 0,1 1 0 0 0,-1 0 0 0 0,1 0 0 0 0,0-1 1 0 0,0 1-1 0 0,1-1 0 0 0,-1 0 0 0 0,1 0 0 0 0,0 0 0 0 0,0 0 0 0 0,1 0 0 0 0,-1 0 0 0 0,1-1 0 0 0,-1 0 0 0 0,1 0 1 0 0,7 5-1 0 0,3 0-754 0 0,0 0 0 0 0,0-1 1 0 0,0-1-1 0 0,1 0 0 0 0,24 6 0 0 0,-25-9-951 0 0,0 0 0 0 0,1-1 0 0 0,21 0 0 0 0,-12-4-2714 0 0</inkml:trace>
  <inkml:trace contextRef="#ctx0" brushRef="#br0" timeOffset="1">589 386 392 0 0,'4'-4'1515'0'0,"0"0"0"0"0,-1 0-1 0 0,1-1 1 0 0,-1 1 0 0 0,0-1 0 0 0,0 0 0 0 0,-1 1-1 0 0,1-1 1 0 0,2-9 0 0 0,-4 11-1429 0 0,0 1 0 0 0,1 0 0 0 0,-1 0 1 0 0,1-1-1 0 0,0 1 0 0 0,-1 0 0 0 0,1 0 0 0 0,0 1 0 0 0,0-1 0 0 0,0 0 0 0 0,1 1 1 0 0,-1-1-1 0 0,0 1 0 0 0,1 0 0 0 0,-1-1 0 0 0,0 1 0 0 0,1 0 0 0 0,-1 1 1 0 0,1-1-1 0 0,0 0 0 0 0,-1 1 0 0 0,1-1 0 0 0,0 1 0 0 0,-1 0 0 0 0,1 0 0 0 0,0 0 1 0 0,4 1-1 0 0,-4-1-49 0 0,0 0 0 0 0,0 1 0 0 0,0 0 1 0 0,0-1-1 0 0,0 1 0 0 0,0 0 0 0 0,0 1 1 0 0,0-1-1 0 0,-1 0 0 0 0,1 1 0 0 0,0 0 1 0 0,-1-1-1 0 0,1 1 0 0 0,-1 0 0 0 0,0 0 1 0 0,0 0-1 0 0,1 1 0 0 0,-2-1 0 0 0,1 1 0 0 0,0-1 1 0 0,0 1-1 0 0,-1-1 0 0 0,1 1 0 0 0,-1 0 1 0 0,0 0-1 0 0,0 0 0 0 0,0-1 0 0 0,0 1 1 0 0,0 0-1 0 0,-1 0 0 0 0,0 0 0 0 0,1 1 1 0 0,-1-1-1 0 0,0 5 0 0 0,-2 3 244 0 0,0 0 0 0 0,0-1-1 0 0,-1 1 1 0 0,0-1 0 0 0,-1 1-1 0 0,-5 9 1 0 0,-34 59 908 0 0,26-51-806 0 0,13-21-322 0 0,-4 10 125 0 0,9-17-183 0 0,-1 1 1 0 0,0-1-1 0 0,0 1 1 0 0,1-1-1 0 0,-1 1 1 0 0,0-1-1 0 0,1 0 0 0 0,-1 1 1 0 0,0-1-1 0 0,1 1 1 0 0,-1-1-1 0 0,1 0 1 0 0,-1 1-1 0 0,1-1 1 0 0,-1 0-1 0 0,1 0 1 0 0,-1 1-1 0 0,1-1 1 0 0,-1 0-1 0 0,1 0 0 0 0,-1 0 1 0 0,1 0-1 0 0,-1 0 1 0 0,1 1-1 0 0,-1-1 1 0 0,1 0-1 0 0,-1 0 1 0 0,1 0-1 0 0,0-1 1 0 0,-1 1-1 0 0,1 0 0 0 0,-1 0 1 0 0,1 0-1 0 0,-1 0 1 0 0,1 0-1 0 0,0-1 1 0 0,172-18-1507 0 0,13-1-4476 0 0,-97 14-919 0 0,-49 4 515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0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56 2204 0 0,'0'-3'4580'0'0,"0"-5"-3112"0"0,1-20 7646 0 0,0 20-7590 0 0,0-1-809 0 0,-5 17-1546 0 0,0-1 0 0 0,1 1 0 0 0,0-1 0 0 0,0 1 0 0 0,1 0 0 0 0,-2 10 0 0 0,-1 11-5149 0 0,4-14 576 0 0</inkml:trace>
  <inkml:trace contextRef="#ctx0" brushRef="#br0" timeOffset="1">52 385 932 0 0,'0'3'2492'0'0,"7"57"12279"0"0,-7-45-13100 0 0,0-5-1644 0 0,2 6-3443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1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18 121 2084 0 0,'-2'-3'1957'0'0,"0"-3"-994"0"0,-1 1-1 0 0,1-1 1 0 0,0 0-1 0 0,0 0 1 0 0,1 0-1 0 0,-1-7 1 0 0,1 10-713 0 0,1-1-1 0 0,0 0 1 0 0,0 0 0 0 0,0 0-1 0 0,1 0 1 0 0,-1 1 0 0 0,1-1 0 0 0,0 0-1 0 0,0 0 1 0 0,0 1 0 0 0,3-6-1 0 0,-2 7-211 0 0,0 0-1 0 0,0 1 0 0 0,1-1 1 0 0,-1 0-1 0 0,1 1 0 0 0,-1-1 1 0 0,1 1-1 0 0,-1 0 0 0 0,1 0 1 0 0,0 0-1 0 0,-1 0 0 0 0,1 0 1 0 0,0 1-1 0 0,0-1 0 0 0,0 1 1 0 0,-1-1-1 0 0,1 1 0 0 0,0 0 1 0 0,0 0-1 0 0,5 1 0 0 0,-2 1-15 0 0,1 0 0 0 0,0 0 0 0 0,-1 0 0 0 0,1 1 0 0 0,-1 0 0 0 0,0 0-1 0 0,0 0 1 0 0,0 1 0 0 0,0 0 0 0 0,-1 0 0 0 0,1 1 0 0 0,-1-1 0 0 0,0 1-1 0 0,-1 0 1 0 0,1 0 0 0 0,-1 1 0 0 0,0 0 0 0 0,0-1 0 0 0,-1 1 0 0 0,1 1 0 0 0,-1-1-1 0 0,-1 0 1 0 0,1 1 0 0 0,2 10 0 0 0,-4-5 156 0 0,0 0-1 0 0,-1 0 1 0 0,0 1-1 0 0,-1-1 1 0 0,0 0-1 0 0,-1-1 1 0 0,0 1-1 0 0,-1 0 1 0 0,-1 0-1 0 0,-4 12 1 0 0,-3 10 955 0 0,11-34-1113 0 0,0 0 0 0 0,0 1 0 0 0,-1-1-1 0 0,1 0 1 0 0,0 0 0 0 0,0 0 0 0 0,0 0 0 0 0,0 1-1 0 0,0-1 1 0 0,0 0 0 0 0,0 0 0 0 0,0 0-1 0 0,0 1 1 0 0,0-1 0 0 0,0 0 0 0 0,0 0 0 0 0,0 0-1 0 0,0 1 1 0 0,0-1 0 0 0,0 0 0 0 0,0 0-1 0 0,0 0 1 0 0,0 1 0 0 0,0-1 0 0 0,0 0 0 0 0,0 0-1 0 0,0 0 1 0 0,0 1 0 0 0,0-1 0 0 0,0 0-1 0 0,0 0 1 0 0,0 0 0 0 0,1 0 0 0 0,-1 1 0 0 0,0-1-1 0 0,0 0 1 0 0,0 0 0 0 0,0 0 0 0 0,1 0-1 0 0,7-5 225 0 0,18-21-401 0 0,-18 18 235 0 0,239-220 156 0 0,-232 211-126 0 0,-13 14-165 0 0,-10 7-8 0 0,1 1 38 0 0,0 1-1 0 0,0 0 1 0 0,1 1 0 0 0,0 0 0 0 0,0 0-1 0 0,0 0 1 0 0,1 1 0 0 0,-5 9 0 0 0,3-5 11 0 0,1 0-1 0 0,0 1 1 0 0,1 0 0 0 0,-6 23 0 0 0,10-27-67 0 0,-1 1 1 0 0,2-1-1 0 0,-1 1 0 0 0,1-1 1 0 0,1 1-1 0 0,0 0 1 0 0,0-1-1 0 0,1 0 1 0 0,0 1-1 0 0,0-1 0 0 0,1 0 1 0 0,1 0-1 0 0,4 10 1 0 0,-2-8-565 0 0,0 0 0 0 0,0-1 0 0 0,1 0-1 0 0,9 9 1 0 0,-9-10-730 0 0,1-1-1 0 0,0-1 0 0 0,0 0 1 0 0,14 9-1 0 0,-1-3-3980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2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46 134 1432 0 0,'14'-13'13900'0'0,"-10"11"-12990"0"0,-3 7-815 0 0,-1 0 0 0 0,1-1 0 0 0,-1 1-1 0 0,0 0 1 0 0,0-1 0 0 0,-1 1 0 0 0,1 0 0 0 0,-3 8 0 0 0,-13 41 495 0 0,-13 17 120 0 0,18-47 769 0 0,10-22-1012 0 0,1-2-448 0 0,-1-1 0 0 0,1 0 1 0 0,-1 1-1 0 0,1-1 0 0 0,-1 0 0 0 0,1 0 1 0 0,0 1-1 0 0,-1-1 0 0 0,1 0 1 0 0,0 0-1 0 0,0 0 0 0 0,-1 1 0 0 0,1-1 1 0 0,0 0-1 0 0,0 0 0 0 0,0 0 0 0 0,0 0 1 0 0,0 1-1 0 0,0-1 0 0 0,0 0 0 0 0,1-1 1 0 0,1-20 74 0 0,2 3-89 0 0,0 0-1 0 0,1 0 1 0 0,1 1 0 0 0,1 0 0 0 0,1 0 0 0 0,0 1-1 0 0,12-19 1 0 0,-13 25-40 0 0,0 1-1 0 0,1 0 0 0 0,0 0 1 0 0,1 1-1 0 0,0 0 1 0 0,0 0-1 0 0,1 1 1 0 0,0 1-1 0 0,0-1 0 0 0,1 2 1 0 0,18-10-1 0 0,-24 15 23 0 0,-1 0 0 0 0,1 1 0 0 0,0-1 0 0 0,0 1 0 0 0,-1 0 0 0 0,1 0 0 0 0,0 1 0 0 0,0-1 0 0 0,0 1 0 0 0,-1 0 0 0 0,1 0 0 0 0,-1 1 0 0 0,1-1 0 0 0,-1 1 0 0 0,1 0 0 0 0,-1 0 0 0 0,0 1 1 0 0,7 5-1 0 0,-4-2 24 0 0,-1 0 1 0 0,-1 1 0 0 0,1-1 0 0 0,-1 1 0 0 0,0 1 0 0 0,-1-1 0 0 0,1 1 0 0 0,-2 0 0 0 0,1 0 0 0 0,-1 0 0 0 0,0 0 0 0 0,3 15 0 0 0,-2 1 74 0 0,0 0 0 0 0,-2 0 0 0 0,0 30 1 0 0,6-18-378 0 0,-7-33-149 0 0,3-1-724 0 0,-4-2 1108 0 0,0 0 1 0 0,0 1-1 0 0,0-1 0 0 0,1 0 1 0 0,-1 0-1 0 0,0 1 0 0 0,0-1 1 0 0,0 0-1 0 0,1 0 1 0 0,-1 1-1 0 0,0-1 0 0 0,0 0 1 0 0,1 0-1 0 0,-1 0 0 0 0,0 0 1 0 0,0 0-1 0 0,1 1 0 0 0,-1-1 1 0 0,0 0-1 0 0,1 0 0 0 0,-1 0 1 0 0,0 0-1 0 0,1 0 1 0 0,-1 0-1 0 0,0 0 0 0 0,0 0 1 0 0,1 0-1 0 0,-1 0 0 0 0,0 0 1 0 0,1 0-1 0 0,-1 0 0 0 0,0 0 1 0 0,1 0-1 0 0,-1-1 0 0 0,0 1 1 0 0,0 0-1 0 0,1 0 1 0 0,7-4-1396 0 0,0-1 1 0 0,0 1 0 0 0,-1-1 0 0 0,1-1 0 0 0,6-6 0 0 0,9-9-4161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869 97 924 0 0,'0'0'4637'0'0,"-3"0"-3443"0"0,-30-10 11614 0 0,33 9-12823 0 0,1 0 0 0 0,-1 1 0 0 0,1-1 0 0 0,0 1 0 0 0,-1-1 0 0 0,1 1 0 0 0,0-1 0 0 0,0 1 0 0 0,-1-1 1 0 0,1 1-1 0 0,0 0 0 0 0,0-1 0 0 0,-1 1 0 0 0,1 0 0 0 0,0 0 0 0 0,0-1 0 0 0,1 1 0 0 0,59-17 268 0 0,70-24-44 0 0,-73 27-267 0 0,-56 14 42 0 0,2-1 3 0 0,10-2-3 0 0,-10 3-3 0 0,13-2-241 0 0,-6 4 224 0 0,-11-2 34 0 0,1 0 0 0 0,0 0 0 0 0,0 0 0 0 0,0 0 0 0 0,0 0 0 0 0,0 1 0 0 0,0-1 0 0 0,0 0 0 0 0,0 1 0 0 0,0-1 0 0 0,0 0 0 0 0,0 1 0 0 0,-1-1 0 0 0,1 1 0 0 0,0 0-1 0 0,0-1 1 0 0,-1 1 0 0 0,1-1 0 0 0,0 1 0 0 0,-1 0 0 0 0,1 0 0 0 0,0-1 0 0 0,-1 1 0 0 0,1 1 0 0 0,1 0-1 0 0,9 19-40 0 0,0 0 49 0 0,-10-19-4 0 0,6 22 7 0 0,1 11-5 0 0,1 19 403 0 0,-3 1 0 0 0,0 81 0 0 0,-5-76-306 0 0,-10 726 2274 0 0,5-631-1640 0 0,-47 691 927 0 0,-31 0-540 0 0,77-793-1032 0 0,-163 1434 833 0 0,98-797-881 0 0,39-354 154 0 0,8-94 625 0 0,18-187-284 0 0,-10 80-337 0 0,9-96 1137 0 0,6-37-1160 0 0,-5 36 736 0 0,-2-20-657 0 0,-4 8-142 0 0,7-22-96 0 0,0-1-1 0 0,0 1 1 0 0,0-1 0 0 0,-1 0 0 0 0,1 0 0 0 0,-1-1 0 0 0,0 0 0 0 0,0 1 0 0 0,1-1 0 0 0,-1-1-1 0 0,-10 3 1 0 0,-17 4-638 0 0,0-2 0 0 0,0-1 1 0 0,-1-2-1 0 0,1-1 0 0 0,-45-2 0 0 0,21-4-2158 0 0,0-3-1 0 0,-69-17 1 0 0,89 15-1927 0 0,-63-25 1 0 0,34 4-3727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3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17 105 1480 0 0,'36'-84'11610'0'0,"-29"66"-9738"0"0,-6 15-1215 0 0,-4 11-592 0 0,-31 93-1486 0 0,14-32-5688 0 0,16-52 2359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4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54 828 0 0,'0'-3'4352'0'0,"-3"-12"-868"0"0,-1-21 5720 0 0,2 76-9089 0 0,-13 341 1319 0 0,1-251-1375 0 0,-5 48-5998 0 0,19-175 5344 0 0,-2 10-380 0 0,-13 10-8588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5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4 382 1724 0 0,'-2'-28'2258'0'0,"0"-1"0"0"0,2 1 0 0 0,1 0 0 0 0,9-52 0 0 0,-8 70-2113 0 0,0 1 1 0 0,1-1-1 0 0,0 1 0 0 0,1 0 0 0 0,0 0 1 0 0,0 1-1 0 0,1-1 0 0 0,0 1 0 0 0,0 0 1 0 0,1 0-1 0 0,0 0 0 0 0,0 1 0 0 0,1 0 1 0 0,0 0-1 0 0,0 1 0 0 0,1 0 0 0 0,14-9 1 0 0,-10 9-132 0 0,0 1 0 0 0,0 0 0 0 0,1 0 0 0 0,-1 1 0 0 0,1 1 0 0 0,0 0 0 0 0,0 1 0 0 0,1 1 0 0 0,-1 0 0 0 0,0 0 0 0 0,0 1 0 0 0,17 3 0 0 0,-22-2-8 0 0,1 0-1 0 0,-1 0 0 0 0,0 1 1 0 0,0 0-1 0 0,0 1 1 0 0,0 0-1 0 0,-1 0 1 0 0,1 1-1 0 0,-1-1 1 0 0,1 2-1 0 0,-1-1 1 0 0,-1 1-1 0 0,1 0 1 0 0,-1 1-1 0 0,0-1 1 0 0,0 1-1 0 0,0 0 1 0 0,-1 1-1 0 0,0-1 1 0 0,7 14-1 0 0,-8-13 19 0 0,-1 0-1 0 0,-1 0 1 0 0,0 1-1 0 0,0-1 1 0 0,0 1 0 0 0,-1-1-1 0 0,0 1 1 0 0,0 0-1 0 0,-1 0 1 0 0,0-1 0 0 0,0 1-1 0 0,-1 0 1 0 0,0 0-1 0 0,0-1 1 0 0,-1 1 0 0 0,0-1-1 0 0,-4 11 1 0 0,-5 7 190 0 0,-1-1 0 0 0,-1 0 0 0 0,-25 34 0 0 0,27-42-66 0 0,-21 28 317 0 0,31-42-422 0 0,0 0-10 0 0,-7 10-49 0 0,8-12 14 0 0,0 1 0 0 0,0-1-1 0 0,0 0 1 0 0,-1 0-1 0 0,1 1 1 0 0,0-1 0 0 0,0 0-1 0 0,0 0 1 0 0,0 1-1 0 0,0-1 1 0 0,0 0 0 0 0,-1 1-1 0 0,1-1 1 0 0,0 0-1 0 0,0 1 1 0 0,0-1 0 0 0,0 0-1 0 0,0 1 1 0 0,0-1-1 0 0,0 0 1 0 0,0 1 0 0 0,1-1-1 0 0,-1 0 1 0 0,0 0-1 0 0,0 1 1 0 0,0-1-1 0 0,0 0 1 0 0,0 1 0 0 0,0-1-1 0 0,1 0 1 0 0,-1 0-1 0 0,0 1 1 0 0,0-1 0 0 0,1 1-1 0 0,51 20-117 0 0,-24-11 82 0 0,-1 1 1 0 0,0 2-1 0 0,26 17 1 0 0,-42-23 115 0 0,0 1-1 0 0,0 0 1 0 0,-1 1 0 0 0,0 0 0 0 0,0 1 0 0 0,-1 0 0 0 0,14 21 0 0 0,-20-26 143 0 0,0 0 0 0 0,-1 0 0 0 0,1 0 0 0 0,-1 0 0 0 0,0 0 0 0 0,-1 1 0 0 0,0-1 1 0 0,1 1-1 0 0,-2-1 0 0 0,1 1 0 0 0,0-1 0 0 0,-1 1 0 0 0,0 0 0 0 0,-1-1 0 0 0,1 1 0 0 0,-1-1 0 0 0,0 1 0 0 0,0-1 1 0 0,-1 1-1 0 0,0-1 0 0 0,-4 9 0 0 0,2-6 172 0 0,0 0 0 0 0,-1 0 0 0 0,-1 0 0 0 0,1 0 0 0 0,-1-1 0 0 0,0 0 0 0 0,-1 0 0 0 0,0 0 0 0 0,0-1 1 0 0,-13 9-1 0 0,8-8-28 0 0,0 0 1 0 0,-1 0 0 0 0,0-2 0 0 0,0 1 0 0 0,-1-2-1 0 0,-20 5 1 0 0,7-4-67 0 0,0-1 0 0 0,0-2-1 0 0,0-1 1 0 0,0-1 0 0 0,0-1 0 0 0,-52-9-1 0 0,59 7-994 0 0,1-2-1 0 0,-32-11 1 0 0,50 15 542 0 0,0 1 0 0 0,0 0 0 0 0,0-1 0 0 0,0 1 0 0 0,1-1 0 0 0,-1 1 0 0 0,0-1 1 0 0,0 1-1 0 0,1-1 0 0 0,-1 1 0 0 0,0-1 0 0 0,1 0 0 0 0,-1 0 0 0 0,0 1 0 0 0,1-1 0 0 0,-1 0 1 0 0,1 0-1 0 0,-1 0 0 0 0,1 1 0 0 0,0-1 0 0 0,-1 0 0 0 0,1 0 0 0 0,0 0 0 0 0,0 0 0 0 0,0 0 0 0 0,-1 0 1 0 0,1 0-1 0 0,0 0 0 0 0,0 0 0 0 0,0 1 0 0 0,1-1 0 0 0,-1 0 0 0 0,0 0 0 0 0,0 0 0 0 0,0 0 0 0 0,1 0 1 0 0,-1 0-1 0 0,0 0 0 0 0,1 0 0 0 0,-1 1 0 0 0,1-1 0 0 0,-1 0 0 0 0,1 0 0 0 0,-1 1 0 0 0,1-1 1 0 0,1-1-1 0 0,2-3-699 0 0,0 0 1 0 0,1 0-1 0 0,-1 1 1 0 0,10-8 0 0 0,40-22-7188 0 0,-20 16 80 0 0</inkml:trace>
  <inkml:trace contextRef="#ctx0" brushRef="#br0" timeOffset="1">1082 498 720 0 0,'15'-5'14101'0'0,"-4"-1"-10813"0"0,-6 3-2946 0 0,-1 1 0 0 0,1-1-1 0 0,0 1 1 0 0,0 0 0 0 0,0 1 0 0 0,0-1-1 0 0,8-1 1 0 0,45-3-3334 0 0,-15 4-5642 0 0,-21 2 1821 0 0</inkml:trace>
  <inkml:trace contextRef="#ctx0" brushRef="#br0" timeOffset="2">1121 691 652 0 0,'-22'16'3600'0'0,"5"-5"1935"0"0,-28 25 0 0 0,49-35-5254 0 0,3-1-210 0 0,1 0 0 0 0,0 0-1 0 0,0-1 1 0 0,0 1-1 0 0,-1-2 1 0 0,1 1-1 0 0,9-4 1 0 0,13-2-142 0 0,157-38-2876 0 0,-63 8-2291 0 0,-47 11-270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6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882 127 2212 0 0,'0'-3'1700'0'0,"0"-5"77"0"0,-1-1 0 0 0,0 1 0 0 0,0-1 0 0 0,-4-10 969 0 0,5 17-1787 0 0,-2-7-336 0 0,-8-18 7119 0 0,6 20-7797 0 0,2 5 328 0 0,2 1-243 0 0,-1 0-1 0 0,1 0 1 0 0,-1 0 0 0 0,0 0-1 0 0,1 1 1 0 0,-1-1 0 0 0,0 0-1 0 0,0 1 1 0 0,0-1 0 0 0,0 0-1 0 0,1 1 1 0 0,-1-1-1 0 0,0 1 1 0 0,0-1 0 0 0,0 1-1 0 0,0-1 1 0 0,0 1 0 0 0,0 0-1 0 0,-2-1 1 0 0,-17-5 60 0 0,18 6-75 0 0,-2-1-38 0 0,-5-1-8 0 0,0 1 0 0 0,0 1 1 0 0,0-1-1 0 0,0 2 0 0 0,1-1 1 0 0,-1 1-1 0 0,0 0 0 0 0,0 1 0 0 0,1 0 1 0 0,-1 0-1 0 0,1 1 0 0 0,-1 0 1 0 0,-13 8-1 0 0,11-3 19 0 0,1 0 1 0 0,0 0-1 0 0,0 1 0 0 0,1 0 1 0 0,0 1-1 0 0,1 0 1 0 0,0 1-1 0 0,0-1 0 0 0,-6 14 1 0 0,-5 14-35 0 0,-22 56 0 0 0,23-42 20 0 0,2 1 0 0 0,2 1 0 0 0,-7 66 0 0 0,-5 167-92 0 0,-71 840 1466 0 0,65-811-908 0 0,-8 280 1180 0 0,26-333-764 0 0,1-34-407 0 0,-27 380 2505 0 0,-29-5-977 0 0,19-322-1977 0 0,-5 36 0 0 0,48-269 0 0 0,3 0 0 0 0,2 79 0 0 0,2-114-35 0 0,2 0 1 0 0,0 0-1 0 0,0 0 1 0 0,2-1-1 0 0,0 1 0 0 0,5 13 1 0 0,-6-21-2 0 0,0 0 0 0 0,0 0 0 0 0,0 0 0 0 0,1-1-1 0 0,0 1 1 0 0,0-1 0 0 0,0 0 0 0 0,1-1 0 0 0,-1 1 0 0 0,1-1 0 0 0,0 1 0 0 0,1-2 0 0 0,-1 1 0 0 0,1 0 0 0 0,6 2 0 0 0,3 0-607 0 0,1 0 0 0 0,0-2 0 0 0,0 0 0 0 0,1 0 0 0 0,-1-2 0 0 0,1 0-1 0 0,29 0 1 0 0,2-4-1789 0 0,68-12-1 0 0,-41 1-3127 0 0,113-35-1 0 0,-93 13-2852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7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11 2140 0 0,'2'-11'10117'0'0,"-21"138"-8935"0"0,-11 61-440 0 0,18-125-471 0 0,-3 0 0 0 0,-27 71 0 0 0,36-115-19 0 0,-1 2 1577 0 0,10-36-1084 0 0,0 5-743 0 0,0 1 0 0 0,1 0 0 0 0,1 0 0 0 0,-1 0 0 0 0,1 0 0 0 0,1 1 0 0 0,0-1 0 0 0,9-9 0 0 0,-13 16-17 0 0,0 0 0 0 0,0 0 0 0 0,0 0 0 0 0,1 0-1 0 0,-1 0 1 0 0,0 1 0 0 0,1-1 0 0 0,0 1 0 0 0,-1 0-1 0 0,1-1 1 0 0,0 1 0 0 0,-1 0 0 0 0,1 1 0 0 0,0-1-1 0 0,0 0 1 0 0,0 1 0 0 0,0 0 0 0 0,0-1 0 0 0,0 1-1 0 0,0 0 1 0 0,0 1 0 0 0,0-1 0 0 0,0 0 0 0 0,-1 1 0 0 0,1 0-1 0 0,0 0 1 0 0,4 1 0 0 0,2 2 0 0 0,0-1-1 0 0,-1 1 1 0 0,1 1 0 0 0,-1 0 0 0 0,0 0-1 0 0,0 0 1 0 0,-1 1 0 0 0,10 10 0 0 0,-13-13 47 0 0,-1 0 1 0 0,0 1 0 0 0,0-1 0 0 0,-1 1-1 0 0,1 0 1 0 0,-1 0 0 0 0,1 0-1 0 0,-1 0 1 0 0,0 0 0 0 0,-1 0-1 0 0,1 0 1 0 0,-1 1 0 0 0,0-1-1 0 0,0 0 1 0 0,0 1 0 0 0,-1-1 0 0 0,1 1-1 0 0,-1-1 1 0 0,0 1 0 0 0,-1 7-1 0 0,0-7 144 0 0,-1 1 0 0 0,1-1 0 0 0,-1 1 0 0 0,0-1 0 0 0,-1 1 0 0 0,1-1-1 0 0,-1 0 1 0 0,0 0 0 0 0,0 0 0 0 0,-1-1 0 0 0,1 1 0 0 0,-1-1 0 0 0,0 0 0 0 0,0 0 0 0 0,-1 0-1 0 0,1 0 1 0 0,-1-1 0 0 0,0 1 0 0 0,1-1 0 0 0,-12 4 0 0 0,8-4-29 0 0,0 0 1 0 0,-1-1-1 0 0,1 0 1 0 0,0 0-1 0 0,-1-1 1 0 0,0 0-1 0 0,1-1 1 0 0,-1 0-1 0 0,1 0 1 0 0,-1-1-1 0 0,0 0 1 0 0,1-1-1 0 0,-15-3 1 0 0,17 3-280 0 0,1 0 1 0 0,-1 0-1 0 0,1 0 0 0 0,-1-1 1 0 0,1 0-1 0 0,0 0 0 0 0,-5-4 1 0 0,8 5-302 0 0,-1 0 0 0 0,1 0-1 0 0,0 0 1 0 0,0-1 0 0 0,0 1 0 0 0,1-1 0 0 0,-1 1 0 0 0,0-1-1 0 0,0-3 1 0 0,1 5 146 0 0,1 0-1 0 0,0 0 0 0 0,0 0 1 0 0,0 0-1 0 0,0 0 1 0 0,0-1-1 0 0,0 1 0 0 0,0 0 1 0 0,0 0-1 0 0,0 0 1 0 0,0 0-1 0 0,1 0 0 0 0,-1 0 1 0 0,0-1-1 0 0,1 1 0 0 0,-1 0 1 0 0,1 0-1 0 0,-1 0 1 0 0,2-1-1 0 0,12-15-5037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8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2144 0 0,'27'0'7543'0'0,"-26"1"-7462"0"0,0-2 65 0 0,0 1 0 0 0,0 0 0 0 0,0 1 0 0 0,0-1 0 0 0,0 0 0 0 0,1 0 0 0 0,-1 0 0 0 0,0 1 0 0 0,0-1 0 0 0,0 0 0 0 0,0 1 0 0 0,0-1 0 0 0,0 1 0 0 0,0-1 0 0 0,0 1 0 0 0,0 0 0 0 0,0-1 0 0 0,0 1 0 0 0,0 0 0 0 0,-1 0 0 0 0,1 0 0 0 0,0 0 0 0 0,-1-1 0 0 0,1 1 0 0 0,0 0 0 0 0,-1 0 0 0 0,1 0 0 0 0,-1 0 0 0 0,1 0 0 0 0,-1 1 0 0 0,0-1 0 0 0,1 1 0 0 0,-3 26 223 0 0,-1-1-1 0 0,-9 41 1 0 0,-3 19-594 0 0,-7 53-2418 0 0,0-47-2529 0 0,8-39-76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8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213 139 80 0 0,'-6'-65'9411'0'0,"-1"-6"-610"0"0,7 69-8029 0 0,-2 6-742 0 0,1-4-28 0 0,1 0 0 0 0,0 0 0 0 0,-1 0 0 0 0,1 0-1 0 0,0 1 1 0 0,0-1 0 0 0,-1 0 0 0 0,1 0 0 0 0,0 0 0 0 0,0 1-1 0 0,0-1 1 0 0,-1 0 0 0 0,1 0 0 0 0,0 1 0 0 0,0-1-1 0 0,0 0 1 0 0,0 0 0 0 0,0 1 0 0 0,-1-1 0 0 0,1 0 0 0 0,0 1-1 0 0,0-1 1 0 0,0 0 0 0 0,0 0 0 0 0,0 1 0 0 0,0-1 0 0 0,0 0-1 0 0,0 1 1 0 0,0-1 0 0 0,0 0 0 0 0,0 1 0 0 0,0-1 0 0 0,1 1-1 0 0,-5 64 876 0 0,-15 89-1 0 0,7-79-671 0 0,-10 31 81 0 0,4-20 505 0 0,17-84-583 0 0,-1-8-186 0 0,1 6-22 0 0,1 0 0 0 0,0 0 0 0 0,-1 0 0 0 0,1 0 0 0 0,0-1 0 0 0,0 1 0 0 0,0 0 0 0 0,-1 0 0 0 0,1-1-1 0 0,0 1 1 0 0,0 0 0 0 0,0 0 0 0 0,0-1 0 0 0,-1 1 0 0 0,1 0 0 0 0,0-1 0 0 0,0 1 0 0 0,0 0 0 0 0,0-1 0 0 0,0 1 0 0 0,0 0 0 0 0,0-1 0 0 0,0 1 0 0 0,0 0 0 0 0,0-1 0 0 0,0 1 0 0 0,0 0 0 0 0,0 0 0 0 0,0-1 0 0 0,0 1-1 0 0,0 0 1 0 0,1-1 0 0 0,1-9-17 0 0,1 0-1 0 0,1 1 0 0 0,-1-1 0 0 0,2 1 0 0 0,5-9 0 0 0,-7 14-12 0 0,0-1 1 0 0,1 1-1 0 0,-1 0 0 0 0,1 0 0 0 0,0 1 0 0 0,0-1 1 0 0,0 1-1 0 0,1 0 0 0 0,-1 0 0 0 0,1 0 0 0 0,0 1 1 0 0,6-3-1 0 0,-5 3 7 0 0,-1 1 0 0 0,1-1 0 0 0,0 1 0 0 0,0 1 0 0 0,-1-1 0 0 0,1 1 0 0 0,0 0 0 0 0,0 0 1 0 0,0 1-1 0 0,-1 0 0 0 0,1 0 0 0 0,0 0 0 0 0,-1 0 0 0 0,1 1 0 0 0,-1 0 0 0 0,1 0 0 0 0,-1 1 0 0 0,0 0 1 0 0,8 4-1 0 0,-10-4 23 0 0,1 0 0 0 0,-1 1 0 0 0,1-1 0 0 0,-1 1 0 0 0,0-1 1 0 0,0 1-1 0 0,-1 0 0 0 0,1 0 0 0 0,-1 0 0 0 0,0 0 0 0 0,0 1 1 0 0,0-1-1 0 0,0 1 0 0 0,-1-1 0 0 0,2 7 0 0 0,-3-8 34 0 0,0 1-1 0 0,0-1 1 0 0,0 0-1 0 0,0 0 1 0 0,0 0-1 0 0,-1 1 1 0 0,1-1-1 0 0,-1 0 1 0 0,0 0-1 0 0,0 0 1 0 0,0 0-1 0 0,0 0 1 0 0,0 0-1 0 0,-1 0 1 0 0,-3 4-1 0 0,1-1 75 0 0,-1 1-1 0 0,1-1 1 0 0,-2-1-1 0 0,1 1 1 0 0,-7 4-1 0 0,-3 1 67 0 0,-1-1 0 0 0,0-1 0 0 0,0-1 0 0 0,-1 0 1 0 0,0-1-1 0 0,-1-1 0 0 0,0 0 0 0 0,-22 3 0 0 0,29-7-317 0 0,0-1-1 0 0,0 0 1 0 0,0-1-1 0 0,0 0 1 0 0,0-1 0 0 0,0 0-1 0 0,-12-3 1 0 0,21 3-220 0 0,0 1 0 0 0,0-1 0 0 0,0 1 0 0 0,0-1-1 0 0,0 1 1 0 0,0-1 0 0 0,0 0 0 0 0,1 0 0 0 0,-1 0 0 0 0,0 0 0 0 0,1 0-1 0 0,-1-1 1 0 0,0 1 0 0 0,1 0 0 0 0,0-1 0 0 0,-1 1 0 0 0,1-1 0 0 0,0 1 0 0 0,0-1-1 0 0,0 0 1 0 0,0 0 0 0 0,-1-2 0 0 0,2 3 87 0 0,0 1 1 0 0,0-1-1 0 0,1 0 0 0 0,-1 0 0 0 0,0 0 0 0 0,1 0 1 0 0,-1 1-1 0 0,1-1 0 0 0,-1 0 0 0 0,1 1 1 0 0,-1-1-1 0 0,1 0 0 0 0,1-1-551 0 0,-2 2 551 0 0,1-1 0 0 0,0 1 1 0 0,1-1-1 0 0</inkml:trace>
  <inkml:trace contextRef="#ctx0" brushRef="#br0" timeOffset="1">559 431 1920 0 0,'3'-1'5023'0'0,"22"-11"4185"0"0,-12 5-6712 0 0,-7 6-2453 0 0,-1 1 0 0 0,0-1 0 0 0,0 1 1 0 0,0 0-1 0 0,1 1 0 0 0,-1-1 0 0 0,0 1 0 0 0,0 0 0 0 0,0 0 0 0 0,0 1 0 0 0,0-1 0 0 0,0 1 1 0 0,0 0-1 0 0,8 5 0 0 0,-10-5-40 0 0,0 0 1 0 0,-1 0 0 0 0,1 0-1 0 0,0 0 1 0 0,-1 0-1 0 0,0 1 1 0 0,1-1 0 0 0,-1 1-1 0 0,0 0 1 0 0,-1-1 0 0 0,1 1-1 0 0,0 0 1 0 0,-1 0-1 0 0,1 0 1 0 0,-1 0 0 0 0,0 1-1 0 0,0-1 1 0 0,1 4-1 0 0,-1 0 123 0 0,0 0-1 0 0,-1 0 0 0 0,0 0 0 0 0,0 1 1 0 0,0-1-1 0 0,-3 12 0 0 0,-2-2 176 0 0,0 0 1 0 0,-2-1-1 0 0,0 1 0 0 0,-1-1 0 0 0,0 0 1 0 0,-1-1-1 0 0,-16 20 0 0 0,0 1 66 0 0,-5 15 52 0 0,28-48-392 0 0,3 0 16 0 0,-1-3-42 0 0,0 0 1 0 0,0 1-1 0 0,0-1 0 0 0,0 0 0 0 0,0 0 0 0 0,0 1 0 0 0,0-1 0 0 0,0 0 0 0 0,0 0 0 0 0,0 1 0 0 0,0-1 0 0 0,0 0 0 0 0,0 0 1 0 0,0 1-1 0 0,0-1 0 0 0,0 0 0 0 0,0 0 0 0 0,0 0 0 0 0,0 1 0 0 0,1-1 0 0 0,-1 0 0 0 0,0 0 0 0 0,0 0 0 0 0,0 1 1 0 0,0-1-1 0 0,0 0 0 0 0,1 0 0 0 0,-1 0 0 0 0,0 0 0 0 0,0 1 0 0 0,0-1 0 0 0,1 0 0 0 0,-1 0 0 0 0,0 0 0 0 0,0 0 1 0 0,0 0-1 0 0,1 0 0 0 0,-1 0 0 0 0,0 0 0 0 0,0 1 0 0 0,1-1 0 0 0,-1 0 0 0 0,0 0 0 0 0,0 0 0 0 0,1 0 0 0 0,47-3-807 0 0,91-18 0 0 0,-64 8-608 0 0,104-15-3581 0 0,-61 7-2079 0 0,-62 10 1018 0 0</inkml:trace>
  <inkml:trace contextRef="#ctx0" brushRef="#br0" timeOffset="2">168 1431 272 0 0,'-13'-15'21768'0'0,"11"18"-22081"0"0,0 0-1 0 0,1 0 1 0 0,-1 0-1 0 0,1 0 1 0 0,-1 1-1 0 0,1-1 1 0 0,0 0-1 0 0,0 1 1 0 0,0-1-1 0 0,1 1 1 0 0,0 0 0 0 0,-1-1-1 0 0,1 5 1 0 0,-2 15-1381 0 0,-8 48-6232 0 0,9-41 2298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39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1360 0 0,'0'3'3304'0'0,"0"4"-2382"0"0,-3 31 14954 0 0,2-24-12114 0 0,1-3 181 0 0,0 12-3694 0 0,-10 6-13088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40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32 1116 0 0,'0'-15'8476'0'0,"-1"-2"-3124"0"0,0 28-3284 0 0,0 32-1820 0 0,-19 197 319 0 0,17-216-454 0 0,4-1 60 0 0,-1-23-172 0 0,0 0 0 0 0,0 0-1 0 0,0 0 1 0 0,0 1 0 0 0,1-1-1 0 0,-1 0 1 0 0,0 0 0 0 0,0 0 0 0 0,0 1-1 0 0,0-1 1 0 0,1 0 0 0 0,-1 0-1 0 0,0 0 1 0 0,0 0 0 0 0,0 0-1 0 0,1 0 1 0 0,-1 1 0 0 0,0-1 0 0 0,0 0-1 0 0,1 0 1 0 0,-1 0 0 0 0,0 0-1 0 0,0 0 1 0 0,1 0 0 0 0,-1 0-1 0 0,0 0 1 0 0,0 0 0 0 0,1 0 0 0 0,-1 0-1 0 0,0 0 1 0 0,0 0 0 0 0,1 0-1 0 0,-1 0 1 0 0,0 0 0 0 0,0 0-1 0 0,1-1 1 0 0,-1 1 0 0 0,0 0 0 0 0,1 0-1 0 0,3-3-23 0 0,0 0 0 0 0,0-1 0 0 0,0 1-1 0 0,-1-1 1 0 0,5-5 0 0 0,-5 5 4 0 0,9-7-33 0 0,0 0 0 0 0,1 0 0 0 0,0 1 0 0 0,1 1 0 0 0,18-10 0 0 0,-17 11-19 0 0,-12 6 53 0 0,0 1 1 0 0,0 0-1 0 0,1 0 0 0 0,-1 1 0 0 0,0-1 0 0 0,1 1 0 0 0,-1-1 1 0 0,1 1-1 0 0,-1 0 0 0 0,6 1 0 0 0,-6-1 10 0 0,1 0-5 0 0,1 1 0 0 0,-1-1 0 0 0,1 1 1 0 0,-1 0-1 0 0,1 0 0 0 0,-1 1 0 0 0,0-1 1 0 0,1 1-1 0 0,-1 0 0 0 0,0 0 0 0 0,0 1 1 0 0,0-1-1 0 0,0 1 0 0 0,-1 0 0 0 0,5 3 1 0 0,1 4 14 0 0,0 0-1 0 0,0 0 1 0 0,11 18 0 0 0,-16-21 153 0 0,0-1-1 0 0,0 1 1 0 0,0 0-1 0 0,-1-1 1 0 0,0 2 0 0 0,-1-1-1 0 0,1 0 1 0 0,-1 1 0 0 0,-1-1-1 0 0,1 1 1 0 0,-2-1 0 0 0,1 1-1 0 0,-1-1 1 0 0,0 1 0 0 0,0 0-1 0 0,-1-1 1 0 0,0 1 0 0 0,-3 13-1 0 0,2-18-92 0 0,1 1 1 0 0,-1-1-1 0 0,0 0 0 0 0,0 0 1 0 0,-1 0-1 0 0,1 0 0 0 0,0 0 1 0 0,-1 0-1 0 0,0-1 0 0 0,0 1 1 0 0,0-1-1 0 0,0 0 0 0 0,0 1 0 0 0,0-2 1 0 0,0 1-1 0 0,-1 0 0 0 0,1-1 1 0 0,-1 1-1 0 0,1-1 0 0 0,-1 0 1 0 0,1 0-1 0 0,-1 0 0 0 0,-6 0 0 0 0,-6 1 7 0 0,-1-1-1 0 0,1-1 0 0 0,-1 0 0 0 0,-20-3 0 0 0,17 0-500 0 0,-1-1 0 0 0,1-1 0 0 0,-38-14 0 0 0,57 19 170 0 0,0-1 1 0 0,0 1 0 0 0,0-1 0 0 0,0 1 0 0 0,0-1 0 0 0,0 1 0 0 0,0-1 0 0 0,0 0 0 0 0,0 1-1 0 0,0-1 1 0 0,0 0 0 0 0,0 0 0 0 0,0 0 0 0 0,1 0 0 0 0,-1 1 0 0 0,0-1 0 0 0,0 0 0 0 0,1 0 0 0 0,-1-1-1 0 0,1 1 1 0 0,-1 0 0 0 0,1 0 0 0 0,0 0 0 0 0,-1 0 0 0 0,1 0 0 0 0,0 0 0 0 0,0-1 0 0 0,0 1-1 0 0,0 0 1 0 0,0 0 0 0 0,0 0 0 0 0,0 0 0 0 0,0-1 0 0 0,0 1 0 0 0,0 0 0 0 0,1 0 0 0 0,-1 0 0 0 0,0 0-1 0 0,1 0 1 0 0,-1 0 0 0 0,1-1 0 0 0,-1 1 0 0 0,1 0 0 0 0,1-1 0 0 0</inkml:trace>
  <inkml:trace contextRef="#ctx0" brushRef="#br0" timeOffset="1">561 230 720 0 0,'3'-1'5708'0'0,"-2"1"-5508"0"0,20-8 6725 0 0,-7 10-3449 0 0,-9 6-3987 0 0,2 23 928 0 0,-2 0 0 0 0,0 0 1 0 0,-2 0-1 0 0,-2 1 0 0 0,-3 44 1 0 0,1-68-213 0 0,0 3 268 0 0,0 0 0 0 0,1 0 1 0 0,0 0-1 0 0,3 18 0 0 0,-3-33-383 0 0,1-1 1 0 0,0 0-1 0 0,0 1 1 0 0,1-1-1 0 0,3-7 1 0 0,0-2-25 0 0,1-8-73 0 0,1 0 0 0 0,2 0 0 0 0,0 1 0 0 0,1 1 0 0 0,1-1 1 0 0,1 2-1 0 0,28-36 0 0 0,-38 52-8 0 0,0 1 1 0 0,0-1 0 0 0,1 1-1 0 0,-1 0 1 0 0,1-1-1 0 0,0 1 1 0 0,-1 0 0 0 0,1 1-1 0 0,0-1 1 0 0,0 0-1 0 0,0 1 1 0 0,0 0 0 0 0,1 0-1 0 0,-1 0 1 0 0,0 0-1 0 0,1 0 1 0 0,-1 0 0 0 0,0 1-1 0 0,1 0 1 0 0,-1 0-1 0 0,0 0 1 0 0,1 0 0 0 0,-1 0-1 0 0,1 1 1 0 0,5 1-1 0 0,-3 0 3 0 0,-1 1 0 0 0,1-1 0 0 0,0 1 0 0 0,-1 1 0 0 0,0-1-1 0 0,0 1 1 0 0,0 0 0 0 0,0 0 0 0 0,0 0 0 0 0,-1 1 0 0 0,0 0-1 0 0,0 0 1 0 0,3 5 0 0 0,-1 0 55 0 0,0 0-1 0 0,-1 1 1 0 0,0 0-1 0 0,-1-1 1 0 0,0 2 0 0 0,-1-1-1 0 0,3 13 1 0 0,7 81-1838 0 0,-12-87 454 0 0,2-6-321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4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831 226 600 0 0,'0'-15'11820'0'0,"0"2"-8501"0"0,-1 12-3222 0 0,1 1 0 0 0,0-1-1 0 0,0 1 1 0 0,0-1-1 0 0,0 0 1 0 0,0 1 0 0 0,0-1-1 0 0,0 0 1 0 0,0 1-1 0 0,0-1 1 0 0,0 0 0 0 0,1 1-1 0 0,-1-1 1 0 0,0 1 0 0 0,0-1-1 0 0,0 0 1 0 0,1 1-1 0 0,0-2 1 0 0,17-10 12 0 0,1 1 0 0 0,0 0 1 0 0,1 1-1 0 0,0 1 0 0 0,38-11 0 0 0,-10 3-57 0 0,201-64 27 0 0,-226 76-144 0 0,29-4 1 0 0,-49 9 34 0 0,8 11-40 0 0,-9-7 107 0 0,0 1 0 0 0,0-1-1 0 0,0 1 1 0 0,-1-1 0 0 0,1 1-1 0 0,-1 0 1 0 0,0 0 0 0 0,-1 0-1 0 0,1 9 1 0 0,-6 349 3609 0 0,0-257-3022 0 0,-19 683 1231 0 0,14-379-1515 0 0,-85 950 2621 0 0,-40-247-1685 0 0,130-1073-1243 0 0,-57 558 298 0 0,37-209-483 0 0,13-199 244 0 0,6-87 38 0 0,6-100-118 0 0,0 10 79 0 0,0-3-64 0 0,0-8 60 0 0,-6 24 492 0 0,2-22-566 0 0,0 0 0 0 0,-1 0 0 0 0,0 0 0 0 0,0 0 0 0 0,0-1 0 0 0,0 0 0 0 0,0 0 0 0 0,0 0 0 0 0,-1-1 1 0 0,-11 4-1 0 0,-67 16-487 0 0,70-19 354 0 0,-323 58-4821 0 0,109-26-1279 0 0,107-17 470 0 0,-26 3-4916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47 2284 0 0,'5'-16'5209'0'0,"-3"8"-4487"0"0,4-15 8843 0 0,-9 35-9393 0 0,-16 99 1623 0 0,-197 617 197 0 0,202-687-1946 0 0,-36 96 207 0 0,40-109-267 0 0,-2 1-1034 0 0,11-27 442 0 0,0 5-1827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43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214 365 540 0 0,'-1'-78'7502'0'0,"3"-84"2183"0"0,-1 149-9089 0 0,-1-3-47 0 0,2 1 1 0 0,0 0-1 0 0,0 0 1 0 0,7-20 0 0 0,-9 34-545 0 0,1 0 1 0 0,0 0 0 0 0,0 0 0 0 0,0 0-1 0 0,-1 0 1 0 0,1 1 0 0 0,0-1 0 0 0,0 0-1 0 0,0 0 1 0 0,1 1 0 0 0,-1-1 0 0 0,0 0-1 0 0,0 1 1 0 0,0-1 0 0 0,0 1 0 0 0,1-1-1 0 0,-1 1 1 0 0,0 0 0 0 0,2-1 0 0 0,0 1 0 0 0,0-1 1 0 0,0 1 0 0 0,0 0 0 0 0,0 0 0 0 0,0 0 0 0 0,0 0 0 0 0,0 0-1 0 0,6 2 1 0 0,7 3 48 0 0,0 1 0 0 0,0 0 1 0 0,-1 1-1 0 0,0 1 0 0 0,0 1 0 0 0,-1 0 0 0 0,0 0 0 0 0,-1 1 0 0 0,0 1 0 0 0,0 1 0 0 0,-1-1 0 0 0,-1 2 1 0 0,16 20-1 0 0,-4 3 297 0 0,-2 1 0 0 0,-1 1-1 0 0,-2 1 1 0 0,-2 0 0 0 0,-1 1 0 0 0,-3 1 0 0 0,-1 0 0 0 0,8 59 0 0 0,-2 41 725 0 0,-1 163 0 0 0,-14-252-1063 0 0,-1 22 4 0 0,0-10 51 0 0,14 108 1 0 0,-14-161-161 0 0,1-1 0 0 0,0 1 0 0 0,0-1 1 0 0,1 0-1 0 0,1 0 0 0 0,0 0 1 0 0,0-1-1 0 0,1 1 0 0 0,8 13 1 0 0,-12-23-17 0 0,0 1 1 0 0,0 0-1 0 0,0 0 0 0 0,0 0 1 0 0,0-1-1 0 0,1 1 0 0 0,-1-1 1 0 0,0 1-1 0 0,0-1 1 0 0,0 1-1 0 0,1-1 0 0 0,-1 1 1 0 0,0-1-1 0 0,0 0 1 0 0,1 0-1 0 0,-1 0 0 0 0,0 0 1 0 0,1 0-1 0 0,-1 0 0 0 0,0 0 1 0 0,0 0-1 0 0,1 0 1 0 0,-1-1-1 0 0,0 1 0 0 0,0 0 1 0 0,1-1-1 0 0,0 0 1 0 0,30-17-3529 0 0,-28 15 2639 0 0,-1 0 0 0 0,1 0-1 0 0,-1-1 1 0 0,0 1 0 0 0,0-1 0 0 0,0 0 0 0 0,0 0 0 0 0,0 0-1 0 0,3-7 1 0 0,4-11-6622 0 0</inkml:trace>
  <inkml:trace contextRef="#ctx0" brushRef="#br0" timeOffset="1">173 899 2520 0 0,'-118'-10'13918'0'0,"76"3"-11625"0"0,39 7-2064 0 0,3 0-220 0 0,-1 0-1 0 0,1 0 0 0 0,0 0 1 0 0,-1 0-1 0 0,1 0 0 0 0,0 0 1 0 0,-1 0-1 0 0,1 0 0 0 0,0 0 1 0 0,-1 0-1 0 0,1 0 0 0 0,0 0 1 0 0,0 0-1 0 0,-1 0 0 0 0,1 0 0 0 0,0 0 1 0 0,-1 0-1 0 0,1-1 0 0 0,0 1 1 0 0,-1 0-1 0 0,1 0 0 0 0,0 0 1 0 0,0 0-1 0 0,-1-1 0 0 0,1 1 1 0 0,0 0-1 0 0,0 0 0 0 0,0 0 1 0 0,-1-1-1 0 0,1 1 0 0 0,0 0 1 0 0,0 0-1 0 0,0-1 0 0 0,0 1 0 0 0,-1-1 1 0 0,8-8 208 0 0,15-7-65 0 0,14-1-495 0 0,1 2 0 0 0,1 1-1 0 0,0 2 1 0 0,51-9 0 0 0,-83 20 207 0 0,40-10-933 0 0,78-18-2502 0 0,-40 9-1794 0 0,-33 7-3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44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98 1884 0 0,'-2'-2'3065'0'0,"-33"-41"11338"0"0,33 40-13208 0 0,1 2-1007 0 0,1-1-1 0 0,-1 1 0 0 0,0 0 1 0 0,1 0-1 0 0,-1 0 0 0 0,0 0 1 0 0,0 1-1 0 0,0-1 0 0 0,1 0 1 0 0,-1 0-1 0 0,0 0 0 0 0,0 1 1 0 0,0-1-1 0 0,0 0 0 0 0,-1 1 1 0 0,1-1-1 0 0,-1 0 1 0 0,1 2-164 0 0,1 0 1 0 0,-1-1-1 0 0,1 1 1 0 0,-1 0-1 0 0,1 0 1 0 0,-1-1 0 0 0,1 1-1 0 0,-1 0 1 0 0,1 0-1 0 0,0 0 1 0 0,0 0-1 0 0,-1 0 1 0 0,1-1 0 0 0,0 1-1 0 0,0 0 1 0 0,0 0-1 0 0,0 0 1 0 0,0 0-1 0 0,0 0 1 0 0,0 0 0 0 0,0 0-1 0 0,0 0 1 0 0,1-1-1 0 0,-1 1 1 0 0,0 0 0 0 0,0 0-1 0 0,1 0 1 0 0,-1 0-1 0 0,1-1 1 0 0,0 3-1 0 0,19 35 1088 0 0,-13-25-819 0 0,201 344 2200 0 0,-60-110-2252 0 0,-85-144-959 0 0,-17-39-3003 0 0,-44-62 3450 0 0,27 30-4319 0 0</inkml:trace>
  <inkml:trace contextRef="#ctx0" brushRef="#br0" timeOffset="1">698 100 3312 0 0,'-6'-30'5872'0'0,"5"24"-4603"0"0,0 0 0 0 0,0 1 0 0 0,0-1 0 0 0,-1 0 0 0 0,0 1 0 0 0,-4-8 931 0 0,3 6-1009 0 0,3 6-1087 0 0,0 0 0 0 0,-1 0 0 0 0,1 0 0 0 0,0 0 0 0 0,-1 0 0 0 0,1 0 0 0 0,-1 0 0 0 0,1 1 0 0 0,-1-1 0 0 0,1 0 1 0 0,-1 0-1 0 0,0 0 0 0 0,1 1 0 0 0,-1-1 0 0 0,0 0 0 0 0,-1-1 0 0 0,-8 9-12 0 0,0 1-1 0 0,0 0 0 0 0,1 0 1 0 0,0 1-1 0 0,1 0 1 0 0,0 0-1 0 0,-10 17 1 0 0,-13 13 142 0 0,-279 332 775 0 0,275-330-1062 0 0,-145 195-756 0 0,176-230 178 0 0,1 0 1 0 0,-1 0-1 0 0,2 0 0 0 0,-1 1 1 0 0,1-1-1 0 0,-1 1 1 0 0,2 0-1 0 0,-1-1 0 0 0,0 9 1 0 0,2-14 423 0 0,0 0 1 0 0,0 0 0 0 0,0 0-1 0 0,1 0 1 0 0,-1 0-1 0 0,0-1 1 0 0,0 1-1 0 0,1 0 1 0 0,-1 0-1 0 0,0 0 1 0 0,1 0 0 0 0,-1-1-1 0 0,1 1 1 0 0,-1 0-1 0 0,1 0 1 0 0,0-1-1 0 0,0 2 1 0 0</inkml:trace>
  <inkml:trace contextRef="#ctx0" brushRef="#br0" timeOffset="2">1293 436 380 0 0,'-3'0'3100'0'0,"-57"13"10630"0"0,31-10-10851 0 0,27-2-1981 0 0,5-2-808 0 0,232-55 71 0 0,-157 40-3805 0 0,0-2-5129 0 0,-61 14 2356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6:45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130 809 120 0 0,'-52'37'7359'0'0,"35"-24"-4523"0"0,0-2 0 0 0,-22 12 0 0 0,39-23-2801 0 0,0 1 1 0 0,0-1-1 0 0,-1 0 1 0 0,1 0-1 0 0,0 0 0 0 0,-1 0 1 0 0,1 0-1 0 0,0 1 1 0 0,0-1-1 0 0,0 0 1 0 0,-1 0-1 0 0,1 1 0 0 0,0-1 1 0 0,0 0-1 0 0,0 0 1 0 0,-1 1-1 0 0,1-1 1 0 0,0 0-1 0 0,0 0 0 0 0,0 1 1 0 0,0-1-1 0 0,0 0 1 0 0,0 1-1 0 0,0-1 1 0 0,0 0-1 0 0,0 1 1 0 0,0-1-1 0 0,0 0 0 0 0,0 1 1 0 0,0-1-1 0 0,0 0 1 0 0,0 0-1 0 0,0 1 1 0 0,0-1-1 0 0,0 0 0 0 0,0 1 1 0 0,0-1-1 0 0,0 0 1 0 0,0 1-1 0 0,1-1 1 0 0,-1 0-1 0 0,0 0 0 0 0,0 1 1 0 0,0-1-1 0 0,0 0 1 0 0,1 0-1 0 0,-1 0 1 0 0,0 1-1 0 0,1 0 9 0 0,0-1 0 0 0,0 1 1 0 0,0 0-1 0 0,0-1 0 0 0,0 1 0 0 0,1-1 0 0 0,-1 1 0 0 0,0-1 1 0 0,0 0-1 0 0,0 1 0 0 0,0-1 0 0 0,0 0 0 0 0,1 0 1 0 0,-1 0-1 0 0,0 0 0 0 0,0 0 0 0 0,0 0 0 0 0,2 0 0 0 0,205-40-33 0 0,4-15-5933 0 0,-190 48 4917 0 0,45-13-2862 0 0,1-1-1508 0 0</inkml:trace>
  <inkml:trace contextRef="#ctx0" brushRef="#br0" timeOffset="1">1290 239 3376 0 0,'-14'-9'6336'0'0,"-5"1"-2068"0"0,-2-3 1336 0 0,-9 1-1252 0 0,28 10-3668 0 0,-4 1-540 0 0,6-2-123 0 0,-1 1 0 0 0,1 0 1 0 0,-1 0-1 0 0,1 0 0 0 0,-1 0 0 0 0,1 0 1 0 0,-1 0-1 0 0,0 0 0 0 0,1 0 0 0 0,-1 0 0 0 0,1 0 1 0 0,-1 0-1 0 0,1 1 0 0 0,-1-1 0 0 0,1 0 0 0 0,-1 0 1 0 0,1 0-1 0 0,-1 1 0 0 0,1-1 0 0 0,-1 0 0 0 0,1 1 1 0 0,0-1-1 0 0,-1 0 0 0 0,0 1 0 0 0,-3 16 668 0 0,-1 0 0 0 0,2 0 0 0 0,0 0 0 0 0,2 0 0 0 0,-1 32 0 0 0,1-2 12 0 0,-43 324 775 0 0,21-196-2053 0 0,19-148-7 0 0,-5 55-3446 0 0,6-29-4972 0 0</inkml:trace>
  <inkml:trace contextRef="#ctx0" brushRef="#br0" timeOffset="2">1156 388 1408 0 0,'-7'-9'2100'0'0,"0"-1"0"0"0,0 1 0 0 0,-9-19 1 0 0,12 21-1351 0 0,1-1 1 0 0,0 1-1 0 0,1-1 1 0 0,0 0-1 0 0,-3-13 1 0 0,5 14-604 0 0,-1 1 0 0 0,1-1 0 0 0,0 1-1 0 0,1-1 1 0 0,0 1 0 0 0,0-1 0 0 0,0 1 0 0 0,1-1 0 0 0,-1 1 0 0 0,2 0 0 0 0,-1 0 0 0 0,1 0 0 0 0,0 0 0 0 0,0 0-1 0 0,0 1 1 0 0,1-1 0 0 0,7-7 0 0 0,2-2-75 0 0,1 1-1 0 0,0 0 0 0 0,2 1 1 0 0,-1 1-1 0 0,1 1 0 0 0,1 0 1 0 0,23-11-1 0 0,-25 15-71 0 0,0 0 0 0 0,0 2-1 0 0,0-1 1 0 0,1 2 0 0 0,-1 0-1 0 0,1 1 1 0 0,0 1 0 0 0,0 0 0 0 0,24 1-1 0 0,-33 1 2 0 0,0 1 0 0 0,0 0-1 0 0,0 0 1 0 0,0 1 0 0 0,-1-1-1 0 0,1 1 1 0 0,0 1 0 0 0,-1 0-1 0 0,0 0 1 0 0,12 7 0 0 0,-13-7 8 0 0,-1 0 1 0 0,0 1 0 0 0,-1 0 0 0 0,1 0 0 0 0,-1 0 0 0 0,1 0-1 0 0,-1 0 1 0 0,0 1 0 0 0,-1-1 0 0 0,1 1 0 0 0,-1 0-1 0 0,0-1 1 0 0,0 1 0 0 0,2 10 0 0 0,-2-3 29 0 0,-1-1 1 0 0,0 0-1 0 0,-1 1 0 0 0,0-1 0 0 0,-1 1 1 0 0,0-1-1 0 0,-1 1 0 0 0,0-1 1 0 0,0 0-1 0 0,-2 0 0 0 0,1 0 1 0 0,-1-1-1 0 0,-1 1 0 0 0,-6 10 0 0 0,-6 9 318 0 0,-1-2-1 0 0,-1 0 0 0 0,-34 38 1 0 0,14-24 361 0 0,-19 24 1262 0 0,56-64-1818 0 0,-4 5 447 0 0,20-13-562 0 0,-5 1-60 0 0,1 1 1 0 0,-1 1-1 0 0,1 0 1 0 0,16-4-1 0 0,22 2-62 0 0,-37 5 62 0 0,0 0 0 0 0,-1 1-1 0 0,1 0 1 0 0,-1 0 0 0 0,1 1 0 0 0,-1 1-1 0 0,0 0 1 0 0,1 0 0 0 0,-1 1 0 0 0,-1 0-1 0 0,1 1 1 0 0,-1 0 0 0 0,0 1 0 0 0,0-1-1 0 0,0 2 1 0 0,-1-1 0 0 0,0 1-1 0 0,0 1 1 0 0,0-1 0 0 0,-1 1 0 0 0,8 12-1 0 0,-8-10 267 0 0,0 1-1 0 0,0 0 1 0 0,-1 1-1 0 0,0-1 0 0 0,-1 1 1 0 0,0 1-1 0 0,-1-1 1 0 0,0 0-1 0 0,-1 1 0 0 0,0 0 1 0 0,-1 0-1 0 0,-1 0 1 0 0,0-1-1 0 0,-1 1 0 0 0,0 0 1 0 0,-4 22-1 0 0,0-17 124 0 0,-1 0 1 0 0,-1 0-1 0 0,-1-1 0 0 0,0 0 1 0 0,-2 0-1 0 0,0 0 0 0 0,-12 16 1 0 0,12-20-79 0 0,-1 0 0 0 0,0-1 1 0 0,-1 0-1 0 0,0-1 0 0 0,-1 0 1 0 0,0 0-1 0 0,-1-2 1 0 0,-23 15-1 0 0,24-18-298 0 0,-1-1 0 0 0,0 1 0 0 0,0-2 0 0 0,-1 0 0 0 0,0-1 0 0 0,1 0 0 0 0,-1-1 0 0 0,0 0 0 0 0,0-1 0 0 0,0-1 0 0 0,0 0 0 0 0,-22-4 0 0 0,8-1 0 0 0,-1-1 0 0 0,1-2 0 0 0,0-1 0 0 0,1-1 0 0 0,-26-14 0 0 0,39 17-1055 0 0,1 0-1 0 0,-14-11 1 0 0,12 8-1326 0 0,2-2 0 0 0,-1 0 0 0 0,1 0 0 0 0,1-1 0 0 0,0 0 0 0 0,-13-21 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00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6 332 188 0 0,'0'0'13579'0'0,"-5"11"-11397"0"0,5-11-2178 0 0,0 1-1 0 0,-1 0 0 0 0,1-1 1 0 0,0 1-1 0 0,0 0 0 0 0,0-1 0 0 0,0 1 1 0 0,0 0-1 0 0,0-1 0 0 0,0 1 0 0 0,1 0 1 0 0,-1-1-1 0 0,0 1 0 0 0,0 0 0 0 0,0-1 1 0 0,1 1-1 0 0,-1 0 0 0 0,0-1 1 0 0,1 1-1 0 0,-1-1 0 0 0,1 1 0 0 0,-1-1 1 0 0,0 1-1 0 0,1-1 0 0 0,-1 1 0 0 0,1-1 1 0 0,-1 1-1 0 0,1-1 0 0 0,0 0 1 0 0,-1 1-1 0 0,1-1 0 0 0,-1 0 0 0 0,1 1 1 0 0,0-1-1 0 0,-1 0 0 0 0,1 0 0 0 0,0 0 1 0 0,-1 1-1 0 0,1-1 0 0 0,0 0 0 0 0,-1 0 1 0 0,1 0-1 0 0,1 0 0 0 0,42 3 53 0 0,-33-3-39 0 0,386-16 147 0 0,-229 4-111 0 0,918-78 92 0 0,-1034 85-145 0 0,314-39-498 0 0,-355 42 471 0 0,0 0 0 0 0,1-1 0 0 0,-1 0 0 0 0,0-1-1 0 0,0 0 1 0 0,12-7 0 0 0,-23 11 22 0 0,1 0 1 0 0,-1-1-1 0 0,0 1 0 0 0,1-1 0 0 0,-1 1 0 0 0,1 0 1 0 0,-1-1-1 0 0,0 1 0 0 0,1-1 0 0 0,-1 0 1 0 0,0 1-1 0 0,0-1 0 0 0,1 1 0 0 0,-1-1 1 0 0,0 1-1 0 0,0-1 0 0 0,0 0 0 0 0,0 1 0 0 0,0-1 1 0 0,0 1-1 0 0,0-1 0 0 0,0 0 0 0 0,0 1 1 0 0,0-1-1 0 0,0 1 0 0 0,0-1 0 0 0,0 0 0 0 0,0 1 1 0 0,0-1-1 0 0,-1 1 0 0 0,1-1 0 0 0,0 1 1 0 0,-1-1-1 0 0,1 1 0 0 0,0-1 0 0 0,-1 0 0 0 0,-13-16-51 0 0,14 17 57 0 0,-100-93 12 0 0,61 55-279 0 0,38 37 214 0 0,15 26-194 0 0,-12-16 258 0 0,0-1-1 0 0,0 1 0 0 0,0 0 0 0 0,-1 0 0 0 0,0 0 1 0 0,-1 0-1 0 0,0 0 0 0 0,-1 0 0 0 0,1 0 0 0 0,-2 0 1 0 0,1-1-1 0 0,-4 11 0 0 0,-5 12-348 0 0,-26 57 1 0 0,24-60-177 0 0,-31 56-1866 0 0,10-31-2087 0 0,12-22-302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00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65 144 180 0 0,'-6'-4'1261'0'0,"1"0"0"0"0,0-1-1 0 0,0 1 1 0 0,0-1 0 0 0,1 0 0 0 0,-1 0-1 0 0,-3-7 1 0 0,4 8-476 0 0,3 2-223 0 0,-3-4 10 0 0,0 4 762 0 0,13 52-1032 0 0,-5-32-204 0 0,-1 1 0 0 0,-1-1-1 0 0,1 31 1 0 0,-21 83 213 0 0,7-66 225 0 0,10-63-296 0 0,1 4 406 0 0,1-13-429 0 0,4-33-192 0 0,3 11-22 0 0,2 1 1 0 0,1 0-1 0 0,1 1 1 0 0,1 0-1 0 0,2 0 0 0 0,34-45 1 0 0,-36 54-26 0 0,1 1 0 0 0,0 1 0 0 0,2 0 0 0 0,-1 1 0 0 0,2 1-1 0 0,0 0 1 0 0,0 1 0 0 0,2 1 0 0 0,-1 1 0 0 0,27-11 0 0 0,-36 18 17 0 0,0 0 1 0 0,1 0-1 0 0,-1 1 0 0 0,1 1 0 0 0,0-1 1 0 0,-1 1-1 0 0,1 1 0 0 0,0 0 0 0 0,0 1 1 0 0,-1-1-1 0 0,1 2 0 0 0,0-1 0 0 0,-1 2 0 0 0,1-1 1 0 0,-1 1-1 0 0,0 1 0 0 0,0-1 0 0 0,0 2 1 0 0,0-1-1 0 0,-1 1 0 0 0,1 0 0 0 0,-1 1 1 0 0,-1 0-1 0 0,1 0 0 0 0,-1 1 0 0 0,0 0 1 0 0,0 0-1 0 0,-1 1 0 0 0,0-1 0 0 0,-1 1 0 0 0,1 1 1 0 0,-2-1-1 0 0,1 1 0 0 0,4 11 0 0 0,-4-3 33 0 0,0-1 0 0 0,-1 1 0 0 0,-1 0 0 0 0,-1-1 0 0 0,0 2 0 0 0,-1-1 0 0 0,-1 0 0 0 0,0 0 0 0 0,-2 0-1 0 0,0 0 1 0 0,-1 0 0 0 0,-6 23 0 0 0,6-31 45 0 0,-5 13 32 0 0,8-22-101 0 0,-1 1 0 0 0,1-1-1 0 0,0 1 1 0 0,-1-1 0 0 0,1 0-1 0 0,-1 1 1 0 0,1-1 0 0 0,-1 0 0 0 0,1 1-1 0 0,-1-1 1 0 0,1 0 0 0 0,-1 1 0 0 0,1-1-1 0 0,-1 0 1 0 0,1 0 0 0 0,-1 0 0 0 0,1 0-1 0 0,-1 0 1 0 0,0 0 0 0 0,1 1 0 0 0,-1-1-1 0 0,1 0 1 0 0,-1-1 0 0 0,0 1 0 0 0,1 0-1 0 0,-1 0 1 0 0,1 0 0 0 0,-1 0 0 0 0,1 0-1 0 0,-2-1 1 0 0,2 0-4 0 0,-1 1 0 0 0,1-1 0 0 0,-1 0 0 0 0,1 1 0 0 0,0-1-1 0 0,-1 0 1 0 0,1 0 0 0 0,0 0 0 0 0,0 1 0 0 0,-1-1 0 0 0,1 0 0 0 0,0 0-1 0 0,0 0 1 0 0,0 0 0 0 0,0 1 0 0 0,0-1 0 0 0,0 0 0 0 0,0 0 0 0 0,1-1 0 0 0,-1 2-1 0 0,0-12-6 0 0,1 0 0 0 0,1 1 1 0 0,0-1-1 0 0,1 1 0 0 0,0-1 1 0 0,1 1-1 0 0,0 0 0 0 0,9-18 1 0 0,3 1-37 0 0,37-50 1 0 0,-40 62 27 0 0,0 1 0 0 0,1 0 0 0 0,1 1 0 0 0,1 1 0 0 0,0 0 0 0 0,26-16 0 0 0,-27 20-8 0 0,0 1 1 0 0,1 1 0 0 0,0 0-1 0 0,0 0 1 0 0,0 2 0 0 0,1 0-1 0 0,0 1 1 0 0,18-2-1 0 0,-28 5 14 0 0,1 1-1 0 0,-1 0 0 0 0,1 0 0 0 0,0 0 0 0 0,-1 1 0 0 0,1 1 0 0 0,-1-1 1 0 0,0 1-1 0 0,1 0 0 0 0,-1 1 0 0 0,7 3 0 0 0,-10-4 14 0 0,0 1 0 0 0,0-1-1 0 0,0 1 1 0 0,0 0 0 0 0,0 0-1 0 0,-1 0 1 0 0,1 1 0 0 0,-1-1-1 0 0,0 1 1 0 0,0 0 0 0 0,0 0 0 0 0,-1 0-1 0 0,0 0 1 0 0,1 0 0 0 0,-1 0-1 0 0,-1 1 1 0 0,1-1 0 0 0,1 9-1 0 0,0-1 12 0 0,-1 0-1 0 0,-1 1 0 0 0,-1 0 0 0 0,1-1 0 0 0,-4 20 0 0 0,-13 61 151 0 0,9-66-1370 0 0,2-1 1 0 0,-3 55-1 0 0,8-77 664 0 0,0 0 0 0 0,0 0 0 0 0,1 1 0 0 0,-1-1 0 0 0,1 0 0 0 0,0 0 0 0 0,0 0 0 0 0,1 0 1 0 0,-1 0-1 0 0,3 5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02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477 949 2648 0 0,'2'-4'335'0'0,"-1"1"0"0"0,0-1 1 0 0,0 1-1 0 0,0-1 0 0 0,0 1 0 0 0,-1-1 0 0 0,1 0 0 0 0,-1 1 0 0 0,0-1 1 0 0,0 0-1 0 0,0 1 0 0 0,-1-1 0 0 0,1 0 0 0 0,-1 1 0 0 0,0-1 0 0 0,0 1 0 0 0,0-1 1 0 0,-1 1-1 0 0,1-1 0 0 0,-1 1 0 0 0,0 0 0 0 0,0 0 0 0 0,0 0 0 0 0,0 0 0 0 0,0 0 1 0 0,-1 0-1 0 0,1 0 0 0 0,-1 1 0 0 0,0-1 0 0 0,0 1 0 0 0,0 0 0 0 0,0 0 0 0 0,-5-3 1 0 0,2 3-222 0 0,-1 0 1 0 0,1 0 0 0 0,0 0-1 0 0,-1 1 1 0 0,1 0 0 0 0,-1 0 0 0 0,1 1-1 0 0,-1-1 1 0 0,0 2 0 0 0,1-1 0 0 0,-1 1-1 0 0,1 0 1 0 0,-1 0 0 0 0,1 0-1 0 0,-9 4 1 0 0,-1 1-74 0 0,0 1 0 0 0,1 1 0 0 0,-1 0 0 0 0,2 1 0 0 0,-1 0 1 0 0,1 1-1 0 0,1 1 0 0 0,0 0 0 0 0,-23 26 0 0 0,15-13-32 0 0,2 1-1 0 0,1 1 1 0 0,0 1 0 0 0,-20 43-1 0 0,29-51-4 0 0,2-1-1 0 0,0 1 1 0 0,-8 33-1 0 0,14-46 7 0 0,-1 0-1 0 0,1 0 0 0 0,1 1 0 0 0,-1-1 0 0 0,1 0 0 0 0,0 0 0 0 0,1 1 1 0 0,-1-1-1 0 0,1 0 0 0 0,1 0 0 0 0,-1 1 0 0 0,1-1 0 0 0,0 0 1 0 0,0-1-1 0 0,6 12 0 0 0,-6-15-1 0 0,0 1 0 0 0,0 0 0 0 0,1 0 0 0 0,-1-1 1 0 0,1 1-1 0 0,-1-1 0 0 0,1 0 0 0 0,0 0 0 0 0,0 0 0 0 0,0 0 1 0 0,0 0-1 0 0,0-1 0 0 0,0 1 0 0 0,0-1 0 0 0,6 1 0 0 0,-4-1 0 0 0,0 0-1 0 0,1 0 0 0 0,-1-1 1 0 0,1 0-1 0 0,-1 0 0 0 0,1 0 1 0 0,-1-1-1 0 0,1 0 0 0 0,5-2 1 0 0,0 0-1 0 0,-1 0 0 0 0,0-1 1 0 0,0-1-1 0 0,0 1 1 0 0,-1-2-1 0 0,0 1 0 0 0,0-1 1 0 0,0-1-1 0 0,11-10 0 0 0,-10 6 5 0 0,0-1-1 0 0,-1 0 1 0 0,0 0 0 0 0,-1-1-1 0 0,9-18 1 0 0,26-72 473 0 0,-28 65-146 0 0,-14 36-380 0 0,-1 5-63 0 0,1 0 99 0 0,-1 0 0 0 0,0 0 0 0 0,0 0 0 0 0,0 0 0 0 0,0 0 0 0 0,-2 4 0 0 0,-4 22 8 0 0,-23 133 37 0 0,27-144-18 0 0,1 0 0 0 0,0 0-1 0 0,2 0 1 0 0,0 0-1 0 0,1 0 1 0 0,8 33-1 0 0,-9-47-10 0 0,0 0 0 0 0,0-1 0 0 0,0 1 0 0 0,1-1 0 0 0,0 1 0 0 0,0-1 0 0 0,0 1 1 0 0,0-1-1 0 0,0 0 0 0 0,1 0 0 0 0,-1 0 0 0 0,1 0 0 0 0,0-1 0 0 0,0 1 0 0 0,0-1 0 0 0,0 1 0 0 0,7 2 0 0 0,-5-3-12 0 0,0 0 0 0 0,0 0 0 0 0,0-1 0 0 0,0 0 0 0 0,1 0 1 0 0,-1-1-1 0 0,0 1 0 0 0,0-1 0 0 0,1 0 0 0 0,-1 0 0 0 0,10-3 0 0 0,0 0-95 0 0,-1-1 1 0 0,1-1-1 0 0,-1 0 0 0 0,0-1 0 0 0,0 0 0 0 0,-1-1 0 0 0,0-1 0 0 0,17-13 1 0 0,3-7-262 0 0,-1-2 1 0 0,-1-1-1 0 0,-1-1 1 0 0,-3-2-1 0 0,0-1 1 0 0,-2-1-1 0 0,-2-1 1 0 0,32-68-1 0 0,-17 16 17 0 0,-4-1-1 0 0,43-176 1 0 0,-55 158 1488 0 0,-5 0 0 0 0,-4-2 0 0 0,-2-147 0 0 0,-13 196-918 0 0,-4 74-246 0 0,2-7 16 0 0,-3 16-3 0 0,2 0 0 0 0,0 0 0 0 0,-3 36 0 0 0,2-17 5 0 0,-83 720 226 0 0,79-671-194 0 0,5-32 11 0 0,1 0 1 0 0,4 1-1 0 0,2-1 1 0 0,14 92 0 0 0,-14-142-32 0 0,0 0 1 0 0,0 1 0 0 0,1-1-1 0 0,0 0 1 0 0,0 0 0 0 0,1-1-1 0 0,0 1 1 0 0,0-1 0 0 0,1 0-1 0 0,0 0 1 0 0,0 0 0 0 0,10 9-1 0 0,-11-12-2 0 0,1 0-1 0 0,0-1 0 0 0,0 1 1 0 0,0-1-1 0 0,1 0 0 0 0,-1 0 1 0 0,1-1-1 0 0,-1 0 1 0 0,1 0-1 0 0,0 0 0 0 0,0-1 1 0 0,0 0-1 0 0,0 0 0 0 0,0 0 1 0 0,0-1-1 0 0,0 0 1 0 0,0 0-1 0 0,10-1 0 0 0,-1-2-3 0 0,0 0-1 0 0,-1-1 0 0 0,1-1 0 0 0,-1 0 1 0 0,0-1-1 0 0,0-1 0 0 0,0 0 1 0 0,-1 0-1 0 0,0-2 0 0 0,-1 1 0 0 0,0-2 1 0 0,0 0-1 0 0,-1 0 0 0 0,0-1 1 0 0,-1 0-1 0 0,0-1 0 0 0,15-24 0 0 0,-15 21 25 0 0,-2 0 1 0 0,0 0-1 0 0,-1-1 0 0 0,0 0 0 0 0,-1-1 0 0 0,-1 1 0 0 0,-1-1 0 0 0,0 0 0 0 0,-1 0 0 0 0,-1 0 1 0 0,0 0-1 0 0,-2-1 0 0 0,0 1 0 0 0,-1 0 0 0 0,-4-27 0 0 0,2 29 76 0 0,-1 0-1 0 0,-1 0 1 0 0,0 0 0 0 0,-1 1-1 0 0,0 0 1 0 0,-16-26-1 0 0,8 18-31 0 0,12 17-87 0 0,-1 0-1 0 0,0 1 1 0 0,0-1-1 0 0,-1 1 1 0 0,1-1-1 0 0,-1 1 1 0 0,0 0 0 0 0,-6-5-1 0 0,8 8-18 0 0,1 1 25 0 0,-1 0-1 0 0,1 0 1 0 0,-1 0 0 0 0,1 0-1 0 0,-1 0 1 0 0,1 1 0 0 0,-1-1-1 0 0,1 0 1 0 0,0 1 0 0 0,-1-1-1 0 0,1 1 1 0 0,-1-1 0 0 0,1 1-1 0 0,0 0 1 0 0,0 0 0 0 0,-1 0-1 0 0,1-1 1 0 0,0 1 0 0 0,0 0-1 0 0,0 0 1 0 0,0 1 0 0 0,0-1-1 0 0,0 0 1 0 0,0 0 0 0 0,1 0-1 0 0,-1 1 1 0 0,0-1 0 0 0,1 0-1 0 0,-1 1 1 0 0,1-1 0 0 0,-1 0-1 0 0,1 1 1 0 0,0-1 0 0 0,-1 3-1 0 0,1 0 4 0 0,0-1 0 0 0,0 0 0 0 0,0 0-1 0 0,0 1 1 0 0,1-1 0 0 0,-1 0 0 0 0,1 1-1 0 0,0-1 1 0 0,0 0 0 0 0,0 0-1 0 0,1 0 1 0 0,-1 0 0 0 0,1 0 0 0 0,2 4-1 0 0,0-2 4 0 0,0 0 0 0 0,0 0 0 0 0,1 0 0 0 0,0 0 0 0 0,0 0 0 0 0,10 6 0 0 0,-3-4-27 0 0,0 0 0 0 0,1-1-1 0 0,0 0 1 0 0,0-1 0 0 0,0 0-1 0 0,21 5 1 0 0,-1-4-118 0 0,0-1 1 0 0,0-2-1 0 0,0-1 0 0 0,0-1 0 0 0,0-2 0 0 0,0-1 1 0 0,0-2-1 0 0,54-13 0 0 0,-80 15 155 0 0,0 0 0 0 0,0-1 0 0 0,0 1 0 0 0,0-1 0 0 0,-1-1 0 0 0,1 1 0 0 0,-1-1 0 0 0,0 0 0 0 0,0-1 0 0 0,0 0 0 0 0,-1 0 0 0 0,1 0 0 0 0,-1 0 0 0 0,0-1 0 0 0,-1 0 0 0 0,1 0 0 0 0,-1 0 1 0 0,0 0-1 0 0,-1-1 0 0 0,0 1 0 0 0,0-1 0 0 0,0 0 0 0 0,2-12 0 0 0,-4 14 45 0 0,-1 0 0 0 0,0 0 0 0 0,0 0 1 0 0,0 0-1 0 0,0 0 0 0 0,-1 1 0 0 0,0-1 1 0 0,0 0-1 0 0,-1 0 0 0 0,1 0 0 0 0,-4-6 0 0 0,4 10-58 0 0,0 0-1 0 0,1 0 0 0 0,-1 1 0 0 0,0-1 0 0 0,0 0 0 0 0,0 1 0 0 0,0-1 1 0 0,0 1-1 0 0,0-1 0 0 0,0 1 0 0 0,0-1 0 0 0,0 1 0 0 0,0 0 0 0 0,0-1 0 0 0,0 1 1 0 0,0 0-1 0 0,0 0 0 0 0,0 0 0 0 0,0 0 0 0 0,0 0 0 0 0,-1 0 0 0 0,1 0 1 0 0,0 0-1 0 0,0 1 0 0 0,0-1 0 0 0,0 0 0 0 0,0 1 0 0 0,0-1 0 0 0,0 1 1 0 0,-1 0-1 0 0,-6 4-10 0 0,0 0 0 0 0,0 0 0 0 0,1 1 0 0 0,0 0 0 0 0,0 0 0 0 0,0 1 0 0 0,1 0 0 0 0,0 0 0 0 0,0 1 0 0 0,1-1 0 0 0,-7 14 0 0 0,-5 9-31 0 0,-22 59-1 0 0,28-58 30 0 0,1 0-1 0 0,-8 38 1 0 0,16-56 27 0 0,0 0-1 0 0,0 0 1 0 0,2 0-1 0 0,-1 0 1 0 0,2 0-1 0 0,0 0 1 0 0,0 0-1 0 0,5 17 1 0 0,-5-25 2 0 0,1-1 0 0 0,-1 1 0 0 0,1-1 0 0 0,0 1 0 0 0,1-1 0 0 0,-1 0 0 0 0,1 0 0 0 0,0 0 0 0 0,0 0 0 0 0,0 0 0 0 0,1-1 0 0 0,-1 1 0 0 0,1-1 0 0 0,6 5 0 0 0,-3-4-16 0 0,0 0 1 0 0,1-1 0 0 0,-1 1-1 0 0,1-2 1 0 0,-1 1 0 0 0,1-1-1 0 0,0 0 1 0 0,10 1-1 0 0,1-1-168 0 0,0-2-1 0 0,0 0 0 0 0,0-1 0 0 0,0 0 0 0 0,-1-2 0 0 0,37-9 0 0 0,-38 7 143 0 0,-1-1-1 0 0,0-1 1 0 0,0 0 0 0 0,0-1-1 0 0,-1-1 1 0 0,0 0-1 0 0,-1-1 1 0 0,0-1 0 0 0,-1 0-1 0 0,0-1 1 0 0,0 0-1 0 0,-2-1 1 0 0,1 0 0 0 0,-2-1-1 0 0,0 0 1 0 0,0-1-1 0 0,-1 0 1 0 0,-1-1 0 0 0,-1 1-1 0 0,0-1 1 0 0,-1-1-1 0 0,4-18 1 0 0,-5 4 1197 0 0,-1 0 0 0 0,-1 0 0 0 0,-2-33 0 0 0,-9 97-1234 0 0,1-6 50 0 0,-11 88-9 0 0,10-70-95 0 0,1 0 0 0 0,2 0 0 0 0,2 59 0 0 0,4-98-210 0 0,-1 0 0 0 0,1 0 0 0 0,0 1-1 0 0,1-1 1 0 0,-1 0 0 0 0,1 0 0 0 0,0 0 0 0 0,1 0 0 0 0,-1-1-1 0 0,1 1 1 0 0,6 8 0 0 0,-6-10-222 0 0,0-1 1 0 0,0 0-1 0 0,0 0 1 0 0,1 0-1 0 0,-1 0 1 0 0,1 0-1 0 0,0-1 1 0 0,0 0-1 0 0,-1 0 1 0 0,1 0-1 0 0,1 0 1 0 0,-1 0-1 0 0,0-1 0 0 0,0 0 1 0 0,1 0-1 0 0,-1 0 1 0 0,7 0-1 0 0,12 1-4408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03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3092 0 0,'10'-23'4270'0'0,"10"-24"3097"0"0,-4 21-5815 0 0,-15 24-1496 0 0,1 1-1 0 0,0 0 0 0 0,0-1 0 0 0,-1 1 0 0 0,1 0 0 0 0,0 0 0 0 0,0 1 0 0 0,0-1 0 0 0,0 0 0 0 0,0 1 1 0 0,0-1-1 0 0,1 1 0 0 0,-1-1 0 0 0,0 1 0 0 0,3 0 0 0 0,-2 0 6 0 0,0 0-43 0 0,0 0 1 0 0,-1 0-1 0 0,1 0 1 0 0,0 1 0 0 0,0-1-1 0 0,-1 1 1 0 0,1 0-1 0 0,0-1 1 0 0,-1 1 0 0 0,1 1-1 0 0,-1-1 1 0 0,1 0-1 0 0,-1 1 1 0 0,1-1 0 0 0,-1 1-1 0 0,3 2 1 0 0,29 32 108 0 0,-30-32-104 0 0,0 2 0 0 0,0 0 1 0 0,-1-1-1 0 0,1 1 1 0 0,-1 1-1 0 0,0-1 1 0 0,-1 0-1 0 0,0 1 1 0 0,0-1-1 0 0,0 1 1 0 0,-1 0-1 0 0,0-1 1 0 0,0 1-1 0 0,0 0 1 0 0,-1 0-1 0 0,0 0 1 0 0,-1-1-1 0 0,0 1 1 0 0,0 0 0 0 0,0 0-1 0 0,-4 10 1 0 0,-4 10 212 0 0,-1 0 1 0 0,-1-1 0 0 0,-23 38 0 0 0,29-54-84 0 0,-14 18 711 0 0,12-21-346 0 0,10-19-410 0 0,0 6-108 0 0,0 1 1 0 0,1 0-1 0 0,0 0 1 0 0,0 0-1 0 0,0 0 0 0 0,1 1 1 0 0,6-5-1 0 0,7-9-6 0 0,63-63-23 0 0,44-48-33 0 0,-105 106 84 0 0,-1-1 0 0 0,-2-1 1 0 0,27-48-1 0 0,-43 72-33 0 0,0-1 1 0 0,-1 0-1 0 0,1 0 1 0 0,0 0-1 0 0,-1 1 1 0 0,1-1-1 0 0,-1 0 1 0 0,0 0-1 0 0,0 0 1 0 0,0 0-1 0 0,0 0 1 0 0,0 0-1 0 0,0 1 1 0 0,0-1-1 0 0,0 0 1 0 0,-1 0-1 0 0,1 0 1 0 0,-1 0-1 0 0,0-1 1 0 0,0 1-40 0 0,-3 3-5 0 0,-1 2 37 0 0,-1-1 0 0 0,1 1 1 0 0,0 1-1 0 0,0-1 0 0 0,0 1 0 0 0,1-1 0 0 0,-1 1 1 0 0,1 1-1 0 0,0-1 0 0 0,0 1 0 0 0,0-1 1 0 0,1 1-1 0 0,0 0 0 0 0,0 0 0 0 0,0 1 0 0 0,0-1 1 0 0,-1 7-1 0 0,-5 9 3 0 0,1 1 0 0 0,2 0-1 0 0,-6 28 1 0 0,10-36 35 0 0,0 0 0 0 0,1 0-1 0 0,0 0 1 0 0,1 0 0 0 0,1 0 0 0 0,0 0-1 0 0,1 0 1 0 0,0 0 0 0 0,1 0 0 0 0,10 26-1 0 0,-11-34-4 0 0,1 0-1 0 0,0 0 1 0 0,0 0-1 0 0,0 0 1 0 0,1-1 0 0 0,0 1-1 0 0,0-1 1 0 0,0 0-1 0 0,1-1 1 0 0,-1 1-1 0 0,1-1 1 0 0,1 0-1 0 0,-1 0 1 0 0,0 0 0 0 0,1-1-1 0 0,0 0 1 0 0,0 0-1 0 0,0 0 1 0 0,0-1-1 0 0,0 0 1 0 0,0 0-1 0 0,1 0 1 0 0,-1-1-1 0 0,1 0 1 0 0,7 0 0 0 0,-5 0-282 0 0,0-1 0 0 0,-1-1 0 0 0,1 0 0 0 0,0 0 0 0 0,-1-1 0 0 0,1 0 0 0 0,-1 0 0 0 0,0-1 0 0 0,1 0 0 0 0,-1 0 0 0 0,-1-1 1 0 0,1 0-1 0 0,8-6 0 0 0,-10 6-601 0 0,0-1 0 0 0,-1 0 0 0 0,0 0 0 0 0,0 0 0 0 0,0 0 1 0 0,0-1-1 0 0,-1 0 0 0 0,0 0 0 0 0,0 0 0 0 0,3-8 0 0 0,2-6-4113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0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86 2076 0 0,'-175'-44'15576'0'0,"105"18"-12588"0"0,42 15-5069 0 0,15 6-2767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05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 2664 0 0,'-173'2'11022'0'0,"170"-2"-10220"0"0,6 0-615 0 0,319 20-510 0 0,-190-14-1354 0 0,46 2-3677 0 0,-84-4 437 0 0</inkml:trace>
  <inkml:trace contextRef="#ctx0" brushRef="#br0" timeOffset="1">3830 928 1796 0 0,'0'0'4255'0'0,"8"-12"-674"0"0,-7 11-3368 0 0,1 0 1 0 0,-1 1 0 0 0,1-1-1 0 0,-1 1 1 0 0,0-1 0 0 0,1 1-1 0 0,-1 0 1 0 0,1 0 0 0 0,-1-1-1 0 0,1 1 1 0 0,-1 0 0 0 0,1 0-1 0 0,-1 0 1 0 0,1 1 0 0 0,-1-1-1 0 0,1 0 1 0 0,1 1 0 0 0,29 14 913 0 0,3 1-515 0 0,-19-11-497 0 0,-1 0 0 0 0,1-2 0 0 0,0 1 0 0 0,17 0 0 0 0,-18-3-30 0 0,0-1 1 0 0,0 0-1 0 0,0-1 0 0 0,0 0 1 0 0,16-5-1 0 0,-26 5-42 0 0,-1 0 0 0 0,0 0 0 0 0,1 0 1 0 0,-1-1-1 0 0,0 0 0 0 0,0 0 0 0 0,0 0 0 0 0,0-1 0 0 0,-1 1 1 0 0,1-1-1 0 0,-1 0 0 0 0,1 0 0 0 0,-1 0 0 0 0,0 0 0 0 0,0-1 0 0 0,0 1 1 0 0,-1-1-1 0 0,1 0 0 0 0,-1 0 0 0 0,0 0 0 0 0,0 0 0 0 0,0 0 0 0 0,1-5 1 0 0,-1 3-26 0 0,-1 0 0 0 0,0 0-1 0 0,0 0 1 0 0,-1 0 0 0 0,0 0 0 0 0,0 0 0 0 0,0 0 0 0 0,0 0 0 0 0,-1 0 0 0 0,0 0 0 0 0,-1 0 0 0 0,1 0 0 0 0,-1 0 0 0 0,0 1 0 0 0,0-1 0 0 0,-1 1 0 0 0,0-1 0 0 0,0 1 0 0 0,0 0 0 0 0,-1 0 0 0 0,1 0 0 0 0,-1 1 0 0 0,0-1 0 0 0,-9-7 0 0 0,6 6-20 0 0,-1 1 0 0 0,1-1-1 0 0,-1 1 1 0 0,0 1 0 0 0,-1 0 0 0 0,1 0 0 0 0,-1 0 0 0 0,0 1 0 0 0,0 0 0 0 0,0 1 0 0 0,0 0 0 0 0,0 0 0 0 0,0 1 0 0 0,0 1 0 0 0,-16-1 0 0 0,0 5-22 0 0,-1 0 0 0 0,1 1 1 0 0,0 2-1 0 0,1 0 0 0 0,0 2 1 0 0,0 0-1 0 0,1 2 0 0 0,0 0 1 0 0,0 2-1 0 0,2 1 1 0 0,-1 0-1 0 0,2 2 0 0 0,0 0 1 0 0,-33 36-1 0 0,44-43 18 0 0,1 1 0 0 0,0 0 0 0 0,0 1 0 0 0,1 0 0 0 0,0 0 0 0 0,1 1 0 0 0,1-1 0 0 0,0 1 0 0 0,0 1 0 0 0,1-1 0 0 0,0 1-1 0 0,-1 15 1 0 0,4-22 12 0 0,0 1 0 0 0,1-1 0 0 0,0 0 0 0 0,0 0 0 0 0,1 1 0 0 0,-1-1 0 0 0,1 0 0 0 0,1 0 0 0 0,-1 0 0 0 0,1 0 0 0 0,0 0 0 0 0,1 0 0 0 0,-1 0 0 0 0,1-1 0 0 0,0 1 0 0 0,1-1 0 0 0,-1 0 0 0 0,1 0 0 0 0,0 0 0 0 0,0 0 0 0 0,1-1 0 0 0,-1 1 0 0 0,1-1 0 0 0,0 0 0 0 0,0-1 0 0 0,11 7 0 0 0,2-1 1 0 0,0-1 0 0 0,1-1 0 0 0,0 0 0 0 0,0-2 0 0 0,30 6 0 0 0,101 4-647 0 0,-67-14-259 0 0,0-3-1 0 0,0-4 0 0 0,-1-4 1 0 0,0-3-1 0 0,122-36 0 0 0,-155 34 260 0 0,84-37 0 0 0,-110 41 656 0 0,0-2 0 0 0,-2 0 0 0 0,1-1 0 0 0,-2-1 0 0 0,32-29 0 0 0,-43 35 241 0 0,-2-1 0 0 0,1 1-1 0 0,-1-1 1 0 0,0-1 0 0 0,-1 1-1 0 0,0-1 1 0 0,-1 0 0 0 0,0 0-1 0 0,-1-1 1 0 0,4-18 0 0 0,-6 24-53 0 0,0-1 0 0 0,-1 0 0 0 0,0 0 0 0 0,-1 0 0 0 0,0 0 0 0 0,0 1 0 0 0,0-1 1 0 0,-1 0-1 0 0,0 0 0 0 0,0 0 0 0 0,-1 0 0 0 0,1 1 0 0 0,-2-1 0 0 0,1 1 1 0 0,-1-1-1 0 0,0 1 0 0 0,0 0 0 0 0,0 0 0 0 0,-9-10 0 0 0,10 13-171 0 0,-1 1 0 0 0,0 0 0 0 0,1 0 0 0 0,-1 0 0 0 0,0 0 1 0 0,0 1-1 0 0,0-1 0 0 0,0 1 0 0 0,0-1 0 0 0,0 1 0 0 0,0 0 0 0 0,0 0 0 0 0,-1 1 0 0 0,1-1 0 0 0,0 1 0 0 0,-1-1 0 0 0,1 1 0 0 0,0 0 0 0 0,-1 1 0 0 0,1-1 0 0 0,-5 1 0 0 0,-4 2 5 0 0,0 0-1 0 0,0 0 1 0 0,0 1-1 0 0,-17 9 1 0 0,14-5-31 0 0,0 1 1 0 0,0 0-1 0 0,1 1 1 0 0,1 0-1 0 0,-1 1 0 0 0,-22 25 1 0 0,29-28-7 0 0,0 0 0 0 0,1 1 0 0 0,-1-1 0 0 0,2 2 0 0 0,-1-1 0 0 0,1 1 0 0 0,1 0 0 0 0,-1 0 0 0 0,2 0 0 0 0,0 0 0 0 0,0 1 0 0 0,-1 10 0 0 0,3-15 8 0 0,1-1 1 0 0,0 1-1 0 0,0-1 1 0 0,0 0 0 0 0,1 1-1 0 0,0-1 1 0 0,0 0-1 0 0,0 1 1 0 0,1-1-1 0 0,0 0 1 0 0,0 0 0 0 0,0 0-1 0 0,0 0 1 0 0,1 0-1 0 0,0-1 1 0 0,0 1 0 0 0,4 3-1 0 0,-2-2 3 0 0,1 0-1 0 0,1 0 0 0 0,-1-1 1 0 0,1 0-1 0 0,0 0 1 0 0,0-1-1 0 0,0 1 0 0 0,1-2 1 0 0,-1 1-1 0 0,13 3 1 0 0,-9-4 2 0 0,1 0 0 0 0,-1 0 0 0 0,1-1 1 0 0,-1-1-1 0 0,1 0 0 0 0,0-1 0 0 0,16-1 0 0 0,-20 0-1 0 0,0 0-1 0 0,0 0 1 0 0,0-1 0 0 0,-1 0-1 0 0,1 0 1 0 0,0-1-1 0 0,-1 0 1 0 0,0-1-1 0 0,0 1 1 0 0,12-10-1 0 0,-8 4 119 0 0,-1-1-1 0 0,0 0 1 0 0,-1-1 0 0 0,0 0-1 0 0,-1-1 1 0 0,0 0 0 0 0,10-19-1 0 0,-6 10 534 0 0,4-9-393 0 0,-15 29-289 0 0,0 2-50 0 0,0 0 67 0 0,-1 1 0 0 0,1-1 0 0 0,0 1 0 0 0,-1-1 0 0 0,1 1 0 0 0,-1-1 0 0 0,0 1-1 0 0,1-1 1 0 0,-1 1 0 0 0,0 0 0 0 0,0-1 0 0 0,0 1 0 0 0,0-1 0 0 0,0 3 0 0 0,-16 71 568 0 0,-2 0 0 0 0,-44 111 0 0 0,23-77-387 0 0,-137 373 402 0 0,162-447-567 0 0,-19 50-256 0 0,14-38-1638 0 0,2-2-4752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0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59 2252 0 0,'7'-26'9774'0'0,"-10"12"-7120"0"0,-2 22-1870 0 0,-8 38-1363 0 0,10-32 845 0 0,-8 21-268 0 0,-24 98-31 0 0,33-118 37 0 0,0 0 0 0 0,0-1 0 0 0,2 1 0 0 0,0 0 1 0 0,0 0-1 0 0,1 0 0 0 0,4 16 0 0 0,-4-27 3 0 0,0 0 0 0 0,0 0 0 0 0,0 0 1 0 0,1-1-1 0 0,-1 1 0 0 0,1-1 0 0 0,0 1 1 0 0,0-1-1 0 0,0 0 0 0 0,0 1 0 0 0,1-1 1 0 0,0 0-1 0 0,-1 0 0 0 0,1-1 0 0 0,0 1 1 0 0,0-1-1 0 0,5 4 0 0 0,-4-4-27 0 0,1 0 0 0 0,0 0 0 0 0,0 0 1 0 0,0-1-1 0 0,1 1 0 0 0,-1-1 0 0 0,0 0 0 0 0,1-1 0 0 0,-1 1 0 0 0,0-1 1 0 0,8-1-1 0 0,5-1-142 0 0,0-1 1 0 0,0-1-1 0 0,0-1 1 0 0,-1 0-1 0 0,1-1 1 0 0,21-12 0 0 0,-19 8 31 0 0,-1-1 0 0 0,-1-1 0 0 0,0-1 0 0 0,0 0 0 0 0,-1-1 0 0 0,18-21 0 0 0,-5 2 63 0 0,-1-2 0 0 0,24-40 1 0 0,-41 55 476 0 0,14-33 0 0 0,2-4 1491 0 0,-12 19-796 0 0,-15 36-1078 0 0,-1 5-126 0 0,-2 23 81 0 0,-2 1 0 0 0,-7 33 0 0 0,5-34 29 0 0,3-11-49 0 0,-21 128 234 0 0,21-119-779 0 0,2-1 0 0 0,0 1 0 0 0,2-1 0 0 0,3 28 0 0 0,-3-47 269 0 0,0 1 1 0 0,0-1 0 0 0,1 1-1 0 0,-1-1 1 0 0,1 0-1 0 0,0 1 1 0 0,0-1 0 0 0,0 0-1 0 0,1 0 1 0 0,0-1 0 0 0,-1 1-1 0 0,1 0 1 0 0,0-1 0 0 0,1 0-1 0 0,-1 1 1 0 0,1-1-1 0 0,-1-1 1 0 0,1 1 0 0 0,0 0-1 0 0,0-1 1 0 0,0 0 0 0 0,0 0-1 0 0,1 0 1 0 0,-1-1 0 0 0,7 3-1 0 0,12 1-2889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0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353 229 1324 0 0,'6'-13'1514'0'0,"-1"-1"0"0"0,0 1 0 0 0,-1-1 0 0 0,3-24 0 0 0,-6 30-1023 0 0,0-1-1 0 0,-1 1 1 0 0,0-1-1 0 0,0 1 1 0 0,-1-1-1 0 0,0 1 0 0 0,0 0 1 0 0,-1-1-1 0 0,-3-9 1 0 0,4 16-442 0 0,0-1 1 0 0,1 1 0 0 0,-1 0-1 0 0,0 0 1 0 0,0 0 0 0 0,0 0-1 0 0,-1 0 1 0 0,1 0 0 0 0,0 0-1 0 0,-1 0 1 0 0,1 0-1 0 0,-1 0 1 0 0,0 1 0 0 0,0-1-1 0 0,1 0 1 0 0,-1 1 0 0 0,0 0-1 0 0,0-1 1 0 0,0 1 0 0 0,-1 0-1 0 0,1 0 1 0 0,0 0 0 0 0,0 1-1 0 0,-1-1 1 0 0,1 0 0 0 0,0 1-1 0 0,-1 0 1 0 0,1-1 0 0 0,0 1-1 0 0,-1 0 1 0 0,1 0 0 0 0,-4 1-1 0 0,0 0-42 0 0,-1 1 0 0 0,1 0 0 0 0,0 1 0 0 0,0 0 0 0 0,-1 0 0 0 0,2 0 0 0 0,-1 1 0 0 0,0-1 0 0 0,1 1 0 0 0,-9 8 0 0 0,-13 14-8 0 0,2 0 0 0 0,0 2 0 0 0,1 1-1 0 0,2 0 1 0 0,1 2 0 0 0,2 0 0 0 0,1 2 0 0 0,-21 49-1 0 0,36-73 13 0 0,0 0-1 0 0,0 0 0 0 0,1 0 0 0 0,0 0 0 0 0,1 1 0 0 0,0-1 1 0 0,1 1-1 0 0,0 14 0 0 0,1-20-2 0 0,-1-1 0 0 0,1 1 1 0 0,-1 0-1 0 0,1 0 0 0 0,1-1 0 0 0,-1 1 1 0 0,0 0-1 0 0,1-1 0 0 0,0 1 1 0 0,0-1-1 0 0,0 0 0 0 0,0 0 0 0 0,0 1 1 0 0,1-1-1 0 0,-1-1 0 0 0,1 1 1 0 0,0 0-1 0 0,0-1 0 0 0,0 1 0 0 0,0-1 1 0 0,0 0-1 0 0,0 0 0 0 0,6 2 0 0 0,-4-2 1 0 0,0 0-1 0 0,0 0 1 0 0,0-1-1 0 0,0 0 0 0 0,0 0 1 0 0,0 0-1 0 0,0-1 0 0 0,0 1 1 0 0,0-1-1 0 0,1-1 0 0 0,-1 1 1 0 0,0-1-1 0 0,0 0 0 0 0,6-1 1 0 0,-3-1-2 0 0,0 0 1 0 0,0-1-1 0 0,-1 1 1 0 0,1-2-1 0 0,-1 1 1 0 0,0-1 0 0 0,12-11-1 0 0,-1-2 22 0 0,-1 0 0 0 0,0-1-1 0 0,-2-2 1 0 0,24-38 0 0 0,-20 24 615 0 0,-1-2 0 0 0,23-65 1 0 0,-34 92-703 0 0,-2 15-4 0 0,-1 21 31 0 0,-4 14 39 0 0,2 0-1 0 0,2 0 1 0 0,10 47 0 0 0,-12-79-359 0 0,0 1 0 0 0,1-1 1 0 0,0 0-1 0 0,0 0 1 0 0,1 0-1 0 0,0-1 1 0 0,9 13-1 0 0,-10-17-59 0 0,-1 0-1 0 0,1 0 1 0 0,-1-1 0 0 0,1 1-1 0 0,0-1 1 0 0,0 0 0 0 0,0 0-1 0 0,0 0 1 0 0,0 0 0 0 0,1 0-1 0 0,-1-1 1 0 0,0 0 0 0 0,1 1-1 0 0,-1-1 1 0 0,1 0 0 0 0,0-1-1 0 0,-1 1 1 0 0,1-1 0 0 0,0 1-1 0 0,6-2 1 0 0,11 0-3700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2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373 399 996 0 0,'6'-44'2999'0'0,"-3"1"1"0"0,-1-1-1 0 0,-5-61 1 0 0,-1 63-536 0 0,-17-69 0 0 0,21 111-2460 0 0,0-1 0 0 0,0 1 0 0 0,0-1 0 0 0,0 1 0 0 0,0 0 1 0 0,0-1-1 0 0,0 1 0 0 0,0-1 0 0 0,0 1 0 0 0,0 0 0 0 0,-1-1 0 0 0,1 1 1 0 0,0 0-1 0 0,0-1 0 0 0,0 1 0 0 0,-1 0 0 0 0,1-1 0 0 0,0 1 0 0 0,-1 0 1 0 0,1-1-1 0 0,0 1 0 0 0,0 0 0 0 0,-1 0 0 0 0,1-1 0 0 0,-1 1 0 0 0,1 0 1 0 0,0 0-1 0 0,-1 0 0 0 0,1 0 0 0 0,-1-1 0 0 0,-8 9 193 0 0,-6 20 194 0 0,15-27-357 0 0,-35 90 1453 0 0,-45 188 1 0 0,51-164-948 0 0,-104 443 310 0 0,91-303-1367 0 0,37-147-5712 0 0,7-97 3273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2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144 616 2816 0 0,'-72'-31'8490'0'0,"2"1"-2950"0"0,68 29-5061 0 0,3-1-462 0 0,1 0 0 0 0,-1 1 0 0 0,0-1 0 0 0,0 0 1 0 0,1 1-1 0 0,-1-1 0 0 0,1 1 0 0 0,0 0 0 0 0,-1 0 0 0 0,1 0 0 0 0,0 0 0 0 0,0 0 1 0 0,0 0-1 0 0,0 0 0 0 0,3-1 0 0 0,54-17 121 0 0,115-20 1 0 0,-79 20-229 0 0,234-50-1718 0 0,-316 67 1767 0 0,25-7-29 0 0,30-16 1182 0 0,-66 24-787 0 0,0 0-8 0 0,15-7 695 0 0,-17 9-1003 0 0,0-1 1 0 0,-1 0-1 0 0,1 0 0 0 0,0 1 0 0 0,0-1 1 0 0,0 0-1 0 0,0 0 0 0 0,0 1 0 0 0,0-1 0 0 0,-1 0 1 0 0,1 0-1 0 0,0 1 0 0 0,0-1 0 0 0,0 0 1 0 0,0 1-1 0 0,0-1 0 0 0,0 0 0 0 0,0 1 0 0 0,0-1 1 0 0,0 0-1 0 0,0 1 0 0 0,1-1 0 0 0,-1 0 1 0 0,0 0-1 0 0,0 1 0 0 0,0-1 0 0 0,0 0 0 0 0,0 0 1 0 0,0 1-1 0 0,1-1 0 0 0,-1 0 0 0 0,0 0 1 0 0,0 1-1 0 0,0-1 0 0 0,1 0 0 0 0,-1 0 0 0 0,0 1 1 0 0,0-1-1 0 0,1 0 0 0 0,-1 0 0 0 0,0 0 1 0 0,0 0-1 0 0,1 0 0 0 0,-1 0 0 0 0,0 1 0 0 0,1-1 1 0 0,-1 0-1 0 0,0 0 0 0 0,0 0 0 0 0,1 0 1 0 0,-1 0-1 0 0,0 0 0 0 0,1 0 0 0 0,-1 0 0 0 0,0 0 1 0 0,1 0-1 0 0,-1 0 0 0 0,0 0 0 0 0,0 0 1 0 0,1-1-1 0 0,-1 1 0 0 0,0 0 0 0 0,1 0 0 0 0,-1 0 1 0 0,0 0-1 0 0,1-1 0 0 0,-30 67 417 0 0,-28 102 1 0 0,47-128-384 0 0,1 1 0 0 0,2-1 0 0 0,2 2 0 0 0,0 44 0 0 0,5-77-11 0 0,1 1 0 0 0,-1 0 1 0 0,1-1-1 0 0,1 0 0 0 0,4 18 1 0 0,-5-24-75 0 0,1 0 0 0 0,-1 0 0 0 0,0 0 1 0 0,1 0-1 0 0,0-1 0 0 0,-1 1 1 0 0,1 0-1 0 0,0-1 0 0 0,1 1 0 0 0,-1-1 1 0 0,0 0-1 0 0,1 1 0 0 0,-1-1 1 0 0,1-1-1 0 0,0 1 0 0 0,0 0 1 0 0,-1 0-1 0 0,1-1 0 0 0,6 2 0 0 0,-6-2-141 0 0,1 0-1 0 0,-1-1 1 0 0,1 1-1 0 0,0-1 0 0 0,-1 0 1 0 0,1 0-1 0 0,0 0 1 0 0,-1 0-1 0 0,1-1 0 0 0,5-1 1 0 0,0 0-460 0 0,-1 1-294 0 0,0-2 1 0 0,0 1-1 0 0,0-1 0 0 0,-1 0 0 0 0,1-1 1 0 0,-1 0-1 0 0,1 0 0 0 0,-1 0 0 0 0,10-9 1 0 0,8-8-4309 0 0</inkml:trace>
  <inkml:trace contextRef="#ctx0" brushRef="#br0" timeOffset="1">1166 117 184 0 0,'-84'-86'13162'0'0,"53"57"-12117"0"0,30 28-1412 0 0,-8 4-3462 0 0,8-2 3567 0 0,0 0 1 0 0,0 0-1 0 0,0-1 0 0 0,0 1 0 0 0,0 0 0 0 0,0 0 0 0 0,0 0 0 0 0,0 0 0 0 0,0 0 0 0 0,1 0 0 0 0,-1 0 0 0 0,0 0 0 0 0,1 1 0 0 0,-1-1 0 0 0,0 2 1 0 0,-2 8-3340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3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91 216 0 0,'-10'-11'11352'0'0,"-24"-20"-4190"0"0,33 30-6571 0 0,-8-5 575 0 0,9 5-1141 0 0,0 1-1 0 0,0-1 0 0 0,-1 1 1 0 0,1-1-1 0 0,-1 1 1 0 0,1 0-1 0 0,-1-1 0 0 0,1 1 1 0 0,-1-1-1 0 0,1 1 1 0 0,-1 0-1 0 0,1-1 0 0 0,-1 1 1 0 0,1 0-1 0 0,-1 0 1 0 0,1 0-1 0 0,-1-1 0 0 0,1 1 1 0 0,-1 0-1 0 0,0 0 0 0 0,1 0 1 0 0,-1 0-1 0 0,1 0 1 0 0,-1 0-1 0 0,0 0 0 0 0,1 0 1 0 0,-1 0-1 0 0,0 0 1 0 0,-5 3-9 0 0,1 0 1 0 0,-1 0-1 0 0,1 0 1 0 0,0 0-1 0 0,0 1 1 0 0,0 0 0 0 0,0 0-1 0 0,1 0 1 0 0,0 1-1 0 0,-1 0 1 0 0,-3 6-1 0 0,-41 63-77 0 0,48-72 58 0 0,-28 46-6 0 0,-38 91 0 0 0,59-120 8 0 0,1 1 1 0 0,1 1 0 0 0,1-1 0 0 0,1 1-1 0 0,0 0 1 0 0,2 0 0 0 0,0 39 0 0 0,2-53 11 0 0,1-1 1 0 0,0 0 0 0 0,0 1-1 0 0,1-1 1 0 0,-1 0-1 0 0,1 1 1 0 0,0-1 0 0 0,1 0-1 0 0,0 0 1 0 0,0-1 0 0 0,0 1-1 0 0,6 7 1 0 0,-6-10 3 0 0,0 0 0 0 0,0 0 0 0 0,0 0 0 0 0,1 0 0 0 0,0 0 0 0 0,-1-1 0 0 0,1 1 0 0 0,0-1 0 0 0,0 0 0 0 0,0-1 0 0 0,0 1 0 0 0,1-1 0 0 0,-1 1 0 0 0,0-1 0 0 0,0-1 0 0 0,1 1 0 0 0,-1 0 0 0 0,1-1 0 0 0,-1 0 0 0 0,7-1 0 0 0,-2 1 2 0 0,0-1 0 0 0,0-1 0 0 0,0 1 0 0 0,0-1 0 0 0,0-1 0 0 0,-1 0 0 0 0,1 0 0 0 0,-1-1 0 0 0,0 0 0 0 0,0 0 0 0 0,0-1 0 0 0,0 0 0 0 0,-1 0 0 0 0,9-8 0 0 0,-8 4-12 0 0,-1 0 1 0 0,1-1-1 0 0,-2 1 0 0 0,1-2 1 0 0,-1 1-1 0 0,-1 0 1 0 0,0-1-1 0 0,0 0 0 0 0,-1 0 1 0 0,0-1-1 0 0,-1 1 0 0 0,-1-1 1 0 0,0 0-1 0 0,0 0 0 0 0,-1 0 1 0 0,0 1-1 0 0,-1-1 0 0 0,-1 0 1 0 0,0 0-1 0 0,-1 0 1 0 0,0 0-1 0 0,0 1 0 0 0,-1-1 1 0 0,-1 1-1 0 0,0-1 0 0 0,-11-19 1 0 0,-85-146-18 0 0,99 175 4 0 0,0 0 1 0 0,0 0-1 0 0,0 0 1 0 0,0 0 0 0 0,1 0-1 0 0,-1 0 1 0 0,1 0-1 0 0,0-1 1 0 0,-1 1-1 0 0,1 0 1 0 0,0 0 0 0 0,0 0-1 0 0,0 0 1 0 0,0-1-1 0 0,1 1 1 0 0,-1 0-1 0 0,1 0 1 0 0,-1 0 0 0 0,1 0-1 0 0,1-2 1 0 0,-1 1-1 0 0,1 0 1 0 0,0 0 0 0 0,1 0 0 0 0,-1 0 0 0 0,0 1-1 0 0,1-1 1 0 0,0 1 0 0 0,-1-1 0 0 0,1 1-1 0 0,0 0 1 0 0,4-2 0 0 0,6-2-11 0 0,0 0 0 0 0,1 1 0 0 0,0 0 0 0 0,0 1 1 0 0,14-2-1 0 0,1 1-15 0 0,1 1 0 0 0,-1 2 0 0 0,1 1 0 0 0,-1 2 0 0 0,1 1 0 0 0,37 6 0 0 0,-40-3 11 0 0,-1 1 0 0 0,0 1 0 0 0,-1 1 0 0 0,0 2 0 0 0,0 0 0 0 0,-1 2 0 0 0,26 16 0 0 0,-37-20 15 0 0,-1 1-1 0 0,0 1 1 0 0,0 0 0 0 0,-1 0-1 0 0,0 1 1 0 0,-1 1 0 0 0,0 0-1 0 0,-1 0 1 0 0,-1 1 0 0 0,11 19-1 0 0,-14-22 24 0 0,-1 0 0 0 0,0 1 0 0 0,-1-1 0 0 0,0 1 0 0 0,-1-1 0 0 0,0 1 0 0 0,-1 0 0 0 0,0-1 0 0 0,-1 1 0 0 0,0 0 0 0 0,0 0 0 0 0,-1 0 0 0 0,-1 0 0 0 0,0-1 0 0 0,-5 17 0 0 0,-33 80 2548 0 0,40-104-2155 0 0,0-3-364 0 0,-1 0 0 0 0,1 1 1 0 0,0-1-1 0 0,0 0 1 0 0,0 1-1 0 0,0-1 1 0 0,0 0-1 0 0,-1 1 0 0 0,1-1 1 0 0,0 0-1 0 0,0 0 1 0 0,-1 1-1 0 0,1-1 0 0 0,0 0 1 0 0,-1 0-1 0 0,1 1 1 0 0,0-1-1 0 0,0 0 1 0 0,-1 0-1 0 0,1 0 0 0 0,0 1 1 0 0,-1-1-1 0 0,1 0 1 0 0,-1 0-1 0 0,1-5-26 0 0,0-1-1 0 0,0 1 1 0 0,0-1 0 0 0,1 1 0 0 0,0 0-1 0 0,0-1 1 0 0,0 1 0 0 0,1 0-1 0 0,0 0 1 0 0,0 0 0 0 0,4-8 0 0 0,6-9-56 0 0,17-23 0 0 0,-26 41 50 0 0,21-30-49 0 0,2 1-1 0 0,1 2 1 0 0,2 0-1 0 0,1 2 1 0 0,1 1 0 0 0,1 2-1 0 0,69-43 1 0 0,-86 60-14 0 0,2 0 1 0 0,-1 1 0 0 0,1 1-1 0 0,0 1 1 0 0,0 0-1 0 0,0 1 1 0 0,30-4 0 0 0,-39 8 38 0 0,-1 0-1 0 0,1 1 1 0 0,0 0 0 0 0,0 0 0 0 0,0 1 0 0 0,-1 0 0 0 0,1 1 0 0 0,0-1 0 0 0,-1 1 0 0 0,1 1 0 0 0,-1-1 0 0 0,0 2 0 0 0,1-1 0 0 0,-2 1 0 0 0,1-1 0 0 0,0 2 0 0 0,-1-1-1 0 0,0 1 1 0 0,0 0 0 0 0,6 6 0 0 0,-4-1 16 0 0,0 0-1 0 0,-1 0 0 0 0,0 1 1 0 0,0 0-1 0 0,-1 0 0 0 0,-1 1 1 0 0,0 0-1 0 0,-1 0 1 0 0,0 0-1 0 0,0 0 0 0 0,-2 0 1 0 0,4 25-1 0 0,-4 7-320 0 0,-1 1-1 0 0,-7 59 1 0 0,2-55-951 0 0,3-33 184 0 0,0 37-3279 0 0,2-49 3181 0 0,-1 0 0 0 0,1 0 0 0 0,0-1 0 0 0,0 1 0 0 0,0 0 0 0 0,4 6 0 0 0</inkml:trace>
  <inkml:trace contextRef="#ctx0" brushRef="#br0" timeOffset="1">3788 968 1864 0 0,'17'2'3148'0'0,"-4"3"1149"0"0,6-1-1705 0 0,-1 0-260 0 0,1 1-1676 0 0,-2-8-1464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5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155 157 104 0 0,'10'-29'4561'0'0,"-2"0"-1"0"0,7-52 1 0 0,-14 76-4104 0 0,0 3-101 0 0,-2-9 430 0 0,-5 40-277 0 0,-5 55 1 0 0,0-3 70 0 0,-62 234 616 0 0,15-77-1839 0 0,29-77-3820 0 0,29-155 4019 0 0,0-1-767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6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0 216 2684 0 0,'17'-114'8326'0'0,"-2"14"-3570"0"0,-14 99-4613 0 0,6 0-88 0 0,-6 1-47 0 0,0 0 1 0 0,0 0-1 0 0,0 0 0 0 0,0 0 1 0 0,0 0-1 0 0,0 0 1 0 0,0 0-1 0 0,0 1 0 0 0,0-1 1 0 0,0 0-1 0 0,0 0 1 0 0,0 1-1 0 0,0-1 0 0 0,0 1 1 0 0,0-1-1 0 0,-1 1 1 0 0,1-1-1 0 0,0 1 0 0 0,0 0 1 0 0,0-1-1 0 0,-1 1 1 0 0,1 0-1 0 0,0-1 0 0 0,-1 1 1 0 0,1 0-1 0 0,0 0 1 0 0,-1 0-1 0 0,1 1 0 0 0,14 19 393 0 0,-1 1 0 0 0,-1 0-1 0 0,16 37 1 0 0,24 77 122 0 0,-43-108-233 0 0,29 85 246 0 0,-4 1-1 0 0,-6 2 1 0 0,-4 1-1 0 0,14 184 1 0 0,-38-282-819 0 0,1 0 0 0 0,0-1 0 0 0,7 23 0 0 0,-8-39-475 0 0,15-5-5368 0 0</inkml:trace>
  <inkml:trace contextRef="#ctx0" brushRef="#br0" timeOffset="1">153 652 1752 0 0,'-84'28'11369'0'0,"82"-28"-10895"0"0,-13 6 1062 0 0,24-4-1482 0 0,0-1 0 0 0,0 0-1 0 0,0 0 1 0 0,0-1 0 0 0,0 0-1 0 0,0-1 1 0 0,16-2 0 0 0,1 0 11 0 0,149-6-2337 0 0,-57 8-4131 0 0,-76 3 1856 0 0</inkml:trace>
  <inkml:trace contextRef="#ctx0" brushRef="#br0" timeOffset="2">1179 719 2336 0 0,'-4'0'2797'0'0,"-32"4"3518"0"0,33-4-4932 0 0,-1 1-258 0 0,-26 2 2545 0 0,309-14-2797 0 0,-54 4-3866 0 0,-215 6 2566 0 0,-4 1 57 0 0,0 0 0 0 0,-1-1 0 0 0,1 1 0 0 0,-1-1-1 0 0,1 0 1 0 0,-1-1 0 0 0,0 1 0 0 0,8-5 0 0 0,-12 6 311 0 0,0-1 0 0 0,0 1 0 0 0,0-1 0 0 0,0 0 0 0 0,-1 1 0 0 0,1-1 0 0 0,0 0 0 0 0,0 0 0 0 0,-1 1 0 0 0,1-1 0 0 0,-1 0 0 0 0,1 0 1 0 0,-1 0-1 0 0,1 0 0 0 0,-1 0 0 0 0,0 0 0 0 0,1 0 0 0 0,-1 0 0 0 0,0 0 0 0 0,0 0 0 0 0,1-2 0 0 0,-1 0 4 0 0,0 0 1 0 0,0 0-1 0 0,0 0 0 0 0,0-1 1 0 0,-1 1-1 0 0,0-6 0 0 0,-11-29 488 0 0,6 21 194 0 0,0 1 1 0 0,2-1-1 0 0,0 0 1 0 0,-2-26 0 0 0,6 42-615 0 0,0 0 1 0 0,0 1-1 0 0,0-1 1 0 0,0 0 0 0 0,0 0-1 0 0,0 1 1 0 0,0-1-1 0 0,0 0 1 0 0,0 1-1 0 0,1-1 1 0 0,-1 0 0 0 0,0 1-1 0 0,1-1 1 0 0,-1 0-1 0 0,0 1 1 0 0,1-1 0 0 0,-1 1-1 0 0,1-1 1 0 0,-1 1-1 0 0,0-1 1 0 0,1 1-1 0 0,0-1 1 0 0,-1 1 0 0 0,1-1-1 0 0,-1 1 1 0 0,1-1-1 0 0,-1 1 1 0 0,1 0 0 0 0,0-1-1 0 0,-1 1 1 0 0,1 0-1 0 0,0 0 1 0 0,-1 0-1 0 0,1-1 1 0 0,1 1 0 0 0,18 3 146 0 0,-19-3-171 0 0,2 1 25 0 0,0-1 0 0 0,0 1-1 0 0,0 1 1 0 0,-1-1 0 0 0,1 0 0 0 0,-1 1-1 0 0,1-1 1 0 0,-1 1 0 0 0,1 0-1 0 0,-1 0 1 0 0,0-1 0 0 0,0 2 0 0 0,0-1-1 0 0,2 2 1 0 0,20 34 140 0 0,-23-37-148 0 0,6 12 34 0 0,0 1 0 0 0,-1 0 0 0 0,-1 1 0 0 0,0 0 0 0 0,-1-1 0 0 0,-1 1 0 0 0,0 1 0 0 0,1 26 0 0 0,-3-21 114 0 0,-2 0 1 0 0,0 0-1 0 0,-2 0 0 0 0,0-1 0 0 0,-12 40 0 0 0,5-32-291 0 0,-1 0-1 0 0,-1 0 1 0 0,-26 43-1 0 0,20-43-1216 0 0,-2-1-1 0 0,-42 48 1 0 0,37-51-2272 0 0,-2-4-1659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7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456 149 1952 0 0,'-2'-2'2145'0'0,"-14"-13"2647"0"0,-24-19 0 0 0,35 29-4420 0 0,-1 1 0 0 0,0 1 0 0 0,0-1-1 0 0,0 1 1 0 0,-1 0 0 0 0,1 1 0 0 0,-13-4 0 0 0,14 6-339 0 0,0 0-1 0 0,0 1 0 0 0,0-1 1 0 0,0 1-1 0 0,0 0 1 0 0,1 1-1 0 0,-1-1 0 0 0,0 1 1 0 0,1 0-1 0 0,-1 0 1 0 0,1 0-1 0 0,0 1 0 0 0,0-1 1 0 0,0 1-1 0 0,0 0 1 0 0,-4 4-1 0 0,-11 12 18 0 0,1 1 0 0 0,2 1 0 0 0,0 0 1 0 0,1 1-1 0 0,-15 29 0 0 0,-52 123 96 0 0,71-146-124 0 0,0 1 0 0 0,2 0-1 0 0,1 1 1 0 0,1 0 0 0 0,2 0-1 0 0,0 1 1 0 0,1 57 0 0 0,4-83-76 0 0,0 0 0 0 0,1 0 0 0 0,-1 0 0 0 0,1 0 0 0 0,0 0 0 0 0,1 0 0 0 0,-1 0 0 0 0,1 0 0 0 0,0 0 0 0 0,0-1 0 0 0,1 1 0 0 0,-1-1 0 0 0,1 1 0 0 0,0-1 0 0 0,0 0 0 0 0,0 0 0 0 0,1 0 0 0 0,-1-1 0 0 0,1 1 0 0 0,0-1 0 0 0,0 0 0 0 0,0 0 0 0 0,1 0 0 0 0,-1-1 0 0 0,1 1 0 0 0,-1-1 0 0 0,1 0 0 0 0,0 0 0 0 0,0-1 0 0 0,0 1 0 0 0,0-1 0 0 0,0 0 0 0 0,0-1 0 0 0,0 1 0 0 0,0-1 0 0 0,8 0 0 0 0,10-3-1133 0 0,1 0 0 0 0,-1-2 0 0 0,0 0-1 0 0,0-1 1 0 0,-1-2 0 0 0,0 0 0 0 0,42-23 0 0 0,-20 6-2742 0 0</inkml:trace>
  <inkml:trace contextRef="#ctx0" brushRef="#br0" timeOffset="1">826 342 1324 0 0,'13'-26'3456'0'0,"-8"17"-1643"0"0,0-1 0 0 0,-1 1 0 0 0,0-1 0 0 0,0 0-1 0 0,-1 0 1 0 0,-1 0 0 0 0,3-14 0 0 0,-15 45-1499 0 0,0-5-221 0 0,-5 28-29 0 0,1 1-1 0 0,-7 46 0 0 0,18-72-52 0 0,1 1-1 0 0,0-1 1 0 0,1 1 0 0 0,2 0 0 0 0,0-1-1 0 0,0 1 1 0 0,8 28 0 0 0,-8-43 1 0 0,0 1 0 0 0,1-1 1 0 0,0 0-1 0 0,1 1 0 0 0,-1-1 1 0 0,1 0-1 0 0,0 0 0 0 0,0 0 0 0 0,0-1 1 0 0,1 1-1 0 0,-1-1 0 0 0,1 0 1 0 0,0 0-1 0 0,1 0 0 0 0,-1 0 0 0 0,1-1 1 0 0,-1 0-1 0 0,1 0 0 0 0,0 0 1 0 0,0 0-1 0 0,8 2 0 0 0,-6-3 2 0 0,1 0 0 0 0,-1 0 1 0 0,1-1-1 0 0,0 0 0 0 0,0-1 0 0 0,0 1 0 0 0,0-1 0 0 0,-1-1 1 0 0,1 0-1 0 0,0 0 0 0 0,0 0 0 0 0,-1-1 0 0 0,1 0 0 0 0,-1-1 0 0 0,9-3 1 0 0,-4-1 2 0 0,1 1 0 0 0,-2-2 1 0 0,1 0-1 0 0,-1 0 1 0 0,0-1-1 0 0,0 0 0 0 0,-1-1 1 0 0,-1-1-1 0 0,0 1 1 0 0,0-1-1 0 0,-1-1 1 0 0,0 1-1 0 0,-1-1 0 0 0,0-1 1 0 0,-1 0-1 0 0,-1 1 1 0 0,0-2-1 0 0,6-23 1 0 0,-8 25 27 0 0,0 0 1 0 0,-1 0 0 0 0,-1-1 0 0 0,0 1 0 0 0,0 0-1 0 0,-1-1 1 0 0,-1 1 0 0 0,0 0 0 0 0,-1-1 0 0 0,0 1-1 0 0,-1 0 1 0 0,0 0 0 0 0,-1 0 0 0 0,0 1 0 0 0,-1-1-1 0 0,-1 1 1 0 0,1 0 0 0 0,-2 1 0 0 0,1-1 0 0 0,-2 1 0 0 0,-12-14-1 0 0,3 9-44 0 0,0 2 0 0 0,-1 0 0 0 0,0 1 0 0 0,-1 0 0 0 0,-25-10 0 0 0,40 20-134 0 0,1 1 0 0 0,-1-1 0 0 0,0 1 0 0 0,1 0 0 0 0,-1 0 0 0 0,0 1 0 0 0,0-1 0 0 0,1 1 0 0 0,-6 0 0 0 0,7 0-117 0 0,0 0 1 0 0,1 0-1 0 0,-1 0 1 0 0,1 1-1 0 0,-1-1 1 0 0,1 0-1 0 0,0 1 1 0 0,-1-1-1 0 0,1 1 1 0 0,-1 0-1 0 0,1 0 1 0 0,0-1-1 0 0,-1 1 1 0 0,-1 1-1 0 0,3 0-214 0 0,0-1-1 0 0,-1 0 1 0 0,1 0 0 0 0,0 1-1 0 0,0-1 1 0 0,0 0 0 0 0,0 0-1 0 0,0 1 1 0 0,0-1-1 0 0,0 0 1 0 0,0 0 0 0 0,0 1-1 0 0,0-1 1 0 0,1 0 0 0 0,-1 0-1 0 0,1 0 1 0 0,-1 1-1 0 0,1 0 1 0 0</inkml:trace>
  <inkml:trace contextRef="#ctx0" brushRef="#br0" timeOffset="2">1914 175 1168 0 0,'-2'2'2858'0'0,"-3"3"-811"0"0,-20 20 5041 0 0,2 1-4365 0 0,22-24-2609 0 0,1 0-84 0 0,1 1 0 0 0,-1-1 0 0 0,0 1 0 0 0,1-1 0 0 0,0 0 0 0 0,-1 1 0 0 0,1-1 1 0 0,0 0-1 0 0,0 1 0 0 0,0-1 0 0 0,0 0 0 0 0,1 0 0 0 0,-1 0 0 0 0,1 0 0 0 0,-1 0 0 0 0,1 0 0 0 0,0 0 0 0 0,-1-1 0 0 0,1 1 0 0 0,0-1 0 0 0,0 1 0 0 0,0-1 0 0 0,0 0 0 0 0,1 1 0 0 0,-1-1 0 0 0,0 0 0 0 0,0-1 0 0 0,1 1 0 0 0,-1 0 1 0 0,4 0-1 0 0,-3 0 19 0 0,2-1 24 0 0,2-1-36 0 0,1 1-1 0 0,0-2 0 0 0,0 1 1 0 0,-1-1-1 0 0,1 0 0 0 0,-1 0 1 0 0,0-1-1 0 0,1 0 0 0 0,6-5 1 0 0,-6 3-17 0 0,0-1 0 0 0,-1-1 0 0 0,0 1 1 0 0,0-1-1 0 0,-1 0 0 0 0,0-1 1 0 0,0 1-1 0 0,0-1 0 0 0,-1 0 0 0 0,-1-1 1 0 0,1 1-1 0 0,3-11 0 0 0,-6 14-9 0 0,0-1 0 0 0,-1 0-1 0 0,1 1 1 0 0,-1-1 0 0 0,0 0 0 0 0,-1 0-1 0 0,1 0 1 0 0,-1 0 0 0 0,0 0-1 0 0,0 0 1 0 0,-1 0 0 0 0,0 1 0 0 0,0-1-1 0 0,-1 0 1 0 0,1 0 0 0 0,-1 1-1 0 0,0-1 1 0 0,-1 1 0 0 0,1-1 0 0 0,-6-6-1 0 0,7 9-17 0 0,-1 1-1 0 0,0-1 1 0 0,0 1 0 0 0,0 0-1 0 0,0-1 1 0 0,0 1-1 0 0,-1 0 1 0 0,1 0 0 0 0,-1 1-1 0 0,1-1 1 0 0,-1 0-1 0 0,0 1 1 0 0,0 0 0 0 0,0 0-1 0 0,1-1 1 0 0,-1 2-1 0 0,0-1 1 0 0,0 0 0 0 0,0 1-1 0 0,-1-1 1 0 0,1 1-1 0 0,0 0 1 0 0,0 0 0 0 0,0 0-1 0 0,0 0 1 0 0,0 1-1 0 0,0-1 1 0 0,0 1 0 0 0,0 0-1 0 0,-6 2 1 0 0,1 0-12 0 0,1 1 1 0 0,-1 0-1 0 0,0 1 0 0 0,1 0 1 0 0,0 0-1 0 0,0 1 1 0 0,1 0-1 0 0,-1 0 0 0 0,1 0 1 0 0,-6 9-1 0 0,-6 10-7 0 0,2 2 0 0 0,0-1-1 0 0,2 2 1 0 0,1 0 0 0 0,1 1-1 0 0,1 0 1 0 0,2 0 0 0 0,-8 44 0 0 0,15-64 35 0 0,1 0 0 0 0,0 0 0 0 0,0 0 0 0 0,1 0 0 0 0,0 1 0 0 0,0-1 0 0 0,1 0 0 0 0,1 0 0 0 0,0 0 0 0 0,0 0 0 0 0,4 10 0 0 0,-4-14 1 0 0,0 0 0 0 0,1-1 0 0 0,-1 1 1 0 0,1-1-1 0 0,0 1 0 0 0,0-1 0 0 0,1 0 1 0 0,-1 0-1 0 0,1-1 0 0 0,0 1 0 0 0,0-1 1 0 0,0 1-1 0 0,1-1 0 0 0,-1-1 0 0 0,1 1 1 0 0,-1-1-1 0 0,1 1 0 0 0,0-1 0 0 0,0-1 1 0 0,10 3-1 0 0,8 1-423 0 0,1-2-1 0 0,1-1 1 0 0,-1-1 0 0 0,0-1-1 0 0,0 0 1 0 0,1-2 0 0 0,23-6-1 0 0,-10 1-1609 0 0,-1-3-1 0 0,0-1 0 0 0,62-27 1 0 0,-46 11-1729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18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40 176 1244 0 0,'-1'-10'2258'0'0,"-4"-25"3259"0"0,3 18-3048 0 0,-2 1 0 0 0,-7-24-1 0 0,11 38-1957 0 0,-1-3-271 0 0,1 1 1 0 0,0-1 0 0 0,-1 1 0 0 0,0-1-1 0 0,0 1 1 0 0,-1 0 0 0 0,1-1 0 0 0,-5-8 1430 0 0,2 7-1884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0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32 1324 0 0,'-5'-31'16212'0'0,"5"31"-16062"0"0,-1 1-150 0 0,-10 55 263 0 0,-18 70 1091 0 0,3-17-1171 0 0,-1 33-142 0 0,-170 998 178 0 0,156-627-164 0 0,40-493-35 0 0,0-1-1 0 0,2 1 1 0 0,0-1-1 0 0,1 1 1 0 0,1-1-1 0 0,6 24 1 0 0,-8-42-12 0 0,0 1 0 0 0,-1 0 0 0 0,1 0 0 0 0,0-1 0 0 0,0 1 0 0 0,0 0 0 0 0,0-1 0 0 0,0 1 0 0 0,1-1 0 0 0,-1 0 0 0 0,0 1 0 0 0,1-1 0 0 0,-1 0 0 0 0,1 0 0 0 0,-1 1 0 0 0,1-1 0 0 0,0-1 0 0 0,-1 1 0 0 0,1 0 0 0 0,0 0 0 0 0,2 0 0 0 0,-1 0 2 0 0,1-1-1 0 0,0 1 1 0 0,-1-1 0 0 0,1 0-1 0 0,0 0 1 0 0,-1-1 0 0 0,1 1 0 0 0,0-1-1 0 0,-1 1 1 0 0,6-3 0 0 0,2-1 6 0 0,0-1 1 0 0,0 0-1 0 0,0 0 1 0 0,-1-1-1 0 0,0 0 1 0 0,10-9 0 0 0,-4 2-8 0 0,-2-2 1 0 0,1 1 0 0 0,-2-2 0 0 0,0 0 0 0 0,-1 0 0 0 0,0-1 0 0 0,-1-1 0 0 0,-2 0 0 0 0,1 0 0 0 0,-2-1-1 0 0,-1 0 1 0 0,0-1 0 0 0,-1 0 0 0 0,-1 0 0 0 0,-1 0 0 0 0,-1 0 0 0 0,-1-1 0 0 0,0-22 0 0 0,-2 15-17 0 0,-1 1 0 0 0,-2-1 1 0 0,0 1-1 0 0,-2 0 0 0 0,-1 0 1 0 0,-1 1-1 0 0,-2-1 0 0 0,0 2 1 0 0,-2-1-1 0 0,0 1 0 0 0,-2 1 1 0 0,-1 0-1 0 0,-18-24 0 0 0,4 14-9 0 0,-1 1 0 0 0,-50-43-1 0 0,-73-48-156 0 0,124 98-63 0 0,28 25 228 0 0,-1 0 0 0 0,1 1 0 0 0,0-1 0 0 0,0 0-1 0 0,0 0 1 0 0,0 0 0 0 0,0 0 0 0 0,0 0 0 0 0,0 1 0 0 0,0-1 0 0 0,0 0 0 0 0,0 0-1 0 0,0 0 1 0 0,0 0 0 0 0,0 0 0 0 0,1 1 0 0 0,-1-1 0 0 0,0 0 0 0 0,1 0-1 0 0,-1 0 1 0 0,1 1 0 0 0,-1-1 0 0 0,1 0 0 0 0,-1 1 0 0 0,1-1 0 0 0,-1 0 0 0 0,1 1-1 0 0,0-1 1 0 0,0 0 0 0 0,11-9-178 0 0,0 1 1 0 0,1 0-1 0 0,0 1 0 0 0,0 0 1 0 0,24-10-1 0 0,-6 3-110 0 0,134-66-1051 0 0,80-43-341 0 0,-221 111 1539 0 0,228-134-1357 0 0,-209 118 1250 0 0,-2-1 0 0 0,-2-2 0 0 0,62-63-1 0 0,-89 81 255 0 0,0-1-1 0 0,-1 0 0 0 0,-1 0 1 0 0,0-1-1 0 0,-1-1 0 0 0,-1 0 1 0 0,0 0-1 0 0,5-20 0 0 0,-9 23 254 0 0,0 0 1 0 0,-1-1-1 0 0,-1 1 0 0 0,-1-1 0 0 0,0 1 0 0 0,0-1 1 0 0,-2 0-1 0 0,0 0 0 0 0,0 1 0 0 0,-7-26 0 0 0,6 30-9 0 0,-2-1-1 0 0,1 1 0 0 0,-1 0 1 0 0,-7-13-1 0 0,9 20-176 0 0,-2 5-33 0 0,1 0-30 0 0,0 0 1 0 0,1-1 0 0 0,-1 1-1 0 0,0 0 1 0 0,1 1 0 0 0,-1-1-1 0 0,1 0 1 0 0,0 1 0 0 0,0-1-1 0 0,0 1 1 0 0,0 0-1 0 0,0 0 1 0 0,1-1 0 0 0,-1 1-1 0 0,1 0 1 0 0,0 1 0 0 0,-2 2-1 0 0,-26 94 445 0 0,-20 112-1 0 0,-1 107 546 0 0,28-172-727 0 0,-81 814 1246 0 0,98-898-1449 0 0,3 1 1 0 0,3-1 0 0 0,2 1-1 0 0,18 91 1 0 0,-19-145-33 0 0,1 0 0 0 0,0-1 0 0 0,0 1 1 0 0,1-1-1 0 0,8 15 0 0 0,-10-21-16 0 0,0 0 0 0 0,0 0-1 0 0,0 0 1 0 0,1 0 0 0 0,0 0-1 0 0,-1 0 1 0 0,1-1 0 0 0,0 0 0 0 0,0 1-1 0 0,0-1 1 0 0,0 0 0 0 0,1 0 0 0 0,-1-1-1 0 0,1 1 1 0 0,-1-1 0 0 0,1 0-1 0 0,-1 0 1 0 0,5 1 0 0 0,-1-1 1 0 0,0 0 0 0 0,1-1 0 0 0,-1 1 0 0 0,0-2 0 0 0,1 1 0 0 0,-1-1 0 0 0,0 0 0 0 0,0-1-1 0 0,1 1 1 0 0,-1-2 0 0 0,-1 1 0 0 0,10-5 0 0 0,-6 2-3 0 0,-1-1 0 0 0,1 0 0 0 0,-1 0 0 0 0,0-1 0 0 0,-1 0 0 0 0,0-1-1 0 0,11-13 1 0 0,-6 5-2 0 0,-1-1 0 0 0,0-1-1 0 0,-2 0 1 0 0,0-1 0 0 0,-1 0 0 0 0,-1 0-1 0 0,0-1 1 0 0,5-24 0 0 0,-9 24 10 0 0,0-1 0 0 0,-2 1-1 0 0,0-1 1 0 0,-1 0 0 0 0,-2 0 0 0 0,0 0 0 0 0,-1 1 0 0 0,-1-1 0 0 0,0 0 0 0 0,-2 1 0 0 0,-14-37 0 0 0,8 29-5 0 0,-2 1 0 0 0,-1 0 1 0 0,-1 1-1 0 0,-2 1 0 0 0,0 0 0 0 0,-1 2 0 0 0,-36-36 0 0 0,11 17 167 0 0,-3 2-1 0 0,-1 2 0 0 0,-71-45 0 0 0,81 60-2 0 0,0-3-1 0 0,-35-32 1 0 0,71 57-179 0 0,-1-1-1 0 0,0 0 1 0 0,0 1-1 0 0,1-1 1 0 0,-1 0-1 0 0,1 0 1 0 0,0 0 0 0 0,-1 0-1 0 0,1 0 1 0 0,0-1-1 0 0,0 1 1 0 0,0 0-1 0 0,1 0 1 0 0,-1-1 0 0 0,0 1-1 0 0,1-1 1 0 0,0 1-1 0 0,-1 0 1 0 0,1-1-1 0 0,0-2 1 0 0,1 1-8 0 0,0 0 0 0 0,0 0-1 0 0,0 0 1 0 0,0 0 0 0 0,1 0 0 0 0,0 0 0 0 0,0 1 0 0 0,0-1 0 0 0,0 1 0 0 0,0-1-1 0 0,3-2 1 0 0,7-8-80 0 0,1 2-1 0 0,0 0 0 0 0,0 0 1 0 0,21-13-1 0 0,4 0-542 0 0,1 2-1 0 0,2 2 1 0 0,71-29-1 0 0,135-29-6209 0 0,-140 47 551 0 0,-80 25 1793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1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123 546 1656 0 0,'-14'-21'6725'0'0,"9"14"-5150"0"0,0-1 0 0 0,1 0 0 0 0,-6-10 0 0 0,4 5 199 0 0,5 11-977 0 0,-5-8 1234 0 0,5 9-1703 0 0,0-1 1 0 0,0 0 0 0 0,0 0 0 0 0,0 1 0 0 0,0-1 0 0 0,0 0 0 0 0,0 1 0 0 0,-1-1-1 0 0,1 1 1 0 0,-3-2 0 0 0,2 5-329 0 0,0 1-1 0 0,0-1 1 0 0,0 1-1 0 0,0 0 1 0 0,1 0 0 0 0,-1 0-1 0 0,1-1 1 0 0,0 1-1 0 0,0 1 1 0 0,0-1-1 0 0,0 0 1 0 0,-1 5 0 0 0,-5 48 24 0 0,5-32-28 0 0,-9 46-16 0 0,5-38 12 0 0,1 1 0 0 0,2-1 0 0 0,1 1 0 0 0,4 56 0 0 0,-2-85-8 0 0,1 0-1 0 0,0 0 1 0 0,0 0 0 0 0,0-1 0 0 0,0 1 0 0 0,1 0 0 0 0,-1-1-1 0 0,1 1 1 0 0,0-1 0 0 0,0 1 0 0 0,3 2 0 0 0,-4-4-130 0 0,1 0 1 0 0,0 0 0 0 0,0-1 0 0 0,0 1 0 0 0,1 0 0 0 0,-1-1-1 0 0,0 0 1 0 0,0 0 0 0 0,1 1 0 0 0,-1-2 0 0 0,1 1 0 0 0,-1 0-1 0 0,1 0 1 0 0,-1-1 0 0 0,1 1 0 0 0,0-1 0 0 0,-1 0-1 0 0,1 0 1 0 0,5 0 0 0 0,1-1-413 0 0,0 0 1 0 0,0-1-1 0 0,0 0 0 0 0,0 0 0 0 0,0-1 1 0 0,12-6-1 0 0,-11 5-649 0 0,-1-1 1 0 0,0-1-1 0 0,0 0 0 0 0,0 0 1 0 0,0-1-1 0 0,7-8 1 0 0,8-8-3797 0 0</inkml:trace>
  <inkml:trace contextRef="#ctx0" brushRef="#br0" timeOffset="1">310 90 1176 0 0,'-23'-16'4126'0'0,"-2"2"1"0"0,-47-22-1 0 0,28 15-2135 0 0,41 20-1872 0 0,-2 0-162 0 0,5 1-9 0 0,0 0 0 0 0,-1 0 1 0 0,1 0-1 0 0,0 0 0 0 0,-1 0 0 0 0,1-1 0 0 0,0 1 0 0 0,-1 0 0 0 0,1 0 0 0 0,0 0 0 0 0,0 0 1 0 0,-1 0-1 0 0,1 0 0 0 0,0 0 0 0 0,-1 0 0 0 0,1 0 0 0 0,0 0 0 0 0,-1 0 0 0 0,1 0 1 0 0,0 0-1 0 0,-1 1 0 0 0,1-1 0 0 0,0 0 0 0 0,-1 0 0 0 0,1 0 0 0 0,0 0 0 0 0,0 0 0 0 0,-1 1 1 0 0,1-1-1 0 0,0 0 0 0 0,-1 1 0 0 0,10 17-2220 0 0,2-4-2227 0 0,1-2-288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2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365 375 1028 0 0,'-3'-7'1202'0'0,"1"0"-1"0"0,0 0 1 0 0,0-1-1 0 0,0-7 1 0 0,0-3 930 0 0,3-30 0 0 0,0 28 518 0 0,-3-36-1 0 0,1 54-2447 0 0,1-3 35 0 0,0 1-1 0 0,-1-1 1 0 0,1 1-1 0 0,-1-1 1 0 0,0 1 0 0 0,-1 0-1 0 0,1-1 1 0 0,-1 1 0 0 0,0 0-1 0 0,0 0 1 0 0,0 0 0 0 0,-3-4-1 0 0,3 6-162 0 0,-1 2-41 0 0,-2 1-31 0 0,0 0-1 0 0,1 0 1 0 0,-1 0-1 0 0,1 1 1 0 0,-1 0-1 0 0,1-1 1 0 0,0 1-1 0 0,0 1 1 0 0,-1-1-1 0 0,2 1 0 0 0,-1-1 1 0 0,0 1-1 0 0,0 0 1 0 0,-5 7-1 0 0,-9 9-30 0 0,-22 30 0 0 0,31-37 23 0 0,-25 33-25 0 0,-41 74 0 0 0,60-92 31 0 0,1 1 0 0 0,1 1 1 0 0,2 0-1 0 0,-10 40 0 0 0,19-59 11 0 0,0 0 0 0 0,1 1 0 0 0,0-1 0 0 0,0 1 0 0 0,1-1-1 0 0,0 1 1 0 0,1-1 0 0 0,0 0 0 0 0,3 11 0 0 0,-2-15-36 0 0,-1-1-1 0 0,1 0 1 0 0,0 0-1 0 0,1 0 1 0 0,-1 0 0 0 0,1-1-1 0 0,0 1 1 0 0,0-1 0 0 0,0 1-1 0 0,1-1 1 0 0,-1 0-1 0 0,1 0 1 0 0,0-1 0 0 0,0 1-1 0 0,1-1 1 0 0,-1 0 0 0 0,1 0-1 0 0,-1 0 1 0 0,8 2-1 0 0,8 3-379 0 0,1-2-1 0 0,-1 0 0 0 0,1-1 0 0 0,1-1 0 0 0,-1-1 0 0 0,1-1 0 0 0,-1-1 0 0 0,1-1 0 0 0,-1-1 0 0 0,22-3 0 0 0,-4-2-436 0 0,-1-1-1 0 0,0-2 0 0 0,-1-2 0 0 0,61-26 0 0 0,-81 29 788 0 0,-1-1 0 0 0,0 0 0 0 0,0-1 0 0 0,-1-1 0 0 0,-1 0 0 0 0,0-1 0 0 0,0 0 0 0 0,-1-1 0 0 0,-1-1 0 0 0,0 0 0 0 0,19-30 0 0 0,-23 29 689 0 0,0 1 0 0 0,-1-1-1 0 0,-1-1 1 0 0,0 1 0 0 0,-1-1-1 0 0,-1 0 1 0 0,0-1-1 0 0,2-21 1 0 0,2-19 2330 0 0,-8 54-2780 0 0,0 0-68 0 0,-1-3 87 0 0,-2 7-55 0 0,-6 17 29 0 0,-8 31 39 0 0,15-40-175 0 0,-11 42 128 0 0,-5 53 0 0 0,16-88-136 0 0,1-1 0 0 0,0 1 0 0 0,1 0 0 0 0,1-1 0 0 0,1 1 0 0 0,0 0 0 0 0,9 29 0 0 0,-10-41-84 0 0,0 1 0 0 0,1-1 0 0 0,0 0 0 0 0,0 0 0 0 0,0 0 1 0 0,1 0-1 0 0,-1 0 0 0 0,1-1 0 0 0,0 1 0 0 0,0-1 1 0 0,0 1-1 0 0,0-1 0 0 0,1 0 0 0 0,-1-1 0 0 0,1 1 1 0 0,0 0-1 0 0,-1-1 0 0 0,1 0 0 0 0,1 0 0 0 0,-1 0 0 0 0,0 0 1 0 0,0-1-1 0 0,1 0 0 0 0,-1 0 0 0 0,0 0 0 0 0,1 0 1 0 0,0-1-1 0 0,-1 1 0 0 0,1-1 0 0 0,-1-1 0 0 0,1 1 1 0 0,6-1-1 0 0,-2-1-502 0 0,0 0 0 0 0,-1 0 0 0 0,1-1 1 0 0,0 0-1 0 0,-1-1 0 0 0,1 0 0 0 0,-1 0 1 0 0,0 0-1 0 0,-1-1 0 0 0,1-1 0 0 0,-1 1 1 0 0,0-1-1 0 0,0 0 0 0 0,0-1 0 0 0,7-9 1 0 0,4-10-2711 0 0,1-4-1046 0 0</inkml:trace>
  <inkml:trace contextRef="#ctx0" brushRef="#br0" timeOffset="1">1103 123 1056 0 0,'-9'-11'1866'0'0,"0"-1"-1"0"0,0 2 0 0 0,-1-1 1 0 0,-13-10-1 0 0,-46-31 1576 0 0,66 51-3561 0 0,-9-4-580 0 0</inkml:trace>
  <inkml:trace contextRef="#ctx0" brushRef="#br0" timeOffset="2">1242 409 644 0 0,'1'6'1469'0'0,"2"6"838"0"0,-1 0 0 0 0,1 0-1 0 0,6 12 1 0 0,-8-21-2095 0 0,1 0-1 0 0,0 0 1 0 0,0 0-1 0 0,0 0 0 0 0,0 0 1 0 0,0 0-1 0 0,1 0 1 0 0,-1-1-1 0 0,1 1 0 0 0,0-1 1 0 0,0 0-1 0 0,0 1 1 0 0,4 1-1 0 0,-2-2-97 0 0,-1 0 0 0 0,0-1-1 0 0,1 0 1 0 0,-1 0 0 0 0,1 0 0 0 0,-1 0 0 0 0,1-1 0 0 0,5 1-1 0 0,-5-1-78 0 0,3 1 60 0 0,0 1 0 0 0,0-1 0 0 0,0-1-1 0 0,0 1 1 0 0,0-2 0 0 0,1 1 0 0 0,-1-1-1 0 0,0 0 1 0 0,0-1 0 0 0,0 0-1 0 0,14-5 1 0 0,-20 6-86 0 0,0 0-1 0 0,-1 0 1 0 0,1 0-1 0 0,-1 0 1 0 0,1 0 0 0 0,-1 0-1 0 0,0-1 1 0 0,1 1-1 0 0,-1-1 1 0 0,0 1-1 0 0,0-1 1 0 0,0 1 0 0 0,0-1-1 0 0,0 1 1 0 0,0-1-1 0 0,0 0 1 0 0,-1 0-1 0 0,1 1 1 0 0,-1-1-1 0 0,1 0 1 0 0,-1 0 0 0 0,0 0-1 0 0,1-2 1 0 0,-1 0 0 0 0,0-1 1 0 0,0 1 0 0 0,0-1-1 0 0,-1 1 1 0 0,1-1 0 0 0,-1 1-1 0 0,-3-8 1 0 0,2 5 27 0 0,-1 0-1 0 0,-1 1 1 0 0,0-1 0 0 0,1 1-1 0 0,-2 0 1 0 0,1 0 0 0 0,-1 0 0 0 0,0 1-1 0 0,0 0 1 0 0,0 0 0 0 0,-1 0-1 0 0,0 0 1 0 0,0 1 0 0 0,0 0 0 0 0,0 0-1 0 0,-10-3 1 0 0,11 5-31 0 0,0 1-1 0 0,-1 0 1 0 0,1 1-1 0 0,0-1 1 0 0,0 1 0 0 0,-1 0-1 0 0,1 0 1 0 0,0 1-1 0 0,0-1 1 0 0,0 1 0 0 0,-1 1-1 0 0,1-1 1 0 0,0 1-1 0 0,0-1 1 0 0,0 1 0 0 0,-6 4-1 0 0,0 0-6 0 0,0 1-1 0 0,1 0 1 0 0,0 1-1 0 0,0-1 1 0 0,1 2-1 0 0,0-1 1 0 0,1 2-1 0 0,0-1 1 0 0,0 1-1 0 0,0 0 1 0 0,-6 13-1 0 0,3-2 14 0 0,0-1-1 0 0,1 2 1 0 0,1-1 0 0 0,2 1-1 0 0,-7 27 1 0 0,12-42 0 0 0,1 1 1 0 0,-1-1-1 0 0,2 1 1 0 0,-1 0 0 0 0,1 0-1 0 0,0 0 1 0 0,0-1-1 0 0,1 1 1 0 0,0 0 0 0 0,1-1-1 0 0,0 1 1 0 0,0 0-1 0 0,0-1 1 0 0,1 0 0 0 0,0 0-1 0 0,1 0 1 0 0,-1 0-1 0 0,1 0 1 0 0,1-1-1 0 0,-1 1 1 0 0,1-1 0 0 0,0 0-1 0 0,0-1 1 0 0,1 1-1 0 0,0-1 1 0 0,0 0 0 0 0,0 0-1 0 0,1-1 1 0 0,-1 0-1 0 0,1 0 1 0 0,0-1 0 0 0,0 1-1 0 0,0-2 1 0 0,1 1-1 0 0,8 1 1 0 0,5 2-466 0 0,0-2 0 0 0,1-1 0 0 0,-1-1 0 0 0,1 0 0 0 0,-1-2 0 0 0,1 0 0 0 0,-1-2 0 0 0,33-5 0 0 0,-34 2-783 0 0,1 0 0 0 0,-1-1 0 0 0,-1-1 0 0 0,1-1 0 0 0,20-11 0 0 0,-11 2-2870 0 0</inkml:trace>
  <inkml:trace contextRef="#ctx0" brushRef="#br0" timeOffset="3">1843 444 1904 0 0,'9'-84'8549'0'0,"-1"24"-3583"0"0,-8 60-4958 0 0,0-1 1 0 0,0 1-1 0 0,-1 0 1 0 0,1 0-1 0 0,0 0 1 0 0,0-1-1 0 0,0 1 1 0 0,0 0-1 0 0,0 0 1 0 0,0 0-1 0 0,0-1 1 0 0,0 1-1 0 0,0 0 1 0 0,0 0 0 0 0,0 0-1 0 0,0-1 1 0 0,0 1-1 0 0,0 0 1 0 0,0 0-1 0 0,0 0 1 0 0,0-1-1 0 0,0 1 1 0 0,0 0-1 0 0,1 0 1 0 0,-1 0-1 0 0,0-1 1 0 0,0 1-1 0 0,0 0 1 0 0,0 0-1 0 0,0 0 1 0 0,0 0-1 0 0,1-1 1 0 0,-1 1-1 0 0,0 0 1 0 0,0 0-1 0 0,0 0 1 0 0,0 0-1 0 0,1 0 1 0 0,-1 0 0 0 0,0 0-1 0 0,0-1 1 0 0,9 7 492 0 0,5 10 158 0 0,-8-6-459 0 0,-1 1-1 0 0,1 0 1 0 0,-2 0 0 0 0,0 0 0 0 0,0 0-1 0 0,3 18 1 0 0,-2-1 342 0 0,2 44 0 0 0,-7-34-170 0 0,-2 1-1 0 0,-1-1 1 0 0,-13 56-1 0 0,15-92-257 0 0,1-2-113 0 0,-1 0 0 0 0,1 0 0 0 0,-1 0 0 0 0,1-1 0 0 0,-1 1 0 0 0,1 0 0 0 0,-1 0 0 0 0,1-1 0 0 0,-1 1 0 0 0,1 0 0 0 0,-1-1 0 0 0,1 1 0 0 0,0-1 0 0 0,-1 1 0 0 0,1-1 0 0 0,0 1 0 0 0,-1 0 0 0 0,1-1 0 0 0,0 1 0 0 0,-1-1 0 0 0,1 1 1 0 0,0-1-1 0 0,0 1 0 0 0,0-1 0 0 0,-1 0 0 0 0,1 1 0 0 0,0-1 0 0 0,0 1 0 0 0,0-1 0 0 0,0 1 0 0 0,0-1 0 0 0,0 0 0 0 0,0-17 2 0 0,0 17-2 0 0,3-14-30 0 0,0-1 0 0 0,0 1 0 0 0,1 0-1 0 0,1 0 1 0 0,1 0 0 0 0,10-20 0 0 0,53-77-84 0 0,-53 87 95 0 0,-4 8-12 0 0,1 0-1 0 0,1 1 1 0 0,0 1-1 0 0,1 0 1 0 0,1 1 0 0 0,0 0-1 0 0,1 2 1 0 0,0 0 0 0 0,1 0-1 0 0,27-11 1 0 0,-42 22 30 0 0,1 0 0 0 0,-1 0-1 0 0,1 1 1 0 0,0 0 0 0 0,-1 0 0 0 0,1 0 0 0 0,-1 0-1 0 0,1 0 1 0 0,-1 1 0 0 0,1 0 0 0 0,-1-1 0 0 0,1 1 0 0 0,-1 0-1 0 0,0 1 1 0 0,1-1 0 0 0,-1 1 0 0 0,0-1 0 0 0,0 1 0 0 0,0 0-1 0 0,0 0 1 0 0,0 0 0 0 0,-1 1 0 0 0,1-1 0 0 0,0 1 0 0 0,-1-1-1 0 0,3 5 1 0 0,-1 0 46 0 0,0 1-1 0 0,0 0 1 0 0,0 0-1 0 0,-1 1 1 0 0,0-1 0 0 0,-1 1-1 0 0,0-1 1 0 0,0 1-1 0 0,-1 0 1 0 0,1 17-1 0 0,-3 6 53 0 0,-8 55 0 0 0,2-34 3 0 0,3-24-164 0 0,2-15 96 0 0,0-1 1 0 0,1 0-1 0 0,0 0 0 0 0,1 1 1 0 0,2 15-1 0 0,-1-26-105 0 0,0 0 0 0 0,-1 0 0 0 0,1 0 0 0 0,0 0 0 0 0,0 0 0 0 0,1 0-1 0 0,-1 0 1 0 0,1 0 0 0 0,-1-1 0 0 0,1 1 0 0 0,0 0 0 0 0,0-1 0 0 0,0 0 0 0 0,0 1 0 0 0,1-1-1 0 0,-1 0 1 0 0,1 0 0 0 0,-1 0 0 0 0,1 0 0 0 0,-1-1 0 0 0,1 1 0 0 0,0-1 0 0 0,0 0 0 0 0,0 0-1 0 0,0 0 1 0 0,0 0 0 0 0,4 1 0 0 0,2-1-424 0 0,0 1 0 0 0,0-1 1 0 0,-1-1-1 0 0,1 0 0 0 0,0 0 0 0 0,0-1 0 0 0,0 0 0 0 0,0 0 0 0 0,12-4 1 0 0,-7 0-1545 0 0,0 0 1 0 0,22-11 0 0 0,-2-2-3780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4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357 263 432 0 0,'5'-48'4942'0'0,"-3"0"0"0"0,-1 0-1 0 0,-7-56 1 0 0,6 103-4884 0 0,0 0 0 0 0,0 1-1 0 0,0-1 1 0 0,0 0 0 0 0,0 0-1 0 0,0 0 1 0 0,0 1 0 0 0,0-1-1 0 0,-1 0 1 0 0,1 1 0 0 0,0-1 0 0 0,0 0-1 0 0,-1 0 1 0 0,1 1 0 0 0,-1-1-1 0 0,1 1 1 0 0,-1-1 0 0 0,0-1-1 0 0,1 2-32 0 0,-1 0-1 0 0,1 0 0 0 0,0 1 0 0 0,-1-1 0 0 0,1 0 0 0 0,-1 0 0 0 0,1 0 0 0 0,0 0 0 0 0,-1 0 1 0 0,1 0-1 0 0,0 0 0 0 0,-1 1 0 0 0,1-1 0 0 0,0 0 0 0 0,-1 0 0 0 0,1 0 0 0 0,0 1 0 0 0,0-1 1 0 0,-1 0-1 0 0,1 1 0 0 0,0-1 0 0 0,0 0 0 0 0,0 0 0 0 0,-1 1 0 0 0,1 0 0 0 0,-15 27 850 0 0,14-26-693 0 0,-39 102 3119 0 0,-42 171 0 0 0,65-212-2767 0 0,-27 95 583 0 0,-30 114-27 0 0,20 3-706 0 0,53-267-472 0 0,-1 6-45 0 0,1 0-1 0 0,0 22 1 0 0,1-33 41 0 0,0 0 0 0 0,0-1 0 0 0,1 1 0 0 0,-1-1 0 0 0,1 1 0 0 0,-1-1 0 0 0,1 1 0 0 0,0-1 0 0 0,0 1 0 0 0,0-1 0 0 0,0 0 0 0 0,1 1-1 0 0,-1-1 1 0 0,0 0 0 0 0,1 0 0 0 0,0 0 0 0 0,-1 0 0 0 0,1 0 0 0 0,0 0 0 0 0,3 1 0 0 0,-2-1-110 0 0,-1-2 0 0 0,1 1 0 0 0,0 0 0 0 0,0 0 0 0 0,0-1-1 0 0,0 0 1 0 0,0 1 0 0 0,0-1 0 0 0,0 0 0 0 0,0-1 0 0 0,-1 1 0 0 0,1 0 0 0 0,0-1 0 0 0,0 0-1 0 0,5-1 1 0 0,40-18-2674 0 0,-25 8 108 0 0,37-27 0 0 0,-8-2-4492 0 0,-18 7-1661 0 0</inkml:trace>
  <inkml:trace contextRef="#ctx0" brushRef="#br0" timeOffset="1">234 457 224 0 0,'-220'-8'19225'0'0,"220"8"-19180"0"0,-1 0-1 0 0,0 0 1 0 0,1 0-1 0 0,-1 0 1 0 0,0 0-1 0 0,0-1 1 0 0,1 1-1 0 0,-1 0 1 0 0,0 0 0 0 0,1 0-1 0 0,-1-1 1 0 0,0 1-1 0 0,1 0 1 0 0,-1-1-1 0 0,1 1 1 0 0,-1 0-1 0 0,0-1 1 0 0,1 1 0 0 0,-1-1-1 0 0,1 0-23 0 0,0 1-1 0 0,0 0 0 0 0,0-1 1 0 0,0 1-1 0 0,0-1 1 0 0,0 1-1 0 0,0 0 1 0 0,0-1-1 0 0,0 1 1 0 0,0 0-1 0 0,0-1 1 0 0,1 1-1 0 0,-1 0 1 0 0,0-1-1 0 0,0 1 1 0 0,0 0-1 0 0,0 0 0 0 0,1-1 1 0 0,-1 1-1 0 0,0 0 1 0 0,0 0-1 0 0,1-1 1 0 0,-1 1-1 0 0,0 0 1 0 0,1-1-1 0 0,25-12 315 0 0,227-52-1254 0 0,3 21-5595 0 0,-190 34 1976 0 0,3-2-2294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5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66 855 872 0 0,'-7'-6'894'0'0,"1"0"-1"0"0,0 0 1 0 0,0-1 0 0 0,1 1 0 0 0,0-1-1 0 0,0-1 1 0 0,0 1 0 0 0,1-1-1 0 0,0 1 1 0 0,1-1 0 0 0,-5-14-1 0 0,8 20-842 0 0,-1 0-1 0 0,1 0 1 0 0,0 0-1 0 0,0-1 1 0 0,0 1-1 0 0,0 0 0 0 0,0 0 1 0 0,0 0-1 0 0,1 0 1 0 0,-1 0-1 0 0,1 0 1 0 0,0 0-1 0 0,-1 0 1 0 0,1 0-1 0 0,0 0 0 0 0,0 0 1 0 0,0 0-1 0 0,0 0 1 0 0,1 0-1 0 0,-1 1 1 0 0,0-1-1 0 0,1 0 1 0 0,-1 1-1 0 0,1 0 0 0 0,0-1 1 0 0,-1 1-1 0 0,1 0 1 0 0,0 0-1 0 0,0 0 1 0 0,0 0-1 0 0,0 0 0 0 0,0 0 1 0 0,0 0-1 0 0,3 0 1 0 0,2-1 4 0 0,1 0 1 0 0,0 0-1 0 0,-1 1 1 0 0,1 0 0 0 0,0 0-1 0 0,12 2 1 0 0,-8 1-33 0 0,0 0 1 0 0,0 2 0 0 0,-1-1 0 0 0,1 1 0 0 0,-1 1 0 0 0,0 0 0 0 0,0 1-1 0 0,0 0 1 0 0,-1 1 0 0 0,0 0 0 0 0,0 0 0 0 0,0 1 0 0 0,13 15 0 0 0,-16-15 5 0 0,0-1 1 0 0,-1 1-1 0 0,0 1 1 0 0,-1-1 0 0 0,1 1-1 0 0,-2 0 1 0 0,1 0 0 0 0,-1 0-1 0 0,-1 1 1 0 0,0 0-1 0 0,0-1 1 0 0,-1 1 0 0 0,0 0-1 0 0,0 0 1 0 0,-1 1 0 0 0,-1-1-1 0 0,0 0 1 0 0,0 0-1 0 0,-1 0 1 0 0,0 0 0 0 0,-1 0-1 0 0,0 0 1 0 0,0 0 0 0 0,-1 0-1 0 0,-1-1 1 0 0,1 1 0 0 0,-2-1-1 0 0,1 0 1 0 0,-7 9-1 0 0,9-14-4 0 0,0 0 0 0 0,-1 0-1 0 0,1 0 1 0 0,-1 0 0 0 0,0-1-1 0 0,0 1 1 0 0,0-1 0 0 0,-1 0-1 0 0,1 0 1 0 0,-1 0 0 0 0,0 0-1 0 0,0-1 1 0 0,-7 4 0 0 0,9-5 4 0 0,-1-3-9 0 0,1 1-18 0 0,0 0 0 0 0,0-1 0 0 0,1 1 0 0 0,-1-1 0 0 0,1 1 0 0 0,-1-1 0 0 0,1 0 0 0 0,0 1 0 0 0,0-1 0 0 0,-1 0 0 0 0,1 0 0 0 0,0 0 0 0 0,1 0 0 0 0,-1 0-1 0 0,0 0 1 0 0,0-5 0 0 0,0 1-4 0 0,0 0 0 0 0,1 0 0 0 0,0 0 0 0 0,0 0 0 0 0,0 0 0 0 0,2-7 0 0 0,2-6-15 0 0,1 1-1 0 0,0-1 0 0 0,10-20 1 0 0,-8 22 1 0 0,1 1 1 0 0,1 0 0 0 0,0 0-1 0 0,1 1 1 0 0,1 0 0 0 0,1 1-1 0 0,0 0 1 0 0,0 1 0 0 0,28-22-1 0 0,-32 28 8 0 0,1 1 0 0 0,0 0 0 0 0,1 1 0 0 0,-1 0 0 0 0,1 0-1 0 0,0 1 1 0 0,0 0 0 0 0,1 1 0 0 0,-1 0 0 0 0,1 1 0 0 0,-1 0 0 0 0,1 0-1 0 0,0 1 1 0 0,0 1 0 0 0,0 0 0 0 0,0 0 0 0 0,20 4 0 0 0,-20-1 10 0 0,0 0 1 0 0,0 0 0 0 0,0 1 0 0 0,-1 0-1 0 0,1 1 1 0 0,-1 0 0 0 0,0 1 0 0 0,-1 0-1 0 0,1 0 1 0 0,-1 1 0 0 0,11 11 0 0 0,-14-12 5 0 0,0 1 1 0 0,-1-1 0 0 0,0 1 0 0 0,0 0 0 0 0,-1 1 0 0 0,0-1 0 0 0,0 1 0 0 0,-1-1 0 0 0,0 1-1 0 0,0 0 1 0 0,-1 0 0 0 0,0 1 0 0 0,0-1 0 0 0,-1 0 0 0 0,0 1 0 0 0,0 9 0 0 0,-2-5 26 0 0,0 0 1 0 0,-1 0 0 0 0,0 1-1 0 0,-1-1 1 0 0,-5 13 0 0 0,-26 61 373 0 0,30-77-322 0 0,3-8 8 0 0,2-5-92 0 0,7-14-10 0 0,1 0 0 0 0,0 1 0 0 0,1 0 0 0 0,21-25 0 0 0,59-58-54 0 0,-78 87 55 0 0,12-14 15 0 0,1 2 1 0 0,2 1-1 0 0,0 2 1 0 0,1 0-1 0 0,1 2 0 0 0,34-17 1 0 0,-59 34 4 0 0,1 0 0 0 0,0 0 0 0 0,-1 0 0 0 0,1 1 0 0 0,0 0 1 0 0,0 0-1 0 0,-1 0 0 0 0,1 1 0 0 0,0-1 0 0 0,0 1 0 0 0,0 0 0 0 0,0 1 1 0 0,0-1-1 0 0,0 1 0 0 0,6 2 0 0 0,-8-2 3 0 0,0 0 0 0 0,0 1-1 0 0,0-1 1 0 0,0 1 0 0 0,0 0 0 0 0,0 0-1 0 0,-1 0 1 0 0,1 0 0 0 0,-1 0 0 0 0,1 1 0 0 0,-1-1-1 0 0,0 1 1 0 0,0 0 0 0 0,0-1 0 0 0,0 1-1 0 0,-1 0 1 0 0,1 0 0 0 0,-1 0 0 0 0,0 0-1 0 0,0 1 1 0 0,0-1 0 0 0,0 0 0 0 0,0 4 0 0 0,3 19 86 0 0,-2 0 0 0 0,-1 1 1 0 0,-1-1-1 0 0,-6 44 1 0 0,-1 29-2096 0 0,7-95 1677 0 0,0 1 0 0 0,1-1 0 0 0,-1 0-1 0 0,1 0 1 0 0,0 0 0 0 0,0 0 0 0 0,0 0 0 0 0,1 0 0 0 0,1 4 0 0 0,-1-6-215 0 0,-1 0 0 0 0,0 0 0 0 0,1 0 0 0 0,0 0 0 0 0,-1 0 0 0 0,1 0 0 0 0,0 0 0 0 0,0 0 1 0 0,4 2-1 0 0,6 3-3743 0 0</inkml:trace>
  <inkml:trace contextRef="#ctx0" brushRef="#br0" timeOffset="1">2045 788 2608 0 0,'3'-5'641'0'0,"0"0"-1"0"0,0 0 1 0 0,-1 0-1 0 0,0-1 1 0 0,0 1-1 0 0,0-1 1 0 0,-1 1-1 0 0,1-1 1 0 0,-1 0-1 0 0,-1 0 1 0 0,1 1-1 0 0,-1-1 1 0 0,0 0-1 0 0,-1-8 1 0 0,0 10-462 0 0,0 1 1 0 0,0-1-1 0 0,0 1 0 0 0,-1-1 1 0 0,0 1-1 0 0,1-1 0 0 0,-1 1 1 0 0,0 0-1 0 0,-1 0 0 0 0,1 0 1 0 0,0 0-1 0 0,-1 0 0 0 0,0 1 1 0 0,0-1-1 0 0,0 1 0 0 0,0 0 1 0 0,0-1-1 0 0,0 1 0 0 0,0 1 1 0 0,-1-1-1 0 0,1 0 0 0 0,-1 1 1 0 0,-3-1-1 0 0,-1-1-83 0 0,0 1 0 0 0,-1 1 0 0 0,1 0-1 0 0,0 0 1 0 0,-1 0 0 0 0,1 1 0 0 0,0 1 0 0 0,-1-1-1 0 0,1 1 1 0 0,0 1 0 0 0,0-1 0 0 0,-10 4 0 0 0,-4 3-26 0 0,0 0 1 0 0,0 2 0 0 0,-20 12 0 0 0,17-8-55 0 0,1 2-1 0 0,1 1 1 0 0,1 1 0 0 0,0 1-1 0 0,2 1 1 0 0,0 1 0 0 0,1 0 0 0 0,1 2-1 0 0,1 0 1 0 0,-16 29 0 0 0,27-42-4 0 0,1 0 1 0 0,0 0 0 0 0,1 1 0 0 0,0 0-1 0 0,1-1 1 0 0,0 1 0 0 0,-2 18 0 0 0,4-25-6 0 0,1 0 0 0 0,0 1 0 0 0,0-1 0 0 0,0 0 0 0 0,1 0 0 0 0,-1 0 0 0 0,1 0 1 0 0,0 0-1 0 0,0 0 0 0 0,1 0 0 0 0,-1 0 0 0 0,1 0 0 0 0,0 0 0 0 0,0-1 0 0 0,0 1 0 0 0,0-1 1 0 0,1 1-1 0 0,-1-1 0 0 0,1 0 0 0 0,0 0 0 0 0,0 0 0 0 0,0 0 0 0 0,5 3 0 0 0,0-2-54 0 0,-1 0-1 0 0,1 0 1 0 0,0 0-1 0 0,0-1 1 0 0,0 0-1 0 0,0-1 1 0 0,0 0-1 0 0,1 0 0 0 0,-1-1 1 0 0,1 0-1 0 0,-1 0 1 0 0,1-1-1 0 0,-1 0 1 0 0,1-1-1 0 0,0 0 1 0 0,-1 0-1 0 0,0-1 1 0 0,13-4-1 0 0,-9 3 1 0 0,0-2 0 0 0,0 0 0 0 0,0 0 0 0 0,-1-1 0 0 0,0 0 0 0 0,0-1 0 0 0,-1-1-1 0 0,0 1 1 0 0,0-2 0 0 0,0 1 0 0 0,13-18 0 0 0,-15 15 40 0 0,0 0-1 0 0,-1-1 1 0 0,0 0-1 0 0,-1-1 1 0 0,7-20-1 0 0,14-65 859 0 0,-19 65-185 0 0,-6 16-611 0 0,-1 14-77 0 0,-8 26-137 0 0,-11 68 109 0 0,9-52 82 0 0,2 1 1 0 0,-4 76-1 0 0,11-107-15 0 0,0 0-1 0 0,1-1 1 0 0,0 0-1 0 0,0 1 1 0 0,0-1-1 0 0,1 1 1 0 0,1-1 0 0 0,0 0-1 0 0,6 14 1 0 0,-6-18-44 0 0,0 0 1 0 0,0 0-1 0 0,0 0 1 0 0,0 0-1 0 0,0-1 0 0 0,1 1 1 0 0,0-1-1 0 0,0 0 1 0 0,0 0-1 0 0,0 0 1 0 0,0-1-1 0 0,1 1 1 0 0,-1-1-1 0 0,1 0 1 0 0,-1 0-1 0 0,1-1 0 0 0,0 1 1 0 0,6 0-1 0 0,5 0-251 0 0,0 0 1 0 0,1-1-1 0 0,-1-1 0 0 0,1 0 0 0 0,-1-2 0 0 0,0 1 0 0 0,1-2 0 0 0,-1 0 0 0 0,0-1 0 0 0,-1-1 1 0 0,1-1-1 0 0,20-9 0 0 0,-7 1-292 0 0,-1-2 1 0 0,0-1-1 0 0,-1-1 1 0 0,-1-1-1 0 0,31-29 1 0 0,-27 17 189 0 0,-1 0 0 0 0,-1-2 0 0 0,-2-1 0 0 0,-2-1 0 0 0,-1-2 0 0 0,18-38 0 0 0,-1-9 620 0 0,48-151 0 0 0,-70 171 918 0 0,15-89 0 0 0,-3-69 3654 0 0,-28 209-4452 0 0,-1-33 279 0 0,-1 43-567 0 0,-2 4-19 0 0,-1 1-46 0 0,1 0 1 0 0,-1 1-1 0 0,1-1 1 0 0,0 1-1 0 0,0 0 1 0 0,0-1-1 0 0,0 1 0 0 0,0 0 1 0 0,1 0-1 0 0,-1 0 1 0 0,0 4-1 0 0,-14 43 2 0 0,10-26-4 0 0,-84 301 344 0 0,55-194-214 0 0,27-102-115 0 0,-50 201 113 0 0,42-155-48 0 0,-6 83 1 0 0,20-138-67 0 0,1 0 1 0 0,1 1-1 0 0,0-1 1 0 0,2 0-1 0 0,1 0 1 0 0,0 0-1 0 0,11 33 0 0 0,-12-46-6 0 0,0 0 0 0 0,1-1 0 0 0,0 0 0 0 0,0 0 0 0 0,1 1-1 0 0,0-2 1 0 0,0 1 0 0 0,0 0 0 0 0,1-1 0 0 0,0 0 0 0 0,0 0-1 0 0,0 0 1 0 0,0-1 0 0 0,1 0 0 0 0,0 0 0 0 0,0 0 0 0 0,0-1-1 0 0,0 1 1 0 0,0-2 0 0 0,1 1 0 0 0,-1-1 0 0 0,1 0 0 0 0,0 0-1 0 0,0 0 1 0 0,10 0 0 0 0,-9-2-3 0 0,1 1 0 0 0,-1-1 1 0 0,1-1-1 0 0,-1 0 0 0 0,0 0 0 0 0,0-1 0 0 0,0 0 1 0 0,0 0-1 0 0,0-1 0 0 0,10-4 0 0 0,-6 1-21 0 0,-1-1-1 0 0,0 0 1 0 0,0 0 0 0 0,-1-1-1 0 0,0 0 1 0 0,10-11-1 0 0,-3 0-25 0 0,-2 0-1 0 0,0 0 0 0 0,-1-1 0 0 0,-1-1 1 0 0,-1-1-1 0 0,15-36 0 0 0,-18 37 53 0 0,-1-2 0 0 0,-1 0 0 0 0,-1 1 0 0 0,-1-2 0 0 0,2-30 0 0 0,-6 41 16 0 0,-1 0 1 0 0,0 0 0 0 0,-1 0 0 0 0,0 0 0 0 0,-1 1 0 0 0,-1-1-1 0 0,0 0 1 0 0,-1 1 0 0 0,0 0 0 0 0,-1 0 0 0 0,-7-15-1 0 0,11 26-39 0 0,0-1-1 0 0,0 1 1 0 0,0-1-1 0 0,0 1 1 0 0,0 0-1 0 0,0-1 1 0 0,0 1 0 0 0,0 0-1 0 0,0-1 1 0 0,-1 1-1 0 0,1 0 1 0 0,-1 0-1 0 0,1 0 1 0 0,-1 0-1 0 0,-1 0 1 0 0,2 1 3 0 0,0-1 1 0 0,0 1-1 0 0,0 0 1 0 0,0 0-1 0 0,-1 0 1 0 0,1 0-1 0 0,0 0 1 0 0,0 0 0 0 0,0 1-1 0 0,0-1 1 0 0,0 0-1 0 0,0 1 1 0 0,0-1-1 0 0,0 0 1 0 0,0 1-1 0 0,0-1 1 0 0,0 1-1 0 0,0 0 1 0 0,0-1 0 0 0,-1 2-1 0 0,1-1 5 0 0,0 0 0 0 0,0 0 0 0 0,0 0 0 0 0,1 0 0 0 0,-1 0 0 0 0,1 0 0 0 0,-1 0 0 0 0,1 0 0 0 0,-1 0-1 0 0,1 0 1 0 0,-1 1 0 0 0,1-1 0 0 0,0 0 0 0 0,0 0 0 0 0,0 0 0 0 0,0 1 0 0 0,0-1 0 0 0,0 0 0 0 0,0 0 0 0 0,0 0 0 0 0,0 1 0 0 0,0-1 0 0 0,1 0 0 0 0,-1 2 0 0 0,11 24 26 0 0,-8-22-30 0 0,1 0 0 0 0,0 0-1 0 0,0-1 1 0 0,0 0 0 0 0,0 1-1 0 0,0-1 1 0 0,1-1 0 0 0,0 1-1 0 0,0-1 1 0 0,0 0 0 0 0,0 0-1 0 0,0 0 1 0 0,7 2 0 0 0,8 2-92 0 0,1 0 0 0 0,25 4 0 0 0,-33-8 28 0 0,25 5-276 0 0,0-1-1 0 0,0-3 1 0 0,1-1-1 0 0,-1-1 1 0 0,1-2-1 0 0,-1-2 1 0 0,53-10-1 0 0,-80 10 295 0 0,-1 0 0 0 0,0-1-1 0 0,0-1 1 0 0,0 0 0 0 0,11-6 0 0 0,-17 8 92 0 0,0-1 0 0 0,0 1 0 0 0,-1-1 1 0 0,1 0-1 0 0,-1 0 0 0 0,1 0 0 0 0,-1-1 1 0 0,0 1-1 0 0,0-1 0 0 0,-1 0 0 0 0,1 0 1 0 0,-1 0-1 0 0,3-6 0 0 0,-4 7 47 0 0,-1-1 0 0 0,0 1 1 0 0,0 0-1 0 0,0-1 0 0 0,0 1 0 0 0,0 0 0 0 0,-1-1 0 0 0,1 1 0 0 0,-1 0 0 0 0,0 0 1 0 0,0-1-1 0 0,-1 1 0 0 0,1 0 0 0 0,0 0 0 0 0,-1 0 0 0 0,0 0 0 0 0,0 1 1 0 0,0-1-1 0 0,0 0 0 0 0,0 1 0 0 0,0-1 0 0 0,-4-2 0 0 0,3 3-60 0 0,0 0 0 0 0,1 0-1 0 0,-1 0 1 0 0,0 0 0 0 0,0 1-1 0 0,0-1 1 0 0,0 1 0 0 0,-1 0-1 0 0,1 0 1 0 0,0 0 0 0 0,0 0 0 0 0,-1 0-1 0 0,1 1 1 0 0,-1-1 0 0 0,1 1-1 0 0,-5 0 1 0 0,3 1-18 0 0,0 0 1 0 0,0 0-1 0 0,0 0 1 0 0,0 1-1 0 0,0 0 0 0 0,0 0 1 0 0,1 0-1 0 0,-1 0 1 0 0,1 1-1 0 0,-1-1 1 0 0,-5 6-1 0 0,-12 11 137 0 0,1 2 1 0 0,1 0-1 0 0,1 0 0 0 0,1 2 0 0 0,1 0 1 0 0,0 1-1 0 0,2 1 0 0 0,1 1 0 0 0,2 0 1 0 0,0 0-1 0 0,1 1 0 0 0,-8 35 1 0 0,17-51-114 0 0,-1 0 1 0 0,2 0 0 0 0,-1 0-1 0 0,1 0 1 0 0,1 0 0 0 0,0 1-1 0 0,2 11 1 0 0,-1-18-27 0 0,0-1 1 0 0,0 1-1 0 0,0-1 1 0 0,0 1-1 0 0,1-1 0 0 0,0 0 1 0 0,0 0-1 0 0,0 0 0 0 0,0 0 1 0 0,1 0-1 0 0,-1 0 1 0 0,1 0-1 0 0,0-1 0 0 0,0 1 1 0 0,1-1-1 0 0,-1 0 1 0 0,1 0-1 0 0,-1 0 0 0 0,1-1 1 0 0,4 3-1 0 0,5 1-193 0 0,1-1 1 0 0,0 0-1 0 0,0-1 0 0 0,0-1 0 0 0,0 0 1 0 0,0 0-1 0 0,1-2 0 0 0,-1 0 0 0 0,1 0 1 0 0,-1-2-1 0 0,1 0 0 0 0,28-5 0 0 0,-14 0-435 0 0,1-2 0 0 0,-1-1 1 0 0,-1-1-1 0 0,0-1 0 0 0,33-19 0 0 0,-40 18 314 0 0,0-1 0 0 0,-1-1 0 0 0,0-1 1 0 0,-2-1-1 0 0,0-1 0 0 0,0 0 0 0 0,16-23 0 0 0,-22 25 711 0 0,-1-1-1 0 0,0 0 0 0 0,-2 0 1 0 0,0-1-1 0 0,0 0 0 0 0,-2-1 1 0 0,0 0-1 0 0,-1 0 0 0 0,6-31 0 0 0,-1-18 2836 0 0,-11 64-2681 0 0,-19 29 75 0 0,6 6-364 0 0,1 0 0 0 0,2 0 0 0 0,-13 65 0 0 0,21-83-370 0 0,0 0-1 0 0,1 1 1 0 0,0-1 0 0 0,2 0 0 0 0,-1 0 0 0 0,2 1 0 0 0,3 15 0 0 0,-4-24-324 0 0,1 0 1 0 0,0-1 0 0 0,0 0 0 0 0,1 1 0 0 0,-1-1 0 0 0,1 0 0 0 0,0 0 0 0 0,7 7 0 0 0,-7-8-310 0 0,1-1 1 0 0,0 1 0 0 0,0-1 0 0 0,0 0 0 0 0,0 0-1 0 0,0-1 1 0 0,1 1 0 0 0,-1-1 0 0 0,1 0 0 0 0,-1 0-1 0 0,8 1 1 0 0,8 2-5291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6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2141 878 1800 0 0,'6'-19'3567'0'0,"-6"15"-2965"0"0,1 0-1 0 0,0 0 1 0 0,1 0 0 0 0,-1 0 0 0 0,1 0 0 0 0,-1 0 0 0 0,1 0 0 0 0,0 1-1 0 0,1-1 1 0 0,-1 0 0 0 0,1 1 0 0 0,-1 0 0 0 0,1 0 0 0 0,5-4 0 0 0,-6 6-468 0 0,1 0 1 0 0,-1 0-1 0 0,1 0 1 0 0,-1 1-1 0 0,1-1 1 0 0,0 1-1 0 0,-1 0 1 0 0,1 0-1 0 0,0 0 1 0 0,-1 0-1 0 0,1 0 1 0 0,0 0-1 0 0,-1 1 1 0 0,1-1-1 0 0,0 1 1 0 0,-1 0-1 0 0,1 0 1 0 0,-1 0-1 0 0,5 2 1 0 0,0 1-35 0 0,1-1 1 0 0,-1 2-1 0 0,0-1 0 0 0,0 1 1 0 0,0 0-1 0 0,-1 0 0 0 0,0 0 1 0 0,0 1-1 0 0,0 0 1 0 0,-1 1-1 0 0,0-1 0 0 0,0 1 1 0 0,0 0-1 0 0,-1 0 0 0 0,0 0 1 0 0,-1 1-1 0 0,1-1 0 0 0,-1 1 1 0 0,-1 0-1 0 0,0 0 0 0 0,0 0 1 0 0,0 0-1 0 0,-1 1 1 0 0,0-1-1 0 0,-1 0 0 0 0,0 0 1 0 0,0 1-1 0 0,-1-1 0 0 0,0 0 1 0 0,0 0-1 0 0,-1 1 0 0 0,0-1 1 0 0,0 0-1 0 0,-1-1 1 0 0,0 1-1 0 0,0 0 0 0 0,-8 11 1 0 0,-3 2 73 0 0,-1 0 0 0 0,-19 20 1 0 0,6-7 103 0 0,26-33-255 0 0,18-22-238 0 0,160-164-1002 0 0,-116 118 1057 0 0,-31 34 249 0 0,-1-1 0 0 0,32-50 0 0 0,-59 83-82 0 0,0 0 0 0 0,-1 0 0 0 0,1 0-1 0 0,-1 0 1 0 0,1 0 0 0 0,-1 0 0 0 0,1-1 0 0 0,-1 1 0 0 0,1 0 0 0 0,-1 0 0 0 0,0 0 0 0 0,0-1-1 0 0,0 1 1 0 0,0 0 0 0 0,0 0 0 0 0,0-1 0 0 0,0-1 0 0 0,-1 2-2 0 0,1 0 1 0 0,0 1 0 0 0,-1-1-1 0 0,1 1 1 0 0,-1-1-1 0 0,1 1 1 0 0,-1-1-1 0 0,1 0 1 0 0,-1 1-1 0 0,1 0 1 0 0,-1-1 0 0 0,1 1-1 0 0,-1-1 1 0 0,0 1-1 0 0,1 0 1 0 0,-1-1-1 0 0,0 1 1 0 0,1 0-1 0 0,-1 0 1 0 0,0-1-1 0 0,-1 1 1 0 0,-2 0 20 0 0,1 0-1 0 0,-1-1 1 0 0,0 2 0 0 0,1-1-1 0 0,-1 0 1 0 0,1 1-1 0 0,-1-1 1 0 0,0 1 0 0 0,1 0-1 0 0,-4 2 1 0 0,-11 5 80 0 0,0 2-1 0 0,1 0 1 0 0,0 0-1 0 0,1 2 1 0 0,1 0 0 0 0,-1 1-1 0 0,-22 25 1 0 0,30-29-83 0 0,0 0 0 0 0,1 0 1 0 0,1 1-1 0 0,-1 0 0 0 0,1 0 0 0 0,1 0 1 0 0,0 1-1 0 0,1 0 0 0 0,0 0 0 0 0,0 0 0 0 0,1 0 1 0 0,1 1-1 0 0,0-1 0 0 0,-1 19 0 0 0,3-21 29 0 0,1 1 0 0 0,1 0 0 0 0,-1 0 1 0 0,1-1-1 0 0,1 1 0 0 0,0-1 0 0 0,0 0 0 0 0,1 1 0 0 0,0-1 0 0 0,1-1 0 0 0,0 1 0 0 0,0-1 0 0 0,1 0 0 0 0,0 0 0 0 0,0 0 0 0 0,1-1 0 0 0,0 0 0 0 0,0-1 0 0 0,0 1 0 0 0,1-1 0 0 0,0-1 0 0 0,1 1 0 0 0,11 5 0 0 0,-11-7-159 0 0,0 0-1 0 0,0 0 0 0 0,1-1 0 0 0,-1-1 0 0 0,1 1 0 0 0,-1-2 0 0 0,1 1 0 0 0,0-1 0 0 0,0-1 0 0 0,13 0 0 0 0,-14-1-408 0 0,-1 0 0 0 0,0-1-1 0 0,1 0 1 0 0,-1 0-1 0 0,0-1 1 0 0,0 0 0 0 0,0 0-1 0 0,-1-1 1 0 0,1 0-1 0 0,-1 0 1 0 0,0-1 0 0 0,13-10-1 0 0,-15 10-652 0 0,0 0-1 0 0,-1 0 1 0 0,0-1 0 0 0,1 1-1 0 0,2-8 1 0 0,5-8-4879 0 0</inkml:trace>
  <inkml:trace contextRef="#ctx0" brushRef="#br0" timeOffset="1">1943 351 3380 0 0,'-99'-30'8589'0'0,"-34"-12"793"0"0,132 41-9424 0 0,1 1 0 0 0,-1 0 0 0 0,0-1 0 0 0,0 1 1 0 0,0-1-1 0 0,0 1 0 0 0,1-1 0 0 0,-1 1 0 0 0,0-1 0 0 0,1 1 0 0 0,-1-1 0 0 0,0 0 0 0 0,1 0 0 0 0,-1 1 0 0 0,1-1 0 0 0,-1 0 0 0 0,1 0 0 0 0,-1 0 0 0 0,1 1 0 0 0,-1-1 0 0 0,1 0 0 0 0,0 0 0 0 0,0 0 0 0 0,-1 0 1 0 0,1 0-1 0 0,0-1 0 0 0,0 1 5 0 0,0-10-3133 0 0</inkml:trace>
  <inkml:trace contextRef="#ctx0" brushRef="#br0" timeOffset="2">330 0 1260 0 0,'-303'17'17048'0'0,"276"-12"-15892"0"0,46 6-804 0 0,-2-5-503 0 0,0-2-1 0 0,1 0 0 0 0,0-1 0 0 0,28 2 1 0 0,-16-2-315 0 0,226 11-6000 0 0,-190-12 3187 0 0,33 2-3164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7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278 515 488 0 0,'-10'-52'6303'0'0,"9"41"-5402"0"0,-1 1 0 0 0,0-1 0 0 0,0 1 0 0 0,-1-1 0 0 0,0 1 1 0 0,-1 0-1 0 0,0 0 0 0 0,-1 0 0 0 0,0 1 0 0 0,-8-12 0 0 0,12 21-884 0 0,1-1 0 0 0,-1 1 1 0 0,0 0-1 0 0,1-1 0 0 0,-1 1 0 0 0,0-1 1 0 0,0 1-1 0 0,0 0 0 0 0,1 0 0 0 0,-1-1 1 0 0,0 1-1 0 0,0 0 0 0 0,0 0 0 0 0,1 0 1 0 0,-1 0-1 0 0,0 0 0 0 0,0 0 0 0 0,0 0 1 0 0,0 0-1 0 0,-1 1 0 0 0,2-1-4 0 0,-1-1-3 0 0,0 1 1 0 0,-1 0-1 0 0,1 1 1 0 0,0-1-1 0 0,0 0 1 0 0,0 0-1 0 0,-1 0 1 0 0,1 1-1 0 0,0-1 1 0 0,0 1-1 0 0,0-1 1 0 0,0 1-1 0 0,0-1 1 0 0,0 1-1 0 0,0 0 1 0 0,0-1-1 0 0,-2 2 1 0 0,0 1 15 0 0,-7 3-5 0 0,0 1 0 0 0,1 0 1 0 0,0 1-1 0 0,1-1 0 0 0,-1 2 0 0 0,1-1 1 0 0,-13 20-1 0 0,8-8-18 0 0,0 2 0 0 0,-16 36 0 0 0,21-40 0 0 0,1-1 0 0 0,0 1 0 0 0,2 0 0 0 0,0 1 0 0 0,-4 34 0 0 0,9-48 7 0 0,-1 1-1 0 0,1-1 1 0 0,0 0-1 0 0,1 0 1 0 0,-1 1-1 0 0,1-1 1 0 0,0 0-1 0 0,0 0 1 0 0,1 0-1 0 0,0 0 1 0 0,0 0-1 0 0,0 0 1 0 0,0 0-1 0 0,1-1 1 0 0,-1 1 0 0 0,1-1-1 0 0,0 0 1 0 0,1 0-1 0 0,-1 0 1 0 0,1 0-1 0 0,0 0 1 0 0,0-1-1 0 0,0 1 1 0 0,0-1-1 0 0,8 4 1 0 0,-3-3 0 0 0,1 0-1 0 0,-1 0 1 0 0,1-1 0 0 0,0-1 0 0 0,0 0 0 0 0,0 0 0 0 0,0-1 0 0 0,0 0 0 0 0,0 0-1 0 0,18-2 1 0 0,-2-2 12 0 0,0-1 0 0 0,-1 0 0 0 0,27-10 0 0 0,-36 9-10 0 0,-1 0-1 0 0,0-1 0 0 0,0 0 1 0 0,-1-2-1 0 0,0 1 0 0 0,0-2 1 0 0,-1 0-1 0 0,23-19 1 0 0,-28 20-17 0 0,0-1 1 0 0,-1 0 0 0 0,0 0 0 0 0,0 0 0 0 0,-1-1-1 0 0,0 0 1 0 0,0 0 0 0 0,-1-1 0 0 0,-1 1-1 0 0,0-1 1 0 0,0 0 0 0 0,-1 0 0 0 0,2-13 0 0 0,-3 9-4 0 0,0 0 1 0 0,-2-1-1 0 0,0 1 1 0 0,0 0 0 0 0,-1 0-1 0 0,-1 0 1 0 0,-1-1-1 0 0,0 2 1 0 0,-1-1-1 0 0,0 0 1 0 0,-2 1 0 0 0,1 0-1 0 0,-2 0 1 0 0,-11-20-1 0 0,15 30 1 0 0,0 0 0 0 0,0 0-1 0 0,0 1 1 0 0,0-1 0 0 0,0 1 0 0 0,-1-1-1 0 0,0 1 1 0 0,1 0 0 0 0,-1 0-1 0 0,0 1 1 0 0,-1-1 0 0 0,1 1 0 0 0,0 0-1 0 0,-1 0 1 0 0,1 0 0 0 0,-1 1-1 0 0,0 0 1 0 0,1-1 0 0 0,-1 2 0 0 0,0-1-1 0 0,0 0 1 0 0,1 1 0 0 0,-1 0-1 0 0,0 0 1 0 0,0 1 0 0 0,0-1 0 0 0,0 1-1 0 0,1 0 1 0 0,-1 0 0 0 0,-8 4-1 0 0,1 0-6 0 0,-1 0 0 0 0,1 1 0 0 0,1 1-1 0 0,-1 0 1 0 0,1 0 0 0 0,0 1 0 0 0,1 1-1 0 0,0-1 1 0 0,0 2 0 0 0,-8 10 0 0 0,5-5 1 0 0,1 1 0 0 0,1 1 1 0 0,1 0-1 0 0,-15 31 1 0 0,21-38 11 0 0,0 0 1 0 0,1-1 0 0 0,0 1 0 0 0,1 0 0 0 0,0 1-1 0 0,1-1 1 0 0,0 0 0 0 0,0 0 0 0 0,1 1 0 0 0,0-1-1 0 0,2 11 1 0 0,0-14 4 0 0,0-1-1 0 0,0 0 1 0 0,0 1-1 0 0,1-1 0 0 0,0 0 1 0 0,0-1-1 0 0,1 1 1 0 0,-1-1-1 0 0,1 1 0 0 0,1-1 1 0 0,-1 0-1 0 0,0 0 1 0 0,1-1-1 0 0,0 1 1 0 0,0-1-1 0 0,1 0 0 0 0,-1-1 1 0 0,1 1-1 0 0,0-1 1 0 0,0 0-1 0 0,9 3 0 0 0,5 1 2 0 0,0-1-1 0 0,0 0 0 0 0,1-1 0 0 0,-1-2 0 0 0,33 3 0 0 0,-2-5-11 0 0,-1-1 0 0 0,1-3 0 0 0,0-2 0 0 0,-1-3 0 0 0,0-1 0 0 0,-1-3 1 0 0,0-2-1 0 0,-1-2 0 0 0,51-24 0 0 0,-69 25 13 0 0,0-1 0 0 0,-2-1 1 0 0,0-2-1 0 0,-1-1 0 0 0,-1-1 0 0 0,0-1 1 0 0,-2-1-1 0 0,-1-1 0 0 0,-1-2 0 0 0,-1 0 1 0 0,-1-1-1 0 0,-1-1 0 0 0,-2 0 0 0 0,-1-2 1 0 0,18-43-1 0 0,-10 8 465 0 0,19-77 1 0 0,-41 124-438 0 0,-2 16-40 0 0,-2 3 6 0 0,0 0 0 0 0,0 1 0 0 0,1-1-1 0 0,-1 1 1 0 0,0-1 0 0 0,0 1-1 0 0,1 0 1 0 0,-1 0 0 0 0,1 0 0 0 0,0 0-1 0 0,-1 0 1 0 0,1 0 0 0 0,-1 4-1 0 0,-1-1-3 0 0,-30 56-57 0 0,-40 106 0 0 0,39-83 54 0 0,-265 666 524 0 0,47 17-170 0 0,226-672-270 0 0,5 0-1 0 0,-17 182 0 0 0,37-259-28 0 0,1 0 0 0 0,2 20-1 0 0,-2-35-29 0 0,0 1-1 0 0,0-1 0 0 0,1 1 0 0 0,-1-1 0 0 0,1 1 0 0 0,0-1 0 0 0,0 0 0 0 0,1 0 0 0 0,-1 1 0 0 0,1-1 0 0 0,-1 0 0 0 0,1 0 0 0 0,0 0 0 0 0,0 0 0 0 0,0-1 0 0 0,1 1 0 0 0,3 4 0 0 0,-3-6-6 0 0,-1-1 0 0 0,0 1-1 0 0,1 0 1 0 0,-1-1-1 0 0,0 0 1 0 0,1 1-1 0 0,-1-1 1 0 0,1 0-1 0 0,-1 0 1 0 0,1-1-1 0 0,-1 1 1 0 0,0 0 0 0 0,1-1-1 0 0,-1 1 1 0 0,0-1-1 0 0,1 0 1 0 0,-1 0-1 0 0,0 0 1 0 0,0 0-1 0 0,1 0 1 0 0,-1-1-1 0 0,0 1 1 0 0,0 0 0 0 0,-1-1-1 0 0,1 0 1 0 0,2-2-1 0 0,5-5-2 0 0,-1-1-1 0 0,0-1 0 0 0,-1 1 0 0 0,0-2 1 0 0,-1 1-1 0 0,0 0 0 0 0,-1-1 1 0 0,0 0-1 0 0,-1 0 0 0 0,0-1 1 0 0,-1 1-1 0 0,0-1 0 0 0,-1 0 1 0 0,-1 0-1 0 0,0 0 0 0 0,0 0 1 0 0,-3-17-1 0 0,0 4-4 0 0,-1 0 0 0 0,-2 1 0 0 0,0-1-1 0 0,-2 1 1 0 0,-1 0 0 0 0,-1 1 0 0 0,-20-40 0 0 0,9 27-8 0 0,-3 2 0 0 0,0 1 0 0 0,-2 1 0 0 0,-2 1 0 0 0,-43-41 0 0 0,4 13-2 0 0,-109-74 0 0 0,56 45-66 0 0,117 87-12 0 0,-1 0 1 0 0,1 0-1 0 0,0 0 0 0 0,-1 0 1 0 0,1-1-1 0 0,0 1 0 0 0,1-1 1 0 0,-1 1-1 0 0,0-1 0 0 0,1 0 1 0 0,-1 0-1 0 0,1 0 0 0 0,0 1 0 0 0,0-1 1 0 0,0 0-1 0 0,0 0 0 0 0,1-1 1 0 0,-1 1-1 0 0,1 0 0 0 0,-1 0 1 0 0,1-4-1 0 0,1 3-101 0 0,0 0 0 0 0,0 0-1 0 0,0 0 1 0 0,1 0 0 0 0,0 0 0 0 0,-1 0 0 0 0,1 0 0 0 0,0 0 0 0 0,1 1-1 0 0,-1-1 1 0 0,1 1 0 0 0,-1-1 0 0 0,1 1 0 0 0,0 0 0 0 0,5-4-1 0 0,19-14-2369 0 0,1 1 0 0 0,43-24 0 0 0,-16 14-2779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8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1020 2584 0 0,'-20'4'1585'0'0,"1"1"0"0"0,0 1 0 0 0,-29 13 0 0 0,41-15-1257 0 0,-1 0 0 0 0,1 0-1 0 0,0 1 1 0 0,0 0 0 0 0,0 0 0 0 0,1 0-1 0 0,0 1 1 0 0,0 0 0 0 0,0 0 0 0 0,1 1-1 0 0,-6 8 1 0 0,10-12-176 0 0,-1 1 0 0 0,1 0 0 0 0,0-1 0 0 0,0 1 1 0 0,0-1-1 0 0,-1 6 0 0 0,2-7-92 0 0,0 0 1 0 0,0-1 0 0 0,-1 1 0 0 0,1 0 0 0 0,0 0-1 0 0,1-1 1 0 0,-1 1 0 0 0,0 0 0 0 0,0-1 0 0 0,1 1-1 0 0,-1 0 1 0 0,1-1 0 0 0,-1 1 0 0 0,1 0 0 0 0,0-1-1 0 0,0 1 1 0 0,1 1 0 0 0,2 0 0 0 0,-1-1 1 0 0,1 1-1 0 0,0-1 0 0 0,0 0 0 0 0,1 0 0 0 0,-1-1 1 0 0,0 1-1 0 0,1-1 0 0 0,-1 0 0 0 0,1 0 1 0 0,-1 0-1 0 0,1-1 0 0 0,-1 1 0 0 0,1-1 0 0 0,0 0 1 0 0,-1-1-1 0 0,1 1 0 0 0,7-3 0 0 0,14-2 27 0 0,-1-1 0 0 0,27-10 0 0 0,-45 14-53 0 0,23-9-7 0 0,0-1 1 0 0,-1-2 0 0 0,0-1 0 0 0,-1-1 0 0 0,-1-1 0 0 0,-1-1 0 0 0,0-2 0 0 0,-2 0 0 0 0,41-43 0 0 0,-37 29-16 0 0,-1 0 1 0 0,-2-2-1 0 0,-1-1 0 0 0,-2 0 0 0 0,-2-2 0 0 0,27-69 1 0 0,-27 49 70 0 0,-2 0 0 0 0,-2-1 0 0 0,-3-1 0 0 0,8-109 0 0 0,-23 133-146 0 0,-2 38 42 0 0,1 1 13 0 0,-1 0 0 0 0,0-1 0 0 0,1 1 0 0 0,-1 0 1 0 0,1 1-1 0 0,-1-1 0 0 0,1 1 0 0 0,0-1 0 0 0,0 1 1 0 0,0 0-1 0 0,1 0 0 0 0,-3 4 0 0 0,-31 47-67 0 0,23-33 59 0 0,-44 77 0 0 0,4 2 0 0 0,5 2 0 0 0,-51 156 0 0 0,88-227 29 0 0,2 1 0 0 0,1-1 0 0 0,-5 48-1 0 0,12-67 0 0 0,1 0 1 0 0,0 0-1 0 0,1 0 0 0 0,0 0 0 0 0,4 17 0 0 0,-3-22-2 0 0,0-1 0 0 0,0 1 1 0 0,1-1-1 0 0,0 1 0 0 0,0-1 1 0 0,0 0-1 0 0,1 0 0 0 0,0-1 1 0 0,0 1-1 0 0,7 7 0 0 0,-4-8-2 0 0,0 0 0 0 0,0 0 0 0 0,0 0 0 0 0,0-1 0 0 0,0 0 0 0 0,1 0 0 0 0,0-1 0 0 0,0 0 0 0 0,0-1 0 0 0,0 1 0 0 0,0-2-1 0 0,1 1 1 0 0,14 0 0 0 0,0-1-85 0 0,0-1 0 0 0,0 0 1 0 0,43-8-1 0 0,-35 1-149 0 0,-1-1 1 0 0,0-1 0 0 0,0-2 0 0 0,-1-1 0 0 0,-1-1 0 0 0,0-1-1 0 0,-1-2 1 0 0,0 0 0 0 0,-1-2 0 0 0,25-23 0 0 0,-14 8-145 0 0,-1-2 1 0 0,-2-2 0 0 0,-1-1-1 0 0,-2-1 1 0 0,40-69 0 0 0,-19 17 51 0 0,-4-2 1 0 0,45-124 0 0 0,-66 141 1462 0 0,26-133 1 0 0,-33 114 391 0 0,-21 84-1353 0 0,-7 14-90 0 0,-7 15-14 0 0,-10 30 174 0 0,3 1 0 0 0,-25 78-1 0 0,6-15 101 0 0,-123 345 521 0 0,142-392-802 0 0,-58 203 433 0 0,79-266-428 0 0,1-1-73 0 0,0-1 0 0 0,0 0 0 0 0,0 1-1 0 0,0-1 1 0 0,0 1 0 0 0,0-1 0 0 0,1 1 0 0 0,-1-1-1 0 0,0 1 1 0 0,0-1 0 0 0,0 1 0 0 0,0-1-1 0 0,1 1 1 0 0,-1-1 0 0 0,0 1 0 0 0,0-1 0 0 0,1 0-1 0 0,-1 1 1 0 0,0-1 0 0 0,1 0 0 0 0,-1 1-1 0 0,1-1 1 0 0,-1 0 0 0 0,0 1 0 0 0,1-1 0 0 0,0 0-1 0 0,11-8 9 0 0,-1-2-1 0 0,1 0 1 0 0,-2 0-1 0 0,0-1 1 0 0,0 0-1 0 0,-1-1 1 0 0,10-15-1 0 0,24-29-22 0 0,-9 16-40 0 0,3 1 0 0 0,1 2 1 0 0,78-59-1 0 0,-112 93 29 0 0,0 0 1 0 0,0 1 0 0 0,1 0 0 0 0,-1 0-1 0 0,0 0 1 0 0,1 0 0 0 0,-1 1 0 0 0,1-1-1 0 0,0 1 1 0 0,-1 0 0 0 0,1 1 0 0 0,0-1-1 0 0,0 1 1 0 0,7 0 0 0 0,-9 1 15 0 0,-1 0 0 0 0,1-1 0 0 0,-1 1 0 0 0,1 0 1 0 0,-1 0-1 0 0,1 0 0 0 0,-1 1 0 0 0,0-1 0 0 0,1 1 0 0 0,-1-1 1 0 0,0 1-1 0 0,0 0 0 0 0,0 0 0 0 0,0-1 0 0 0,-1 1 0 0 0,1 1 0 0 0,0-1 1 0 0,-1 0-1 0 0,0 0 0 0 0,1 1 0 0 0,-1-1 0 0 0,0 0 0 0 0,0 1 1 0 0,0-1-1 0 0,-1 1 0 0 0,2 4 0 0 0,1 12 11 0 0,-1 1 1 0 0,-1-1-1 0 0,0 1 1 0 0,-1-1-1 0 0,-2 1 0 0 0,0-1 1 0 0,-6 29-1 0 0,3-23 26 0 0,2 0 0 0 0,0 1 0 0 0,2 42 0 0 0,1-65-25 0 0,1 0 1 0 0,-1 0 0 0 0,1-1-1 0 0,0 1 1 0 0,0 0 0 0 0,0-1-1 0 0,0 1 1 0 0,1 0 0 0 0,-1-1 0 0 0,0 0-1 0 0,1 1 1 0 0,0-1 0 0 0,0 0-1 0 0,0 0 1 0 0,0 0 0 0 0,0 0-1 0 0,0 0 1 0 0,0 0 0 0 0,0 0-1 0 0,1-1 1 0 0,-1 1 0 0 0,1-1 0 0 0,-1 0-1 0 0,1 0 1 0 0,0 0 0 0 0,-1 0-1 0 0,1 0 1 0 0,0-1 0 0 0,0 1-1 0 0,5 0 1 0 0,4 0 5 0 0,1 0 0 0 0,0-1 0 0 0,0 0 0 0 0,0-1-1 0 0,19-3 1 0 0,-3-2-5 0 0,0-1-1 0 0,-1-1 1 0 0,0-2-1 0 0,-1-1 1 0 0,0-1-1 0 0,0-1 1 0 0,-1-1-1 0 0,-1-1 1 0 0,-1-2-1 0 0,0 0 1 0 0,-1-2-1 0 0,-1 0 1 0 0,0-1-1 0 0,-2-2 1 0 0,-1 0-1 0 0,0-1 1 0 0,-2-1-1 0 0,-1 0 1 0 0,17-34-1 0 0,-29 51-11 0 0,-1-1 0 0 0,0 1 0 0 0,-1-1 0 0 0,0 0-1 0 0,2-12 1 0 0,-3 17-3 0 0,-1-1-1 0 0,0 1 1 0 0,0 0-1 0 0,0 0 1 0 0,0 0-1 0 0,-1 0 1 0 0,1 0-1 0 0,-1 0 1 0 0,1 0-1 0 0,-1 0 1 0 0,0 0-1 0 0,-1 0 1 0 0,1 0-1 0 0,0 1 1 0 0,-1-1-1 0 0,1 0 1 0 0,-4-2-1 0 0,4 3 2 0 0,0 1-1 0 0,0 0 1 0 0,-1 0-1 0 0,1 0 1 0 0,0 0-1 0 0,-1 0 0 0 0,1 0 1 0 0,-1 0-1 0 0,1 1 1 0 0,-1-1-1 0 0,0 0 1 0 0,1 1-1 0 0,-1-1 0 0 0,0 1 1 0 0,1 0-1 0 0,-1 0 1 0 0,0-1-1 0 0,-1 1 1 0 0,-2 1-5 0 0,1-1 0 0 0,0 1 1 0 0,0-1-1 0 0,-1 1 1 0 0,1 1-1 0 0,0-1 1 0 0,-4 2-1 0 0,-3 2 0 0 0,1 1 0 0 0,0 0 1 0 0,0 0-1 0 0,-14 12 0 0 0,9-4 43 0 0,1 0 0 0 0,0 0 0 0 0,1 1 0 0 0,1 1 0 0 0,-18 29 0 0 0,24-35-19 0 0,1 0-1 0 0,0 1 1 0 0,0 0-1 0 0,1 0 1 0 0,1 0-1 0 0,-1 1 1 0 0,2-1-1 0 0,0 1 1 0 0,0-1-1 0 0,0 23 1 0 0,3-27-1 0 0,-1-1 0 0 0,1 0 0 0 0,1 0 0 0 0,-1 0 1 0 0,1 0-1 0 0,0 0 0 0 0,0 0 0 0 0,0-1 0 0 0,1 1 0 0 0,0-1 1 0 0,0 0-1 0 0,1 1 0 0 0,4 4 0 0 0,-1-2 10 0 0,0-1 1 0 0,0 0-1 0 0,1-1 0 0 0,0 0 1 0 0,1 0-1 0 0,-1 0 1 0 0,13 5-1 0 0,7 1-158 0 0,1-1 0 0 0,0-1-1 0 0,1-1 1 0 0,35 4 0 0 0,-34-7-662 0 0,0-2-1 0 0,1-2 1 0 0,0 0 0 0 0,32-4-1 0 0,-35 0-1488 0 0,0-2 0 0 0,37-10 0 0 0,-14-1-2782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29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451 108 1536 0 0,'-133'5'5749'0'0,"-155"3"3166"0"0,259-10-8011 0 0,37-7-550 0 0,0 5-321 0 0,-1 1 1 0 0,1-1 0 0 0,1 1 0 0 0,-1 0 0 0 0,0 1 0 0 0,1 0 0 0 0,-1 0 0 0 0,16 0-1 0 0,6-3-78 0 0,236-36-2436 0 0,-41 8-6328 0 0,-191 28 4786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31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23 554 104 0 0,'-10'11'7451'0'0,"5"-3"-6683"0"0,-2 7 2461 0 0,10-11-2224 0 0,8-6-1379 0 0,-3-1 393 0 0,0-1 1 0 0,-1 0-1 0 0,1-1 0 0 0,-1 0 0 0 0,0 0 1 0 0,0 0-1 0 0,9-10 0 0 0,-3 3 2 0 0,76-65 63 0 0,-4-5 0 0 0,95-115 0 0 0,-172 187-79 0 0,0 0 0 0 0,0 0 0 0 0,-1-1-1 0 0,0 0 1 0 0,-1 0 0 0 0,0 0 0 0 0,-1-1-1 0 0,7-23 1 0 0,-11 34-9 0 0,-1-1 0 0 0,0 0 0 0 0,1 0 0 0 0,-1 0 0 0 0,0 0 0 0 0,0 1 0 0 0,0-1 0 0 0,0 0 0 0 0,-1 0 0 0 0,1 0 0 0 0,0 1 0 0 0,-1-1 0 0 0,1 0 0 0 0,-1 0 0 0 0,1 1 0 0 0,-1-1 0 0 0,0 0 0 0 0,0 1 0 0 0,0-1 0 0 0,0 1 0 0 0,0-1 0 0 0,0 1 0 0 0,-2-2 0 0 0,-20-9-24 0 0,15 12 20 0 0,5 1-1 0 0,-3-1-3 0 0,0 0 0 0 0,0 0 0 0 0,0 1-1 0 0,0 0 1 0 0,0 0 0 0 0,1 0 0 0 0,-1 1-1 0 0,0 0 1 0 0,1 0 0 0 0,-6 3 0 0 0,-2 2-27 0 0,1 0 1 0 0,-21 15-1 0 0,22-14 15 0 0,1 1 0 0 0,0-1 0 0 0,1 2-1 0 0,0-1 1 0 0,0 1 0 0 0,-9 14-1 0 0,16-21 23 0 0,1 0-1 0 0,-1 0 1 0 0,0 0-1 0 0,1 0 1 0 0,-1 0-1 0 0,1 1 1 0 0,0-1-1 0 0,0 0 1 0 0,1 1-1 0 0,-1-1 1 0 0,1 1-1 0 0,-1-1 1 0 0,1 0-1 0 0,0 1 1 0 0,1-1-1 0 0,-1 1 1 0 0,0-1-1 0 0,1 1 1 0 0,0-1-1 0 0,0 0 1 0 0,0 1-1 0 0,0-1 1 0 0,0 0-1 0 0,1 0 1 0 0,-1 0-1 0 0,1 0 1 0 0,0 0-1 0 0,4 5 1 0 0,6 4 0 0 0,1-1 1 0 0,-1 0-1 0 0,2-1 1 0 0,-1 0-1 0 0,2-1 0 0 0,-1-1 1 0 0,1 0-1 0 0,21 8 1 0 0,-18-9-12 0 0,-1 1 1 0 0,0 1-1 0 0,0 0 1 0 0,-1 2-1 0 0,0 0 1 0 0,16 15-1 0 0,-30-24 14 0 0,0 0 0 0 0,0 0 0 0 0,0 0 0 0 0,-1 1 0 0 0,1-1 0 0 0,0 0-1 0 0,-1 1 1 0 0,0-1 0 0 0,0 1 0 0 0,0 0 0 0 0,0-1 0 0 0,0 1-1 0 0,0 0 1 0 0,-1 0 0 0 0,1-1 0 0 0,-1 1 0 0 0,0 4 0 0 0,0-3 11 0 0,-1 0 0 0 0,1 0 0 0 0,-1 0 0 0 0,0 0 0 0 0,0 0 0 0 0,-1 0 0 0 0,1-1 0 0 0,-1 1 0 0 0,0 0-1 0 0,-4 5 1 0 0,-2 1 65 0 0,1 0-1 0 0,-2-1 1 0 0,1-1-1 0 0,-1 1 1 0 0,0-1-1 0 0,-21 13 0 0 0,11-10 48 0 0,0-1 0 0 0,0 0 0 0 0,-1-2 0 0 0,0 0-1 0 0,-1-1 1 0 0,0-2 0 0 0,0 0 0 0 0,0-1-1 0 0,0 0 1 0 0,-1-2 0 0 0,1-1 0 0 0,-1-1 0 0 0,-35-4-1 0 0,50 4-311 0 0,0-1 0 0 0,0 0 0 0 0,0 0 0 0 0,0-1 0 0 0,0 0 0 0 0,1 0 0 0 0,-1-1 0 0 0,1 0 0 0 0,-12-6-1 0 0,18 8-19 0 0,-1 0 0 0 0,0 0 0 0 0,0 0 0 0 0,1 1 0 0 0,-1-1 0 0 0,0 0 0 0 0,1 0 0 0 0,-1 0 0 0 0,1 0 0 0 0,-1 0 0 0 0,1 0 0 0 0,-1 0 0 0 0,1 0 0 0 0,0 0 0 0 0,0 0 0 0 0,-1-1-1 0 0,1 1 1 0 0,0 0 0 0 0,0 0 0 0 0,0 0 0 0 0,0 0 0 0 0,0 0 0 0 0,1 0 0 0 0,-1 0 0 0 0,0-1 0 0 0,0 1 0 0 0,1 0 0 0 0,-1 0 0 0 0,0 0 0 0 0,1 0 0 0 0,0 0 0 0 0,0-1 0 0 0,10-12-2975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32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238 121 556 0 0,'-3'-2'2722'0'0,"-38"-36"7228"0"0,39 37-9418 0 0,2 1-504 0 0,0-1 0 0 0,0 1 0 0 0,0 0 0 0 0,0 0 0 0 0,-1-1 0 0 0,1 1 0 0 0,0 0 0 0 0,0 0 0 0 0,0-1 0 0 0,-1 1 0 0 0,1 0 0 0 0,0 0 0 0 0,0 0 0 0 0,-1 0 1 0 0,1-1-1 0 0,0 1 0 0 0,0 0 0 0 0,-1 0 0 0 0,1 0 0 0 0,0 0 0 0 0,-1 0 0 0 0,1 0 0 0 0,0 0 0 0 0,-1 0 0 0 0,1 0 0 0 0,0 0 0 0 0,0 0 0 0 0,-1 0 0 0 0,1 0 0 0 0,0 0 0 0 0,-1 0 0 0 0,1 0 0 0 0,0 0 0 0 0,-1 0 0 0 0,1 0 0 0 0,0 0 0 0 0,0 0 0 0 0,-1 1 0 0 0,1-1 0 0 0,0 0 1 0 0,-1 0-12 0 0,0 1 1 0 0,1-1 0 0 0,-1 0 0 0 0,1 0 0 0 0,-1 1-1 0 0,0-1 1 0 0,1 0 0 0 0,-1 1 0 0 0,1-1 0 0 0,-1 1-1 0 0,1-1 1 0 0,-1 1 0 0 0,1-1 0 0 0,0 1 0 0 0,-1-1-1 0 0,1 1 1 0 0,0 0 0 0 0,-1-1 0 0 0,1 1-1 0 0,0-1 1 0 0,0 1 0 0 0,-1 0 0 0 0,1-1 0 0 0,0 1-1 0 0,0 0 1 0 0,0 0 0 0 0,1 34 69 0 0,2 0 0 0 0,2 0-1 0 0,1-1 1 0 0,1 0 0 0 0,2 0 0 0 0,2-1-1 0 0,1 0 1 0 0,25 49 0 0 0,-33-75-76 0 0,0 0-1 0 0,0 0 1 0 0,1 0 0 0 0,0 0 0 0 0,0-1 0 0 0,1 0-1 0 0,0 0 1 0 0,0-1 0 0 0,0 0 0 0 0,0 0 0 0 0,8 5-1 0 0,-8-7-17 0 0,-1-1 0 0 0,1 1 0 0 0,0-1 0 0 0,0 0 0 0 0,0 0 0 0 0,0-1 0 0 0,0 0 0 0 0,0 0 0 0 0,1 0 0 0 0,-1-1 0 0 0,0 0 0 0 0,0 0 0 0 0,0-1 0 0 0,1 1 0 0 0,7-3-1 0 0,-1 0-7 0 0,-1-1-1 0 0,0 0 0 0 0,0-1 1 0 0,0 0-1 0 0,0-1 0 0 0,-1 0 1 0 0,0-1-1 0 0,0 0 0 0 0,-1-1 1 0 0,0 0-1 0 0,0-1 0 0 0,-1 0 1 0 0,0 0-1 0 0,0-1 0 0 0,-1 0 0 0 0,11-18 1 0 0,-10 11 28 0 0,0-1 0 0 0,-1 1 1 0 0,-1-1-1 0 0,0-1 0 0 0,-2 0 0 0 0,0 1 1 0 0,-1-1-1 0 0,-1-1 0 0 0,-1 1 1 0 0,0-29-1 0 0,-4 4 285 0 0,-10-58-1 0 0,9 83-301 0 0,3 16-31 0 0,-1 5 6 0 0,-1 0 24 0 0,1 0 0 0 0,0 0 0 0 0,0-1 0 0 0,0 1 0 0 0,0 0 0 0 0,0 1 0 0 0,0-1 0 0 0,1 0 0 0 0,-1 0 0 0 0,1 0 0 0 0,-1 3 0 0 0,-5 62 101 0 0,4 79 1 0 0,3-90-62 0 0,-1 97 58 0 0,-4 285 153 0 0,-3-296-174 0 0,-28 150 0 0 0,23-224-42 0 0,-31 96 0 0 0,36-140 33 0 0,-2-1-1 0 0,-1 0 1 0 0,-1 0-1 0 0,-1-1 1 0 0,-1-1-1 0 0,-1 0 1 0 0,-24 29-1 0 0,32-44-22 0 0,0 1 0 0 0,0-1 0 0 0,-1 0 0 0 0,1-1 0 0 0,-1 0 0 0 0,-1 0-1 0 0,1 0 1 0 0,-1-1 0 0 0,1 0 0 0 0,-1-1 0 0 0,-1 1 0 0 0,1-2 0 0 0,0 1 0 0 0,-1-1 0 0 0,1 0 0 0 0,-1-1 0 0 0,1 0 0 0 0,-1 0 0 0 0,0-1 0 0 0,0 0-1 0 0,1-1 1 0 0,-1 0 0 0 0,0 0 0 0 0,1-1 0 0 0,-12-3 0 0 0,7 1-33 0 0,0-1 1 0 0,0-1-1 0 0,1 0 1 0 0,0-1-1 0 0,0 0 0 0 0,0-1 1 0 0,1 0-1 0 0,0-1 1 0 0,1 0-1 0 0,0 0 0 0 0,0-1 1 0 0,1-1-1 0 0,1 0 1 0 0,-1 0-1 0 0,2 0 0 0 0,0-1 1 0 0,0 0-1 0 0,1-1 0 0 0,0 0 1 0 0,1 0-1 0 0,1 0 1 0 0,0 0-1 0 0,1 0 0 0 0,0-1 1 0 0,1 0-1 0 0,0 0 1 0 0,1 1-1 0 0,1-1 0 0 0,0 0 1 0 0,1 0-1 0 0,1 0 1 0 0,0 1-1 0 0,1-1 0 0 0,6-20 1 0 0,4 3-19 0 0,1 1 1 0 0,1 1-1 0 0,1 1 0 0 0,2 0 1 0 0,1 1-1 0 0,1 1 1 0 0,29-29-1 0 0,20-14-27 0 0,88-66 1 0 0,174-108-476 0 0,-24 19-260 0 0,-266 191 743 0 0,-1-2 0 0 0,-3-1 1 0 0,35-43-1 0 0,-68 74 31 0 0,1-1 1 0 0,-2 0-1 0 0,1 0 0 0 0,-1 0 0 0 0,1 0 1 0 0,-2-1-1 0 0,1 1 0 0 0,-1-1 0 0 0,0 1 1 0 0,0-1-1 0 0,-1 0 0 0 0,1-11 1 0 0,-3 12-4 0 0,-14-18-62 0 0,5 18-21 0 0,6 7 73 0 0,0-1 1 0 0,0 1 0 0 0,1 1-1 0 0,-1-1 1 0 0,0 0-1 0 0,0 1 1 0 0,1 0-1 0 0,-1 0 1 0 0,1 0-1 0 0,-1 0 1 0 0,1 1 0 0 0,0-1-1 0 0,0 1 1 0 0,0 0-1 0 0,0 0 1 0 0,0 0-1 0 0,1 0 1 0 0,-1 0-1 0 0,1 1 1 0 0,0-1 0 0 0,-2 6-1 0 0,-2 0-13 0 0,1 1 0 0 0,1 1-1 0 0,0-1 1 0 0,0 0 0 0 0,1 1 0 0 0,-3 19-1 0 0,5-21 21 0 0,0-1 0 0 0,1 1 0 0 0,1 0 0 0 0,-1 0 0 0 0,1-1 0 0 0,1 1-1 0 0,0 0 1 0 0,0-1 0 0 0,0 0 0 0 0,1 1 0 0 0,0-1 0 0 0,8 12 0 0 0,2 2 5 0 0,1-1 0 0 0,34 37 1 0 0,15 19-19 0 0,-61-73 37 0 0,0-1 0 0 0,0 0 0 0 0,0 1-1 0 0,0-1 1 0 0,-1 1 0 0 0,1 0 0 0 0,-1-1 0 0 0,0 1 0 0 0,0 0 0 0 0,-1 0 0 0 0,1 0 0 0 0,-1 0 0 0 0,1 0-1 0 0,-1 0 1 0 0,0-1 0 0 0,-1 1 0 0 0,0 6 0 0 0,-1-5 43 0 0,1 0 1 0 0,-1 0-1 0 0,0-1 0 0 0,-1 1 0 0 0,1-1 0 0 0,-1 1 1 0 0,0-1-1 0 0,0 0 0 0 0,0 0 0 0 0,-1 0 0 0 0,-7 6 1 0 0,-1-1 110 0 0,-1 0 1 0 0,0 0 0 0 0,0-1-1 0 0,-1-1 1 0 0,0 0 0 0 0,0-1-1 0 0,-28 8 1 0 0,18-10-51 0 0,-1 0 1 0 0,0-2-1 0 0,0 0 0 0 0,0-2 1 0 0,0 0-1 0 0,0-2 1 0 0,-39-8-1 0 0,62 10-188 0 0,-1-1 0 0 0,1 1 0 0 0,-1-1 0 0 0,1 0 0 0 0,0 0 1 0 0,-1 0-1 0 0,1 0 0 0 0,0 0 0 0 0,0 0 0 0 0,0 0 0 0 0,0-1 0 0 0,0 0 0 0 0,0 1 0 0 0,-2-3 0 0 0,3 3-9 0 0,1 1-1 0 0,0-1 0 0 0,-1 0 0 0 0,1 0 0 0 0,0 0 0 0 0,-1 1 1 0 0,1-1-1 0 0,0 0 0 0 0,0 0 0 0 0,0 0 0 0 0,0 1 0 0 0,0-1 1 0 0,0 0-1 0 0,0 0 0 0 0,0 0 0 0 0,0 0 0 0 0,0 1 0 0 0,0-1 0 0 0,0 0 1 0 0,1 0-1 0 0,-1 0 0 0 0,0 1 0 0 0,0-1 0 0 0,1-1 0 0 0,10-15-1691 0 0,31-21-5750 0 0,-23 22 1693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33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254 164 468 0 0,'-21'-137'19230'0'0,"13"115"-17403"0"0,3 18-1142 0 0,2 14-306 0 0,2 135 1009 0 0,3-22-629 0 0,-28 489 469 0 0,24-583-1235 0 0,2 1 0 0 0,1-1-1 0 0,1 0 1 0 0,1 0 0 0 0,10 38-1 0 0,-12-64-137 0 0,0 0 0 0 0,0 0 0 0 0,0 0 0 0 0,1 0 0 0 0,-1 0 0 0 0,1 0 0 0 0,-1-1 0 0 0,1 1 0 0 0,0-1 0 0 0,0 1 0 0 0,0-1 0 0 0,0 0 0 0 0,1 1 0 0 0,-1-1 0 0 0,0 0 0 0 0,1-1 0 0 0,0 1 0 0 0,-1 0 0 0 0,1-1 0 0 0,0 1 0 0 0,0-1 0 0 0,0 0 0 0 0,0 0 0 0 0,0 0 0 0 0,0-1 0 0 0,0 1 0 0 0,0-1 0 0 0,0 1 0 0 0,0-1 0 0 0,1 0 0 0 0,-1 0 0 0 0,0 0 0 0 0,0-1 0 0 0,5 0 0 0 0,1-2-1069 0 0,1 1 0 0 0,-1-1 1 0 0,1 0-1 0 0,-1-1 0 0 0,0 0 1 0 0,0-1-1 0 0,-1 0 0 0 0,0 0 1 0 0,15-13-1 0 0,1-3-5090 0 0</inkml:trace>
  <inkml:trace contextRef="#ctx0" brushRef="#br0" timeOffset="1">153 571 1536 0 0,'-89'0'10880'0'0,"28"-2"-7036"0"0,58 2-3195 0 0,4-3-424 0 0,0 1-199 0 0,1 1 0 0 0,-1-1 1 0 0,1 0-1 0 0,-1 1 1 0 0,1-1-1 0 0,0 0 0 0 0,0 1 1 0 0,0 0-1 0 0,0-1 1 0 0,0 1-1 0 0,0 0 0 0 0,0 0 1 0 0,0 0-1 0 0,0 1 1 0 0,1-1-1 0 0,1 0 0 0 0,46-12-195 0 0,-44 12 79 0 0,151-29-3923 0 0,-53 15-2428 0 0,-69 10 1976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35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 2156 0 0,'-1'13'1886'0'0,"-1"0"-1"0"0,0 0 1 0 0,-1 0-1 0 0,-6 18 1 0 0,6-22-1507 0 0,0 0 0 0 0,1 1 1 0 0,-1-1-1 0 0,2 1 0 0 0,-1 0 0 0 0,2 0 0 0 0,-1 0 1 0 0,2 17-1 0 0,2-8-75 0 0,-3-14-256 0 0,1-1 1 0 0,-1 0-1 0 0,1 1 0 0 0,0-1 1 0 0,1 0-1 0 0,1 6 1 0 0,-2-9-33 0 0,0 0 1 0 0,0 1 0 0 0,0-1 0 0 0,0 0 0 0 0,0 0-1 0 0,0 0 1 0 0,0 0 0 0 0,1 0 0 0 0,-1 0 0 0 0,0 0 0 0 0,1 0-1 0 0,-1 0 1 0 0,0 0 0 0 0,1-1 0 0 0,-1 1 0 0 0,1-1-1 0 0,-1 1 1 0 0,1-1 0 0 0,0 1 0 0 0,-1-1 0 0 0,4 0-1 0 0,-2 1 4 0 0,1-1 0 0 0,0 0-1 0 0,-1 0 1 0 0,1 0-1 0 0,0-1 1 0 0,0 1-1 0 0,-1-1 1 0 0,1 0 0 0 0,-1 0-1 0 0,1 0 1 0 0,-1-1-1 0 0,1 1 1 0 0,-1-1-1 0 0,0 0 1 0 0,1 0 0 0 0,-1 0-1 0 0,0 0 1 0 0,0 0-1 0 0,-1-1 1 0 0,1 0-1 0 0,0 1 1 0 0,-1-1 0 0 0,0 0-1 0 0,0 0 1 0 0,1 0-1 0 0,-2 0 1 0 0,1-1-1 0 0,0 1 1 0 0,-1 0 0 0 0,3-8-1 0 0,-3 4 22 0 0,0 1-1 0 0,-1-1 1 0 0,1 0-1 0 0,-1 0 1 0 0,-1 0-1 0 0,1 0 1 0 0,-1 1-1 0 0,0-1 1 0 0,-1 0-1 0 0,0 0 1 0 0,0 1-1 0 0,0-1 1 0 0,-1 1-1 0 0,0 0 1 0 0,0 0-1 0 0,0 0 1 0 0,-1 0-1 0 0,0 0 1 0 0,0 1-1 0 0,-1 0 1 0 0,1 0-1 0 0,-1 0 1 0 0,0 0-1 0 0,0 1 1 0 0,-1 0-1 0 0,1 0 1 0 0,-1 0-1 0 0,0 1 1 0 0,0-1-1 0 0,-1 2 1 0 0,-6-3-1 0 0,8 3-23 0 0,-1 2 0 0 0,0-1-1 0 0,0 0 1 0 0,0 1 0 0 0,1 0-1 0 0,-1 1 1 0 0,0-1 0 0 0,0 1 0 0 0,0 0-1 0 0,1 1 1 0 0,-1-1 0 0 0,1 1-1 0 0,-1 0 1 0 0,1 1 0 0 0,0-1-1 0 0,-1 1 1 0 0,1 0 0 0 0,1 0-1 0 0,-1 1 1 0 0,0-1 0 0 0,1 1 0 0 0,-6 7-1 0 0,-2 2-28 0 0,0 0 1 0 0,2 1-1 0 0,0 1 0 0 0,0 0 0 0 0,-14 32 0 0 0,17-31 28 0 0,1 1 1 0 0,0 1-1 0 0,1-1 1 0 0,1 1-1 0 0,1 0 1 0 0,1 0-1 0 0,0 0 1 0 0,1 0-1 0 0,1 0 1 0 0,1 0-1 0 0,0 0 1 0 0,7 28-1 0 0,-6-35-34 0 0,1-1 0 0 0,1 0 0 0 0,0 0 0 0 0,0 0-1 0 0,1-1 1 0 0,0 1 0 0 0,0-1 0 0 0,1 0 0 0 0,14 15 0 0 0,-14-18-113 0 0,0 0-1 0 0,0-1 1 0 0,1 0 0 0 0,0 0 0 0 0,0 0 0 0 0,1-1 0 0 0,-1 0-1 0 0,1 0 1 0 0,0-1 0 0 0,0 0 0 0 0,0-1 0 0 0,0 0 0 0 0,15 3 0 0 0,-6-4-661 0 0,0 0 1 0 0,0-1-1 0 0,0 0 1 0 0,1-2-1 0 0,-1 0 1 0 0,0-1 0 0 0,0 0-1 0 0,-1-1 1 0 0,1-1-1 0 0,-1-1 1 0 0,0-1 0 0 0,21-11-1 0 0,-5-3-2937 0 0</inkml:trace>
  <inkml:trace contextRef="#ctx0" brushRef="#br0" timeOffset="1">662 164 1452 0 0,'5'-116'12811'0'0,"3"163"-11119"0"0,-4 28-871 0 0,-10 139 0 0 0,4-176-702 0 0,-4 50 1183 0 0,2-78-862 0 0,-3-12-155 0 0,-2-17-136 0 0,7 7-136 0 0,1-1 1 0 0,1 1-1 0 0,0-1 0 0 0,1 1 0 0 0,0-1 0 0 0,1 1 0 0 0,6-24 0 0 0,-2 17-18 0 0,0 1 0 0 0,1 0 0 0 0,1 0 0 0 0,14-24 0 0 0,-13 29-17 0 0,0 1 1 0 0,0-1-1 0 0,21-20 0 0 0,-24 28-2 0 0,0 0 0 0 0,0 0 0 0 0,1 0 0 0 0,-1 0 0 0 0,1 1 0 0 0,0 0 0 0 0,1 1 0 0 0,13-5 0 0 0,-17 7 18 0 0,0 0 0 0 0,-1 1 0 0 0,1-1 0 0 0,0 1-1 0 0,0 0 1 0 0,0 0 0 0 0,0 1 0 0 0,0-1 0 0 0,0 1 0 0 0,-1 0 0 0 0,1 0-1 0 0,0 0 1 0 0,-1 0 0 0 0,1 1 0 0 0,0-1 0 0 0,-1 1 0 0 0,0 0 0 0 0,1 0-1 0 0,-1 0 1 0 0,0 1 0 0 0,0-1 0 0 0,0 1 0 0 0,-1 0 0 0 0,1 0-1 0 0,0 0 1 0 0,1 3 0 0 0,5 6 11 0 0,-1 0 0 0 0,-1 0 0 0 0,0 0 1 0 0,-1 1-1 0 0,8 21 0 0 0,-11-21 18 0 0,1 0 1 0 0,-2 0-1 0 0,0 0 0 0 0,0 0 1 0 0,-1 1-1 0 0,-1 14 1 0 0,-1-18 79 0 0,1 1 0 0 0,-1-1 0 0 0,-1 0 1 0 0,0 0-1 0 0,-1 0 0 0 0,1 0 1 0 0,-2 0-1 0 0,-6 13 0 0 0,10-22-74 0 0,-1 0-1 0 0,1 1 0 0 0,-1-1 1 0 0,0 0-1 0 0,1 1 0 0 0,-1-1 1 0 0,0 0-1 0 0,0 0 1 0 0,0 1-1 0 0,0-1 0 0 0,0 0 1 0 0,-1 0-1 0 0,1 0 0 0 0,0-1 1 0 0,0 1-1 0 0,-1 0 1 0 0,1 0-1 0 0,0-1 0 0 0,-1 1 1 0 0,1 0-1 0 0,0-1 0 0 0,-1 0 1 0 0,1 1-1 0 0,-3-1 1 0 0,4 0-25 0 0,-1 0-1 0 0,1 0 1 0 0,-1 0 0 0 0,1-1 0 0 0,-1 1 0 0 0,0 0 0 0 0,1-1 0 0 0,-1 1 0 0 0,1 0 0 0 0,-1-1-1 0 0,1 1 1 0 0,0 0 0 0 0,-1-1 0 0 0,1 1 0 0 0,-1-1 0 0 0,1 1 0 0 0,0-1 0 0 0,-1 1 0 0 0,1-1-1 0 0,0 1 1 0 0,0-1 0 0 0,-1 1 0 0 0,1-1 0 0 0,0 0 0 0 0,0 0 0 0 0,-5-14 7 0 0,4 3-7 0 0,1-1 0 0 0,0 1 0 0 0,1-1 0 0 0,0 1 0 0 0,0 0 0 0 0,2-1 0 0 0,0 1 0 0 0,0 0 0 0 0,1 0 0 0 0,0 0 0 0 0,10-18 0 0 0,6-6-16 0 0,1 0-1 0 0,30-37 0 0 0,-35 52-4 0 0,1 0 0 0 0,36-33 0 0 0,-44 46-11 0 0,1 0 0 0 0,0 0 1 0 0,1 1-1 0 0,0 0 1 0 0,0 1-1 0 0,0 0 1 0 0,23-8-1 0 0,-32 14 29 0 0,0-1 0 0 0,1 1 0 0 0,-1-1 0 0 0,1 1 0 0 0,-1 0 0 0 0,0 0 0 0 0,1 0 0 0 0,-1 0 0 0 0,1 1 0 0 0,-1-1 0 0 0,0 0 0 0 0,1 1 0 0 0,-1 0 0 0 0,0 0 0 0 0,1-1 0 0 0,-1 1 0 0 0,0 1 0 0 0,0-1 0 0 0,0 0 0 0 0,0 0 0 0 0,0 1 0 0 0,0-1 0 0 0,0 1 0 0 0,-1 0 0 0 0,1-1 0 0 0,0 1-1 0 0,-1 0 1 0 0,1 0 0 0 0,-1 0 0 0 0,0 0 0 0 0,0 0 0 0 0,0 1 0 0 0,1 2 0 0 0,2 4 67 0 0,-1 0 0 0 0,0 0 0 0 0,0 0 0 0 0,-1 0 0 0 0,0 1-1 0 0,0 17 1 0 0,-3 17 189 0 0,-3 0-1 0 0,-1 0 1 0 0,-18 71 0 0 0,5-31-52 0 0,16-74-172 0 0,1 0 0 0 0,0 1 0 0 0,1 16 0 0 0,0-27-46 0 0,1 1-1 0 0,-1 0 1 0 0,0-1-1 0 0,1 1 1 0 0,-1-1-1 0 0,1 1 1 0 0,-1 0-1 0 0,1-1 1 0 0,-1 1-1 0 0,1-1 1 0 0,0 0-1 0 0,-1 1 1 0 0,1-1-1 0 0,-1 1 1 0 0,1-1-1 0 0,0 0 1 0 0,-1 1-1 0 0,1-1 1 0 0,0 0-1 0 0,0 0 1 0 0,-1 0-1 0 0,1 0 1 0 0,0 1-1 0 0,-1-1 1 0 0,1 0-1 0 0,0 0 0 0 0,0 0 1 0 0,-1 0-1 0 0,1-1 1 0 0,0 1-1 0 0,0 0 1 0 0,-1 0-1 0 0,1 0 1 0 0,0-1-1 0 0,-1 1 1 0 0,2-1-1 0 0,27-8-962 0 0,9-13-2847 0 0,-1-1 1 0 0,46-37 0 0 0,-75 54 2765 0 0,29-20-5598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36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330 500 1444 0 0,'-27'-22'6744'0'0,"-15"-10"-1542"0"0,35 27-4654 0 0,0 1 0 0 0,0 1 0 0 0,-1-1 0 0 0,1 1 1 0 0,-1 0-1 0 0,-12-2 0 0 0,17 5-519 0 0,0 0 1 0 0,0 0-1 0 0,0 0 1 0 0,0 1-1 0 0,0-1 1 0 0,0 1-1 0 0,0 0 0 0 0,0 0 1 0 0,1 0-1 0 0,-1 1 1 0 0,0-1-1 0 0,1 0 1 0 0,-1 1-1 0 0,1 0 0 0 0,-1 0 1 0 0,1-1-1 0 0,0 1 1 0 0,0 1-1 0 0,-4 3 1 0 0,-12 16 24 0 0,1 1 0 0 0,1 1 0 0 0,2 1 0 0 0,-19 39 0 0 0,25-46-48 0 0,1 1 0 0 0,1 0 0 0 0,0 0 0 0 0,2 1 0 0 0,0-1 0 0 0,1 1 0 0 0,-1 26 0 0 0,4-39 5 0 0,1 1-1 0 0,-1-1 1 0 0,1 1-1 0 0,1-1 0 0 0,-1 0 1 0 0,1 1-1 0 0,1-1 1 0 0,-1 0-1 0 0,1 0 0 0 0,0-1 1 0 0,1 1-1 0 0,5 9 1 0 0,-6-12-2 0 0,1 0 0 0 0,-1-1-1 0 0,0 1 1 0 0,1-1 0 0 0,0 0 0 0 0,0 0 0 0 0,0 0 0 0 0,0 0 0 0 0,0-1 0 0 0,0 0 0 0 0,1 0 0 0 0,-1 0 0 0 0,1 0 0 0 0,0 0 0 0 0,-1-1 0 0 0,1 0 0 0 0,0 0 0 0 0,0-1 0 0 0,0 1 0 0 0,5-1 0 0 0,6 0 9 0 0,0-1 0 0 0,0-1 0 0 0,0-1 1 0 0,0 0-1 0 0,-1-1 0 0 0,1 0 0 0 0,-1-1 1 0 0,0-1-1 0 0,-1-1 0 0 0,1 0 0 0 0,-1 0 1 0 0,19-15-1 0 0,-26 17-19 0 0,0-1-1 0 0,0 0 1 0 0,0 0 0 0 0,-1-1 0 0 0,0 0 0 0 0,0 0-1 0 0,0-1 1 0 0,-1 1 0 0 0,0-1 0 0 0,-1 0 0 0 0,0-1-1 0 0,0 1 1 0 0,-1-1 0 0 0,0 0 0 0 0,0 0-1 0 0,-1 0 1 0 0,0 0 0 0 0,-1 0 0 0 0,0 0 0 0 0,0 0-1 0 0,-1 0 1 0 0,-2-19 0 0 0,1 16-9 0 0,-2 1 0 0 0,1-1 0 0 0,-2 1-1 0 0,1-1 1 0 0,-1 1 0 0 0,-1 0 0 0 0,0 0 0 0 0,-1 1 0 0 0,0-1-1 0 0,-1 1 1 0 0,0 1 0 0 0,-8-10 0 0 0,10 13-3 0 0,0 1 0 0 0,0 1 0 0 0,-1-1 0 0 0,1 1 1 0 0,-1 0-1 0 0,0 0 0 0 0,0 0 0 0 0,0 1 0 0 0,-1 0 0 0 0,1 0 0 0 0,-1 1 0 0 0,0 0 1 0 0,1 0-1 0 0,-1 1 0 0 0,0-1 0 0 0,0 1 0 0 0,0 1 0 0 0,0 0 0 0 0,-1 0 0 0 0,1 0 1 0 0,-10 2-1 0 0,10 0 4 0 0,1 0 0 0 0,0 0-1 0 0,0 1 1 0 0,0 0 0 0 0,1 0 0 0 0,-1 0 0 0 0,1 1 0 0 0,-1 0 0 0 0,1 0 0 0 0,0 0 0 0 0,1 1 0 0 0,-1-1 0 0 0,1 1 0 0 0,0 0 0 0 0,0 1 0 0 0,0-1-1 0 0,1 1 1 0 0,0-1 0 0 0,-5 12 0 0 0,6-12 4 0 0,0 0-1 0 0,-1 0 1 0 0,2 1-1 0 0,-1-1 1 0 0,1 1-1 0 0,-1-1 1 0 0,2 1-1 0 0,-1 0 1 0 0,1-1-1 0 0,-1 1 1 0 0,2 0-1 0 0,-1 0 1 0 0,0-1-1 0 0,1 1 1 0 0,0-1-1 0 0,1 1 1 0 0,-1 0-1 0 0,1-1 1 0 0,0 0-1 0 0,0 1 1 0 0,1-1-1 0 0,4 7 1 0 0,-1-6 1 0 0,0 0 0 0 0,0-1-1 0 0,0 0 1 0 0,1 0 0 0 0,0-1 0 0 0,0 0 0 0 0,0 0 0 0 0,0 0 0 0 0,1-1 0 0 0,-1 0 0 0 0,1-1 0 0 0,0 0 0 0 0,0 0 0 0 0,0 0 0 0 0,0-1 0 0 0,0 0 0 0 0,9-1 0 0 0,15 1-68 0 0,0-2 0 0 0,61-10 1 0 0,-38 1 36 0 0,-2-2 1 0 0,1-2 0 0 0,-1-3 0 0 0,-2-1 0 0 0,62-32-1 0 0,-83 34 50 0 0,-1-1 0 0 0,0 0-1 0 0,-2-3 1 0 0,0 0 0 0 0,-1-2-1 0 0,-1 0 1 0 0,0-2 0 0 0,-2-1-1 0 0,33-47 1 0 0,-42 48 94 0 0,-1-1 0 0 0,-1 0 0 0 0,-1-1-1 0 0,-1 0 1 0 0,-1 0 0 0 0,-2-1 0 0 0,-1 0 0 0 0,-1-1 0 0 0,3-44 0 0 0,-4 28 124 0 0,-4 41-258 0 0,-10 18-27 0 0,7-6 55 0 0,0 0 0 0 0,0 1 0 0 0,1-1 0 0 0,0 1 0 0 0,0 0 0 0 0,1 12 0 0 0,-4 15 69 0 0,-103 749 1796 0 0,91-599-1731 0 0,9 0 0 0 0,26 313 0 0 0,-7-407-53 0 0,4-1 0 0 0,5 0-1 0 0,41 118 1 0 0,-47-168 165 0 0,-13-39-172 0 0,-1-6-62 0 0,0-4-9 0 0,-1 1 1 0 0,-1-1-1 0 0,1 0 0 0 0,-1 1 1 0 0,0-1-1 0 0,-1 1 0 0 0,-4-10 1 0 0,-28-47 8 0 0,30 54-12 0 0,-20-30-4 0 0,-1 2 0 0 0,-2 0-1 0 0,-2 2 1 0 0,-1 1-1 0 0,-60-50 1 0 0,6 18 27 0 0,-119-72 0 0 0,-2 1 0 0 0,200 133-41 0 0,1 0-1 0 0,0 0 1 0 0,0-1-1 0 0,0 1 0 0 0,0-1 1 0 0,1-1-1 0 0,0 1 1 0 0,0 0-1 0 0,0-1 0 0 0,1 0 1 0 0,-6-11-1 0 0,8 13-46 0 0,0-1 0 0 0,0 1-1 0 0,0 0 1 0 0,1-1 0 0 0,0 1-1 0 0,-1 0 1 0 0,1-1 0 0 0,1 1-1 0 0,-1 0 1 0 0,1-1 0 0 0,0 1-1 0 0,0 0 1 0 0,0 0 0 0 0,0-1-1 0 0,1 1 1 0 0,-1 0 0 0 0,1 0 0 0 0,0 1-1 0 0,4-7 1 0 0,8-8-483 0 0,0-1 0 0 0,1 2 0 0 0,0 0 0 0 0,2 1 1 0 0,34-26-1 0 0,104-61-5650 0 0,-125 84 3928 0 0,34-21-4194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38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520 112 1220 0 0,'-2'0'386'0'0,"-12"1"1231"0"0,0 0 0 0 0,0 1-1 0 0,0 0 1 0 0,0 2-1 0 0,0-1 1 0 0,0 2 0 0 0,-17 8-1 0 0,29-12-1526 0 0,0 0-1 0 0,1 0 1 0 0,-1 1-1 0 0,0-1 1 0 0,1 1-1 0 0,-1-1 1 0 0,1 1-1 0 0,0 0 1 0 0,0 0-1 0 0,-1 0 0 0 0,1-1 1 0 0,0 1-1 0 0,1 0 1 0 0,-1 0-1 0 0,0 0 1 0 0,0 0-1 0 0,1 1 1 0 0,-1-1-1 0 0,1 0 1 0 0,0 0-1 0 0,0 0 1 0 0,0 0-1 0 0,0 1 1 0 0,0-1-1 0 0,0 0 0 0 0,0 0 1 0 0,1 0-1 0 0,-1 0 1 0 0,1 0-1 0 0,0 0 1 0 0,1 3-1 0 0,0-2-55 0 0,0-1 0 0 0,0 1 0 0 0,0-1 0 0 0,0 0 0 0 0,1 0 0 0 0,-1 0 0 0 0,1 0 0 0 0,0 0 0 0 0,-1 0 0 0 0,1-1 0 0 0,0 0 0 0 0,0 1 0 0 0,0-1 0 0 0,0 0 0 0 0,0 0 0 0 0,0-1 0 0 0,0 1 0 0 0,6 0 0 0 0,7 0 18 0 0,-1-1-1 0 0,0-1 1 0 0,0 0 0 0 0,26-5 0 0 0,-36 5-37 0 0,0 0 0 0 0,0 0-1 0 0,0-1 1 0 0,0 1 0 0 0,0-1 0 0 0,0 0-1 0 0,-1-1 1 0 0,1 1 0 0 0,-1-1 0 0 0,1 0 0 0 0,-1 0-1 0 0,0 0 1 0 0,0-1 0 0 0,0 1 0 0 0,-1-1-1 0 0,1 0 1 0 0,-1 0 0 0 0,5-8 0 0 0,-6 8-11 0 0,-1 0-1 0 0,1 1 1 0 0,-1-1 0 0 0,0 0 0 0 0,0 0 0 0 0,0 1 0 0 0,-1-1 0 0 0,0 0-1 0 0,1 0 1 0 0,-1 0 0 0 0,-1 0 0 0 0,1 0 0 0 0,0 0 0 0 0,-1 0 0 0 0,0 1 0 0 0,-1-6-1 0 0,0 4-4 0 0,-1 0 0 0 0,1 1 0 0 0,-1-1-1 0 0,0 1 1 0 0,0-1 0 0 0,0 1 0 0 0,-1 0 0 0 0,1 0-1 0 0,-1 0 1 0 0,-8-5 0 0 0,4 3-6 0 0,-1 0 0 0 0,0 1 0 0 0,0 0 0 0 0,0 1 0 0 0,0 0-1 0 0,-1 0 1 0 0,1 1 0 0 0,-1 0 0 0 0,0 1 0 0 0,0 0 0 0 0,-20-1 0 0 0,13 3-8 0 0,0 1-1 0 0,1 1 1 0 0,-1 1-1 0 0,1 0 1 0 0,0 1-1 0 0,0 0 1 0 0,0 2-1 0 0,1 0 1 0 0,0 0-1 0 0,-18 12 1 0 0,14-6-2 0 0,0 0 0 0 0,2 2 0 0 0,-1 0 1 0 0,2 1-1 0 0,0 1 0 0 0,1 0 0 0 0,-15 22 0 0 0,14-17 0 0 0,1 1-1 0 0,2 1 0 0 0,-20 43 1 0 0,28-54 17 0 0,0 0 0 0 0,1 0-1 0 0,1 1 1 0 0,0-1 0 0 0,1 1 0 0 0,0-1 0 0 0,1 1 0 0 0,1 0 0 0 0,0-1-1 0 0,1 15 1 0 0,0-21 3 0 0,0-1 0 0 0,1 1 0 0 0,-1 0 0 0 0,1-1 0 0 0,0 1-1 0 0,0-1 1 0 0,1 1 0 0 0,0-1 0 0 0,0 0 0 0 0,0 0 0 0 0,0-1-1 0 0,1 1 1 0 0,7 8 0 0 0,-4-8 7 0 0,-1 0 1 0 0,1 0-1 0 0,-1-1 0 0 0,2 0 1 0 0,-1 0-1 0 0,0-1 0 0 0,1 0 1 0 0,15 5-1 0 0,3-3-235 0 0,1-1-1 0 0,-1-1 1 0 0,1-1 0 0 0,52-3-1 0 0,-3-4-1743 0 0,-1-4 0 0 0,0-3-1 0 0,-1-3 1 0 0,-1-3 0 0 0,125-48-1 0 0,-141 40-994 0 0</inkml:trace>
  <inkml:trace contextRef="#ctx0" brushRef="#br0" timeOffset="1">1279 204 600 0 0,'6'-10'1202'0'0,"0"-1"-1"0"0,-1 0 1 0 0,-1-1 0 0 0,1 1-1 0 0,-2-1 1 0 0,4-21 0 0 0,-6 29-951 0 0,-1 0 0 0 0,0-1 0 0 0,0 1 1 0 0,0 0-1 0 0,0 0 0 0 0,-1 0 0 0 0,0 0 0 0 0,0 0 0 0 0,0 0 1 0 0,0 0-1 0 0,0 0 0 0 0,-1 0 0 0 0,0 0 0 0 0,0 1 0 0 0,0-1 1 0 0,0 1-1 0 0,-1-1 0 0 0,1 1 0 0 0,-1 0 0 0 0,0 0 1 0 0,0 0-1 0 0,0 0 0 0 0,-6-4 0 0 0,6 6-131 0 0,0-1 1 0 0,0 0-1 0 0,-1 1 0 0 0,1 0 1 0 0,-1 0-1 0 0,1 0 0 0 0,-1 0 1 0 0,1 1-1 0 0,-1-1 0 0 0,0 1 1 0 0,1 0-1 0 0,-1 0 0 0 0,-4 1 1 0 0,0 0 51 0 0,0 0 1 0 0,-1 0-1 0 0,1 1 0 0 0,-16 6 1 0 0,3 1-88 0 0,0 2 1 0 0,1 1-1 0 0,0 0 1 0 0,1 1-1 0 0,1 1 0 0 0,0 1 1 0 0,0 1-1 0 0,2 0 1 0 0,0 1-1 0 0,1 1 1 0 0,0 0-1 0 0,2 1 0 0 0,0 1 1 0 0,1 0-1 0 0,1 0 1 0 0,-14 38-1 0 0,24-54-81 0 0,0-1 0 0 0,0 1 0 0 0,0 0 0 0 0,0 0-1 0 0,0 0 1 0 0,1-1 0 0 0,0 1 0 0 0,0 0 0 0 0,0 0 0 0 0,0 0 0 0 0,0 0-1 0 0,1 0 1 0 0,0-1 0 0 0,0 1 0 0 0,0 0 0 0 0,0 0 0 0 0,0-1 0 0 0,1 1-1 0 0,0-1 1 0 0,0 1 0 0 0,0-1 0 0 0,0 0 0 0 0,0 0 0 0 0,0 0 0 0 0,1 0 0 0 0,0 0-1 0 0,0 0 1 0 0,3 2 0 0 0,2 0-45 0 0,0 0 0 0 0,-1-1 0 0 0,2 0 0 0 0,-1 0 0 0 0,0-1 0 0 0,1 0 0 0 0,0-1 1 0 0,0 0-1 0 0,0 0 0 0 0,-1-1 0 0 0,11 1 0 0 0,4-1-136 0 0,0-2 1 0 0,1 0 0 0 0,-1-1-1 0 0,0-2 1 0 0,0 0-1 0 0,0-1 1 0 0,-1-2 0 0 0,0 0-1 0 0,0-1 1 0 0,-1-1 0 0 0,0-1-1 0 0,38-25 1 0 0,-50 28 158 0 0,0-1 0 0 0,0 0 0 0 0,-1 0 0 0 0,0-1 1 0 0,0 0-1 0 0,-1 0 0 0 0,-1-1 0 0 0,1 0 0 0 0,-2 0 0 0 0,1-1 0 0 0,-1 0 1 0 0,-1 1-1 0 0,5-21 0 0 0,-2 2 615 0 0,-2 0 1 0 0,-1-1-1 0 0,-1 1 0 0 0,-2-36 1 0 0,-16 82 92 0 0,1 19 16 0 0,2 0-1 0 0,-11 56 1 0 0,12-45-339 0 0,-98 358 1265 0 0,-21 86-872 0 0,91-332-602 0 0,-68 324-300 0 0,101-449-1623 0 0,-3 64 1 0 0,13-76-100 0 0,1-11-1345 0 0</inkml:trace>
  <inkml:trace contextRef="#ctx0" brushRef="#br0" timeOffset="2">1714 383 1508 0 0,'3'-23'2030'0'0,"3"-20"3127"0"0,24-83 0 0 0,-9 45 128 0 0,-23 110-4860 0 0,-1 0 0 0 0,-9 42 0 0 0,-2 13-290 0 0,6-31-71 0 0,3-26-31 0 0,1 1-1 0 0,0 33 1 0 0,4-54-37 0 0,0 0 1 0 0,0 0 0 0 0,1 0 0 0 0,0 0 0 0 0,1-1 0 0 0,-1 1 0 0 0,1 0 0 0 0,1 0 0 0 0,-1-1 0 0 0,1 0 0 0 0,0 1-1 0 0,1-1 1 0 0,7 10 0 0 0,-8-13-42 0 0,0 1-1 0 0,1-1 0 0 0,-1 0 0 0 0,1-1 1 0 0,0 1-1 0 0,0-1 0 0 0,0 1 1 0 0,1-1-1 0 0,-1 0 0 0 0,0-1 1 0 0,1 1-1 0 0,-1-1 0 0 0,1 0 1 0 0,-1 0-1 0 0,1 0 0 0 0,0-1 1 0 0,0 0-1 0 0,-1 1 0 0 0,1-2 1 0 0,0 1-1 0 0,-1 0 0 0 0,1-1 0 0 0,4-1 1 0 0,3-1-65 0 0,0 0 0 0 0,0-1 0 0 0,0 0 0 0 0,-1-1 0 0 0,0-1-1 0 0,0 1 1 0 0,16-12 0 0 0,-12 6 56 0 0,-2-1 0 0 0,1-1 0 0 0,-1 0 0 0 0,-1-1-1 0 0,0 0 1 0 0,-1 0 0 0 0,-1-2 0 0 0,0 1 0 0 0,-1-1-1 0 0,8-20 1 0 0,0-6 538 0 0,-2-1-1 0 0,19-86 1 0 0,-24 64 570 0 0,-9 64-986 0 0,-11 13-14 0 0,3-2-48 0 0,2 0 0 0 0,0 0 1 0 0,0 1-1 0 0,1 0 1 0 0,0 0-1 0 0,-5 21 0 0 0,2-6 14 0 0,-4 15-18 0 0,1 0 1 0 0,-7 55 0 0 0,16-78-323 0 0,-1-1 1 0 0,2 1-1 0 0,1 0 0 0 0,0 0 1 0 0,1-1-1 0 0,1 1 1 0 0,0-1-1 0 0,8 21 0 0 0,-8-32 69 0 0,0 1-1 0 0,0-1 1 0 0,0 0-1 0 0,1 0 1 0 0,0 0-1 0 0,1-1 1 0 0,-1 1-1 0 0,1-1 1 0 0,0 0-1 0 0,0-1 1 0 0,0 1-1 0 0,1-1 1 0 0,0 0-1 0 0,0 0 0 0 0,0 0 1 0 0,0-1-1 0 0,9 3 1 0 0,1 0-899 0 0,1 0 1 0 0,0-2-1 0 0,0 0 0 0 0,0-1 1 0 0,34 2-1 0 0,-6-4-2935 0 0</inkml:trace>
  <inkml:trace contextRef="#ctx0" brushRef="#br0" timeOffset="3">2944 432 788 0 0,'6'-14'1177'0'0,"0"-1"-1"0"0,-1 0 1 0 0,-1 0 0 0 0,0 0-1 0 0,-1-1 1 0 0,-1 1-1 0 0,0-1 1 0 0,-1-17 0 0 0,-1 27-789 0 0,0 0-1 0 0,-1 0 1 0 0,0 0 0 0 0,0 0 0 0 0,-1 0 0 0 0,1 1 0 0 0,-1-1 0 0 0,-1 1 0 0 0,1-1 0 0 0,-6-8 0 0 0,6 10-245 0 0,-1 1-1 0 0,0 0 1 0 0,0 0-1 0 0,0 0 1 0 0,0 0-1 0 0,0 1 1 0 0,-1-1-1 0 0,1 1 1 0 0,-1 0-1 0 0,0 0 1 0 0,1 0 0 0 0,-1 0-1 0 0,0 1 1 0 0,0-1-1 0 0,0 1 1 0 0,-8-1-1 0 0,4 1-78 0 0,1 1 0 0 0,-1 0-1 0 0,1 0 1 0 0,-1 0-1 0 0,1 1 1 0 0,-1 1 0 0 0,1-1-1 0 0,0 1 1 0 0,-1 0 0 0 0,1 1-1 0 0,0 0 1 0 0,0 0-1 0 0,1 0 1 0 0,-1 1 0 0 0,1 0-1 0 0,-1 0 1 0 0,1 1 0 0 0,-8 7-1 0 0,-7 8 5 0 0,0 2 0 0 0,1 0 0 0 0,-21 31 0 0 0,30-38-53 0 0,0 1-1 0 0,1 0 1 0 0,1 0 0 0 0,0 1-1 0 0,1 0 1 0 0,1 1-1 0 0,1-1 1 0 0,1 1 0 0 0,0 0-1 0 0,-4 32 1 0 0,9-46-13 0 0,0 0 1 0 0,0 0-1 0 0,0 0 1 0 0,0 1-1 0 0,1-1 1 0 0,0 0 0 0 0,0 0-1 0 0,0 0 1 0 0,0 0-1 0 0,0 0 1 0 0,1 0-1 0 0,0-1 1 0 0,0 1-1 0 0,0 0 1 0 0,0-1-1 0 0,1 1 1 0 0,-1-1-1 0 0,1 0 1 0 0,0 0 0 0 0,0 0-1 0 0,0 0 1 0 0,0 0-1 0 0,0-1 1 0 0,1 0-1 0 0,5 4 1 0 0,-3-4-51 0 0,0 1 0 0 0,0-1 0 0 0,1 0 1 0 0,-1 0-1 0 0,1-1 0 0 0,-1 0 0 0 0,1 0 1 0 0,0 0-1 0 0,-1-1 0 0 0,1 0 0 0 0,0 0 1 0 0,-1-1-1 0 0,1 0 0 0 0,0 0 1 0 0,8-3-1 0 0,-3 0-27 0 0,-1 0 1 0 0,1-1-1 0 0,-1 0 0 0 0,-1 0 1 0 0,1-1-1 0 0,-1-1 1 0 0,0 0-1 0 0,0 0 1 0 0,10-11-1 0 0,-6 4 12 0 0,-1-2 0 0 0,-1 0 0 0 0,0 0 1 0 0,17-30-1 0 0,-15 17 133 0 0,18-49 1 0 0,-12 26 698 0 0,1 2 189 0 0,-16 62-538 0 0,-4-2-258 0 0,-1 0 0 0 0,0 0-1 0 0,-1 0 1 0 0,0 0 0 0 0,-1 0 0 0 0,-4 14 0 0 0,0 9 25 0 0,-1 8-96 0 0,-10 83 363 0 0,16-112-554 0 0,1 0-1 0 0,1 0 0 0 0,-1 0 0 0 0,2 0 0 0 0,0 0 0 0 0,0-1 1 0 0,1 1-1 0 0,6 14 0 0 0,-8-23-79 0 0,1 0 1 0 0,0 0-1 0 0,0 0 1 0 0,0 0-1 0 0,0 0 1 0 0,0 0-1 0 0,1-1 1 0 0,-1 1-1 0 0,1-1 0 0 0,0 0 1 0 0,-1 0-1 0 0,1 0 1 0 0,0 0-1 0 0,0 0 1 0 0,0 0-1 0 0,1-1 1 0 0,-1 1-1 0 0,0-1 1 0 0,1 0-1 0 0,-1 0 0 0 0,1-1 1 0 0,-1 1-1 0 0,1-1 1 0 0,-1 1-1 0 0,1-1 1 0 0,-1 0-1 0 0,1 0 1 0 0,5-1-1 0 0,2-1-870 0 0,1 0-1 0 0,0-1 1 0 0,-1 0-1 0 0,0 0 1 0 0,0-1-1 0 0,0-1 1 0 0,16-8-1 0 0,5-8-4132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40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701 340 1348 0 0,'33'-227'16475'0'0,"-32"212"-15514"0"0,-1-4-198 0 0,0 16 200 0 0,-1 4-876 0 0,0 0 0 0 0,-1 0 1 0 0,1 1-1 0 0,0-1 0 0 0,0 0 0 0 0,0 1 1 0 0,0-1-1 0 0,0 1 0 0 0,0 0 0 0 0,0-1 1 0 0,1 1-1 0 0,-1 0 0 0 0,0 2 0 0 0,1-4-61 0 0,-16 52 1751 0 0,-15 90-1 0 0,17-67-1082 0 0,-76 405 2023 0 0,47-237-2479 0 0,36-205-341 0 0,-14 88-2033 0 0,19-103-98 0 0,2 39 1 0 0,0-60 1996 0 0,0 1 1 0 0,1-1-1 0 0,-1 0 1 0 0,1 1-1 0 0,-1-1 1 0 0,1 0-1 0 0,0 1 1 0 0,2 3-1 0 0,-2-4-269 0 0,0-1 0 0 0,1 1 0 0 0,-1 0 0 0 0,1-1 0 0 0,-1 1 0 0 0,1-1 0 0 0,0 1 1 0 0,-1-1-1 0 0,1 0 0 0 0,0 0 0 0 0,0 0 0 0 0,0 0 0 0 0,0 0 0 0 0,0 0 0 0 0,0 0 0 0 0,0 0 0 0 0,0-1 0 0 0,0 1 0 0 0,0-1 0 0 0,0 0 0 0 0,1 0 0 0 0,2 0 0 0 0,14-2-5577 0 0</inkml:trace>
  <inkml:trace contextRef="#ctx0" brushRef="#br0" timeOffset="1">970 841 364 0 0,'23'-115'17832'0'0,"-21"105"-16365"0"0,2-7 2603 0 0,-3 28-3223 0 0,-16 205 1875 0 0,9-163-2511 0 0,2-12-94 0 0,-5 64-1349 0 0,9-94 664 0 0,1 0 0 0 0,0 0 0 0 0,0 0 0 0 0,1 0 0 0 0,0 0 0 0 0,1 0 1 0 0,4 12-1 0 0,-5-19 192 0 0,0 0 0 0 0,1 0 0 0 0,-1 0 1 0 0,1 0-1 0 0,-1-1 0 0 0,1 1 0 0 0,0-1 0 0 0,1 1 1 0 0,-1-1-1 0 0,1 0 0 0 0,-1 0 0 0 0,1-1 0 0 0,0 1 1 0 0,0-1-1 0 0,6 3 0 0 0,-4-2-725 0 0,0-1 0 0 0,0 0 0 0 0,0 0-1 0 0,1-1 1 0 0,-1 0 0 0 0,11 1 0 0 0,6-2-4629 0 0</inkml:trace>
  <inkml:trace contextRef="#ctx0" brushRef="#br0" timeOffset="2">1518 912 464 0 0,'3'-15'6030'0'0,"-2"0"0"0"0,0-30 0 0 0,-5 48-5170 0 0,3-3-817 0 0,1 0 0 0 0,-1 0-1 0 0,0 0 1 0 0,1 0 0 0 0,-1 1-1 0 0,0-1 1 0 0,1 0 0 0 0,-1 1-1 0 0,0-1 1 0 0,1 0 0 0 0,-1 1-1 0 0,1-1 1 0 0,-1 1 0 0 0,1-1-1 0 0,-1 1 1 0 0,1-1 0 0 0,-1 1 0 0 0,1 0-1 0 0,-8 15 417 0 0,1 0 0 0 0,1 0 0 0 0,1 1 0 0 0,-5 20 0 0 0,-2 10 36 0 0,7-30-388 0 0,0 0 1 0 0,1 0-1 0 0,1 1 0 0 0,1 0 1 0 0,1-1-1 0 0,0 1 1 0 0,1 0-1 0 0,1-1 0 0 0,5 28 1 0 0,-5-41-86 0 0,0-1 0 0 0,0 1 1 0 0,0-1-1 0 0,0 0 0 0 0,1 0 1 0 0,0 0-1 0 0,-1 0 0 0 0,1 0 0 0 0,0 0 1 0 0,0 0-1 0 0,1 0 0 0 0,-1-1 1 0 0,1 1-1 0 0,-1-1 0 0 0,1 0 0 0 0,5 4 1 0 0,-4-4 0 0 0,1 0 0 0 0,-1 0 1 0 0,1 0-1 0 0,0-1 0 0 0,-1 1 0 0 0,1-1 1 0 0,0-1-1 0 0,0 1 0 0 0,0-1 1 0 0,9 1-1 0 0,-3-2 4 0 0,1-1 0 0 0,0 0 0 0 0,-1 0 0 0 0,1-1-1 0 0,-1 0 1 0 0,0-1 0 0 0,0-1 0 0 0,0 0 0 0 0,12-7 0 0 0,-13 4-59 0 0,1 0 0 0 0,-1-1 0 0 0,-1 0 1 0 0,0 0-1 0 0,0-1 0 0 0,0 0 0 0 0,-1-1 0 0 0,-1 0 0 0 0,0 0 1 0 0,-1-1-1 0 0,0 1 0 0 0,0-2 0 0 0,-1 1 0 0 0,-1 0 0 0 0,0-1 0 0 0,-1 0 1 0 0,0 0-1 0 0,-1 0 0 0 0,0-15 0 0 0,-1 15-18 0 0,-1 0-1 0 0,0 0 1 0 0,-1 0-1 0 0,-1 0 1 0 0,0 0-1 0 0,0 0 1 0 0,-2 0-1 0 0,-7-20 1 0 0,7 24 35 0 0,0 0 1 0 0,-1 0 0 0 0,0 1 0 0 0,0-1 0 0 0,-1 1-1 0 0,0 1 1 0 0,-1-1 0 0 0,0 1 0 0 0,0 0-1 0 0,0 1 1 0 0,-1-1 0 0 0,-9-5 0 0 0,10 8 6 0 0,-1 0 0 0 0,0 1 0 0 0,1 0 0 0 0,-1 0 0 0 0,-1 1 1 0 0,1 0-1 0 0,0 0 0 0 0,0 1 0 0 0,-1 0 0 0 0,1 0 0 0 0,-1 1 0 0 0,1 0 0 0 0,-1 0 0 0 0,1 1 1 0 0,0 0-1 0 0,-1 1 0 0 0,1 0 0 0 0,0 0 0 0 0,0 1 0 0 0,-8 3 0 0 0,6-2-31 0 0,1 1 0 0 0,0 0 0 0 0,0 0 0 0 0,1 0 0 0 0,0 1 0 0 0,0 0 0 0 0,0 1 0 0 0,0 0 0 0 0,1 0 0 0 0,0 1 0 0 0,1 0 0 0 0,0 0 0 0 0,0 0 0 0 0,1 1 0 0 0,0 0 0 0 0,-6 12 0 0 0,10-18-46 0 0,0 0 0 0 0,0-1 0 0 0,0 1 0 0 0,0 0 0 0 0,0 0 0 0 0,1-1 0 0 0,-1 1-1 0 0,1 0 1 0 0,0 0 0 0 0,0 0 0 0 0,0 0 0 0 0,0 0 0 0 0,0 0 0 0 0,1-1 0 0 0,-1 1 0 0 0,1 0 0 0 0,0 0 0 0 0,0 0 0 0 0,0-1-1 0 0,0 1 1 0 0,0 0 0 0 0,1-1 0 0 0,-1 1 0 0 0,1-1 0 0 0,-1 0 0 0 0,1 1 0 0 0,0-1 0 0 0,0 0 0 0 0,0 0 0 0 0,0 0 0 0 0,1 0-1 0 0,-1-1 1 0 0,0 1 0 0 0,4 1 0 0 0,2 1-196 0 0,0-1 0 0 0,0 0 0 0 0,0 0 0 0 0,0-1-1 0 0,1 0 1 0 0,-1-1 0 0 0,1 1 0 0 0,-1-2 0 0 0,1 1 0 0 0,10-2 0 0 0,17-2-158 0 0,0-2 1 0 0,0-2 0 0 0,-1-2 0 0 0,0-1 0 0 0,37-15 0 0 0,-10-3 1673 0 0,107-66 0 0 0,-151 83-448 0 0,-16 10-714 0 0,0 0 0 0 0,1 0 0 0 0,-1 1 0 0 0,0-1 0 0 0,0 0 0 0 0,0 1 1 0 0,1-1-1 0 0,-1 1 0 0 0,0 0 0 0 0,0 0 0 0 0,1 0 0 0 0,-1 0 0 0 0,4 0 0 0 0,-4 1-49 0 0,-1-1 5 0 0,0 0 0 0 0,0 0-1 0 0,0 1 1 0 0,0-1 0 0 0,0 1 0 0 0,0-1 0 0 0,0 1 0 0 0,0-1-1 0 0,0 1 1 0 0,0 0 0 0 0,0-1 0 0 0,-1 1 0 0 0,1 0-1 0 0,0 0 1 0 0,0-1 0 0 0,-1 1 0 0 0,1 0 0 0 0,-1 0 0 0 0,1 0-1 0 0,0 2 1 0 0,0-1 64 0 0,4 5 61 0 0,0 1-1 0 0,-1 0 1 0 0,-1 1-1 0 0,1-1 1 0 0,-1 1 0 0 0,0-1-1 0 0,-1 1 1 0 0,0 0-1 0 0,-1 0 1 0 0,1 16-1 0 0,-1 8 102 0 0,-5 51-1 0 0,3-71-197 0 0,-17 139 604 0 0,14-132-223 0 0,5-29-142 0 0,7-35-199 0 0,13-13-100 0 0,1 1-1 0 0,3 2 1 0 0,3 0-1 0 0,2 1 1 0 0,2 2 0 0 0,2 1-1 0 0,52-57 1 0 0,-73 94-23 0 0,0 0 1 0 0,2 0 0 0 0,-1 2-1 0 0,2 0 1 0 0,20-12 0 0 0,-34 22 19 0 0,0-1-1 0 0,0 1 1 0 0,1 0 0 0 0,-1 0 0 0 0,0 0 0 0 0,0 0-1 0 0,1 0 1 0 0,-1 0 0 0 0,1 1 0 0 0,-1-1 0 0 0,1 1-1 0 0,-1-1 1 0 0,1 1 0 0 0,-1 0 0 0 0,1 0 0 0 0,-1 0-1 0 0,1 0 1 0 0,-1 1 0 0 0,1-1 0 0 0,-1 1 0 0 0,0 0 0 0 0,1-1-1 0 0,-1 1 1 0 0,0 0 0 0 0,1 0 0 0 0,-1 1 0 0 0,0-1-1 0 0,4 3 1 0 0,-4-1 33 0 0,1 0-1 0 0,-1 0 1 0 0,1 1 0 0 0,-1-1 0 0 0,0 1-1 0 0,0 0 1 0 0,0-1 0 0 0,-1 1-1 0 0,0 0 1 0 0,1 0 0 0 0,-1 0-1 0 0,-1 0 1 0 0,1 0 0 0 0,0 0-1 0 0,-1 0 1 0 0,0 7 0 0 0,-1 4 199 0 0,0 1 1 0 0,-1-1-1 0 0,-1 0 1 0 0,0 0-1 0 0,-7 17 1 0 0,-31 71 812 0 0,39-98-986 0 0,-93 189 1474 0 0,45-99-883 0 0,50-95-638 0 0,0 1 0 0 0,0-1 0 0 0,0 1 0 0 0,0-1 0 0 0,0 1 0 0 0,0-1 0 0 0,-1 1 0 0 0,1-1 0 0 0,0 1 0 0 0,1-1 0 0 0,-1 1 0 0 0,0-1 0 0 0,0 1 0 0 0,0-1 0 0 0,0 1 0 0 0,0-1 0 0 0,0 1 0 0 0,1-1 0 0 0,-1 1 0 0 0,0-1 0 0 0,0 0 0 0 0,0 1 0 0 0,1-1 0 0 0,-1 1 0 0 0,0-1 0 0 0,1 0 0 0 0,-1 1 0 0 0,0-1 0 0 0,1 0 0 0 0,-1 1 0 0 0,1-1 0 0 0,-1 0 0 0 0,1 1 0 0 0,-1-1 0 0 0,0 0 0 0 0,1 0 0 0 0,-1 0 0 0 0,1 0 0 0 0,-1 1 0 0 0,1-1 0 0 0,-1 0 0 0 0,1 0 0 0 0,0 0 0 0 0,17 3 32 0 0,-8-3-120 0 0,1-1 1 0 0,-1 0-1 0 0,0 0 0 0 0,-1-1 0 0 0,1 0 0 0 0,0-1 1 0 0,13-5-1 0 0,64-34-1407 0 0,-60 26 570 0 0,0-1 0 0 0,-1-1 0 0 0,32-28 0 0 0,-44 33-152 0 0,-1 0 0 0 0,0-1 0 0 0,-1 0 0 0 0,0-1 0 0 0,-2 0 0 0 0,1-1 0 0 0,7-17 1 0 0,-7 3-3464 0 0,-4 0-2099 0 0</inkml:trace>
  <inkml:trace contextRef="#ctx0" brushRef="#br0" timeOffset="3">1163 20 1864 0 0,'-148'-11'12691'0'0,"86"6"-10022"0"0,3 1-4979 0 0</inkml:trace>
  <inkml:trace contextRef="#ctx0" brushRef="#br0" timeOffset="4">111 256 932 0 0,'-103'57'11966'0'0,"102"-57"-11883"0"0,1 0 1 0 0,0 1-1 0 0,-1-1 1 0 0,1 0-1 0 0,-1 0 1 0 0,1 0-1 0 0,0 1 1 0 0,-1-1-1 0 0,1 0 1 0 0,0 0-1 0 0,-1 1 1 0 0,1-1-1 0 0,0 0 1 0 0,0 1-1 0 0,-1-1 1 0 0,1 0-1 0 0,0 1 0 0 0,0-1 1 0 0,-1 0-1 0 0,1 1 1 0 0,0-1-1 0 0,0 1 1 0 0,0-1-1 0 0,0 0 1 0 0,0 1-1 0 0,-1-1 1 0 0,1 1-1 0 0,0-1 1 0 0,0 0-1 0 0,0 1 1 0 0,11 6 1336 0 0,20-2-425 0 0,167-17 446 0 0,-76 1-1352 0 0,195-10-1690 0 0,101-7-7262 0 0,-285 21 2300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7:4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1130 472 2548 0 0,'-2'-40'4758'0'0,"2"27"-1921"0"0,-1-1-1 0 0,-4-22 1 0 0,2 18-1192 0 0,1 10 155 0 0,-4 21-1097 0 0,-4 22-171 0 0,-7 41 1 0 0,-2 5-249 0 0,3-25-210 0 0,-103 425-313 0 0,114-447-956 0 0,-2 50-1 0 0,7-64-566 0 0,0-1 0 0 0,4 21 0 0 0,2-23-2647 0 0</inkml:trace>
  <inkml:trace contextRef="#ctx0" brushRef="#br0" timeOffset="1">911 115 1488 0 0,'-31'-11'1033'0'0,"-1"1"-1"0"0,1 1 1 0 0,-1 2-1 0 0,-1 2 1 0 0,1 0-1 0 0,-1 2 1 0 0,0 2-1 0 0,0 1 1 0 0,-47 6-1 0 0,54-1-812 0 0,1 0 1 0 0,1 2-1 0 0,-1 1 0 0 0,1 0 0 0 0,1 2 1 0 0,0 1-1 0 0,0 1 0 0 0,1 1 1 0 0,0 0-1 0 0,1 2 0 0 0,1 1 0 0 0,1 0 1 0 0,0 1-1 0 0,1 2 0 0 0,0-1 0 0 0,2 2 1 0 0,1 0-1 0 0,0 1 0 0 0,1 1 1 0 0,-19 42-1 0 0,15-26-28 0 0,2 1 0 0 0,2 1-1 0 0,2 0 1 0 0,1 1 0 0 0,2 0 0 0 0,2 1 0 0 0,2 0 0 0 0,2 0 0 0 0,2 61-1 0 0,3-76-96 0 0,1 0 0 0 0,1-1 0 0 0,1 0-1 0 0,1 0 1 0 0,1 0 0 0 0,2 0 0 0 0,1-1-1 0 0,0-1 1 0 0,2 0 0 0 0,1 0-1 0 0,0-1 1 0 0,2-1 0 0 0,1 0 0 0 0,1-1-1 0 0,36 35 1 0 0,-32-37-22 0 0,1-2 0 0 0,1 0 0 0 0,0-2 0 0 0,1-1 0 0 0,1 0 0 0 0,0-2 0 0 0,43 15 0 0 0,-34-17-22 0 0,1-1 1 0 0,0-2-1 0 0,0-1 1 0 0,1-2-1 0 0,54 0 1 0 0,-43-6 128 0 0,0-2 1 0 0,-1-1-1 0 0,1-3 1 0 0,-2-2-1 0 0,1-2 1 0 0,-1-2-1 0 0,-1-1 1 0 0,0-3-1 0 0,60-34 1 0 0,-57 24 39 0 0,-2-2 0 0 0,-1-2 0 0 0,-1-2 0 0 0,-2-2 0 0 0,-2-1 0 0 0,-1-2 0 0 0,-2-2 0 0 0,-2-1-1 0 0,-1-2 1 0 0,-3-1 0 0 0,-1-2 0 0 0,-3 0 0 0 0,40-102 0 0 0,-57 123-130 0 0,-1 0 0 0 0,-2 0 0 0 0,0-1 0 0 0,-2 0-1 0 0,-1 0 1 0 0,-1 0 0 0 0,-2-39 0 0 0,-2 48-64 0 0,0 0 1 0 0,-1 0-1 0 0,-1 0 1 0 0,-1 1-1 0 0,0 0 1 0 0,-2-1-1 0 0,0 2 1 0 0,0-1-1 0 0,-2 1 1 0 0,0 0-1 0 0,-1 1 1 0 0,-12-15-1 0 0,7 12-85 0 0,-2 1 0 0 0,0 1 0 0 0,0 0 0 0 0,-2 1 0 0 0,0 1 0 0 0,0 1 1 0 0,-2 1-1 0 0,1 0 0 0 0,-1 2 0 0 0,-1 0 0 0 0,0 1 0 0 0,0 2 0 0 0,-46-10 0 0 0,35 11-1068 0 0,0 2-1 0 0,-1 0 1 0 0,-55 3 0 0 0,52 4-2667 0 0,-1 1 0 0 0,-72 18 0 0 0,62-9-3799 0 0</inkml:trace>
  <inkml:trace contextRef="#ctx0" brushRef="#br0" timeOffset="2">2175 640 3504 0 0,'0'0'7629'0'0,"11"6"-7849"0"0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29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993 43 1500 0 0,'9'15'10164'0'0,"-33"-27"-6090"0"0,7 3-4728 0 0,3 3 644 0 0,0-1 0 0 0,-1 2-1 0 0,0 0 1 0 0,0 1 0 0 0,-1 1-1 0 0,1 0 1 0 0,-1 1 0 0 0,0 0 0 0 0,-28 2-1 0 0,11 4 7 0 0,1 1-1 0 0,0 2 0 0 0,1 1 1 0 0,0 2-1 0 0,0 0 0 0 0,1 2 1 0 0,0 2-1 0 0,1 1 0 0 0,1 1 1 0 0,0 1-1 0 0,-28 23 0 0 0,15-7-1 0 0,2 2-1 0 0,2 1 0 0 0,1 2 0 0 0,2 2 0 0 0,2 1 0 0 0,-34 56 0 0 0,47-68 20 0 0,3 1-1 0 0,0 1 0 0 0,-20 59 0 0 0,32-78-8 0 0,0 0 0 0 0,1-1-1 0 0,1 1 1 0 0,0 1 0 0 0,1-1 0 0 0,0 0-1 0 0,1 0 1 0 0,0 0 0 0 0,1 0-1 0 0,0 1 1 0 0,1-1 0 0 0,1 0 0 0 0,0 0-1 0 0,6 15 1 0 0,-4-17 7 0 0,1 0 1 0 0,0 0-1 0 0,1 0 0 0 0,0-1 0 0 0,1 0 0 0 0,-1 0 1 0 0,2-1-1 0 0,-1 0 0 0 0,1 0 0 0 0,1-1 1 0 0,-1 0-1 0 0,1-1 0 0 0,11 6 0 0 0,4 0-252 0 0,1 0 0 0 0,0-2 0 0 0,0-1 0 0 0,38 8 0 0 0,-29-10-853 0 0,0-1 1 0 0,58 1-1 0 0,-58-7-1419 0 0,40-5-1 0 0,-30-2-708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2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87 1396 0 0,'0'-5'821'0'0,"1"-1"0"0"0,-1 1 0 0 0,-1 0-1 0 0,1 0 1 0 0,-1-1 0 0 0,0 1 0 0 0,0 0 0 0 0,0 0-1 0 0,-1 0 1 0 0,0 0 0 0 0,-4-9 0 0 0,5 13-728 0 0,0 0 1 0 0,0 0-1 0 0,0-1 0 0 0,0 1 1 0 0,0 0-1 0 0,0 0 1 0 0,0 0-1 0 0,0 1 0 0 0,0-1 1 0 0,-1 0-1 0 0,1 0 1 0 0,0 1-1 0 0,-1-1 1 0 0,1 0-1 0 0,-1 1 0 0 0,1-1 1 0 0,0 1-1 0 0,-1 0 1 0 0,1 0-1 0 0,-1-1 1 0 0,1 1-1 0 0,-1 0 0 0 0,1 0 1 0 0,-1 0-1 0 0,1 1 1 0 0,-1-1-1 0 0,1 0 0 0 0,-1 0 1 0 0,1 1-1 0 0,0-1 1 0 0,-1 1-1 0 0,1-1 1 0 0,-3 2-1 0 0,-1 2 45 0 0,0-1 0 0 0,1 1 0 0 0,-1 0 0 0 0,1 0 1 0 0,0 0-1 0 0,0 1 0 0 0,1-1 0 0 0,-5 7 0 0 0,-21 42 375 0 0,27-49-487 0 0,-6 13 42 0 0,1 0 0 0 0,0 0 0 0 0,1 1 0 0 0,1 0 0 0 0,1 0 0 0 0,1 1 0 0 0,0-1 0 0 0,1 1 0 0 0,1 19 0 0 0,1-29-48 0 0,1 0-1 0 0,0 0 0 0 0,1-1 1 0 0,0 1-1 0 0,0 0 0 0 0,1-1 1 0 0,0 0-1 0 0,0 1 0 0 0,6 9 1 0 0,-5-13-8 0 0,0 1-1 0 0,0-1 1 0 0,0 1 0 0 0,1-1 0 0 0,0 0-1 0 0,0-1 1 0 0,0 1 0 0 0,0-1 0 0 0,1 0-1 0 0,0-1 1 0 0,0 1 0 0 0,0-1 0 0 0,8 3-1 0 0,-3-2 3 0 0,0 0-1 0 0,0-1 0 0 0,0 0 1 0 0,1-1-1 0 0,-1-1 0 0 0,1 1 1 0 0,-1-2-1 0 0,1 0 0 0 0,-1 0 1 0 0,1-1-1 0 0,-1 0 0 0 0,1-1 1 0 0,12-4-1 0 0,-16 3-6 0 0,1 0 0 0 0,-1 0 1 0 0,0 0-1 0 0,-1-1 0 0 0,1-1 0 0 0,-1 1 1 0 0,1-1-1 0 0,-1 0 0 0 0,-1-1 0 0 0,1 0 0 0 0,-1 0 1 0 0,0 0-1 0 0,0-1 0 0 0,-1 1 0 0 0,0-2 1 0 0,0 1-1 0 0,7-16 0 0 0,-7 11-7 0 0,0 0 0 0 0,-1 0 0 0 0,-1 0 1 0 0,0-1-1 0 0,-1 1 0 0 0,0-1 0 0 0,-1 0 0 0 0,-1 0 0 0 0,0-14 0 0 0,-1 17-4 0 0,0 0 0 0 0,-1 0 0 0 0,0 0-1 0 0,0 0 1 0 0,-1 1 0 0 0,-1-1-1 0 0,1 1 1 0 0,-1 0 0 0 0,-1 0-1 0 0,0 0 1 0 0,0 0 0 0 0,-8-9-1 0 0,9 14-2 0 0,0 0 0 0 0,-1-1-1 0 0,1 2 1 0 0,-1-1 0 0 0,0 0-1 0 0,1 1 1 0 0,-2 0 0 0 0,1 0-1 0 0,0 0 1 0 0,-1 1 0 0 0,1 0-1 0 0,-1 0 1 0 0,0 0 0 0 0,1 1-1 0 0,-1 0 1 0 0,0 0 0 0 0,0 0-1 0 0,0 1 1 0 0,0 0 0 0 0,0 0-1 0 0,0 1 1 0 0,0-1 0 0 0,0 1-1 0 0,0 0 1 0 0,1 1 0 0 0,-11 3-1 0 0,9-2-19 0 0,0 0 0 0 0,0 0 0 0 0,0 0 0 0 0,0 1 0 0 0,1 0 0 0 0,-1 1-1 0 0,1 0 1 0 0,0-1 0 0 0,1 2 0 0 0,-1-1 0 0 0,1 1 0 0 0,0 0 0 0 0,0 0 0 0 0,1 0 0 0 0,0 1-1 0 0,0-1 1 0 0,0 1 0 0 0,1 0 0 0 0,0 0 0 0 0,-3 12 0 0 0,5-15-186 0 0,0 0 0 0 0,1 0 1 0 0,-1 0-1 0 0,1 0 0 0 0,0 0 1 0 0,0 0-1 0 0,0 0 0 0 0,1 0 0 0 0,-1 0 1 0 0,1 0-1 0 0,0 0 0 0 0,0 0 1 0 0,1 0-1 0 0,-1 0 0 0 0,1 0 0 0 0,0-1 1 0 0,0 1-1 0 0,4 5 0 0 0,-2-4-331 0 0,0-1 0 0 0,0 0-1 0 0,0 0 1 0 0,1 0-1 0 0,0-1 1 0 0,-1 1 0 0 0,1-1-1 0 0,0 0 1 0 0,0-1 0 0 0,1 1-1 0 0,-1-1 1 0 0,7 2 0 0 0,8 2-2671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0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58 580 0 0,'34'-39'13636'0'0,"-32"40"-13055"0"0,-1-1-533 0 0,0 1 1 0 0,-1-1-1 0 0,1 1 0 0 0,0-1 1 0 0,0 1-1 0 0,0-1 0 0 0,0 1 1 0 0,-1 0-1 0 0,1-1 0 0 0,0 1 1 0 0,-1 0-1 0 0,1 0 0 0 0,0 0 1 0 0,0 0-1 0 0,6 32 393 0 0,-2 0-1 0 0,-1 0 1 0 0,-1 0-1 0 0,-3 64 1 0 0,-9 9-116 0 0,9-104-268 0 0,0 9 44 0 0,2-24-70 0 0,0-9-45 0 0,4 0-2 0 0,1 1 1 0 0,1 0-1 0 0,1 1 1 0 0,1 0-1 0 0,1 0 0 0 0,0 1 1 0 0,2 1-1 0 0,0 0 0 0 0,1 0 1 0 0,0 1-1 0 0,2 1 0 0 0,0 1 1 0 0,1 0-1 0 0,0 1 1 0 0,20-12-1 0 0,-28 20 16 0 0,0 1 0 0 0,1 0 1 0 0,0 0-1 0 0,0 1 0 0 0,0 0 0 0 0,1 1 1 0 0,-1 0-1 0 0,1 0 0 0 0,0 2 0 0 0,-1-1 1 0 0,1 1-1 0 0,0 1 0 0 0,11 0 0 0 0,-14 1 9 0 0,1 0 0 0 0,-1 1 0 0 0,1 0-1 0 0,-1 0 1 0 0,0 1 0 0 0,0 0 0 0 0,0 0 0 0 0,-1 1-1 0 0,1 0 1 0 0,-1 0 0 0 0,0 1 0 0 0,0 0-1 0 0,0 0 1 0 0,-1 0 0 0 0,0 1 0 0 0,0 0 0 0 0,7 9-1 0 0,-7-6 33 0 0,1 1-1 0 0,-2-1 0 0 0,1 1 0 0 0,-1 0 0 0 0,-1 1 1 0 0,0-1-1 0 0,0 1 0 0 0,-1-1 0 0 0,3 23 1 0 0,-4-16-448 0 0,-1-1 1 0 0,0 1 0 0 0,-2 0 0 0 0,0 0 0 0 0,-5 30-1 0 0,5-43 31 0 0,1-1 0 0 0,0 1 0 0 0,0 0 0 0 0,1-1-1 0 0,-1 1 1 0 0,1-1 0 0 0,1 6 0 0 0,-2-8 95 0 0,1 0 0 0 0,-1 1 0 0 0,0-1 0 0 0,1 0 1 0 0,-1 0-1 0 0,1 1 0 0 0,-1-1 0 0 0,1 0 0 0 0,-1 0 0 0 0,1 0 0 0 0,0 0 1 0 0,0 0-1 0 0,-1 0 0 0 0,1 0 0 0 0,0 0 0 0 0,0 0 0 0 0,0 0 0 0 0,0-1 1 0 0,0 1-1 0 0,0 0 0 0 0,1 0 0 0 0,-1-1 0 0 0,2 1 0 0 0,16 1-3666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0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208 134 1576 0 0,'8'-10'1396'0'0,"0"0"0"0"0,-1 0 0 0 0,0-1 0 0 0,-1 0 0 0 0,0-1 0 0 0,-1 1 1 0 0,0-1-1 0 0,5-19 0 0 0,-10 31-1356 0 0,0-1 1 0 0,0 1-1 0 0,0-1 1 0 0,0 1 0 0 0,0-1-1 0 0,0 1 1 0 0,0-1-1 0 0,0 1 1 0 0,0-1-1 0 0,0 1 1 0 0,0-1 0 0 0,-1 1-1 0 0,1-1 1 0 0,0 1-1 0 0,0 0 1 0 0,0-1 0 0 0,-1 1-1 0 0,1-1 1 0 0,0 1-1 0 0,-1-1 1 0 0,1 1-1 0 0,0 0 1 0 0,-1-1 0 0 0,1 1-1 0 0,0-1 1 0 0,-1 1-1 0 0,1 0 1 0 0,-1 0-1 0 0,1-1 1 0 0,0 1 0 0 0,-1 0-1 0 0,1 0 1 0 0,-1-1-1 0 0,1 1 1 0 0,-2 0 0 0 0,1 0-7 0 0,-1-1 1 0 0,1 1 0 0 0,-1 0 0 0 0,0-1 0 0 0,1 1 0 0 0,-1 0 0 0 0,1 0 0 0 0,-1 0 0 0 0,0 1 0 0 0,1-1 0 0 0,-1 0 0 0 0,-1 1-1 0 0,-15 7 33 0 0,0 0-1 0 0,0 1 0 0 0,1 1 0 0 0,0 0 0 0 0,1 1 0 0 0,0 1 1 0 0,1 1-1 0 0,0 0 0 0 0,1 1 0 0 0,0 1 0 0 0,1 0 0 0 0,-19 31 1 0 0,30-44-63 0 0,0 1 0 0 0,1-1 1 0 0,0 1-1 0 0,-1-1 0 0 0,1 1 1 0 0,0 0-1 0 0,0 0 1 0 0,1 0-1 0 0,-1 0 0 0 0,1-1 1 0 0,-1 1-1 0 0,1 0 1 0 0,0 0-1 0 0,0 0 0 0 0,0 0 1 0 0,0 0-1 0 0,1 0 1 0 0,-1 0-1 0 0,1 0 0 0 0,0 0 1 0 0,0-1-1 0 0,0 1 0 0 0,0 0 1 0 0,0-1-1 0 0,0 1 1 0 0,1 0-1 0 0,-1-1 0 0 0,1 0 1 0 0,0 1-1 0 0,0-1 1 0 0,0 0-1 0 0,0 0 0 0 0,0 0 1 0 0,3 2-1 0 0,8 5-3 0 0,1 0-1 0 0,-1-1 0 0 0,1-1 1 0 0,1 0-1 0 0,17 5 1 0 0,-6-1 5 0 0,7 3 39 0 0,54 26-131 0 0,-79-36 164 0 0,0 1 1 0 0,0 0-1 0 0,0 1 1 0 0,-1 0 0 0 0,1 0-1 0 0,-2 0 1 0 0,11 12 0 0 0,-16-16-4 0 0,0-1 0 0 0,0 1 0 0 0,0-1 1 0 0,0 1-1 0 0,0-1 0 0 0,0 1 1 0 0,-1 0-1 0 0,1 0 0 0 0,0-1 0 0 0,-1 1 1 0 0,0 0-1 0 0,1 0 0 0 0,-1 0 1 0 0,0-1-1 0 0,0 1 0 0 0,0 0 0 0 0,0 0 1 0 0,0 0-1 0 0,0 0 0 0 0,-1-1 1 0 0,1 1-1 0 0,-1 2 0 0 0,-1-1 28 0 0,1 0 1 0 0,-1 0-1 0 0,0 0 0 0 0,0 0 0 0 0,0 0 0 0 0,0-1 1 0 0,0 1-1 0 0,-1-1 0 0 0,1 0 0 0 0,-1 1 1 0 0,-3 1-1 0 0,-4 3 89 0 0,-1-2 1 0 0,1 1 0 0 0,-1-1-1 0 0,0-1 1 0 0,-22 6-1 0 0,0-3-9 0 0,-1-2 0 0 0,-65 1-1 0 0,52-13-503 0 0,37 5-102 0 0,7 2-165 0 0,-2-2-575 0 0,5 2 1051 0 0,0 0 1 0 0,-1 0-1 0 0,1 0 1 0 0,0 0-1 0 0,-1 0 0 0 0,1-1 1 0 0,-1 1-1 0 0,1 0 0 0 0,0 0 1 0 0,-1 0-1 0 0,1 0 0 0 0,0 0 1 0 0,-1-1-1 0 0,1 1 0 0 0,0 0 1 0 0,-1 0-1 0 0,1-1 0 0 0,0 1 1 0 0,0 0-1 0 0,-1 0 0 0 0,1-1 1 0 0,0 1-1 0 0,0 0 0 0 0,-1-1 1 0 0,1 1-1 0 0,0 0 1 0 0,0-1-1 0 0,0 0 0 0 0,4-4-1465 0 0,0 0 0 0 0,1 0-1 0 0,0 1 1 0 0,0-1 0 0 0,10-5 0 0 0,1-1-3162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1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53 548 0 0,'30'-52'23974'0'0,"-47"133"-23386"0"0,4 0-1 0 0,-4 110 1 0 0,17-179-1129 0 0,1 1 0 0 0,4 22 0 0 0,-5-30-58 0 0,2-1-1 0 0,-1 0 1 0 0,0 0-1 0 0,1 0 0 0 0,0 0 1 0 0,-1 0-1 0 0,2 0 1 0 0,-1-1-1 0 0,0 1 1 0 0,6 6-1 0 0,-7-9 414 0 0,0-1 0 0 0,-1 1 0 0 0,1-1 1 0 0,0 1-1 0 0,-1-1 0 0 0,1 1 0 0 0,0-1 0 0 0,0 0 0 0 0,-1 1 1 0 0,1-1-1 0 0,0 0 0 0 0,0 0 0 0 0,0 1 0 0 0,-1-1 0 0 0,1 0 0 0 0,0 0 1 0 0,0 0-1 0 0,0 0 0 0 0,1 0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1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106 188 1112 0 0,'0'-15'2065'0'0,"-2"0"0"0"0,0 1 0 0 0,0-1 0 0 0,-1 0 0 0 0,-8-20 0 0 0,-15-32 1783 0 0,26 66-3921 0 0,0 1 0 0 0,-1-1 0 0 0,1 1 1 0 0,0-1-1 0 0,0 0 0 0 0,0 1 0 0 0,-1-1 0 0 0,1 1 1 0 0,0-1-1 0 0,-1 1 0 0 0,1 0 0 0 0,0-1 1 0 0,-1 1-1 0 0,1-1 0 0 0,-1 1 0 0 0,1 0 1 0 0,-1-1-1 0 0,1 1 0 0 0,-1 0 0 0 0,1-1 1 0 0,-1 1-1 0 0,1 0 0 0 0,-1 0 0 0 0,1-1 1 0 0,-1 1-1 0 0,1 0 0 0 0,-1 0 0 0 0,1 0 1 0 0,-1 0-1 0 0,0 0 0 0 0,1 0 0 0 0,-1 0 0 0 0,1 0 1 0 0,-1 0-1 0 0,1 0 0 0 0,-1 0 0 0 0,0 0 1 0 0,1 1-1 0 0,-1-1 0 0 0,1 0 0 0 0,-1 0 1 0 0,1 0-1 0 0,-1 1 0 0 0,1-1 0 0 0,-1 0 1 0 0,1 1-1 0 0,-1 0 0 0 0,-17 17-3322 0 0,9-6 0 0 0,-1 1-1268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2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237 115 492 0 0,'10'-8'2245'0'0,"0"-1"-1"0"0,-1 0 1 0 0,0 0-1 0 0,13-19 1 0 0,-21 27-1634 0 0,4-14 1493 0 0,-5 15-2055 0 0,1-1 0 0 0,-1 1 0 0 0,1-1 1 0 0,-1 1-1 0 0,0-1 0 0 0,1 0 1 0 0,-1 1-1 0 0,0-1 0 0 0,0 1 0 0 0,1-1 1 0 0,-1 0-1 0 0,0 1 0 0 0,0-1 1 0 0,0 0-1 0 0,0 1 0 0 0,0-1 0 0 0,0 0 1 0 0,0 1-1 0 0,0-1 0 0 0,0 0 0 0 0,0 1 1 0 0,0-1-1 0 0,0 0 0 0 0,-1 1 1 0 0,1-1-1 0 0,0 1 0 0 0,-1-2 0 0 0,0 0 79 0 0,-1 0-104 0 0,-1 1 0 0 0,0-1 1 0 0,0 0-1 0 0,1 1 0 0 0,-1 0 1 0 0,0-1-1 0 0,0 1 0 0 0,0 0 1 0 0,0 1-1 0 0,0-1 0 0 0,0 1 1 0 0,-1-1-1 0 0,1 1 0 0 0,0 0 1 0 0,-4 0-1 0 0,-6 0-24 0 0,-1 1-1 0 0,1 1 1 0 0,-1 0-1 0 0,1 1 1 0 0,0 0-1 0 0,0 1 1 0 0,0 0 0 0 0,1 1-1 0 0,0 1 1 0 0,-1 0-1 0 0,-10 8 1 0 0,14-8-7 0 0,1 0 0 0 0,0 0 0 0 0,0 1 0 0 0,0 1 0 0 0,1-1 0 0 0,-8 12 0 0 0,12-15 10 0 0,1 0-1 0 0,-1 0 1 0 0,1 0 0 0 0,0 1-1 0 0,0-1 1 0 0,0 1-1 0 0,0-1 1 0 0,1 1-1 0 0,0-1 1 0 0,0 1 0 0 0,0 0-1 0 0,0 0 1 0 0,1 0-1 0 0,0-1 1 0 0,0 8-1 0 0,1-8 7 0 0,1-1 0 0 0,-1 1 0 0 0,0-1 0 0 0,1 0 0 0 0,0 1 0 0 0,0-1 0 0 0,0 0-1 0 0,0 0 1 0 0,0 0 0 0 0,0 0 0 0 0,1-1 0 0 0,0 1 0 0 0,-1 0 0 0 0,1-1 0 0 0,0 0-1 0 0,0 0 1 0 0,4 2 0 0 0,7 4 27 0 0,-1-1-1 0 0,24 9 1 0 0,20 5 70 0 0,-27-11-31 0 0,-1 1 1 0 0,1 2-1 0 0,-2 0 0 0 0,37 25 1 0 0,-61-36 74 0 0,0 1 1 0 0,1 0-1 0 0,-1 1 1 0 0,-1-1-1 0 0,1 1 1 0 0,0 0-1 0 0,-1 0 1 0 0,0 0-1 0 0,0 0 1 0 0,0 0-1 0 0,0 1 1 0 0,3 6-1 0 0,-6-9-57 0 0,0 1-1 0 0,0-1 1 0 0,0 0 0 0 0,0 1-1 0 0,0-1 1 0 0,0 0 0 0 0,-1 0-1 0 0,1 1 1 0 0,-1-1 0 0 0,1 0-1 0 0,-1 0 1 0 0,0 1 0 0 0,0-1-1 0 0,0 0 1 0 0,0 0-1 0 0,0 0 1 0 0,0 0 0 0 0,-1 0-1 0 0,1-1 1 0 0,-1 1 0 0 0,1 0-1 0 0,-1-1 1 0 0,0 1 0 0 0,0-1-1 0 0,-3 3 1 0 0,-5 3 95 0 0,-1 1 0 0 0,0-2 1 0 0,-1 1-1 0 0,0-2 0 0 0,0 1 0 0 0,0-2 0 0 0,0 0 1 0 0,-1 0-1 0 0,0-1 0 0 0,-21 2 0 0 0,13-3-476 0 0,0 0 1 0 0,0-2-1 0 0,0-1 0 0 0,0 0 0 0 0,-36-8 0 0 0,56 9 156 0 0,0 0-1 0 0,0 0 1 0 0,0 0-1 0 0,1-1 1 0 0,-1 1-1 0 0,0 0 1 0 0,0 0-1 0 0,1-1 1 0 0,-1 1-1 0 0,0 0 0 0 0,0-1 1 0 0,1 1-1 0 0,-1-1 1 0 0,0 1-1 0 0,1-1 1 0 0,-1 1-1 0 0,1-1 1 0 0,-1 1-1 0 0,0-1 1 0 0,1 1-1 0 0,-1-1 1 0 0,1 0-1 0 0,0 1 1 0 0,-1-1-1 0 0,1 0 0 0 0,0 0 1 0 0,-1 1-1 0 0,1-1 1 0 0,0 0-1 0 0,0 0 1 0 0,-1 1-1 0 0,1-1 1 0 0,0 0-1 0 0,0 0 1 0 0,0 0-1 0 0,0 1 1 0 0,0-1-1 0 0,0 0 1 0 0,1-1-1 0 0,-1-1-617 0 0,1 1 1 0 0,1-1-1 0 0,-1 0 1 0 0,0 1-1 0 0,0-1 1 0 0,1 1-1 0 0,0 0 1 0 0,-1-1-1 0 0,3-1 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2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211 101 1460 0 0,'2'-14'3642'0'0,"-2"0"0"0"0,0 0 0 0 0,0-1 0 0 0,-4-18 0 0 0,4 30-2623 0 0,-3-5 962 0 0,-3 36-627 0 0,-4 36 0 0 0,-4 19-352 0 0,-79 236 103 0 0,54-197-985 0 0,33-103-104 0 0,-24 89 67 0 0,27-95-116 0 0,1 0 0 0 0,1 1-1 0 0,0-1 1 0 0,0 1-1 0 0,1 0 1 0 0,3 13 0 0 0,-3-24-82 0 0,0-1 1 0 0,0 1 0 0 0,1-1 0 0 0,0 1-1 0 0,-1-1 1 0 0,1 1 0 0 0,0-1 0 0 0,0 1-1 0 0,0-1 1 0 0,1 0 0 0 0,-1 0 0 0 0,1 1 0 0 0,-1-1-1 0 0,1 0 1 0 0,-1-1 0 0 0,1 1 0 0 0,0 0-1 0 0,0 0 1 0 0,0-1 0 0 0,0 1 0 0 0,0-1 0 0 0,1 1-1 0 0,-1-1 1 0 0,0 0 0 0 0,1 0 0 0 0,-1 0-1 0 0,1 0 1 0 0,-1-1 0 0 0,1 1 0 0 0,-1-1-1 0 0,1 1 1 0 0,-1-1 0 0 0,6 0 0 0 0,5-1-759 0 0,1-2-1 0 0,0 1 1 0 0,-1-2 0 0 0,1 0 0 0 0,-1 0 0 0 0,0-1 0 0 0,-1-1-1 0 0,15-8 1 0 0,-11 5-1312 0 0,0-2 0 0 0,0 0 0 0 0,16-16-1 0 0,-8 6-2397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3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33 2156 0 0,'-159'-10'13528'0'0,"187"1"-12969"0"0,91-1-2259 0 0,0 6 1 0 0,125 11-1 0 0,-86 7 614 0 0,-152-14 1106 0 0,0 1 0 0 0,0 0 1 0 0,0 0-1 0 0,-1 0 0 0 0,1 1 1 0 0,0 0-1 0 0,7 3 0 0 0,-8-2 280 0 0,-1 0-1 0 0,0-1 1 0 0,0 2-1 0 0,0-1 1 0 0,0 0-1 0 0,0 1 1 0 0,0 0-1 0 0,-1-1 0 0 0,0 2 1 0 0,0-1-1 0 0,0 0 1 0 0,0 0-1 0 0,-1 1 1 0 0,0 0-1 0 0,1-1 1 0 0,-2 1-1 0 0,1 0 0 0 0,-1 0 1 0 0,1 0-1 0 0,-1 0 1 0 0,0 5-1 0 0,0 1 100 0 0,1 0 0 0 0,1-1 0 0 0,0 1 0 0 0,0-1 0 0 0,8 17 0 0 0,-11-27-378 0 0,1 3 23 0 0,0-1 0 0 0,1 0 0 0 0,-1 0 0 0 0,1 0 1 0 0,-1 0-1 0 0,1 0 0 0 0,0 0 0 0 0,0-1 0 0 0,0 1 0 0 0,0-1 0 0 0,0 1 0 0 0,0-1 0 0 0,0 1 0 0 0,0-1 0 0 0,1 0 1 0 0,2 1-1 0 0,2 0 18 0 0,0 0 0 0 0,0 0 1 0 0,13 1-1 0 0,-16-3-69 0 0,0 0 0 0 0,0-1-1 0 0,0 0 1 0 0,0 0 0 0 0,0 0 0 0 0,0 0 0 0 0,0 0 0 0 0,0-1-1 0 0,-1 1 1 0 0,1-1 0 0 0,-1 0 0 0 0,1 0 0 0 0,-1-1 0 0 0,0 1-1 0 0,6-6 1 0 0,-6 4-60 0 0,0-1 1 0 0,-1 1-1 0 0,1 0 0 0 0,-1-1 0 0 0,0 0 1 0 0,0 1-1 0 0,-1-1 0 0 0,1 0 0 0 0,-1 0 0 0 0,0 0 1 0 0,0 0-1 0 0,-1 0 0 0 0,0 0 0 0 0,0 0 1 0 0,0 0-1 0 0,0 0 0 0 0,-1 0 0 0 0,1 0 0 0 0,-1 0 1 0 0,-1 0-1 0 0,1 0 0 0 0,-1 0 0 0 0,-3-6 1 0 0,3 5 51 0 0,-1 1 0 0 0,-1 0 0 0 0,1 0 1 0 0,-1 0-1 0 0,0 0 0 0 0,0 0 1 0 0,0 1-1 0 0,0 0 0 0 0,-1 0 0 0 0,0 0 1 0 0,0 0-1 0 0,0 1 0 0 0,0 0 1 0 0,-1 0-1 0 0,1 0 0 0 0,-1 1 0 0 0,0-1 1 0 0,1 1-1 0 0,-9-1 0 0 0,5 2 131 0 0,-1 0-1 0 0,0 0 0 0 0,0 1 0 0 0,1 0 1 0 0,-1 1-1 0 0,0 0 0 0 0,0 1 0 0 0,1 0 1 0 0,-1 0-1 0 0,1 1 0 0 0,0 0 1 0 0,0 1-1 0 0,0 0 0 0 0,0 0 0 0 0,1 1 1 0 0,-16 11-1 0 0,11-6 34 0 0,0 0 1 0 0,1 1-1 0 0,0 0 0 0 0,1 1 1 0 0,0 0-1 0 0,1 1 0 0 0,0 0 1 0 0,1 1-1 0 0,0 0 1 0 0,1 0-1 0 0,-7 19 0 0 0,12-25-200 0 0,0 0 0 0 0,1 1 0 0 0,-1-1 1 0 0,2 1-1 0 0,-1-1 0 0 0,1 1 0 0 0,1-1 0 0 0,-1 1 0 0 0,1 0 0 0 0,1-1 0 0 0,0 1 0 0 0,0 0 0 0 0,0-1 0 0 0,1 1 0 0 0,1-1 0 0 0,-1 0 0 0 0,2 0 0 0 0,-1 0 0 0 0,1 0 0 0 0,0 0 0 0 0,0-1 1 0 0,10 13-1 0 0,-8-13-397 0 0,1 0 1 0 0,0 0 0 0 0,0 0 0 0 0,1-1 0 0 0,-1 0 0 0 0,1 0-1 0 0,1-1 1 0 0,-1 0 0 0 0,1 0 0 0 0,13 4 0 0 0,-8-4-775 0 0,0-1 1 0 0,0-1-1 0 0,1 0 0 0 0,0-1 1 0 0,-1 0-1 0 0,20-1 1 0 0,2-1-3696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7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0 569 1288 0 0,'0'0'6669'0'0,"1"-13"-4317"0"0,0 13-2309 0 0,-1-1-1 0 0,0 1 1 0 0,0-1 0 0 0,0 1 0 0 0,1 0-1 0 0,-1-1 1 0 0,0 1 0 0 0,1-1-1 0 0,-1 1 1 0 0,0 0 0 0 0,1-1 0 0 0,-1 1-1 0 0,0 0 1 0 0,1-1 0 0 0,-1 1-1 0 0,1 0 1 0 0,-1 0 0 0 0,1-1 0 0 0,-1 1-1 0 0,1 0 1 0 0,-1 0 0 0 0,0 0-1 0 0,1 0 1 0 0,-1-1 0 0 0,1 1 0 0 0,-1 0-1 0 0,1 0 1 0 0,-1 0 0 0 0,1 0 0 0 0,0 0-1 0 0,-1 0 1 0 0,1 0 0 0 0,-1 1-1 0 0,1-1 1 0 0,-1 0 0 0 0,0 0 0 0 0,1 0-1 0 0,0 1 1 0 0,1 0 88 0 0,0 1 0 0 0,0-1 0 0 0,-1 1 0 0 0,1 0 0 0 0,0-1-1 0 0,-1 1 1 0 0,0 0 0 0 0,1 0 0 0 0,0 3 0 0 0,4 6 454 0 0,-1 0 0 0 0,7 20 0 0 0,-6-7-230 0 0,-1 0 0 0 0,-1 0 0 0 0,-1 0-1 0 0,-2 1 1 0 0,-1 32 0 0 0,-18 122 117 0 0,9-106-274 0 0,-4 11 402 0 0,28-106-583 0 0,16-40-66 0 0,4 2-1 0 0,2 2 1 0 0,2 1 0 0 0,3 2-1 0 0,3 2 1 0 0,59-56 0 0 0,-87 95 13 0 0,0 0 0 0 0,26-17 0 0 0,-35 26 23 0 0,0 1 0 0 0,1-1 0 0 0,0 1 0 0 0,0 1 1 0 0,0-1-1 0 0,0 2 0 0 0,16-4 0 0 0,-21 6 12 0 0,0-1-1 0 0,-1 1 1 0 0,1 0-1 0 0,0 0 1 0 0,-1 0-1 0 0,1 1 1 0 0,0-1-1 0 0,-1 1 1 0 0,1 0 0 0 0,0 0-1 0 0,-1 0 1 0 0,1 1-1 0 0,-1-1 1 0 0,0 1-1 0 0,0 0 1 0 0,5 2-1 0 0,-5 0 10 0 0,1-1-1 0 0,0 1 0 0 0,-1-1 0 0 0,0 1 0 0 0,0 0 0 0 0,0 0 0 0 0,0 1 0 0 0,-1-1 1 0 0,0 0-1 0 0,4 9 0 0 0,-2 1 26 0 0,0 0 0 0 0,-1 1-1 0 0,-1 0 1 0 0,0-1 0 0 0,-1 1 0 0 0,-1 27 0 0 0,-10 54 45 0 0,6-72-54 0 0,0 0-1 0 0,2 0 0 0 0,1 1 1 0 0,1-1-1 0 0,4 29 1 0 0,-3-49-34 0 0,0 1 1 0 0,0-1-1 0 0,0 0 1 0 0,0 0-1 0 0,1-1 1 0 0,-1 1-1 0 0,1 0 1 0 0,0 0-1 0 0,0-1 1 0 0,1 1-1 0 0,-1-1 1 0 0,1 0-1 0 0,0 0 1 0 0,0 0-1 0 0,0 0 1 0 0,0 0-1 0 0,0-1 1 0 0,0 1-1 0 0,1-1 1 0 0,-1 0-1 0 0,1 0 1 0 0,0 0-1 0 0,0 0 1 0 0,0-1-1 0 0,-1 1 1 0 0,1-1-1 0 0,1 0 1 0 0,-1 0-1 0 0,0-1 1 0 0,0 1-1 0 0,0-1 1 0 0,4 0 0 0 0,9 0-157 0 0,-1-1 1 0 0,1-1 0 0 0,-1 0 0 0 0,0-2 0 0 0,1 1 0 0 0,27-12 0 0 0,-13 2-38 0 0,-1-1 0 0 0,-1-1-1 0 0,0-1 1 0 0,-1-2 0 0 0,-1-1 0 0 0,-1-1 0 0 0,-1-1 0 0 0,0-2 0 0 0,-2 0-1 0 0,0-1 1 0 0,21-33 0 0 0,-16 18 122 0 0,-2-2 0 0 0,-1-1 0 0 0,-3 0 0 0 0,-1-2 0 0 0,-3-1 0 0 0,-1 0 0 0 0,11-50 0 0 0,-17 41 636 0 0,-2 0 0 0 0,-3-1 0 0 0,-2 0 0 0 0,-2 0 1 0 0,-8-75-1 0 0,6 128-510 0 0,0 0 1 0 0,0 0-1 0 0,-1 0 1 0 0,1 0-1 0 0,-1 1 1 0 0,1-1-1 0 0,-1 0 1 0 0,0 0-1 0 0,1 0 1 0 0,-1 1-1 0 0,0-1 1 0 0,0 1 0 0 0,-1-1-1 0 0,1 1 1 0 0,0-1-1 0 0,-3-2 1 0 0,3 4-10 0 0,0 1 1 0 0,0-1 0 0 0,0 0 0 0 0,0 1 0 0 0,0-1-1 0 0,0 0 1 0 0,0 1 0 0 0,0-1 0 0 0,0 1 0 0 0,0 0-1 0 0,0-1 1 0 0,0 1 0 0 0,1 0 0 0 0,-1-1 0 0 0,-1 2-1 0 0,-5 5 116 0 0,1-1 1 0 0,0 1-1 0 0,0 1 0 0 0,1-1 0 0 0,-1 1 0 0 0,2 0 0 0 0,-1 0 0 0 0,1 0 0 0 0,-4 11 1 0 0,-4 8 197 0 0,-19 39 612 0 0,3 1 0 0 0,-35 137-1 0 0,47-141-431 0 0,-11 101 0 0 0,24-126-411 0 0,1 1 0 0 0,2-1 1 0 0,9 75-1 0 0,-8-103-105 0 0,1 1-1 0 0,1-1 1 0 0,0 0-1 0 0,0-1 1 0 0,1 1-1 0 0,0-1 1 0 0,1 1-1 0 0,0-1 1 0 0,0 0-1 0 0,1-1 1 0 0,0 1 0 0 0,0-1-1 0 0,10 9 1 0 0,-10-12-218 0 0,0 0 0 0 0,0-1 0 0 0,1 1 0 0 0,0-1 1 0 0,-1-1-1 0 0,1 1 0 0 0,0-1 0 0 0,1-1 1 0 0,-1 1-1 0 0,0-1 0 0 0,1 0 0 0 0,-1-1 1 0 0,1 1-1 0 0,0-2 0 0 0,-1 1 0 0 0,1-1 0 0 0,0 0 1 0 0,10-2-1 0 0,-8 0-508 0 0,1 0 0 0 0,0 0 0 0 0,-1-1 0 0 0,1 0 0 0 0,-1-1 1 0 0,13-7-1 0 0,-13 6-993 0 0,0-1 0 0 0,-1-1 0 0 0,13-10 1 0 0,4-6-5242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8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49 244 0 0,'-142'-36'13678'0'0,"120"29"-10050"0"0,26 6-3290 0 0,95-4-900 0 0,101 9 1 0 0,-159-2-261 0 0,189 15-8068 0 0,-178-13 4241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8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517 218 848 0 0,'55'-130'10932'0'0,"-39"92"-7373"0"0,-15 35-3258 0 0,0 0-1 0 0,-1 0 1 0 0,1 1 0 0 0,0-1 0 0 0,-1 0 0 0 0,0 0 0 0 0,1 0-1 0 0,-1 0 1 0 0,0 0 0 0 0,-1 0 0 0 0,1 0 0 0 0,0 0-1 0 0,-1 0 1 0 0,-1-3 0 0 0,1 4-32 0 0,-3 2-62 0 0,-11 2-135 0 0,1 1 0 0 0,0 1 0 0 0,1 0 1 0 0,-1 1-1 0 0,1 0 0 0 0,-1 1 1 0 0,2 0-1 0 0,-21 14 0 0 0,-95 76 74 0 0,122-91-137 0 0,-20 16-16 0 0,-25 27 0 0 0,45-41 2 0 0,0 0-1 0 0,0 0 0 0 0,1 0 0 0 0,0 0 0 0 0,1 1 0 0 0,-1 0 0 0 0,1 0 0 0 0,1 0 0 0 0,-4 12 0 0 0,6-16 6 0 0,1-1 1 0 0,-1 1-1 0 0,1 0 0 0 0,0 0 0 0 0,0 0 1 0 0,1 0-1 0 0,-1 0 0 0 0,1 0 0 0 0,0 0 0 0 0,0 0 1 0 0,0-1-1 0 0,0 1 0 0 0,1 0 0 0 0,-1-1 1 0 0,1 1-1 0 0,0-1 0 0 0,0 1 0 0 0,0-1 0 0 0,1 0 1 0 0,-1 0-1 0 0,4 3 0 0 0,7 7 3 0 0,1-1-1 0 0,0 0 0 0 0,20 12 1 0 0,-17-12-8 0 0,18 13 23 0 0,54 42-55 0 0,-80-59 85 0 0,-1 0-1 0 0,0 0 1 0 0,0 0-1 0 0,-1 1 1 0 0,-1 1 0 0 0,1-1-1 0 0,7 16 1 0 0,-13-22 9 0 0,1 0 0 0 0,-1 0 1 0 0,0 0-1 0 0,-1 0 1 0 0,1 0-1 0 0,0 0 0 0 0,-1 0 1 0 0,1 0-1 0 0,-1 0 0 0 0,0 0 1 0 0,0 0-1 0 0,0 0 1 0 0,-1 0-1 0 0,1 1 0 0 0,-1-1 1 0 0,0 0-1 0 0,1 0 0 0 0,-3 4 1 0 0,0-3 29 0 0,1 0 0 0 0,-1 0 0 0 0,0 0-1 0 0,1 0 1 0 0,-2-1 0 0 0,1 1 0 0 0,0-1 0 0 0,-1 0 0 0 0,0 0 0 0 0,1 0 0 0 0,-6 2 0 0 0,-2 1 45 0 0,0 0-1 0 0,0-1 1 0 0,0-1 0 0 0,-1 0 0 0 0,0 0-1 0 0,1-1 1 0 0,-1-1 0 0 0,-19 2 0 0 0,12-4-55 0 0,0-1 0 0 0,0 0 1 0 0,0-1-1 0 0,0-1 0 0 0,0-1 1 0 0,-23-9-1 0 0,0-2-437 0 0,-58-30 1 0 0,78 27-1788 0 0,21 18 2054 0 0,1 0 1 0 0,0-1 0 0 0,-1 1 0 0 0,1 0 0 0 0,0-1 0 0 0,-1 1 0 0 0,1 0 0 0 0,0-1 0 0 0,-1 1-1 0 0,1-1 1 0 0,0 1 0 0 0,0-1 0 0 0,0 1 0 0 0,-1 0 0 0 0,1-1 0 0 0,0 1 0 0 0,0-1 0 0 0,0 1-1 0 0,0-1 1 0 0,0 1 0 0 0,0-1 0 0 0,0 1 0 0 0,0-1 0 0 0,0 1 0 0 0,0-1 0 0 0,0 1 0 0 0,0-1-1 0 0,0 1 1 0 0,0-1 0 0 0,1 1 0 0 0,-1-1 0 0 0,0 1 0 0 0,0 0 0 0 0,0-1 0 0 0,1 1-1 0 0,-1-1 1 0 0,0 1 0 0 0,1 0 0 0 0,-1-1 0 0 0,0 1 0 0 0,1 0 0 0 0,-1-1 0 0 0,0 1 0 0 0,1 0-1 0 0,-1-1 1 0 0,1 1 0 0 0,-1 0 0 0 0,1 0 0 0 0,-1-1 0 0 0,12-4-1954 0 0,0 1-1 0 0,0 0 1 0 0,1 0 0 0 0,21-3-1 0 0,-12 5-3136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3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87 2696 0 0,'12'-14'2489'0'0,"-3"3"1051"0"0,0 0 1 0 0,0 0 0 0 0,11-22-1 0 0,-19 31-2919 0 0,-1 2-535 0 0,0 0 0 0 0,0 0 1 0 0,0-1-1 0 0,1 1 0 0 0,-1 0 0 0 0,0-1 1 0 0,0 1-1 0 0,0 0 0 0 0,0 0 0 0 0,1-1 1 0 0,-1 1-1 0 0,0 0 0 0 0,0 0 0 0 0,0 0 1 0 0,1-1-1 0 0,-1 1 0 0 0,0 0 0 0 0,0 0 0 0 0,1 0 1 0 0,-1 0-1 0 0,0 0 0 0 0,1-1 0 0 0,-1 1 1 0 0,0 0-1 0 0,0 0 0 0 0,1 0 0 0 0,0 0 1 0 0,-8 98 1514 0 0,4-69-1450 0 0,1 0 0 0 0,1 0-1 0 0,6 53 1 0 0,-3-73-138 0 0,-1 1 0 0 0,2-1 0 0 0,0 0 0 0 0,0 0 0 0 0,0 0 0 0 0,1 0 0 0 0,0-1 0 0 0,1 1 1 0 0,0-1-1 0 0,0 0 0 0 0,1-1 0 0 0,0 1 0 0 0,1-1 0 0 0,-1 0 0 0 0,1-1 0 0 0,8 7 0 0 0,-7-8-15 0 0,0 0 1 0 0,0-1-1 0 0,1 0 1 0 0,-1 0-1 0 0,1 0 1 0 0,0-1-1 0 0,0-1 1 0 0,0 0-1 0 0,0 0 1 0 0,0 0-1 0 0,0-1 1 0 0,1-1-1 0 0,-1 1 0 0 0,0-1 1 0 0,1-1-1 0 0,-1 0 1 0 0,0 0-1 0 0,18-6 1 0 0,-16 4-51 0 0,-1 0 1 0 0,1-1-1 0 0,-1 0 0 0 0,0-1 1 0 0,0 0-1 0 0,-1-1 0 0 0,1 0 1 0 0,-1 0-1 0 0,-1-1 0 0 0,1 0 1 0 0,-1-1-1 0 0,0 0 0 0 0,-1 0 1 0 0,0 0-1 0 0,11-17 1 0 0,-9 7-20 0 0,0-1 0 0 0,-2 1 1 0 0,0-1-1 0 0,-1-1 0 0 0,7-36 1 0 0,-8 18-38 0 0,1-78-1 0 0,-5 116 112 0 0,-1 0 0 0 0,0-1-1 0 0,0 1 1 0 0,0 0 0 0 0,0-1-1 0 0,0 1 1 0 0,0 0 0 0 0,0 0-1 0 0,0-1 1 0 0,0 1 0 0 0,0 0-1 0 0,0-1 1 0 0,0 1 0 0 0,0 0-1 0 0,0 0 1 0 0,0-1 0 0 0,0 1-1 0 0,0 0 1 0 0,0-1 0 0 0,0 1-1 0 0,0 0 1 0 0,0 0 0 0 0,-1-1-1 0 0,1 1 1 0 0,0 0 0 0 0,0 0-1 0 0,0-1 1 0 0,0 1 0 0 0,-1 0-1 0 0,1 0 1 0 0,0 0 0 0 0,0-1-1 0 0,0 1 1 0 0,-1 0 0 0 0,1 0-1 0 0,0 0 1 0 0,0 0 0 0 0,-1-1-1 0 0,0 1 1 0 0,-8 10 120 0 0,-6 22 207 0 0,-168 625 1881 0 0,89-287-1721 0 0,82-329-470 0 0,-1 0 0 0 0,-2-1-1 0 0,-28 53 1 0 0,36-80-4 0 0,-1 0 1 0 0,0 0 0 0 0,-1-1-1 0 0,0 0 1 0 0,-1 0 0 0 0,0-1-1 0 0,-1-1 1 0 0,0 0 0 0 0,0 0-1 0 0,-1-1 1 0 0,-1 0-1 0 0,0-1 1 0 0,-15 7 0 0 0,17-11 11 0 0,-1 0 0 0 0,1-1 0 0 0,-1-1 1 0 0,0 0-1 0 0,0 0 0 0 0,0-1 0 0 0,0 0 1 0 0,0-1-1 0 0,0-1 0 0 0,0 0 0 0 0,-20-4 0 0 0,23 3-16 0 0,1 0 0 0 0,-1-1-1 0 0,0 0 1 0 0,1 0-1 0 0,-1-1 1 0 0,1 0 0 0 0,0 0-1 0 0,0-1 1 0 0,1 0-1 0 0,0 0 1 0 0,-1-1 0 0 0,2 0-1 0 0,-1 0 1 0 0,1 0-1 0 0,-11-15 1 0 0,13 14-19 0 0,1 0 1 0 0,-1 0 0 0 0,2 0-1 0 0,-1-1 1 0 0,1 1-1 0 0,0-1 1 0 0,1 0-1 0 0,0 1 1 0 0,0-1 0 0 0,0 0-1 0 0,1 1 1 0 0,0-1-1 0 0,1 0 1 0 0,0 0 0 0 0,0 1-1 0 0,1-1 1 0 0,3-10-1 0 0,3-6-31 0 0,0 1-1 0 0,2 1 1 0 0,1-1-1 0 0,15-23 1 0 0,3 2-157 0 0,3 1 1 0 0,1 2-1 0 0,1 1 1 0 0,3 1-1 0 0,81-66 1 0 0,231-135-1110 0 0,-173 133 761 0 0,123-79-494 0 0,-280 173 976 0 0,51-38-66 0 0,-63 45 106 0 0,0-1 1 0 0,-1 1-1 0 0,0-1 0 0 0,0 0 0 0 0,0 0 1 0 0,-1-1-1 0 0,5-8 0 0 0,-10 15 17 0 0,1 1 0 0 0,-1-1 0 0 0,1 0 0 0 0,-1 0 0 0 0,1 0 0 0 0,-1 0 0 0 0,1 0 0 0 0,-1 1 0 0 0,0-1-1 0 0,1 0 1 0 0,-1 0 0 0 0,0 0 0 0 0,0 0 0 0 0,0 0 0 0 0,0 0 0 0 0,0 0 0 0 0,0 0 0 0 0,0 0 0 0 0,0 0-1 0 0,0 0 1 0 0,0 0 0 0 0,-1 0 0 0 0,1 0 0 0 0,0 0 0 0 0,-1 0 0 0 0,1 0 0 0 0,-1 0 0 0 0,1 1 0 0 0,-1-1-1 0 0,1 0 1 0 0,-1 0 0 0 0,1 0 0 0 0,-1 1 0 0 0,0-1 0 0 0,1 0 0 0 0,-1 1 0 0 0,0-1 0 0 0,0 1 0 0 0,0-1 0 0 0,1 1-1 0 0,-1-1 1 0 0,0 1 0 0 0,0-1 0 0 0,0 1 0 0 0,0 0 0 0 0,0-1 0 0 0,0 1 0 0 0,-2 0 0 0 0,-1-1-8 0 0,-1 0 1 0 0,1 1 0 0 0,-1 0-1 0 0,1 0 1 0 0,-1 0 0 0 0,1 1-1 0 0,-9 1 1 0 0,7-1 7 0 0,1 1 0 0 0,-1 0 0 0 0,1 0 0 0 0,0 0 0 0 0,0 1 0 0 0,-1 0 0 0 0,2 0 0 0 0,-1 0 0 0 0,0 0 0 0 0,1 1 0 0 0,0 0-1 0 0,-1 0 1 0 0,1 0 0 0 0,1 0 0 0 0,-1 1 0 0 0,1 0 0 0 0,0-1 0 0 0,0 1 0 0 0,0 0 0 0 0,0 1 0 0 0,1-1 0 0 0,0 0 0 0 0,0 1 0 0 0,1-1 0 0 0,-1 1 0 0 0,1-1 0 0 0,1 1 0 0 0,-1 0 0 0 0,1 0 0 0 0,0-1 0 0 0,0 1-1 0 0,0 0 1 0 0,1-1 0 0 0,0 1 0 0 0,0 0 0 0 0,0-1 0 0 0,1 1 0 0 0,0-1 0 0 0,0 1 0 0 0,4 6 0 0 0,10 14 19 0 0,0 0 0 0 0,29 32 0 0 0,12 16 1 0 0,-56-73-12 0 0,-1 0 1 0 0,1 0-1 0 0,0 0 0 0 0,-1 0 0 0 0,1 1 0 0 0,0-1 0 0 0,-1 0 0 0 0,0 0 0 0 0,1 0 0 0 0,-1 0 1 0 0,0 1-1 0 0,1-1 0 0 0,-1 0 0 0 0,0 0 0 0 0,0 1 0 0 0,0-1 0 0 0,0 0 0 0 0,0 0 0 0 0,0 1 1 0 0,0-1-1 0 0,-1 0 0 0 0,1 0 0 0 0,-1 2 0 0 0,0-1 4 0 0,0 0-1 0 0,-1 0 1 0 0,1 0 0 0 0,0-1-1 0 0,-1 1 1 0 0,1-1-1 0 0,-1 1 1 0 0,0-1 0 0 0,0 1-1 0 0,1-1 1 0 0,-1 0 0 0 0,-3 2-1 0 0,-4 1 20 0 0,0-1-1 0 0,0 1 0 0 0,-1-1 0 0 0,-16 2 1 0 0,-10 0-9 0 0,-1-3 1 0 0,1-1-1 0 0,-60-6 1 0 0,92 5-235 0 0,0-1 1 0 0,1 1 0 0 0,-1-1-1 0 0,0 0 1 0 0,1 0 0 0 0,-1-1-1 0 0,1 1 1 0 0,0-1 0 0 0,-5-2-1 0 0,7 3 58 0 0,0 1 29 0 0,1-1 1 0 0,-1 1-1 0 0,0-1 0 0 0,1 1 0 0 0,-1-1 1 0 0,1 1-1 0 0,-1-1 0 0 0,1 0 0 0 0,-1 1 1 0 0,1-1-1 0 0,0 0 0 0 0,-1 1 0 0 0,1-1 1 0 0,0 0-1 0 0,-1 1 0 0 0,1-1 0 0 0,0 0 1 0 0,0 0-1 0 0,0 1 0 0 0,0-1 0 0 0,0 0 1 0 0,0 0-1 0 0,0 0 0 0 0,0 1 0 0 0,0-1 1 0 0,0 0-1 0 0,0 0 0 0 0,0 1 0 0 0,0-1 1 0 0,1 0-1 0 0,-1 0 0 0 0,0 1 0 0 0,1-1 1 0 0,-1 0-1 0 0,1 0 0 0 0,15-23-3413 0 0,1 9-457 0 0,2-4-1814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0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183 161 2504 0 0,'6'-22'3893'0'0,"-2"1"0"0"0,0-2 0 0 0,-2 1 0 0 0,0-40 0 0 0,-2 62-3831 0 0,0-1 1 0 0,0 1 0 0 0,0 0 0 0 0,0-1 0 0 0,0 1 0 0 0,0 0-1 0 0,0 0 1 0 0,0-1 0 0 0,0 1 0 0 0,0 0 0 0 0,0-1-1 0 0,0 1 1 0 0,0 0 0 0 0,0-1 0 0 0,0 1 0 0 0,0 0-1 0 0,0-1 1 0 0,0 1 0 0 0,0 0 0 0 0,0-1 0 0 0,-1 1-1 0 0,1 0 1 0 0,0 0 0 0 0,0-1 0 0 0,0 1 0 0 0,-1 0 0 0 0,1 0-1 0 0,0-1 1 0 0,0 1 0 0 0,0 0 0 0 0,-1 0 0 0 0,1-1-1 0 0,0 1 1 0 0,-1 0 0 0 0,1 0 0 0 0,-1 0 0 0 0,1 0 18 0 0,-1 1 1 0 0,0 0 0 0 0,1-1-1 0 0,-1 1 1 0 0,1 0-1 0 0,-1-1 1 0 0,1 1 0 0 0,-1 0-1 0 0,1 0 1 0 0,-1 0 0 0 0,1-1-1 0 0,0 1 1 0 0,-1 0-1 0 0,1 0 1 0 0,0 0 0 0 0,0 1-1 0 0,-22 85 1812 0 0,-121 495 1856 0 0,135-544-3684 0 0,-5 55 1 0 0,11-74-68 0 0,2 0 0 0 0,0 0 0 0 0,1 0 0 0 0,1 0-1 0 0,4 18 1 0 0,-5-33-102 0 0,0 0 0 0 0,0-1 0 0 0,0 1 0 0 0,0-1 0 0 0,1 1-1 0 0,0-1 1 0 0,-1 1 0 0 0,1-1 0 0 0,1 0 0 0 0,-1 0 0 0 0,0 0 0 0 0,1 0 0 0 0,-1-1-1 0 0,1 1 1 0 0,0-1 0 0 0,6 4 0 0 0,-5-3-230 0 0,1-1-1 0 0,0 0 1 0 0,0 0-1 0 0,0 0 1 0 0,0-1 0 0 0,0 0-1 0 0,0 0 1 0 0,0 0-1 0 0,0-1 1 0 0,10 0 0 0 0,0-1-982 0 0,-1-1 1 0 0,0 0 0 0 0,0-1 0 0 0,0-1 0 0 0,0 0-1 0 0,0-1 1 0 0,22-11 0 0 0,-9-1-3843 0 0,-2-2-2750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0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98 1888 0 0,'-105'-35'12724'0'0,"81"23"-9792"0"0,11 3-1450 0 0,13 7-967 0 0,0 2-496 0 0,0-1 1 0 0,0 0-1 0 0,1 1 1 0 0,-1-1-1 0 0,0 0 1 0 0,0 1-1 0 0,0-1 1 0 0,0 1-1 0 0,0-1 1 0 0,1 0-1 0 0,-1 1 1 0 0,0-1-1 0 0,1 1 1 0 0,-1-1-1 0 0,0 1 1 0 0,1-1-1 0 0,-1 1 1 0 0,1-1-1 0 0,-1 1 1 0 0,0-1-1 0 0,1 1 1 0 0,-1 0-1 0 0,1-1 1 0 0,0 1-1 0 0,0-1 1 0 0,32-7-360 0 0,0 1-1 0 0,1 2 1 0 0,0 2 0 0 0,0 1 0 0 0,44 2 0 0 0,-31 4-2724 0 0,0 1 0 0 0,-1 2 0 0 0,64 19 0 0 0,-86-18-283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0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309 106 1488 0 0,'-10'23'4463'0'0,"-19"31"0"0"0,-2 1-668 0 0,22-30-2725 0 0,9-24-998 0 0,-1 0-1 0 0,1 1 1 0 0,0-1-1 0 0,0 0 1 0 0,-1 0 0 0 0,1 1-1 0 0,0-1 1 0 0,0 0 0 0 0,0 0-1 0 0,1 1 1 0 0,-1-1 0 0 0,0 0-1 0 0,0 0 1 0 0,1 1 0 0 0,-1-1-1 0 0,0 0 1 0 0,1 0-1 0 0,0 0 1 0 0,-1 0 0 0 0,1 1-1 0 0,-1-1 1 0 0,1 0 0 0 0,0 0-1 0 0,0 0 1 0 0,1 1 0 0 0,2 0-16 0 0,0 0 0 0 0,1 0 0 0 0,-1-1 0 0 0,0 0 0 0 0,0 1 0 0 0,1-1 0 0 0,-1-1 0 0 0,1 1 0 0 0,-1-1 0 0 0,1 0 0 0 0,-1 0 0 0 0,1 0 0 0 0,-1 0 0 0 0,1-1 0 0 0,-1 0 0 0 0,0 0 0 0 0,1 0 0 0 0,-1 0 0 0 0,0-1 0 0 0,6-2 0 0 0,-5 2-45 0 0,1-1 0 0 0,-1 0-1 0 0,1 0 1 0 0,-1-1 0 0 0,0 1 0 0 0,0-1-1 0 0,-1 0 1 0 0,1 0 0 0 0,-1 0-1 0 0,0-1 1 0 0,0 0 0 0 0,0 0 0 0 0,-1 0-1 0 0,1 0 1 0 0,2-8 0 0 0,-2 3-20 0 0,0-1 0 0 0,-1 1 1 0 0,-1-1-1 0 0,0 0 0 0 0,-1 0 0 0 0,0 0 1 0 0,0 0-1 0 0,-2-22 0 0 0,0 28 6 0 0,1 0 0 0 0,-1 1-1 0 0,0-1 1 0 0,0 0 0 0 0,-1 0-1 0 0,1 0 1 0 0,-1 1 0 0 0,0-1-1 0 0,0 1 1 0 0,-1 0 0 0 0,1-1 0 0 0,-1 1-1 0 0,0 0 1 0 0,0 0 0 0 0,0 1-1 0 0,-1-1 1 0 0,1 1 0 0 0,-1-1-1 0 0,0 1 1 0 0,0 0 0 0 0,0 1-1 0 0,-5-3 1 0 0,3 3 67 0 0,0 0 0 0 0,0 0 1 0 0,1 1-1 0 0,-1 0 0 0 0,0 0 0 0 0,-1 1 0 0 0,1 0 1 0 0,0 0-1 0 0,0 0 0 0 0,0 1 0 0 0,0-1 0 0 0,0 2 1 0 0,0-1-1 0 0,1 1 0 0 0,-1-1 0 0 0,0 2 0 0 0,1-1 1 0 0,-12 6-1 0 0,0 2 198 0 0,0 1 0 0 0,1 1 0 0 0,0 0 0 0 0,-20 20 0 0 0,19-16-158 0 0,1 1 1 0 0,1 1 0 0 0,1 0 0 0 0,0 1-1 0 0,1 1 1 0 0,-10 21 0 0 0,18-32-87 0 0,1 0 0 0 0,1-1 0 0 0,-1 1 0 0 0,1 0 0 0 0,1 1 0 0 0,0-1-1 0 0,0 0 1 0 0,1 1 0 0 0,0-1 0 0 0,0 1 0 0 0,1-1 0 0 0,1 1 0 0 0,-1 0 0 0 0,2-1 0 0 0,-1 0 0 0 0,1 1 0 0 0,5 12 0 0 0,-5-17-142 0 0,1 1 0 0 0,0 0 0 0 0,1-1 0 0 0,-1 0 0 0 0,1 1 1 0 0,0-1-1 0 0,0-1 0 0 0,0 1 0 0 0,1-1 0 0 0,0 0 0 0 0,7 6 0 0 0,-3-5-268 0 0,0 1 0 0 0,0-2 0 0 0,1 1 0 0 0,0-1 0 0 0,-1-1 0 0 0,16 4 0 0 0,-2-3-869 0 0,1-1 1 0 0,0 0 0 0 0,1-2 0 0 0,-1-1-1 0 0,31-3 1 0 0,-10-4-2036 0 0,5-3-1132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1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99 1816 0 0,'3'-8'1611'0'0,"-1"0"1"0"0,-1 0-1 0 0,1 0 0 0 0,-1-1 0 0 0,-1 1 0 0 0,0-16 0 0 0,0 14-345 0 0,0 7-525 0 0,-4-10 2319 0 0,1 18-2775 0 0,0 0-1 0 0,0-1 1 0 0,1 2 0 0 0,0-1-1 0 0,0 0 1 0 0,0 0 0 0 0,-1 7-1 0 0,-9 48 529 0 0,5-20-471 0 0,-12 52 76 0 0,10-40-191 0 0,-3 0-1 0 0,-23 62 1 0 0,35-113-215 0 0,-1 0 1 0 0,1 0-1 0 0,-1 1 1 0 0,1-1-1 0 0,-1 0 1 0 0,0 0-1 0 0,1 0 1 0 0,-1 0-1 0 0,0 0 1 0 0,0 0-1 0 0,0 0 1 0 0,0 0-1 0 0,0 0 1 0 0,0 0-1 0 0,-1 0 1 0 0,2-1-11 0 0,-1 1 1 0 0,1-1 0 0 0,-1 0 0 0 0,1 0-1 0 0,-1 0 1 0 0,1 0 0 0 0,-1 0-1 0 0,1 0 1 0 0,-1 0 0 0 0,0 0 0 0 0,1 0-1 0 0,-1 0 1 0 0,1 0 0 0 0,-1 0 0 0 0,1-1-1 0 0,-1 1 1 0 0,1 0 0 0 0,-1 0 0 0 0,1 0-1 0 0,0-1 1 0 0,-1 1 0 0 0,1 0-1 0 0,-1-1 1 0 0,0 0 0 0 0,0 0-7 0 0,-1-1 0 0 0,1 0-1 0 0,-1 0 1 0 0,1 1 0 0 0,0-1 0 0 0,0 0 0 0 0,0 0 0 0 0,0-1 0 0 0,0 1-1 0 0,0 0 1 0 0,1 0 0 0 0,-1 0 0 0 0,1-1 0 0 0,-1-1 0 0 0,1-11-21 0 0,0 0 1 0 0,1 0-1 0 0,0 0 1 0 0,2 0-1 0 0,-1 0 1 0 0,2 0-1 0 0,0 1 1 0 0,1-1-1 0 0,0 1 0 0 0,1 0 1 0 0,1 1-1 0 0,0-1 1 0 0,1 1-1 0 0,18-22 1 0 0,-18 25 11 0 0,0 0 0 0 0,1 0 1 0 0,1 1-1 0 0,0 0 0 0 0,0 1 1 0 0,0 0-1 0 0,1 0 0 0 0,1 1 0 0 0,-1 1 1 0 0,1 0-1 0 0,0 1 0 0 0,0 0 1 0 0,1 0-1 0 0,-1 1 0 0 0,1 1 0 0 0,0 1 1 0 0,17-3-1 0 0,-22 5-1 0 0,-1 0 0 0 0,1 1 0 0 0,0 0 1 0 0,0 0-1 0 0,-1 0 0 0 0,1 1 0 0 0,-1 0 0 0 0,1 1 0 0 0,-1 0 1 0 0,0 0-1 0 0,0 0 0 0 0,0 1 0 0 0,0 0 0 0 0,0 0 0 0 0,-1 1 0 0 0,0 0 1 0 0,0 0-1 0 0,0 0 0 0 0,-1 1 0 0 0,9 11 0 0 0,-8-9 17 0 0,-1 0 1 0 0,0 1-1 0 0,0-1 0 0 0,-1 1 0 0 0,0 0 0 0 0,-1 0 0 0 0,0 0 0 0 0,0 1 1 0 0,-1-1-1 0 0,0 0 0 0 0,-1 1 0 0 0,0 0 0 0 0,-1-1 0 0 0,0 1 0 0 0,0 0 1 0 0,-3 14-1 0 0,0-9 45 0 0,-1 1 0 0 0,0-1 0 0 0,-2 0 0 0 0,0-1 0 0 0,0 1 0 0 0,-15 23 0 0 0,20-37-10 0 0,0 0 0 0 0,0 0 0 0 0,0 0 0 0 0,1 0 0 0 0,-1 1 0 0 0,0-1 0 0 0,0 0 0 0 0,-1-1 0 0 0,1 1 0 0 0,0 0 0 0 0,0 0-1 0 0,0 0 1 0 0,0-1 0 0 0,-1 1 0 0 0,1 0 0 0 0,0-1 0 0 0,-1 0 0 0 0,1 1 0 0 0,0-1 0 0 0,-1 0 0 0 0,1 1 0 0 0,-1-1 0 0 0,1 0 0 0 0,-1 0 0 0 0,1 0-1 0 0,0 0 1 0 0,-1 0 0 0 0,1-1 0 0 0,-1 1 0 0 0,1 0 0 0 0,0-1 0 0 0,-1 1 0 0 0,-1-1 0 0 0,3 0-28 0 0,-1 0 0 0 0,1 1 1 0 0,-1-1-1 0 0,1 0 0 0 0,-1 1 1 0 0,1-1-1 0 0,0 0 0 0 0,-1 0 0 0 0,1 0 1 0 0,0 1-1 0 0,-1-1 0 0 0,1 0 1 0 0,0 0-1 0 0,0 0 0 0 0,0 1 0 0 0,0-1 1 0 0,0 0-1 0 0,0 0 0 0 0,0 0 1 0 0,0 0-1 0 0,0 0 0 0 0,0 0 0 0 0,0 0 11 0 0,1-7-6 0 0,-1-1-1 0 0,1 1 0 0 0,0 0 1 0 0,1 0-1 0 0,-1 0 1 0 0,2 0-1 0 0,-1 0 1 0 0,1 0-1 0 0,0 1 0 0 0,1-1 1 0 0,0 1-1 0 0,7-11 1 0 0,6-5-28 0 0,0 1 1 0 0,26-25-1 0 0,-26 29 6 0 0,1 2-1 0 0,1 0 0 0 0,0 1 0 0 0,27-16 1 0 0,-35 25-8 0 0,0 0 0 0 0,0 0 0 0 0,1 1 1 0 0,0 0-1 0 0,0 1 0 0 0,0 1 0 0 0,0 0 1 0 0,0 1-1 0 0,25-2 0 0 0,-32 3 14 0 0,1 2 0 0 0,-1-1 0 0 0,1 1 0 0 0,-1-1 0 0 0,0 1 0 0 0,1 1 0 0 0,-1-1 0 0 0,0 1 0 0 0,0 0 0 0 0,1 0 0 0 0,-2 1 0 0 0,1-1 0 0 0,0 1 0 0 0,0 0 0 0 0,-1 0 0 0 0,0 1 0 0 0,0-1 0 0 0,0 1 0 0 0,5 5 0 0 0,-5-3 1 0 0,0 0 0 0 0,0 1 0 0 0,-1-1 1 0 0,0 1-1 0 0,0 0 0 0 0,0 0 0 0 0,-1 0 0 0 0,0 0 0 0 0,0 0 1 0 0,-1 1-1 0 0,0-1 0 0 0,0 0 0 0 0,-1 11 0 0 0,-2 134-16 0 0,2-150-85 0 0,0 0 1 0 0,0 0-1 0 0,1-1 1 0 0,-1 1-1 0 0,0 0 1 0 0,1 0-1 0 0,0 0 1 0 0,-1-1-1 0 0,1 1 1 0 0,0 0 0 0 0,0-1-1 0 0,0 1 1 0 0,0 0-1 0 0,0-1 1 0 0,0 1-1 0 0,0-1 1 0 0,1 0-1 0 0,-1 1 1 0 0,1-1-1 0 0,-1 0 1 0 0,1 0 0 0 0,-1 0-1 0 0,1 0 1 0 0,-1 0-1 0 0,1 0 1 0 0,0 0-1 0 0,0-1 1 0 0,-1 1-1 0 0,1-1 1 0 0,0 1 0 0 0,0-1-1 0 0,0 0 1 0 0,0 1-1 0 0,2-1 1 0 0,6 0-1037 0 0,0 1 0 0 0,1-1 1 0 0,-1-1-1 0 0,17-3 1 0 0,14-6-5436 0 0,-18 1 871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1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65 684 0 0,'-45'3'19029'0'0,"55"0"-20006"0"0,63-2 1161 0 0,-42-2-154 0 0,23-1-382 0 0,80-12-1 0 0,-11-9-3505 0 0,-70 10 752 0 0,-20 1-1834 0 0,-20 5 1003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2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22 936 0 0,'-3'-1'1888'0'0,"-5"-4"890"0"0,-1 0 0 0 0,-1 2 0 0 0,-12-5-1 0 0,28 25-2427 0 0,1-11-270 0 0,12 13 100 0 0,-16-15-194 0 0,0 1 0 0 0,-1-1-1 0 0,1 1 1 0 0,-1 0-1 0 0,0 0 1 0 0,-1-1-1 0 0,1 2 1 0 0,-1-1 0 0 0,0 0-1 0 0,0 0 1 0 0,0 0-1 0 0,-1 0 1 0 0,0 1 0 0 0,0-1-1 0 0,0 0 1 0 0,-1 0-1 0 0,0 1 1 0 0,0-1 0 0 0,0 0-1 0 0,-1 0 1 0 0,1 0-1 0 0,-1 0 1 0 0,0-1-1 0 0,-1 1 1 0 0,-4 7 0 0 0,-2 0-593 0 0,0 0 1 0 0,-1 0 0 0 0,-1-1 0 0 0,0-1-1 0 0,-1 1 1 0 0,-19 12 0 0 0,-21 11-3662 0 0,22-19 1013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6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170 338 788 0 0,'-61'37'5091'0'0,"-25"23"-2069"0"0,65-45-1555 0 0,19-13-1051 0 0,38-19-124 0 0,70-42-280 0 0,-1-5 0 0 0,177-145 0 0 0,-269 200-7 0 0,-1-2 0 0 0,0 0 1 0 0,-1 0-1 0 0,0-1 0 0 0,13-20 1 0 0,-24 32-8 0 0,1-1 0 0 0,-1 1 0 0 0,0-1 0 0 0,1 1 0 0 0,-1-1 0 0 0,0 0 0 0 0,0 1 0 0 0,1-1 0 0 0,-1 0 0 0 0,0 1 0 0 0,0-1 0 0 0,0 1 0 0 0,0-1 0 0 0,0 0 0 0 0,0 0 0 0 0,0 1 0 0 0,0-1 0 0 0,0 0 0 0 0,0 0 0 0 0,-9-3-36 0 0,-13 10 6 0 0,15-2 21 0 0,0-1 0 0 0,1 2 0 0 0,0-1 0 0 0,0 1 0 0 0,0 0 1 0 0,0 0-1 0 0,1 1 0 0 0,0-1 0 0 0,0 1 0 0 0,0 0 0 0 0,1 1 0 0 0,0-1 1 0 0,-5 10-1 0 0,8-12 8 0 0,-1 0 1 0 0,1-1 0 0 0,-1 1 0 0 0,1 0 0 0 0,0 0-1 0 0,1 0 1 0 0,-1 0 0 0 0,1 1 0 0 0,-1-1-1 0 0,1 0 1 0 0,1 0 0 0 0,-1 0 0 0 0,0 0-1 0 0,1 0 1 0 0,0 0 0 0 0,0 0 0 0 0,0 0 0 0 0,1 0-1 0 0,-1 0 1 0 0,1-1 0 0 0,0 1 0 0 0,0 0-1 0 0,0-1 1 0 0,0 1 0 0 0,6 4 0 0 0,11 12-22 0 0,26 19 1 0 0,-30-27 12 0 0,-1 0 0 0 0,0 1 1 0 0,-1 1-1 0 0,19 23 1 0 0,-31-35 28 0 0,0 0 1 0 0,0 1-1 0 0,0-1 1 0 0,0 0-1 0 0,0 0 1 0 0,0 1-1 0 0,0-1 1 0 0,-1 1-1 0 0,1-1 1 0 0,-1 1-1 0 0,0-1 1 0 0,0 0-1 0 0,0 1 1 0 0,0-1-1 0 0,0 1 1 0 0,0-1-1 0 0,-1 1 1 0 0,1-1-1 0 0,-1 1 1 0 0,0-1-1 0 0,1 0 1 0 0,-1 1-1 0 0,0-1 1 0 0,-1 0 0 0 0,1 0-1 0 0,0 0 1 0 0,-1 0-1 0 0,1 0 1 0 0,-1 0-1 0 0,1 0 1 0 0,-1 0-1 0 0,0-1 1 0 0,0 1-1 0 0,-2 1 1 0 0,-5 4 139 0 0,-1 0 0 0 0,1 0 1 0 0,-1-2-1 0 0,0 1 0 0 0,0-1 1 0 0,-12 4-1 0 0,7-4 17 0 0,0-1 1 0 0,0-1 0 0 0,0 0-1 0 0,-1 0 1 0 0,1-2 0 0 0,-1 0-1 0 0,0-1 1 0 0,1 0-1 0 0,-1-1 1 0 0,0-1 0 0 0,-15-4-1 0 0,28 6-242 0 0,0-1-1 0 0,1 1 0 0 0,-1-1 0 0 0,0 1 1 0 0,1-1-1 0 0,-1 0 0 0 0,1 0 0 0 0,-1-1 1 0 0,1 1-1 0 0,-1 0 0 0 0,1-1 0 0 0,0 1 1 0 0,-4-5-1 0 0,5 5-48 0 0,1 0 1 0 0,0 0-1 0 0,-1 0 0 0 0,1 0 1 0 0,0 0-1 0 0,0 0 1 0 0,0 0-1 0 0,0 0 0 0 0,0 0 1 0 0,0 0-1 0 0,0 0 0 0 0,0 0 1 0 0,0 0-1 0 0,0 0 1 0 0,0 0-1 0 0,1 0 0 0 0,-1 0 1 0 0,0 0-1 0 0,1 0 0 0 0,-1 0 1 0 0,1 0-1 0 0,-1 0 1 0 0,1 0-1 0 0,0 0 0 0 0,-1 0 1 0 0,1 1-1 0 0,0-1 0 0 0,-1 0 1 0 0,1 0-1 0 0,0 1 1 0 0,2-2-1 0 0,3-4-1158 0 0,2 0 0 0 0,-1 0 0 0 0,15-7 0 0 0,-3 2-1165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7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71 1416 0 0,'3'-1'3777'0'0,"28"-2"2248"0"0,-18 6-5909 0 0,-10-2 4 0 0,-3-1-114 0 0,1 1 1 0 0,-1-1-1 0 0,1 0 1 0 0,-1 1-1 0 0,1-1 0 0 0,-1 1 1 0 0,0-1-1 0 0,1 0 1 0 0,-1 1-1 0 0,0-1 1 0 0,1 1-1 0 0,-1-1 1 0 0,0 1-1 0 0,1-1 1 0 0,-1 1-1 0 0,0 0 1 0 0,0-1-1 0 0,0 1 1 0 0,1-1-1 0 0,-1 1 0 0 0,0-1 1 0 0,0 2-1 0 0,7 14 85 0 0,23 21 98 0 0,-28-34-169 0 0,18 15 142 0 0,-16-14-126 0 0,20 7 109 0 0,3-5 208 0 0,-26-6-350 0 0,-1 0 0 0 0,1 0 0 0 0,-1 0 0 0 0,1 0 0 0 0,-1 0 0 0 0,1-1 0 0 0,-1 1 1 0 0,1 0-1 0 0,-1 0 0 0 0,0-1 0 0 0,1 1 0 0 0,-1 0 0 0 0,1 0 0 0 0,-1-1 0 0 0,0 1 0 0 0,1-1 0 0 0,-1 1 0 0 0,1 0 0 0 0,-1-1 1 0 0,0 1-1 0 0,0-1 0 0 0,1 1 0 0 0,-1-1 0 0 0,0 1 0 0 0,0-1 0 0 0,0 1 0 0 0,1-1 0 0 0,-1 0 0 0 0,3-15 53 0 0,-2 9-53 0 0,-1 0 0 0 0,-1 0 0 0 0,1 0-1 0 0,-1 1 1 0 0,0-1 0 0 0,-1 0 0 0 0,1 1 0 0 0,-1-1 0 0 0,-1 1-1 0 0,-5-12 1 0 0,6 13-14 0 0,-1 0-1 0 0,0 1 0 0 0,0-1 1 0 0,0 0-1 0 0,-1 1 1 0 0,1 0-1 0 0,-1 0 0 0 0,0 0 1 0 0,0 0-1 0 0,-1 1 0 0 0,1-1 1 0 0,-1 1-1 0 0,0 0 0 0 0,-5-2 1 0 0,6 4 2 0 0,1 0 0 0 0,-1 0 0 0 0,0 0 0 0 0,0 1 0 0 0,0 0 0 0 0,0 0 0 0 0,0 0 0 0 0,0 0 0 0 0,0 0-1 0 0,-7 2 1 0 0,2 0-5 0 0,0 1-1 0 0,0 0 1 0 0,-13 6-1 0 0,10-3-9 0 0,-1 2 0 0 0,2-1-1 0 0,-1 2 1 0 0,1-1 0 0 0,0 2-1 0 0,-18 19 1 0 0,12-9 13 0 0,1 0 0 0 0,-25 44 0 0 0,36-56 32 0 0,0 1 1 0 0,0 0-1 0 0,1 1 0 0 0,0-1 1 0 0,1 1-1 0 0,0 0 0 0 0,0 0 0 0 0,1 0 1 0 0,1 0-1 0 0,0 0 0 0 0,0 0 1 0 0,1 1-1 0 0,1 15 0 0 0,-1-23-9 0 0,1 0-1 0 0,0 0 1 0 0,0 0-1 0 0,1 0 1 0 0,-1 0-1 0 0,0 0 1 0 0,1 0-1 0 0,0-1 0 0 0,0 1 1 0 0,-1 0-1 0 0,2-1 1 0 0,-1 1-1 0 0,0-1 1 0 0,0 0-1 0 0,3 2 1 0 0,0 0-25 0 0,0-1 0 0 0,0-1 1 0 0,0 1-1 0 0,0-1 0 0 0,0 0 1 0 0,1 0-1 0 0,-1 0 0 0 0,6 0 1 0 0,4 1-194 0 0,0-2 0 0 0,0 0 1 0 0,0 0-1 0 0,0-2 0 0 0,25-3 0 0 0,-3-2-777 0 0,-1-2 0 0 0,-1-1-1 0 0,1-2 1 0 0,-2-2-1 0 0,1-1 1 0 0,46-26-1 0 0,-27 6-1100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7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67 183 1648 0 0,'62'-179'11478'0'0,"-61"175"-10890"0"0,-2 5-577 0 0,0-1 0 0 0,0 0 1 0 0,0 0-1 0 0,0 1 0 0 0,0-1 0 0 0,0 0 0 0 0,0 1 0 0 0,0-1 1 0 0,0 1-1 0 0,0-1 0 0 0,1 1 0 0 0,-1 0 0 0 0,0-1 1 0 0,0 1-1 0 0,1 0 0 0 0,-1-1 0 0 0,0 1 0 0 0,1 0 1 0 0,-1 0-1 0 0,0 1 0 0 0,-10 22 77 0 0,7-15-48 0 0,-73 157 476 0 0,58-119-392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8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48 364 0 0,'12'-23'5807'0'0,"0"7"-1558"0"0,-10 8-3079 0 0,-5 25-1103 0 0,0 0-1 0 0,-1 0 1 0 0,-1-1 0 0 0,0 1 0 0 0,-11 20 0 0 0,6-12 53 0 0,-83 191 782 0 0,50-123-537 0 0,-52 166 0 0 0,92-248-330 0 0,0 0 0 0 0,1 0 0 0 0,0 1 1 0 0,1-1-1 0 0,0 1 0 0 0,1 0 0 0 0,1 16 0 0 0,0-24-14 0 0,0 0-1 0 0,0 0 1 0 0,0 0-1 0 0,0 0 1 0 0,0 0 0 0 0,1 0-1 0 0,0-1 1 0 0,0 1-1 0 0,0-1 1 0 0,0 1 0 0 0,0-1-1 0 0,1 0 1 0 0,0 0 0 0 0,-1 0-1 0 0,1 0 1 0 0,0 0-1 0 0,1-1 1 0 0,-1 1 0 0 0,0-1-1 0 0,1 0 1 0 0,-1 0-1 0 0,1 0 1 0 0,0-1 0 0 0,6 3-1 0 0,3 0-107 0 0,-1-2 0 0 0,1 1 0 0 0,0-2 0 0 0,0 0-1 0 0,0 0 1 0 0,0-1 0 0 0,0-1 0 0 0,0 0-1 0 0,0-1 1 0 0,0 0 0 0 0,15-5 0 0 0,-13 3-688 0 0,-1-1 1 0 0,0 0-1 0 0,0-1 1 0 0,-1-1-1 0 0,1 0 1 0 0,-2 0-1 0 0,1-2 1 0 0,-1 1-1 0 0,17-17 1 0 0,-3-2-2570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8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82 552 0 0,'-57'-20'7152'0'0,"54"19"-6695"0"0,3 0-425 0 0,0 1 0 0 0,-1 0 0 0 0,1 0 0 0 0,0 0 1 0 0,-1 0-1 0 0,1 0 0 0 0,0-1 0 0 0,-1 1 0 0 0,1 0 0 0 0,0 0 1 0 0,0-1-1 0 0,-1 1 0 0 0,1 0 0 0 0,0 0 0 0 0,0-1 0 0 0,-1 1 1 0 0,1 0-1 0 0,0-1 0 0 0,0 1 0 0 0,0 0 0 0 0,0-1 0 0 0,0 1 1 0 0,-1 0-1 0 0,1-1 0 0 0,0 1 0 0 0,0 0 0 0 0,0-1 0 0 0,0 1 1 0 0,14-7 71 0 0,0 1 1 0 0,0 0-1 0 0,1 1 1 0 0,-1 1 0 0 0,1 0-1 0 0,16-1 1 0 0,98-8-55 0 0,-95 11-62 0 0,442 4-3799 0 0,-396 1 3470 0 0,35 4 4303 0 0,-138 9-3092 0 0,-5-2-572 0 0,1 2 0 0 0,-34 26 0 0 0,46-31-266 0 0,1 1 0 0 0,0 1 0 0 0,1 0 0 0 0,1 1 0 0 0,-14 20 0 0 0,23-31-29 0 0,1 1 0 0 0,0-1 0 0 0,0 0 0 0 0,0 1-1 0 0,1-1 1 0 0,-1 1 0 0 0,1 0 0 0 0,0 0-1 0 0,0-1 1 0 0,0 1 0 0 0,1 0 0 0 0,-1 0 0 0 0,1 0-1 0 0,0 0 1 0 0,0 0 0 0 0,0 0 0 0 0,1-1-1 0 0,-1 1 1 0 0,2 4 0 0 0,0-3 4 0 0,0 0-1 0 0,1 0 1 0 0,-1-1-1 0 0,1 1 1 0 0,0-1 0 0 0,0 1-1 0 0,0-1 1 0 0,1 0-1 0 0,0-1 1 0 0,0 1 0 0 0,0 0-1 0 0,0-1 1 0 0,7 5-1 0 0,22 11 21 0 0,53 24 0 0 0,-55-30-24 0 0,-2 2 1 0 0,36 23 0 0 0,-64-37 34 0 0,0 0-1 0 0,0 0 1 0 0,0-1 0 0 0,0 1-1 0 0,0 0 1 0 0,0 0 0 0 0,-1 0 0 0 0,1 0-1 0 0,0 0 1 0 0,0 0 0 0 0,-1 0-1 0 0,1 0 1 0 0,0 1 0 0 0,-1-1-1 0 0,1 0 1 0 0,-1 0 0 0 0,0 0-1 0 0,1 1 1 0 0,-1-1 0 0 0,0 0-1 0 0,0 1 1 0 0,0-1 0 0 0,0 0-1 0 0,0 2 1 0 0,0 0 28 0 0,-1-1 0 0 0,0 1 0 0 0,0-1-1 0 0,0 1 1 0 0,0-1 0 0 0,0 1 0 0 0,-1-1 0 0 0,1 0 0 0 0,0 0-1 0 0,-1 0 1 0 0,-2 3 0 0 0,-3 2 71 0 0,0 0 0 0 0,-1-1 1 0 0,1 0-1 0 0,-1 0 0 0 0,-12 5 0 0 0,-11 5-13 0 0,0-1 1 0 0,-1-2-1 0 0,-1-1 0 0 0,-1-1 1 0 0,-40 7-1 0 0,68-17-492 0 0,0 0-1 0 0,0-1 1 0 0,0 1-1 0 0,0-1 1 0 0,0 0-1 0 0,1 0 1 0 0,-1-1-1 0 0,0 0 1 0 0,-9-2-1 0 0,14 3 127 0 0,0 0 1 0 0,0 0-1 0 0,0-1 0 0 0,1 1 1 0 0,-1 0-1 0 0,0-1 0 0 0,0 1 0 0 0,0 0 1 0 0,0-1-1 0 0,0 1 0 0 0,1-1 1 0 0,-1 1-1 0 0,0-1 0 0 0,1 0 1 0 0,-2-1-1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49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219 657 1796 0 0,'-12'-93'13950'0'0,"12"91"-13547"0"0,-1 1-370 0 0,1 1-1 0 0,0 0 1 0 0,0-1-1 0 0,0 1 0 0 0,0-1 1 0 0,0 1-1 0 0,-1-1 0 0 0,1 1 1 0 0,0-1-1 0 0,0 1 1 0 0,-1 0-1 0 0,1-1 0 0 0,0 1 1 0 0,-1-1-1 0 0,1 1 0 0 0,0 0 1 0 0,-1 0-1 0 0,1-1 1 0 0,-1 1-1 0 0,1 0 0 0 0,0-1 1 0 0,-1 1-1 0 0,1 0 0 0 0,-1 0 1 0 0,1 0-1 0 0,-1 0 0 0 0,1-1 1 0 0,-1 1-1 0 0,-4 3-13 0 0,1-1-1 0 0,-1 1 0 0 0,1 0 1 0 0,0 0-1 0 0,0 0 1 0 0,0 0-1 0 0,0 1 0 0 0,1-1 1 0 0,-6 8-1 0 0,-32 45 90 0 0,30-40-79 0 0,-5 7 8 0 0,-38 59 6 0 0,50-75-41 0 0,0 0 0 0 0,1 1 0 0 0,-1 0 0 0 0,2-1 0 0 0,-1 1 0 0 0,1 0 0 0 0,0 0 0 0 0,1 0 0 0 0,-1 10 0 0 0,2-15 1 0 0,0 0-1 0 0,0-1 1 0 0,1 1-1 0 0,-1-1 1 0 0,0 1 0 0 0,1-1-1 0 0,0 1 1 0 0,0-1-1 0 0,-1 0 1 0 0,1 1 0 0 0,1-1-1 0 0,-1 0 1 0 0,0 0-1 0 0,1 0 1 0 0,-1 1 0 0 0,1-2-1 0 0,3 5 1 0 0,-2-4 2 0 0,0 1 0 0 0,0-1 1 0 0,1 0-1 0 0,-1 0 0 0 0,1-1 0 0 0,-1 1 1 0 0,1-1-1 0 0,0 1 0 0 0,-1-1 0 0 0,7 1 1 0 0,4-1 3 0 0,-1 0 0 0 0,0 0 1 0 0,1-2-1 0 0,-1 1 1 0 0,26-6-1 0 0,-20 2-14 0 0,0-1-1 0 0,-1-1 0 0 0,0 0 1 0 0,0-2-1 0 0,0 0 0 0 0,-1-1 1 0 0,0-1-1 0 0,0 0 0 0 0,-1-1 1 0 0,-1-1-1 0 0,0-1 0 0 0,0 0 1 0 0,13-17-1 0 0,-18 18-15 0 0,0 0 0 0 0,-1 0 0 0 0,0-1 0 0 0,-1 0 0 0 0,-1-1 0 0 0,0 0 0 0 0,-1 0 0 0 0,-1 0 0 0 0,0-1 0 0 0,0 0 0 0 0,-2 0 0 0 0,0 0-1 0 0,-1 0 1 0 0,0 0 0 0 0,-1-1 0 0 0,-1 1 0 0 0,-1-17 0 0 0,0 25 11 0 0,0 0-1 0 0,-1 0 1 0 0,0 0 0 0 0,0 0-1 0 0,0 1 1 0 0,-1-1 0 0 0,0 1-1 0 0,0-1 1 0 0,0 1-1 0 0,-1 0 1 0 0,0 0 0 0 0,-1 1-1 0 0,1-1 1 0 0,-1 1-1 0 0,0 0 1 0 0,0 0 0 0 0,0 0-1 0 0,-1 1 1 0 0,0 0-1 0 0,0 0 1 0 0,0 0 0 0 0,0 1-1 0 0,-1 0 1 0 0,-10-4-1 0 0,6 4-3 0 0,-1 0 0 0 0,1 0 0 0 0,-1 1 0 0 0,0 0 0 0 0,0 1 0 0 0,0 1 0 0 0,0-1 0 0 0,0 2-1 0 0,1 0 1 0 0,-1 0 0 0 0,0 1 0 0 0,0 1 0 0 0,-21 7 0 0 0,17-3 1 0 0,0 0 0 0 0,1 2 0 0 0,-1 0 0 0 0,2 0 0 0 0,-1 1 0 0 0,1 1 0 0 0,-20 21 0 0 0,26-25 8 0 0,1 1 0 0 0,1 0 0 0 0,-1 0 1 0 0,2 0-1 0 0,-1 1 0 0 0,1 0 0 0 0,0 0 0 0 0,1 1 0 0 0,0-1 0 0 0,0 1 1 0 0,1 0-1 0 0,0 0 0 0 0,1 0 0 0 0,-2 14 0 0 0,4-18 6 0 0,0-1-1 0 0,0 0 1 0 0,1 0-1 0 0,-1 0 1 0 0,1 0-1 0 0,0 0 1 0 0,0 0-1 0 0,1-1 1 0 0,0 1-1 0 0,0 0 1 0 0,0-1-1 0 0,0 1 1 0 0,0-1-1 0 0,1 1 1 0 0,4 4-1 0 0,-2-3 3 0 0,1-1-1 0 0,-1 0 1 0 0,1 0-1 0 0,0 0 1 0 0,1-1-1 0 0,-1 1 0 0 0,1-2 1 0 0,-1 1-1 0 0,10 3 1 0 0,4 0 1 0 0,0-1 1 0 0,1-1 0 0 0,0-1 0 0 0,-1-1-1 0 0,1 0 1 0 0,31-1 0 0 0,-17-3-18 0 0,-1-2 0 0 0,0-1 1 0 0,0-2-1 0 0,0-1 0 0 0,64-23 1 0 0,-60 15-94 0 0,0-2 0 0 0,-1-1-1 0 0,-1-2 1 0 0,55-40 0 0 0,-62 36 90 0 0,0-1 0 0 0,-2-1 0 0 0,-2-1-1 0 0,0-2 1 0 0,-2 0 0 0 0,0-2-1 0 0,-3 0 1 0 0,0-2 0 0 0,-2 0-1 0 0,-2-1 1 0 0,-1 0 0 0 0,19-67-1 0 0,-13-13 571 0 0,-20 113-556 0 0,-1 1 1 0 0,0-1-1 0 0,0 1 1 0 0,0-1-1 0 0,1 0 1 0 0,-1 1-1 0 0,0-1 1 0 0,0 1-1 0 0,0-1 0 0 0,0 0 1 0 0,0 1-1 0 0,0-1 1 0 0,0 1-1 0 0,0-1 1 0 0,0 0-1 0 0,-1 1 1 0 0,1-1-1 0 0,0 1 1 0 0,0-1-1 0 0,0 0 1 0 0,-1 1-1 0 0,1-1 0 0 0,-1 0 1 0 0,-8 10-22 0 0,-13 30-13 0 0,20-36 30 0 0,-19 44-19 0 0,-19 59-1 0 0,20-49 19 0 0,-462 1427 978 0 0,453-1374-894 0 0,-2 0 121 0 0,-25 173 1 0 0,54-266-147 0 0,0-1 0 0 0,2 0-1 0 0,-1 1 1 0 0,2-1 0 0 0,3 19-1 0 0,-4-31-35 0 0,1-1-1 0 0,0 1 1 0 0,0 0 0 0 0,0 0-1 0 0,1-1 1 0 0,-1 1-1 0 0,1-1 1 0 0,0 1-1 0 0,0-1 1 0 0,0 0 0 0 0,1 0-1 0 0,-1 0 1 0 0,1 0-1 0 0,-1 0 1 0 0,1 0-1 0 0,0-1 1 0 0,0 1 0 0 0,0-1-1 0 0,1 0 1 0 0,-1 0-1 0 0,0 0 1 0 0,1 0-1 0 0,0-1 1 0 0,-1 0 0 0 0,1 1-1 0 0,0-1 1 0 0,3 0-1 0 0,2 0 1 0 0,1 0 0 0 0,-1-1 0 0 0,0 0-1 0 0,0 0 1 0 0,0-1 0 0 0,0 0 0 0 0,0-1 0 0 0,0 0-1 0 0,0-1 1 0 0,0 0 0 0 0,-1 0 0 0 0,11-5-1 0 0,-4 0-1 0 0,0 0 0 0 0,-1-1-1 0 0,0-1 1 0 0,0 0-1 0 0,21-20 1 0 0,-25 19 55 0 0,0-1 0 0 0,-1 0 0 0 0,0 0 0 0 0,-1 0 0 0 0,0-1 0 0 0,-1 0 0 0 0,-1-1 1 0 0,0 0-1 0 0,-1 0 0 0 0,0 0 0 0 0,-1 0 0 0 0,-1-1 0 0 0,0 0 0 0 0,-1 1 0 0 0,0-1 0 0 0,-1 0 0 0 0,-1 0 0 0 0,-3-25 0 0 0,0 18-47 0 0,-1-1 1 0 0,-1 1-1 0 0,-1 1 0 0 0,-1-1 1 0 0,0 1-1 0 0,-2 0 1 0 0,-1 1-1 0 0,0 0 0 0 0,-2 0 1 0 0,0 1-1 0 0,-27-33 0 0 0,12 24-20 0 0,0 1-1 0 0,-2 1 0 0 0,-56-39 1 0 0,-105-51-16 0 0,60 39 45 0 0,129 77-25 0 0,-7-5-97 0 0,0 0 0 0 0,0-1 1 0 0,1 1-1 0 0,-14-15 0 0 0,20 19 23 0 0,0-1-1 0 0,-1 1 1 0 0,1-1-1 0 0,0 1 1 0 0,0-1-1 0 0,0 0 1 0 0,0 0-1 0 0,1 0 1 0 0,-1 1-1 0 0,0-1 1 0 0,1 0 0 0 0,-1 0-1 0 0,1 0 1 0 0,0 0-1 0 0,-1 0 1 0 0,1 0-1 0 0,0 0 1 0 0,0 0-1 0 0,1 0 1 0 0,-1 0-1 0 0,0 0 1 0 0,0 0-1 0 0,1 0 1 0 0,0 0 0 0 0,-1 0-1 0 0,1 1 1 0 0,0-1-1 0 0,0 0 1 0 0,2-3-1 0 0,3-3-305 0 0,0 0-1 0 0,0 1 0 0 0,1-1 0 0 0,0 1 1 0 0,0 1-1 0 0,14-10 0 0 0,56-31-2280 0 0,-54 34 1651 0 0,44-24-2757 0 0,18-1-1590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0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16 111 464 0 0,'-2'-3'490'0'0,"0"0"0"0"0,0 0 0 0 0,1 0 0 0 0,-1 0 0 0 0,1 0 0 0 0,0-1 0 0 0,0 1 0 0 0,0 0 0 0 0,0-1 0 0 0,0 1 0 0 0,1 0 0 0 0,0-1 0 0 0,-1 1 0 0 0,1-1 0 0 0,1 1 0 0 0,-1-1 0 0 0,1-4 0 0 0,-1 7-420 0 0,2-3 116 0 0,-1 0-1 0 0,0 0 1 0 0,1 0-1 0 0,0 1 1 0 0,0-1-1 0 0,2-3 1 0 0,-3 5-153 0 0,0 1 0 0 0,0 0-1 0 0,0 0 1 0 0,0 0 0 0 0,0 0 0 0 0,0 0 0 0 0,1 0 0 0 0,-1 0 0 0 0,0 0 0 0 0,0 1 0 0 0,1-1 0 0 0,-1 0-1 0 0,0 1 1 0 0,1-1 0 0 0,-1 1 0 0 0,0-1 0 0 0,1 1 0 0 0,-1 0 0 0 0,1 0 0 0 0,-1-1 0 0 0,1 1 0 0 0,-1 0-1 0 0,1 0 1 0 0,-1 0 0 0 0,1 1 0 0 0,-1-1 0 0 0,1 0 0 0 0,-1 1 0 0 0,2 0 0 0 0,6 3 6 0 0,-1 0 1 0 0,0 1-1 0 0,0 0 1 0 0,0 0 0 0 0,0 1-1 0 0,-1 0 1 0 0,0 1-1 0 0,0-1 1 0 0,-1 1 0 0 0,0 1-1 0 0,0-1 1 0 0,-1 1-1 0 0,9 15 1 0 0,1 4 58 0 0,-2 1 0 0 0,0 1-1 0 0,8 31 1 0 0,3 25 100 0 0,-13-43 444 0 0,21 51 1 0 0,-31-91-304 0 0,3-2-278 0 0,0-1-1 0 0,0 1 0 0 0,0-1 0 0 0,0 0 0 0 0,0 0 1 0 0,0 0-1 0 0,0-1 0 0 0,0 0 0 0 0,0 1 0 0 0,-1-1 1 0 0,1-1-1 0 0,0 1 0 0 0,-1 0 0 0 0,6-6 1 0 0,3-4-24 0 0,-1 0 1 0 0,15-20 0 0 0,-12 14 17 0 0,85-122-2 0 0,-35 48-78 0 0,-42 59 7 0 0,-16 23-28 0 0,0 0 0 0 0,1 0-1 0 0,0 0 1 0 0,1 1 0 0 0,0 1-1 0 0,0-1 1 0 0,14-10 0 0 0,-20 18-73 0 0,0 0 1 0 0,1 0 0 0 0,-1 0-1 0 0,0 0 1 0 0,1 0 0 0 0,-1 0 0 0 0,1 1-1 0 0,-1-1 1 0 0,1 1 0 0 0,-1 0-1 0 0,1 0 1 0 0,0 0 0 0 0,-1 0-1 0 0,1 0 1 0 0,-1 0 0 0 0,1 1-1 0 0,-1-1 1 0 0,1 1 0 0 0,-1-1-1 0 0,1 1 1 0 0,2 1 0 0 0,3 3-622 0 0,0 0 1 0 0,0 0-1 0 0,0 0 1 0 0,9 10 0 0 0,5 2-2240 0 0,-4-4-457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0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436 193 92 0 0,'3'-3'592'0'0,"0"0"-1"0"0,-1-1 1 0 0,1 1-1 0 0,0-1 1 0 0,-1 1-1 0 0,0-1 1 0 0,0 0 0 0 0,0 0-1 0 0,-1 0 1 0 0,1 0-1 0 0,-1 0 1 0 0,0 0-1 0 0,0 0 1 0 0,0-8-1 0 0,0 7-286 0 0,-2 0-1 0 0,1-1 0 0 0,0 1 0 0 0,-1 0 0 0 0,0 0 0 0 0,0 0 1 0 0,-1 0-1 0 0,1 1 0 0 0,-1-1 0 0 0,0 0 0 0 0,-4-6 0 0 0,4 6-245 0 0,-1 1 0 0 0,0 0 0 0 0,0 0-1 0 0,-1 0 1 0 0,1 0 0 0 0,-1 0-1 0 0,1 1 1 0 0,-1-1 0 0 0,0 1 0 0 0,-1 0-1 0 0,1 0 1 0 0,0 1 0 0 0,-1-1 0 0 0,0 1-1 0 0,1 0 1 0 0,-1 0 0 0 0,0 1 0 0 0,0-1-1 0 0,0 1 1 0 0,0 0 0 0 0,0 1 0 0 0,0-1-1 0 0,-1 1 1 0 0,1 0 0 0 0,-8 1 0 0 0,-2 2-46 0 0,1 1 1 0 0,-1 0 0 0 0,1 1 0 0 0,0 1-1 0 0,0 0 1 0 0,0 1 0 0 0,1 0 0 0 0,0 1 0 0 0,1 1-1 0 0,-14 11 1 0 0,4 0-3 0 0,0 1 1 0 0,2 1-1 0 0,0 0 0 0 0,-19 30 1 0 0,33-44 5 0 0,1 1 0 0 0,0 0 0 0 0,0 0 0 0 0,1 0 0 0 0,0 0 0 0 0,1 1 0 0 0,0-1 0 0 0,-4 18 0 0 0,7-23-10 0 0,-1-1 0 0 0,1 1 0 0 0,0 0 0 0 0,0-1 0 0 0,0 1 0 0 0,1 0 0 0 0,-1-1 0 0 0,1 1 1 0 0,0 0-1 0 0,0-1 0 0 0,0 1 0 0 0,0-1 0 0 0,1 0 0 0 0,-1 1 0 0 0,1-1 0 0 0,0 0 0 0 0,0 0 0 0 0,0 0 0 0 0,1 0 0 0 0,-1 0 0 0 0,1 0 0 0 0,-1-1 0 0 0,1 1 0 0 0,0-1 1 0 0,0 0-1 0 0,3 2 0 0 0,3 1-24 0 0,0-1 1 0 0,1 0 0 0 0,-1 0-1 0 0,1-1 1 0 0,-1 0-1 0 0,1-1 1 0 0,0 0 0 0 0,0-1-1 0 0,0 0 1 0 0,0 0 0 0 0,0-1-1 0 0,0-1 1 0 0,1 1 0 0 0,-1-2-1 0 0,-1 1 1 0 0,1-1-1 0 0,0-1 1 0 0,18-7 0 0 0,-15 5-12 0 0,0-1 0 0 0,0 0 1 0 0,-1-1-1 0 0,0 0 1 0 0,0-1-1 0 0,-1 0 0 0 0,0-1 1 0 0,-1 0-1 0 0,1-1 1 0 0,-2 0-1 0 0,0-1 0 0 0,0 0 1 0 0,8-13-1 0 0,-6 2 153 0 0,0 0-1 0 0,-2-1 0 0 0,0 0 1 0 0,-2 0-1 0 0,0-1 1 0 0,3-24-1 0 0,-10 47-123 0 0,0 0 1 0 0,1 0-1 0 0,-1 0 0 0 0,0 1 1 0 0,0-1-1 0 0,0 0 0 0 0,0 0 1 0 0,0 0-1 0 0,0 0 0 0 0,0 1 1 0 0,0-1-1 0 0,0 0 0 0 0,0 0 1 0 0,-1 0-1 0 0,1 1 0 0 0,-1-3 1 0 0,1 3-3 0 0,0 0 0 0 0,-1 0 1 0 0,1 0-1 0 0,0 0 0 0 0,0 0 1 0 0,-1 0-1 0 0,1-1 0 0 0,0 1 1 0 0,-1 0-1 0 0,1 0 1 0 0,0 0-1 0 0,-1 0 0 0 0,1 0 1 0 0,0 0-1 0 0,0 1 0 0 0,-1-1 1 0 0,1 0-1 0 0,0 0 0 0 0,-1 0 1 0 0,1 0-1 0 0,0 0 0 0 0,0 0 1 0 0,-1 0-1 0 0,1 1 0 0 0,0-1 1 0 0,0 0-1 0 0,-1 0 1 0 0,1 1-1 0 0,-18 17-31 0 0,9-4 38 0 0,1 1 0 0 0,0 0 1 0 0,1 0-1 0 0,0 1 0 0 0,2 0 0 0 0,-1 0 0 0 0,2 1 0 0 0,1-1 1 0 0,0 1-1 0 0,0 0 0 0 0,1 20 0 0 0,2-32-41 0 0,1 0 1 0 0,-1 0-1 0 0,1 0 1 0 0,0 0-1 0 0,1 0 1 0 0,-1 0-1 0 0,1-1 0 0 0,0 1 1 0 0,0-1-1 0 0,0 1 1 0 0,0-1-1 0 0,1 0 0 0 0,0 0 1 0 0,0 0-1 0 0,0 0 1 0 0,0 0-1 0 0,1-1 1 0 0,-1 1-1 0 0,1-1 0 0 0,0 0 1 0 0,0 0-1 0 0,0 0 1 0 0,0-1-1 0 0,1 1 0 0 0,-1-1 1 0 0,1 0-1 0 0,0-1 1 0 0,-1 1-1 0 0,1-1 1 0 0,8 2-1 0 0,1-1-311 0 0,0 0 0 0 0,0-1 0 0 0,0 0 0 0 0,0-1 0 0 0,0-1 1 0 0,0 0-1 0 0,0-1 0 0 0,0-1 0 0 0,0 0 0 0 0,-1-1 0 0 0,1 0 0 0 0,12-7 0 0 0,-2 0-502 0 0,0-1 1 0 0,-1-1-1 0 0,0-1 0 0 0,-2-2 0 0 0,30-25 0 0 0,-6-1-1006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1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130 541 2484 0 0,'93'-212'3470'0'0,"-75"161"-1629"0"0,-2 0 0 0 0,12-69-1 0 0,-15 31 388 0 0,-13 89-2213 0 0,0-1 0 0 0,0 1 0 0 0,1-1 0 0 0,-1 0 0 0 0,0 1 0 0 0,0-1 0 0 0,0 0 0 0 0,0 1 0 0 0,0-1 0 0 0,0 0 0 0 0,0 1 0 0 0,0-1 0 0 0,0 0 0 0 0,0 1 0 0 0,0-1 0 0 0,-1 0 0 0 0,1 1 0 0 0,0-1 0 0 0,0 1 0 0 0,-1-1 0 0 0,1 0 0 0 0,0 1 0 0 0,-1-1 0 0 0,1 1 0 0 0,0-1 0 0 0,-1 1 0 0 0,0-2 0 0 0,0 2-10 0 0,0 0 0 0 0,0 0 0 0 0,0 0-1 0 0,0 1 1 0 0,1-1 0 0 0,-1 0 0 0 0,0 0 0 0 0,0 0 0 0 0,0 1-1 0 0,0-1 1 0 0,1 0 0 0 0,-1 1 0 0 0,0-1 0 0 0,0 1 0 0 0,1-1-1 0 0,-1 1 1 0 0,-1 0 0 0 0,-3 4-5 0 0,-1 0-1 0 0,1 0 1 0 0,-8 11 0 0 0,-12 23 5 0 0,1 2 0 0 0,-19 49-1 0 0,-30 92 72 0 0,64-157-70 0 0,-10 29 83 0 0,2 1 0 0 0,-18 106 0 0 0,33-148-99 0 0,1 0 1 0 0,0 0 0 0 0,1 0 0 0 0,0 0-1 0 0,1 0 1 0 0,1 0 0 0 0,0-1 0 0 0,0 1-1 0 0,1 0 1 0 0,1-1 0 0 0,10 23-1 0 0,-10-27-154 0 0,0-1 0 0 0,1 1 0 0 0,0-1-1 0 0,0 0 1 0 0,1-1 0 0 0,0 1 0 0 0,0-1-1 0 0,0 0 1 0 0,1-1 0 0 0,0 1 0 0 0,0-1-1 0 0,1-1 1 0 0,-1 1 0 0 0,1-1-1 0 0,0 0 1 0 0,0-1 0 0 0,0 0 0 0 0,12 2-1 0 0,-5-1-297 0 0,1-2 0 0 0,-1 0 0 0 0,1-1 0 0 0,-1-1 0 0 0,1 0 0 0 0,-1-1 0 0 0,1 0 0 0 0,-1-2 0 0 0,0 0 0 0 0,0 0 0 0 0,0-1 0 0 0,26-12 0 0 0,-21 7 111 0 0,1-1 0 0 0,-2-1 0 0 0,22-16 0 0 0,-20 12 993 0 0,-2-1 1 0 0,27-28-1 0 0,-35 30 305 0 0,0 1-1 0 0,-1-2 1 0 0,-1 1-1 0 0,0-1 1 0 0,7-18-1 0 0,1-16 1609 0 0,-17 45-2498 0 0,-2 6 21 0 0,-7 12 102 0 0,-9 21 45 0 0,8-9-168 0 0,0 1 0 0 0,-7 34 0 0 0,14-48-31 0 0,1 0-1 0 0,0 1 1 0 0,1-1 0 0 0,0 0 0 0 0,1 0 0 0 0,4 26 0 0 0,-3-34-144 0 0,0 0-1 0 0,1 0 1 0 0,0 0-1 0 0,0 0 0 0 0,0-1 1 0 0,0 1-1 0 0,1-1 1 0 0,0 1-1 0 0,0-1 0 0 0,0 0 1 0 0,1 0-1 0 0,-1 0 1 0 0,1-1-1 0 0,0 1 0 0 0,0-1 1 0 0,0 0-1 0 0,0 0 1 0 0,1 0-1 0 0,-1 0 0 0 0,1-1 1 0 0,0 0-1 0 0,-1 0 1 0 0,1 0-1 0 0,8 1 0 0 0,-1 0-575 0 0,0-1-1 0 0,0 0 0 0 0,0-1 1 0 0,1 0-1 0 0,-1-1 0 0 0,0 0 1 0 0,0-1-1 0 0,0 0 0 0 0,19-5 1 0 0,3-4-1974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2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23 334 224 0 0,'10'-16'2568'0'0,"1"1"-1"0"0,-2-1 1 0 0,0-1 0 0 0,7-18 0 0 0,-16 32-2173 0 0,6-5 225 0 0,-6 7-369 0 0,-3 10-125 0 0,-30 89 98 0 0,23-71-166 0 0,0 1-1 0 0,2 0 1 0 0,1 0-1 0 0,-5 38 1 0 0,12-63-48 0 0,0 1 1 0 0,0-1-1 0 0,0 0 1 0 0,0 0 0 0 0,0 0-1 0 0,1 0 1 0 0,-1 0-1 0 0,1 0 1 0 0,0 0-1 0 0,0 0 1 0 0,0-1 0 0 0,0 1-1 0 0,1 0 1 0 0,-1 0-1 0 0,1-1 1 0 0,-1 1-1 0 0,5 4 1 0 0,-3-4-36 0 0,1 0 1 0 0,-1 0-1 0 0,1-1 0 0 0,0 1 1 0 0,0-1-1 0 0,0 0 0 0 0,0 0 1 0 0,0-1-1 0 0,0 1 1 0 0,0-1-1 0 0,6 1 0 0 0,5 1-195 0 0,0-1 0 0 0,1-1 0 0 0,-1-1 0 0 0,0 0 0 0 0,1-1 0 0 0,16-3 0 0 0,-11 1 104 0 0,-1-2 1 0 0,1 0 0 0 0,-1-1 0 0 0,0-2 0 0 0,-1 0 0 0 0,0 0 0 0 0,0-2 0 0 0,-1-1 0 0 0,0 0 0 0 0,0-1 0 0 0,-2-1 0 0 0,1 0 0 0 0,-2-1-1 0 0,0-1 1 0 0,-1-1 0 0 0,0 0 0 0 0,-1-1 0 0 0,-1 0 0 0 0,17-32 0 0 0,-24 37 462 0 0,0 1-1 0 0,-1-1 1 0 0,-1 0-1 0 0,3-16 1 0 0,-5 22-240 0 0,0-1 1 0 0,-1 1-1 0 0,1 0 1 0 0,-1-1-1 0 0,0 1 1 0 0,-1-1-1 0 0,0 1 1 0 0,0 0-1 0 0,-3-11 1 0 0,3 15-58 0 0,-6-1-44 0 0,7 2-6 0 0,0 1 1 0 0,0 0 0 0 0,-1 0-1 0 0,1-1 1 0 0,0 1 0 0 0,-1 0-1 0 0,1 0 1 0 0,0-1 0 0 0,-1 1-1 0 0,1 0 1 0 0,0 0-1 0 0,-1 0 1 0 0,1 0 0 0 0,-1 0-1 0 0,1-1 1 0 0,0 1 0 0 0,-1 0-1 0 0,1 0 1 0 0,-1 0 0 0 0,1 0-1 0 0,0 0 1 0 0,-1 0-1 0 0,1 0 1 0 0,-1 0 0 0 0,1 1-1 0 0,0-1 1 0 0,-1 0 0 0 0,0 0-1 0 0,-3 2 1 0 0,0-1-1 0 0,-1 1 1 0 0,1 0-1 0 0,0 0 1 0 0,1 1-1 0 0,-1-1 1 0 0,0 1-1 0 0,1 0 1 0 0,-1 0-1 0 0,-4 6 1 0 0,-1 0-1 0 0,1 1 1 0 0,-12 21 0 0 0,19-30 12 0 0,-6 16 50 0 0,1-2 57 0 0,7-14-118 0 0,-1-1 0 0 0,0 1 0 0 0,1-1 0 0 0,-1 0 0 0 0,1 1 0 0 0,-1-1 0 0 0,1 1 0 0 0,-1-1 0 0 0,1 0 0 0 0,-1 1 0 0 0,1-1 0 0 0,-1 0 0 0 0,1 0 0 0 0,-1 1 0 0 0,1-1 0 0 0,-1 0 0 0 0,1 0 0 0 0,-1 0 0 0 0,1 0 0 0 0,-1 0 0 0 0,1 0 0 0 0,0 0 0 0 0,-1 0 0 0 0,1 0 0 0 0,-1 0 0 0 0,1 0 0 0 0,-1 0 0 0 0,1 0 0 0 0,0 0 0 0 0,-1-1 0 0 0,1 1 0 0 0,0 0 0 0 0,10-2-8 0 0,-8 2 18 0 0,13-5 76 0 0,-6 4-56 0 0,-8 0 93 0 0,-2 1-121 0 0,1 1 0 0 0,-1-1 0 0 0,0 0 0 0 0,1 0 0 0 0,-1 0 0 0 0,0 0 0 0 0,1 0 0 0 0,-1 0 0 0 0,0 0 0 0 0,0 0 0 0 0,1 0 0 0 0,-1 0 0 0 0,0 0-1 0 0,1-1 1 0 0,-1 1 0 0 0,0 0 0 0 0,0 0 0 0 0,1 0 0 0 0,-1 0 0 0 0,0 0 0 0 0,0 0 0 0 0,1-1 0 0 0,-1 1 0 0 0,0 0 0 0 0,0 0 0 0 0,1 0 0 0 0,-1-1 0 0 0,0 1 0 0 0,0 0 0 0 0,0 0 0 0 0,0-1 0 0 0,1 1 0 0 0,-1 0 0 0 0,0 0 0 0 0,0-1 0 0 0,0 1 0 0 0,0-1 0 0 0,0 1-5 0 0,-1 0 1 0 0,1 0-1 0 0,-1 0 1 0 0,1 0 0 0 0,0 0-1 0 0,-1-1 1 0 0,1 1-1 0 0,-1 0 1 0 0,1 0-1 0 0,-1 1 1 0 0,1-1 0 0 0,-1 0-1 0 0,1 0 1 0 0,-1 0-1 0 0,1 0 1 0 0,-1 0-1 0 0,1 0 1 0 0,0 1-1 0 0,-1-1 1 0 0,1 0 0 0 0,-1 0-1 0 0,1 1 1 0 0,0-1-1 0 0,-1 0 1 0 0,1 0-1 0 0,-1 1 1 0 0,1-1 0 0 0,0 1-1 0 0,0-1 1 0 0,-1 1-1 0 0,-15 14-3 0 0,0 1 1 0 0,2 0-1 0 0,0 1 0 0 0,1 1 0 0 0,0 0 0 0 0,2 1 0 0 0,0 0 0 0 0,1 1 0 0 0,1 0 1 0 0,-8 26-1 0 0,13-34 19 0 0,1-1 0 0 0,0 1-1 0 0,1 0 1 0 0,-1 23 0 0 0,2-31-5 0 0,1-1-1 0 0,1 0 0 0 0,-1 0 1 0 0,0 0-1 0 0,1 0 0 0 0,-1 1 0 0 0,1-1 1 0 0,0 0-1 0 0,0 0 0 0 0,1 0 1 0 0,-1-1-1 0 0,0 1 0 0 0,1 0 1 0 0,0 0-1 0 0,0-1 0 0 0,-1 1 1 0 0,2-1-1 0 0,-1 1 0 0 0,0-1 0 0 0,0 0 1 0 0,1 0-1 0 0,-1 0 0 0 0,6 3 1 0 0,-1-2 4 0 0,1 0 0 0 0,0 0 0 0 0,1 0 0 0 0,-1-1 0 0 0,0-1 0 0 0,1 1 0 0 0,-1-1 0 0 0,1-1 0 0 0,0 0 0 0 0,-1 0 1 0 0,16-2-1 0 0,6-3-12 0 0,56-16 0 0 0,-51 10-9 0 0,-1-1-1 0 0,-1-3 1 0 0,0 0-1 0 0,-1-2 1 0 0,-1-1-1 0 0,-1-2 1 0 0,0-1-1 0 0,27-26 1 0 0,-16 9-3 0 0,-2-1 0 0 0,-2-2 0 0 0,-2-2 1 0 0,47-73-1 0 0,-72 99 11 0 0,-1 0 0 0 0,0-1 1 0 0,-2-1-1 0 0,0 1 0 0 0,-1-1 0 0 0,-1 0 0 0 0,4-26 0 0 0,-9 44-6 0 0,1 0-1 0 0,-1-1 0 0 0,0 1 0 0 0,0 0 1 0 0,0 0-1 0 0,0 0 0 0 0,0-1 0 0 0,0 1 1 0 0,0 0-1 0 0,0 0 0 0 0,0-1 0 0 0,-1 1 1 0 0,1 0-1 0 0,0 0 0 0 0,-1 0 0 0 0,1 0 1 0 0,-1-1-1 0 0,0 0 0 0 0,0 2 1 0 0,1-1-1 0 0,-1 1 1 0 0,1 0-1 0 0,-1-1 1 0 0,1 1-1 0 0,-1 0 1 0 0,0-1-1 0 0,1 1 1 0 0,-1 0 0 0 0,0 0-1 0 0,1-1 1 0 0,-1 1-1 0 0,0 0 1 0 0,0 0-1 0 0,1 0 1 0 0,-1 0-1 0 0,0 0 1 0 0,1 0 0 0 0,-1 0-1 0 0,0 0 1 0 0,1 1-1 0 0,-2-1 1 0 0,-2 1-10 0 0,1 0 1 0 0,-1 1 0 0 0,1-1-1 0 0,0 1 1 0 0,0 0 0 0 0,0 0-1 0 0,0 0 1 0 0,0 0-1 0 0,0 1 1 0 0,-3 2 0 0 0,-2 4 2 0 0,1 0 1 0 0,1 1-1 0 0,-1 0 1 0 0,1 0-1 0 0,1 0 1 0 0,0 0-1 0 0,1 1 1 0 0,0 0 0 0 0,0 0-1 0 0,1 0 1 0 0,0 0-1 0 0,1 0 1 0 0,1 1-1 0 0,0-1 1 0 0,0 20-1 0 0,3-7 20 0 0,0 0-1 0 0,2 0 1 0 0,1 0-1 0 0,1-1 1 0 0,1 1-1 0 0,14 32 1 0 0,-9-27 32 0 0,5 12 89 0 0,16 54 1 0 0,-33-94-116 0 0,0 1 1 0 0,0-1 0 0 0,0 0-1 0 0,0 1 1 0 0,0-1 0 0 0,0 0-1 0 0,-1 1 1 0 0,1-1 0 0 0,0 0-1 0 0,-1 0 1 0 0,1 1 0 0 0,-1-1-1 0 0,1 0 1 0 0,-1 0 0 0 0,0 0-1 0 0,1 1 1 0 0,-1-1 0 0 0,0 0-1 0 0,0 0 1 0 0,0 0 0 0 0,-1 1-1 0 0,-1 1 17 0 0,0-1 0 0 0,0 0 0 0 0,0 1-1 0 0,0-1 1 0 0,0-1 0 0 0,-5 3 0 0 0,-5 1-73 0 0,0-1 0 0 0,0 0 0 0 0,-1-1 0 0 0,1-1 0 0 0,-1 0 1 0 0,1-1-1 0 0,-24-1 0 0 0,-97-15-6580 0 0,127 14 5975 0 0,-44-8-4540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2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1552 0 0,'0'0'2541'0'0,"3"0"-1479"0"0,27 7 4944 0 0,-20-4-6087 0 0,-8-2 175 0 0,4-2-59 0 0,0 1 0 0 0,0 0 0 0 0,-1 0 0 0 0,12 2 0 0 0,-12-1-11 0 0,14-1-65 0 0,0-2 1 0 0,0 0-1 0 0,32-8 1 0 0,16-11-4690 0 0,-39 11 653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2104 0 0,'19'-18'7477'0'0,"-18"16"-7336"0"0,1 0 1 0 0,0 0 0 0 0,0 0-1 0 0,1 1 1 0 0,-1-1-1 0 0,0 1 1 0 0,0-1-1 0 0,1 1 1 0 0,-1 0-1 0 0,1 0 1 0 0,-1 0 0 0 0,1 0-1 0 0,0 1 1 0 0,-1-1-1 0 0,1 1 1 0 0,-1 0-1 0 0,1-1 1 0 0,0 1-1 0 0,0 0 1 0 0,-1 0 0 0 0,6 2-1 0 0,-2-1-114 0 0,0 1 1 0 0,0 1-1 0 0,0-1 0 0 0,0 1 0 0 0,0 0 1 0 0,0 0-1 0 0,-1 1 0 0 0,1 0 0 0 0,-1 0 1 0 0,0 0-1 0 0,0 0 0 0 0,-1 1 0 0 0,1 0 1 0 0,-1 0-1 0 0,0 0 0 0 0,0 1 0 0 0,-1-1 1 0 0,0 1-1 0 0,0 0 0 0 0,0 0 0 0 0,0 0 1 0 0,-1 0-1 0 0,0 0 0 0 0,0 1 0 0 0,-1-1 1 0 0,0 1-1 0 0,0-1 0 0 0,-1 1 1 0 0,1-1-1 0 0,-1 1 0 0 0,-2 12 0 0 0,-1-5 30 0 0,-1 0 0 0 0,0-1 0 0 0,-1 1 0 0 0,-1-1-1 0 0,0 0 1 0 0,-1 0 0 0 0,0-1 0 0 0,-1 0 0 0 0,0 0 0 0 0,-1-1-1 0 0,-19 20 1 0 0,12-6 573 0 0,177-156-687 0 0,47-43 675 0 0,-155 122 1598 0 0,-40 34-1609 0 0,-13 18-603 0 0,0 0 0 0 0,0-1 0 0 0,0 1 0 0 0,0 0 0 0 0,0 0 1 0 0,0 0-1 0 0,0 0 0 0 0,0-1 0 0 0,0 1 0 0 0,0 0 1 0 0,0 0-1 0 0,0 0 0 0 0,0 0 0 0 0,0 0 0 0 0,0-1 0 0 0,0 1 1 0 0,-1 0-1 0 0,1 0 0 0 0,0 0 0 0 0,0 0 0 0 0,0 0 0 0 0,0 0 1 0 0,0-1-1 0 0,0 1 0 0 0,0 0 0 0 0,-1 0 0 0 0,1 0 0 0 0,0 0 1 0 0,0 0-1 0 0,0 0 0 0 0,0 0 0 0 0,-1 0 0 0 0,1 0 0 0 0,0 0 1 0 0,0 0-1 0 0,0 0 0 0 0,0 0 0 0 0,0 0 0 0 0,-1 0 1 0 0,1 0-1 0 0,0 0 0 0 0,0 0 0 0 0,0 0 0 0 0,0 0 0 0 0,-1 0 1 0 0,1 0-1 0 0,0 0 0 0 0,0 0 0 0 0,0 0 0 0 0,0 0 0 0 0,-1 0 1 0 0,-2 1-3 0 0,-1 1 0 0 0,1-1 0 0 0,-1 0 0 0 0,1 1 0 0 0,0 0 0 0 0,0 0 0 0 0,-5 3 0 0 0,-7 7-13 0 0,1 1 0 0 0,0 1-1 0 0,1 0 1 0 0,1 1 0 0 0,0 0 0 0 0,-10 17 0 0 0,18-26 15 0 0,1 0 0 0 0,-1 1 0 0 0,1-1 0 0 0,1 1 0 0 0,-1 0 0 0 0,1 0 0 0 0,0-1 0 0 0,1 1 0 0 0,-1 1 0 0 0,1-1 0 0 0,1 0 0 0 0,-1 0 0 0 0,1 0 0 0 0,1 0 0 0 0,-1 1 0 0 0,1-1 0 0 0,1 0 0 0 0,-1 0 0 0 0,4 8 0 0 0,-1-6-196 0 0,1 0-1 0 0,0 0 0 0 0,0 0 1 0 0,1 0-1 0 0,0-1 0 0 0,1 0 1 0 0,0-1-1 0 0,0 1 0 0 0,0-1 1 0 0,1-1-1 0 0,0 1 0 0 0,12 6 1 0 0,-6-5-1157 0 0,1 0-1 0 0,0 0 1 0 0,1-2 0 0 0,0 0 0 0 0,0 0 0 0 0,30 5 0 0 0,-24-8-2797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3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11 2072 0 0,'3'-1'2145'0'0,"9"-1"-203"0"0,30-6 10312 0 0,-32 8-12296 0 0,-9 1 54 0 0,-1 0-1 0 0,1-1 1 0 0,-1 1-1 0 0,0-1 1 0 0,1 1 0 0 0,-1 0-1 0 0,0-1 1 0 0,1 1-1 0 0,-1 0 1 0 0,0 0 0 0 0,0-1-1 0 0,0 1 1 0 0,0 0-1 0 0,0 0 1 0 0,1-1 0 0 0,-1 1-1 0 0,0 0 1 0 0,-1 0 0 0 0,1-1-1 0 0,0 1 1 0 0,0 0-1 0 0,0-1 1 0 0,-1 2 0 0 0,-4 23 73 0 0,5-22-66 0 0,-42 135 168 0 0,20-71-2670 0 0,3 0-5216 0 0,16-49 1344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4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12 3688 0 0,'21'-12'14584'0'0,"-21"14"-14559"0"0,1-1 0 0 0,0 0 0 0 0,-1 0 0 0 0,1 1 0 0 0,-1-1 0 0 0,1 1 1 0 0,-1-1-1 0 0,0 0 0 0 0,0 1 0 0 0,1-1 0 0 0,-1 1 0 0 0,0-1 0 0 0,0 0 1 0 0,-1 1-1 0 0,1-1 0 0 0,0 1 0 0 0,0-1 0 0 0,-1 0 0 0 0,1 1 0 0 0,0-1 1 0 0,-2 3-1 0 0,-18 34 138 0 0,9-19-108 0 0,-5 11-1326 0 0,-32 46-1 0 0,-4-12-6820 0 0,35-46 2088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93 1244 0 0,'-2'-7'2778'0'0,"-2"-9"1262"0"0,3 12-3474 0 0,0 0 0 0 0,1 0-1 0 0,0 0 1 0 0,0 0 0 0 0,0 0-1 0 0,1-7 1 0 0,-1 10-486 0 0,0-1 1 0 0,1 0 0 0 0,-1 1-1 0 0,1-1 1 0 0,0 1-1 0 0,-1-1 1 0 0,1 0 0 0 0,0 1-1 0 0,0-1 1 0 0,0 1-1 0 0,0 0 1 0 0,0-1 0 0 0,0 1-1 0 0,0 0 1 0 0,1 0 0 0 0,-1 0-1 0 0,0 0 1 0 0,1 0-1 0 0,-1 0 1 0 0,1 0 0 0 0,-1 0-1 0 0,1 0 1 0 0,-1 1-1 0 0,1-1 1 0 0,-1 0 0 0 0,4 0-1 0 0,-1 1-57 0 0,-1-1 0 0 0,1 1 0 0 0,0-1-1 0 0,-1 1 1 0 0,1 0 0 0 0,0 1 0 0 0,-1-1-1 0 0,1 0 1 0 0,-1 1 0 0 0,1 0 0 0 0,3 1-1 0 0,0 2-2 0 0,0-1 0 0 0,0 1 0 0 0,0 0 1 0 0,-1 1-1 0 0,0-1 0 0 0,0 1 0 0 0,0 0 0 0 0,-1 1 0 0 0,1 0 0 0 0,-1 0 0 0 0,4 6 0 0 0,-3-3 2 0 0,0 0 1 0 0,-1 1 0 0 0,0 0-1 0 0,0-1 1 0 0,-1 2-1 0 0,0-1 1 0 0,2 13 0 0 0,-4-15-3 0 0,-1 0 0 0 0,-1 0-1 0 0,1 0 1 0 0,-1 0 0 0 0,-1 0 0 0 0,0-1 0 0 0,0 1 0 0 0,0 0 0 0 0,-1 0 0 0 0,0-1 0 0 0,0 1 0 0 0,-1-1 0 0 0,0 1-1 0 0,-1-1 1 0 0,-7 13 0 0 0,2-7 58 0 0,0-1 0 0 0,-1 0 0 0 0,-1 0 0 0 0,0-1 0 0 0,0 0 0 0 0,-24 17 0 0 0,32-27-22 0 0,0 0-20 0 0,-12 0-24 0 0,15-1-12 0 0,0 0 0 0 0,0 0 0 0 0,0 0 0 0 0,0 0 0 0 0,0 1 0 0 0,0-1 0 0 0,0 0 0 0 0,0 0 1 0 0,0 0-1 0 0,-1 0 0 0 0,1 0 0 0 0,0 0 0 0 0,0 0 0 0 0,0 0 0 0 0,0 0 0 0 0,0 0 0 0 0,0 0 0 0 0,0 0 0 0 0,0 0 1 0 0,0 0-1 0 0,-1 0 0 0 0,1 0 0 0 0,0 0 0 0 0,0 0 0 0 0,0 0 0 0 0,0 0 0 0 0,0 0 0 0 0,0 0 0 0 0,0 0 0 0 0,0 0 1 0 0,0 0-1 0 0,0 0 0 0 0,-1 0 0 0 0,1 0 0 0 0,0-1 0 0 0,0 1 0 0 0,0 0 0 0 0,0 0 0 0 0,0 0 0 0 0,0 0 0 0 0,0 0 1 0 0,0 0-1 0 0,0 0 0 0 0,0 0 0 0 0,0 0 0 0 0,0 0 0 0 0,0 0 0 0 0,0 0 0 0 0,0-1 0 0 0,0 1 0 0 0,0 0 0 0 0,0 0 0 0 0,0 0 1 0 0,0 0-1 0 0,0 0 0 0 0,0 0 0 0 0,0 0 0 0 0,0 0 0 0 0,0-1 0 0 0,0-3-6 0 0,0 0 0 0 0,1 0 0 0 0,0 0 0 0 0,0 0 0 0 0,0 0 0 0 0,0 0 0 0 0,1 0 0 0 0,-1 1-1 0 0,1-1 1 0 0,0 0 0 0 0,0 1 0 0 0,0-1 0 0 0,1 1 0 0 0,-1 0 0 0 0,1 0 0 0 0,0 0 0 0 0,0 0 0 0 0,0 0 0 0 0,5-3 0 0 0,3-4-22 0 0,174-154-309 0 0,-69 66 1130 0 0,-93 75-138 0 0,-23 23-654 0 0,0 0-1 0 0,-1 0 1 0 0,1 0 0 0 0,0 0 0 0 0,0 0 0 0 0,0 0 0 0 0,0 0 0 0 0,0 0-1 0 0,0 0 1 0 0,0 0 0 0 0,0 0 0 0 0,0 0 0 0 0,0 0 0 0 0,0 0 0 0 0,0 0-1 0 0,0 0 1 0 0,-1 0 0 0 0,1 0 0 0 0,0 0 0 0 0,0-1 0 0 0,0 1 0 0 0,0 0 0 0 0,0 0-1 0 0,0 0 1 0 0,0 0 0 0 0,0 0 0 0 0,0 0 0 0 0,0 0 0 0 0,0 0 0 0 0,0 0-1 0 0,0 0 1 0 0,0 0 0 0 0,0 0 0 0 0,0 0 0 0 0,0 0 0 0 0,0-1 0 0 0,0 1-1 0 0,0 0 1 0 0,0 0 0 0 0,0 0 0 0 0,0 0 0 0 0,0 0 0 0 0,0 0 0 0 0,0 0 0 0 0,0 0-1 0 0,0 0 1 0 0,0 0 0 0 0,0 0 0 0 0,0 0 0 0 0,0 0 0 0 0,0-1 0 0 0,0 1-1 0 0,0 0 1 0 0,0 0 0 0 0,0 0 0 0 0,0 0 0 0 0,0 0 0 0 0,0 0 0 0 0,0 0-1 0 0,0 0 1 0 0,0 0 0 0 0,1 0 0 0 0,-1 0 0 0 0,0 0 0 0 0,-14 7 1 0 0,-7 8-7 0 0,0 0 0 0 0,1 2-1 0 0,2 0 1 0 0,-1 1 0 0 0,-22 31-1 0 0,28-34 2 0 0,2-2 0 0 0,0 0-1 0 0,1 1 1 0 0,1 0-1 0 0,0 0 0 0 0,1 1 1 0 0,1 0-1 0 0,0 1 1 0 0,-6 20-1 0 0,11-30-15 0 0,1 0 0 0 0,0 0 0 0 0,0 0-1 0 0,0 0 1 0 0,1 0 0 0 0,0 0 0 0 0,0 1 0 0 0,0-1-1 0 0,1 0 1 0 0,0 0 0 0 0,0 0 0 0 0,1 0 0 0 0,0 0-1 0 0,0 0 1 0 0,0 0 0 0 0,1 0 0 0 0,-1-1 0 0 0,1 1-1 0 0,1-1 1 0 0,-1 0 0 0 0,1 0 0 0 0,0 0 0 0 0,0 0 0 0 0,0-1-1 0 0,8 6 1 0 0,-3-3-362 0 0,0-1 0 0 0,1 0 0 0 0,-1 0 1 0 0,1-1-1 0 0,1 0 0 0 0,-1-1 0 0 0,1-1 0 0 0,12 4 0 0 0,-5-3-1548 0 0,0-1-1 0 0,20 2 1 0 0,-7-3-2722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5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42 572 0 0,'6'-15'6831'0'0,"-5"13"-6688"0"0,0 0-1 0 0,0 1 0 0 0,0-1 0 0 0,0 0 0 0 0,0 1 0 0 0,1-1 0 0 0,-1 1 1 0 0,1-1-1 0 0,-1 1 0 0 0,1 0 0 0 0,-1 0 0 0 0,1-1 0 0 0,0 1 1 0 0,0 0-1 0 0,0 1 0 0 0,-1-1 0 0 0,1 0 0 0 0,0 0 0 0 0,0 1 1 0 0,0-1-1 0 0,0 1 0 0 0,0 0 0 0 0,0 0 0 0 0,0-1 0 0 0,0 1 1 0 0,3 1-1 0 0,-1-1-114 0 0,0 1 1 0 0,0-1 0 0 0,0 1 0 0 0,0 0-1 0 0,-1 1 1 0 0,1-1 0 0 0,0 1-1 0 0,-1-1 1 0 0,1 1 0 0 0,-1 0 0 0 0,1 1-1 0 0,3 3 1 0 0,-5-5-8 0 0,0 1 0 0 0,-1 0 0 0 0,1 0 0 0 0,-1 0-1 0 0,0 0 1 0 0,1 0 0 0 0,-1 1 0 0 0,0-1 0 0 0,0 0 0 0 0,-1 1 0 0 0,1-1-1 0 0,0 0 1 0 0,-1 1 0 0 0,0-1 0 0 0,1 4 0 0 0,-1-1 125 0 0,0 0 1 0 0,0 0 0 0 0,0 0-1 0 0,-1 0 1 0 0,1-1 0 0 0,-3 6-1 0 0,-1 3 200 0 0,-1-1 0 0 0,0 0 0 0 0,-1 0 0 0 0,-1-1 0 0 0,0 0 0 0 0,-16 20 0 0 0,-60 57 1164 0 0,61-66-1253 0 0,3-4-44 0 0,9-9-95 0 0,1 0 0 0 0,0 1 1 0 0,-12 16-1 0 0,20-25-114 0 0,1-1 0 0 0,0 1 0 0 0,0-1 0 0 0,0 1 0 0 0,0-1 0 0 0,0 0-1 0 0,0 1 1 0 0,0-1 0 0 0,0 1 0 0 0,0-1 0 0 0,0 1 0 0 0,1-1 0 0 0,-1 1 0 0 0,0-1 0 0 0,0 0-1 0 0,0 1 1 0 0,0-1 0 0 0,1 1 0 0 0,-1-1 0 0 0,0 0 0 0 0,1 1 0 0 0,-1-1 0 0 0,0 0 0 0 0,0 1-1 0 0,1-1 1 0 0,-1 0 0 0 0,1 1 0 0 0,-1-1 0 0 0,0 0 0 0 0,1 0 0 0 0,-1 1 0 0 0,1-1-1 0 0,-1 0 1 0 0,0 0 0 0 0,1 0 0 0 0,-1 0 0 0 0,2 0 0 0 0,13 6 20 0 0,-15-6-24 0 0,17 3-449 0 0,0-1 1 0 0,0 0-1 0 0,1-1 1 0 0,-1 0-1 0 0,19-3 1 0 0,87-16-6265 0 0,-111 16 5628 0 0,39-8-4044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6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66 1156 0 0,'-10'-22'18651'0'0,"10"21"-18711"0"0,1 0-1 0 0,0-1 1 0 0,0 1-1 0 0,0 0 1 0 0,0-1-1 0 0,0 1 1 0 0,0 0 0 0 0,0 0-1 0 0,0 0 1 0 0,0 0-1 0 0,0 0 1 0 0,1 0-1 0 0,-1 0 1 0 0,0 1-1 0 0,1-1 1 0 0,-1 0-1 0 0,1 1 1 0 0,-1-1 0 0 0,0 1-1 0 0,1-1 1 0 0,-1 1-1 0 0,1 0 1 0 0,2 0-1 0 0,48-7-5751 0 0,-36 6 2401 0 0,7-1-3318 0 0</inkml:trace>
  <inkml:trace contextRef="#ctx0" brushRef="#br0" timeOffset="1">897 25 1336 0 0,'0'0'16627'0'0,"14"-8"-13891"0"0,-4 4-3611 0 0,15-5-6020 0 0,-14 5 2819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6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91 2836 0 0,'-1'-3'942'0'0,"1"0"-1"0"0,-1 0 0 0 0,0-1 0 0 0,1 1 1 0 0,0 0-1 0 0,0 0 0 0 0,0-5 1 0 0,1 6-523 0 0,-1-1 0 0 0,1 1 1 0 0,-1 0-1 0 0,1 0 1 0 0,0 0-1 0 0,0 0 1 0 0,0-1-1 0 0,2-2 1 0 0,0 1-181 0 0,0 1 0 0 0,0-1 1 0 0,1 1-1 0 0,-1 0 0 0 0,1 0 1 0 0,0 0-1 0 0,0 1 0 0 0,6-4 0 0 0,-4 4-181 0 0,0 1 0 0 0,0 0 0 0 0,-1 0-1 0 0,1 0 1 0 0,0 1 0 0 0,0-1-1 0 0,0 2 1 0 0,0-1 0 0 0,0 0-1 0 0,-1 1 1 0 0,7 2 0 0 0,-7-2-56 0 0,0 0-1 0 0,0 1 1 0 0,-1 0 0 0 0,1 0 0 0 0,-1 0 0 0 0,1 0 0 0 0,-1 1 0 0 0,0-1 0 0 0,0 1 0 0 0,0 0 0 0 0,0 1 0 0 0,0-1 0 0 0,-1 1 0 0 0,0-1 0 0 0,0 1 0 0 0,0 0 0 0 0,0 0 0 0 0,0 0 0 0 0,-1 1 0 0 0,1-1 0 0 0,-1 1-1 0 0,-1-1 1 0 0,1 1 0 0 0,1 5 0 0 0,-1-2 15 0 0,-1 0 0 0 0,1 0 0 0 0,-2 0 0 0 0,1 0 0 0 0,-1 0 0 0 0,0 0 0 0 0,-1 1 0 0 0,0-1-1 0 0,0 0 1 0 0,0 0 0 0 0,-1-1 0 0 0,-1 1 0 0 0,-5 12 0 0 0,0-3 26 0 0,-2-1 0 0 0,0 0-1 0 0,-1-1 1 0 0,-1 0 0 0 0,-18 19 0 0 0,-73 57 859 0 0,101-90-749 0 0,-2-11-66 0 0,5 7-83 0 0,0 0 0 0 0,0 0 0 0 0,1 0 0 0 0,-1 0 0 0 0,1 0 0 0 0,0 1 0 0 0,0-1 0 0 0,0 0 0 0 0,0 1 0 0 0,0 0 0 0 0,1-1 0 0 0,-1 1 0 0 0,3-2 0 0 0,6-6 1 0 0,138-129-57 0 0,-26 26 42 0 0,-29 19 45 0 0,-93 93-104 0 0,-2 2-115 0 0,-16 14 141 0 0,1 2 1 0 0,0 0-1 0 0,1 0 1 0 0,2 1-1 0 0,-1 1 0 0 0,2 0 1 0 0,1 1-1 0 0,0 0 0 0 0,2 1 1 0 0,0 0-1 0 0,-8 29 1 0 0,16-44-129 0 0,-1 0 0 0 0,1 0 0 0 0,1 1 1 0 0,-1-1-1 0 0,1 0 0 0 0,0 0 0 0 0,0 1 1 0 0,1-1-1 0 0,-1 0 0 0 0,2 0 0 0 0,-1 0 0 0 0,1 1 1 0 0,-1-1-1 0 0,2-1 0 0 0,-1 1 0 0 0,1 0 1 0 0,0 0-1 0 0,0-1 0 0 0,0 0 0 0 0,1 0 1 0 0,0 0-1 0 0,0 0 0 0 0,8 8 0 0 0,-5-7-225 0 0,0-1-1 0 0,0 1 1 0 0,1-1 0 0 0,-1-1-1 0 0,1 1 1 0 0,0-1-1 0 0,1-1 1 0 0,-1 1 0 0 0,0-1-1 0 0,1-1 1 0 0,0 0-1 0 0,0 0 1 0 0,0 0 0 0 0,0-1-1 0 0,17-1 1 0 0,-4-1-4701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6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37 2180 0 0,'13'-29'10271'0'0,"-11"24"-10570"0"0,-2 3 1052 0 0,0 5-596 0 0,-1 16-53 0 0,-1 0 1 0 0,-1 0-1 0 0,0-1 0 0 0,-2 1 1 0 0,0-1-1 0 0,-1 0 0 0 0,-11 23 1 0 0,0-5 1043 0 0,-1-2 1 0 0,-36 51-1 0 0,38-69 2463 0 0,16-16-3565 0 0,0 0 0 0 0,-1 0 0 0 0,1-1 0 0 0,0 1 0 0 0,0 0 0 0 0,0 0 0 0 0,-1 0 0 0 0,1-1 0 0 0,0 1 0 0 0,0 0 0 0 0,0 0 0 0 0,0-1 0 0 0,-1 1 0 0 0,1 0 0 0 0,0 0 0 0 0,0-1 0 0 0,0 1 1 0 0,0 0-1 0 0,0 0 0 0 0,0-1 0 0 0,0 1 0 0 0,0 0 0 0 0,0 0 0 0 0,0-1 0 0 0,0 1 0 0 0,0 0 0 0 0,0-1 0 0 0,0 1 0 0 0,0 0 0 0 0,0 0 0 0 0,0-1 0 0 0,0 1 0 0 0,1 0 0 0 0,-1 0 0 0 0,0-1 0 0 0,0 1 0 0 0,2-7 84 0 0,-1 1 0 0 0,1 0 0 0 0,1-1 0 0 0,3-6-1 0 0,1 1-101 0 0,1 0-1 0 0,1 1 1 0 0,0 0-1 0 0,0 0 1 0 0,1 1-1 0 0,0 0 1 0 0,16-11-1 0 0,-6 7-97 0 0,0 2 1 0 0,1 0-1 0 0,32-13 1 0 0,-51 24 52 0 0,1-1 0 0 0,0 1 0 0 0,0 0 0 0 0,1 0 1 0 0,-1 0-1 0 0,0 0 0 0 0,0 1 0 0 0,0-1 0 0 0,1 1 0 0 0,-1 0 1 0 0,0 0-1 0 0,0 0 0 0 0,1 0 0 0 0,-1 1 0 0 0,0-1 0 0 0,0 1 1 0 0,0 0-1 0 0,1-1 0 0 0,-1 2 0 0 0,0-1 0 0 0,0 0 0 0 0,0 1 0 0 0,-1-1 1 0 0,1 1-1 0 0,0 0 0 0 0,-1 0 0 0 0,1 0 0 0 0,-1 0 0 0 0,1 0 1 0 0,-1 1-1 0 0,0-1 0 0 0,0 1 0 0 0,0-1 0 0 0,0 1 0 0 0,2 4 1 0 0,-1 0-29 0 0,0 0 0 0 0,0 1 0 0 0,0-1 0 0 0,-1 1 0 0 0,0 0 0 0 0,0 0 0 0 0,-1 0 0 0 0,0 0 0 0 0,0 0 0 0 0,-1 0 0 0 0,0 0 0 0 0,-3 15 0 0 0,-4 15-1276 0 0,-3 18-2312 0 0,2-19-4035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726 17 1348 0 0,'14'-15'15563'0'0,"-15"14"-15445"0"0,-13 1 902 0 0,-22 7-1532 0 0,1 5 517 0 0,0 1 0 0 0,1 2 1 0 0,0 2-1 0 0,1 1 0 0 0,2 1 0 0 0,-1 2 1 0 0,-36 32-1 0 0,61-47-42 0 0,1 1-1 0 0,1-1 1 0 0,-1 1 0 0 0,-4 8-1 0 0,-1 1-104 0 0,11-15 135 0 0,-1 0 0 0 0,1 0 0 0 0,-1 0 1 0 0,1 0-1 0 0,0 0 0 0 0,0 1 1 0 0,-1-1-1 0 0,1 0 0 0 0,0 0 0 0 0,0 0 1 0 0,0 1-1 0 0,0-1 0 0 0,1 0 1 0 0,-1 0-1 0 0,0 1 0 0 0,0-1 0 0 0,1 0 1 0 0,-1 0-1 0 0,1 0 0 0 0,-1 0 1 0 0,1 0-1 0 0,-1 0 0 0 0,1 0 0 0 0,0 0 1 0 0,-1 0-1 0 0,1 0 0 0 0,0 0 1 0 0,0 0-1 0 0,1 1 0 0 0,26 23-67 0 0,-10-14 43 0 0,1-1 1 0 0,38 15-1 0 0,-1-1 1 0 0,-43-17 9 0 0,36 19-57 0 0,-45-23 66 0 0,0-1-1 0 0,-1 1 1 0 0,1 0 0 0 0,-1 0-1 0 0,0 0 1 0 0,0 0 0 0 0,0 1 0 0 0,0-1-1 0 0,3 8 1 0 0,-5-9 11 0 0,0 1 0 0 0,0 0 0 0 0,0-1 0 0 0,-1 1-1 0 0,1 0 1 0 0,-1 0 0 0 0,0 0 0 0 0,0 0 0 0 0,0-1 0 0 0,0 1 0 0 0,0 0-1 0 0,-1 0 1 0 0,0 0 0 0 0,1-1 0 0 0,-1 1 0 0 0,0 0 0 0 0,0-1 0 0 0,0 1-1 0 0,0-1 1 0 0,-1 1 0 0 0,1-1 0 0 0,-1 1 0 0 0,0-1 0 0 0,1 0-1 0 0,-1 0 1 0 0,0 0 0 0 0,-3 2 0 0 0,-3 4 9 0 0,0 0-1 0 0,-1-1 1 0 0,0 0-1 0 0,-1-1 1 0 0,-12 7 0 0 0,0-2 74 0 0,0-2 0 0 0,0 0 1 0 0,-1-2-1 0 0,0-1 1 0 0,0 0-1 0 0,-1-2 0 0 0,0 0 1 0 0,-28-1-1 0 0,22-2 45 0 0,0-2 0 0 0,0-1 0 0 0,0-2 0 0 0,1-1 0 0 0,0-1 0 0 0,-33-11 0 0 0,22 2-299 0 0,39 15 35 0 0,-18-10-409 0 0,19 9 474 0 0,0 1 0 0 0,-1 0 0 0 0,1 0 0 0 0,-1-1 0 0 0,1 1 0 0 0,0 0 0 0 0,-1-1 0 0 0,1 1 0 0 0,0-1 0 0 0,0 1 0 0 0,-1 0 0 0 0,1-1 0 0 0,0 1 0 0 0,0-1 0 0 0,-1 1 0 0 0,1-1 0 0 0,0 1 0 0 0,0-1 0 0 0,0 1 0 0 0,0 0 0 0 0,0-1 0 0 0,0 1 0 0 0,0-1 0 0 0,0 1 0 0 0,0-1 0 0 0,0 1 0 0 0,0-1 0 0 0,0 1 0 0 0,0-1 0 0 0,0 1 0 0 0,0-1 0 0 0,0 1 0 0 0,1-1 0 0 0,-1 1 0 0 0,0-1 0 0 0,0 1 0 0 0,1 0 0 0 0,-1-1 0 0 0,0 1 0 0 0,1 0 0 0 0,-1-1 0 0 0,0 1 0 0 0,1-1 0 0 0,-1 1 0 0 0,0 0 0 0 0,1 0 0 0 0,-1-1 0 0 0,1 1 0 0 0,-1 0 0 0 0,1 0 0 0 0,5-4-1042 0 0,-1 1 0 0 0,1-1 0 0 0,0 2 1 0 0,1-1-1 0 0,7-2 0 0 0,6-1-3546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9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373 639 1764 0 0,'3'-4'1098'0'0,"-1"0"1"0"0,1 0-1 0 0,0 0 0 0 0,-1 0 1 0 0,0-1-1 0 0,0 1 0 0 0,0-1 0 0 0,-1 0 1 0 0,2-5-1 0 0,-2 5-513 0 0,-1 1 0 0 0,0-1 0 0 0,1 1-1 0 0,-1-1 1 0 0,-1-6 0 0 0,0 9-530 0 0,1 1 0 0 0,-1 0 0 0 0,0 0 0 0 0,1 0 0 0 0,-1 0 0 0 0,0-1-1 0 0,1 1 1 0 0,-1 0 0 0 0,0 0 0 0 0,0 1 0 0 0,0-1 0 0 0,0 0 0 0 0,0 0 0 0 0,0 0 0 0 0,0 0 0 0 0,0 1-1 0 0,-1-1 1 0 0,1 1 0 0 0,0-1 0 0 0,0 1 0 0 0,0-1 0 0 0,-1 1 0 0 0,1 0 0 0 0,0-1 0 0 0,-1 1 0 0 0,1 0-1 0 0,0 0 1 0 0,-1 0 0 0 0,1 0 0 0 0,0 0 0 0 0,-1 0 0 0 0,0 1 0 0 0,0-1 41 0 0,-2 0-69 0 0,1 1 1 0 0,-1-1-1 0 0,0 1 1 0 0,1 0-1 0 0,-1 0 0 0 0,1 1 1 0 0,0-1-1 0 0,-1 1 1 0 0,1-1-1 0 0,-5 5 1 0 0,0-2 21 0 0,-12 8-4 0 0,1 1 0 0 0,0 1 0 0 0,1 1 0 0 0,0 1 0 0 0,-15 18 0 0 0,-1 4-5 0 0,-35 54 0 0 0,19-13-19 0 0,46-70-17 0 0,-1 0 0 0 0,2 1 0 0 0,-1-1 0 0 0,1 1 0 0 0,0 0 0 0 0,1 0 0 0 0,-1 12 0 0 0,3-20-13 0 0,0 0 1 0 0,0 0-1 0 0,0 0 0 0 0,0 0 0 0 0,0 0 0 0 0,0 0 0 0 0,1 0 0 0 0,-1 0 0 0 0,1 0 0 0 0,0 0 0 0 0,0 0 0 0 0,0 0 0 0 0,0 0 0 0 0,0 0 0 0 0,0 0 0 0 0,0 0 0 0 0,0-1 0 0 0,1 1 0 0 0,-1-1 0 0 0,1 1 1 0 0,-1-1-1 0 0,1 1 0 0 0,-1-1 0 0 0,1 0 0 0 0,0 0 0 0 0,0 0 0 0 0,0 0 0 0 0,0 0 0 0 0,0 0 0 0 0,0 0 0 0 0,0-1 0 0 0,0 1 0 0 0,0-1 0 0 0,0 1 0 0 0,3-1 0 0 0,6 0-35 0 0,1-1-1 0 0,-1 0 0 0 0,1-1 0 0 0,-1 0 0 0 0,0-1 1 0 0,0 0-1 0 0,0-1 0 0 0,0 0 0 0 0,17-10 0 0 0,-13 4 11 0 0,0 0 0 0 0,0 0 0 0 0,-1-2 0 0 0,0 0 0 0 0,20-22 0 0 0,-10 5 105 0 0,-2-2 0 0 0,0 0 1 0 0,-2-2-1 0 0,-2 0 0 0 0,21-51 0 0 0,-23 44 191 0 0,-83 170 77 0 0,49-88-295 0 0,-24 74 0 0 0,37-99-33 0 0,2-1 0 0 0,-1 1 0 0 0,2-1-1 0 0,0 1 1 0 0,1 0 0 0 0,1 0 0 0 0,1 0 0 0 0,2 16 0 0 0,-3-29-35 0 0,1-1 1 0 0,0 0-1 0 0,0 0 0 0 0,-1 1 1 0 0,2-1-1 0 0,-1 0 1 0 0,0 0-1 0 0,1 0 0 0 0,-1 0 1 0 0,1 0-1 0 0,0-1 1 0 0,0 1-1 0 0,0 0 0 0 0,0-1 1 0 0,0 0-1 0 0,1 1 1 0 0,-1-1-1 0 0,1 0 0 0 0,0 0 1 0 0,0 0-1 0 0,-1-1 1 0 0,1 1-1 0 0,0-1 0 0 0,0 1 1 0 0,0-1-1 0 0,1 0 1 0 0,-1 0-1 0 0,0 0 0 0 0,0-1 1 0 0,1 1-1 0 0,-1-1 1 0 0,0 0-1 0 0,1 0 0 0 0,-1 0 1 0 0,6-1-1 0 0,3 0-247 0 0,1-1-1 0 0,-1-1 1 0 0,0 0-1 0 0,0-1 1 0 0,0 0-1 0 0,0-1 1 0 0,-1-1-1 0 0,15-8 1 0 0,-2-2-216 0 0,0-1 0 0 0,-1-1 1 0 0,-1-1-1 0 0,32-35 0 0 0,-16 9-147 0 0,43-64 0 0 0,-46 53 362 0 0,-2 0 0 0 0,-3-2 0 0 0,-2-2 0 0 0,35-110 0 0 0,-43 101 1108 0 0,-3-2-1 0 0,7-78 0 0 0,-22 130-309 0 0,1 3-8 0 0,-1 0 0 0 0,-1-1 1 0 0,-1 1-1 0 0,-1-22 0 0 0,-19 56-174 0 0,7 3-125 0 0,1 0 0 0 0,1 0 1 0 0,1 1-1 0 0,-8 27 0 0 0,2-9-28 0 0,-56 133 439 0 0,-42 108 52 0 0,22 6-316 0 0,91-285-363 0 0,-21 102 88 0 0,20-92-77 0 0,1 1-1 0 0,0 0 1 0 0,1 0 0 0 0,0 0 0 0 0,1-1-1 0 0,3 16 1 0 0,-3-24-20 0 0,0 0 0 0 0,0 0-1 0 0,0 0 1 0 0,1 0 0 0 0,0 0-1 0 0,0 0 1 0 0,0 0 0 0 0,0 0-1 0 0,1 0 1 0 0,-1-1 0 0 0,1 1-1 0 0,0-1 1 0 0,0 0 0 0 0,0 0 0 0 0,0 0-1 0 0,1 0 1 0 0,6 3 0 0 0,-6-4-71 0 0,1 1 1 0 0,0-2 0 0 0,0 1 0 0 0,0-1 0 0 0,0 0 0 0 0,0 0-1 0 0,0 0 1 0 0,0 0 0 0 0,0-1 0 0 0,0 0 0 0 0,0 0 0 0 0,0 0 0 0 0,0-1-1 0 0,0 0 1 0 0,7-2 0 0 0,5-2-113 0 0,0-1 1 0 0,0-1-1 0 0,-1 0 1 0 0,0-1-1 0 0,-1-1 1 0 0,1-1-1 0 0,-2 0 1 0 0,1-1-1 0 0,-2 0 0 0 0,14-14 1 0 0,0-3 111 0 0,-1-2 0 0 0,-2-1-1 0 0,33-51 1 0 0,-43 57 863 0 0,0 0 0 0 0,-2-1 0 0 0,-1 0 0 0 0,12-44 1 0 0,-20 59-399 0 0,-8 20-135 0 0,0 5-241 0 0,-12 25 36 0 0,2 0 0 0 0,2 1 0 0 0,-11 53 0 0 0,20-75-34 0 0,0 1 0 0 0,1 0 1 0 0,1-1-1 0 0,1 1 0 0 0,1 0 1 0 0,2 21-1 0 0,-2-37-38 0 0,0-1 0 0 0,0 0 1 0 0,1 1-1 0 0,0-1 0 0 0,-1 0 0 0 0,1 0 0 0 0,0 1 1 0 0,0-1-1 0 0,0 0 0 0 0,0 0 0 0 0,1 0 1 0 0,-1 0-1 0 0,0 0 0 0 0,1 0 0 0 0,-1-1 0 0 0,1 1 1 0 0,0 0-1 0 0,0-1 0 0 0,0 1 0 0 0,0-1 0 0 0,0 0 1 0 0,0 0-1 0 0,0 1 0 0 0,0-1 0 0 0,0-1 1 0 0,0 1-1 0 0,1 0 0 0 0,-1 0 0 0 0,0-1 0 0 0,0 1 1 0 0,1-1-1 0 0,-1 0 0 0 0,1 0 0 0 0,-1 0 0 0 0,0 0 1 0 0,1 0-1 0 0,-1 0 0 0 0,0-1 0 0 0,4 0 1 0 0,5-2-608 0 0,1 0 0 0 0,-1 0 1 0 0,0-1-1 0 0,0-1 1 0 0,0 0-1 0 0,17-11 1 0 0,-16 8-629 0 0,0-1 0 0 0,-1 0-1 0 0,-1 0 1 0 0,1-1 0 0 0,9-14 0 0 0,2-7-4503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9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132 193 1380 0 0,'-13'-26'2924'0'0,"-1"2"-1"0"0,-2-1 1 0 0,0 2-1 0 0,-25-29 1 0 0,23 30-1704 0 0,17 21-1622 0 0,-11-18 687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8:59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0 416 0 0,'-149'56'14503'0'0,"147"-56"-14223"0"0,7 2-185 0 0,0 0 0 0 0,0 0 0 0 0,1-1 0 0 0,-1 0 0 0 0,0 0 0 0 0,1-1 0 0 0,-1 1 1 0 0,8-1-1 0 0,51-6-5 0 0,-25 2-212 0 0,132 1-3453 0 0,-67 2-2107 0 0,-55-1 1320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0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0 2620 0 0,'0'0'20304'0'0,"-3"0"-20127"0"0,-2 0-140 0 0,1 1 1 0 0,-1-1-1 0 0,0 1 1 0 0,0 0 0 0 0,0 1-1 0 0,1-1 1 0 0,-1 1-1 0 0,1 0 1 0 0,-1 0-1 0 0,-5 4 1 0 0,-46 30 28 0 0,51-33-65 0 0,-9 7-5 0 0,0 0 0 0 0,0 1 0 0 0,1 0 0 0 0,-17 20 0 0 0,28-27 3 0 0,-1-1 1 0 0,0 1 0 0 0,1-1-1 0 0,0 1 1 0 0,0 0-1 0 0,0 0 1 0 0,0 0 0 0 0,1 0-1 0 0,0 0 1 0 0,-1 0 0 0 0,2 1-1 0 0,-1-1 1 0 0,0 0 0 0 0,1 1-1 0 0,0-1 1 0 0,0 0 0 0 0,0 1-1 0 0,0-1 1 0 0,1 0 0 0 0,0 1-1 0 0,-1-1 1 0 0,2 0 0 0 0,1 5-1 0 0,4 6 5 0 0,1 0 0 0 0,0-1 1 0 0,1 0-1 0 0,1 0 0 0 0,22 24 0 0 0,1 1-40 0 0,-30-35 20 0 0,25 39-62 0 0,-27-42 81 0 0,-1 0 0 0 0,0 0 0 0 0,1 0-1 0 0,-1 0 1 0 0,0 0 0 0 0,0 0 0 0 0,0 0-1 0 0,0 0 1 0 0,1 0 0 0 0,-1 0 0 0 0,-1 0-1 0 0,1 0 1 0 0,0-1 0 0 0,0 1-1 0 0,0 0 1 0 0,0 0 0 0 0,-1 0 0 0 0,1 0-1 0 0,0 0 1 0 0,-1 0 0 0 0,1 0 0 0 0,-1 0-1 0 0,1 0 1 0 0,-1 0 0 0 0,1-1-1 0 0,-1 1 1 0 0,0 0 0 0 0,0 0 0 0 0,1-1-1 0 0,-2 2 1 0 0,-23 15 17 0 0,10-10-6 0 0,1-1 1 0 0,-1-1-1 0 0,0 0 0 0 0,-1-1 0 0 0,1 0 1 0 0,-26 2-1 0 0,-95-1-20 0 0,114-5-38 0 0,10-1-712 0 0,0 0 0 0 0,0 0 0 0 0,0-1 0 0 0,-14-5 0 0 0,25 7 654 0 0,1 0 0 0 0,-1-1 0 0 0,1 1 0 0 0,-1 0 0 0 0,1-1 0 0 0,-1 1 1 0 0,1 0-1 0 0,0-1 0 0 0,-1 1 0 0 0,1-1 0 0 0,-1 1 0 0 0,1-1 0 0 0,0 1 0 0 0,0-1 1 0 0,-1 1-1 0 0,1-1 0 0 0,0 1 0 0 0,0-1 0 0 0,0 1 0 0 0,-1-1 0 0 0,1 0 0 0 0,0 1 0 0 0,0-1 1 0 0,0 1-1 0 0,0-1 0 0 0,0 1 0 0 0,0-1 0 0 0,1-1 0 0 0,3-13-1906 0 0,21-14-4518 0 0,-8 12 597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760 141 1548 0 0,'6'-19'4565'0'0,"-2"-1"-1"0"0,4-33 0 0 0,-2 9 210 0 0,-6 42-4384 0 0,0 0 107 0 0,-1 3-141 0 0,-1 11 18 0 0,-4 29-380 0 0,2-9 64 0 0,-85 375 342 0 0,-30-11 148 0 0,111-369-514 0 0,-71 212 294 0 0,-18 57 36 0 0,51-146-142 0 0,-54 204 254 0 0,98-344-426 0 0,1 0 0 0 0,-1 0 0 0 0,1 12 0 0 0,1-20-30 0 0,0 0-1 0 0,0 0 1 0 0,0 0-1 0 0,0 0 1 0 0,0 0 0 0 0,0 0-1 0 0,1 0 1 0 0,-1-1-1 0 0,1 1 1 0 0,0 0-1 0 0,-1 0 1 0 0,1 0 0 0 0,0-1-1 0 0,0 1 1 0 0,0 0-1 0 0,0-1 1 0 0,0 1-1 0 0,0-1 1 0 0,1 1 0 0 0,-1-1-1 0 0,1 1 1 0 0,-1-1-1 0 0,1 0 1 0 0,-1 0-1 0 0,3 2 1 0 0,1-2 4 0 0,1 1 0 0 0,-1 0 0 0 0,1-1 0 0 0,0 0 0 0 0,-1-1 0 0 0,1 1 0 0 0,0-1 0 0 0,0 0 0 0 0,-1 0 0 0 0,1-1 0 0 0,7-1 0 0 0,-3-1-8 0 0,1 1-1 0 0,-1-2 0 0 0,0 0 1 0 0,0 0-1 0 0,16-9 0 0 0,-11 3 13 0 0,-1 1-1 0 0,0-2 1 0 0,0 0 0 0 0,-1-1-1 0 0,-1 0 1 0 0,0-1-1 0 0,15-19 1 0 0,-21 23-20 0 0,0 0 0 0 0,-1-1 0 0 0,0 0 0 0 0,0 0-1 0 0,-1 0 1 0 0,0 0 0 0 0,-1 0 0 0 0,0-1 0 0 0,-1 0 0 0 0,0 1 0 0 0,-1-1 0 0 0,0 0 0 0 0,-1 0 0 0 0,0 0 0 0 0,0 0 0 0 0,-5-20 0 0 0,1 13 5 0 0,-1 0-1 0 0,-1 1 1 0 0,-1 0-1 0 0,0 0 1 0 0,-1 1 0 0 0,-1 0-1 0 0,0 0 1 0 0,-2 1-1 0 0,-14-17 1 0 0,-4-2-23 0 0,-2 2 0 0 0,-58-48 0 0 0,-80-44-20 0 0,36 27 15 0 0,131 96-4 0 0,1 0 0 0 0,-1 0 0 0 0,1 0-1 0 0,-1 0 1 0 0,1-1 0 0 0,-1 1 0 0 0,1-1-1 0 0,0 1 1 0 0,0-1 0 0 0,0 1-1 0 0,0-1 1 0 0,0 0 0 0 0,0 1 0 0 0,0-1-1 0 0,0 0 1 0 0,1 0 0 0 0,-1 0 0 0 0,1 1-1 0 0,-1-1 1 0 0,1 0 0 0 0,0-2 0 0 0,0 1-41 0 0,1 1 1 0 0,0-1 0 0 0,0 1 0 0 0,-1 0 0 0 0,2 0-1 0 0,-1-1 1 0 0,0 1 0 0 0,0 0 0 0 0,1 0 0 0 0,-1 0-1 0 0,1 0 1 0 0,-1 0 0 0 0,1 1 0 0 0,0-1 0 0 0,0 0-1 0 0,3-2 1 0 0,19-11-359 0 0,1 1 0 0 0,0 0-1 0 0,1 2 1 0 0,0 1 0 0 0,30-8 0 0 0,-21 6 76 0 0,249-80-2132 0 0,105-41-567 0 0,-374 128 3094 0 0,-1 0 0 0 0,0-1-1 0 0,0-1 1 0 0,0 0 0 0 0,-1-1 0 0 0,-1 0 0 0 0,1-1-1 0 0,-2-1 1 0 0,1 1 0 0 0,-1-2 0 0 0,11-15 0 0 0,-19 23 202 0 0,0-1 0 0 0,-1 0 1 0 0,0 1-1 0 0,0-1 1 0 0,0 0-1 0 0,0 0 1 0 0,0 0-1 0 0,-1 0 1 0 0,0-1-1 0 0,0-8 1 0 0,-19 43-116 0 0,6 2-118 0 0,2 0 0 0 0,1 0 0 0 0,2 1 0 0 0,1 0 1 0 0,1 0-1 0 0,2 0 0 0 0,1 54 0 0 0,2-80-12 0 0,0 1-1 0 0,1-1 1 0 0,0 1-1 0 0,0-1 1 0 0,1 1-1 0 0,0-1 1 0 0,0 0-1 0 0,0 0 1 0 0,1 0-1 0 0,0 0 1 0 0,0 0-1 0 0,0-1 1 0 0,1 1-1 0 0,0-1 1 0 0,9 9-1 0 0,-8-9 3 0 0,0-1 0 0 0,1 0 0 0 0,-1-1 1 0 0,1 1-1 0 0,0-1 0 0 0,0 0 0 0 0,1-1 0 0 0,-1 0 0 0 0,1 0 0 0 0,-1 0 0 0 0,1 0 0 0 0,-1-1 0 0 0,1 0 0 0 0,0-1 0 0 0,9 0 0 0 0,0 0 2 0 0,-1-1 1 0 0,0-1-1 0 0,0 0 0 0 0,1-1 1 0 0,-2-1-1 0 0,1-1 1 0 0,0 0-1 0 0,-1 0 0 0 0,0-1 1 0 0,0-1-1 0 0,-1-1 1 0 0,0 0-1 0 0,24-19 0 0 0,-15 7 1 0 0,-1 0-1 0 0,-1-2 0 0 0,0 0 0 0 0,-2-1 0 0 0,-1-1 0 0 0,20-36 1 0 0,6-7-82 0 0,-41 65 44 0 0,-1 4-19 0 0,1 10 30 0 0,-5 17 25 0 0,-1 1 0 0 0,-1-1 0 0 0,-14 46-1 0 0,4-17 27 0 0,-85 304 879 0 0,61-251-200 0 0,-62 126 0 0 0,82-198-172 0 0,-2-1 1 0 0,-2-1 0 0 0,-55 67 0 0 0,64-88-208 0 0,-1 0 0 0 0,-1-1 0 0 0,-1 0 0 0 0,0-1 0 0 0,0-1 1 0 0,-2-1-1 0 0,1 0 0 0 0,-1-2 0 0 0,-37 15 0 0 0,51-23-242 0 0,-1 0 1 0 0,1-1-1 0 0,0 0 0 0 0,-1 0 0 0 0,1 0 0 0 0,-1-1 1 0 0,1 1-1 0 0,0-2 0 0 0,-1 1 0 0 0,1 0 0 0 0,-1-1 1 0 0,1 0-1 0 0,-1 0 0 0 0,1-1 0 0 0,0 1 0 0 0,-9-5 1 0 0,11 4-79 0 0,-1 0-1 0 0,1-1 1 0 0,0 1 0 0 0,0 0 0 0 0,0-1 0 0 0,0 0-1 0 0,1 0 1 0 0,-1 0 0 0 0,1 0 0 0 0,-1 0 0 0 0,1 0 0 0 0,0-1-1 0 0,1 1 1 0 0,-1-1 0 0 0,0 1 0 0 0,1-1 0 0 0,0 0 0 0 0,0 0-1 0 0,0 1 1 0 0,0-1 0 0 0,1 0 0 0 0,-1 0 0 0 0,1-7-1 0 0,1-2-27 0 0,0 0-1 0 0,1 0 1 0 0,0 1-1 0 0,1-1 0 0 0,1 0 1 0 0,0 1-1 0 0,1 0 1 0 0,7-15-1 0 0,5-4-359 0 0,36-52 0 0 0,-8 24-909 0 0,3 2 1 0 0,2 2 0 0 0,76-65-1 0 0,30-7-3700 0 0,4 11-3990 0 0,-100 73 1107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2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210 430 1572 0 0,'-5'0'2032'0'0,"-159"16"8715"0"0,160-15-10493 0 0,-29 1 750 0 0,30-2-639 0 0,3-1-336 0 0,1 0-1 0 0,-1-1 1 0 0,0 1 0 0 0,1 0-1 0 0,0 0 1 0 0,-1 0-1 0 0,1 0 1 0 0,0 0 0 0 0,-1 0-1 0 0,1 0 1 0 0,0 0-1 0 0,0 1 1 0 0,0-1 0 0 0,0 0-1 0 0,0 0 1 0 0,0 1 0 0 0,1-2-1 0 0,19-10 185 0 0,145-62 203 0 0,40-19-228 0 0,-147 64-83 0 0,76-53 0 0 0,-126 76-103 0 0,52-40 48 0 0,-56 41-47 0 0,0 1 0 0 0,0-1 0 0 0,0-1-1 0 0,-1 1 1 0 0,1-1 0 0 0,-1 1 0 0 0,-1-1 0 0 0,5-10 0 0 0,-7 15-6 0 0,-1 0 0 0 0,1 0 1 0 0,-1 0-1 0 0,1 0 1 0 0,-1 0-1 0 0,0 0 1 0 0,0 0-1 0 0,1 0 0 0 0,-1 0 1 0 0,0 0-1 0 0,0 0 1 0 0,0 0-1 0 0,0-1 0 0 0,0 1 1 0 0,-1 0-1 0 0,1 0 1 0 0,0 0-1 0 0,0 0 1 0 0,-2-2-1 0 0,2 2 2 0 0,-1 1-1 0 0,1-1 1 0 0,-1 0-1 0 0,0 1 1 0 0,1-1 0 0 0,-1 1-1 0 0,0-1 1 0 0,0 1 0 0 0,1-1-1 0 0,-1 1 1 0 0,0 0-1 0 0,0-1 1 0 0,0 1 0 0 0,0 0-1 0 0,0 0 1 0 0,1 0 0 0 0,-1-1-1 0 0,-2 1 1 0 0,-1 0 2 0 0,0 0 0 0 0,0 1 0 0 0,0-1-1 0 0,1 1 1 0 0,-1 0 0 0 0,0 0 0 0 0,0 0 0 0 0,0 0 0 0 0,-3 3 0 0 0,-5 2-10 0 0,0 1-1 0 0,1 0 1 0 0,0 1 0 0 0,1 1 0 0 0,-1-1-1 0 0,2 2 1 0 0,-18 20 0 0 0,23-25 5 0 0,0 0-1 0 0,1 1 1 0 0,0 0 0 0 0,0-1 0 0 0,0 1-1 0 0,1 0 1 0 0,-1 0 0 0 0,1 1-1 0 0,1-1 1 0 0,0 0 0 0 0,-1 1 0 0 0,2-1-1 0 0,-1 1 1 0 0,1-1 0 0 0,0 1-1 0 0,0-1 1 0 0,1 1 0 0 0,2 9 0 0 0,6 12-4 0 0,1 0 1 0 0,2 0-1 0 0,1-1 1 0 0,27 44 0 0 0,-12-23-5 0 0,-26-45 39 0 0,0 0 0 0 0,0 0 1 0 0,-1 0-1 0 0,1 1 0 0 0,-1-1 0 0 0,0 1 1 0 0,0-1-1 0 0,0 1 0 0 0,0-1 0 0 0,-1 1 1 0 0,1 0-1 0 0,-1-1 0 0 0,0 1 0 0 0,0 0 1 0 0,-1-1-1 0 0,1 1 0 0 0,-2 4 0 0 0,1-5 59 0 0,-1 1 0 0 0,1-1 0 0 0,-1 0 1 0 0,0 0-1 0 0,0-1 0 0 0,-1 1 0 0 0,1 0 0 0 0,-1-1 0 0 0,1 1 0 0 0,-1-1 0 0 0,0 0 0 0 0,1 0 0 0 0,-1 0 0 0 0,-1 0 0 0 0,1 0 0 0 0,-6 2 0 0 0,-3 0 50 0 0,0 0-1 0 0,-1 0 0 0 0,1-2 1 0 0,-1 1-1 0 0,1-2 0 0 0,-1 0 0 0 0,0 0 1 0 0,-16-2-1 0 0,17 1-92 0 0,-5 1 49 0 0,9-1-66 0 0,0 0 0 0 0,-1-1 0 0 0,1 0 0 0 0,0-1 0 0 0,0 1 0 0 0,-13-6 0 0 0,-5-2-709 0 0,25 8 571 0 0,0 1 0 0 0,1 0 0 0 0,-1 0 0 0 0,0-1 0 0 0,0 1 0 0 0,0 0 0 0 0,1-1 0 0 0,-1 1-1 0 0,0-1 1 0 0,1 1 0 0 0,-1-1 0 0 0,0 0 0 0 0,1 1 0 0 0,-1-1 0 0 0,1 1 0 0 0,-1-1 0 0 0,1 0 0 0 0,-1 0 0 0 0,1 1-1 0 0,-1-1 1 0 0,1 0 0 0 0,0 0 0 0 0,-1 1 0 0 0,1-1 0 0 0,0 0 0 0 0,0 0 0 0 0,0 0 0 0 0,-1-1 0 0 0,5-4-891 0 0,-1 0 0 0 0,1 0 0 0 0,0 1 0 0 0,1-1 0 0 0,-1 1 0 0 0,1 0 0 0 0,0 0 0 0 0,1 1 0 0 0,10-8 0 0 0,3-3-3439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2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2084 0 0,'45'-48'15095'0'0,"-45"48"-15035"0"0,0 0 0 0 0,0-1 0 0 0,1 1-1 0 0,-1 0 1 0 0,0-1 0 0 0,0 1 0 0 0,1 0 0 0 0,-1-1 0 0 0,0 1 0 0 0,1 0-1 0 0,-1 0 1 0 0,0-1 0 0 0,1 1 0 0 0,-1 0 0 0 0,1 0 0 0 0,-1 0 0 0 0,0-1 0 0 0,1 1-1 0 0,-1 0 1 0 0,1 0 0 0 0,-1 0 0 0 0,0 0 0 0 0,1 0 0 0 0,-3 42 468 0 0,-2 0 0 0 0,-16 63 0 0 0,10-56-380 0 0,-6 70 0 0 0,16-107-127 0 0,-1 0 1 0 0,2-1-1 0 0,-1 1 1 0 0,2 0-1 0 0,2 13 1 0 0,-3-22-33 0 0,0 0-1 0 0,0 1 1 0 0,0-1 0 0 0,0 0 0 0 0,0-1 0 0 0,1 1 0 0 0,0 0 0 0 0,-1 0-1 0 0,1-1 1 0 0,0 1 0 0 0,0 0 0 0 0,0-1 0 0 0,1 0 0 0 0,-1 0 0 0 0,1 0-1 0 0,-1 0 1 0 0,1 0 0 0 0,0 0 0 0 0,-1 0 0 0 0,1-1 0 0 0,0 0-1 0 0,0 1 1 0 0,4 0 0 0 0,-2-1-234 0 0,1 0 0 0 0,-1-1 1 0 0,0 1-1 0 0,1-1 0 0 0,-1 0 0 0 0,0 0 0 0 0,1-1 0 0 0,-1 0 0 0 0,0 0 1 0 0,1 0-1 0 0,-1 0 0 0 0,0-1 0 0 0,0 0 0 0 0,0 0 0 0 0,0 0 0 0 0,-1-1 0 0 0,1 0 1 0 0,-1 0-1 0 0,7-5 0 0 0,0-1-958 0 0,0-1 0 0 0,-1 0-1 0 0,0-1 1 0 0,-1 0 0 0 0,0-1 0 0 0,7-12 0 0 0,2-6-3431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134 104 36 0 0,'-7'-17'2264'0'0,"-1"2"-476"0"0,-1 4-283 0 0,0-2-273 0 0,-1 2-216 0 0,1 3-176 0 0,0-1-172 0 0,1 3 228 0 0,-7-5-312 0 0,0 9-204 0 0,0 4-376 0 0,2 11-1784 0 0,6-3-1216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4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9 1276 0 0,'-1'2'2558'0'0,"-13"28"3152"0"0,12-22-5209 0 0,1 0 0 0 0,-1 1 0 0 0,1-1 0 0 0,0 16-1 0 0,1 3-223 0 0,-1 0 0 0 0,-2 0 0 0 0,-6 29 0 0 0,7-45-216 0 0,-1-1 0 0 0,0 1 0 0 0,-1-1 0 0 0,0 0 0 0 0,0 0 0 0 0,-1-1 0 0 0,-1 1 1 0 0,1-1-1 0 0,-1 0 0 0 0,-13 13 0 0 0,17-20-31 0 0,0 0 0 0 0,-1 0 0 0 0,1-1 0 0 0,0 1 1 0 0,-1-1-1 0 0,0 0 0 0 0,1 1 0 0 0,-1-1 0 0 0,-3 1 0 0 0,3-2 30 0 0,3 0-58 0 0,0 0 1 0 0,0 0 0 0 0,0 0 0 0 0,0-1 0 0 0,0 1 0 0 0,0 0 0 0 0,0 0 0 0 0,-1 0-1 0 0,1 0 1 0 0,0-1 0 0 0,0 1 0 0 0,0 0 0 0 0,0 0 0 0 0,0 0 0 0 0,0 0-1 0 0,-1 0 1 0 0,1-1 0 0 0,0 1 0 0 0,0 0 0 0 0,0 0 0 0 0,0 0 0 0 0,-1 0-1 0 0,1 0 1 0 0,0 0 0 0 0,0 0 0 0 0,0 0 0 0 0,-1 0 0 0 0,1 0 0 0 0,0 0-1 0 0,0 0 1 0 0,0 0 0 0 0,-1 0 0 0 0,1 0 0 0 0,0 0 0 0 0,0 0 0 0 0,-1 0-1 0 0,1 0 1 0 0,-1 0 0 0 0,1 0 0 0 0,-1-1 0 0 0,1 1 0 0 0,0 0 0 0 0,-1 0-1 0 0,1 0 1 0 0,-1 0 0 0 0,1 0 0 0 0,0-1 0 0 0,-1 1 0 0 0,1 0-1 0 0,-1 0 1 0 0,1 0 0 0 0,0-1 0 0 0,-1 1 0 0 0,1 0 0 0 0,0-1 0 0 0,-1 1-1 0 0,1 0 1 0 0,0-1 0 0 0,0 1 0 0 0,-1 0 0 0 0,1-1 0 0 0,0 1-1 0 0,0-1 1 0 0,0 1 0 0 0,0 0 0 0 0,-1-1 0 0 0,1 0 0 0 0,0-6 3 0 0,-1-1 0 0 0,1 0 0 0 0,1 1 0 0 0,-1-1 0 0 0,1 1 0 0 0,1-1 0 0 0,-1 1-1 0 0,1-1 1 0 0,1 1 0 0 0,-1 0 0 0 0,1 0 0 0 0,0 0 0 0 0,1 0 0 0 0,0 1 0 0 0,8-12 0 0 0,1 0-22 0 0,1 1 0 0 0,1 0 1 0 0,0 0-1 0 0,23-17 0 0 0,-20 20 4 0 0,-1 0 1 0 0,2 2-1 0 0,0 0 0 0 0,0 1 1 0 0,1 1-1 0 0,1 1 1 0 0,29-10-1 0 0,-42 17 5 0 0,1 0-1 0 0,-1 1 0 0 0,1-1 1 0 0,0 2-1 0 0,-1-1 0 0 0,1 1 1 0 0,0 0-1 0 0,-1 1 0 0 0,14 3 1 0 0,-16-3 3 0 0,0 1 0 0 0,0 0 0 0 0,0 1 1 0 0,-1 0-1 0 0,1 0 0 0 0,-1 0 0 0 0,0 0 0 0 0,0 1 1 0 0,0 0-1 0 0,0 0 0 0 0,0 0 0 0 0,-1 0 0 0 0,0 1 0 0 0,6 8 1 0 0,-6-7 1 0 0,-1 0 0 0 0,1 1 0 0 0,-1-1 0 0 0,-1 1 0 0 0,1 0 0 0 0,-1-1 0 0 0,-1 1 0 0 0,1 0 1 0 0,-1 0-1 0 0,0 0 0 0 0,-1 1 0 0 0,1-1 0 0 0,-2 0 0 0 0,1 0 0 0 0,-1 0 0 0 0,-2 11 0 0 0,0-6 51 0 0,0 1-1 0 0,-1-1 0 0 0,0 0 1 0 0,-1 0-1 0 0,0 0 0 0 0,-1 0 1 0 0,-1-1-1 0 0,-8 12 0 0 0,-3-6 63 0 0,12-17-102 0 0,9-13-50 0 0,5-5 16 0 0,2 0-1 0 0,0 1 1 0 0,1 0 0 0 0,1 0 0 0 0,0 1-1 0 0,25-24 1 0 0,-9 13 7 0 0,0 2-1 0 0,55-38 1 0 0,-65 51 16 0 0,1 0-1 0 0,0 2 1 0 0,1 0 0 0 0,0 1-1 0 0,30-9 1 0 0,-47 18 3 0 0,1 0 0 0 0,0-1 0 0 0,0 2 0 0 0,0-1 0 0 0,0 0 0 0 0,-1 1 0 0 0,1-1 0 0 0,0 1 0 0 0,0 0 0 0 0,-1 1 0 0 0,1-1 0 0 0,-1 1 0 0 0,1-1 0 0 0,-1 1 0 0 0,0 0 0 0 0,1 0 0 0 0,-1 0 0 0 0,0 1 0 0 0,0-1 0 0 0,-1 1 0 0 0,1 0 0 0 0,0 0 0 0 0,-1 0 0 0 0,3 3 0 0 0,-2 0 9 0 0,0-1-1 0 0,-1 1 0 0 0,1 0 0 0 0,-1-1 1 0 0,0 1-1 0 0,-1 0 0 0 0,1 0 1 0 0,-1 0-1 0 0,0 0 0 0 0,-1 1 1 0 0,0-1-1 0 0,0 0 0 0 0,-1 9 0 0 0,-2 8 29 0 0,-1-1 0 0 0,-8 28-1 0 0,6-26 17 0 0,-20 52 238 0 0,18-55-878 0 0,1 0 0 0 0,-8 33 1 0 0,15-52 276 0 0,0-1 0 0 0,0 0 0 0 0,-1 1 0 0 0,1-1 1 0 0,0 0-1 0 0,0 1 0 0 0,0-1 0 0 0,1 0 1 0 0,-1 1-1 0 0,0-1 0 0 0,0 0 0 0 0,1 0 0 0 0,-1 1 1 0 0,1-1-1 0 0,-1 0 0 0 0,1 0 0 0 0,-1 1 0 0 0,1-1 1 0 0,0 0-1 0 0,0 0 0 0 0,-1 0 0 0 0,3 2 1 0 0</inkml:trace>
  <inkml:trace contextRef="#ctx0" brushRef="#br0" timeOffset="1">1271 108 2596 0 0,'48'-108'16018'0'0,"-50"136"-15796"0"0,-1-1-1 0 0,-11 48 0 0 0,-2 18-141 0 0,15-83-74 0 0,-1 6 22 0 0,1 0 1 0 0,0-1 0 0 0,1 1 0 0 0,4 26-1 0 0,-3-38-21 0 0,0 1-1 0 0,0-1 0 0 0,0 0 0 0 0,1 0 0 0 0,-1 0 0 0 0,1 0 0 0 0,0 0 0 0 0,1-1 0 0 0,-1 1 0 0 0,0 0 0 0 0,1-1 0 0 0,0 0 0 0 0,0 0 1 0 0,0 0-1 0 0,0 0 0 0 0,1 0 0 0 0,-1 0 0 0 0,1-1 0 0 0,0 0 0 0 0,-1 1 0 0 0,8 1 0 0 0,0 0-57 0 0,0 0 0 0 0,1-1 0 0 0,-1 0 0 0 0,1-1-1 0 0,0-1 1 0 0,0 0 0 0 0,0 0 0 0 0,0-1 0 0 0,0-1 0 0 0,-1 0-1 0 0,1 0 1 0 0,0-1 0 0 0,0-1 0 0 0,-1 0 0 0 0,0 0 0 0 0,1-1-1 0 0,10-6 1 0 0,-5 2-30 0 0,-1-1 0 0 0,0-1 1 0 0,0 0-1 0 0,0-1 0 0 0,-2 0 0 0 0,1-2 0 0 0,-2 1 0 0 0,0-2 0 0 0,0 0 0 0 0,11-16 0 0 0,-9 4 477 0 0,-1 1 0 0 0,-1-2 0 0 0,-1 0 0 0 0,13-44 0 0 0,-19 38 241 0 0,-5 31-423 0 0,-3 4-182 0 0,-5 4-13 0 0,1 1 0 0 0,0 0-1 0 0,0 0 1 0 0,1 1 0 0 0,0 0 0 0 0,0 0-1 0 0,1 0 1 0 0,-5 12 0 0 0,-9 15 11 0 0,5-12-14 0 0,1 0 0 0 0,2 1 0 0 0,0 0 1 0 0,1 1-1 0 0,2 0 0 0 0,-7 38 0 0 0,13-59-14 0 0,1 0 1 0 0,-1-1-1 0 0,1 1 0 0 0,0 0 0 0 0,1 0 0 0 0,-1 0 0 0 0,1 0 0 0 0,-1 0 0 0 0,1-1 1 0 0,1 1-1 0 0,-1 0 0 0 0,0-1 0 0 0,1 1 0 0 0,-1-1 0 0 0,1 1 0 0 0,0-1 1 0 0,1 0-1 0 0,3 5 0 0 0,-1-3-66 0 0,0-1 1 0 0,0 0-1 0 0,1 0 1 0 0,-1 0-1 0 0,1-1 1 0 0,0 0-1 0 0,0 0 1 0 0,0-1-1 0 0,0 1 1 0 0,11 2-1 0 0,7 0-533 0 0,1 0-1 0 0,0-2 0 0 0,0 0 1 0 0,0-2-1 0 0,0-1 0 0 0,25-2 1 0 0,-17-2-1055 0 0,0-1 0 0 0,0-1 0 0 0,-1-2 1 0 0,33-13-1 0 0,-6-2-3849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5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334 295 2216 0 0,'0'-42'3347'0'0,"-1"0"0"0"0,-3 0 0 0 0,-10-55 0 0 0,9 86-2771 0 0,3 2-188 0 0,-14 9-13 0 0,14 0-357 0 0,0 1 0 0 0,1 0 0 0 0,-1-1 1 0 0,0 1-1 0 0,1 0 0 0 0,-1 0 0 0 0,1 0 0 0 0,-1 0 1 0 0,1 1-1 0 0,0-1 0 0 0,-1 0 0 0 0,1 1 0 0 0,0-1 1 0 0,0 0-1 0 0,-1 3 0 0 0,-16 28 151 0 0,13-24-130 0 0,-32 66 138 0 0,-35 100 0 0 0,-14 85 40 0 0,86-259-217 0 0,0 1 1 0 0,-12 32 59 0 0,2 0 1 0 0,2 1 0 0 0,1 0 0 0 0,-5 63 0 0 0,12-92-150 0 0,0 1 1 0 0,0-1 0 0 0,1 1 0 0 0,0-1 0 0 0,0 1-1 0 0,0-1 1 0 0,1 0 0 0 0,0 0 0 0 0,0 1 0 0 0,0-1-1 0 0,0 0 1 0 0,1-1 0 0 0,0 1 0 0 0,0 0 0 0 0,0-1-1 0 0,1 1 1 0 0,-1-1 0 0 0,1 0 0 0 0,0-1 0 0 0,0 1 0 0 0,7 4-1 0 0,-4-4-593 0 0,1 1 0 0 0,0-2 0 0 0,0 1 1 0 0,1-1-1 0 0,-1 0 0 0 0,0-1 0 0 0,1 0 0 0 0,0 0 0 0 0,0-1 0 0 0,-1 0 0 0 0,1-1 0 0 0,16-1 0 0 0,13-2-4426 0 0</inkml:trace>
  <inkml:trace contextRef="#ctx0" brushRef="#br0" timeOffset="1">917 285 2524 0 0,'13'-41'3552'0'0,"-2"1"0"0"0,-2-1 0 0 0,-1-1-1 0 0,2-52 1 0 0,-10 90-3312 0 0,0-17 1251 0 0,-3 20-1031 0 0,-6 8-193 0 0,4 0-220 0 0,1 1-1 0 0,-1 0 0 0 0,1-1 0 0 0,1 2 0 0 0,-1-1 0 0 0,-3 15 0 0 0,-1 2 14 0 0,-225 611 2499 0 0,227-618-2527 0 0,-10 25 107 0 0,2 1-1 0 0,1 0 1 0 0,-7 58-1 0 0,19-99-131 0 0,1 0 0 0 0,0 1 0 0 0,0-1 0 0 0,0 0 0 0 0,0 1 0 0 0,0-1 0 0 0,0 0 0 0 0,1 1 0 0 0,0-1 0 0 0,0 0 0 0 0,0 0 0 0 0,0 1 0 0 0,0-1 1 0 0,0 0-1 0 0,1 0 0 0 0,0-1 0 0 0,-1 1 0 0 0,1 0 0 0 0,0 0 0 0 0,0-1 0 0 0,1 1 0 0 0,-1-1 0 0 0,1 0 0 0 0,-1 0 0 0 0,1 1 0 0 0,-1-2 0 0 0,7 4 0 0 0,-3-2-214 0 0,1-1 1 0 0,0 1-1 0 0,0-2 0 0 0,0 1 0 0 0,0-1 1 0 0,1 0-1 0 0,-1 0 0 0 0,0-1 1 0 0,0 0-1 0 0,1 0 0 0 0,13-3 1 0 0,0-1-1148 0 0,0-1 1 0 0,0-1 0 0 0,35-15 0 0 0,-36 12-2628 0 0,33-22 1 0 0,-16 5-4228 0 0</inkml:trace>
  <inkml:trace contextRef="#ctx0" brushRef="#br0" timeOffset="2">783 465 468 0 0,'-13'-3'1714'0'0,"-34"-6"5353"0"0,-62-23 1 0 0,106 31-6625 0 0,5-1-88 0 0,1-1-303 0 0,0 1-1 0 0,0-1 1 0 0,0 1 0 0 0,0 0 0 0 0,1 0 0 0 0,-1 0-1 0 0,0 1 1 0 0,1-1 0 0 0,-1 1 0 0 0,1-1-1 0 0,4 0 1 0 0,49-8 197 0 0,-36 7-185 0 0,144-20-495 0 0,-45 6-2152 0 0,-2-2-4076 0 0,-64 10 687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5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378 237 316 0 0,'5'-54'6322'0'0,"-5"41"-5134"0"0,1 0 1 0 0,0 0 0 0 0,1 0 0 0 0,7-23 0 0 0,-8 32-871 0 0,0 0 1 0 0,0 0-1 0 0,-1 0 0 0 0,1 0 1 0 0,-1-1-1 0 0,-1-7 0 0 0,1 8-167 0 0,0 1 7 0 0,1 0-1 0 0,-1 0 1 0 0,1 0-1 0 0,-1 0 1 0 0,0 0-1 0 0,0 0 1 0 0,0 0-1 0 0,-1 0 1 0 0,1 0-1 0 0,-1 0 1 0 0,0 0-1 0 0,0 0 1 0 0,0 1-1 0 0,0-1 0 0 0,-2-5 1 0 0,1 7-50 0 0,-1 1-28 0 0,-4 1-61 0 0,1 1-1 0 0,0-1 1 0 0,0 1 0 0 0,0 1 0 0 0,0-1-1 0 0,0 1 1 0 0,0 0 0 0 0,1 0 0 0 0,-9 7 0 0 0,-50 43 46 0 0,50-40-57 0 0,-30 27 26 0 0,-45 53 0 0 0,74-76-25 0 0,1 1 0 0 0,1 1 0 0 0,1 0 1 0 0,0 0-1 0 0,1 1 0 0 0,-10 28 0 0 0,19-43-5 0 0,0 0-1 0 0,1 1 0 0 0,0-1 1 0 0,0 0-1 0 0,0 1 0 0 0,0-1 1 0 0,1 0-1 0 0,0 1 0 0 0,0-1 1 0 0,1 1-1 0 0,-1-1 0 0 0,1 0 0 0 0,2 6 1 0 0,-2-8-5 0 0,0 0 1 0 0,0 0 0 0 0,1-1-1 0 0,0 1 1 0 0,-1 0 0 0 0,1-1-1 0 0,0 1 1 0 0,0-1-1 0 0,0 0 1 0 0,1 0 0 0 0,-1 0-1 0 0,0 0 1 0 0,1 0-1 0 0,0 0 1 0 0,-1 0 0 0 0,1-1-1 0 0,0 0 1 0 0,0 1 0 0 0,0-1-1 0 0,-1 0 1 0 0,1 0-1 0 0,1-1 1 0 0,4 2 0 0 0,2-1-58 0 0,1 0 0 0 0,-1-1 0 0 0,1-1 0 0 0,-1 1 1 0 0,0-1-1 0 0,1-1 0 0 0,-1 0 0 0 0,0-1 0 0 0,0 0 0 0 0,19-8 1 0 0,-12 3-6 0 0,0 0 1 0 0,0-2 0 0 0,-1 0 0 0 0,0-1 0 0 0,15-14 0 0 0,-16 11 33 0 0,0-1 1 0 0,-1 0 0 0 0,-1-1-1 0 0,-1-1 1 0 0,14-23-1 0 0,41-93 302 0 0,-31 56 536 0 0,-35 75-749 0 0,-2 6-42 0 0,-29 119 32 0 0,17-79-600 0 0,3 0 1 0 0,1 1 0 0 0,-6 89 0 0 0,15-131 310 0 0,3 43-2725 0 0,5-19-3031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1 917 1408 0 0,'63'-91'6187'0'0,"-56"83"-5735"0"0,0-1 1 0 0,1 1-1 0 0,0 0 1 0 0,1 1-1 0 0,-1 0 1 0 0,1 0-1 0 0,16-8 0 0 0,-23 14-411 0 0,0 0-1 0 0,0 0 0 0 0,0 1 1 0 0,0-1-1 0 0,0 1 0 0 0,0-1 1 0 0,1 1-1 0 0,-1-1 0 0 0,0 1 1 0 0,0 0-1 0 0,1 0 0 0 0,-1 0 0 0 0,0 1 1 0 0,0-1-1 0 0,0 0 0 0 0,1 1 1 0 0,-1-1-1 0 0,0 1 0 0 0,0 0 1 0 0,0 0-1 0 0,0 0 0 0 0,0 0 1 0 0,0 0-1 0 0,0 0 0 0 0,0 0 1 0 0,-1 1-1 0 0,1-1 0 0 0,0 1 1 0 0,-1-1-1 0 0,1 1 0 0 0,-1 0 0 0 0,1 0 1 0 0,-1-1-1 0 0,0 1 0 0 0,2 4 1 0 0,1 2 111 0 0,1 0 0 0 0,-2 1 1 0 0,1 0-1 0 0,-1 0 0 0 0,0 0 1 0 0,2 17-1 0 0,-3-12-52 0 0,-2 0 1 0 0,0 0-1 0 0,-1 0 1 0 0,0 0-1 0 0,-1-1 0 0 0,0 1 1 0 0,-1 0-1 0 0,-9 25 0 0 0,-4 0 196 0 0,-33 61-1 0 0,42-88-150 0 0,0 1-1 0 0,-11 13 0 0 0,16-25-22 0 0,-2-13-96 0 0,5 8-27 0 0,0 1 0 0 0,0-1 0 0 0,0 1 0 0 0,1 0-1 0 0,-1-1 1 0 0,1 1 0 0 0,0 0 0 0 0,0 0 0 0 0,3-4-1 0 0,2-2-2 0 0,11-18-8 0 0,2 1 1 0 0,1 1 0 0 0,1 0-1 0 0,1 2 1 0 0,34-27-1 0 0,-13 15-11 0 0,3 3-1 0 0,61-34 0 0 0,-88 57 24 0 0,-1 1-1 0 0,39-11 0 0 0,-52 18-4 0 0,25 5-4 0 0,-24 1 11 0 0,-4-1-2 0 0,-1-3-1 0 0,0 1 1 0 0,0 0 0 0 0,0 0 0 0 0,0 0-1 0 0,0 0 1 0 0,-1 1 0 0 0,1-1-1 0 0,-1 0 1 0 0,0 1 0 0 0,1-1 0 0 0,-1 1-1 0 0,0-1 1 0 0,-1 1 0 0 0,1-1 0 0 0,0 1-1 0 0,-1 0 1 0 0,1 0 0 0 0,-1-1-1 0 0,0 1 1 0 0,0 0 0 0 0,0-1 0 0 0,0 1-1 0 0,-2 5 1 0 0,0 4 33 0 0,0 1 0 0 0,-1 0 1 0 0,-7 17-1 0 0,-6 7 107 0 0,-28 50 0 0 0,25-53-48 0 0,-22 58 0 0 0,39-88-78 0 0,0 1 0 0 0,1 0 0 0 0,0 0 0 0 0,-1 10 0 0 0,2-14-9 0 0,0 1-1 0 0,0-1 1 0 0,0 0-1 0 0,0 0 1 0 0,0 0-1 0 0,0 0 1 0 0,0 0-1 0 0,1 0 1 0 0,-1 0-1 0 0,0 1 1 0 0,1-1-1 0 0,-1 0 1 0 0,0 0-1 0 0,1 0 1 0 0,-1 0-1 0 0,1 0 1 0 0,0 0-1 0 0,-1-1 0 0 0,1 1 1 0 0,0 0-1 0 0,0 0 1 0 0,-1 0-1 0 0,1-1 1 0 0,0 1-1 0 0,0 0 1 0 0,0-1-1 0 0,0 1 1 0 0,0 0-1 0 0,0-1 1 0 0,2 1-1 0 0,5 1 6 0 0,1 0 1 0 0,-1-1-1 0 0,1 0 0 0 0,0-1 1 0 0,-1 0-1 0 0,1 0 0 0 0,0-1 1 0 0,11-2-1 0 0,-4-1-1 0 0,0 0 1 0 0,-1-1-1 0 0,1-1 1 0 0,15-8-1 0 0,-6 1-4 0 0,-1-2 0 0 0,0 0 0 0 0,-1-2 0 0 0,39-35 0 0 0,-42 31 5 0 0,0 0-1 0 0,-2-2 1 0 0,0 0 0 0 0,-2-1-1 0 0,-1-1 1 0 0,0 0 0 0 0,-2-1-1 0 0,-1-1 1 0 0,13-43 0 0 0,-23 66-10 0 0,-1-17-5 0 0,-1 19 4 0 0,0 1 0 0 0,0 0 1 0 0,0 1-1 0 0,0-1 0 0 0,1 0 1 0 0,-1 0-1 0 0,0 1 1 0 0,-1-1-1 0 0,1 0 1 0 0,0 0-1 0 0,0 1 1 0 0,0-1-1 0 0,0 0 1 0 0,-1 1-1 0 0,1-1 0 0 0,0 0 1 0 0,0 0-1 0 0,-1 1 1 0 0,1-1-1 0 0,-1 1 1 0 0,1-1-1 0 0,-1-1 1 0 0,-13-5-4 0 0,10 7 4 0 0,1 0 0 0 0,0 0 0 0 0,-1 0 0 0 0,1 0 0 0 0,-1 1 0 0 0,1-1 0 0 0,0 1 0 0 0,-1 0 0 0 0,1 0 0 0 0,0 0 0 0 0,-1 0 0 0 0,1 0 0 0 0,0 1 1 0 0,0 0-1 0 0,-5 3 0 0 0,-6 5 6 0 0,-24 22 0 0 0,32-26-5 0 0,-21 19 14 0 0,1 1 0 0 0,-40 53-1 0 0,57-66-4 0 0,1 0 0 0 0,0 0-1 0 0,0 1 1 0 0,1-1 0 0 0,1 2 0 0 0,0-1-1 0 0,1 1 1 0 0,1-1 0 0 0,-4 23 0 0 0,8-33-10 0 0,0 0 1 0 0,0 0-1 0 0,0 0 1 0 0,1 0-1 0 0,-1 0 1 0 0,1 0 0 0 0,0-1-1 0 0,0 1 1 0 0,0 0-1 0 0,0-1 1 0 0,1 1-1 0 0,0 0 1 0 0,0-1-1 0 0,0 0 1 0 0,0 1 0 0 0,0-1-1 0 0,0 0 1 0 0,1 0-1 0 0,0 0 1 0 0,0-1-1 0 0,-1 1 1 0 0,1-1 0 0 0,1 1-1 0 0,-1-1 1 0 0,0 0-1 0 0,1 0 1 0 0,5 2-1 0 0,5 3-183 0 0,2-2-1 0 0,-1 1 0 0 0,1-2 0 0 0,0 0 0 0 0,20 2 0 0 0,6 0-715 0 0,0-3 0 0 0,0-2-1 0 0,85-8 1 0 0,-67-1-341 0 0,-1-3 1 0 0,70-22-1 0 0,-92 21 758 0 0,0-2-1 0 0,-1-1 1 0 0,0-2 0 0 0,42-27-1 0 0,-56 30 899 0 0,0-2 0 0 0,-2 0 0 0 0,0-1 0 0 0,0-2 0 0 0,-2 1 0 0 0,-1-2 0 0 0,22-30 0 0 0,-33 41 78 0 0,-1 0 0 0 0,0-1 0 0 0,-1 1 0 0 0,6-17 0 0 0,-8 22-296 0 0,-1-1-1 0 0,0 1 0 0 0,0 0 1 0 0,-1-1-1 0 0,1 1 1 0 0,-1-1-1 0 0,0 1 1 0 0,0-1-1 0 0,0 1 1 0 0,-1-1-1 0 0,0 1 1 0 0,0-1-1 0 0,-1-4 1 0 0,1 8-161 0 0,1-1 0 0 0,-1 1 0 0 0,1 0 1 0 0,-1 0-1 0 0,0-1 0 0 0,1 1 0 0 0,-1 0 1 0 0,0 0-1 0 0,0 0 0 0 0,0 0 1 0 0,0 0-1 0 0,0 0 0 0 0,0 0 0 0 0,0 0 1 0 0,-1 0-1 0 0,1 1 0 0 0,0-1 0 0 0,0 0 1 0 0,0 1-1 0 0,-1-1 0 0 0,-2 0 0 0 0,2 1-9 0 0,-1 0-1 0 0,1 0 1 0 0,-1 0-1 0 0,0 0 0 0 0,1 0 1 0 0,-1 0-1 0 0,1 1 0 0 0,-1 0 1 0 0,1-1-1 0 0,0 1 0 0 0,-4 1 1 0 0,-5 4 15 0 0,0 0 1 0 0,0 1-1 0 0,-18 15 0 0 0,26-19-9 0 0,-24 19 34 0 0,2 1-1 0 0,0 1 1 0 0,2 2-1 0 0,1 0 1 0 0,1 1-1 0 0,1 1 1 0 0,2 1-1 0 0,-26 53 1 0 0,40-73-41 0 0,0 1 1 0 0,1-1-1 0 0,0 1 1 0 0,1 0 0 0 0,0 0-1 0 0,-1 14 1 0 0,3-21-13 0 0,0 1-1 0 0,0 0 0 0 0,0-1 1 0 0,0 1-1 0 0,1-1 1 0 0,0 1-1 0 0,0 0 1 0 0,0-1-1 0 0,0 0 0 0 0,0 1 1 0 0,1-1-1 0 0,-1 0 1 0 0,1 1-1 0 0,0-1 1 0 0,0 0-1 0 0,0 0 1 0 0,1-1-1 0 0,-1 1 0 0 0,1 0 1 0 0,3 3-1 0 0,2-2 4 0 0,-1 1-1 0 0,1-1 1 0 0,0 0-1 0 0,0-1 1 0 0,0 0-1 0 0,0 0 0 0 0,0 0 1 0 0,1-1-1 0 0,0-1 1 0 0,-1 1-1 0 0,1-1 1 0 0,16-1-1 0 0,-5 0 9 0 0,-1-2-1 0 0,1 0 1 0 0,0-1-1 0 0,31-10 1 0 0,-35 8-16 0 0,0-1 0 0 0,-1 0 0 0 0,1-2 0 0 0,-1 0-1 0 0,-1 0 1 0 0,0-2 0 0 0,0 1 0 0 0,-1-2 0 0 0,0 0 0 0 0,-1-1 0 0 0,0 0 0 0 0,11-14 0 0 0,-15 15-9 0 0,0 0 1 0 0,-1-1-1 0 0,0 0 1 0 0,0 0-1 0 0,-1-1 1 0 0,-1 1-1 0 0,0-1 1 0 0,-1-1-1 0 0,-1 1 1 0 0,0-1-1 0 0,0 1 1 0 0,-1-1-1 0 0,-1 0 1 0 0,-1 0-1 0 0,0-15 1 0 0,-1 20-3 0 0,-1 1 1 0 0,0-1-1 0 0,0 1 1 0 0,0 0-1 0 0,-1 0 1 0 0,-1 0-1 0 0,1 0 1 0 0,-1 0 0 0 0,0 1-1 0 0,-1 0 1 0 0,0 0-1 0 0,0 0 1 0 0,0 0-1 0 0,-1 1 1 0 0,0 0-1 0 0,-7-6 1 0 0,4 5-5 0 0,1 1 1 0 0,-2 0 0 0 0,1 0-1 0 0,-1 0 1 0 0,0 1-1 0 0,0 1 1 0 0,0 0-1 0 0,0 0 1 0 0,-1 1-1 0 0,0 0 1 0 0,-17-2-1 0 0,23 5 2 0 0,0 0 0 0 0,0 0 0 0 0,-1 1 0 0 0,1-1 0 0 0,0 1 0 0 0,0 0 0 0 0,-1 1 0 0 0,1-1 0 0 0,0 1 0 0 0,-6 3 0 0 0,7-4 2 0 0,1 1 0 0 0,0 0-1 0 0,0 0 1 0 0,0 0 0 0 0,0 0 0 0 0,0 1-1 0 0,1-1 1 0 0,-1 1 0 0 0,1-1 0 0 0,-1 1-1 0 0,1 0 1 0 0,0 0 0 0 0,0 0-1 0 0,0 0 1 0 0,-1 4 0 0 0,0 8 6 0 0,3-13-3 0 0,0 1 1 0 0,0 0-1 0 0,1 0 1 0 0,-1-1 0 0 0,1 1-1 0 0,0 0 1 0 0,-1-1-1 0 0,2 1 1 0 0,-1 0 0 0 0,0-1-1 0 0,0 0 1 0 0,1 1 0 0 0,-1-1-1 0 0,1 0 1 0 0,3 4-1 0 0,-1-2-55 0 0,0 0-1 0 0,1 0 0 0 0,0-1 0 0 0,-1 0 1 0 0,1 0-1 0 0,0 0 0 0 0,7 2 0 0 0,7 2-306 0 0,0-1 0 0 0,1 0 0 0 0,26 3 0 0 0,-3-3-78 0 0,-1-3-1 0 0,1-1 1 0 0,-1-2 0 0 0,46-5 0 0 0,-53 0 346 0 0,0-2-1 0 0,-1-1 1 0 0,1-1-1 0 0,35-16 1 0 0,-34 10 1512 0 0,55-33-1 0 0,-90 48-1316 0 0,3-3 32 0 0,-1 1 1 0 0,1 0-1 0 0,0 0 0 0 0,-1 1 1 0 0,1-1-1 0 0,0 1 1 0 0,5-2-1 0 0,-8 3-129 0 0,-1 0 0 0 0,1 0 1 0 0,-1 0-1 0 0,1 0 0 0 0,-1 0 0 0 0,1 0 0 0 0,0 0 1 0 0,-1 0-1 0 0,1 1 0 0 0,-1-1 0 0 0,1 0 0 0 0,-1 0 1 0 0,1 0-1 0 0,-1 1 0 0 0,0-1 0 0 0,1 0 0 0 0,-1 1 1 0 0,1-1-1 0 0,-1 0 0 0 0,1 1 0 0 0,-1-1 0 0 0,0 0 1 0 0,1 1-1 0 0,-1-1 0 0 0,0 1 0 0 0,1-1 1 0 0,-1 0-1 0 0,0 2 0 0 0,0 14 57 0 0,-15 18-6 0 0,14-34-56 0 0,-167 267 181 0 0,149-237-143 0 0,-29 62 0 0 0,47-90-35 0 0,-1 0 1 0 0,1 0-1 0 0,0 1 1 0 0,1-1-1 0 0,-1 0 1 0 0,0 0-1 0 0,0 1 1 0 0,1-1-1 0 0,-1 0 1 0 0,1 0-1 0 0,0 1 1 0 0,0-1 0 0 0,0 1-1 0 0,0-1 1 0 0,0 0-1 0 0,1 1 1 0 0,-1-1-1 0 0,0 0 1 0 0,1 0-1 0 0,0 1 1 0 0,0-1-1 0 0,0 0 1 0 0,0 0-1 0 0,0 0 1 0 0,0 0 0 0 0,0 0-1 0 0,0 0 1 0 0,1 0-1 0 0,-1 0 1 0 0,1 0-1 0 0,0-1 1 0 0,-1 1-1 0 0,1-1 1 0 0,0 1-1 0 0,0-1 1 0 0,0 0-1 0 0,0 1 1 0 0,0-1-1 0 0,0 0 1 0 0,0 0 0 0 0,3 0-1 0 0,6 3 6 0 0,0-1 1 0 0,0 0-1 0 0,0-1 0 0 0,0-1 0 0 0,0 1 1 0 0,0-2-1 0 0,15 0 0 0 0,-8-1-53 0 0,-1-1 0 0 0,0-1-1 0 0,0-1 1 0 0,-1 0 0 0 0,1-1 0 0 0,-1-1-1 0 0,0 0 1 0 0,0-1 0 0 0,-1-1-1 0 0,0 0 1 0 0,0-2 0 0 0,18-14 0 0 0,-7 3-12 0 0,-1-2 0 0 0,-2-1 1 0 0,0-1-1 0 0,-1-1 0 0 0,25-39 1 0 0,11-32 613 0 0,-27 42 44 0 0,-30 54-561 0 0,-2 2-29 0 0,-23 33 45 0 0,-30 57 0 0 0,25-41-31 0 0,15-27-9 0 0,0 0-3 0 0,1-1-1 0 0,1 2 1 0 0,1-1-1 0 0,-10 31 0 0 0,20-51-6 0 0,0 0-1 0 0,0 1 0 0 0,0-1 0 0 0,1 0 0 0 0,-1 1 0 0 0,1-1 1 0 0,0 1-1 0 0,0-1 0 0 0,0 0 0 0 0,1 1 0 0 0,-1-1 0 0 0,1 0 1 0 0,0 1-1 0 0,0-1 0 0 0,0 0 0 0 0,0 0 0 0 0,2 4 1 0 0,-1-4 0 0 0,1 0 1 0 0,-1 0-1 0 0,1 0 1 0 0,0-1-1 0 0,0 1 1 0 0,0-1-1 0 0,0 0 1 0 0,1 0-1 0 0,-1 0 1 0 0,1 0-1 0 0,-1 0 1 0 0,1-1-1 0 0,0 1 1 0 0,3 0-1 0 0,2 0-2 0 0,0 0 0 0 0,-1-1 0 0 0,1 0 0 0 0,0 0 0 0 0,0-1 0 0 0,0 0 0 0 0,0-1 0 0 0,-1 0 0 0 0,1 0 0 0 0,0-1 0 0 0,9-3 0 0 0,0 0-8 0 0,-1-1 1 0 0,0-1-1 0 0,-1 0 1 0 0,22-14-1 0 0,4-8-10 0 0,-1-1 1 0 0,45-45-1 0 0,-48 40-39 0 0,1 1 1 0 0,47-29-1 0 0,-82 60 43 0 0,1 1 0 0 0,0-1 0 0 0,-1 1 0 0 0,1 0 0 0 0,0 0 1 0 0,0 0-1 0 0,0 1 0 0 0,0 0 0 0 0,0 0 0 0 0,0 0 0 0 0,0 0 0 0 0,1 1 1 0 0,-1 0-1 0 0,0 0 0 0 0,0 0 0 0 0,1 1 0 0 0,-1 0 0 0 0,0 0 0 0 0,0 0 1 0 0,6 3-1 0 0,-2 0 4 0 0,-1 0 0 0 0,0 1 0 0 0,0 0 0 0 0,0 0 0 0 0,-1 1 0 0 0,1 0 0 0 0,-1 1 0 0 0,-1-1 0 0 0,0 1 0 0 0,9 11 0 0 0,-9-10 11 0 0,-1 0 0 0 0,1 1 0 0 0,-1-1 0 0 0,0 1 0 0 0,-1 1 0 0 0,0-1 0 0 0,-1 0 0 0 0,0 1 0 0 0,0 0 0 0 0,1 15 0 0 0,-3-20 30 0 0,-1 0 0 0 0,0 0 0 0 0,0-1 0 0 0,0 1 0 0 0,-1 0 0 0 0,0 0 0 0 0,0 0 0 0 0,0 0-1 0 0,-1 0 1 0 0,1-1 0 0 0,-1 1 0 0 0,0-1 0 0 0,0 1 0 0 0,-1-1 0 0 0,1 0 0 0 0,-1 0 0 0 0,0 0 0 0 0,0 0 0 0 0,-1 0 0 0 0,1-1 0 0 0,-1 1 0 0 0,0-1 0 0 0,-5 4-1 0 0,-6 2 117 0 0,-1 0 0 0 0,0 0 0 0 0,0-2 0 0 0,-1 0 0 0 0,-33 9 0 0 0,10-7 297 0 0,-59 7 0 0 0,96-16-389 0 0,0-1-15 0 0,3 2-44 0 0,-1-1-1 0 0,1 0 1 0 0,0 0-1 0 0,-1 0 1 0 0,1 0-1 0 0,0 0 1 0 0,0 0-1 0 0,-1-1 1 0 0,1 1-1 0 0,0 0 1 0 0,-1 0-1 0 0,1 0 1 0 0,0 0-1 0 0,-1 0 1 0 0,1 0-1 0 0,0 0 1 0 0,0-1-1 0 0,-1 1 1 0 0,1 0-1 0 0,0 0 1 0 0,0 0-1 0 0,-1-1 1 0 0,1 1-1 0 0,0 0 1 0 0,0 0-1 0 0,-1-1 1 0 0,1 1-1 0 0,0 0 1 0 0,0-1-1 0 0,0 1 1 0 0,0 0-1 0 0,0 0 1 0 0,0-1-1 0 0,-1 1 1 0 0,1 0-1 0 0,0-1 1 0 0,0 1-1 0 0,0 0 1 0 0,0-1-1 0 0,0 1 1 0 0,0 0-1 0 0,0-1 1 0 0,0 1-1 0 0,0 0 1 0 0,0-1-1 0 0,1 1 1 0 0,-1-1-1 0 0,18-16 23 0 0,91-52-635 0 0,-40 28 80 0 0,43-31-790 0 0,-4-4 0 0 0,157-144 1 0 0,-73 16 31 0 0,-164 169 1129 0 0,-2-1 0 0 0,-1-1 0 0 0,-2-2 1 0 0,23-50-1 0 0,-33 58 237 0 0,-1-1 1 0 0,-2 0 0 0 0,-1 0 0 0 0,-1-1 0 0 0,-2 0-1 0 0,-1 0 1 0 0,-2 0 0 0 0,-1-1 0 0 0,-4-52 0 0 0,1 82-54 0 0,0-7 90 0 0,0 0 0 0 0,-1 0 0 0 0,-5-18 0 0 0,7 29-111 0 0,0-1 0 0 0,-1 1-1 0 0,1-1 1 0 0,0 1-1 0 0,-1 0 1 0 0,1-1 0 0 0,-1 1-1 0 0,1 0 1 0 0,0 0-1 0 0,-1-1 1 0 0,1 1 0 0 0,-1 0-1 0 0,1 0 1 0 0,-1-1-1 0 0,1 1 1 0 0,0 0-1 0 0,-1 0 1 0 0,1 0 0 0 0,-1 0-1 0 0,1 0 1 0 0,-1 0-1 0 0,1 0 1 0 0,-1 0 0 0 0,1 0-1 0 0,-1 0 1 0 0,1 0-1 0 0,-1 0 1 0 0,1 0 0 0 0,-1 0-1 0 0,1 0 1 0 0,-1 0-1 0 0,1 0 1 0 0,-2 1 0 0 0,-12 7 50 0 0,1 6-17 0 0,0 0 0 0 0,1 0 0 0 0,1 1 1 0 0,0 0-1 0 0,1 1 0 0 0,-9 19 0 0 0,-42 109 83 0 0,46-106-95 0 0,-97 276 171 0 0,84-219 45 0 0,-20 135 1 0 0,45-214-186 0 0,2 0 0 0 0,0 0 1 0 0,0 0-1 0 0,2 1 0 0 0,0-1 0 0 0,0 0 1 0 0,2 0-1 0 0,5 19 0 0 0,-6-28-33 0 0,0 0 0 0 0,1-1-1 0 0,0 1 1 0 0,0-1 0 0 0,0 1 0 0 0,1-1 0 0 0,0 0-1 0 0,0-1 1 0 0,1 1 0 0 0,0-1 0 0 0,0 0 0 0 0,0 0-1 0 0,0 0 1 0 0,1 0 0 0 0,0-1 0 0 0,0 0-1 0 0,0-1 1 0 0,0 1 0 0 0,1-1 0 0 0,10 4 0 0 0,-6-4-56 0 0,0 0 0 0 0,0-1 0 0 0,0 0 0 0 0,1 0 0 0 0,-1-2 0 0 0,1 1 0 0 0,-1-1 0 0 0,0-1 0 0 0,13-2 0 0 0,-8 0-105 0 0,1-1 0 0 0,-1-1 0 0 0,-1 0 0 0 0,1-1 0 0 0,25-14 0 0 0,-18 7 15 0 0,0-2-1 0 0,-1-1 1 0 0,-1 0 0 0 0,-1-2-1 0 0,0 0 1 0 0,-1-1 0 0 0,25-34-1 0 0,22-53 1268 0 0,-48 75-251 0 0,3-12 220 0 0,-17 36-701 0 0,-13 30-344 0 0,6-14-44 0 0,-10 22 17 0 0,2 1 0 0 0,-7 37 0 0 0,16-61-20 0 0,0 1 1 0 0,1 0-1 0 0,0-1 1 0 0,1 1-1 0 0,0 0 1 0 0,0-1 0 0 0,1 1-1 0 0,0 0 1 0 0,0-1-1 0 0,1 1 1 0 0,1-1-1 0 0,-1 1 1 0 0,6 12-1 0 0,-4-15-1 0 0,0-1-1 0 0,0 1 0 0 0,1-1 1 0 0,-1 0-1 0 0,1 0 0 0 0,0 0 1 0 0,0-1-1 0 0,1 0 0 0 0,-1 0 0 0 0,1 0 1 0 0,0 0-1 0 0,0-1 0 0 0,0 0 1 0 0,1-1-1 0 0,-1 1 0 0 0,1-1 0 0 0,-1 0 1 0 0,1-1-1 0 0,8 2 0 0 0,-6-2 0 0 0,0 0-1 0 0,0-1 1 0 0,0 1-1 0 0,0-2 0 0 0,0 1 1 0 0,0-1-1 0 0,-1-1 1 0 0,1 0-1 0 0,0 0 1 0 0,-1 0-1 0 0,1-1 1 0 0,-1 0-1 0 0,0-1 0 0 0,11-6 1 0 0,-9 2-10 0 0,0 0 1 0 0,0 0-1 0 0,-1-1 0 0 0,0 0 1 0 0,0-1-1 0 0,-1 0 1 0 0,7-13-1 0 0,3-6 6 0 0,20-45 0 0 0,-19 28-108 0 0,-18 44 59 0 0,-3 3 32 0 0,0 0-1 0 0,1 1 1 0 0,-1-1 0 0 0,1 1 0 0 0,0-1 0 0 0,-1 1-1 0 0,1 0 1 0 0,0-1 0 0 0,0 1 0 0 0,-2 3 0 0 0,2-3 1 0 0,-194 367 871 0 0,24 13 1014 0 0,15-33-376 0 0,133-302-1019 0 0,-1 0-1 0 0,-2-2 0 0 0,-63 82 1 0 0,75-110-259 0 0,0-1 1 0 0,-1-1-1 0 0,-1 0 0 0 0,-1-1 1 0 0,0-1-1 0 0,0-1 1 0 0,-1 0-1 0 0,-1-1 0 0 0,0-1 1 0 0,0-1-1 0 0,-1 0 1 0 0,-28 7-1 0 0,32-12-24 0 0,1-1 0 0 0,-1 0 1 0 0,0-1-1 0 0,0-1 0 0 0,0 0 0 0 0,0-1 0 0 0,0-1 0 0 0,-16-3 1 0 0,27 3-168 0 0,0 0 1 0 0,-1 0 0 0 0,1-1 0 0 0,0 1-1 0 0,1-1 1 0 0,-1 0 0 0 0,0-1 0 0 0,0 1 0 0 0,1-1-1 0 0,0 0 1 0 0,-1 0 0 0 0,1 0 0 0 0,0-1-1 0 0,1 0 1 0 0,-1 1 0 0 0,1-1 0 0 0,-1 0 0 0 0,1-1-1 0 0,0 1 1 0 0,1-1 0 0 0,-1 1 0 0 0,1-1-1 0 0,0 0 1 0 0,0 0 0 0 0,0 0 0 0 0,1 0-1 0 0,-2-10 1 0 0,2 7-28 0 0,1 0 1 0 0,-1 0-1 0 0,2 0 0 0 0,-1 0 0 0 0,1 0 0 0 0,1 1 0 0 0,-1-1 1 0 0,1 0-1 0 0,1 0 0 0 0,4-9 0 0 0,4-9-172 0 0,24-37 0 0 0,-30 55 100 0 0,16-25-303 0 0,2 2 0 0 0,1 1 0 0 0,1 1 0 0 0,1 0 0 0 0,50-40 0 0 0,-2 11-1323 0 0,94-56 0 0 0,105-36-3149 0 0,9 19-4322 0 0,-231 108 6329 0 0,22-11-4208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8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578 495 548 0 0,'3'-8'1262'0'0,"0"-1"0"0"0,-1 1 1 0 0,0 0-1 0 0,0-1 0 0 0,-1 1 0 0 0,0-1 0 0 0,-1 1 1 0 0,0-14-1 0 0,-1 20-1165 0 0,1 0 0 0 0,-1 0-1 0 0,1 0 1 0 0,-1 0 0 0 0,0 1 0 0 0,0-1 0 0 0,1 0 0 0 0,-1 0 0 0 0,0 1 0 0 0,-1-1 0 0 0,1 1-1 0 0,0-1 1 0 0,0 1 0 0 0,-1-1 0 0 0,1 1 0 0 0,-1 0 0 0 0,-1-2 0 0 0,1 2-57 0 0,1 0-20 0 0,0 1 0 0 0,0-1 1 0 0,0 1-1 0 0,0-1 0 0 0,0 1 0 0 0,0-1 1 0 0,0 1-1 0 0,-1 0 0 0 0,1-1 0 0 0,0 1 1 0 0,0 0-1 0 0,0 0 0 0 0,0 0 0 0 0,-1 0 1 0 0,1 0-1 0 0,0 0 0 0 0,0 0 0 0 0,-2 1 1 0 0,-1-1 34 0 0,-5 1-4 0 0,0 0 1 0 0,0 0-1 0 0,0 1 1 0 0,1 0-1 0 0,-1 0 1 0 0,0 1-1 0 0,-14 7 1 0 0,-56 35 70 0 0,58-32-87 0 0,-23 14 2 0 0,1 1 1 0 0,1 3-1 0 0,2 2 1 0 0,1 1-1 0 0,2 2 1 0 0,-35 43-1 0 0,66-72-30 0 0,1-1 0 0 0,1 1-1 0 0,-1 1 1 0 0,1-1 0 0 0,0 1-1 0 0,1 0 1 0 0,-5 13 0 0 0,8-19-4 0 0,-1 0 0 0 0,1 0 1 0 0,-1 0-1 0 0,1 1 1 0 0,0-1-1 0 0,0 0 0 0 0,0 0 1 0 0,0 1-1 0 0,1-1 0 0 0,-1 0 1 0 0,0 0-1 0 0,1 1 0 0 0,0-1 1 0 0,-1 0-1 0 0,1 0 0 0 0,0 0 1 0 0,0 0-1 0 0,0 0 0 0 0,0 0 1 0 0,1 0-1 0 0,-1 0 0 0 0,1-1 1 0 0,-1 1-1 0 0,1 0 1 0 0,-1-1-1 0 0,1 1 0 0 0,0-1 1 0 0,0 0-1 0 0,-1 1 0 0 0,1-1 1 0 0,0 0-1 0 0,0 0 0 0 0,3 1 1 0 0,6 2 3 0 0,0-1 0 0 0,0 0 0 0 0,0-1 0 0 0,0 0 0 0 0,0-1 1 0 0,0 0-1 0 0,0 0 0 0 0,0-2 0 0 0,1 1 0 0 0,-1-1 0 0 0,0-1 0 0 0,0 0 1 0 0,19-6-1 0 0,-8 1 7 0 0,0-1 0 0 0,-1-1-1 0 0,0-1 1 0 0,0-1 0 0 0,32-23 0 0 0,-22 9 169 0 0,0-3 0 0 0,-3 0 0 0 0,0-2-1 0 0,33-46 1 0 0,-57 71-82 0 0,-1-1-34 0 0,1 1 0 0 0,0 1 1 0 0,0-1-1 0 0,9-7 0 0 0,-13 11-67 0 0,1 1 1 0 0,-1 0 0 0 0,0 0-1 0 0,1 0 1 0 0,-1 0-1 0 0,0-1 1 0 0,1 1 0 0 0,-1 0-1 0 0,0 0 1 0 0,1 0-1 0 0,-1 0 1 0 0,0 0-1 0 0,1 0 1 0 0,-1 0 0 0 0,0 0-1 0 0,1 0 1 0 0,-1 0-1 0 0,0 0 1 0 0,1 0 0 0 0,-1 0-1 0 0,0 0 1 0 0,1 0-1 0 0,-1 0 1 0 0,0 0-1 0 0,1 0 1 0 0,-1 1 0 0 0,0-1-1 0 0,1 0 1 0 0,-1 0-1 0 0,0 0 1 0 0,1 1 0 0 0,-1-1-1 0 0,0 0 1 0 0,0 0-1 0 0,1 1 1 0 0,-1-1-1 0 0,0 0 1 0 0,0 0 0 0 0,0 1-1 0 0,1-1 1 0 0,-1 0-1 0 0,0 1 1 0 0,0-1 0 0 0,0 0-1 0 0,0 1 1 0 0,0-1-1 0 0,0 0 1 0 0,1 1-1 0 0,-1-1 1 0 0,0 0 0 0 0,0 1-1 0 0,0-1 1 0 0,0 1-1 0 0,0-1 1 0 0,-1 0 0 0 0,1 1-1 0 0,0-1 1 0 0,0 16 11 0 0,-15 66 35 0 0,10-61-30 0 0,1 1-1 0 0,0 0 0 0 0,2 0 1 0 0,0 0-1 0 0,2 0 0 0 0,3 36 1 0 0,-2-53-11 0 0,0 0 0 0 0,1 0 0 0 0,-1 0 0 0 0,1 0 0 0 0,0-1 0 0 0,0 1 0 0 0,0-1 0 0 0,1 1 0 0 0,-1-1 0 0 0,1 0 0 0 0,0 0 0 0 0,0 0 0 0 0,1 0 0 0 0,-1-1 0 0 0,1 0 0 0 0,0 1 0 0 0,0-1 0 0 0,0 0 0 0 0,0-1 0 0 0,1 1 0 0 0,-1-1 0 0 0,1 0 0 0 0,-1 0 0 0 0,1 0 0 0 0,0-1 0 0 0,0 1 0 0 0,-1-1 0 0 0,1 0 0 0 0,0-1 0 0 0,0 1 0 0 0,6-1 0 0 0,2 0 3 0 0,0-1 0 0 0,0 0-1 0 0,0 0 1 0 0,0-2 0 0 0,0 0-1 0 0,-1 0 1 0 0,1-1 0 0 0,-1 0-1 0 0,0-1 1 0 0,0-1 0 0 0,19-11 0 0 0,-2-2-5 0 0,-2-2 1 0 0,0 0 0 0 0,-2-2 0 0 0,32-35 0 0 0,-14 3 87 0 0,-2-3 0 0 0,-3-1 0 0 0,-2-2 0 0 0,-3-1 0 0 0,-3-1 0 0 0,-2-2 0 0 0,28-104 0 0 0,-55 166-70 0 0,0 0-1 0 0,0-1 0 0 0,0 1 1 0 0,-1 0-1 0 0,0 0 0 0 0,1-1 1 0 0,-1 1-1 0 0,0 0 0 0 0,-1-5 1 0 0,1 9-22 0 0,0-1 1 0 0,0 0-1 0 0,0 0 1 0 0,0 0-1 0 0,0 0 1 0 0,0 0-1 0 0,0 0 1 0 0,0 0-1 0 0,0 0 1 0 0,0 0-1 0 0,0 0 1 0 0,0 1-1 0 0,0-1 1 0 0,0 0-1 0 0,0 0 1 0 0,0 0 0 0 0,0 0-1 0 0,0 0 1 0 0,0 0-1 0 0,0 0 1 0 0,0 0-1 0 0,-1 0 1 0 0,1 0-1 0 0,0 0 1 0 0,0 0-1 0 0,0 0 1 0 0,0 0-1 0 0,0 0 1 0 0,0 0-1 0 0,0 1 1 0 0,0-1-1 0 0,0 0 1 0 0,0 0-1 0 0,0 0 1 0 0,0 0-1 0 0,-1 0 1 0 0,1 0-1 0 0,0 0 1 0 0,0 0 0 0 0,0 0-1 0 0,0 0 1 0 0,0 0-1 0 0,0 0 1 0 0,0 0-1 0 0,0 0 1 0 0,0 0-1 0 0,0 0 1 0 0,-1-1-1 0 0,1 1 1 0 0,0 0-1 0 0,0 0 1 0 0,0 0-1 0 0,0 0 1 0 0,0 0-1 0 0,0 0 1 0 0,0 0-1 0 0,0 0 1 0 0,0 0-1 0 0,0 0 1 0 0,0 0-1 0 0,0 0 1 0 0,0 0 0 0 0,0 0-1 0 0,-19 20 20 0 0,1 1 0 0 0,1 1 0 0 0,1 0 0 0 0,-22 42-1 0 0,19-32-9 0 0,-47 81 36 0 0,-77 181 0 0 0,126-251-26 0 0,-12 48 0 0 0,25-75-5 0 0,0-1 1 0 0,2 1-1 0 0,0 0 1 0 0,0 0 0 0 0,2 0-1 0 0,2 28 1 0 0,-1-38-7 0 0,0-1 0 0 0,0 1 0 0 0,0-1 0 0 0,1 0 0 0 0,0 0 0 0 0,0 0 0 0 0,0 0 0 0 0,1 0 0 0 0,0 0 0 0 0,0 0 0 0 0,0-1 0 0 0,0 0 0 0 0,1 1 0 0 0,3 3 0 0 0,-1-3 1 0 0,0-1 0 0 0,1 1-1 0 0,-1-1 1 0 0,1 0 0 0 0,0-1 0 0 0,0 1 0 0 0,0-1 0 0 0,0-1 0 0 0,8 3-1 0 0,5-1-1 0 0,-1-1 0 0 0,1 0 0 0 0,0-2 0 0 0,0 0 0 0 0,0-1 0 0 0,37-6 0 0 0,-26 1-3 0 0,0-2 1 0 0,-1-1-1 0 0,0-1 0 0 0,0-1 0 0 0,-1-2 0 0 0,-1-1 0 0 0,31-19 0 0 0,-25 10-9 0 0,-1-1 0 0 0,-1-1 0 0 0,-1-2 0 0 0,-2-1 0 0 0,29-34 0 0 0,-20 14-4 0 0,-2-1 0 0 0,-1-2 0 0 0,-3-1 0 0 0,-3-2 0 0 0,-2-1 0 0 0,-2-1 0 0 0,27-86 0 0 0,-41 103-17 0 0,13-75-1 0 0,-22 100 25 0 0,0 0 0 0 0,-1 0-1 0 0,-1 0 1 0 0,-1-1-1 0 0,1 1 1 0 0,-2 0 0 0 0,0 0-1 0 0,-1 0 1 0 0,-6-19-1 0 0,9 30-2 0 0,-1 0 0 0 0,0 0 0 0 0,0 0 0 0 0,0 0 0 0 0,0 0 0 0 0,0 1 0 0 0,0-1 0 0 0,-1 0 0 0 0,1 0 0 0 0,-1 1 0 0 0,1-1-1 0 0,-1 1 1 0 0,0-1 0 0 0,1 1 0 0 0,-1 0 0 0 0,0 0 0 0 0,0 0 0 0 0,0 0 0 0 0,0 0 0 0 0,-2-1 0 0 0,1 2 0 0 0,0-1 1 0 0,0 1 0 0 0,0 0-1 0 0,0 0 1 0 0,0 0 0 0 0,0 0-1 0 0,-1 0 1 0 0,1 1 0 0 0,0 0-1 0 0,0-1 1 0 0,0 1 0 0 0,-4 2-1 0 0,-4 3 5 0 0,-1 0-1 0 0,1 0 1 0 0,1 1-1 0 0,-1 1 1 0 0,-14 13-1 0 0,-5 8 2 0 0,1 1-1 0 0,2 2 0 0 0,1 1 0 0 0,2 0 0 0 0,-22 40 0 0 0,18-21 14 0 0,1 2 0 0 0,-36 110 0 0 0,49-119 31 0 0,3 1 0 0 0,-11 76 0 0 0,20-100-119 0 0,0 0 0 0 0,2 0 0 0 0,0 0 0 0 0,2 0 0 0 0,0 0 0 0 0,1-1 0 0 0,12 41 0 0 0,-11-51-390 0 0,1 0 1 0 0,-1-1 0 0 0,2 0-1 0 0,-1 0 1 0 0,1 0-1 0 0,8 10 1 0 0,-8-14-604 0 0,0 1-1 0 0,0-1 1 0 0,1 0 0 0 0,0-1-1 0 0,7 6 1 0 0,10 4-5079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09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0 162 1832 0 0,'9'-11'978'0'0,"0"1"0"0"0,1 1 0 0 0,0 0 0 0 0,1 0 0 0 0,19-12 0 0 0,-20 14-821 0 0,0 2 0 0 0,1-1 0 0 0,0 1-1 0 0,0 1 1 0 0,0 0 0 0 0,0 1 0 0 0,1 0 0 0 0,-1 0 0 0 0,1 1 0 0 0,-1 1-1 0 0,19 0 1 0 0,-23 1-144 0 0,0 0 1 0 0,0 1-1 0 0,0 0 0 0 0,0 0 1 0 0,-1 1-1 0 0,1 0 0 0 0,0 0 0 0 0,-1 1 1 0 0,1-1-1 0 0,-1 1 0 0 0,0 1 0 0 0,0-1 1 0 0,0 1-1 0 0,0 0 0 0 0,-1 1 0 0 0,1-1 1 0 0,-1 1-1 0 0,0 0 0 0 0,-1 0 0 0 0,1 1 1 0 0,-1-1-1 0 0,0 1 0 0 0,-1 0 1 0 0,1 0-1 0 0,-1 0 0 0 0,0 1 0 0 0,3 9 1 0 0,-4-7 22 0 0,-1 0 0 0 0,0 0 1 0 0,0 0-1 0 0,0 1 0 0 0,-1-1 1 0 0,-1 0-1 0 0,0 0 0 0 0,0 0 1 0 0,0 0-1 0 0,-1 0 0 0 0,-1 0 1 0 0,0-1-1 0 0,-7 17 0 0 0,1-8 56 0 0,0-1 0 0 0,-2-1 1 0 0,0 0-1 0 0,0 0 0 0 0,-25 23 0 0 0,32-34-17 0 0,0 0 0 0 0,-1 0 0 0 0,1 0-1 0 0,-1-1 1 0 0,0 0 0 0 0,0 0 0 0 0,0 0 0 0 0,-1-1 0 0 0,1 1 0 0 0,-7 1-1 0 0,10-4-4 0 0,-2-4 11 0 0,3 4-80 0 0,1 0 1 0 0,0 0-1 0 0,0-1 1 0 0,-1 1-1 0 0,1 0 0 0 0,0 0 1 0 0,0 0-1 0 0,-1 0 1 0 0,1-1-1 0 0,0 1 0 0 0,0 0 1 0 0,0 0-1 0 0,-1-1 1 0 0,1 1-1 0 0,0 0 0 0 0,0 0 1 0 0,0-1-1 0 0,0 1 0 0 0,0 0 1 0 0,-1 0-1 0 0,1-1 1 0 0,0 1-1 0 0,0 0 0 0 0,0 0 1 0 0,0-1-1 0 0,0 1 1 0 0,0 0-1 0 0,0-1 0 0 0,0 1 1 0 0,0 0-1 0 0,0-1 0 0 0,0 1 1 0 0,0 0-1 0 0,0 0 1 0 0,0-1-1 0 0,1 0 0 0 0,3-12-1 0 0,0 1 0 0 0,1-1-1 0 0,1 1 1 0 0,0-1 0 0 0,1 2-1 0 0,0-1 1 0 0,14-16-1 0 0,68-73 48 0 0,-68 79-42 0 0,1 2 0 0 0,0 1 0 0 0,1 1 0 0 0,31-19 0 0 0,-45 31-8 0 0,1 1 0 0 0,-1 0 0 0 0,1 1 0 0 0,-1 0 0 0 0,1 0 1 0 0,1 1-1 0 0,-1 0 0 0 0,0 1 0 0 0,1 0 0 0 0,-1 1 0 0 0,1 0 0 0 0,-1 1 1 0 0,1 0-1 0 0,-1 1 0 0 0,13 1 0 0 0,-14 1 10 0 0,0 0 1 0 0,0 1-1 0 0,-1 0 0 0 0,1 0 0 0 0,-1 1 1 0 0,0 0-1 0 0,0 0 0 0 0,-1 1 0 0 0,1 0 0 0 0,-1 0 1 0 0,0 1-1 0 0,-1 0 0 0 0,0 0 0 0 0,0 1 1 0 0,-1-1-1 0 0,1 1 0 0 0,-2 1 0 0 0,1-1 1 0 0,-1 1-1 0 0,0-1 0 0 0,-1 1 0 0 0,0 0 1 0 0,-1 0-1 0 0,0 1 0 0 0,0-1 0 0 0,1 18 0 0 0,-4-21 20 0 0,0 0-1 0 0,0 0 0 0 0,0-1 0 0 0,0 1 0 0 0,-1 0 0 0 0,0-1 0 0 0,0 1 1 0 0,-1-1-1 0 0,-6 11 0 0 0,8-14 248 0 0,-3-4-208 0 0,-10-4-13 0 0,14 6-51 0 0,-1-1 0 0 0,1 1 0 0 0,0-1 0 0 0,-1 0 0 0 0,1 1 0 0 0,0-1 0 0 0,0 1 0 0 0,-1-1 0 0 0,1 0 1 0 0,0 1-1 0 0,0-1 0 0 0,0 0 0 0 0,0 0 0 0 0,0 1 0 0 0,0-1 0 0 0,0 0 0 0 0,0 1 0 0 0,0-1 1 0 0,0 0-1 0 0,0 1 0 0 0,0-1 0 0 0,1 0 0 0 0,-1 1 0 0 0,0-1 0 0 0,1-1 0 0 0,-1 2 3 0 0,4-14 1 0 0,0 0 1 0 0,1 0-1 0 0,0 0 1 0 0,1 1-1 0 0,1 0 1 0 0,0 0-1 0 0,1 1 1 0 0,0 0-1 0 0,1 0 1 0 0,17-18 0 0 0,-8 11 1 0 0,1 2 1 0 0,1 0 0 0 0,1 1-1 0 0,0 1 1 0 0,27-15 0 0 0,-28 21-21 0 0,1 1 0 0 0,-1 0 0 0 0,1 2 0 0 0,27-6 0 0 0,-45 11 12 0 0,0 1 0 0 0,-1-1 0 0 0,1 1 0 0 0,-1-1 0 0 0,1 1 0 0 0,0 0 1 0 0,-1 0-1 0 0,1 0 0 0 0,0 1 0 0 0,-1-1 0 0 0,1 0 0 0 0,-1 1 0 0 0,1 0 0 0 0,-1 0 0 0 0,1 0 0 0 0,-1 0 0 0 0,1 0 1 0 0,-1 0-1 0 0,0 0 0 0 0,0 1 0 0 0,1-1 0 0 0,-1 1 0 0 0,0 0 0 0 0,0-1 0 0 0,-1 1 0 0 0,1 0 0 0 0,0 0 1 0 0,0 0-1 0 0,-1 1 0 0 0,0-1 0 0 0,1 0 0 0 0,0 4 0 0 0,0-1 16 0 0,0 1-1 0 0,0-1 1 0 0,-1 1 0 0 0,0 0-1 0 0,0-1 1 0 0,0 1 0 0 0,-1 0-1 0 0,0 0 1 0 0,0-1 0 0 0,0 1 0 0 0,-1 0-1 0 0,0 0 1 0 0,-1 5 0 0 0,-26 69 202 0 0,18-56-149 0 0,1 1-1 0 0,-6 27 1 0 0,15-50-67 0 0,0-1 0 0 0,0 1 0 0 0,0 0 0 0 0,0 0 0 0 0,0-1-1 0 0,0 1 1 0 0,0 0 0 0 0,1-1 0 0 0,-1 1 0 0 0,1 0 0 0 0,-1-1 0 0 0,1 1-1 0 0,-1 0 1 0 0,1-1 0 0 0,0 1 0 0 0,0-1 0 0 0,0 1 0 0 0,0-1 0 0 0,0 0-1 0 0,0 1 1 0 0,0-1 0 0 0,1 0 0 0 0,-1 0 0 0 0,0 0 0 0 0,1 0 0 0 0,-1 0-1 0 0,1 0 1 0 0,-1 0 0 0 0,1 0 0 0 0,-1-1 0 0 0,1 1 0 0 0,2 0 0 0 0,4 2-142 0 0,1-1 1 0 0,-1 0 0 0 0,0 0 0 0 0,18 1 0 0 0,16-1-2073 0 0,1-3 0 0 0,76-9 0 0 0,-42-2-1797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0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669 128 1396 0 0,'-66'5'2848'0'0,"-46"6"867"0"0,95-8-3256 0 0,0 0 0 0 0,0 1 0 0 0,1 1-1 0 0,-23 9 1 0 0,35-12-409 0 0,1 0 1 0 0,-1 0-1 0 0,1 0 1 0 0,-1 0-1 0 0,1 0 1 0 0,0 1-1 0 0,0 0 1 0 0,0-1-1 0 0,0 1 1 0 0,0 0-1 0 0,0 1 1 0 0,1-1-1 0 0,0 0 1 0 0,0 1-1 0 0,0-1 0 0 0,0 1 1 0 0,0 0-1 0 0,1 0 1 0 0,-3 6-1 0 0,4-9-23 0 0,0 0-1 0 0,-1 1 0 0 0,1-1 0 0 0,0 0 1 0 0,0 1-1 0 0,0-1 0 0 0,0 1 0 0 0,0-1 0 0 0,0 0 1 0 0,0 1-1 0 0,1-1 0 0 0,-1 0 0 0 0,0 1 1 0 0,1-1-1 0 0,-1 0 0 0 0,1 1 0 0 0,-1-1 1 0 0,1 0-1 0 0,0 0 0 0 0,0 0 0 0 0,-1 1 0 0 0,1-1 1 0 0,0 0-1 0 0,0 0 0 0 0,0 0 0 0 0,0 0 1 0 0,0-1-1 0 0,0 1 0 0 0,0 0 0 0 0,1 0 1 0 0,-1-1-1 0 0,0 1 0 0 0,0 0 0 0 0,1-1 0 0 0,-1 1 1 0 0,0-1-1 0 0,1 0 0 0 0,-1 1 0 0 0,2-1 1 0 0,2 1 20 0 0,1 0 1 0 0,-1 0 0 0 0,1 0-1 0 0,-1-1 1 0 0,1 0 0 0 0,-1 0-1 0 0,11-2 1 0 0,-4 0 21 0 0,0-2 1 0 0,-1 0-1 0 0,1 0 0 0 0,0-1 1 0 0,-1 0-1 0 0,0-1 0 0 0,-1-1 1 0 0,1 1-1 0 0,-1-2 0 0 0,0 1 0 0 0,9-11 1 0 0,-14 13-8 0 0,0 0 0 0 0,-1 0 0 0 0,1-1 0 0 0,-1 1 0 0 0,-1-1 0 0 0,1 0 0 0 0,-1 0 0 0 0,0-1 0 0 0,0 1 0 0 0,-1 0 0 0 0,0-1 0 0 0,0 0 0 0 0,-1 1 0 0 0,1-1 0 0 0,-2 0 0 0 0,1 0 0 0 0,-1 0 0 0 0,0 0 0 0 0,0 0 0 0 0,-1 0 0 0 0,-2-11 0 0 0,3 15-53 0 0,-1 1-1 0 0,0-1 0 0 0,1 1 0 0 0,-1-1 0 0 0,0 1 0 0 0,-1-1 1 0 0,1 1-1 0 0,0 0 0 0 0,-1-1 0 0 0,1 1 0 0 0,-1 0 0 0 0,0 0 0 0 0,1 0 1 0 0,-1 0-1 0 0,0 1 0 0 0,0-1 0 0 0,0 0 0 0 0,-1 1 0 0 0,-2-2 1 0 0,1 2-4 0 0,0-1 1 0 0,0 1 0 0 0,0 0-1 0 0,0 0 1 0 0,0 0-1 0 0,-1 1 1 0 0,1-1 0 0 0,0 1-1 0 0,-1 0 1 0 0,-7 1 0 0 0,-4 2-2 0 0,-1 1 0 0 0,1 0 1 0 0,-1 1-1 0 0,-28 14 1 0 0,17-5 0 0 0,0 1 1 0 0,1 2-1 0 0,-34 26 0 0 0,-66 69-6 0 0,107-92 21 0 0,-34 43 0 0 0,46-52-6 0 0,0 1 1 0 0,1 0-1 0 0,0 0 0 0 0,1 1 0 0 0,-9 24 0 0 0,14-34-9 0 0,1 0 0 0 0,-1-1 0 0 0,1 1 1 0 0,-1 0-1 0 0,1-1 0 0 0,0 1 0 0 0,0 0 0 0 0,0-1 0 0 0,0 1 0 0 0,0 0 0 0 0,1-1 0 0 0,-1 1 1 0 0,1 0-1 0 0,0-1 0 0 0,0 1 0 0 0,0-1 0 0 0,2 5 0 0 0,-1-4 1 0 0,1 0 0 0 0,-1 0 0 0 0,1 0 0 0 0,0 0 1 0 0,0 0-1 0 0,0-1 0 0 0,0 1 0 0 0,0-1 0 0 0,1 0 0 0 0,6 3 0 0 0,3 1 4 0 0,1-2 0 0 0,0 1 0 0 0,0-2-1 0 0,0 0 1 0 0,22 2 0 0 0,13-2-262 0 0,0-2-1 0 0,77-7 0 0 0,95-29-1110 0 0,-156 21 825 0 0,0-3 0 0 0,93-37 1 0 0,-116 35 517 0 0,0-1-1 0 0,-2-1 1 0 0,0-3 0 0 0,56-43-1 0 0,-83 56 374 0 0,0-1 0 0 0,0-1 0 0 0,-1 0 0 0 0,15-21 0 0 0,-23 29-204 0 0,0-1 1 0 0,0 1-1 0 0,-1-1 1 0 0,0 0-1 0 0,-1 0 1 0 0,1 0-1 0 0,-1-1 1 0 0,0 1-1 0 0,0-1 0 0 0,-1 1 1 0 0,0-1-1 0 0,0 1 1 0 0,-1-1-1 0 0,0-12 1 0 0,0 16-117 0 0,-1 0 0 0 0,0-1 0 0 0,1 1 1 0 0,-1 0-1 0 0,0 1 0 0 0,0-1 0 0 0,-1 0 1 0 0,1 0-1 0 0,-1 0 0 0 0,1 1 0 0 0,-1-1 0 0 0,0 0 1 0 0,0 1-1 0 0,0 0 0 0 0,0-1 0 0 0,0 1 1 0 0,-1 0-1 0 0,-2-2 0 0 0,0 2-11 0 0,1-1 1 0 0,-1 1-1 0 0,1 0 0 0 0,-1 1 1 0 0,0-1-1 0 0,0 1 0 0 0,1 0 0 0 0,-1 0 1 0 0,0 1-1 0 0,-8-1 0 0 0,-2 2-7 0 0,0 0-1 0 0,0 1 0 0 0,0 0 0 0 0,0 1 0 0 0,1 1 1 0 0,-23 9-1 0 0,8-1 0 0 0,1 2 0 0 0,0 2 0 0 0,1 0 0 0 0,0 1 0 0 0,-33 30-1 0 0,40-29 2 0 0,0 1 0 0 0,1 1 0 0 0,1 0-1 0 0,1 2 1 0 0,1 0 0 0 0,-21 37 0 0 0,33-52-2 0 0,1 0-1 0 0,-1 0 1 0 0,2 0 0 0 0,-1 0 0 0 0,1 1 0 0 0,0-1 0 0 0,1 1 0 0 0,0-1 0 0 0,-1 16 0 0 0,2-19-6 0 0,1 0 0 0 0,-1-1 0 0 0,1 1 1 0 0,0-1-1 0 0,0 1 0 0 0,0-1 0 0 0,0 1 0 0 0,1-1 0 0 0,0 1 0 0 0,-1-1 0 0 0,1 0 0 0 0,0 0 0 0 0,1 0 0 0 0,-1 0 1 0 0,0 0-1 0 0,1-1 0 0 0,-1 1 0 0 0,1-1 0 0 0,0 1 0 0 0,0-1 0 0 0,0 0 0 0 0,6 3 0 0 0,1-1 9 0 0,0 1-1 0 0,1-1 0 0 0,0-1 1 0 0,0 0-1 0 0,0 0 1 0 0,0-1-1 0 0,0-1 1 0 0,1 0-1 0 0,16 0 0 0 0,-9-2 11 0 0,0 0-1 0 0,1-2 1 0 0,-1 0-1 0 0,33-10 1 0 0,-38 8-18 0 0,1-1 1 0 0,-1-1-1 0 0,-1 0 1 0 0,1 0 0 0 0,-1-2-1 0 0,-1 1 1 0 0,1-2-1 0 0,-2 0 1 0 0,1 0 0 0 0,14-18-1 0 0,2-8 707 0 0,-1 0-1 0 0,27-50 1 0 0,-38 56-42 0 0,-38 87-616 0 0,-2-1 0 0 0,-53 88 0 0 0,54-102-32 0 0,-106 180 95 0 0,-30 56 37 0 0,132-229-259 0 0,-34 63-385 0 0,-71 185-1 0 0,131-293 185 0 0,0-1-1 0 0,0 0 0 0 0,1 1 1 0 0,-1-1-1 0 0,1 0 0 0 0,0 1 1 0 0,0-1-1 0 0,1 6 1 0 0,0 3-2257 0 0,5-14 424 0 0,-3 1 1735 0 0,-1 0 1 0 0,1 0-1 0 0,-1 0 0 0 0,1 0 0 0 0,-1 0 1 0 0,0-1-1 0 0,0 1 0 0 0,0-1 0 0 0,1 0 1 0 0,-1 0-1 0 0,-1 1 0 0 0,3-4 0 0 0,15-17-4272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1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104 275 1556 0 0,'34'-58'4529'0'0,"64"-120"9683"0"0,-78 139-11678 0 0,-107 212-2093 0 0,1-2-328 0 0,70-137-106 0 0,-27 69 66 0 0,38-86-64 0 0,0-1-1 0 0,1 1 1 0 0,0 0 0 0 0,-1 23 0 0 0,5-37-45 0 0,-1 0-1 0 0,1 0 1 0 0,0-1 0 0 0,0 1-1 0 0,0 0 1 0 0,1-1 0 0 0,-1 1-1 0 0,1 0 1 0 0,-1-1 0 0 0,1 1-1 0 0,0 0 1 0 0,0-1 0 0 0,0 1-1 0 0,0-1 1 0 0,0 0 0 0 0,1 1-1 0 0,-1-1 1 0 0,1 0 0 0 0,0 0-1 0 0,-1 0 1 0 0,1 0 0 0 0,0 0 0 0 0,0 0-1 0 0,0 0 1 0 0,1-1 0 0 0,-1 1-1 0 0,0-1 1 0 0,0 1 0 0 0,1-1-1 0 0,-1 0 1 0 0,1 0 0 0 0,-1 0-1 0 0,1 0 1 0 0,0-1 0 0 0,-1 1-1 0 0,5 0 1 0 0,2-1-150 0 0,-1 0 0 0 0,0 0 0 0 0,1 0 0 0 0,-1-1 0 0 0,0 0 1 0 0,0-1-1 0 0,1 0 0 0 0,-1 0 0 0 0,0-1 0 0 0,14-6 0 0 0,7-8-160 0 0,-1 0-1 0 0,-1-2 1 0 0,0 0 0 0 0,-1-2 0 0 0,-2-1 0 0 0,33-37-1 0 0,-11 5 277 0 0,-3-2 0 0 0,35-61 0 0 0,11-34 3446 0 0,-88 149-3175 0 0,-13 26-94 0 0,-64 114 47 0 0,71-128-145 0 0,-4 7-72 0 0,-29 67 236 0 0,33-73-410 0 0,1 1 1 0 0,0 0 0 0 0,2 1-1 0 0,-1-1 1 0 0,0 16-1 0 0,2-25 5 0 0,1 0 0 0 0,1 1 0 0 0,-1-1 0 0 0,0 0-1 0 0,1 1 1 0 0,-1-1 0 0 0,1 0 0 0 0,0 0 0 0 0,0 0-1 0 0,1 0 1 0 0,-1 0 0 0 0,0 0 0 0 0,1 0 0 0 0,0 0-1 0 0,0 0 1 0 0,0 0 0 0 0,0-1 0 0 0,0 1 0 0 0,0-1-1 0 0,5 4 1 0 0,-1-2-624 0 0,0 0 1 0 0,1 0-1 0 0,-1 0 0 0 0,1-1 1 0 0,0 0-1 0 0,0 0 0 0 0,0-1 0 0 0,8 2 1 0 0,16 3-4188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2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436 165 2720 0 0,'4'-7'971'0'0,"0"-1"-1"0"0,0 1 1 0 0,-1-1-1 0 0,0 1 1 0 0,-1-1-1 0 0,0 0 0 0 0,0 0 1 0 0,1-17-1 0 0,-2 22-764 0 0,-1-1-1 0 0,0 1 0 0 0,0 0 0 0 0,-1-1 0 0 0,1 1 0 0 0,-1-1 0 0 0,0 1 0 0 0,1 0 1 0 0,-1 0-1 0 0,-1-1 0 0 0,1 1 0 0 0,0 0 0 0 0,-1 0 0 0 0,0 0 0 0 0,1 0 0 0 0,-1 0 1 0 0,0 1-1 0 0,-1-1 0 0 0,1 1 0 0 0,0-1 0 0 0,-1 1 0 0 0,1 0 0 0 0,-6-3 1 0 0,7 4-179 0 0,0 0 0 0 0,-1 1 0 0 0,1-1 0 0 0,-1 1 0 0 0,1-1 0 0 0,-1 1 0 0 0,1 0 0 0 0,-1 0 0 0 0,1-1 0 0 0,-1 1 0 0 0,1 0 0 0 0,-1 0 0 0 0,1 1 0 0 0,-3-1 0 0 0,-2 1 37 0 0,-4 0-12 0 0,0 1-1 0 0,-1 1 1 0 0,1-1 0 0 0,0 2 0 0 0,0-1-1 0 0,1 1 1 0 0,-1 1 0 0 0,1 0 0 0 0,0 0-1 0 0,-9 7 1 0 0,8-5-26 0 0,-29 17 75 0 0,-66 55-1 0 0,89-65-83 0 0,0 1-1 0 0,1 0 0 0 0,1 1 1 0 0,1 1-1 0 0,0 0 0 0 0,-12 24 1 0 0,23-38-11 0 0,0 0 1 0 0,0 1 0 0 0,1 0-1 0 0,-1-1 1 0 0,1 1 0 0 0,0 0-1 0 0,0-1 1 0 0,0 1 0 0 0,1 0-1 0 0,-1 0 1 0 0,1 0 0 0 0,0 0-1 0 0,0-1 1 0 0,0 1 0 0 0,1 0-1 0 0,-1 0 1 0 0,2 4 0 0 0,0-4-19 0 0,0-1 1 0 0,0 1-1 0 0,0-1 1 0 0,0 1 0 0 0,0-1-1 0 0,1 0 1 0 0,0 0 0 0 0,-1 0-1 0 0,1 0 1 0 0,0-1-1 0 0,1 1 1 0 0,-1-1 0 0 0,0 0-1 0 0,1 0 1 0 0,-1 0 0 0 0,7 2-1 0 0,-1 0-111 0 0,1-1-1 0 0,0 0 0 0 0,0 0 1 0 0,0-2-1 0 0,0 1 0 0 0,0-1 1 0 0,1 0-1 0 0,-1-1 0 0 0,0 0 1 0 0,1-1-1 0 0,-1 0 0 0 0,0-1 0 0 0,0 0 1 0 0,12-4-1 0 0,-4 0 22 0 0,0 0-1 0 0,0-1 1 0 0,-1-1-1 0 0,0-1 1 0 0,-1-1-1 0 0,29-21 1 0 0,-16 6 446 0 0,-2-2 0 0 0,43-52-1 0 0,-21 21 2106 0 0,-12 8-827 0 0,-36 48-1487 0 0,-2 19-39 0 0,-5 4-47 0 0,-1 0 1 0 0,-19 39 0 0 0,-1 0-5 0 0,25-55-80 0 0,-5 13 69 0 0,0 0 0 0 0,2 0 0 0 0,0 0 1 0 0,1 0-1 0 0,-2 20 0 0 0,6-34-118 0 0,-1 0-1 0 0,1 1 1 0 0,0-1-1 0 0,1 0 1 0 0,-1 0-1 0 0,1 0 1 0 0,0 0-1 0 0,0 0 1 0 0,0 0-1 0 0,0 0 0 0 0,1 0 1 0 0,-1 0-1 0 0,1-1 1 0 0,0 1-1 0 0,1-1 1 0 0,-1 1-1 0 0,0-1 1 0 0,1 0-1 0 0,0 0 1 0 0,0 0-1 0 0,0 0 1 0 0,0 0-1 0 0,0-1 1 0 0,0 1-1 0 0,1-1 1 0 0,-1 0-1 0 0,1 0 1 0 0,0 0-1 0 0,4 1 1 0 0,3 1-671 0 0,-1-1 1 0 0,0 0 0 0 0,1-1-1 0 0,0 0 1 0 0,-1-1 0 0 0,1 0-1 0 0,0-1 1 0 0,0 0 0 0 0,-1-1-1 0 0,1 0 1 0 0,0 0 0 0 0,0-1-1 0 0,-1-1 1 0 0,17-5 0 0 0,12-7-3801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416 321 680 0 0,'88'-274'16317'0'0,"-76"230"-14678"0"0,-11 41-1431 0 0,-3 6-136 0 0,-10 15-7 0 0,0 1 0 0 0,1 0-1 0 0,-15 40 1 0 0,7-17-4 0 0,-97 197 97 0 0,-131 286 182 0 0,234-494-346 0 0,2-7-699 0 0,0 0 0 0 0,2 0 0 0 0,1 2 0 0 0,-11 50 0 0 0,19-72 135 0 0,0 0 0 0 0,0-1 0 0 0,0 1 0 0 0,0-1-1 0 0,0 1 1 0 0,1-1 0 0 0,-1 1 0 0 0,1-1-1 0 0,0 1 1 0 0,0-1 0 0 0,1 1 0 0 0,-1-1-1 0 0,3 5 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3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109 159 976 0 0,'56'-101'16754'0'0,"-62"116"-16462"0"0,3-11-350 0 0,-86 183 1154 0 0,53-90-2403 0 0,8 2-5167 0 0,26-86 2778 0 0</inkml:trace>
  <inkml:trace contextRef="#ctx0" brushRef="#br0" timeOffset="1">537 273 2484 0 0,'31'-60'11639'0'0,"-29"58"-10980"0"0,-11 16 1229 0 0,-7 14-1635 0 0,0 0 0 0 0,-11 31-1 0 0,24-49-225 0 0,-1 1 1 0 0,2 0-1 0 0,-1 0 0 0 0,1 0 0 0 0,1 0 1 0 0,0 13-1 0 0,1-21-14 0 0,0-1 0 0 0,0 1 1 0 0,0 0-1 0 0,1 0 1 0 0,-1-1-1 0 0,1 1 0 0 0,0 0 1 0 0,0-1-1 0 0,0 1 1 0 0,0-1-1 0 0,0 1 0 0 0,0-1 1 0 0,1 0-1 0 0,0 1 0 0 0,-1-1 1 0 0,1 0-1 0 0,0 0 1 0 0,0 0-1 0 0,0 0 0 0 0,0 0 1 0 0,0-1-1 0 0,0 1 1 0 0,1 0-1 0 0,-1-1 0 0 0,0 0 1 0 0,1 0-1 0 0,-1 0 0 0 0,1 0 1 0 0,0 0-1 0 0,-1 0 1 0 0,6 0-1 0 0,-3 0 2 0 0,1 0 1 0 0,-1 0-1 0 0,1-1 0 0 0,0 0 1 0 0,-1 0-1 0 0,1-1 1 0 0,-1 0-1 0 0,1 0 0 0 0,-1 0 1 0 0,1 0-1 0 0,-1-1 1 0 0,0 0-1 0 0,8-4 0 0 0,-6 2-2 0 0,1-1 0 0 0,-1 0 0 0 0,1 0 0 0 0,-1-1 0 0 0,-1 0 0 0 0,1 0 0 0 0,-1 0 0 0 0,5-8 0 0 0,-3 4-4 0 0,-1-1 0 0 0,0 1 0 0 0,-1-1 0 0 0,0 0 0 0 0,-1-1 0 0 0,0 0-1 0 0,-1 0 1 0 0,0 0 0 0 0,-1 0 0 0 0,0 0 0 0 0,-1-1 0 0 0,1-17 0 0 0,-5-5 24 0 0,0 0 0 0 0,-11-50 0 0 0,12 81-35 0 0,0 1 1 0 0,0-1-1 0 0,1 0 1 0 0,0 1-1 0 0,0-1 1 0 0,0 0-1 0 0,0 1 0 0 0,0-1 1 0 0,1 0-1 0 0,0 1 1 0 0,-1-1-1 0 0,1 1 1 0 0,1-1-1 0 0,-1 1 1 0 0,0-1-1 0 0,3-2 1 0 0,-2 3-4 0 0,0 0 0 0 0,1 1 1 0 0,-1-1-1 0 0,0 1 1 0 0,1 0-1 0 0,0 0 0 0 0,0 0 1 0 0,0 0-1 0 0,0 0 0 0 0,0 0 1 0 0,0 1-1 0 0,0 0 1 0 0,0-1-1 0 0,0 1 0 0 0,1 1 1 0 0,5-2-1 0 0,3 0-10 0 0,1 1 0 0 0,-1 0 0 0 0,0 0 0 0 0,0 2 0 0 0,0-1 0 0 0,0 2 0 0 0,1 0 0 0 0,-1 0 0 0 0,-1 1 0 0 0,23 8 0 0 0,-19-4-2 0 0,0 0 1 0 0,-1 0 0 0 0,0 2 0 0 0,-1-1-1 0 0,0 2 1 0 0,0 0 0 0 0,22 22 0 0 0,-24-19 9 0 0,0 0 1 0 0,-1 0-1 0 0,0 1 0 0 0,-1 1 1 0 0,0-1-1 0 0,-2 1 1 0 0,10 25-1 0 0,-13-28 13 0 0,0 0 0 0 0,-1 1 1 0 0,0 0-1 0 0,-1-1 0 0 0,-1 1 0 0 0,0 0 0 0 0,-1 0 0 0 0,0 0 0 0 0,-1 0 0 0 0,-2 14 0 0 0,1-20 23 0 0,0 1 0 0 0,0-1-1 0 0,0 0 1 0 0,-1 0 0 0 0,-1 0-1 0 0,1 0 1 0 0,-1 0 0 0 0,0 0-1 0 0,0-1 1 0 0,-1 0 0 0 0,0 0-1 0 0,0 0 1 0 0,-1-1 0 0 0,1 0-1 0 0,-1 0 1 0 0,-8 5 0 0 0,12-9-3 0 0,0-2-1 0 0,1 1-23 0 0,0-1 1 0 0,1 0-1 0 0,-1 1 0 0 0,0-1 1 0 0,0 0-1 0 0,1 0 0 0 0,-1 1 1 0 0,0-1-1 0 0,1 0 0 0 0,-1 0 1 0 0,1 0-1 0 0,-1 0 0 0 0,1 0 1 0 0,-1 0-1 0 0,1 0 0 0 0,0 0 1 0 0,-1 0-1 0 0,1 0 0 0 0,0 0 1 0 0,0 0-1 0 0,0 0 0 0 0,0 0 1 0 0,0 0-1 0 0,0 0 0 0 0,0 0 1 0 0,0 0-1 0 0,0-1 0 0 0,1 1 1 0 0,-1 0-1 0 0,0 0 0 0 0,1 0 1 0 0,-1 0-1 0 0,0 0 0 0 0,1 1 1 0 0,0-1-1 0 0,0-2 0 0 0,-1 3-1 0 0,4-9-1 0 0,0 0 1 0 0,0 0 0 0 0,1 1 0 0 0,0-1-1 0 0,1 1 1 0 0,10-12 0 0 0,43-41-9 0 0,-48 51 9 0 0,25-24-1 0 0,1 2 0 0 0,2 1 0 0 0,1 2 1 0 0,1 2-1 0 0,86-42 0 0 0,-122 67-2 0 0,0 1 1 0 0,0-1-1 0 0,-1 1 0 0 0,1 0 0 0 0,8-1 0 0 0,17-2-2 0 0,-24 6 3 0 0,-3 0 0 0 0,0-2 1 0 0,0 1 0 0 0,-1 0-1 0 0,1 0 1 0 0,-1 0-1 0 0,1 1 1 0 0,-1-1 0 0 0,0 0-1 0 0,1 1 1 0 0,-1-1-1 0 0,0 1 1 0 0,0 0-1 0 0,0 0 1 0 0,0 0 0 0 0,0 0-1 0 0,0 0 1 0 0,-1 0-1 0 0,1 1 1 0 0,-1-1 0 0 0,0 0-1 0 0,1 1 1 0 0,-1 0-1 0 0,0-1 1 0 0,0 1 0 0 0,-1-1-1 0 0,1 1 1 0 0,0 0-1 0 0,-1-1 1 0 0,0 1 0 0 0,0 5-1 0 0,1 5 17 0 0,-2-1 0 0 0,1 0 0 0 0,-2 1 0 0 0,-5 22 0 0 0,-4 11-175 0 0,-9 40-1256 0 0,15-28-7570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392 173 2544 0 0,'16'-23'2756'0'0,"2"-3"2670"0"0,26-45 1 0 0,-43 69-5248 0 0,0 0 1 0 0,0 0-1 0 0,-1 0 1 0 0,1 0-1 0 0,0 0 1 0 0,-1 0-1 0 0,1-1 1 0 0,-1 1-1 0 0,0 0 1 0 0,0 0-1 0 0,0 0 1 0 0,0-4-1 0 0,0 5-149 0 0,-1 0 0 0 0,1 0 0 0 0,0 0 0 0 0,-1 0 0 0 0,1 0 1 0 0,-1 0-1 0 0,0 0 0 0 0,1 0 0 0 0,-1 0 0 0 0,0 0 0 0 0,1 0 0 0 0,-1 0 0 0 0,0 1 0 0 0,0-1 0 0 0,0 0 0 0 0,0 0 0 0 0,0 1 0 0 0,0-1 0 0 0,0 1 0 0 0,0-1 0 0 0,0 1 0 0 0,0-1 1 0 0,0 1-1 0 0,0 0 0 0 0,0 0 0 0 0,-2-1 0 0 0,-2 0-14 0 0,1 1 1 0 0,-1-1-1 0 0,0 1 0 0 0,1 0 1 0 0,-1 0-1 0 0,0 1 1 0 0,1-1-1 0 0,-1 1 1 0 0,1 0-1 0 0,-1 1 0 0 0,1-1 1 0 0,-1 1-1 0 0,1-1 1 0 0,0 1-1 0 0,0 1 1 0 0,0-1-1 0 0,0 0 0 0 0,0 1 1 0 0,0 0-1 0 0,1 0 1 0 0,-1 0-1 0 0,1 0 1 0 0,-4 5-1 0 0,3-2-13 0 0,-1 0 0 0 0,1 0-1 0 0,1 0 1 0 0,-1 1 0 0 0,1-1 0 0 0,0 1-1 0 0,1 0 1 0 0,-1 0 0 0 0,2 0 0 0 0,-1 0 0 0 0,1 0-1 0 0,0 0 1 0 0,0 0 0 0 0,0 1 0 0 0,2 6-1 0 0,0 5 5 0 0,2-1 0 0 0,1 0 0 0 0,0 0 0 0 0,1 0 0 0 0,1-1 0 0 0,9 20 0 0 0,-2-5-5 0 0,-1 1-1 0 0,10 47 1 0 0,-22-77 37 0 0,1 0 1 0 0,-1 0-1 0 0,1 1 0 0 0,-1-1 1 0 0,0 0-1 0 0,0 1 0 0 0,0-1 1 0 0,-1 0-1 0 0,1 1 1 0 0,-1-1-1 0 0,0 0 0 0 0,0 0 1 0 0,0 1-1 0 0,0-1 0 0 0,0 0 1 0 0,-1 0-1 0 0,0 0 0 0 0,1-1 1 0 0,-1 1-1 0 0,0 0 1 0 0,0-1-1 0 0,0 1 0 0 0,-1-1 1 0 0,1 1-1 0 0,-1-1 0 0 0,1 0 1 0 0,-6 3-1 0 0,-2 1 131 0 0,0-1 0 0 0,-1-1 0 0 0,1 0 0 0 0,-1 0 0 0 0,0-1 0 0 0,0 0 0 0 0,-12 1 0 0 0,11-2-146 0 0,-1-1 0 0 0,1 0-1 0 0,-1-1 1 0 0,1-1 0 0 0,0 0 0 0 0,-1 0-1 0 0,1-1 1 0 0,0-1 0 0 0,-18-6 0 0 0,20 6-591 0 0,1-1-1 0 0,0-1 1 0 0,0 1 0 0 0,0-2 0 0 0,-8-5 0 0 0,11 6-776 0 0,-1-1 0 0 0,1 0 1 0 0,0 0-1 0 0,1 0 0 0 0,0 0 1 0 0,-7-12-1 0 0,0-1-5941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4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1 784 0 0,'-3'0'1583'0'0,"-92"23"20426"0"0,116-25-21210 0 0,39 0-1243 0 0,336 11-3233 0 0,-186-3-3074 0 0,-167-6 2029 0 0,-6-2-2455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5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1200 0 0,'-4'2'6997'0'0,"-5"1"-7115"0"0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6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27 600 0 0,'0'0'3420'0'0,"-1"12"1838"0"0,3-12-5007 0 0,1-1 1 0 0,-1 0-1 0 0,0 0 0 0 0,0 0 0 0 0,0 0 1 0 0,0 0-1 0 0,0 0 0 0 0,0-1 0 0 0,0 1 1 0 0,0 0-1 0 0,-1-1 0 0 0,3-2 0 0 0,-3 3 179 0 0,0 0-386 0 0,-1 1 0 0 0,1 0 1 0 0,-1-1-1 0 0,0 1 0 0 0,1-1 0 0 0,-1 1 0 0 0,0 0 1 0 0,1-1-1 0 0,-1 1 0 0 0,0-1 0 0 0,0 1 1 0 0,1-1-1 0 0,-1 1 0 0 0,0-1 0 0 0,0 1 0 0 0,0-1 1 0 0,0 0-1 0 0,1 1 0 0 0,-1-1 0 0 0,0 1 1 0 0,0-1-1 0 0,0 1 0 0 0,0-1 0 0 0,0 1 0 0 0,-1-1 1 0 0,1 1-1 0 0,0-1 0 0 0,0 1 0 0 0,0-1 1 0 0,0 0-1 0 0,-1 1 0 0 0,1-1 0 0 0,-4-3-533 0 0,2 16-1730 0 0,2-10 1636 0 0,-1 3-32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1130 508 0 0,'-2'2'2455'0'0,"-10"7"527"0"0,-20 20 1467 0 0,28-25-4309 0 0,1 0 0 0 0,0 0-1 0 0,0 0 1 0 0,0 1 0 0 0,1-1 0 0 0,-1 1 0 0 0,-2 8-1 0 0,-6 29 120 0 0,10-40-238 0 0,1 1 0 0 0,0 0 0 0 0,-1 0 0 0 0,1-1-1 0 0,0 1 1 0 0,1 0 0 0 0,-1-1 0 0 0,0 1-1 0 0,1 0 1 0 0,-1-1 0 0 0,1 1 0 0 0,0-1 0 0 0,2 5-1 0 0,-2-6 3 0 0,0 0 1 0 0,1 0-1 0 0,-1-1 0 0 0,1 1 0 0 0,-1 0 0 0 0,1 0 0 0 0,-1-1 0 0 0,1 1 0 0 0,0-1 0 0 0,-1 0 0 0 0,1 1 0 0 0,-1-1 0 0 0,1 0 0 0 0,0 0 0 0 0,-1 0 0 0 0,1 0 0 0 0,0 0 1 0 0,2-1-1 0 0,32-5 126 0 0,-7-1-104 0 0,0-2 0 0 0,0-1 0 0 0,-1-2 0 0 0,-1 0 0 0 0,0-2 0 0 0,-1-1 0 0 0,0-1 0 0 0,-1-1 0 0 0,40-37 0 0 0,-25 16-38 0 0,-2-2 0 0 0,-2-1 0 0 0,49-75 0 0 0,-39 44 3 0 0,57-124 0 0 0,-77 137 15 0 0,-2 0 0 0 0,-3-1 0 0 0,-2-1 0 0 0,-3-1 1 0 0,-3 0-1 0 0,8-103 0 0 0,-20 81 147 0 0,-1 83-172 0 0,0 0 0 0 0,0 1 0 0 0,0-1 0 0 0,0 0 0 0 0,0 0 0 0 0,0 1 0 0 0,0-1 0 0 0,0 0-1 0 0,-1 1 1 0 0,1-1 0 0 0,0 1 0 0 0,0-1 0 0 0,0 0 0 0 0,-1 1 0 0 0,1-1 0 0 0,0 1 0 0 0,-1-1 0 0 0,1 0 0 0 0,-1 1 0 0 0,0-1 0 0 0,1 1 0 0 0,-1-1 0 0 0,1 1 0 0 0,0 0 0 0 0,-1 0 0 0 0,1 0-1 0 0,-1 0 1 0 0,1 0 0 0 0,-1 0 0 0 0,1 0 0 0 0,-1 0 0 0 0,1 0 0 0 0,-1 0 0 0 0,1 0 0 0 0,-1 0 0 0 0,1 0 0 0 0,0 0 0 0 0,-1 1 0 0 0,1-1-1 0 0,-1 0 1 0 0,1 0 0 0 0,-1 1 0 0 0,-2 1 0 0 0,0 0 1 0 0,0 0-1 0 0,0 0 0 0 0,0 1 0 0 0,1 0 0 0 0,-4 3 1 0 0,-30 44 26 0 0,-59 108 1 0 0,80-130-28 0 0,-13 22-16 0 0,-120 224-28 0 0,24 10 204 0 0,111-249-112 0 0,2 0 1 0 0,-6 38-1 0 0,15-62-35 0 0,0-1 0 0 0,1 1-1 0 0,1-1 1 0 0,0 1-1 0 0,0-1 1 0 0,1 1 0 0 0,0-1-1 0 0,1 1 1 0 0,0-1-1 0 0,0 0 1 0 0,9 20 0 0 0,-8-23-65 0 0,1-1 0 0 0,-1 0 0 0 0,1 0 0 0 0,0 0 0 0 0,1-1 0 0 0,0 0 0 0 0,0 0 1 0 0,0 0-1 0 0,0 0 0 0 0,1-1 0 0 0,0 1 0 0 0,11 5 0 0 0,-8-5-123 0 0,1-1-1 0 0,0 0 1 0 0,1-1-1 0 0,-1 0 1 0 0,0-1-1 0 0,1 0 0 0 0,20 1 1 0 0,-12-2-146 0 0,0-2 1 0 0,0 0-1 0 0,0-1 0 0 0,-1-1 1 0 0,1-1-1 0 0,-1 0 0 0 0,1-1 1 0 0,-2-2-1 0 0,24-10 0 0 0,-14 3-38 0 0,0-2 0 0 0,-1-1 0 0 0,-1-1 0 0 0,0-2-1 0 0,31-31 1 0 0,-26 19 132 0 0,-1-2 1 0 0,-2 0-1 0 0,30-50 0 0 0,-13 5 857 0 0,-4-1 0 0 0,-3-2 0 0 0,31-104 0 0 0,-4-78 4351 0 0,-61 222-4336 0 0,-3 40-566 0 0,-3 4-1 0 0,-5 6-53 0 0,0 1-1 0 0,0 0 1 0 0,1 0-1 0 0,0 0 1 0 0,1 1-1 0 0,-8 15 1 0 0,-28 72 3 0 0,22-46-1 0 0,-173 453 232 0 0,174-451-222 0 0,-71 233 568 0 0,89-283-496 0 0,15-14-68 0 0,-7 3-40 0 0,-1 1 1 0 0,0-2-1 0 0,7-11 0 0 0,9-13-2 0 0,12-10-9 0 0,90-109-127 0 0,-95 121 101 0 0,0 2 1 0 0,58-44 0 0 0,-71 61-2 0 0,-1 1 1 0 0,2 1-1 0 0,-1 0 0 0 0,2 1 1 0 0,-1 1-1 0 0,37-12 1 0 0,-46 19 6 0 0,14 1-33 0 0,-19 0 58 0 0,-1 0 1 0 0,1 1-1 0 0,-1-1 0 0 0,1 1 1 0 0,-1 0-1 0 0,1 0 1 0 0,-1 0-1 0 0,1 0 0 0 0,-1 0 1 0 0,0 1-1 0 0,0-1 0 0 0,1 0 1 0 0,-1 1-1 0 0,0 0 0 0 0,-1 0 1 0 0,1-1-1 0 0,0 1 0 0 0,0 0 1 0 0,1 3-1 0 0,-1-1 4 0 0,0 1 0 0 0,0-1 0 0 0,0 0 0 0 0,-1 0 0 0 0,0 1 0 0 0,0-1 0 0 0,0 1 0 0 0,0-1 0 0 0,-1 1 0 0 0,0 5 0 0 0,-1 8 25 0 0,-1 1 1 0 0,0-1-1 0 0,-2 0 1 0 0,-6 21-1 0 0,-55 156 158 0 0,53-160-139 0 0,10-32-36 0 0,1 0 1 0 0,1 0-1 0 0,-1 0 0 0 0,0 0 0 0 0,1 0 0 0 0,-1 0 0 0 0,1 0 0 0 0,0 0 0 0 0,0 0 0 0 0,0 0 1 0 0,0 0-1 0 0,1 0 0 0 0,-1 0 0 0 0,1 0 0 0 0,0 0 0 0 0,0 0 0 0 0,2 5 0 0 0,-1-6-3 0 0,-1-1-1 0 0,1 1 1 0 0,-1-1-1 0 0,1 0 1 0 0,0 1-1 0 0,0-1 1 0 0,-1 0-1 0 0,1 0 0 0 0,0 0 1 0 0,0-1-1 0 0,0 1 1 0 0,0 0-1 0 0,0-1 1 0 0,0 1-1 0 0,0-1 1 0 0,4 1-1 0 0,-1-1 4 0 0,1-1 0 0 0,-1 1 0 0 0,0-1 0 0 0,1 0-1 0 0,-1 0 1 0 0,8-3 0 0 0,2-1 4 0 0,-1-1 1 0 0,0-1-1 0 0,-1 0 0 0 0,16-11 1 0 0,-7 0-22 0 0,1 0 1 0 0,-2-1 0 0 0,-1-1 0 0 0,0-1-1 0 0,25-35 1 0 0,-20 19 17 0 0,-1-1-1 0 0,34-73 1 0 0,-45 83 70 0 0,-1-1 1 0 0,-2-1-1 0 0,-1 0 1 0 0,8-48-1 0 0,-17 76-72 0 0,1 0-1 0 0,-1 0 1 0 0,0 0 0 0 0,0 1-1 0 0,0-1 1 0 0,1 0-1 0 0,-2 0 1 0 0,1 0 0 0 0,0 0-1 0 0,0 1 1 0 0,0-1 0 0 0,-1 0-1 0 0,1 0 1 0 0,-1 1-1 0 0,0-1 1 0 0,1 0 0 0 0,-1 1-1 0 0,0-1 1 0 0,0 1 0 0 0,0-1-1 0 0,0 1 1 0 0,0-1-1 0 0,-1 1 1 0 0,-1-2 0 0 0,1 2-8 0 0,1 0 1 0 0,-1 1-1 0 0,0 0 1 0 0,0-1 0 0 0,0 1-1 0 0,0 0 1 0 0,0 0-1 0 0,0 0 1 0 0,1 0 0 0 0,-1 0-1 0 0,0 1 1 0 0,0-1-1 0 0,0 0 1 0 0,0 1-1 0 0,1 0 1 0 0,-1-1 0 0 0,0 1-1 0 0,0 0 1 0 0,1 0-1 0 0,-1 0 1 0 0,1 0 0 0 0,-1 0-1 0 0,-2 2 1 0 0,-17 14-7 0 0,0 0 1 0 0,2 1-1 0 0,0 1 0 0 0,-32 42 1 0 0,-52 95 102 0 0,85-127-50 0 0,-24 57 0 0 0,37-75-30 0 0,1 0 0 0 0,1 1 0 0 0,-1-1 0 0 0,2 1 0 0 0,0 0 1 0 0,0-1-1 0 0,1 1 0 0 0,1 22 0 0 0,0-30-7 0 0,1 1-1 0 0,-1-1 0 0 0,1 0 1 0 0,1 1-1 0 0,-1-1 1 0 0,0 0-1 0 0,1 0 0 0 0,0 0 1 0 0,0 0-1 0 0,0 0 1 0 0,1 0-1 0 0,-1-1 0 0 0,1 1 1 0 0,0-1-1 0 0,5 5 1 0 0,-3-4 1 0 0,0 0 0 0 0,0-1 0 0 0,0 0 0 0 0,1 0 0 0 0,-1 0 0 0 0,1 0 0 0 0,0-1 0 0 0,0 0 0 0 0,0 0 0 0 0,6 0-1 0 0,3 1 5 0 0,1-2-1 0 0,-1 0 1 0 0,1-1-1 0 0,-1 0 0 0 0,1-1 1 0 0,-1-1-1 0 0,1-1 0 0 0,15-4 1 0 0,-4-1-14 0 0,0-2 0 0 0,0-1 1 0 0,-1-1-1 0 0,0-2 0 0 0,33-23 1 0 0,112-95-43 0 0,-117 88 29 0 0,-34 27 7 0 0,-6 5-120 0 0,29-19 0 0 0,-40 29 103 0 0,2 5-11 0 0,-5-3 35 0 0,1 0-1 0 0,-1 0 1 0 0,1 0 0 0 0,-1 0-1 0 0,1 0 1 0 0,0 0 0 0 0,-1 0-1 0 0,1 1 1 0 0,-1-1 0 0 0,1 0-1 0 0,-1 0 1 0 0,1 1 0 0 0,-1-1-1 0 0,0 0 1 0 0,1 1 0 0 0,-1-1-1 0 0,1 0 1 0 0,-1 1-1 0 0,0-1 1 0 0,1 0 0 0 0,-1 1-1 0 0,0-1 1 0 0,1 1 0 0 0,-1 0-1 0 0,2 5 5 0 0,0 1-1 0 0,-1-1 0 0 0,0 0 0 0 0,0 1 0 0 0,-1 0 0 0 0,0-1 0 0 0,0 1 1 0 0,0-1-1 0 0,-1 1 0 0 0,0-1 0 0 0,0 1 0 0 0,-1-1 0 0 0,-3 11 0 0 0,-6 14 35 0 0,-21 41 0 0 0,26-59-30 0 0,-7 15 645 0 0,-2-1 0 0 0,-23 34 0 0 0,37-60-175 0 0,-2-4-251 0 0,3 3-223 0 0,-1 0 0 0 0,1-1-1 0 0,0 1 1 0 0,0 0 0 0 0,-1 0 0 0 0,1 0 0 0 0,0 0 0 0 0,0 0 0 0 0,0-1-1 0 0,0 1 1 0 0,-1 0 0 0 0,1 0 0 0 0,0 0 0 0 0,0-1 0 0 0,0 1 0 0 0,0 0-1 0 0,0 0 1 0 0,0 0 0 0 0,-1-1 0 0 0,1 1 0 0 0,0 0 0 0 0,0 0 0 0 0,0-1-1 0 0,0 1 1 0 0,0 0 0 0 0,0 0 0 0 0,0-1 0 0 0,0 1 0 0 0,0 0 0 0 0,0 0-1 0 0,0-1 1 0 0,0 1 0 0 0,0 0 0 0 0,0 0 0 0 0,1-1 0 0 0,-1 1 0 0 0,0 0-1 0 0,0 0 1 0 0,0-1 0 0 0,6-15 33 0 0,1-1 1 0 0,1 2-1 0 0,0-1 0 0 0,1 1 1 0 0,0 0-1 0 0,14-16 0 0 0,76-78-40 0 0,-82 92-25 0 0,1 1-1 0 0,1 1 1 0 0,0 1 0 0 0,1 0-1 0 0,0 2 1 0 0,28-13-1 0 0,-46 24 26 0 0,0 0-1 0 0,0 0 1 0 0,0 0-1 0 0,0 0 1 0 0,0 1 0 0 0,0-1-1 0 0,1 1 1 0 0,-1 0-1 0 0,0 0 1 0 0,0-1-1 0 0,0 1 1 0 0,0 1-1 0 0,1-1 1 0 0,-1 0-1 0 0,0 0 1 0 0,0 1-1 0 0,0-1 1 0 0,0 1-1 0 0,0 0 1 0 0,0 0-1 0 0,0 0 1 0 0,0 0-1 0 0,3 1 1 0 0,-3 0-2 0 0,1 1 1 0 0,-1-1-1 0 0,0 0 0 0 0,0 1 1 0 0,0 0-1 0 0,0-1 0 0 0,-1 1 1 0 0,1 0-1 0 0,0 0 0 0 0,-1 0 1 0 0,0 0-1 0 0,0 0 0 0 0,0 0 1 0 0,0 0-1 0 0,0 7 0 0 0,0 4 15 0 0,-1 1 0 0 0,-1-1 0 0 0,0 1-1 0 0,-1-1 1 0 0,0 1 0 0 0,-1-1 0 0 0,-1 0-1 0 0,-7 19 1 0 0,4-13 7 0 0,1 1-1 0 0,-4 29 1 0 0,7-32-3 0 0,2-16-8 0 0,0 0 0 0 0,1 0 0 0 0,-1 0 0 0 0,1 1 0 0 0,0-1-1 0 0,0 0 1 0 0,0 0 0 0 0,0 0 0 0 0,0 0 0 0 0,0 0 0 0 0,0 0-1 0 0,1 0 1 0 0,-1 0 0 0 0,1 0 0 0 0,-1 0 0 0 0,3 4 0 0 0,-3-5-28 0 0,1-1 0 0 0,-1 1 0 0 0,1-1 0 0 0,0 1 0 0 0,-1-1 0 0 0,1 1 0 0 0,0-1 0 0 0,0 1 0 0 0,-1-1 0 0 0,1 0 0 0 0,0 1-1 0 0,0-1 1 0 0,0 0 0 0 0,-1 0 0 0 0,1 0 0 0 0,0 0 0 0 0,0 1 0 0 0,0-1 0 0 0,0 0 0 0 0,0 0 0 0 0,-1-1 0 0 0,1 1 0 0 0,0 0 0 0 0,1 0 0 0 0,21-6-1162 0 0,-21 5 1089 0 0,7-3-1003 0 0,0 0 1 0 0,0-1 0 0 0,0-1 0 0 0,-1 1 0 0 0,0-1-1 0 0,0-1 1 0 0,12-12 0 0 0,4-4-4795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8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1 2212 0 0,'-125'1'5272'0'0,"-135"-2"2571"0"0,233 0-7042 0 0,21 2-353 0 0,19-1-320 0 0,398 24-1444 0 0,-43-3-6198 0 0,-245-14 2044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19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62 654 592 0 0,'-2'1'2079'0'0,"-48"24"8144"0"0,40-24-7779 0 0,14-10-2518 0 0,1 3 92 0 0,-1 1 1 0 0,1-1-1 0 0,0 1 1 0 0,0-1-1 0 0,1 1 0 0 0,5-4 1 0 0,2-2-3 0 0,9-8 39 0 0,207-194-112 0 0,-184 167-263 0 0,-3-2 0 0 0,68-100 0 0 0,-102 135 249 0 0,-1 0-1 0 0,-1 0 0 0 0,0 0 0 0 0,0-1 1 0 0,-2 1-1 0 0,5-21 0 0 0,-9 33 68 0 0,1 0 0 0 0,-1 0-1 0 0,0 0 1 0 0,0 0 0 0 0,0 0-1 0 0,0 0 1 0 0,0 0 0 0 0,0 0 0 0 0,0 0-1 0 0,0 0 1 0 0,0 0 0 0 0,-1 0-1 0 0,1 0 1 0 0,0 0 0 0 0,-1 0-1 0 0,1 0 1 0 0,0 0 0 0 0,-1 0-1 0 0,1 0 1 0 0,-1 0 0 0 0,0 0 0 0 0,1 0-1 0 0,-1 1 1 0 0,0-1 0 0 0,1 0-1 0 0,-1 0 1 0 0,0 1 0 0 0,0-1-1 0 0,0 1 1 0 0,1-1 0 0 0,-1 1 0 0 0,0-1-1 0 0,0 1 1 0 0,0-1 0 0 0,0 1-1 0 0,0 0 1 0 0,0-1 0 0 0,0 1-1 0 0,0 0 1 0 0,0 0 0 0 0,0 0-1 0 0,0 0 1 0 0,0 0 0 0 0,-2 0 0 0 0,-3 0-1 0 0,-1 0 1 0 0,1 1 0 0 0,-1-1-1 0 0,-10 4 1 0 0,16-4 3 0 0,-9 3-11 0 0,0 0 0 0 0,1 1 0 0 0,0 0 0 0 0,-1 0 0 0 0,1 1 0 0 0,1 0 0 0 0,-1 0 0 0 0,1 1 0 0 0,0 0 0 0 0,0 1 0 0 0,1 0 0 0 0,0 0 0 0 0,0 0 0 0 0,1 1 0 0 0,-9 13 0 0 0,12-15 1 0 0,1 1 0 0 0,-1-1 0 0 0,2 1 0 0 0,-1-1 0 0 0,1 1-1 0 0,0 0 1 0 0,0 0 0 0 0,0 0 0 0 0,1-1 0 0 0,0 1 0 0 0,1 0 0 0 0,0 0-1 0 0,0 0 1 0 0,0-1 0 0 0,1 1 0 0 0,0 0 0 0 0,0-1 0 0 0,0 0 0 0 0,5 8-1 0 0,6 13-25 0 0,2-1 0 0 0,1-1 0 0 0,19 24 0 0 0,-26-35 34 0 0,9 10-20 0 0,0 0 15 0 0,-1 0-1 0 0,26 51 1 0 0,-42-73 55 0 0,0 1 0 0 0,0-1 1 0 0,0 1-1 0 0,-1-1 0 0 0,1 1 1 0 0,0-1-1 0 0,-1 1 0 0 0,0-1 1 0 0,0 1-1 0 0,0-1 0 0 0,0 1 1 0 0,0-1-1 0 0,0 1 0 0 0,-1-1 1 0 0,1 1-1 0 0,-1-1 0 0 0,0 1 1 0 0,-1 2-1 0 0,0-1 69 0 0,0 0 1 0 0,0-1-1 0 0,-1 0 0 0 0,1 1 0 0 0,-1-1 1 0 0,0 0-1 0 0,0 0 0 0 0,0-1 0 0 0,-1 1 1 0 0,-4 3-1 0 0,-3 0 175 0 0,0 0 0 0 0,0-1 0 0 0,-1 0-1 0 0,1 0 1 0 0,-1-1 0 0 0,-19 3 0 0 0,10-4-160 0 0,0-1 0 0 0,0-1-1 0 0,0-1 1 0 0,0 0 0 0 0,0-2 0 0 0,0-1 0 0 0,0 0 0 0 0,0-1 0 0 0,1-2-1 0 0,-1 0 1 0 0,-22-10 0 0 0,38 13-383 0 0,-1 0 1 0 0,1 0-1 0 0,0 0 1 0 0,-7-6-1 0 0,10 8 38 0 0,1 0 1 0 0,0-1-1 0 0,-1 1 0 0 0,1 0 0 0 0,0 0 1 0 0,0 0-1 0 0,0-1 0 0 0,0 1 0 0 0,0-1 1 0 0,0 1-1 0 0,1 0 0 0 0,-1-1 0 0 0,0 0 1 0 0,1 1-1 0 0,-1-1 0 0 0,1 1 1 0 0,-1-1-1 0 0,1 0 0 0 0,0 1 0 0 0,0-1 1 0 0,-1 0-1 0 0,2-3 0 0 0,0 1-569 0 0,0-1 0 0 0,1 1 0 0 0,-1 0 0 0 0,1-1 1 0 0,0 1-1 0 0,5-7 0 0 0,6-6-4058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41 3028 0 0,'3'-2'2490'0'0,"7"-4"1315"0"0,-1 0-1 0 0,18-17 1305 0 0,-27 23-5075 0 0,1 0 0 0 0,-1-1 0 0 0,0 1 0 0 0,1 0 0 0 0,-1 0 0 0 0,1-1 0 0 0,-1 1-1 0 0,0 0 1 0 0,1 0 0 0 0,-1-1 0 0 0,1 1 0 0 0,-1 0 0 0 0,1 0 0 0 0,-1 0 0 0 0,1 0 0 0 0,-1 0-1 0 0,0 0 1 0 0,1 0 0 0 0,-1 0 0 0 0,1 0 0 0 0,-1 0 0 0 0,1 0 0 0 0,0 0 0 0 0,-3 30 125 0 0,-7 43 0 0 0,5-52-140 0 0,1 0-1 0 0,1-1 0 0 0,1 1 0 0 0,1 0 0 0 0,4 38 0 0 0,-3-53-15 0 0,1 1 0 0 0,-1-1-1 0 0,1 1 1 0 0,0-1 0 0 0,1 0 0 0 0,0 0-1 0 0,0 0 1 0 0,0-1 0 0 0,5 8 0 0 0,-5-9-8 0 0,0-1 0 0 0,0 0 1 0 0,0-1-1 0 0,1 1 0 0 0,-1 0 1 0 0,1-1-1 0 0,-1 0 0 0 0,1 0 1 0 0,0 0-1 0 0,-1 0 0 0 0,1-1 1 0 0,0 1-1 0 0,0-1 0 0 0,1 0 0 0 0,5 1 1 0 0,5-1-121 0 0,-1 0 1 0 0,1 0-1 0 0,0-1 0 0 0,-1-1 1 0 0,1-1-1 0 0,-1 0 0 0 0,1-1 1 0 0,-1 0-1 0 0,0-1 1 0 0,0-1-1 0 0,-1 0 0 0 0,1-1 1 0 0,-1-1-1 0 0,16-10 1 0 0,-18 10 93 0 0,0 0 0 0 0,-1-1 0 0 0,1-1 1 0 0,-2 0-1 0 0,0 0 0 0 0,0-1 0 0 0,0 0 1 0 0,-1-1-1 0 0,-1 0 0 0 0,0 0 1 0 0,0 0-1 0 0,-1-1 0 0 0,-1 0 0 0 0,0 0 1 0 0,7-25-1 0 0,-7 9 406 0 0,0-1 0 0 0,0-35 0 0 0,-5 62-342 0 0,-1 2-28 0 0,0 1-1 0 0,0-1 1 0 0,0 1-1 0 0,0-1 1 0 0,0 1-1 0 0,0 0 1 0 0,0-1-1 0 0,0 1 1 0 0,0 0-1 0 0,0 0 1 0 0,0 0-1 0 0,1 0 1 0 0,-1 0-1 0 0,0 0 1 0 0,1 0-1 0 0,-1 0 1 0 0,0 2-1 0 0,-10 21 7 0 0,10-22-8 0 0,-98 308 156 0 0,59-171 24 0 0,-237 707 807 0 0,184-609-885 0 0,70-188 312 0 0,-1 0-1 0 0,-53 75 1 0 0,71-114-155 0 0,-2-1 0 0 0,1 0-1 0 0,-2 0 1 0 0,1 0 0 0 0,-1-1-1 0 0,0 0 1 0 0,-12 8 0 0 0,17-14-192 0 0,0 0 1 0 0,0 0 0 0 0,-1 0 0 0 0,1 0-1 0 0,-1-1 1 0 0,1 1 0 0 0,-1-1 0 0 0,1 0-1 0 0,-1-1 1 0 0,1 1 0 0 0,-1-1 0 0 0,0 0-1 0 0,1 0 1 0 0,-1 0 0 0 0,0-1 0 0 0,1 0-1 0 0,-1 0 1 0 0,0 0 0 0 0,1 0 0 0 0,-9-4-1 0 0,-1-2-41 0 0,0-1 0 0 0,1 0 0 0 0,0-1 0 0 0,0 0 1 0 0,1-1-1 0 0,0 0 0 0 0,1-1 0 0 0,0 0 0 0 0,1-1 0 0 0,0 0 0 0 0,1-1 0 0 0,-14-26 0 0 0,16 27-53 0 0,1 0 1 0 0,1 0-1 0 0,0-1 1 0 0,0 0-1 0 0,1 0 1 0 0,1 0-1 0 0,1 0 0 0 0,-1-1 1 0 0,2 1-1 0 0,0-1 1 0 0,1 1-1 0 0,0-1 1 0 0,1 1-1 0 0,0-1 0 0 0,5-15 1 0 0,3 0-90 0 0,2 0 1 0 0,1 0 0 0 0,1 1-1 0 0,2 1 1 0 0,0 0-1 0 0,2 2 1 0 0,32-39 0 0 0,3 4-260 0 0,105-92 1 0 0,-16 35-605 0 0,230-147-1 0 0,176-59-1104 0 0,-465 278 1826 0 0,-11 7-23 0 0,108-76 1 0 0,-174 110 274 0 0,0 1 6 0 0,-1 0 0 0 0,1-1 0 0 0,-1 1 0 0 0,0-1 0 0 0,0 0 0 0 0,-1 0-1 0 0,1-1 1 0 0,-1 1 0 0 0,5-8 0 0 0,-8 11-1 0 0,1 0 0 0 0,0 1 1 0 0,-1-1-1 0 0,1 0 0 0 0,-1 0 0 0 0,0 0 0 0 0,1 0 1 0 0,-1 0-1 0 0,0 0 0 0 0,1 0 0 0 0,-1 0 0 0 0,0 0 1 0 0,0 0-1 0 0,0 0 0 0 0,0 0 0 0 0,0 0 0 0 0,0 0 1 0 0,0 0-1 0 0,0 0 0 0 0,-1 0 0 0 0,1-2 0 0 0,-1 1 5 0 0,1 1-8 0 0,-1 0 0 0 0,1 1 1 0 0,0-1-1 0 0,-1 0 1 0 0,1 0-1 0 0,0 0 1 0 0,-1 1-1 0 0,1-1 0 0 0,-1 0 1 0 0,1 1-1 0 0,-1-1 1 0 0,1 0-1 0 0,-1 1 0 0 0,0-1 1 0 0,1 1-1 0 0,-1-1 1 0 0,0 1-1 0 0,1-1 0 0 0,-1 1 1 0 0,0-1-1 0 0,0 1 1 0 0,1 0-1 0 0,-1-1 0 0 0,-1 1 1 0 0,-12-4-4 0 0,13 4 3 0 0,-1-1 0 0 0,1 1 1 0 0,-1 0-1 0 0,1-1 0 0 0,-1 1 0 0 0,1 0 1 0 0,-1 0-1 0 0,1 0 0 0 0,-1 0 0 0 0,1 0 1 0 0,-1 1-1 0 0,1-1 0 0 0,-1 0 0 0 0,1 1 0 0 0,-3 0 1 0 0,-2 1-2 0 0,-4 0 0 0 0,0 1 0 0 0,0 0 0 0 0,0 0 1 0 0,1 1-1 0 0,-1 0 0 0 0,1 1 0 0 0,0 0 0 0 0,0 1 0 0 0,0 0 0 0 0,1 0 0 0 0,-14 13 1 0 0,16-13-2 0 0,1 0 0 0 0,0 0 0 0 0,0 0 0 0 0,1 0 0 0 0,-1 1 1 0 0,1 0-1 0 0,1 0 0 0 0,0 0 0 0 0,0 0 0 0 0,0 0 0 0 0,1 1 0 0 0,0 0 1 0 0,0-1-1 0 0,1 1 0 0 0,0 0 0 0 0,0 7 0 0 0,1-1 2 0 0,1 0-1 0 0,1 0 1 0 0,0-1-1 0 0,1 1 0 0 0,1-1 1 0 0,5 14-1 0 0,37 75 4 0 0,-29-69 1 0 0,16 47 1 0 0,-31-77 38 0 0,-1 0 0 0 0,0 1 0 0 0,-1-1 0 0 0,1 0 1 0 0,0 1-1 0 0,-1-1 0 0 0,0 1 0 0 0,0-1 0 0 0,0 1 1 0 0,0-1-1 0 0,-1 1 0 0 0,1-1 0 0 0,-1 0 0 0 0,0 1 1 0 0,0-1-1 0 0,0 0 0 0 0,0 1 0 0 0,-2 2 0 0 0,0-2 40 0 0,0 0-1 0 0,0 0 0 0 0,0-1 0 0 0,-1 1 0 0 0,1-1 1 0 0,-1 0-1 0 0,1 0 0 0 0,-1 0 0 0 0,0 0 0 0 0,0-1 0 0 0,-8 4 1 0 0,-2-1 56 0 0,0 0 0 0 0,0 0 0 0 0,0-2 0 0 0,-1 0 1 0 0,0 0-1 0 0,1-2 0 0 0,-21 1 0 0 0,-84-8 221 0 0,101 4-400 0 0,0-1 0 0 0,0-1 1 0 0,1 0-1 0 0,-27-11 0 0 0,42 14-171 0 0,-1 0 1 0 0,1 0-1 0 0,-1-1 0 0 0,1 1 0 0 0,0 0 1 0 0,0-1-1 0 0,0 1 0 0 0,0-1 1 0 0,0 0-1 0 0,0 0 0 0 0,0 0 0 0 0,1 0 1 0 0,-1 0-1 0 0,-2-4 0 0 0,4 4 12 0 0,-1 1-1 0 0,1-1 0 0 0,-1 1 0 0 0,1-1 1 0 0,0 1-1 0 0,0-1 0 0 0,0 0 1 0 0,0 1-1 0 0,0-1 0 0 0,0 1 1 0 0,0-1-1 0 0,1 0 0 0 0,-1 1 0 0 0,1-1 1 0 0,-1 1-1 0 0,1-1 0 0 0,-1 1 1 0 0,1-1-1 0 0,0 1 0 0 0,0 0 0 0 0,0-1 1 0 0,0 1-1 0 0,0 0 0 0 0,0 0 1 0 0,1-2-1 0 0,14-13-3933 0 0,1-2-2048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1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233 136 2284 0 0,'6'-14'2538'0'0,"-1"1"0"0"0,0-1 0 0 0,-1 0-1 0 0,0 0 1 0 0,-1 0 0 0 0,-1-1 0 0 0,1-23 0 0 0,-16 63-2312 0 0,-154 515 204 0 0,143-470-529 0 0,3 2-1 0 0,-16 107 0 0 0,35-168-367 0 0,1 1 1 0 0,1 0-1 0 0,0 0 0 0 0,2 12 0 0 0,8 10-2809 0 0,-9-31 2447 0 0,1 0 1 0 0,0 0 0 0 0,0 0-1 0 0,0 0 1 0 0,0-1 0 0 0,0 1-1 0 0,0 0 1 0 0,4 2 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2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210 289 1792 0 0,'7'-26'16525'0'0,"-7"25"-16447"0"0,1 0 0 0 0,-1 1-1 0 0,1-1 1 0 0,0 0 0 0 0,-1 0 0 0 0,1 0 0 0 0,0 0-1 0 0,-1 0 1 0 0,1 1 0 0 0,0-1 0 0 0,0 0 0 0 0,0 0-1 0 0,0 1 1 0 0,0-1 0 0 0,0 1 0 0 0,0-1 0 0 0,0 1-1 0 0,0-1 1 0 0,2 1 0 0 0,26-4 22 0 0,-7 2 30 0 0,-9 0-87 0 0,1-1-1 0 0,0 0 1 0 0,-1 0 0 0 0,0-2-1 0 0,15-6 1 0 0,-23 9-36 0 0,-1-1 0 0 0,0 1-1 0 0,1-1 1 0 0,-1 0 0 0 0,0 0-1 0 0,0 0 1 0 0,-1 0 0 0 0,1-1-1 0 0,-1 1 1 0 0,1-1 0 0 0,-1 0 0 0 0,0 0-1 0 0,-1 0 1 0 0,1-1 0 0 0,-1 1-1 0 0,0 0 1 0 0,0-1 0 0 0,3-8 0 0 0,-4 8-9 0 0,0-1 0 0 0,0 1 0 0 0,-1 0 0 0 0,1-1 0 0 0,-1 1 0 0 0,0-1 0 0 0,-1 1 0 0 0,1-1 0 0 0,-1 1 0 0 0,0 0 0 0 0,-1-1 0 0 0,1 1 0 0 0,-3-5 0 0 0,2 6-3 0 0,0 0 1 0 0,0 0-1 0 0,-1 1 1 0 0,1-1-1 0 0,-1 1 0 0 0,0 0 1 0 0,0 0-1 0 0,0 0 1 0 0,0 0-1 0 0,-1 0 1 0 0,1 0-1 0 0,-1 1 0 0 0,0 0 1 0 0,1 0-1 0 0,-1 0 1 0 0,0 0-1 0 0,-6-1 1 0 0,3 1 0 0 0,-1 0 1 0 0,0 1 0 0 0,0 1-1 0 0,0-1 1 0 0,0 1 0 0 0,0 0-1 0 0,0 1 1 0 0,0 0 0 0 0,0 0-1 0 0,0 1 1 0 0,1 0 0 0 0,-1 0 0 0 0,1 0-1 0 0,-15 8 1 0 0,5-1 6 0 0,-1 0 1 0 0,1 2 0 0 0,1 0-1 0 0,-29 25 1 0 0,29-21-1 0 0,0 1 1 0 0,1 0 0 0 0,-24 37 0 0 0,32-42 1 0 0,0-1 0 0 0,2 2 0 0 0,-1-1 0 0 0,1 0 0 0 0,1 1 0 0 0,0 0 0 0 0,1 0 0 0 0,-3 20 0 0 0,5-27 3 0 0,1-1 1 0 0,0 1-1 0 0,0 0 1 0 0,0-1-1 0 0,1 1 1 0 0,0 0-1 0 0,0 0 1 0 0,0-1-1 0 0,0 1 1 0 0,1-1-1 0 0,-1 1 1 0 0,1-1 0 0 0,0 0-1 0 0,4 5 1 0 0,-2-3-24 0 0,0-1 0 0 0,0 0 0 0 0,1 0 0 0 0,0-1 1 0 0,0 1-1 0 0,0-1 0 0 0,0 0 0 0 0,1-1 0 0 0,6 4 1 0 0,5 1-247 0 0,0-1 1 0 0,1 0 0 0 0,-1-2 0 0 0,1 0 0 0 0,0-1 0 0 0,24 2 0 0 0,2-1-837 0 0,0-2-1 0 0,1-3 1 0 0,-1-1 0 0 0,0-2 0 0 0,79-16 0 0 0,-98 13 807 0 0,0 0-1 0 0,0-2 1 0 0,-1-1 0 0 0,0-1 0 0 0,-1-1 0 0 0,0-1 0 0 0,0-1-1 0 0,-1 0 1 0 0,-1-2 0 0 0,-1-1 0 0 0,25-24 0 0 0,-35 29 737 0 0,-1 0 0 0 0,0 0 0 0 0,-1-1 0 0 0,0 0 0 0 0,-1-1 0 0 0,-1 0 0 0 0,7-15 0 0 0,-4 2 1686 0 0,-2 0 1 0 0,9-47-1 0 0,-16 71-1875 0 0,-2 3-233 0 0,0 0 0 0 0,1 1 0 0 0,-1-1 0 0 0,0 1 1 0 0,1-1-1 0 0,-1 1 0 0 0,1 0 0 0 0,0-1 0 0 0,-1 1 0 0 0,1 0 0 0 0,-1 3 0 0 0,0-2-18 0 0,-7 13 45 0 0,-12 30-1 0 0,3-8-10 0 0,-48 107 75 0 0,22-39 98 0 0,30-71 496 0 0,15-42-696 0 0,1 0-1 0 0,1 0 0 0 0,-1 0 1 0 0,1 1-1 0 0,0 0 0 0 0,7-11 1 0 0,29-38-4 0 0,-27 40-4 0 0,15-20-18 0 0,56-57 0 0 0,-71 81-17 0 0,0 0 1 0 0,1 0-1 0 0,0 2 0 0 0,1-1 1 0 0,1 2-1 0 0,-1 0 0 0 0,30-12 1 0 0,-41 20 23 0 0,-1-1 1 0 0,1 1 0 0 0,0 0-1 0 0,0 0 1 0 0,-1 0 0 0 0,1 0-1 0 0,0 0 1 0 0,0 0 0 0 0,-1 1-1 0 0,1-1 1 0 0,0 1 0 0 0,-1 0-1 0 0,1 0 1 0 0,-1 0 0 0 0,1 0-1 0 0,3 3 1 0 0,-1-1 0 0 0,-1-1 1 0 0,0 1-1 0 0,1 1 1 0 0,-1-1-1 0 0,0 1 0 0 0,-1-1 1 0 0,7 9-1 0 0,-6-5 4 0 0,0 0 0 0 0,0 0 0 0 0,-1 1 1 0 0,0 0-1 0 0,0-1 0 0 0,0 1 0 0 0,-1 0 0 0 0,-1 0 0 0 0,1 0 0 0 0,-1 0 0 0 0,-1 1 0 0 0,0-1 0 0 0,0 12 1 0 0,-3 1 121 0 0,0 0 0 0 0,-1-1 0 0 0,-13 40 0 0 0,16-58-55 0 0,1-2-56 0 0,0 1 0 0 0,-1 0 0 0 0,1-1 0 0 0,0 1 0 0 0,-1-1 0 0 0,1 1 0 0 0,-1-1 0 0 0,1 1 0 0 0,-1-1 0 0 0,1 1 1 0 0,-1-1-1 0 0,0 0 0 0 0,1 1 0 0 0,-1-1 0 0 0,1 0 0 0 0,-2 1 0 0 0,2-5-7 0 0,-1 1 0 0 0,1-1 1 0 0,0 0-1 0 0,0 0 0 0 0,1 0 1 0 0,-1 1-1 0 0,1-1 0 0 0,0 0 0 0 0,0 1 1 0 0,0-1-1 0 0,0 1 0 0 0,1-1 1 0 0,1-3-1 0 0,29-49-18 0 0,-26 46 10 0 0,14-23-17 0 0,2 2-1 0 0,1 0 1 0 0,1 2 0 0 0,1 0 0 0 0,2 2-1 0 0,1 1 1 0 0,1 1 0 0 0,40-27 0 0 0,-66 50 11 0 0,-1 1 1 0 0,1-1-1 0 0,0 0 1 0 0,0 1-1 0 0,0 0 1 0 0,0-1-1 0 0,1 1 1 0 0,-1 0-1 0 0,0 1 1 0 0,0-1-1 0 0,1 1 1 0 0,-1-1-1 0 0,0 1 1 0 0,1 0-1 0 0,-1 0 1 0 0,0 0-1 0 0,1 1 1 0 0,-1-1-1 0 0,7 3 1 0 0,-8-2 6 0 0,0 0 1 0 0,0 1 0 0 0,0-1-1 0 0,0 1 1 0 0,0-1-1 0 0,0 1 1 0 0,-1 0 0 0 0,1-1-1 0 0,0 1 1 0 0,-1 0 0 0 0,0 0-1 0 0,1 0 1 0 0,-1 0 0 0 0,0 1-1 0 0,0-1 1 0 0,0 0-1 0 0,0 0 1 0 0,0 1 0 0 0,-1-1-1 0 0,1 1 1 0 0,-1-1 0 0 0,0 0-1 0 0,1 1 1 0 0,-1-1 0 0 0,0 1-1 0 0,0-1 1 0 0,-1 4 0 0 0,0 8 1 0 0,-1 0 1 0 0,-1-1-1 0 0,0 0 1 0 0,-1 1 0 0 0,-6 15-1 0 0,-34 64 18 0 0,16-35-7 0 0,5-14-4 0 0,14-29 3 0 0,1 1 1 0 0,1 0-1 0 0,-8 26 1 0 0,14-40-7 0 0,1 0 1 0 0,-1 0 0 0 0,1-1 0 0 0,-1 1 0 0 0,1 0-1 0 0,0 0 1 0 0,0 0 0 0 0,0 0 0 0 0,0 0 0 0 0,0 0 0 0 0,0 0-1 0 0,0-1 1 0 0,1 1 0 0 0,-1 0 0 0 0,1 0 0 0 0,0 0 0 0 0,-1-1-1 0 0,1 1 1 0 0,0 0 0 0 0,0-1 0 0 0,2 4 0 0 0,-1-3-15 0 0,0-1 1 0 0,0 1-1 0 0,1-1 0 0 0,-1 0 1 0 0,0 0-1 0 0,1 0 1 0 0,-1 0-1 0 0,1 0 1 0 0,-1 0-1 0 0,1-1 1 0 0,0 1-1 0 0,-1-1 1 0 0,1 0-1 0 0,0 0 0 0 0,4 0 1 0 0,8-1-560 0 0,-1 0 0 0 0,0-1 0 0 0,0-1 1 0 0,0 0-1 0 0,-1 0 0 0 0,26-12 0 0 0,-23 8-1856 0 0,0-1 0 0 0,25-16-1 0 0,-11 1-4203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3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35 1564 0 0,'-6'1'704'0'0,"-244"13"13788"0"0,253-15-14235 0 0,20-5-582 0 0,0 2-1 0 0,0 0 1 0 0,40-1 0 0 0,-10 1-898 0 0,104-12-5028 0 0,-70 7 413 0 0</inkml:trace>
  <inkml:trace contextRef="#ctx0" brushRef="#br0" timeOffset="1">4383 601 1600 0 0,'-25'-90'16165'0'0,"23"83"-15293"0"0,0 1 1 0 0,-1-1-1 0 0,0 1 0 0 0,-3-7 1 0 0,4 13-862 0 0,1 1 1 0 0,0 0-1 0 0,0 0 1 0 0,0 0-1 0 0,0 0 0 0 0,-1 0 1 0 0,1 0-1 0 0,0 0 1 0 0,1 0-1 0 0,-1 0 1 0 0,0 1-1 0 0,0-1 1 0 0,0 0-1 0 0,1 1 1 0 0,-1-1-1 0 0,1 0 1 0 0,-1 1-1 0 0,1-1 0 0 0,-1 1 1 0 0,1 1-1 0 0,-1-1-5 0 0,-87 312 236 0 0,80-278-1484 0 0,1 1-1 0 0,-2 55 0 0 0,9-86 780 0 0,0-1 0 0 0,0 1-1 0 0,1-1 1 0 0,-1 1 0 0 0,2-1 0 0 0,-1 0-1 0 0,0 1 1 0 0,4 6 0 0 0,-4-9-205 0 0,1 0-1 0 0,-1 0 1 0 0,1 0 0 0 0,0 0 0 0 0,0-1-1 0 0,0 1 1 0 0,0-1 0 0 0,0 1 0 0 0,4 2-1 0 0,9 4-4962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4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574 714 1564 0 0,'6'-7'1346'0'0,"0"0"0"0"0,-1-1 0 0 0,0 1-1 0 0,0-1 1 0 0,-1 0 0 0 0,0-1 0 0 0,-1 1 0 0 0,4-11 0 0 0,-7 19-1293 0 0,0-1-1 0 0,0 0 1 0 0,1 0 0 0 0,-1 0 0 0 0,0 1 0 0 0,0-1 0 0 0,0 0 0 0 0,0 0 0 0 0,0 1 0 0 0,0-1 0 0 0,0 0 0 0 0,0 0-1 0 0,0 0 1 0 0,0 1 0 0 0,0-1 0 0 0,-1 0 0 0 0,1 0 0 0 0,0 0 0 0 0,-1 1 0 0 0,1-1 0 0 0,0 0 0 0 0,-1 1 0 0 0,1-1 0 0 0,-1 0-1 0 0,1 1 1 0 0,-1-1 0 0 0,1 1 0 0 0,-1-1 0 0 0,1 0 0 0 0,-1 1 0 0 0,0-1 0 0 0,1 1 0 0 0,-1 0 0 0 0,0-1 0 0 0,1 1 0 0 0,-1 0-1 0 0,0-1 1 0 0,0 1 0 0 0,1 0 0 0 0,-1 0 0 0 0,0-1 0 0 0,0 1 0 0 0,0 0 0 0 0,1 0 0 0 0,-1 0 0 0 0,0 0 0 0 0,0 0 0 0 0,0 0-1 0 0,0 1 1 0 0,-5-1 12 0 0,0 1 0 0 0,0 0-1 0 0,1 0 1 0 0,-12 4 0 0 0,-12 6 82 0 0,0 1 1 0 0,1 1 0 0 0,-28 18 0 0 0,39-21-126 0 0,1 2-1 0 0,1 0 1 0 0,-1 0 0 0 0,2 1 0 0 0,0 1-1 0 0,-13 18 1 0 0,24-29-19 0 0,1 0 0 0 0,0 0 0 0 0,0 0 0 0 0,0 0 0 0 0,0 0 0 0 0,0 1 0 0 0,1-1 0 0 0,0 0 0 0 0,0 1 0 0 0,0 0 0 0 0,0-1 0 0 0,0 1 0 0 0,1-1 0 0 0,-1 1 0 0 0,1 0 0 0 0,0 0 0 0 0,0-1 0 0 0,0 1 0 0 0,1 0 0 0 0,-1-1 0 0 0,3 6 0 0 0,-1-4 2 0 0,1 1 0 0 0,-1-1 0 0 0,1 1 0 0 0,1-1 0 0 0,-1 0 0 0 0,1-1 0 0 0,0 1 0 0 0,0-1 1 0 0,0 1-1 0 0,1-1 0 0 0,-1 0 0 0 0,8 4 0 0 0,16 9 13 0 0,0 0 0 0 0,45 18 0 0 0,44 24-19 0 0,-114-58 23 0 0,0 1-1 0 0,-1-1 1 0 0,1 1-1 0 0,-1 0 1 0 0,1 0-1 0 0,-1 0 1 0 0,0 1-1 0 0,1-1 1 0 0,-1 0-1 0 0,0 1 1 0 0,-1-1-1 0 0,1 1 1 0 0,0 0-1 0 0,1 3 1 0 0,-3-5 18 0 0,0 1 1 0 0,1-1 0 0 0,-1 1 0 0 0,0 0 0 0 0,0-1 0 0 0,0 1 0 0 0,-1 0 0 0 0,1-1-1 0 0,0 1 1 0 0,0-1 0 0 0,-1 1 0 0 0,1-1 0 0 0,-1 1 0 0 0,0-1 0 0 0,1 1-1 0 0,-1-1 1 0 0,0 1 0 0 0,0-1 0 0 0,0 0 0 0 0,0 1 0 0 0,0-1 0 0 0,0 0-1 0 0,0 0 1 0 0,0 0 0 0 0,-3 2 0 0 0,-5 4 62 0 0,0-1 1 0 0,0 0-1 0 0,-1 0 1 0 0,0-1-1 0 0,0 0 1 0 0,0-1-1 0 0,0 0 0 0 0,-1-1 1 0 0,0 0-1 0 0,1 0 1 0 0,-20 1-1 0 0,12-2-142 0 0,1-2 1 0 0,-1 1-1 0 0,1-2 1 0 0,-1 0-1 0 0,1-2 0 0 0,-29-6 1 0 0,32 5-570 0 0,0-1 0 0 0,0-1 1 0 0,1 0-1 0 0,0-1 0 0 0,0 0 1 0 0,-18-14-1 0 0,18 11-1131 0 0,1 0-1 0 0,1-1 1 0 0,-14-17 0 0 0,-5-10-4576 0 0</inkml:trace>
  <inkml:trace contextRef="#ctx0" brushRef="#br0" timeOffset="1">6 260 1100 0 0,'-3'-103'10959'0'0,"0"0"-3698"0"0,4 71-6280 0 0,0 10-4334 0 0,13 29-556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5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1061 219 1156 0 0,'5'-13'1564'0'0,"-1"-1"0"0"0,0 1 0 0 0,-1 0 1 0 0,0-1-1 0 0,1-15 0 0 0,-4 22-1170 0 0,0 0 1 0 0,-1 0 0 0 0,1 0-1 0 0,-1 0 1 0 0,0 0 0 0 0,-1 0-1 0 0,0 1 1 0 0,0-1 0 0 0,-1 0-1 0 0,1 1 1 0 0,-8-13 0 0 0,8 17-352 0 0,1 0 0 0 0,-1 0 0 0 0,0-1 1 0 0,0 1-1 0 0,0 0 0 0 0,-1 1 0 0 0,1-1 0 0 0,0 0 1 0 0,-1 1-1 0 0,1-1 0 0 0,-1 1 0 0 0,1 0 1 0 0,-1 0-1 0 0,0 0 0 0 0,0 0 0 0 0,1 0 0 0 0,-1 1 1 0 0,0-1-1 0 0,0 1 0 0 0,0 0 0 0 0,0-1 0 0 0,1 1 1 0 0,-1 1-1 0 0,0-1 0 0 0,0 0 0 0 0,0 1 1 0 0,0-1-1 0 0,-3 2 0 0 0,-7 2-20 0 0,0 0 0 0 0,1 1 0 0 0,0 0 0 0 0,-20 12 1 0 0,-32 22 37 0 0,-115 94 1 0 0,-45 67 2 0 0,167-147-47 0 0,-126 128 65 0 0,149-142-55 0 0,1 1 0 0 0,-52 87 1 0 0,79-116-12 0 0,0 0 0 0 0,1 1 1 0 0,0 0-1 0 0,0 0 0 0 0,2 0 1 0 0,-1 0-1 0 0,1 0 0 0 0,-1 21 1 0 0,4-28-8 0 0,0 0 1 0 0,0 0 0 0 0,0-1-1 0 0,1 1 1 0 0,-1 0 0 0 0,1 0-1 0 0,1 0 1 0 0,-1-1 0 0 0,1 1 0 0 0,-1 0-1 0 0,1-1 1 0 0,1 1 0 0 0,-1-1-1 0 0,1 0 1 0 0,-1 0 0 0 0,1 0-1 0 0,0 0 1 0 0,1 0 0 0 0,-1-1-1 0 0,1 0 1 0 0,-1 1 0 0 0,1-1 0 0 0,0 0-1 0 0,8 4 1 0 0,6 2 11 0 0,1-1-1 0 0,-1-1 1 0 0,1-1 0 0 0,1 0-1 0 0,-1-2 1 0 0,1 0 0 0 0,32 2-1 0 0,11-3-12 0 0,69-6 0 0 0,-68-1-197 0 0,0-3-1 0 0,-1-2 0 0 0,0-4 1 0 0,-1-2-1 0 0,101-38 0 0 0,-141 44 146 0 0,0-2 0 0 0,0 0-1 0 0,-1-1 1 0 0,-1-1 0 0 0,0-1 0 0 0,32-31 0 0 0,-41 35 189 0 0,-2 0 0 0 0,1-1 1 0 0,-2-1-1 0 0,1 1 1 0 0,-2-1-1 0 0,1-1 0 0 0,-2 1 1 0 0,1-1-1 0 0,-2 0 1 0 0,0-1-1 0 0,0 1 1 0 0,4-27-1 0 0,-9 35-13 0 0,1 0-1 0 0,-1 0 1 0 0,0 0-1 0 0,0-1 1 0 0,0 1 0 0 0,-1 0-1 0 0,-2-10 1 0 0,2 14-121 0 0,1 0 0 0 0,0 0 0 0 0,-1 0 0 0 0,1-1 1 0 0,-1 1-1 0 0,0 0 0 0 0,1 0 0 0 0,-1 0 0 0 0,0 0 0 0 0,0 0 1 0 0,0 1-1 0 0,0-1 0 0 0,1 0 0 0 0,-1 0 0 0 0,0 0 0 0 0,0 1 1 0 0,0-1-1 0 0,-1 1 0 0 0,1-1 0 0 0,0 1 0 0 0,0-1 0 0 0,0 1 1 0 0,0-1-1 0 0,-1 1 0 0 0,1 0 0 0 0,-1 0 0 0 0,-3-1 5 0 0,1 1 0 0 0,0 0-1 0 0,0 0 1 0 0,-1 0-1 0 0,-6 2 1 0 0,-5 3 0 0 0,-1 0 0 0 0,1 1 0 0 0,1 1 0 0 0,-1 1-1 0 0,1 0 1 0 0,1 1 0 0 0,-1 1 0 0 0,-12 11 0 0 0,11-10-6 0 0,1 1 1 0 0,0 1 0 0 0,1 0-1 0 0,0 1 1 0 0,1 0-1 0 0,1 1 1 0 0,0 1 0 0 0,1 0-1 0 0,-13 27 1 0 0,22-38-5 0 0,0-1-1 0 0,0 1 1 0 0,1-1 0 0 0,0 1 0 0 0,0-1 0 0 0,0 1-1 0 0,0 0 1 0 0,1-1 0 0 0,0 1 0 0 0,0 0-1 0 0,0 0 1 0 0,0-1 0 0 0,1 1 0 0 0,0 0 0 0 0,0-1-1 0 0,0 1 1 0 0,1-1 0 0 0,-1 1 0 0 0,1-1 0 0 0,0 1-1 0 0,0-1 1 0 0,1 0 0 0 0,-1 0 0 0 0,1 0-1 0 0,0-1 1 0 0,0 1 0 0 0,0 0 0 0 0,1-1 0 0 0,-1 0-1 0 0,1 0 1 0 0,0 0 0 0 0,-1 0 0 0 0,2-1-1 0 0,-1 1 1 0 0,0-1 0 0 0,8 3 0 0 0,9 2 14 0 0,0 0 0 0 0,0-1 0 0 0,1-1 0 0 0,0 0 1 0 0,0-2-1 0 0,0-1 0 0 0,1-1 0 0 0,-1-1 0 0 0,0-1 0 0 0,1 0 0 0 0,-1-2 1 0 0,0-1-1 0 0,30-8 0 0 0,-46 10-13 0 0,1-1 0 0 0,-1 1-1 0 0,0-1 1 0 0,1-1 0 0 0,-2 1 0 0 0,1-1 0 0 0,0 0 0 0 0,-1 0-1 0 0,1 0 1 0 0,-1-1 0 0 0,-1 0 0 0 0,1 0 0 0 0,-1 0 0 0 0,1-1-1 0 0,-1 0 1 0 0,-1 1 0 0 0,5-10 0 0 0,-5 7-6 0 0,0 0 0 0 0,-1 0 1 0 0,0 0-1 0 0,0-1 0 0 0,-1 1 0 0 0,0 0 1 0 0,-1-1-1 0 0,1 1 0 0 0,-2 0 1 0 0,1-1-1 0 0,-1 1 0 0 0,0 0 0 0 0,-1-1 1 0 0,-2-7-1 0 0,0 5-1 0 0,-1 0 1 0 0,1 0 0 0 0,-2 1-1 0 0,1-1 1 0 0,-2 1-1 0 0,1 0 1 0 0,-1 1 0 0 0,-1 0-1 0 0,1 0 1 0 0,-2 0 0 0 0,1 1-1 0 0,-1 0 1 0 0,0 1-1 0 0,-1 0 1 0 0,0 1 0 0 0,0-1-1 0 0,0 2 1 0 0,-1 0-1 0 0,0 0 1 0 0,0 1 0 0 0,0 0-1 0 0,-21-4 1 0 0,18 5-6 0 0,0 0 1 0 0,0 1-1 0 0,0 1 1 0 0,-1 1-1 0 0,1-1 0 0 0,0 2 1 0 0,0 0-1 0 0,0 1 1 0 0,0 1-1 0 0,0 0 1 0 0,0 0-1 0 0,1 1 1 0 0,-1 1-1 0 0,1 1 0 0 0,1 0 1 0 0,-1 0-1 0 0,1 1 1 0 0,-20 15-1 0 0,28-19 5 0 0,1 0 0 0 0,0 0 0 0 0,0 0 0 0 0,0 0 0 0 0,1 0 0 0 0,-1 1 0 0 0,1-1 0 0 0,0 1 0 0 0,0-1 0 0 0,0 1 0 0 0,0 0 0 0 0,-2 8 0 0 0,4-11 0 0 0,0 1 1 0 0,0 0 0 0 0,0 0 0 0 0,0 0-1 0 0,0 0 1 0 0,0 0 0 0 0,0-1 0 0 0,1 1-1 0 0,-1 0 1 0 0,0 0 0 0 0,1 0 0 0 0,0-1-1 0 0,-1 1 1 0 0,1 0 0 0 0,0-1 0 0 0,0 1-1 0 0,0-1 1 0 0,0 1 0 0 0,0-1 0 0 0,1 1-1 0 0,-1-1 1 0 0,0 0 0 0 0,1 1 0 0 0,-1-1-1 0 0,0 0 1 0 0,1 0 0 0 0,0 0 0 0 0,-1 0-1 0 0,4 1 1 0 0,6 3-50 0 0,0-1 0 0 0,0 0 1 0 0,1 0-1 0 0,-1-1 0 0 0,1-1 0 0 0,0 0 0 0 0,0-1 0 0 0,21 0 1 0 0,97-10-687 0 0,-71 0 438 0 0,1-3 0 0 0,88-30 0 0 0,110-55-32 0 0,-231 87 299 0 0,13-7 5 0 0,66-23-99 0 0,-101 39 117 0 0,-1 0-1 0 0,0 1 1 0 0,1 0-1 0 0,-1 0 1 0 0,0 0-1 0 0,1 0 0 0 0,-1 0 1 0 0,8 3-1 0 0,-10-3 7 0 0,0 1 0 0 0,0 0 0 0 0,1 0 0 0 0,-1 0 0 0 0,0 0-1 0 0,0 1 1 0 0,0-1 0 0 0,0 1 0 0 0,0-1 0 0 0,-1 1 0 0 0,1 0-1 0 0,0-1 1 0 0,-1 1 0 0 0,1 0 0 0 0,-1 0 0 0 0,0 0 0 0 0,1 0 0 0 0,-1 0-1 0 0,0 1 1 0 0,1 3 0 0 0,0 0 4 0 0,1 1 0 0 0,-2 0 1 0 0,1 0-1 0 0,-1 0 0 0 0,1 8 0 0 0,-2 0 8 0 0,0-1 0 0 0,-1 0 0 0 0,0 0 0 0 0,-2 1 1 0 0,1-1-1 0 0,-2 0 0 0 0,0-1 0 0 0,-6 16 0 0 0,-6 6 148 0 0,-35 59 1 0 0,26-59 547 0 0,24-33-572 0 0,1-1-117 0 0,-1-1-1 0 0,0 0 1 0 0,1 1 0 0 0,-1-1 0 0 0,1 1-1 0 0,-1-1 1 0 0,0 0 0 0 0,1 1 0 0 0,-1-1 0 0 0,0 0-1 0 0,0 0 1 0 0,1 1 0 0 0,-1-1 0 0 0,0 0 0 0 0,0 0-1 0 0,0-2-12 0 0,0-1 0 0 0,1 1 0 0 0,0-1 0 0 0,0 1 0 0 0,0-1 0 0 0,0 1 0 0 0,0-1 0 0 0,0 1 0 0 0,0-1 0 0 0,1 1 0 0 0,-1-1 0 0 0,1 1 0 0 0,0-1 0 0 0,0 1 0 0 0,0 0 0 0 0,0 0 0 0 0,3-5 0 0 0,27-41-20 0 0,-25 38 17 0 0,15-18-15 0 0,1 0 0 0 0,1 1 0 0 0,1 1 0 0 0,1 2-1 0 0,33-25 1 0 0,-36 32-16 0 0,0 2 1 0 0,1 1-1 0 0,0 0 0 0 0,1 2 0 0 0,1 1 0 0 0,0 1 1 0 0,34-9-1 0 0,-55 18 23 0 0,-1 0 0 0 0,1 0 0 0 0,1 1 0 0 0,-1-1 0 0 0,0 1 0 0 0,0 0 0 0 0,0 0 0 0 0,0 1 0 0 0,0-1 0 0 0,0 1 0 0 0,0 0 0 0 0,0 0 0 0 0,0 0 0 0 0,0 0 0 0 0,3 3 0 0 0,-4-3 7 0 0,0 1-1 0 0,-1 0 0 0 0,1 0 0 0 0,-1 0 0 0 0,1 0 0 0 0,-1 0 0 0 0,0 1 0 0 0,0-1 0 0 0,0 1 1 0 0,0-1-1 0 0,0 1 0 0 0,-1 0 0 0 0,1 0 0 0 0,-1 0 0 0 0,0 0 0 0 0,1 0 0 0 0,-2 0 1 0 0,1 0-1 0 0,0 0 0 0 0,0 0 0 0 0,-1 0 0 0 0,0 1 0 0 0,0-1 0 0 0,0 0 0 0 0,0 0 1 0 0,-1 7-1 0 0,-1 4 8 0 0,0 1-1 0 0,-2-1 1 0 0,1 1 0 0 0,-8 17 0 0 0,-3 0 41 0 0,-1 0 0 0 0,-28 43-1 0 0,8-15 29 0 0,29-51-75 0 0,-14 29-58 0 0,20-36-56 0 0,0-2 106 0 0,0 0 0 0 0,0-1 0 0 0,1 1 0 0 0,-1 0 0 0 0,0 0 0 0 0,0 0 0 0 0,1-1 0 0 0,-1 1 1 0 0,0 0-1 0 0,0 0 0 0 0,1 0 0 0 0,-1 0 0 0 0,0 0 0 0 0,1 0 0 0 0,-1 0 0 0 0,0 0 0 0 0,1 0 0 0 0,-1 0 1 0 0,0 0-1 0 0,0 0 0 0 0,1 0 0 0 0,-1 0 0 0 0,0 0 0 0 0,1 0 0 0 0,-1 0 0 0 0,0 0 0 0 0,1 0 0 0 0,-1 1 0 0 0,1-1-12 0 0,0 0-1 0 0,0 1 0 0 0,0-1 0 0 0,1 0 0 0 0,-1 0 1 0 0,0 0-1 0 0,0 0 0 0 0,0 0 0 0 0,0 0 0 0 0,0 0 1 0 0,0 0-1 0 0,0-1 0 0 0,0 1 0 0 0,2-1 0 0 0,41-16-374 0 0,-1-3-1 0 0,42-25 0 0 0,84-60-90 0 0,-115 70 389 0 0,17-12 226 0 0,-2-3-1 0 0,70-66 1 0 0,-133 111-18 0 0,0 0 1 0 0,-1 0 0 0 0,0-1 0 0 0,0 0-1 0 0,0 0 1 0 0,-1 0 0 0 0,1-1 0 0 0,-2 1-1 0 0,7-15 1 0 0,-10 21-110 0 0,0-1 0 0 0,0 1 0 0 0,0-1 0 0 0,0 1 0 0 0,0-1 0 0 0,0 1 0 0 0,0-1 0 0 0,0 1 0 0 0,0-1 0 0 0,-1 1 0 0 0,1-1 0 0 0,0 1-1 0 0,0-1 1 0 0,0 1 0 0 0,-1-1 0 0 0,1 1 0 0 0,0-1 0 0 0,-1 1 0 0 0,1 0 0 0 0,0-1 0 0 0,-1 1 0 0 0,1 0 0 0 0,0-1 0 0 0,-1 1 0 0 0,1 0 0 0 0,-1-1 0 0 0,1 1 0 0 0,-1 0 0 0 0,1 0 0 0 0,-1-1 0 0 0,1 1 0 0 0,-1 0 0 0 0,1 0 0 0 0,-1 0 0 0 0,1 0 0 0 0,-2 0 0 0 0,1-1 0 0 0,-1 1 0 0 0,0-1 0 0 0,0 1 0 0 0,0 0 0 0 0,0 0 0 0 0,0 0 0 0 0,0 0 0 0 0,0 0 0 0 0,0 0 0 0 0,-3 2 0 0 0,-6 1-1 0 0,1 2-1 0 0,-1-1 1 0 0,1 1-1 0 0,0 1 0 0 0,0 0 1 0 0,1 0-1 0 0,0 1 1 0 0,-13 12-1 0 0,18-15-2 0 0,1 0 0 0 0,-1 0-1 0 0,1 0 1 0 0,0 0 0 0 0,0 1 0 0 0,0 0-1 0 0,0-1 1 0 0,1 1 0 0 0,0 0-1 0 0,0 0 1 0 0,0 0 0 0 0,1 0 0 0 0,-1 1-1 0 0,1-1 1 0 0,1 0 0 0 0,-1 1 0 0 0,1-1-1 0 0,0 0 1 0 0,0 1 0 0 0,0-1 0 0 0,2 7-1 0 0,1 2 3 0 0,1-1 0 0 0,1 1 0 0 0,0-1 0 0 0,13 25 0 0 0,36 47 4 0 0,3 8 66 0 0,-56-92-45 0 0,0 1-1 0 0,-1 0 1 0 0,1-1 0 0 0,-1 1 0 0 0,1 0 0 0 0,-1-1 0 0 0,0 1 0 0 0,0 0 0 0 0,0-1 0 0 0,0 1-1 0 0,0 0 1 0 0,0 0 0 0 0,0-1 0 0 0,-1 1 0 0 0,1 0 0 0 0,0-1 0 0 0,-1 1 0 0 0,1 0 0 0 0,-1-1 0 0 0,0 1-1 0 0,0-1 1 0 0,0 1 0 0 0,0-1 0 0 0,0 1 0 0 0,0-1 0 0 0,0 0 0 0 0,0 0 0 0 0,0 1 0 0 0,0-1-1 0 0,-1 0 1 0 0,1 0 0 0 0,-3 2 0 0 0,-2 0 83 0 0,1 1 0 0 0,-1-1 0 0 0,0 0 1 0 0,0 0-1 0 0,-1-1 0 0 0,-11 4 0 0 0,-13-1 51 0 0,0-1 1 0 0,0-1-1 0 0,-1-2 0 0 0,1-1 1 0 0,0-1-1 0 0,-48-8 0 0 0,76 8-271 0 0,0 1 0 0 0,0-1 0 0 0,0 0 0 0 0,0 0-1 0 0,0 0 1 0 0,0 0 0 0 0,0-1 0 0 0,1 1 0 0 0,-5-4-1 0 0,6 4 9 0 0,-2 0-688 0 0,8-15-1317 0 0,-2 13 1682 0 0,0 0-1 0 0,0 0 1 0 0,0 0 0 0 0,0 0-1 0 0,0 1 1 0 0,0 0 0 0 0,1-1-1 0 0,-1 1 1 0 0,1 0-1 0 0,-1 0 1 0 0,5-1 0 0 0,7-4-1485 0 0,8-6-1454 0 0,5 0-1132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6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90 476 1144 0 0,'8'-7'3017'0'0,"0"0"0"0"0,0 0-1 0 0,7-9 1 0 0,-1 1 1258 0 0,-3 8-802 0 0,-16 21-3212 0 0,0 0 1 0 0,0-1-1 0 0,-12 21 0 0 0,-5 12 162 0 0,-3 14-56 0 0,7-20-202 0 0,1 1-1 0 0,-19 80 1 0 0,35-117-149 0 0,0 0 1 0 0,1 0-1 0 0,-1 0 0 0 0,1 0 1 0 0,0 0-1 0 0,0 0 0 0 0,0 0 1 0 0,1 0-1 0 0,-1 0 0 0 0,1-1 1 0 0,0 1-1 0 0,0 0 0 0 0,3 6 1 0 0,-3-8-10 0 0,1 1 1 0 0,0-1 0 0 0,0 1-1 0 0,0-1 1 0 0,0 0 0 0 0,0 0-1 0 0,0 0 1 0 0,1 0-1 0 0,-1 0 1 0 0,1 0 0 0 0,0-1-1 0 0,-1 1 1 0 0,1-1 0 0 0,0 0-1 0 0,0 0 1 0 0,0 0 0 0 0,5 1-1 0 0,0 0-202 0 0,0-1-1 0 0,0-1 1 0 0,0 1-1 0 0,0-2 1 0 0,0 1-1 0 0,0-1 1 0 0,-1 0-1 0 0,1 0 1 0 0,0-1-1 0 0,0 0 1 0 0,8-4-1 0 0,1-1-898 0 0,0 0 1 0 0,0-1-1 0 0,25-18 0 0 0,-25 13-651 0 0,-1 0-1 0 0,-1-1 1 0 0,0 0 0 0 0,13-17 0 0 0,2-4-4058 0 0</inkml:trace>
  <inkml:trace contextRef="#ctx0" brushRef="#br0" timeOffset="1">436 136 2412 0 0,'-16'-19'2636'0'0,"0"1"0"0"0,-21-17 0 0 0,-38-25 891 0 0,73 58-3363 0 0,1 2-219 0 0,0 0-1 0 0,0-1 0 0 0,0 1 1 0 0,0 0-1 0 0,0 0 1 0 0,0 0-1 0 0,0 0 0 0 0,1 0 1 0 0,-1 0-1 0 0,0 0 1 0 0,0 0-1 0 0,0 0 0 0 0,0 1 1 0 0,0-1-1 0 0,0 0 0 0 0,0 0 1 0 0,0 1-1 0 0,0-1 1 0 0,1 1-1 0 0,-1-1 0 0 0,0 1 1 0 0,0-1-1 0 0,1 1 0 0 0,-1-1 1 0 0,0 1-1 0 0,0 0 1 0 0,1-1-1 0 0,-1 1 0 0 0,1 0 1 0 0,-1-1-1 0 0,1 1 1 0 0,-1 0-1 0 0,1 0 0 0 0,-1 0 1 0 0,0 1-1 0 0,0 40-5805 0 0,3-31 2117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7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336 536 776 0 0,'3'0'3012'0'0,"0"1"-2390"0"0,-2-1-274 0 0,0 0 0 0 0,0 1 1 0 0,0-1-1 0 0,0 0 0 0 0,0 0 0 0 0,0 0 1 0 0,1 0-1 0 0,-1 0 0 0 0,0 0 0 0 0,0 0 1 0 0,0 0-1 0 0,0 0 0 0 0,0-1 0 0 0,0 1 0 0 0,0 0 1 0 0,1-1-1 0 0,-1 1 0 0 0,0 0 0 0 0,0-1 1 0 0,0 0-1 0 0,0 1 0 0 0,-1-1 0 0 0,1 1 1 0 0,0-1-1 0 0,0 0 0 0 0,0 0 0 0 0,0 0 0 0 0,-1 1 1 0 0,1-1-1 0 0,0 0 0 0 0,0-1 0 0 0,-1 1-265 0 0,0 1 0 0 0,0-1 1 0 0,0 1-1 0 0,0-1 0 0 0,-1 0 0 0 0,1 1 0 0 0,0-1 0 0 0,0 1 0 0 0,0-1 0 0 0,0 1 0 0 0,-1-1 0 0 0,1 1 0 0 0,0-1 0 0 0,-1 1 0 0 0,1 0 0 0 0,0-1 0 0 0,-1 1 0 0 0,1-1 0 0 0,0 1 0 0 0,-1 0 0 0 0,1-1 0 0 0,-1 1 0 0 0,1 0 0 0 0,-1-1 0 0 0,0 1 0 0 0,-16-8 730 0 0,0 5-622 0 0,-1 1-1 0 0,1 0 1 0 0,-1 1 0 0 0,0 1 0 0 0,-20 3-1 0 0,25-1-165 0 0,1 0 0 0 0,0 0 0 0 0,0 1-1 0 0,0 1 1 0 0,0 0 0 0 0,1 1 0 0 0,0 0 0 0 0,-18 11-1 0 0,26-14-21 0 0,0 0-1 0 0,-1 1 1 0 0,1-1-1 0 0,0 1 1 0 0,1-1-1 0 0,-1 1 0 0 0,0 0 1 0 0,1 0-1 0 0,0 1 1 0 0,-1-1-1 0 0,1 0 1 0 0,0 1-1 0 0,1-1 0 0 0,-1 1 1 0 0,1 0-1 0 0,0-1 1 0 0,-1 1-1 0 0,2 0 0 0 0,-1 0 1 0 0,0 0-1 0 0,1 0 1 0 0,0 0-1 0 0,0 0 1 0 0,0-1-1 0 0,0 1 0 0 0,0 0 1 0 0,1 0-1 0 0,0 0 1 0 0,0 0-1 0 0,0 0 1 0 0,0-1-1 0 0,1 1 0 0 0,2 5 1 0 0,4 6 4 0 0,0-1-1 0 0,1 0 1 0 0,0-1 0 0 0,1 0 0 0 0,0-1 0 0 0,23 21 0 0 0,5 2 8 0 0,-14-15 13 0 0,37 44-1 0 0,-54-57-28 0 0,11 13 5 0 0,-18-19-1 0 0,1-1 1 0 0,-1 1-1 0 0,1 0 1 0 0,-1-1-1 0 0,0 1 1 0 0,1 0-1 0 0,-1-1 1 0 0,0 1-1 0 0,1 0 1 0 0,-1-1-1 0 0,0 1 1 0 0,0 0-1 0 0,0 0 1 0 0,1-1 0 0 0,-1 1-1 0 0,0 0 1 0 0,0 0-1 0 0,0-1 1 0 0,0 1-1 0 0,-1 0 1 0 0,1 0-1 0 0,0 0 1 0 0,0-1-1 0 0,0 1 1 0 0,-1 1-1 0 0,-4 4 63 0 0,0-1 1 0 0,-1 0-1 0 0,0 0 0 0 0,0 0 0 0 0,0 0 1 0 0,0-1-1 0 0,-1 0 0 0 0,1-1 0 0 0,-1 1 1 0 0,0-1-1 0 0,0 0 0 0 0,0-1 0 0 0,-1 0 1 0 0,-7 1-1 0 0,-19 4 279 0 0,-62 3 1 0 0,65-7-223 0 0,27-3-122 0 0,1 0 0 0 0,-1 1 0 0 0,1-1 0 0 0,-1-1 0 0 0,1 1 0 0 0,-1-1 0 0 0,1 1 1 0 0,-6-2-1 0 0,7 1-177 0 0,11-16-517 0 0,-3 11 415 0 0,0 0-1 0 0,0 0 1 0 0,0 0 0 0 0,1 0 0 0 0,0 1-1 0 0,14-8 1 0 0,-1 0-197 0 0,116-80-1871 0 0,95-68-274 0 0,-167 111 2013 0 0,86-85-1 0 0,-98 80 442 0 0,67-92 0 0 0,-92 109 1149 0 0,-2-1-1 0 0,-2-1 1 0 0,31-74 0 0 0,-41 90-274 0 0,-11 20-581 0 0,1 0 0 0 0,-1 0 1 0 0,0 0-1 0 0,0 0 1 0 0,0 0-1 0 0,-1-1 1 0 0,1 1-1 0 0,1-9 1 0 0,-22 31 74 0 0,-10 26-150 0 0,2 2 1 0 0,2 0-1 0 0,-21 56 0 0 0,26-57-35 0 0,-29 64 32 0 0,-56 190 1 0 0,100-283-21 0 0,2 1 0 0 0,0-1 0 0 0,1 0 0 0 0,0 1 0 0 0,1 0 0 0 0,3 27 0 0 0,-1-36-13 0 0,0 0 0 0 0,1-1 0 0 0,-1 1 0 0 0,2-1 0 0 0,-1 0 0 0 0,1 1 0 0 0,0-1-1 0 0,1 0 1 0 0,0-1 0 0 0,0 1 0 0 0,0 0 0 0 0,1-1 0 0 0,0 0 0 0 0,0 0 0 0 0,0-1 0 0 0,9 7-1 0 0,2-1 6 0 0,0 0-1 0 0,1-1 1 0 0,0-1-1 0 0,1-1 0 0 0,0-1 1 0 0,0 0-1 0 0,0-1 1 0 0,1-1-1 0 0,0-1 0 0 0,0 0 1 0 0,0-2-1 0 0,1 0 0 0 0,-1-1 1 0 0,0-1-1 0 0,1-1 1 0 0,22-3-1 0 0,-25 1-20 0 0,0 0 0 0 0,-1 0 0 0 0,1-1 0 0 0,-1-2 0 0 0,0 1 0 0 0,0-2 0 0 0,-1 0 0 0 0,0-1 0 0 0,0 0 0 0 0,0-1 0 0 0,-1-1 0 0 0,-1 0 0 0 0,0-1 0 0 0,0-1 0 0 0,-1 0 0 0 0,-1 0 0 0 0,0-1-1 0 0,16-24 1 0 0,-22 29 0 0 0,7-12 12 0 0,-1-1 0 0 0,12-30 1 0 0,-21 45 12 0 0,0-1 0 0 0,0 1 0 0 0,-1-1 0 0 0,1 1 0 0 0,-2-1 0 0 0,1 1 1 0 0,-1-1-1 0 0,0 1 0 0 0,0-1 0 0 0,0 0 0 0 0,-1 1 0 0 0,0-1 0 0 0,-3-8 0 0 0,4 14-20 0 0,-1-1-1 0 0,0 1 1 0 0,1 0-1 0 0,-1-1 0 0 0,0 1 1 0 0,0 0-1 0 0,0 0 0 0 0,0 0 1 0 0,0 0-1 0 0,0 0 1 0 0,0 0-1 0 0,0 0 0 0 0,0 0 1 0 0,0 0-1 0 0,0 0 0 0 0,-1 1 1 0 0,1-1-1 0 0,0 0 1 0 0,-1 1-1 0 0,1-1 0 0 0,0 1 1 0 0,-1 0-1 0 0,1-1 0 0 0,-2 1 1 0 0,-1 0 0 0 0,0-1-1 0 0,0 1 1 0 0,0 0 0 0 0,0 0 0 0 0,0 1 0 0 0,0-1-1 0 0,-4 2 1 0 0,-6 3 2 0 0,0 0-1 0 0,1 0 1 0 0,-1 2-1 0 0,2-1 1 0 0,-1 2 0 0 0,1-1-1 0 0,0 2 1 0 0,0 0-1 0 0,1 0 1 0 0,-13 15 0 0 0,9-9 5 0 0,2 2 1 0 0,0-1-1 0 0,0 2 1 0 0,2 0-1 0 0,0 0 1 0 0,-11 27-1 0 0,20-41-25 0 0,0 1 0 0 0,0 0 0 0 0,1-1 0 0 0,-1 1 0 0 0,1 0 0 0 0,0 0 0 0 0,0 0 0 0 0,1 0 0 0 0,0 0 0 0 0,-1 0 0 0 0,2 0 0 0 0,-1-1 0 0 0,1 1 0 0 0,-1 0 0 0 0,1 0 0 0 0,1 0 0 0 0,-1 0 0 0 0,1-1 0 0 0,-1 1 0 0 0,1 0 0 0 0,1-1 0 0 0,-1 0 0 0 0,1 1 0 0 0,-1-1 0 0 0,1 0 0 0 0,1 0 0 0 0,-1-1 0 0 0,0 1 0 0 0,1-1 0 0 0,0 1 0 0 0,8 4-1 0 0,3 1-404 0 0,2-2-1 0 0,-1 0 0 0 0,1-1 1 0 0,0 0-1 0 0,0-1 0 0 0,1-1 1 0 0,-1-1-1 0 0,1-1 0 0 0,0 0 1 0 0,0-1-1 0 0,-1-1 0 0 0,1-1 1 0 0,0 0-1 0 0,21-6 0 0 0,-17 3 120 0 0,-1-1-1 0 0,1-2 0 0 0,-2 0 0 0 0,1-1 0 0 0,-1-1 0 0 0,0-1 0 0 0,-1-1 0 0 0,0 0 1 0 0,-1-2-1 0 0,0 0 0 0 0,17-17 0 0 0,15-23 2161 0 0,74-102 0 0 0,-110 136-1265 0 0,-13 18-578 0 0,-1 0 0 0 0,1 0 0 0 0,-1 0 0 0 0,1 1 1 0 0,0-1-1 0 0,-1 0 0 0 0,1 0 0 0 0,0 0 0 0 0,0 1 0 0 0,0-1 0 0 0,0 1 0 0 0,0-1 0 0 0,-1 0 1 0 0,1 1-1 0 0,0-1 0 0 0,0 1 0 0 0,0 0 0 0 0,0-1 0 0 0,0 1 0 0 0,1 0 0 0 0,-1 0 0 0 0,1 0 1 0 0,-1 0-12 0 0,0 0 1 0 0,0 0 0 0 0,-1 1 0 0 0,1-1 0 0 0,0 1 0 0 0,0-1 0 0 0,0 1-1 0 0,0-1 1 0 0,-1 1 0 0 0,1 0 0 0 0,0-1 0 0 0,-1 1 0 0 0,1 0 0 0 0,0 0-1 0 0,-1-1 1 0 0,1 1 0 0 0,-1 0 0 0 0,1 0 0 0 0,0 1 0 0 0,1 3 11 0 0,0 1 0 0 0,0 0 0 0 0,0 0 0 0 0,-1-1 0 0 0,0 1 0 0 0,1 9 0 0 0,-1 6 98 0 0,-2-1-1 0 0,0 1 0 0 0,-1-1 0 0 0,-2 1 0 0 0,0-1 0 0 0,0 0 0 0 0,-2 0 0 0 0,-1-1 1 0 0,0 1-1 0 0,-2-1 0 0 0,0-1 0 0 0,-11 18 0 0 0,17-32 2 0 0,0 0-1 0 0,0 0 1 0 0,0 0-1 0 0,0 0 1 0 0,0 0-1 0 0,-1-1 0 0 0,0 1 1 0 0,0-1-1 0 0,0 0 1 0 0,0 0-1 0 0,0-1 1 0 0,0 1-1 0 0,-1-1 1 0 0,1 0-1 0 0,-1 0 1 0 0,0 0-1 0 0,0-1 1 0 0,-7 2-1 0 0,11-3-107 0 0,0 1 0 0 0,0-1 1 0 0,0 0-1 0 0,0 0 0 0 0,0 0 0 0 0,0 0 1 0 0,0 0-1 0 0,0 0 0 0 0,0 0 0 0 0,0-1 0 0 0,0 1 1 0 0,0 0-1 0 0,0 0 0 0 0,0-1 0 0 0,1 1 1 0 0,-1-1-1 0 0,0 1 0 0 0,0-1 0 0 0,0 1 0 0 0,1-1 1 0 0,-1 1-1 0 0,0-1 0 0 0,0 0 0 0 0,1 1 1 0 0,-1-1-1 0 0,0 0 0 0 0,1 1 0 0 0,-1-1 0 0 0,1 0 1 0 0,-1 0-1 0 0,1 0 0 0 0,0 0 0 0 0,-1 0 0 0 0,1 1 1 0 0,0-1-1 0 0,-1 0 0 0 0,1 0 0 0 0,0 0 1 0 0,0 0-1 0 0,0 0 0 0 0,0 0 0 0 0,0 0 0 0 0,0-2 1 0 0,0-1-7 0 0,1 0 1 0 0,0 0 0 0 0,-1 0 0 0 0,1-1-1 0 0,0 1 1 0 0,1 0 0 0 0,2-6-1 0 0,11-15-15 0 0,0 2 0 0 0,1 0 0 0 0,2 0 0 0 0,0 2 0 0 0,40-36 0 0 0,-18 22-53 0 0,2 3 1 0 0,56-34 0 0 0,-66 47 20 0 0,0 2 0 0 0,37-15 0 0 0,-55 27 21 0 0,0 0-1 0 0,1 1 0 0 0,-1 0 1 0 0,1 1-1 0 0,0 0 1 0 0,0 2-1 0 0,26-1 0 0 0,-37 2 20 0 0,-1 0-1 0 0,1 1 0 0 0,0-1 0 0 0,-1 1 1 0 0,1 0-1 0 0,-1 0 0 0 0,1 0 0 0 0,-1 0 1 0 0,1 1-1 0 0,-1-1 0 0 0,0 1 0 0 0,0 0 1 0 0,0 0-1 0 0,0 0 0 0 0,0 0 0 0 0,0 1 1 0 0,-1-1-1 0 0,1 1 0 0 0,-1 0 0 0 0,1-1 1 0 0,-1 1-1 0 0,0 0 0 0 0,0 0 0 0 0,0 1 0 0 0,-1-1 1 0 0,1 0-1 0 0,-1 1 0 0 0,0-1 0 0 0,0 1 1 0 0,0-1-1 0 0,0 1 0 0 0,0-1 0 0 0,-1 1 1 0 0,0 6-1 0 0,1 2 9 0 0,-2 0 0 0 0,0 0 0 0 0,0 0 0 0 0,-1 0 0 0 0,0 0 0 0 0,-1 0 0 0 0,-1 0 0 0 0,0-1 0 0 0,-5 13 0 0 0,-50 109 92 0 0,58-131-100 0 0,0 1 1 0 0,0-1-1 0 0,0 0 1 0 0,0 1-1 0 0,0-1 0 0 0,1 1 1 0 0,-1-1-1 0 0,1 1 1 0 0,0-1-1 0 0,0 1 1 0 0,0-1-1 0 0,0 1 1 0 0,0-1-1 0 0,0 1 1 0 0,1-1-1 0 0,-1 1 0 0 0,1-1 1 0 0,1 4-1 0 0,-1-3-57 0 0,1-1 0 0 0,0 0-1 0 0,-1 0 1 0 0,1 0-1 0 0,0 0 1 0 0,0 0-1 0 0,0 0 1 0 0,0 0 0 0 0,0-1-1 0 0,0 1 1 0 0,1-1-1 0 0,-1 0 1 0 0,1 0 0 0 0,-1 1-1 0 0,1-2 1 0 0,-1 1-1 0 0,5 1 1 0 0,2 0-351 0 0,1 0-1 0 0,-1-1 1 0 0,0-1-1 0 0,1 1 1 0 0,-1-1-1 0 0,1-1 1 0 0,-1 0-1 0 0,0 0 1 0 0,1-1 0 0 0,12-4-1 0 0,-7 1-775 0 0,0 0 0 0 0,0-2 0 0 0,-1 0 0 0 0,0 0 0 0 0,18-13 0 0 0,-4-1-2526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28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3328 374 1980 0 0,'13'-48'2823'0'0,"-2"-2"-1"0"0,-2 1 1 0 0,-2-2-1 0 0,0-58 1 0 0,-7 108-2793 0 0,1 0-1 0 0,-1 0 1 0 0,0 1 0 0 0,0-1 0 0 0,0 0 0 0 0,0 0 0 0 0,0 0-1 0 0,0 0 1 0 0,0 1 0 0 0,-1-1 0 0 0,1 0 0 0 0,0 0-1 0 0,0 0 1 0 0,0 0 0 0 0,-1 1 0 0 0,1-1 0 0 0,-1 0-1 0 0,1 0 1 0 0,0 1 0 0 0,-1-1 0 0 0,1 0 0 0 0,-1 1 0 0 0,0-1-1 0 0,1 1 1 0 0,-1-1 0 0 0,1 0 0 0 0,-1 1 0 0 0,0 0-1 0 0,1-1 1 0 0,-2 0 0 0 0,0 1-7 0 0,1 0 0 0 0,-1 0 0 0 0,1 1 0 0 0,-1-1-1 0 0,1 0 1 0 0,-1 1 0 0 0,1-1 0 0 0,0 1 0 0 0,-1-1 0 0 0,1 1 0 0 0,-1 0 0 0 0,1-1 0 0 0,0 1-1 0 0,-3 2 1 0 0,-4 4 20 0 0,-1 0-1 0 0,1 1 0 0 0,-8 10 1 0 0,-9 16 49 0 0,-43 73 1 0 0,-8 45-8 0 0,56-112-67 0 0,-18 37 1 0 0,-156 358 224 0 0,187-419-207 0 0,2 0 1 0 0,0 0 0 0 0,1 1 0 0 0,-3 27 0 0 0,7-40-28 0 0,-1 0-1 0 0,1 0 1 0 0,0 0 0 0 0,1 0 0 0 0,-1 0 0 0 0,1 0 0 0 0,0 0 0 0 0,0 0 0 0 0,0 0-1 0 0,0 0 1 0 0,1 0 0 0 0,-1 0 0 0 0,1-1 0 0 0,0 1 0 0 0,0-1 0 0 0,1 1 0 0 0,-1-1-1 0 0,1 0 1 0 0,-1 0 0 0 0,1 0 0 0 0,0 0 0 0 0,0 0 0 0 0,1-1 0 0 0,-1 1-1 0 0,4 1 1 0 0,0 0-237 0 0,0-1 0 0 0,0 0 0 0 0,0-1-1 0 0,0 1 1 0 0,0-1 0 0 0,1-1 0 0 0,-1 1 0 0 0,1-1-1 0 0,-1-1 1 0 0,10 1 0 0 0,-4-2-1090 0 0,0 0 0 0 0,-1-1 0 0 0,1 0 0 0 0,-1-1 0 0 0,17-5 0 0 0,3-3-4354 0 0</inkml:trace>
  <inkml:trace contextRef="#ctx0" brushRef="#br0" timeOffset="1">3018 460 1944 0 0,'-188'-48'11760'0'0,"188"48"-11720"0"0,0 0 1 0 0,-1 0-1 0 0,1 0 1 0 0,-1 0-1 0 0,1 0 1 0 0,0 0-1 0 0,-1 0 1 0 0,1 0-1 0 0,0 0 1 0 0,-1 0-1 0 0,1 0 1 0 0,0 0-1 0 0,-1 0 1 0 0,1 0-1 0 0,0 0 1 0 0,0-1-1 0 0,-1 1 1 0 0,1 0-1 0 0,0 0 0 0 0,-1 0 1 0 0,1-1-1 0 0,0 1 1 0 0,0 0-1 0 0,-1 0 1 0 0,1-1-1 0 0,0 1 1 0 0,0 0-1 0 0,0 0 1 0 0,-1-1-1 0 0,1 1 1 0 0,0 0-1 0 0,0-1 1 0 0,0 1-1 0 0,0-1 1 0 0,14-2 356 0 0,35 2-489 0 0,-43 1 228 0 0,151 5 9 0 0,34-2-820 0 0,-142-4-3629 0 0,90-15 0 0 0,-110 10 284 0 0</inkml:trace>
  <inkml:trace contextRef="#ctx0" brushRef="#br0" timeOffset="2">260 0 1980 0 0,'-32'1'1805'0'0,"-167"11"7063"0"0,182-11-8162 0 0,6 1 370 0 0,17-1-355 0 0,15 1-778 0 0,115 11 176 0 0,-41-6-852 0 0,179 14-6071 0 0,-177-16 1527 0 0</inkml:trace>
  <inkml:trace contextRef="#ctx0" brushRef="#br0" timeOffset="3">5184 1033 4276 0 0,'0'0'3557'0'0,"7"13"1255"0"0,-3-1-731 0 0,0-1-1793 0 0,1 2-2452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0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1 199 64 0 0,'2'-13'8473'0'0,"2"-15"1897"0"0,-4 21-9639 0 0,-3-6 172 0 0,2 10-879 0 0,1 0 0 0 0,-1-1 0 0 0,0 1 0 0 0,1 0 0 0 0,0 0 0 0 0,0-1 0 0 0,0 1 0 0 0,0 0 0 0 0,0 0 0 0 0,1-1 0 0 0,-1 1 0 0 0,1 0 0 0 0,0 0 0 0 0,0 0 0 0 0,0-1 0 0 0,0 1 0 0 0,3-3 0 0 0,-1 1-19 0 0,0 1-1 0 0,0 0 0 0 0,1 0 0 0 0,-1 0 0 0 0,1 1 0 0 0,0-1 0 0 0,0 1 0 0 0,1 0 0 0 0,-1 0 0 0 0,5-2 1 0 0,4-1-16 0 0,-1 1 1 0 0,1 0 0 0 0,0 0 0 0 0,0 2-1 0 0,0 0 1 0 0,0 0 0 0 0,23-1 0 0 0,-17 4 4 0 0,-1 1 0 0 0,1 0 1 0 0,-1 2-1 0 0,0 0 1 0 0,0 1-1 0 0,0 1 0 0 0,0 0 1 0 0,31 15-1 0 0,-37-14-119 0 0,0 0 0 0 0,0 1-1 0 0,-1 0 1 0 0,1 1 0 0 0,-2 0 0 0 0,1 0-1 0 0,-1 1 1 0 0,-1 1 0 0 0,0 0 0 0 0,0 0-1 0 0,-1 0 1 0 0,14 23 0 0 0,-19-25-251 0 0,0 0 0 0 0,0 0 0 0 0,0 1 1 0 0,-1-1-1 0 0,0 1 0 0 0,-1 0 0 0 0,0-1 0 0 0,0 1 0 0 0,-1 0 1 0 0,0 0-1 0 0,-3 13 0 0 0,2-12-961 0 0,-1 0 1 0 0,-1 1-1 0 0,0-1 0 0 0,0-1 1 0 0,-7 16-1 0 0,2-12-2987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85 1904 0 0,'3'-32'6247'0'0,"-3"27"-5636"0"0,0 0 0 0 0,1 1 0 0 0,-1-1-1 0 0,1 0 1 0 0,3-8 1279 0 0,0-2 1513 0 0,-2 17-3219 0 0,1 0 0 0 0,-1 1 1 0 0,0-1-1 0 0,0 1 1 0 0,0-1-1 0 0,-1 1 1 0 0,1 0-1 0 0,0 0 0 0 0,-1-1 1 0 0,0 1-1 0 0,0 0 1 0 0,0 0-1 0 0,0 1 1 0 0,0-1-1 0 0,0 3 0 0 0,5 58 980 0 0,-5-47-887 0 0,1 33 93 0 0,-2 1 1 0 0,-3-1 0 0 0,-16 92 0 0 0,-51 145-124 0 0,9-100-1710 0 0,51-162 374 0 0,-1 0 0 0 0,-1-1-1 0 0,-1-1 1 0 0,-1 0 0 0 0,-22 27 0 0 0,32-45 274 0 0,0 0 0 0 0,-1 0 0 0 0,0-1 1 0 0,0 0-1 0 0,0 0 0 0 0,0 0 0 0 0,0 0 1 0 0,-7 2-1 0 0,-7 3-4069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2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118 325 2080 0 0,'-39'-10'6330'0'0,"27"8"-5276"0"0,9 1-321 0 0,-1 1-148 0 0,1 0-467 0 0,1 0 0 0 0,-1 1-1 0 0,1-1 1 0 0,-1 0 0 0 0,1 1-1 0 0,-1-1 1 0 0,1 1 0 0 0,0 0-1 0 0,-1 0 1 0 0,1 0-1 0 0,0 0 1 0 0,0 0 0 0 0,0 1-1 0 0,-1-1 1 0 0,1 1 0 0 0,1-1-1 0 0,-1 1 1 0 0,0 0 0 0 0,0-1-1 0 0,1 1 1 0 0,-1 0 0 0 0,1 0-1 0 0,-1 0 1 0 0,1 0 0 0 0,-2 5-1 0 0,2-4-45 0 0,0 1-1 0 0,0-1 0 0 0,1 1 0 0 0,-1-1 1 0 0,1 1-1 0 0,0-1 0 0 0,0 1 0 0 0,0-1 1 0 0,0 1-1 0 0,1-1 0 0 0,-1 0 1 0 0,1 1-1 0 0,0-1 0 0 0,0 1 0 0 0,0-1 1 0 0,1 0-1 0 0,1 4 0 0 0,0-2-8 0 0,1 0 1 0 0,0-1-1 0 0,-1 1 1 0 0,2-1-1 0 0,-1 1 0 0 0,0-1 1 0 0,1 0-1 0 0,0-1 0 0 0,6 5 1 0 0,6 1 16 0 0,-1-1 0 0 0,1 0 1 0 0,1-2-1 0 0,-1 0 0 0 0,33 7 0 0 0,-3-5 4 0 0,0-2 0 0 0,0-3 0 0 0,66-2 0 0 0,142-28-270 0 0,-86-8-874 0 0,-143 27 759 0 0,1 0-1 0 0,-2-2 1 0 0,1-1-1 0 0,29-18 1 0 0,-46 24 224 0 0,-1-1 1 0 0,0 0-1 0 0,0 0 1 0 0,-1-1-1 0 0,0 1 1 0 0,0-2-1 0 0,-1 1 1 0 0,1-1 0 0 0,-2 0-1 0 0,1 0 1 0 0,-1-1-1 0 0,0 1 1 0 0,5-16-1 0 0,-6 12 90 0 0,0-1-1 0 0,-1 0 0 0 0,-1 0 1 0 0,0 0-1 0 0,-1 0 1 0 0,0 0-1 0 0,-1-1 1 0 0,-1 1-1 0 0,-3-22 1 0 0,-1-2 1426 0 0,-16-55 0 0 0,20 89-1164 0 0,-4 7-177 0 0,4-4-91 0 0,1 0 1 0 0,-1 0-1 0 0,0 0 1 0 0,1 0-1 0 0,-1 1 1 0 0,1-1-1 0 0,-1 0 1 0 0,0 0-1 0 0,1 1 1 0 0,-1-1-1 0 0,1 0 1 0 0,-1 1-1 0 0,1-1 1 0 0,-1 1-1 0 0,1-1 1 0 0,-1 1-1 0 0,1-1 1 0 0,0 1-1 0 0,-1-1 1 0 0,1 1-1 0 0,0-1 1 0 0,-1 2-1 0 0,-41 94 1020 0 0,-41 87-162 0 0,-13 4-475 0 0,80-149-169 0 0,37-57-296 0 0,33-37-1 0 0,-9 7-61 0 0,1 4 77 0 0,2 1 0 0 0,2 2 0 0 0,1 3 0 0 0,3 2 0 0 0,93-50 0 0 0,-133 81 61 0 0,0 0 0 0 0,0 1 1 0 0,1 1-1 0 0,24-5 0 0 0,-36 9 28 0 0,-1-1 1 0 0,0 1-1 0 0,1 0 1 0 0,-1 0-1 0 0,1 0 1 0 0,-1 0-1 0 0,1 1 1 0 0,-1-1-1 0 0,0 0 1 0 0,1 1-1 0 0,-1 0 1 0 0,0-1-1 0 0,1 1 1 0 0,-1 0-1 0 0,0 0 1 0 0,0 1-1 0 0,0-1 1 0 0,0 0-1 0 0,0 1 1 0 0,0-1-1 0 0,0 1 1 0 0,0-1 0 0 0,0 1-1 0 0,-1 0 1 0 0,1 0-1 0 0,-1 0 1 0 0,0 0-1 0 0,1 0 1 0 0,-1 0-1 0 0,0 0 1 0 0,0 1-1 0 0,1 3 1 0 0,0 1 53 0 0,0 1 1 0 0,-1-1-1 0 0,0 1 1 0 0,0-1-1 0 0,-1 1 1 0 0,0-1-1 0 0,0 1 1 0 0,-3 13-1 0 0,-7 20 126 0 0,-1-1-1 0 0,-21 50 1 0 0,16-48-1162 0 0,-18 75-1 0 0,33-114 512 0 0,0 0 247 0 0,1-1 0 0 0,-1 1-1 0 0,1 0 1 0 0,0-1-1 0 0,0 1 1 0 0,0-1 0 0 0,0 1-1 0 0,0-1 1 0 0,1 5-1 0 0,-1-6-56 0 0,1 0 1 0 0,-1 0-1 0 0,0-1 0 0 0,1 1 0 0 0,0 0 0 0 0,-1 0 0 0 0,1 0 0 0 0,-1 0 0 0 0,1 0 0 0 0,0-1 1 0 0,0 1-1 0 0,-1 0 0 0 0,1-1 0 0 0,0 1 0 0 0,0-1 0 0 0,0 1 0 0 0,0-1 0 0 0,1 2 0 0 0,16 5-3452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457 129 480 0 0,'5'-5'1056'0'0,"-1"-1"0"0"0,1-1 0 0 0,-1 1 0 0 0,0 0 0 0 0,-1-1 0 0 0,1 0 0 0 0,-1 0 0 0 0,-1 0 0 0 0,1 0 0 0 0,-1-1 1 0 0,-1 1-1 0 0,2-11 0 0 0,-3 18-964 0 0,0-1 0 0 0,0 0 0 0 0,0 0 0 0 0,0 0 0 0 0,0 0 0 0 0,0 0 0 0 0,-1 0 0 0 0,1 0 0 0 0,0 0 0 0 0,-1 0 0 0 0,1 0 0 0 0,0 0 1 0 0,-1 0-1 0 0,1 0 0 0 0,-1 1 0 0 0,-1-2 0 0 0,1-1 161 0 0,0 2-168 0 0,0 0-1 0 0,1 0 1 0 0,-1 1-1 0 0,0-1 0 0 0,0 0 1 0 0,0 0-1 0 0,1 1 0 0 0,-1-1 1 0 0,0 0-1 0 0,0 1 0 0 0,0-1 1 0 0,0 1-1 0 0,0-1 1 0 0,0 1-1 0 0,0-1 0 0 0,-1 1 1 0 0,1 0-1 0 0,0 0 0 0 0,0 0 1 0 0,0-1-1 0 0,0 1 0 0 0,0 0 1 0 0,-3 1-1 0 0,-24 3 602 0 0,14 2-506 0 0,0 0 0 0 0,1 1 0 0 0,-1 0 1 0 0,2 1-1 0 0,-1 0 0 0 0,1 1 0 0 0,0 1 0 0 0,-13 14 0 0 0,-11 14 83 0 0,-32 44 1 0 0,48-57-135 0 0,-19 24 18 0 0,-33 57 1 0 0,60-87-135 0 0,1 2 0 0 0,1-1 0 0 0,0 1 0 0 0,2 1 0 0 0,1 0 0 0 0,-6 28 0 0 0,12-45-32 0 0,0-1 1 0 0,0 0-1 0 0,1 0 0 0 0,0 1 0 0 0,0-1 1 0 0,0 0-1 0 0,0 1 0 0 0,1-1 0 0 0,0 0 0 0 0,0 1 1 0 0,0-1-1 0 0,0 0 0 0 0,1 0 0 0 0,-1 0 0 0 0,1 0 1 0 0,0 0-1 0 0,0 0 0 0 0,3 3 0 0 0,-1-3-97 0 0,0 0 0 0 0,0-1 0 0 0,0 1 1 0 0,0-1-1 0 0,0 0 0 0 0,1 0 0 0 0,-1 0 0 0 0,1-1 0 0 0,0 0 0 0 0,0 0 0 0 0,0 0 0 0 0,0 0 1 0 0,0-1-1 0 0,8 1 0 0 0,8 1-480 0 0,1-1 1 0 0,-1-1-1 0 0,1-1 0 0 0,-1 0 1 0 0,1-2-1 0 0,-1-1 1 0 0,38-10-1 0 0,0-4-1383 0 0,82-36-1 0 0,-106 37 1490 0 0,-1-1-1 0 0,-1-1 1 0 0,0-2-1 0 0,-2-1 1 0 0,31-27-1 0 0,-40 28 834 0 0,0 0 0 0 0,28-37-1 0 0,-36 38 807 0 0,-1 0-1 0 0,-1-1 1 0 0,17-36-1 0 0,-26 48-543 0 0,0-1 0 0 0,-1 1-1 0 0,0-1 1 0 0,0 1 0 0 0,-1-1-1 0 0,0 0 1 0 0,-1 0 0 0 0,0-10 0 0 0,0 9-361 0 0,-15 14 33 0 0,10-2-230 0 0,1 1 0 0 0,-1 0 1 0 0,1 0-1 0 0,-1 1 0 0 0,1-1 0 0 0,0 1 0 0 0,0 0 1 0 0,0 0-1 0 0,1 0 0 0 0,-1 0 0 0 0,-4 10 0 0 0,-1-2 64 0 0,-17 23 71 0 0,2 1 0 0 0,-23 44 0 0 0,35-56-132 0 0,1-1 0 0 0,1 1-1 0 0,2 1 1 0 0,-12 50 0 0 0,19-72-41 0 0,1 0 0 0 0,-1 1 0 0 0,1-1 0 0 0,0 1 0 0 0,0-1 0 0 0,0 1 0 0 0,0-1 0 0 0,1 1 0 0 0,-1-1 0 0 0,1 1 0 0 0,0-1 0 0 0,0 0 0 0 0,0 1 0 0 0,0-1 0 0 0,1 0 0 0 0,-1 0 0 0 0,1 0 0 0 0,0 0 0 0 0,0 0 0 0 0,0 0 0 0 0,0-1 0 0 0,1 1 0 0 0,3 3 0 0 0,-2-3 3 0 0,1 0 0 0 0,0 0 0 0 0,0-1-1 0 0,1 1 1 0 0,-1-1 0 0 0,0 0 0 0 0,1 0-1 0 0,-1-1 1 0 0,1 0 0 0 0,0 0 0 0 0,-1 0-1 0 0,1-1 1 0 0,8 0 0 0 0,1 0-1 0 0,-1-2 0 0 0,0 0 1 0 0,0 0-1 0 0,1-2 0 0 0,-1 1 0 0 0,-1-2 0 0 0,1 0 0 0 0,-1-1 1 0 0,0 0-1 0 0,0-1 0 0 0,-1 0 0 0 0,1-1 0 0 0,-2 0 1 0 0,1-1-1 0 0,-1 0 0 0 0,14-16 0 0 0,-19 18-15 0 0,1 0 0 0 0,-1 0-1 0 0,-1-1 1 0 0,1 0 0 0 0,-1 0-1 0 0,-1-1 1 0 0,0 1 0 0 0,0-1 0 0 0,0 0-1 0 0,-1 0 1 0 0,0 0 0 0 0,-1 0-1 0 0,0-1 1 0 0,-1 1 0 0 0,0-1 0 0 0,0 1-1 0 0,-1-1 1 0 0,0 1 0 0 0,-1-1-1 0 0,0 0 1 0 0,0 1 0 0 0,-1 0 0 0 0,0-1-1 0 0,-1 1 1 0 0,-6-16 0 0 0,4 16-3 0 0,0 0 1 0 0,0 1 0 0 0,-1-1-1 0 0,0 1 1 0 0,0 0 0 0 0,-1 1 0 0 0,0-1-1 0 0,0 1 1 0 0,-1 1 0 0 0,0 0-1 0 0,0 0 1 0 0,0 0 0 0 0,-1 1 0 0 0,0 0-1 0 0,0 1 1 0 0,0 0 0 0 0,-1 0-1 0 0,1 1 1 0 0,-1 0 0 0 0,-17-2 0 0 0,9 2 1 0 0,0 1 0 0 0,0 1 0 0 0,0 1 0 0 0,0 0 0 0 0,0 2 0 0 0,0 0 0 0 0,0 1 0 0 0,0 0 0 0 0,1 2 0 0 0,-31 11 0 0 0,41-13-4 0 0,0 1 0 0 0,0 0 0 0 0,0 0 0 0 0,0 1-1 0 0,1-1 1 0 0,0 1 0 0 0,-7 7 0 0 0,13-11 9 0 0,0-1 0 0 0,-1 0 0 0 0,1 0-1 0 0,0 1 1 0 0,0-1 0 0 0,-1 0 0 0 0,1 1-1 0 0,0-1 1 0 0,0 0 0 0 0,0 1 0 0 0,-1-1-1 0 0,1 0 1 0 0,0 1 0 0 0,0-1 0 0 0,0 1-1 0 0,0-1 1 0 0,0 0 0 0 0,0 1 0 0 0,0-1-1 0 0,0 0 1 0 0,0 1 0 0 0,0-1 0 0 0,0 1 0 0 0,0-1-1 0 0,0 0 1 0 0,0 1 0 0 0,0-1 0 0 0,0 1-1 0 0,0-1 1 0 0,1 0 0 0 0,-1 1 0 0 0,0-1-1 0 0,13 11-42 0 0,16 0-142 0 0,-13-8 21 0 0,0-1 0 0 0,0-1 1 0 0,1 0-1 0 0,23-2 1 0 0,68-12-401 0 0,-50 5 378 0 0,66-10-54 0 0,65-7-29 0 0,-153 22 219 0 0,0 2 1 0 0,-1 2-1 0 0,48 6 1 0 0,-74-5 50 0 0,-1-1 1 0 0,1 2 0 0 0,-1-1 0 0 0,0 1 0 0 0,1 0-1 0 0,-1 1 1 0 0,-1 0 0 0 0,1 0 0 0 0,0 1 0 0 0,-1 0-1 0 0,0 0 1 0 0,11 11 0 0 0,-13-11 0 0 0,0 1-1 0 0,-1 0 1 0 0,0 0 0 0 0,0 0-1 0 0,0 0 1 0 0,0 0-1 0 0,-1 1 1 0 0,-1-1 0 0 0,1 1-1 0 0,-1 0 1 0 0,0 0 0 0 0,0 0-1 0 0,-1 0 1 0 0,0 1-1 0 0,0 13 1 0 0,-1-4 26 0 0,-1 1 1 0 0,-1-1-1 0 0,-1 0 0 0 0,0 0 1 0 0,-1-1-1 0 0,-1 1 0 0 0,-1-1 0 0 0,0 0 1 0 0,-1 0-1 0 0,-10 17 0 0 0,9-21 11 0 0,0 5 99 0 0,-2-1-1 0 0,0-1 1 0 0,-22 26 0 0 0,31-41-132 0 0,1 1-1 0 0,-1-1 1 0 0,1 1 0 0 0,-1-1 0 0 0,1 1-1 0 0,-1-1 1 0 0,0 1 0 0 0,1-1 0 0 0,-1 0-1 0 0,0 1 1 0 0,1-1 0 0 0,-1 0 0 0 0,0 0-1 0 0,1 1 1 0 0,-1-1 0 0 0,0 0 0 0 0,0 0-1 0 0,1 0 1 0 0,-1 0 0 0 0,0 0 0 0 0,1 0-1 0 0,-1 0 1 0 0,0 0 0 0 0,0 0 0 0 0,1 0-1 0 0,-1 0 1 0 0,0-1 0 0 0,0 1 0 0 0,1 0-1 0 0,-1 0 1 0 0,0-1 0 0 0,1 1 0 0 0,-1 0-1 0 0,1-1 1 0 0,-1 1 0 0 0,0-1 0 0 0,1 1-1 0 0,-1-2 1 0 0,-1 1-10 0 0,2 1 6 0 0,-1-1-1 0 0,1 0 1 0 0,-1 0-1 0 0,1 1 1 0 0,0-1-1 0 0,-1 0 1 0 0,1 0 0 0 0,0 0-1 0 0,0 1 1 0 0,0-1-1 0 0,-1 0 1 0 0,1 0-1 0 0,0 0 1 0 0,0 0-1 0 0,0 0 1 0 0,1 1-1 0 0,-1-1 1 0 0,0 0-1 0 0,0 0 1 0 0,0 0-1 0 0,1-1 1 0 0,-1 0 1 0 0,2-8 1 0 0,0-1 1 0 0,1 1-1 0 0,0 0 0 0 0,1 0 0 0 0,0 0 1 0 0,1 0-1 0 0,10-16 0 0 0,47-60-87 0 0,-54 77 71 0 0,18-24-26 0 0,3 2 0 0 0,0 1-1 0 0,2 1 1 0 0,1 2-1 0 0,1 1 1 0 0,2 1 0 0 0,71-37-1 0 0,-103 60 36 0 0,1 0-1 0 0,0 0 1 0 0,-1 1 0 0 0,1-1-1 0 0,0 1 1 0 0,0 0 0 0 0,0 0-1 0 0,0 0 1 0 0,0 1 0 0 0,0-1-1 0 0,4 1 1 0 0,13 2 0 0 0,-19-1 4 0 0,1-1 1 0 0,-1 1-1 0 0,0 0 0 0 0,1 0 1 0 0,-1 0-1 0 0,0 0 1 0 0,0 0-1 0 0,0 0 0 0 0,0 1 1 0 0,0-1-1 0 0,0 1 1 0 0,0-1-1 0 0,-1 1 0 0 0,1 0 1 0 0,-1 0-1 0 0,1 0 1 0 0,1 3-1 0 0,-1-1 5 0 0,0 0 0 0 0,0 0-1 0 0,-1 1 1 0 0,1-1 0 0 0,-1 0 0 0 0,0 1-1 0 0,-1-1 1 0 0,1 9 0 0 0,-1 2 4 0 0,-1-1 1 0 0,0 1-1 0 0,-2 0 0 0 0,-6 25 0 0 0,-83 213 113 0 0,84-223-391 0 0,7-29 209 0 0,1 0 0 0 0,0 1-1 0 0,-1-1 1 0 0,1 0 0 0 0,0 1 0 0 0,0-1-1 0 0,0 0 1 0 0,0 1 0 0 0,0-1 0 0 0,1 0-1 0 0,-1 1 1 0 0,0-1 0 0 0,0 0 0 0 0,1 0-1 0 0,-1 1 1 0 0,1-1 0 0 0,-1 0 0 0 0,1 0-1 0 0,0 0 1 0 0,-1 0 0 0 0,1 1 0 0 0,1 0-1 0 0,3 0-137 0 0,-1 0 0 0 0,1 0 0 0 0,0-1-1 0 0,0 0 1 0 0,0 0 0 0 0,-1 0 0 0 0,1 0-1 0 0,0-1 1 0 0,0 0 0 0 0,0 0-1 0 0,0 0 1 0 0,0-1 0 0 0,0 0 0 0 0,0 1-1 0 0,0-2 1 0 0,7-2 0 0 0,10-3-429 0 0,0-1-1 0 0,25-14 1 0 0,5-6 86 0 0,-1-3 1 0 0,-1-2-1 0 0,67-57 1 0 0,40-61 4040 0 0,-147 140-2589 0 0,-1 0 0 0 0,0-1 0 0 0,0 0 0 0 0,10-20 0 0 0,-19 31-876 0 0,1 0 0 0 0,-1 0-1 0 0,0 0 1 0 0,1 0 0 0 0,-1 0 0 0 0,0 0 0 0 0,1 0-1 0 0,-1 0 1 0 0,0 0 0 0 0,0 0 0 0 0,0 0 0 0 0,0 0-1 0 0,0 0 1 0 0,0 0 0 0 0,0 0 0 0 0,0 0 0 0 0,-1 0-1 0 0,1 0 1 0 0,0 0 0 0 0,-1 0 0 0 0,1 0 0 0 0,0 0-1 0 0,-1 0 1 0 0,1 0 0 0 0,-1 1 0 0 0,1-1 0 0 0,-1 0-1 0 0,0 0 1 0 0,1 0 0 0 0,-1 1 0 0 0,0-1 0 0 0,0 0-1 0 0,1 1 1 0 0,-1-1 0 0 0,0 1 0 0 0,-1-2 0 0 0,0 1-7 0 0,-1 0 0 0 0,1 0 0 0 0,-1 0 0 0 0,1 0 0 0 0,-1 1 0 0 0,0-1 0 0 0,1 1 0 0 0,-1-1 0 0 0,0 1 0 0 0,1 0 0 0 0,-1 0 0 0 0,0 0 0 0 0,1 0 0 0 0,-4 1 0 0 0,-6 2 3 0 0,1 0 0 0 0,-1 1 1 0 0,1 0-1 0 0,-1 0 0 0 0,2 1 1 0 0,-1 1-1 0 0,-18 12 1 0 0,24-15-31 0 0,1 1 1 0 0,0 0 0 0 0,0-1 0 0 0,0 2 0 0 0,0-1 0 0 0,1 0-1 0 0,-1 1 1 0 0,1-1 0 0 0,0 1 0 0 0,1 0 0 0 0,-1 0-1 0 0,1 0 1 0 0,0 1 0 0 0,0-1 0 0 0,0 0 0 0 0,1 1-1 0 0,0-1 1 0 0,0 1 0 0 0,0 10 0 0 0,2-8-3 0 0,0 0 0 0 0,0 0 0 0 0,1-1 0 0 0,0 1 0 0 0,0-1 1 0 0,1 1-1 0 0,0-1 0 0 0,0 0 0 0 0,1 0 0 0 0,6 10 0 0 0,8 9 8 0 0,26 29-1 0 0,-35-44-2 0 0,8 11 121 0 0,21 33 1 0 0,-37-53-34 0 0,0 0-1 0 0,0-1 1 0 0,0 1 0 0 0,-1 0-1 0 0,1 1 1 0 0,-1-1 0 0 0,1 0-1 0 0,-1 0 1 0 0,0 0 0 0 0,0 0-1 0 0,0 0 1 0 0,0 0-1 0 0,0 0 1 0 0,0 0 0 0 0,-1 1-1 0 0,1-1 1 0 0,-1 0 0 0 0,1 0-1 0 0,-1 0 1 0 0,0 0 0 0 0,0 0-1 0 0,0-1 1 0 0,0 1 0 0 0,0 0-1 0 0,0 0 1 0 0,0 0 0 0 0,-1-1-1 0 0,1 1 1 0 0,-1-1 0 0 0,1 1-1 0 0,-4 2 1 0 0,-2 1 199 0 0,0 1 1 0 0,-1-1-1 0 0,0 0 0 0 0,0 0 1 0 0,-15 5-1 0 0,1-1-53 0 0,0-1 1 0 0,-1-2-1 0 0,0 0 1 0 0,0-2-1 0 0,-1 0 1 0 0,1-2-1 0 0,-1 0 1 0 0,1-2-1 0 0,-1 0 1 0 0,0-2-1 0 0,1 0 0 0 0,-41-11 1 0 0,58 11-628 0 0,0-1-1 0 0,0 0 1 0 0,1 0-1 0 0,-1 0 1 0 0,-9-8 0 0 0,15 10 181 0 0,-1 0-1 0 0,0-1 1 0 0,1 1 0 0 0,-1-1 0 0 0,1 1-1 0 0,0-1 1 0 0,0 1 0 0 0,-1-1 0 0 0,1 1 0 0 0,0-1-1 0 0,0 0 1 0 0,1 1 0 0 0,-1-1 0 0 0,0 1 0 0 0,0-1-1 0 0,1 1 1 0 0,-1-1 0 0 0,2-2 0 0 0,3-3-768 0 0,0 1 0 0 0,0 0 0 0 0,0-1 0 0 0,1 2 0 0 0,0-1 0 0 0,1 1 0 0 0,-1 0 0 0 0,1 0 0 0 0,0 0 0 0 0,8-3 0 0 0,-4 1-1293 0 0,19-13-4722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31 409 1220 0 0,'19'-8'6398'0'0,"-16"7"-5387"0"0,1-1 0 0 0,0 0-1 0 0,-1 1 1 0 0,1-1 0 0 0,-1 0-1 0 0,0-1 1 0 0,0 1 0 0 0,5-5 1319 0 0,1 5-300 0 0,6 1 867 0 0,-15 2-2875 0 0,0 0-1 0 0,0 1 0 0 0,0-1 1 0 0,0 0-1 0 0,0 0 0 0 0,0 0 0 0 0,0 0 1 0 0,0 0-1 0 0,0 0 0 0 0,-1 0 1 0 0,1 1-1 0 0,0-1 0 0 0,-1 1 0 0 0,-43 162 2290 0 0,-15 78-887 0 0,55-194-1243 0 0,4-45-180 0 0,0 1 1 0 0,0-1 0 0 0,1 0-1 0 0,-1 1 1 0 0,1-1 0 0 0,0 0 0 0 0,0 1-1 0 0,0-1 1 0 0,0 0 0 0 0,0 0-1 0 0,3 4 1 0 0,-3-6-98 0 0,0 0 0 0 0,0 0 0 0 0,1 0-1 0 0,-1 0 1 0 0,0 0 0 0 0,1 0 0 0 0,-1 0 0 0 0,1 0-1 0 0,0 0 1 0 0,-1-1 0 0 0,1 1 0 0 0,-1-1-1 0 0,1 1 1 0 0,0-1 0 0 0,-1 0 0 0 0,1 1 0 0 0,0-1-1 0 0,0 0 1 0 0,1 0 0 0 0,31-6-2454 0 0,-28 4 1760 0 0,0-1-1 0 0,0 0 0 0 0,0 0 1 0 0,0-1-1 0 0,0 1 0 0 0,-1-1 0 0 0,10-9 1 0 0,15-20-6396 0 0,-11 7 380 0 0</inkml:trace>
  <inkml:trace contextRef="#ctx0" brushRef="#br0" timeOffset="1">227 130 1772 0 0,'-23'-26'5007'0'0,"-1"1"0"0"0,-40-31 0 0 0,57 47-4323 0 0,6 8-703 0 0,0 0 1 0 0,1 0 0 0 0,-1 0 0 0 0,0 0 0 0 0,1 1 0 0 0,-1-1 0 0 0,0 0 0 0 0,0 0-1 0 0,0 0 1 0 0,0 1 0 0 0,0-1 0 0 0,0 0 0 0 0,0 1 0 0 0,0-1 0 0 0,0 1-1 0 0,0-1 1 0 0,-2 1 0 0 0,3 1-300 0 0,0 1-1 0 0,1 0 0 0 0,-1 0 0 0 0,0 0 1 0 0,0 0-1 0 0,1 0 0 0 0,0 0 1 0 0,-1 0-1 0 0,2 2 0 0 0,17 19-5576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5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429 635 728 0 0,'-3'-1'11110'0'0,"-12"-2"-9724"0"0,1 1-1 0 0,-1 1 0 0 0,0 0 0 0 0,-24 3 0 0 0,17 0-1073 0 0,-1 1-1 0 0,1 1 1 0 0,0 2 0 0 0,-39 13 0 0 0,50-15-263 0 0,1 1 0 0 0,0 0 0 0 0,0 0 1 0 0,1 1-1 0 0,0 0 0 0 0,0 0 1 0 0,0 1-1 0 0,-8 9 0 0 0,14-12-42 0 0,0-1-1 0 0,0 1 0 0 0,0 0 1 0 0,0 0-1 0 0,1 0 0 0 0,0 0 0 0 0,0 1 1 0 0,0-1-1 0 0,0 1 0 0 0,1-1 0 0 0,0 1 1 0 0,0-1-1 0 0,0 1 0 0 0,0 0 1 0 0,1-1-1 0 0,0 1 0 0 0,0 0 0 0 0,0 0 1 0 0,0-1-1 0 0,1 1 0 0 0,1 7 1 0 0,1-2 8 0 0,1-1 0 0 0,-1 1 0 0 0,2 0 0 0 0,-1-1-1 0 0,1 0 1 0 0,1 0 0 0 0,0 0 0 0 0,0-1 0 0 0,1 0 0 0 0,-1 0 0 0 0,2-1 0 0 0,11 10 0 0 0,11 7 93 0 0,1-2-1 0 0,36 20 0 0 0,-36-24-11 0 0,-17-9-71 0 0,4 2 68 0 0,27 21-1 0 0,-44-31-68 0 0,0-1 0 0 0,-1 1-1 0 0,1-1 1 0 0,0 1-1 0 0,-1 0 1 0 0,1 0 0 0 0,0-1-1 0 0,-1 1 1 0 0,1 0-1 0 0,-1 0 1 0 0,0 0 0 0 0,1-1-1 0 0,-1 1 1 0 0,0 0 0 0 0,1 0-1 0 0,-1 0 1 0 0,0 0-1 0 0,0 0 1 0 0,0 0 0 0 0,0 0-1 0 0,1 0 1 0 0,-1 0 0 0 0,-1 0-1 0 0,1-1 1 0 0,0 1-1 0 0,0 0 1 0 0,0 0 0 0 0,0 0-1 0 0,-1 0 1 0 0,1 0-1 0 0,0 0 1 0 0,-1 0 0 0 0,1-1-1 0 0,-1 1 1 0 0,1 0 0 0 0,-1 0-1 0 0,1 0 1 0 0,-1-1-1 0 0,0 1 1 0 0,0 0 0 0 0,-3 3 151 0 0,1-1 0 0 0,-1 0 0 0 0,0 0 0 0 0,0 0 0 0 0,-7 3 0 0 0,-10 4-7 0 0,-1-1 0 0 0,1-1 0 0 0,-2-1 0 0 0,1-1 0 0 0,-1-1 1 0 0,0-1-1 0 0,0-1 0 0 0,-1-1 0 0 0,1-1 0 0 0,0-1 1 0 0,-25-3-1 0 0,46 3-351 0 0,-1-1 0 0 0,1 1 1 0 0,-1 0-1 0 0,1-1 1 0 0,-1 1-1 0 0,1-1 0 0 0,0 0 1 0 0,-1 1-1 0 0,1-1 1 0 0,0 0-1 0 0,0-1 0 0 0,0 1 1 0 0,0 0-1 0 0,0-1 1 0 0,0 1-1 0 0,0-1 0 0 0,0 1 1 0 0,0-1-1 0 0,1 0 1 0 0,-1 0-1 0 0,-1-3 0 0 0,2 3-142 0 0,0 0-1 0 0,1-1 0 0 0,0 1 0 0 0,-1 0 0 0 0,1-1 0 0 0,0 1 1 0 0,0 0-1 0 0,1-1 0 0 0,-1 1 0 0 0,0 0 0 0 0,1 0 0 0 0,-1-1 0 0 0,1 1 1 0 0,0 0-1 0 0,0 0 0 0 0,0 0 0 0 0,0-1 0 0 0,0 1 0 0 0,0 0 1 0 0,0 1-1 0 0,1-1 0 0 0,2-3 0 0 0,14-16-4429 0 0,5-5-2338 0 0</inkml:trace>
  <inkml:trace contextRef="#ctx0" brushRef="#br0" timeOffset="1">1090 99 2028 0 0,'7'-15'3304'0'0,"0"-1"-1"0"0,0 1 1 0 0,-2-2-1 0 0,5-19 1459 0 0,-16 53-4162 0 0,-171 456 6141 0 0,22-78-3747 0 0,149-379-2919 0 0,-9 21 95 0 0,2 0 0 0 0,1 1 0 0 0,-10 61 0 0 0,22-96-163 0 0,-1 0 1 0 0,1 1 0 0 0,0-1 0 0 0,0 0 0 0 0,0 1 0 0 0,1-1 0 0 0,-1 0 0 0 0,1 1 0 0 0,-1-1 0 0 0,1 0 0 0 0,0 0 0 0 0,0 0 0 0 0,1 0 0 0 0,-1 0 0 0 0,1 0 0 0 0,-1 0 0 0 0,5 5 0 0 0,-3-5-108 0 0,0 0 1 0 0,0-1-1 0 0,0 0 0 0 0,0 1 1 0 0,1-1-1 0 0,-1 0 0 0 0,1-1 1 0 0,-1 1-1 0 0,1 0 0 0 0,0-1 1 0 0,-1 0-1 0 0,1 0 0 0 0,4 0 1 0 0,7 1-552 0 0,-1-1-1 0 0,0-1 1 0 0,1 0 0 0 0,-1-1 0 0 0,1-1 0 0 0,-1 0-1 0 0,15-4 1 0 0,0-2-2112 0 0,50-21 0 0 0,-58 19-1043 0 0,25-15 0 0 0,-4-4-5284 0 0</inkml:trace>
  <inkml:trace contextRef="#ctx0" brushRef="#br0" timeOffset="2">952 534 3212 0 0,'-141'-24'11639'0'0,"138"24"-10681"0"0,189 11-1277 0 0,-1 13-7208 0 0,-163-21 5966 0 0,15 2-2437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6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329 659 2172 0 0,'-11'26'5317'0'0,"-29"44"-1"0"0,32-55-3888 0 0,-13 28-1 0 0,20-42-1365 0 0,1 1 0 0 0,-1-1 1 0 0,1 0-1 0 0,-1 1 0 0 0,1-1 0 0 0,0 0 0 0 0,-1 1 0 0 0,1-1 1 0 0,0 0-1 0 0,0 1 0 0 0,0-1 0 0 0,0 1 0 0 0,0-1 0 0 0,1 0 0 0 0,-1 1 1 0 0,0-1-1 0 0,1 0 0 0 0,-1 1 0 0 0,0-1 0 0 0,1 0 0 0 0,0 1 1 0 0,-1-1-1 0 0,1 0 0 0 0,0 0 0 0 0,0 0 0 0 0,-1 0 0 0 0,1 0 1 0 0,0 0-1 0 0,0 0 0 0 0,0 0 0 0 0,0 0 0 0 0,1 0 0 0 0,-1 0 1 0 0,0-1-1 0 0,0 1 0 0 0,0 0 0 0 0,1-1 0 0 0,1 2 0 0 0,3 0 63 0 0,0 0 0 0 0,0 0 0 0 0,0-1 0 0 0,1 0 0 0 0,-1 0 0 0 0,0 0 0 0 0,8-1 0 0 0,-1 0-56 0 0,0-1 0 0 0,0 0 0 0 0,0-1 1 0 0,0 0-1 0 0,0-1 0 0 0,0-1 0 0 0,-1 0 0 0 0,0-1 1 0 0,17-8-1 0 0,-24 10-84 0 0,-1 1-1 0 0,0-1 1 0 0,0 0 0 0 0,0 0 0 0 0,0 0 0 0 0,0-1 0 0 0,0 1-1 0 0,-1-1 1 0 0,0 0 0 0 0,0 0 0 0 0,0 0 0 0 0,0 0-1 0 0,0-1 1 0 0,-1 1 0 0 0,0-1 0 0 0,0 1 0 0 0,0-1-1 0 0,-1 0 1 0 0,1 0 0 0 0,-1 0 0 0 0,0 0 0 0 0,-1 0-1 0 0,1 0 1 0 0,-1 0 0 0 0,0 0 0 0 0,0 0 0 0 0,-1 0-1 0 0,-1-8 1 0 0,1 8 1 0 0,0 0-1 0 0,-1-1 1 0 0,0 1 0 0 0,0 0-1 0 0,0 0 1 0 0,0 0-1 0 0,-1 0 1 0 0,0 1 0 0 0,0-1-1 0 0,0 1 1 0 0,-1-1 0 0 0,1 1-1 0 0,-1 0 1 0 0,0 1-1 0 0,0-1 1 0 0,-1 0 0 0 0,1 1-1 0 0,-1 0 1 0 0,1 0-1 0 0,-1 1 1 0 0,0-1 0 0 0,0 1-1 0 0,0 0 1 0 0,0 0 0 0 0,-1 1-1 0 0,1 0 1 0 0,0 0-1 0 0,-8-1 1 0 0,-1 1 18 0 0,1 0-1 0 0,-1 1 1 0 0,1 0 0 0 0,-1 1-1 0 0,1 1 1 0 0,0 0 0 0 0,-1 0-1 0 0,1 2 1 0 0,0 0 0 0 0,-19 8-1 0 0,11-2 12 0 0,1 1 0 0 0,1 1 0 0 0,0 1-1 0 0,1 1 1 0 0,0 0 0 0 0,-29 30 0 0 0,38-34-2 0 0,0 1 1 0 0,1-1 0 0 0,-1 1 0 0 0,2 1 0 0 0,0 0 0 0 0,0 0 0 0 0,1 0-1 0 0,1 1 1 0 0,0-1 0 0 0,1 1 0 0 0,0 1 0 0 0,-3 20 0 0 0,6-28 0 0 0,1-1 0 0 0,0 0 0 0 0,0 1 0 0 0,1-1 0 0 0,-1 0 0 0 0,1 0 0 0 0,0 1 0 0 0,1-1 0 0 0,-1 0 0 0 0,1 0 0 0 0,0 0-1 0 0,0 0 1 0 0,1-1 0 0 0,4 8 0 0 0,-2-5 1 0 0,1-1-1 0 0,-1 0 1 0 0,1 0-1 0 0,0 0 1 0 0,1-1-1 0 0,0 1 1 0 0,-1-2-1 0 0,12 7 1 0 0,5 0-201 0 0,0-2 1 0 0,0 0-1 0 0,0-2 1 0 0,1 0-1 0 0,31 4 0 0 0,-25-6-733 0 0,0-1 1 0 0,0-2-1 0 0,0-1 0 0 0,1-1 0 0 0,-1-2 0 0 0,0-1 0 0 0,48-11 0 0 0,-58 9 255 0 0,0-2-1 0 0,0 0 1 0 0,-1-1 0 0 0,0-1 0 0 0,0-1-1 0 0,20-14 1 0 0,-24 13 672 0 0,0-1 0 0 0,0-1 0 0 0,-2 0 0 0 0,17-19 0 0 0,-11 6 1887 0 0,-2-1-1 0 0,27-51 1 0 0,8-14 2196 0 0,-52 91-4078 0 0,1 1 0 0 0,-1-1-1 0 0,0 1 1 0 0,1-1 0 0 0,-1 0 0 0 0,1 1-1 0 0,-1-1 1 0 0,1 1 0 0 0,0 0-1 0 0,-1-1 1 0 0,1 1 0 0 0,-1-1 0 0 0,1 1-1 0 0,0 0 1 0 0,-1 0 0 0 0,1-1-1 0 0,0 1 1 0 0,-1 0 0 0 0,1 0 0 0 0,0 0-1 0 0,-1 0 1 0 0,1 0 0 0 0,0 0 0 0 0,0 0-1 0 0,-1 0 1 0 0,1 0 0 0 0,0 0-1 0 0,-1 0 1 0 0,1 0 0 0 0,0 0 0 0 0,0 0-1 0 0,-1 1 1 0 0,1-1 0 0 0,-1 0 0 0 0,1 1-1 0 0,0-1 1 0 0,17 17 160 0 0,-12-8-142 0 0,0 1-1 0 0,-1 1 1 0 0,0-1-1 0 0,-1 1 1 0 0,0 0-1 0 0,-1 0 1 0 0,3 12-1 0 0,0 11 71 0 0,2 35 1 0 0,-7-47 65 0 0,0-1 0 0 0,-1 1 1 0 0,-4 31-1 0 0,2-45-33 0 0,1 0 1 0 0,-1 0-1 0 0,0-1 1 0 0,-1 1-1 0 0,1 0 1 0 0,-2-1-1 0 0,1 0 1 0 0,-1 0-1 0 0,0 0 1 0 0,0 0-1 0 0,-1-1 1 0 0,-7 9-1 0 0,10-14-81 0 0,0 1-1 0 0,1 0 0 0 0,-1-1 0 0 0,0 0 0 0 0,0 1 0 0 0,0-1 0 0 0,0 0 0 0 0,0 0 0 0 0,0 0 0 0 0,0 0 0 0 0,0 0 0 0 0,-1-1 0 0 0,-1 1 0 0 0,3-1-35 0 0,-1 0 0 0 0,1 0 1 0 0,0 0-1 0 0,0 0 0 0 0,0 0 0 0 0,0 0 0 0 0,0 0 1 0 0,0-1-1 0 0,0 1 0 0 0,0 0 0 0 0,-1-1 1 0 0,1 1-1 0 0,0-1 0 0 0,0 1 0 0 0,1-1 0 0 0,-1 0 1 0 0,0 1-1 0 0,0-1 0 0 0,0 0 0 0 0,0 0 1 0 0,1 1-1 0 0,-1-1 0 0 0,0 0 0 0 0,0 0 0 0 0,1 0 1 0 0,-1-1-1 0 0,0 1-10 0 0,1-1-1 0 0,-1 1 1 0 0,1 0 0 0 0,-1 0 0 0 0,1 0 0 0 0,0 0-1 0 0,0-1 1 0 0,-1 1 0 0 0,1 0 0 0 0,0 0-1 0 0,0-1 1 0 0,0 1 0 0 0,0 0 0 0 0,1 0-1 0 0,-1 0 1 0 0,1-3 0 0 0,0 0 11 0 0,0-7-8 0 0,1 0 0 0 0,0 0 0 0 0,1 0 0 0 0,0 0 0 0 0,0 1 0 0 0,2-1 0 0 0,-1 1 0 0 0,1 0 0 0 0,9-13 0 0 0,4-3-62 0 0,0 1 0 0 0,24-24 0 0 0,-18 23 14 0 0,2 1 1 0 0,0 0 0 0 0,2 3-1 0 0,1 0 1 0 0,0 1 0 0 0,1 2-1 0 0,1 2 1 0 0,1 0 0 0 0,1 2-1 0 0,46-14 1 0 0,-75 27 37 0 0,-1 1 0 0 0,1 0 0 0 0,-1 1 0 0 0,1-1 0 0 0,0 1 0 0 0,0 0 1 0 0,-1-1-1 0 0,1 1 0 0 0,0 1 0 0 0,-1-1 0 0 0,1 1 0 0 0,0-1 0 0 0,-1 1 0 0 0,1 0 0 0 0,-1 1 0 0 0,1-1 0 0 0,-1 0 1 0 0,1 1-1 0 0,-1 0 0 0 0,0 0 0 0 0,0 0 0 0 0,0 0 0 0 0,0 0 0 0 0,0 1 0 0 0,0-1 0 0 0,-1 1 0 0 0,1 0 0 0 0,-1 0 1 0 0,0 0-1 0 0,0 0 0 0 0,0 0 0 0 0,0 0 0 0 0,0 0 0 0 0,-1 1 0 0 0,0-1 0 0 0,1 1 0 0 0,-1-1 0 0 0,0 1 0 0 0,-1 0 1 0 0,1-1-1 0 0,-1 1 0 0 0,1 0 0 0 0,-1 4 0 0 0,-3 18 9 0 0,0 1 1 0 0,-1-1-1 0 0,-2 0 1 0 0,-1 0-1 0 0,-1 0 1 0 0,-11 24-1 0 0,4-9 26 0 0,-10 48 0 0 0,24-87-38 0 0,0 0 0 0 0,1 0 0 0 0,-1 0 0 0 0,1 1 0 0 0,0-1 0 0 0,-1 0 0 0 0,1 0 0 0 0,0 1-1 0 0,0-1 1 0 0,1 0 0 0 0,-1 0 0 0 0,0 0 0 0 0,1 1 0 0 0,-1-1 0 0 0,1 0 0 0 0,0 0 0 0 0,0 0 0 0 0,0 0 0 0 0,0 0 0 0 0,0 0 0 0 0,0 0 0 0 0,1 0 0 0 0,-1-1 0 0 0,0 1 0 0 0,1 0 0 0 0,0-1 0 0 0,2 3 0 0 0,1-2-95 0 0,-1 0 0 0 0,0 0 1 0 0,1-1-1 0 0,0 1 0 0 0,-1-1 1 0 0,1 0-1 0 0,0 0 0 0 0,-1-1 1 0 0,1 0-1 0 0,0 0 0 0 0,-1 0 1 0 0,8-1-1 0 0,6-2-358 0 0,1 0 0 0 0,-1-1 0 0 0,0-1 0 0 0,0-1 0 0 0,-1-1 0 0 0,0 0 0 0 0,0-1 0 0 0,0-1 0 0 0,-1-1 0 0 0,-1 0 0 0 0,16-13 0 0 0,12-13-472 0 0,-2-2 0 0 0,51-59 1 0 0,-44 40 1012 0 0,-1-2 1 0 0,-4-2 0 0 0,-2-1-1 0 0,-3-3 1 0 0,-2-1-1 0 0,37-101 1 0 0,-61 130 1080 0 0,-1 0-1 0 0,-2-1 0 0 0,-1 0 1 0 0,-3-1-1 0 0,0 0 1 0 0,-2-40-1 0 0,-5 19 475 0 0,1 56-1496 0 0,-2 5-27 0 0,0 0-100 0 0,0 0 0 0 0,0 0-1 0 0,0 0 1 0 0,0 0 0 0 0,1 1 0 0 0,-1-1 0 0 0,0 1-1 0 0,1 0 1 0 0,-1 0 0 0 0,1 0 0 0 0,-1 0 0 0 0,1 1-1 0 0,0-1 1 0 0,0 0 0 0 0,0 1 0 0 0,-2 2 0 0 0,-31 56 109 0 0,21-37-59 0 0,-109 223 1960 0 0,18 10 133 0 0,74-177-1754 0 0,7-19 50 0 0,3 1 0 0 0,-20 102-1 0 0,40-161-443 0 0,0 0 0 0 0,1 0-1 0 0,0 1 1 0 0,-1-1-1 0 0,1 0 1 0 0,0 1 0 0 0,1-1-1 0 0,-1 0 1 0 0,1 0 0 0 0,-1 1-1 0 0,1-1 1 0 0,0 0 0 0 0,0 0-1 0 0,0 0 1 0 0,1 0 0 0 0,-1 0-1 0 0,1 0 1 0 0,0 0-1 0 0,-1 0 1 0 0,1-1 0 0 0,1 1-1 0 0,-1 0 1 0 0,0-1 0 0 0,4 3-1 0 0,-2-2-106 0 0,0-1-1 0 0,1 1 0 0 0,0-1 0 0 0,0 0 1 0 0,0 0-1 0 0,0 0 0 0 0,0-1 1 0 0,0 0-1 0 0,0 0 0 0 0,0 0 0 0 0,1 0 1 0 0,-1-1-1 0 0,0 0 0 0 0,10-1 0 0 0,8-2-977 0 0,1-1 0 0 0,-1-1 0 0 0,0-1 0 0 0,0-1 0 0 0,22-10 0 0 0,56-32-8236 0 0,-50 20 328 0 0</inkml:trace>
  <inkml:trace contextRef="#ctx0" brushRef="#br0" timeOffset="1">2300 319 1340 0 0,'-106'-9'6665'0'0,"-95"-10"2279"0"0,180 19-8107 0 0,18 0-415 0 0,22 0 316 0 0,635 19 108 0 0,-644-19-884 0 0,192-4-2409 0 0,-100 1-314 0 0,-3-3-3644 0 0,-54 0 668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7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82 267 1936 0 0,'-14'-5'6463'0'0,"-26"-9"817"0"0,37 13-6771 0 0,-21-4 1459 0 0,320 3-1763 0 0,-143-3-170 0 0,457-17-1968 0 0,-606 22 1901 0 0,10 0-147 0 0,0-2 0 0 0,0 1 0 0 0,0-2 1 0 0,26-7-1 0 0,-39 9 167 0 0,0 1 0 0 0,0-1 0 0 0,0 0 0 0 0,0 1 0 0 0,0-1 1 0 0,-1 0-1 0 0,1 0 0 0 0,0 0 0 0 0,0 0 0 0 0,0 0 0 0 0,-1 0 0 0 0,1 0 1 0 0,-1 0-1 0 0,1 0 0 0 0,-1 0 0 0 0,1 0 0 0 0,-1 0 0 0 0,1 0 0 0 0,-1 0 1 0 0,0-1-1 0 0,0 1 0 0 0,0 0 0 0 0,1 0 0 0 0,-1 0 0 0 0,0-1 0 0 0,-1 1 0 0 0,1 0 1 0 0,0 0-1 0 0,0 0 0 0 0,0-1 0 0 0,-1 1 0 0 0,1 0 0 0 0,0 0 0 0 0,-1 0 1 0 0,1 0-1 0 0,-1 0 0 0 0,0 0 0 0 0,1 0 0 0 0,-1 0 0 0 0,0 0 0 0 0,0 0 1 0 0,0-1-1 0 0,-10-10-8 0 0,0 1-1 0 0,0 0 1 0 0,-2 0 0 0 0,1 1 0 0 0,-18-11 0 0 0,-29-22 605 0 0,51 37-522 0 0,6 4-49 0 0,0 1-1 0 0,-1-1 1 0 0,1 0 0 0 0,0 1-1 0 0,0-1 1 0 0,0 0 0 0 0,1-1 0 0 0,-1 1-1 0 0,0 0 1 0 0,-1-4 0 0 0,2 5 30 0 0,5 1-42 0 0,2 0-4 0 0,1 1-1 0 0,-1 1 0 0 0,1-1 0 0 0,-1 1 0 0 0,0 0 1 0 0,1 1-1 0 0,-1 0 0 0 0,0 0 0 0 0,-1 0 0 0 0,1 0 1 0 0,0 1-1 0 0,-1 0 0 0 0,0 0 0 0 0,9 10 0 0 0,-8-8 6 0 0,0 0-1 0 0,-1 0 0 0 0,0 1 1 0 0,0-1-1 0 0,0 1 0 0 0,-1 0 0 0 0,0 1 1 0 0,0-1-1 0 0,-1 1 0 0 0,0 0 0 0 0,4 15 1 0 0,-6-16 1 0 0,-1 1 0 0 0,0 0 0 0 0,-1-1 0 0 0,0 1 0 0 0,0 0 0 0 0,0-1 0 0 0,-1 1 0 0 0,0-1 0 0 0,-1 1 0 0 0,0-1 0 0 0,-7 13 0 0 0,-1 1-412 0 0,-2 0 0 0 0,-22 28 0 0 0,13-22-3018 0 0,-41 39 1 0 0,37-41-1881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39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890 311 1564 0 0,'2'-1'2786'0'0,"15"-10"2976"0"0,-37 14-3280 0 0,-22 4-2227 0 0,30-6-184 0 0,1 1 1 0 0,-1-2-1 0 0,1 0 0 0 0,-1 0 1 0 0,1-1-1 0 0,-1-1 0 0 0,1 0 0 0 0,-13-4 1 0 0,22 5-67 0 0,0 0 0 0 0,0 0 0 0 0,0-1 0 0 0,0 1 0 0 0,1-1 0 0 0,-1 1 0 0 0,0-1 0 0 0,1 0 0 0 0,0 1 0 0 0,-1-1 0 0 0,1 0 0 0 0,0 0 0 0 0,0 0 0 0 0,0 0 0 0 0,0 0 0 0 0,0 0 0 0 0,0-1 0 0 0,1 1 0 0 0,-1 0 0 0 0,1 0 0 0 0,-1 0 0 0 0,1-1 0 0 0,0 1 0 0 0,0 0 0 0 0,0-5 1 0 0,1-3-13 0 0,0 0 1 0 0,0 0 0 0 0,1-1 0 0 0,4-9 0 0 0,-1 3-8 0 0,1-1 0 0 0,2 1 0 0 0,-1 0 0 0 0,2 0 0 0 0,0 1 0 0 0,1 0 1 0 0,1 1-1 0 0,23-26 0 0 0,-34 40 11 0 0,1 0 1 0 0,0 0-1 0 0,0 0 1 0 0,0 0-1 0 0,0 0 1 0 0,1 0-1 0 0,-1 1 1 0 0,0-1-1 0 0,0 0 1 0 0,0 1-1 0 0,1-1 1 0 0,-1 1-1 0 0,0-1 1 0 0,1 1-1 0 0,-1 0 1 0 0,0-1-1 0 0,1 1 1 0 0,-1 0-1 0 0,0 0 1 0 0,1 0-1 0 0,-1 0 1 0 0,0 0-1 0 0,1 0 1 0 0,-1 0-1 0 0,1 1 1 0 0,-1-1-1 0 0,0 1 1 0 0,0-1-1 0 0,1 1 1 0 0,-1-1-1 0 0,0 1 1 0 0,0-1-1 0 0,1 1 1 0 0,0 1-1 0 0,1 1 3 0 0,0-1 0 0 0,-1 1 1 0 0,1 0-1 0 0,-1-1 0 0 0,0 1 0 0 0,0 0 1 0 0,0 0-1 0 0,0 1 0 0 0,0-1 0 0 0,-1 0 1 0 0,1 1-1 0 0,0 3 0 0 0,2 13 18 0 0,0-1 0 0 0,-1 1 0 0 0,-1 0 1 0 0,-1 0-1 0 0,-2 30 0 0 0,-18 100 61 0 0,15-120-67 0 0,-7 33-3 0 0,-2-1 0 0 0,-24 66-1 0 0,26-95 146 0 0,-2-2-1 0 0,-1 0 0 0 0,-1 0 0 0 0,-2-2 0 0 0,-34 46 1 0 0,44-65 13 0 0,-1-1 1 0 0,0 0 0 0 0,-1-1-1 0 0,0 0 1 0 0,0 0 0 0 0,-1-1-1 0 0,0 0 1 0 0,0-1 0 0 0,-20 10 0 0 0,21-13-95 0 0,0 0 1 0 0,-1 0 0 0 0,1-1 0 0 0,0 0 0 0 0,-1-1 0 0 0,0 0 0 0 0,1 0 0 0 0,-1-1 0 0 0,0-1 0 0 0,1 1-1 0 0,-1-1 1 0 0,-14-4 0 0 0,-28-10 89 0 0,-84-37 1 0 0,-16-5-111 0 0,146 54-54 0 0,-24 0-24 0 0,27 2-119 0 0,0 1-1 0 0,-1 0 1 0 0,1 0 0 0 0,0 0 0 0 0,0 0 0 0 0,0 1 0 0 0,0-1 0 0 0,0 1 0 0 0,0 0 0 0 0,1 0-1 0 0,-1 0 1 0 0,0 0 0 0 0,0 0 0 0 0,0 1 0 0 0,1-1 0 0 0,-1 1 0 0 0,1 0 0 0 0,-1 0 0 0 0,1 0 0 0 0,0 0-1 0 0,0 0 1 0 0,-3 4 0 0 0,5-6 23 0 0,-1 1-1 0 0,1-1 0 0 0,0 1 1 0 0,-1-1-1 0 0,1 1 1 0 0,0-1-1 0 0,0 1 0 0 0,0-1 1 0 0,0 1-1 0 0,-1-1 0 0 0,1 1 1 0 0,0 0-1 0 0,0-1 1 0 0,0 1-1 0 0,0-1 0 0 0,0 1 1 0 0,0-1-1 0 0,1 1 1 0 0,-1 0-1 0 0,0-1 0 0 0,0 1 1 0 0,0-1-1 0 0,0 1 0 0 0,1-1 1 0 0,-1 1-1 0 0,0-1 1 0 0,0 1-1 0 0,1-1 0 0 0,-1 1 1 0 0,0-1-1 0 0,1 1 0 0 0,-1-1 1 0 0,1 0-1 0 0,0 1 1 0 0,12 8-3171 0 0,6-6-959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40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1013 247 1988 0 0,'41'-48'4907'0'0,"68"-105"1"0"0,-81 111-2795 0 0,-27 39-1382 0 0,-3 4-287 0 0,-10 11-146 0 0,-17 22-200 0 0,-36 60 293 0 0,4 3-1 0 0,5 2 1 0 0,-50 123 0 0 0,-96 332 1021 0 0,-21 297 74 0 0,121-431-1021 0 0,98-404-442 0 0,-41 144 329 0 0,35-129-107 0 0,-2-1 0 0 0,-1 0 0 0 0,-18 30 1 0 0,26-53-180 0 0,1 0 0 0 0,-1-1 1 0 0,-1 1-1 0 0,0-1 0 0 0,1 0 0 0 0,-2 0 1 0 0,1-1-1 0 0,-14 9 0 0 0,18-12-119 0 0,-1-1-1 0 0,1 1 1 0 0,-1-1 0 0 0,1 0-1 0 0,-1 0 1 0 0,0 0-1 0 0,1 0 1 0 0,-1 0-1 0 0,0-1 1 0 0,0 1 0 0 0,1-1-1 0 0,-1 0 1 0 0,0 0-1 0 0,0 0 1 0 0,0 0 0 0 0,1 0-1 0 0,-1-1 1 0 0,0 1-1 0 0,0-1 1 0 0,1 1-1 0 0,-1-1 1 0 0,0 0 0 0 0,1 0-1 0 0,-1-1 1 0 0,1 1-1 0 0,-1 0 1 0 0,1-1-1 0 0,0 0 1 0 0,-1 1 0 0 0,-2-4-1 0 0,-1-2-459 0 0,1 1-1 0 0,-1-1 1 0 0,1-1-1 0 0,1 1 1 0 0,-1-1-1 0 0,1 0 0 0 0,1 0 1 0 0,-4-10-1 0 0,1-1-1830 0 0,1-1 0 0 0,-4-30 0 0 0,3-6-4307 0 0</inkml:trace>
  <inkml:trace contextRef="#ctx0" brushRef="#br0" timeOffset="1">431 1288 2300 0 0,'17'-38'2810'0'0,"3"1"0"0"0,30-45 0 0 0,-40 68-2551 0 0,1 0 1 0 0,1 1-1 0 0,0 0 0 0 0,1 0 1 0 0,0 2-1 0 0,1-1 1 0 0,1 2-1 0 0,15-10 1 0 0,7 1-101 0 0,0 1 1 0 0,2 2-1 0 0,56-16 1 0 0,123-16-6420 0 0,-156 37 1221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4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1 164 652 0 0,'0'-6'581'0'0,"-1"1"-1"0"0,1 0 1 0 0,0 0-1 0 0,0 0 1 0 0,1 0-1 0 0,-1-1 1 0 0,1 1-1 0 0,0 0 1 0 0,1 0-1 0 0,-1 0 1 0 0,1 0-1 0 0,0 1 1 0 0,0-1-1 0 0,4-6 1 0 0,-2 5-285 0 0,0 1-1 0 0,1-1 1 0 0,-1 1-1 0 0,1 0 1 0 0,0 0 0 0 0,1 1-1 0 0,-1 0 1 0 0,1 0 0 0 0,12-7-1 0 0,-10 7-236 0 0,1 0 0 0 0,0 0 0 0 0,0 1 0 0 0,0 0 0 0 0,1 1 0 0 0,-1 0-1 0 0,1 0 1 0 0,-1 1 0 0 0,1 0 0 0 0,-1 1 0 0 0,1 0 0 0 0,0 0 0 0 0,-1 1 0 0 0,1 1 0 0 0,14 3 0 0 0,-16-2-33 0 0,0 0 1 0 0,0 0-1 0 0,-1 1 1 0 0,1 0-1 0 0,-1 0 1 0 0,0 1-1 0 0,0 0 1 0 0,-1 0 0 0 0,1 1-1 0 0,-1 0 1 0 0,0 0-1 0 0,-1 0 1 0 0,1 1-1 0 0,-1 0 1 0 0,-1 0-1 0 0,1 0 1 0 0,-1 0-1 0 0,-1 1 1 0 0,1 0 0 0 0,-1-1-1 0 0,0 1 1 0 0,-1 0-1 0 0,0 1 1 0 0,0-1-1 0 0,-1 0 1 0 0,1 15-1 0 0,-2-5 53 0 0,0 0 1 0 0,-1-1-1 0 0,-1 1 0 0 0,-1 0 0 0 0,0-1 0 0 0,-2 0 0 0 0,0 0 0 0 0,0 0 0 0 0,-2 0 0 0 0,0-1 0 0 0,-16 26 0 0 0,-67 90 1168 0 0,88-130-880 0 0,5-3-347 0 0,0-1 0 0 0,-1 1 0 0 0,1-1 0 0 0,-1 0 1 0 0,1 0-1 0 0,-1 0 0 0 0,3-4 0 0 0,-2 4-2 0 0,408-371 318 0 0,-310 274 1937 0 0,-93 88-2179 0 0,-15 12 29 0 0,-15 13 30 0 0,7 3-137 0 0,1 0 0 0 0,0 0 0 0 0,2 2-1 0 0,0-1 1 0 0,1 2 0 0 0,1-1 0 0 0,-14 38-1 0 0,21-46-70 0 0,0 1-1 0 0,0 0 0 0 0,1 0 0 0 0,1-1 0 0 0,0 1 0 0 0,0 0 0 0 0,1 0 0 0 0,1 1 0 0 0,0-2 0 0 0,1 1 0 0 0,0 0 0 0 0,0 0 0 0 0,1 0 0 0 0,1-1 0 0 0,0 0 0 0 0,1 0 0 0 0,0 0 0 0 0,12 18 0 0 0,-10-18-702 0 0,0-1 0 0 0,1 0 0 0 0,1 0 0 0 0,14 12 0 0 0,-14-14-551 0 0,1-1 0 0 0,0 0-1 0 0,0 0 1 0 0,0-1 0 0 0,12 4 0 0 0,4 1-3401 0 0</inkml:trace>
  <inkml:trace contextRef="#ctx0" brushRef="#br0" timeOffset="1">1395 512 492 0 0,'46'-37'14707'0'0,"-46"38"-14657"0"0,1 0 1 0 0,0 0-1 0 0,0 0 1 0 0,-1 0-1 0 0,1-1 1 0 0,0 1-1 0 0,-1 0 1 0 0,1 0-1 0 0,-1 0 1 0 0,1 0-1 0 0,-1 0 1 0 0,0 1-1 0 0,1-1 1 0 0,-1 0-1 0 0,0 0 1 0 0,0 0-1 0 0,1 0 1 0 0,-1 0-1 0 0,0 0 1 0 0,0 0-1 0 0,-1 1 1 0 0,1-1 0 0 0,0 0-1 0 0,0 0 1 0 0,0 0-1 0 0,-1 0 1 0 0,1 0-1 0 0,0 0 1 0 0,-1 0-1 0 0,0 2 1 0 0,-19 38 333 0 0,17-36-278 0 0,-62 131 223 0 0,47-89-3214 0 0,1-1-4263 0 0</inkml:trace>
  <inkml:trace contextRef="#ctx0" brushRef="#br0" timeOffset="2">2138 583 2320 0 0,'26'-18'6010'0'0,"14"-11"3039"0"0,-38 32-8731 0 0,-2-3-308 0 0,1 1-1 0 0,-1-1 1 0 0,0 0-1 0 0,0 0 0 0 0,1 1 1 0 0,-1-1-1 0 0,0 0 1 0 0,0 1-1 0 0,1-1 1 0 0,-1 0-1 0 0,0 1 0 0 0,0-1 1 0 0,0 0-1 0 0,1 1 1 0 0,-1-1-1 0 0,0 1 0 0 0,0-1 1 0 0,0 0-1 0 0,0 1 1 0 0,0-1-1 0 0,0 1 1 0 0,0-1-1 0 0,0 0 0 0 0,0 1 1 0 0,0-1-1 0 0,0 1 1 0 0,-4 9 76 0 0,-4 11 37 0 0,0 0 0 0 0,-2 0-1 0 0,-12 20 1 0 0,-127 169 167 0 0,82-122-4179 0 0,41-56 784 0 0,13-15-804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42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54 116 1084 0 0,'14'-24'6804'0'0,"33"-40"1"0"0,-45 61-6713 0 0,0 1 0 0 0,1-1 0 0 0,-1 1 0 0 0,1 0 0 0 0,-1 0 0 0 0,1 0 0 0 0,0 1 0 0 0,0-1 0 0 0,0 1 0 0 0,0-1 0 0 0,0 1 0 0 0,0 0 0 0 0,1 0 0 0 0,-1 1 0 0 0,0-1 0 0 0,1 0 0 0 0,-1 1 0 0 0,0 0 0 0 0,0 0 0 0 0,1 0 0 0 0,-1 0 0 0 0,0 1 0 0 0,1-1 0 0 0,-1 1 0 0 0,0 0 0 0 0,0 0 1 0 0,1 0-1 0 0,4 3 0 0 0,-1-1-72 0 0,0 0 0 0 0,-1 1 1 0 0,1 0-1 0 0,-1 0 1 0 0,0 0-1 0 0,0 1 0 0 0,-1 0 1 0 0,1 0-1 0 0,-1 1 0 0 0,0-1 1 0 0,7 13-1 0 0,-8-12-5 0 0,-1 1-1 0 0,0-1 1 0 0,0 1-1 0 0,-1 0 1 0 0,1 0-1 0 0,-2 0 0 0 0,1 0 1 0 0,-1 0-1 0 0,0 1 1 0 0,0-1-1 0 0,-1 0 1 0 0,-1 13-1 0 0,-1-8 7 0 0,0-1 0 0 0,0 0 0 0 0,-2 0-1 0 0,1 0 1 0 0,-1 0 0 0 0,-1 0 0 0 0,-7 13 0 0 0,-4 2 38 0 0,-2-2 0 0 0,0 0 0 0 0,-1 0 0 0 0,-1-2 0 0 0,-30 25 0 0 0,10-14 655 0 0,-52 33-1 0 0,90-65-500 0 0,3-3-204 0 0,0 0 0 0 0,0 0 1 0 0,0 0-1 0 0,0 0 0 0 0,1 0 0 0 0,-1 0 0 0 0,1 0 0 0 0,-1 0 0 0 0,1 1 0 0 0,0-1 1 0 0,-1 1-1 0 0,5-3 0 0 0,-3 1 5 0 0,153-111 81 0 0,-111 83-81 0 0,352-231 4 0 0,-373 246-17 0 0,70-51 98 0 0,-93 66-102 0 0,-4 0-16 0 0,0 1 18 0 0,0 1-1 0 0,0-1 0 0 0,0 0 0 0 0,0 1 0 0 0,0-1 1 0 0,0 1-1 0 0,1 0 0 0 0,-1 0 0 0 0,0 0 0 0 0,-3 2 1 0 0,-32 21-25 0 0,20-12 21 0 0,-18 11 8 0 0,0 1 0 0 0,2 2 0 0 0,0 2 0 0 0,2 1 0 0 0,-54 63 0 0 0,80-84 0 0 0,0 0 0 0 0,1 0 0 0 0,0 1 0 0 0,0-1 0 0 0,1 1 0 0 0,0 0 0 0 0,0 1 0 0 0,1-1-1 0 0,0 1 1 0 0,-1 11 0 0 0,4-16 3 0 0,-1 0-1 0 0,1 1 0 0 0,0-1 0 0 0,1 1 1 0 0,0-1-1 0 0,0 1 0 0 0,0-1 0 0 0,0 0 1 0 0,1 1-1 0 0,0-1 0 0 0,0 0 0 0 0,0 0 1 0 0,1 0-1 0 0,-1 0 0 0 0,1-1 0 0 0,0 1 1 0 0,1-1-1 0 0,-1 0 0 0 0,7 6 1 0 0,0-1-30 0 0,0-1 0 0 0,0 0 1 0 0,1 0-1 0 0,0-1 0 0 0,0-1 1 0 0,1 0-1 0 0,12 4 1 0 0,90 27-2032 0 0,-84-28 1061 0 0,9 0-3125 0 0,50 7 0 0 0,-43-11-2400 0 0</inkml:trace>
  <inkml:trace contextRef="#ctx0" brushRef="#br0" timeOffset="1">1259 557 348 0 0,'-5'-4'1659'0'0,"3"3"-1113"0"0,1 0 0 0 0,-1 0 1 0 0,1 0-1 0 0,-1 0 0 0 0,1-1 0 0 0,-1 1 0 0 0,1 0 1 0 0,0-1-1 0 0,0 1 0 0 0,0-1 0 0 0,0 1 0 0 0,0-1 1 0 0,0 0-1 0 0,0 1 0 0 0,0-1 0 0 0,0-2 0 0 0,1 2-360 0 0,0 0 0 0 0,0 1-1 0 0,1-1 1 0 0,-1 0-1 0 0,0 1 1 0 0,1-1 0 0 0,-1 1-1 0 0,1-1 1 0 0,0 1-1 0 0,-1-1 1 0 0,1 1 0 0 0,0-1-1 0 0,0 1 1 0 0,0 0-1 0 0,0-1 1 0 0,0 1 0 0 0,0 0-1 0 0,1 0 1 0 0,-1 0-1 0 0,0 0 1 0 0,2-1 0 0 0,0 0-45 0 0,0 1 0 0 0,0-1 0 0 0,0 1 0 0 0,0 0 0 0 0,0 0 1 0 0,0 0-1 0 0,0 0 0 0 0,0 1 0 0 0,0-1 0 0 0,0 1 0 0 0,4 0 1 0 0,6 0 47 0 0,-1 0 1 0 0,1 1-1 0 0,0 1 1 0 0,-1 1-1 0 0,1-1 1 0 0,-1 2-1 0 0,16 6 1 0 0,-24-9-159 0 0,-1 0-1 0 0,0 1 1 0 0,1 0 0 0 0,-1 0-1 0 0,0 0 1 0 0,0 0 0 0 0,0 0-1 0 0,0 1 1 0 0,0-1 0 0 0,-1 1-1 0 0,1 0 1 0 0,-1 0 0 0 0,1 0-1 0 0,-1 0 1 0 0,0 0 0 0 0,-1 0-1 0 0,1 1 1 0 0,0-1 0 0 0,-1 1-1 0 0,0-1 1 0 0,0 1 0 0 0,0-1-1 0 0,0 1 1 0 0,0 0 0 0 0,-1-1-1 0 0,1 1 1 0 0,-1 0-1 0 0,0 0 1 0 0,-1 0 0 0 0,1-1-1 0 0,-1 5 1 0 0,-2 4 84 0 0,-1-1 0 0 0,0 1 1 0 0,0-1-1 0 0,-1 0 0 0 0,-1-1 0 0 0,1 1 0 0 0,-2-1 0 0 0,0 0 1 0 0,0-1-1 0 0,0 1 0 0 0,-11 8 0 0 0,-16 15 305 0 0,-55 41 0 0 0,71-60-303 0 0,-22 16 76 0 0,20-15-60 0 0,-30 26-1 0 0,50-41-125 0 0,-1 1 0 0 0,0-1 1 0 0,1 1-1 0 0,-1-1 0 0 0,1 1 0 0 0,-1 0 0 0 0,1-1 1 0 0,-1 1-1 0 0,1-1 0 0 0,-1 1 0 0 0,1 0 0 0 0,0 0 1 0 0,-1-1-1 0 0,1 1 0 0 0,0 0 0 0 0,0 0 0 0 0,-1-1 1 0 0,1 1-1 0 0,0 0 0 0 0,0 0 0 0 0,0-1 0 0 0,0 1 1 0 0,0 0-1 0 0,0 0 0 0 0,0 0 0 0 0,0-1 0 0 0,1 2 1 0 0,0-1-2 0 0,-1 0 0 0 0,1 0 0 0 0,0 0 0 0 0,0 0 0 0 0,0 0 0 0 0,0 0 1 0 0,0 0-1 0 0,0-1 0 0 0,0 1 0 0 0,0 0 0 0 0,0-1 0 0 0,0 1 0 0 0,1-1 0 0 0,1 2 1 0 0,7 0 7 0 0,0 1 0 0 0,-1-2 0 0 0,14 2 0 0 0,-21-3-9 0 0,70 6-837 0 0,121-7 0 0 0,-143-3-2449 0 0,75-17 0 0 0,-69 4-4206 0 0,-41 9 2885 0 0</inkml:trace>
  <inkml:trace contextRef="#ctx0" brushRef="#br0" timeOffset="2">2496 847 1408 0 0,'14'-22'13719'0'0,"-3"-9"-6418"0"0,-8 22-5140 0 0,-7 19-2189 0 0,-2 2 51 0 0,0 0 0 0 0,-1-1 0 0 0,-1 1 0 0 0,0-1 0 0 0,0-1 0 0 0,-11 11 0 0 0,15-17-32 0 0,-39 45-847 0 0,-40 43-3057 0 0,25-34-5905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44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0 872 0 0,'2'1'2264'0'0,"11"1"986"0"0,-10-2-1959 0 0,10 1 506 0 0,31 3 2307 0 0,-26-2-5645 0 0,-16-1 1180 0 0,0-1-1 0 0,0 1 0 0 0,0-1 1 0 0,0 0-1 0 0,0 0 1 0 0,1 0-1 0 0,-1 0 1 0 0,0 0-1 0 0,3-1 0 0 0,3-1-945 0 0,15 2-3403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4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0 340 432 0 0,'4'0'7185'0'0,"16"0"-1325"0"0,9 1-1987 0 0,1 0-6483 0 0,2-4-4293 0 0,-5 0 1470 0 0</inkml:trace>
  <inkml:trace contextRef="#ctx0" brushRef="#br0" timeOffset="1">1637 88 2988 0 0,'1'-2'2105'0'0,"3"-5"-232"0"0,0 1 1 0 0,0-1-1 0 0,0 1 0 0 0,10-11 0 0 0,-11 13-1691 0 0,2 0 0 0 0,-1 1-1 0 0,0-1 1 0 0,1 1 0 0 0,-1 0 0 0 0,1 0 0 0 0,0 1-1 0 0,0-1 1 0 0,0 1 0 0 0,1 0 0 0 0,-1 1-1 0 0,10-3 1 0 0,-2 2-120 0 0,0 0 0 0 0,-1 2 0 0 0,1-1 0 0 0,0 1 0 0 0,0 1 0 0 0,0 0 0 0 0,0 1 0 0 0,-1 1 0 0 0,1 0 0 0 0,-1 0 0 0 0,1 1 0 0 0,17 9 0 0 0,-23-10-51 0 0,0 1 1 0 0,-1 0 0 0 0,1 0 0 0 0,-1 1-1 0 0,0 0 1 0 0,0 0 0 0 0,0 0-1 0 0,0 1 1 0 0,-1 0 0 0 0,0 0 0 0 0,-1 0-1 0 0,1 1 1 0 0,-1-1 0 0 0,0 1 0 0 0,-1 0-1 0 0,1 0 1 0 0,-2 1 0 0 0,1-1-1 0 0,-1 1 1 0 0,0-1 0 0 0,2 15 0 0 0,-4-14 0 0 0,0 0-1 0 0,-1 1 1 0 0,0-1 0 0 0,0 0 0 0 0,-1 1 0 0 0,0-1 0 0 0,0 0 0 0 0,-1 0 0 0 0,0 0-1 0 0,0-1 1 0 0,-1 1 0 0 0,0-1 0 0 0,0 1 0 0 0,-10 11 0 0 0,-1 0 10 0 0,-1-2 0 0 0,0 0-1 0 0,-1-1 1 0 0,-20 15 0 0 0,-10 3 51 0 0,-57 31-1 0 0,90-57-52 0 0,0-2-4 0 0,12-4-17 0 0,3-3-10 0 0,0 0 9 0 0,0 0-1 0 0,1 0 0 0 0,-1 0 1 0 0,1 0-1 0 0,-1 0 1 0 0,1 1-1 0 0,-1-1 0 0 0,1 1 1 0 0,2-2-1 0 0,3 0-5 0 0,38-20-76 0 0,76-48-1 0 0,36-41 14 0 0,-153 108 71 0 0,137-108-31 0 0,-116 89 38 0 0,-2 0 0 0 0,0-2 0 0 0,27-39 0 0 0,-35 37-44 0 0,-15 25 36 0 0,1 0-1 0 0,-1 0 0 0 0,0 0 1 0 0,0-1-1 0 0,0 1 1 0 0,0 0-1 0 0,0 0 0 0 0,0 0 1 0 0,0 0-1 0 0,0 0 0 0 0,0 0 1 0 0,0 0-1 0 0,0 0 0 0 0,-1 0 1 0 0,1 0-1 0 0,0 0 1 0 0,-1 0-1 0 0,1 0 0 0 0,-1 0 1 0 0,1 0-1 0 0,-2-1 0 0 0,1 1 0 0 0,0 1 1 0 0,0-1-1 0 0,0 1 0 0 0,0-1 0 0 0,0 1 0 0 0,0 0 0 0 0,0 0 0 0 0,0 0 1 0 0,0-1-1 0 0,0 1 0 0 0,0 0 0 0 0,0 0 0 0 0,0 0 0 0 0,0 0 1 0 0,0 1-1 0 0,0-1 0 0 0,0 0 0 0 0,0 0 0 0 0,0 1 0 0 0,-2 0 0 0 0,-18 6-38 0 0,20-7 39 0 0,-19 9 4 0 0,1 0 0 0 0,0 1 0 0 0,-31 22-1 0 0,-45 44 15 0 0,94-76-17 0 0,-30 27 3 0 0,-35 38 1 0 0,56-55 0 0 0,1 1 0 0 0,1 0-1 0 0,0 0 1 0 0,1 1 0 0 0,0 0 0 0 0,1 0-1 0 0,-8 21 1 0 0,12-28 7 0 0,1 0 0 0 0,-1 1 1 0 0,1-1-1 0 0,0 1 0 0 0,1-1 0 0 0,0 0 1 0 0,0 1-1 0 0,0-1 0 0 0,0 1 0 0 0,1-1 1 0 0,0 1-1 0 0,0-1 0 0 0,0 0 0 0 0,1 0 1 0 0,2 7-1 0 0,-1-6-76 0 0,1 1 1 0 0,0-1-1 0 0,1 1 0 0 0,-1-1 1 0 0,1 0-1 0 0,0-1 0 0 0,1 1 1 0 0,-1-1-1 0 0,12 8 1 0 0,4 0-685 0 0,2 0-1 0 0,-1-1 1 0 0,1-2 0 0 0,1 0 0 0 0,33 8 0 0 0,-37-12-1992 0 0,39 7-1 0 0,-18-8-2387 0 0</inkml:trace>
  <inkml:trace contextRef="#ctx0" brushRef="#br0" timeOffset="2">2767 362 2448 0 0,'10'-41'7848'0'0,"-5"32"-5027"0"0,-8 29-1655 0 0,-3 15-840 0 0,-1-1 0 0 0,-2 1 0 0 0,-2-1-1 0 0,-1-1 1 0 0,-2 0 0 0 0,-1-1-1 0 0,-1 0 1 0 0,-25 35 0 0 0,32-56-90 0 0,0 0 0 0 0,-19 16 0 0 0,12-11 639 0 0,14-14-421 0 0,-1-3-284 0 0,2 1-160 0 0,1 0 0 0 0,-1 0-1 0 0,1 0 1 0 0,-1 0-1 0 0,1 0 1 0 0,-1 0-1 0 0,1 0 1 0 0,-1 0 0 0 0,1 0-1 0 0,0-1 1 0 0,-1 1-1 0 0,1 0 1 0 0,-1 0-1 0 0,1-1 1 0 0,-1 1-1 0 0,1 0 1 0 0,0-1 0 0 0,-1 1-1 0 0,1 0 1 0 0,0-1-1 0 0,-1 1 1 0 0,1 0-1 0 0,0-1 1 0 0,0 1 0 0 0,-1-1-1 0 0,1 1 1 0 0,0-1-1 0 0,0 1 1 0 0,0 0-1 0 0,-1-1 1 0 0,1 1 0 0 0,0-1-1 0 0,0 0 1 0 0,0-1 4 0 0,0 0 0 0 0,1 0 1 0 0,-1 1-1 0 0,0-1 1 0 0,1 0-1 0 0,-1 0 0 0 0,1 1 1 0 0,0-1-1 0 0,1-3 1 0 0,3-3 5 0 0,1 0 1 0 0,-1 0-1 0 0,10-9 1 0 0,14-12 2 0 0,1 1 1 0 0,2 1 0 0 0,0 2-1 0 0,71-41 1 0 0,-73 49-20 0 0,1 3 0 0 0,0 0-1 0 0,0 2 1 0 0,2 1 0 0 0,-1 2 0 0 0,49-8 0 0 0,-73 16-2 0 0,-1 1 1 0 0,1-1 0 0 0,-1 1 0 0 0,0 1 0 0 0,1-1-1 0 0,-1 1 1 0 0,0 0 0 0 0,1 1 0 0 0,-1 0 0 0 0,0 0 0 0 0,12 6-1 0 0,-15-6 33 0 0,0 1-1 0 0,0-1 0 0 0,0 1 0 0 0,0 0 0 0 0,-1 0 1 0 0,1 0-1 0 0,-1 0 0 0 0,0 0 0 0 0,0 1 1 0 0,0 0-1 0 0,-1-1 0 0 0,1 1 0 0 0,-1 0 0 0 0,0 0 1 0 0,0 0-1 0 0,0 1 0 0 0,0-1 0 0 0,-1 0 0 0 0,2 9 1 0 0,-2-4 79 0 0,0 1 1 0 0,-1 0-1 0 0,0 0 1 0 0,0-1 0 0 0,-1 1-1 0 0,-1 0 1 0 0,1 0-1 0 0,-5 10 1 0 0,-30 78 449 0 0,9-30-364 0 0,26-65-190 0 0,0 0 0 0 0,0 0 0 0 0,0-1-1 0 0,1 1 1 0 0,-1 0 0 0 0,1 1 0 0 0,-1-1 0 0 0,1 0-1 0 0,0 0 1 0 0,0 0 0 0 0,1 0 0 0 0,-1 0 0 0 0,1 0 0 0 0,-1 0-1 0 0,1 0 1 0 0,0 0 0 0 0,2 3 0 0 0,-2-4-32 0 0,1 1 0 0 0,0-1 0 0 0,0 0 0 0 0,0 0 1 0 0,0 0-1 0 0,0 0 0 0 0,0-1 0 0 0,1 1 0 0 0,-1-1 0 0 0,1 1 0 0 0,-1-1 0 0 0,1 0 1 0 0,-1 0-1 0 0,1 0 0 0 0,0 0 0 0 0,0 0 0 0 0,-1 0 0 0 0,6 0 0 0 0,6 0-618 0 0,0 0 0 0 0,0-1 0 0 0,-1 0 0 0 0,1-1 0 0 0,0 0 0 0 0,23-6 0 0 0,80-29-8565 0 0,-73 21 2901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46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529 134 684 0 0,'3'-3'660'0'0,"0"-1"0"0"0,0 0 0 0 0,0 0-1 0 0,-1 0 1 0 0,0-1 0 0 0,1 1 0 0 0,-2-1 0 0 0,1 1-1 0 0,0-1 1 0 0,-1 0 0 0 0,0 1 0 0 0,0-1 0 0 0,0-6 0 0 0,-1 8-577 0 0,0 1 0 0 0,0 0 1 0 0,0-1-1 0 0,0 1 0 0 0,0-1 1 0 0,0 1-1 0 0,-1 0 1 0 0,1-1-1 0 0,-1 1 0 0 0,0 0 1 0 0,1 0-1 0 0,-1-1 0 0 0,0 1 1 0 0,0 0-1 0 0,-1 0 1 0 0,1 0-1 0 0,0 0 0 0 0,-1 0 1 0 0,1 0-1 0 0,-1 1 0 0 0,0-1 1 0 0,1 0-1 0 0,-1 1 1 0 0,0-1-1 0 0,0 1 0 0 0,0 0 1 0 0,0-1-1 0 0,0 1 0 0 0,0 0 1 0 0,-1 0-1 0 0,1 1 1 0 0,0-1-1 0 0,-1 0 0 0 0,-3 0 1 0 0,-2 0-50 0 0,0-1 0 0 0,-1 2 0 0 0,1-1 0 0 0,0 1 1 0 0,0 0-1 0 0,0 1 0 0 0,0 0 0 0 0,-15 3 0 0 0,8 2-19 0 0,-1 0-1 0 0,1 0 1 0 0,0 2-1 0 0,0-1 1 0 0,-17 14-1 0 0,-63 53 15 0 0,70-53-32 0 0,1 1 0 0 0,1 1 1 0 0,1 1-1 0 0,1 1 0 0 0,1 1 1 0 0,1 1-1 0 0,-27 53 0 0 0,43-73 5 0 0,0 0 1 0 0,0 0-1 0 0,1 1 0 0 0,0-1 0 0 0,1 1 0 0 0,-1-1 1 0 0,2 1-1 0 0,-1 0 0 0 0,1 0 0 0 0,0-1 1 0 0,1 10-1 0 0,0-11-48 0 0,0-1 1 0 0,0 0 0 0 0,1-1-1 0 0,-1 1 1 0 0,1 0-1 0 0,0 0 1 0 0,1-1 0 0 0,-1 1-1 0 0,1-1 1 0 0,0 0-1 0 0,0 1 1 0 0,0-1 0 0 0,0-1-1 0 0,1 1 1 0 0,0 0-1 0 0,0-1 1 0 0,7 5-1 0 0,2 0-164 0 0,0-1-1 0 0,1-1 1 0 0,0 0-1 0 0,0-1 0 0 0,0-1 1 0 0,1 0-1 0 0,0-1 0 0 0,-1 0 1 0 0,17 0-1 0 0,7-1-402 0 0,0-2-1 0 0,56-6 0 0 0,-63 2 523 0 0,-1-1 0 0 0,1-2 0 0 0,-1-1 0 0 0,0-1 0 0 0,0-2-1 0 0,-1-1 1 0 0,-1-1 0 0 0,0-1 0 0 0,-1-2 0 0 0,0 0-1 0 0,38-33 1 0 0,-43 30 510 0 0,-1-1-1 0 0,-1-1 1 0 0,-1-1-1 0 0,-1-1 1 0 0,-1-1 0 0 0,-1 0-1 0 0,23-47 1 0 0,-37 68-362 0 0,2-4 133 0 0,0 0 0 0 0,-1-1-1 0 0,0 1 1 0 0,0-1 0 0 0,-1 0 0 0 0,0 1 0 0 0,0-1 0 0 0,-1 0-1 0 0,0 0 1 0 0,0-9 0 0 0,-1 16-180 0 0,0 0-1 0 0,0 1 1 0 0,0-1 0 0 0,0 0-1 0 0,-1 1 1 0 0,1-1 0 0 0,0 0-1 0 0,-1 1 1 0 0,1-1 0 0 0,-1 0-1 0 0,1 1 1 0 0,0-1 0 0 0,-1 1-1 0 0,0-1 1 0 0,1 1 0 0 0,-1-1-1 0 0,1 1 1 0 0,-1-1 0 0 0,1 1-1 0 0,-1-1 1 0 0,0 1-1 0 0,1 0 1 0 0,-1-1 0 0 0,0 1-1 0 0,1 0 1 0 0,-1 0 0 0 0,0 0-1 0 0,0 0 1 0 0,1-1 0 0 0,-1 1-1 0 0,0 0 1 0 0,0 0 0 0 0,1 0-1 0 0,-2 1 1 0 0,-25 4 61 0 0,12 1-51 0 0,1 1 1 0 0,0 1-1 0 0,0 0 1 0 0,-20 16-1 0 0,-48 46 18 0 0,81-69-37 0 0,-105 100 65 0 0,90-83-57 0 0,0 1 0 0 0,2 0 0 0 0,0 1-1 0 0,-12 22 1 0 0,24-39-5 0 0,1 0 0 0 0,-1 0 1 0 0,1 0-1 0 0,0 0 0 0 0,-1 0 0 0 0,1 0 0 0 0,1 0 0 0 0,-1 1 0 0 0,0-1 0 0 0,1 0 0 0 0,0 0 0 0 0,-1 1 0 0 0,2-1 1 0 0,-1 0-1 0 0,0 1 0 0 0,0-1 0 0 0,1 0 0 0 0,0 1 0 0 0,0-1 0 0 0,0 0 0 0 0,0 0 0 0 0,0 0 0 0 0,1 0 1 0 0,1 4-1 0 0,0-4 1 0 0,0 0 0 0 0,0 0 0 0 0,0 0 0 0 0,0-1 0 0 0,0 1 0 0 0,1-1 0 0 0,-1 0-1 0 0,1 0 1 0 0,-1 0 0 0 0,1-1 0 0 0,0 1 0 0 0,-1-1 0 0 0,1 0 0 0 0,0 0 0 0 0,0 0 0 0 0,0 0 0 0 0,0-1 0 0 0,0 1 0 0 0,7-2 0 0 0,2 1 0 0 0,0-1-1 0 0,-1-1 0 0 0,1 0 1 0 0,0-1-1 0 0,-1 0 0 0 0,1-1 1 0 0,-1 0-1 0 0,0-1 0 0 0,-1 0 0 0 0,1-1 1 0 0,-1-1-1 0 0,0 0 0 0 0,0 0 1 0 0,-1-1-1 0 0,10-10 0 0 0,12-13 129 0 0,-2-2 1 0 0,-1-1-1 0 0,24-38 0 0 0,-43 58-10 0 0,-7 9-30 0 0,2-1 4 0 0,-1-1 0 0 0,1 1 0 0 0,0-1 0 0 0,1 1 0 0 0,10-9 0 0 0,-15 15-95 0 0,0 0 0 0 0,-1 0-1 0 0,1 0 1 0 0,-1 0-1 0 0,1 0 1 0 0,0 0 0 0 0,-1 0-1 0 0,1 0 1 0 0,-1 0-1 0 0,1 1 1 0 0,-1-1-1 0 0,1 0 1 0 0,0 0 0 0 0,-1 1-1 0 0,1-1 1 0 0,-1 0-1 0 0,1 1 1 0 0,-1-1 0 0 0,1 0-1 0 0,-1 1 1 0 0,0-1-1 0 0,1 1 1 0 0,-1-1 0 0 0,0 1-1 0 0,1-1 1 0 0,-1 1-1 0 0,0-1 1 0 0,1 1 0 0 0,-1-1-1 0 0,0 1 1 0 0,0-1-1 0 0,1 1 1 0 0,-1-1-1 0 0,0 1 1 0 0,0 0 0 0 0,0-1-1 0 0,0 1 1 0 0,0-1-1 0 0,0 1 1 0 0,0-1 0 0 0,0 1-1 0 0,0 0 1 0 0,0-1-1 0 0,0 1 1 0 0,-1 0 0 0 0,-3 31 36 0 0,0-15-283 0 0,-20 102 677 0 0,20-59-2631 0 0,4-49 506 0 0,1 1 1 0 0,0-1 0 0 0,3 12 0 0 0,-1-10-2400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47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1 197 1740 0 0,'4'-9'820'0'0,"1"1"0"0"0,0 1-1 0 0,1-1 1 0 0,0 1 0 0 0,0 0 0 0 0,1 0-1 0 0,0 1 1 0 0,0 0 0 0 0,14-9 0 0 0,-19 14-751 0 0,-1 0 0 0 0,1 1 1 0 0,0-1-1 0 0,0 1 1 0 0,0-1-1 0 0,0 1 1 0 0,0 0-1 0 0,0 0 0 0 0,0 0 1 0 0,0 0-1 0 0,0 0 1 0 0,0 0-1 0 0,-1 0 0 0 0,1 1 1 0 0,0-1-1 0 0,0 1 1 0 0,0-1-1 0 0,3 2 1 0 0,-2 0 3 0 0,0-1 0 0 0,0 1 0 0 0,1 0 0 0 0,-1 0 0 0 0,0 0 0 0 0,0 0 0 0 0,-1 1 0 0 0,5 3 0 0 0,-3 1-3 0 0,1-1 0 0 0,-1 1 0 0 0,0 0 0 0 0,0 1 1 0 0,-1-1-1 0 0,0 0 0 0 0,0 1 0 0 0,-1 0 0 0 0,0 0 0 0 0,0 0 0 0 0,-1 0 1 0 0,0 0-1 0 0,-1 0 0 0 0,1 0 0 0 0,-1 0 0 0 0,-1 0 0 0 0,0 0 1 0 0,0 0-1 0 0,-3 11 0 0 0,-4 8 68 0 0,0 0 0 0 0,-2-1-1 0 0,-1 0 1 0 0,-18 31 0 0 0,18-38 269 0 0,-1-1-1 0 0,-22 26 1 0 0,32-42-112 0 0,2-2-289 0 0,-1 0 0 0 0,1 0 0 0 0,-1 0-1 0 0,1 0 1 0 0,-1 0 0 0 0,1 0 0 0 0,-1 0 0 0 0,1 0 0 0 0,0-1 0 0 0,-1 1 0 0 0,1 0 0 0 0,-1 0 0 0 0,1-1 0 0 0,0 1 0 0 0,-1 0 0 0 0,1 0 0 0 0,0-1 0 0 0,-1 1 0 0 0,1-1-1 0 0,0 1 1 0 0,-1 0 0 0 0,1-1 0 0 0,0 1 0 0 0,0 0 0 0 0,0-1 0 0 0,-1 1 0 0 0,1-1 0 0 0,0 1 0 0 0,0-1 0 0 0,0 1 0 0 0,0-1 0 0 0,0 1 0 0 0,0 0 0 0 0,0-1-1 0 0,0 1 1 0 0,0-1 0 0 0,0 1 0 0 0,0-1 0 0 0,0 1 0 0 0,0-1 0 0 0,0 1 0 0 0,0-1 0 0 0,0 1 0 0 0,0-1 0 0 0,1 1 0 0 0,-1-1 0 0 0,9-21 57 0 0,5-5-41 0 0,1 1 0 0 0,1 1-1 0 0,2 0 1 0 0,0 1-1 0 0,2 1 1 0 0,0 1 0 0 0,2 1-1 0 0,0 1 1 0 0,1 1-1 0 0,1 0 1 0 0,1 2 0 0 0,52-27-1 0 0,-66 40-14 0 0,-1-1 0 0 0,1 2 0 0 0,17-4-1 0 0,2 3-4 0 0,-21 6-1 0 0,-2 0-1 0 0,-4-1 3 0 0,1-1-1 0 0,0 2 1 0 0,-1-1 0 0 0,1 0-1 0 0,0 1 1 0 0,-1-1-1 0 0,0 1 1 0 0,1 0-1 0 0,-1 0 1 0 0,0 1 0 0 0,0-1-1 0 0,0 1 1 0 0,0-1-1 0 0,-1 1 1 0 0,1 0 0 0 0,-1 0-1 0 0,0 0 1 0 0,1 0-1 0 0,-1 1 1 0 0,-1-1 0 0 0,1 0-1 0 0,0 1 1 0 0,-1 0-1 0 0,0-1 1 0 0,0 1 0 0 0,0 0-1 0 0,1 4 1 0 0,0 7 16 0 0,1 1 1 0 0,-2-1 0 0 0,0 1-1 0 0,-1 0 1 0 0,-3 19 0 0 0,0-6-44 0 0,-4 66-1872 0 0,10-33-2455 0 0,1-47 1126 0 0,0-3-1240 0 0</inkml:trace>
  <inkml:trace contextRef="#ctx0" brushRef="#br0" timeOffset="1">801 334 828 0 0,'14'-34'3396'0'0,"2"0"1"0"0,1 1-1 0 0,42-60 0 0 0,-58 92-3349 0 0,0 0 0 0 0,0-1 1 0 0,0 1-1 0 0,0 0 0 0 0,0 0 0 0 0,0 0 0 0 0,0 0 0 0 0,1 0 0 0 0,-1 0 0 0 0,0 0 0 0 0,1 0 0 0 0,-1 0 0 0 0,1 1 0 0 0,-1-1 1 0 0,1 1-1 0 0,-1-1 0 0 0,1 1 0 0 0,1-1 0 0 0,-2 1-23 0 0,0 0 1 0 0,1 1 0 0 0,-1-1-1 0 0,0 0 1 0 0,0 0-1 0 0,0 1 1 0 0,0-1-1 0 0,0 1 1 0 0,0-1-1 0 0,0 1 1 0 0,0-1-1 0 0,0 1 1 0 0,0 0 0 0 0,0 0-1 0 0,0-1 1 0 0,0 1-1 0 0,0 0 1 0 0,1 2-1 0 0,1 2 56 0 0,0 0-1 0 0,0 0 1 0 0,0 0 0 0 0,-1 1-1 0 0,1-1 1 0 0,-1 1-1 0 0,1 8 1 0 0,0-1 46 0 0,-2 1 0 0 0,0-1-1 0 0,0 1 1 0 0,-1-1 0 0 0,-1 0 0 0 0,-4 27 0 0 0,-2-6 68 0 0,-17 47 0 0 0,14-50-52 0 0,-2 7 449 0 0,-22 47 0 0 0,49-122-411 0 0,12-6-151 0 0,2 1-1 0 0,54-61 0 0 0,-62 80-33 0 0,1 2-1 0 0,1 0 1 0 0,0 2-1 0 0,2 1 1 0 0,44-26-1 0 0,-66 42 4 0 0,-1 1 0 0 0,1-1-1 0 0,0 1 1 0 0,-1 0-1 0 0,1 0 1 0 0,0 0 0 0 0,0 0-1 0 0,0 0 1 0 0,0 1 0 0 0,0-1-1 0 0,0 1 1 0 0,0 0-1 0 0,0 0 1 0 0,0 0 0 0 0,0 0-1 0 0,0 0 1 0 0,-1 1-1 0 0,1-1 1 0 0,0 1 0 0 0,4 1-1 0 0,-5 0 3 0 0,0-1-1 0 0,0 1 1 0 0,0 0-1 0 0,0-1 1 0 0,-1 1-1 0 0,1 0 0 0 0,0 0 1 0 0,-1 0-1 0 0,0 0 1 0 0,1 0-1 0 0,-1 1 1 0 0,0-1-1 0 0,0 0 1 0 0,-1 1-1 0 0,1-1 0 0 0,0 0 1 0 0,-1 1-1 0 0,1-1 1 0 0,-1 1-1 0 0,0-1 1 0 0,0 1-1 0 0,0-1 1 0 0,0 3-1 0 0,-1 14-39 0 0,-2 0 1 0 0,0 0-1 0 0,0-1 0 0 0,-11 30 1 0 0,7-26-901 0 0,1 1-1 0 0,-4 29 1 0 0,10-47 605 0 0,0 0 0 0 0,0-1-1 0 0,1 1 1 0 0,-1 0 0 0 0,1 0 0 0 0,0-1 0 0 0,0 1-1 0 0,0-1 1 0 0,4 9 0 0 0,-3-9-465 0 0,0 0 0 0 0,0-1-1 0 0,1 1 1 0 0,-1-1 0 0 0,0 0 0 0 0,7 6 0 0 0,4 3-3997 0 0</inkml:trace>
  <inkml:trace contextRef="#ctx0" brushRef="#br0" timeOffset="2">1571 509 616 0 0,'4'-10'1154'0'0,"0"0"0"0"0,0-1-1 0 0,-1 1 1 0 0,0 0 0 0 0,-1-1 0 0 0,0 0 0 0 0,0-15 0 0 0,-2-2 2110 0 0,-4-42 0 0 0,4 69-3220 0 0,0 1-1 0 0,0-1 0 0 0,0 0 0 0 0,0 1 0 0 0,0-1 1 0 0,0 0-1 0 0,0 1 0 0 0,-1-1 0 0 0,1 0 0 0 0,0 1 0 0 0,0-1 1 0 0,0 1-1 0 0,-1-1 0 0 0,1 0 0 0 0,0 1 0 0 0,-1-1 1 0 0,1 1-1 0 0,0-1 0 0 0,-1 1 0 0 0,1-1 0 0 0,-1 1 0 0 0,1-1 1 0 0,-1 1-1 0 0,1-1 0 0 0,-1 1 0 0 0,1 0 0 0 0,-1-1 0 0 0,0 1 1 0 0,0 0-26 0 0,0 0 1 0 0,0 0-1 0 0,0 0 0 0 0,0 0 1 0 0,0 1-1 0 0,0-1 1 0 0,0 0-1 0 0,0 1 1 0 0,0-1-1 0 0,0 1 0 0 0,0-1 1 0 0,0 1-1 0 0,1-1 1 0 0,-1 1-1 0 0,0 0 0 0 0,0 0 1 0 0,-26 31 75 0 0,19-19-65 0 0,1 0 0 0 0,0 0 0 0 0,0 1 0 0 0,2 0 0 0 0,0 0 1 0 0,0 0-1 0 0,2 1 0 0 0,-5 25 0 0 0,8-35-13 0 0,-1 0 0 0 0,1 0 1 0 0,0 0-1 0 0,0 0 1 0 0,0 0-1 0 0,1 0 0 0 0,0 0 1 0 0,0 0-1 0 0,0 0 0 0 0,1 0 1 0 0,-1-1-1 0 0,1 1 0 0 0,0 0 1 0 0,0-1-1 0 0,1 1 0 0 0,0-1 1 0 0,-1 0-1 0 0,1 0 0 0 0,1 0 1 0 0,-1 0-1 0 0,1-1 0 0 0,-1 1 1 0 0,1-1-1 0 0,0 0 0 0 0,0 0 1 0 0,0 0-1 0 0,1-1 0 0 0,-1 1 1 0 0,7 1-1 0 0,1 1 53 0 0,1-1-1 0 0,0 0 0 0 0,0-1 1 0 0,0 0-1 0 0,0-1 1 0 0,1-1-1 0 0,-1 0 1 0 0,1-1-1 0 0,-1 0 1 0 0,0-1-1 0 0,1-1 1 0 0,-1 0-1 0 0,0 0 1 0 0,25-10-1 0 0,-27 8-18 0 0,0-1-1 0 0,0 0 1 0 0,0-1 0 0 0,-1 0 0 0 0,0-1 0 0 0,0 0-1 0 0,-1 0 1 0 0,0-1 0 0 0,0 0 0 0 0,-1-1-1 0 0,0 0 1 0 0,0 0 0 0 0,-1-1 0 0 0,0 0-1 0 0,-1 0 1 0 0,10-22 0 0 0,-11 19-16 0 0,-1-1-1 0 0,0 1 1 0 0,0-1 0 0 0,-2 0 0 0 0,0 0 0 0 0,0 0-1 0 0,-1-1 1 0 0,-1 1 0 0 0,0 0 0 0 0,-1 0-1 0 0,-1 0 1 0 0,0-1 0 0 0,-1 2 0 0 0,0-1-1 0 0,-1 0 1 0 0,-1 1 0 0 0,0-1 0 0 0,-1 1 0 0 0,0 1-1 0 0,-13-19 1 0 0,11 19-29 0 0,0 0 0 0 0,-2 1 1 0 0,1 0-1 0 0,-2 0 0 0 0,1 1 0 0 0,-1 0 0 0 0,-1 1 1 0 0,0 0-1 0 0,0 1 0 0 0,-1 0 0 0 0,0 1 0 0 0,0 0 0 0 0,-1 1 1 0 0,1 1-1 0 0,-1 0 0 0 0,-1 1 0 0 0,1 1 0 0 0,0 0 0 0 0,-26-2 1 0 0,34 5-183 0 0,0-1 1 0 0,0 1-1 0 0,1 0 0 0 0,-1 1 1 0 0,0 0-1 0 0,0 0 1 0 0,0 0-1 0 0,0 0 1 0 0,1 1-1 0 0,-1 0 1 0 0,1 0-1 0 0,-1 1 0 0 0,1-1 1 0 0,0 1-1 0 0,-7 5 1 0 0,11-7 87 0 0,0 0 1 0 0,1-1 0 0 0,-1 1-1 0 0,0 0 1 0 0,1-1 0 0 0,-1 1-1 0 0,1 0 1 0 0,-1 0 0 0 0,1 0-1 0 0,-1-1 1 0 0,1 1 0 0 0,-1 0-1 0 0,1 0 1 0 0,0 0 0 0 0,0 0-1 0 0,-1 2 1 0 0,1-1-201 0 0,0-1 200 0 0,-1 0 0 0 0,1 0 0 0 0,0 0 0 0 0,0-1 0 0 0,0 1 0 0 0,0 0-1 0 0,0 0 1 0 0,1 0 0 0 0,-1 0 0 0 0,0 0 0 0 0,0 0 0 0 0,1 0 0 0 0,-1-1 0 0 0,0 1 0 0 0,1 0 0 0 0,-1 0 0 0 0,1 0 0 0 0,-1-1 0 0 0,1 1 0 0 0,-1 0 0 0 0,1-1 0 0 0,0 2 0 0 0,0-1-190 0 0,1 2-193 0 0,1-1 0 0 0,-1 1-1 0 0,1-1 1 0 0,-1 0 0 0 0,1 0 0 0 0,0 0 0 0 0,0 0 0 0 0,-1 0-1 0 0,1 0 1 0 0,1-1 0 0 0,-1 0 0 0 0,0 1 0 0 0,0-1 0 0 0,6 1-1 0 0,16 3-4570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4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520 295 568 0 0,'20'-25'2658'0'0,"-2"-1"-1"0"0,0-2 1 0 0,16-34-1 0 0,32-89 6831 0 0,-65 149-9303 0 0,-2 3-164 0 0,-1 0 0 0 0,1 0-1 0 0,0 0 1 0 0,-1 0 0 0 0,1 0-1 0 0,0 1 1 0 0,0-1 0 0 0,0 0-1 0 0,0 1 1 0 0,0-1-1 0 0,0 1 1 0 0,0-1 0 0 0,0 1-1 0 0,0 1 1 0 0,-3 4 36 0 0,-162 273 397 0 0,24 17-262 0 0,138-287-184 0 0,-47 132 117 0 0,45-122-98 0 0,1 0-1 0 0,1 0 1 0 0,1 1 0 0 0,1 0 0 0 0,0 25 0 0 0,3-36-95 0 0,0-1-1 0 0,0 1 1 0 0,1-1 0 0 0,0 1-1 0 0,1-1 1 0 0,0 0 0 0 0,1 0-1 0 0,0 0 1 0 0,0 0 0 0 0,1-1-1 0 0,0 1 1 0 0,0-1 0 0 0,12 13-1 0 0,-11-14-443 0 0,1-1-1 0 0,-1 0 1 0 0,1 0-1 0 0,0-1 0 0 0,1 0 1 0 0,11 6-1 0 0,-12-7-546 0 0,0-1 0 0 0,0-1 0 0 0,1 1 0 0 0,-1-1 0 0 0,1 0 0 0 0,0-1 0 0 0,13 1 1 0 0,4-1-5700 0 0</inkml:trace>
  <inkml:trace contextRef="#ctx0" brushRef="#br0" timeOffset="1">217 500 1764 0 0,'-65'-26'3822'0'0,"31"13"-1135"0"0,-1-1-1 0 0,-35-21 1 0 0,70 34-2635 0 0,-1 1 0 0 0,0 0 1 0 0,0-1-1 0 0,1 1 0 0 0,-1 0 0 0 0,0-1 1 0 0,1 1-1 0 0,-1-1 0 0 0,0 1 0 0 0,1-1 1 0 0,-1 1-1 0 0,1-1 0 0 0,-1 0 0 0 0,1 1 1 0 0,-1-1-1 0 0,1 0 0 0 0,-1 1 0 0 0,1-1 1 0 0,0 0-1 0 0,-1 1 0 0 0,1-1 0 0 0,0 0 1 0 0,0 0-1 0 0,-1 1 0 0 0,1-1 0 0 0,0 0 1 0 0,0 0-1 0 0,0 0 0 0 0,0 0 0 0 0,1 0-13 0 0,-1-1-1 0 0,1 1 1 0 0,0 0-1 0 0,0 0 1 0 0,0 0-1 0 0,0 1 1 0 0,0-1-1 0 0,0 0 1 0 0,0 0-1 0 0,0 0 1 0 0,0 1-1 0 0,0-1 0 0 0,0 1 1 0 0,0-1-1 0 0,3 0 1 0 0,6-3 48 0 0,1 1 0 0 0,-1 1 0 0 0,13-2 0 0 0,53-4-53 0 0,120 4-1 0 0,-59 11-2070 0 0,-3 4-3523 0 0,-70-6-683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50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508 156 864 0 0,'33'-60'8986'0'0,"-30"53"-8132"0"0,0 0-1 0 0,-1 0 1 0 0,0-1 0 0 0,-1 1-1 0 0,1 0 1 0 0,-1-1-1 0 0,-1-13 1 0 0,1 20-822 0 0,-2 0 1 0 0,1 0-1 0 0,0 0 0 0 0,0 0 1 0 0,0 0-1 0 0,0 0 1 0 0,0 0-1 0 0,-1 1 0 0 0,1-1 1 0 0,0 0-1 0 0,-1 0 1 0 0,1 0-1 0 0,-1 0 0 0 0,1 0 1 0 0,-1 1-1 0 0,1-1 1 0 0,-1 0-1 0 0,0 1 0 0 0,1-1 1 0 0,-1 0-1 0 0,0 1 1 0 0,0-1-1 0 0,1 1 0 0 0,-1-1 1 0 0,0 1-1 0 0,0-1 1 0 0,0 1-1 0 0,0-1 0 0 0,0 1 1 0 0,1 0-1 0 0,-1 0 1 0 0,0-1-1 0 0,0 1 1 0 0,0 0-1 0 0,0 0 0 0 0,-1 0 1 0 0,-1 0-13 0 0,-1 0 0 0 0,1 0 0 0 0,-1 0 0 0 0,1 1 0 0 0,0-1 0 0 0,-1 1 0 0 0,-4 1 0 0 0,-4 4 3 0 0,0 0-1 0 0,1 0 1 0 0,-1 1 0 0 0,1 1-1 0 0,0 0 1 0 0,1 0-1 0 0,0 1 1 0 0,-12 13-1 0 0,15-14-23 0 0,0 0 0 0 0,0 1 0 0 0,1 0 0 0 0,0 1-1 0 0,0-1 1 0 0,1 1 0 0 0,0 0 0 0 0,1 0 0 0 0,0 1 0 0 0,-3 15-1 0 0,6-19 3 0 0,1-1 0 0 0,-1 0 0 0 0,2 0-1 0 0,-1 1 1 0 0,1-1 0 0 0,0 0 0 0 0,0 0-1 0 0,0 0 1 0 0,1 0 0 0 0,0 0 0 0 0,0 0-1 0 0,1 0 1 0 0,0 0 0 0 0,0-1 0 0 0,0 0-1 0 0,0 1 1 0 0,7 6 0 0 0,8 8 6 0 0,0-1 1 0 0,39 31-1 0 0,-36-32-5 0 0,-11-10 12 0 0,-1 0 0 0 0,0 1 0 0 0,0 0 0 0 0,-1 1 0 0 0,0-1 0 0 0,8 13 0 0 0,-15-19-10 0 0,1 1 1 0 0,-1-1 0 0 0,1 0-1 0 0,-1 0 1 0 0,0 1 0 0 0,0-1-1 0 0,-1 1 1 0 0,1-1 0 0 0,-1 1-1 0 0,0-1 1 0 0,1 1 0 0 0,-2-1-1 0 0,1 1 1 0 0,0-1 0 0 0,-1 1-1 0 0,1-1 1 0 0,-1 1 0 0 0,0-1-1 0 0,0 1 1 0 0,-1-1 0 0 0,1 0-1 0 0,-1 0 1 0 0,1 0 0 0 0,-1 0-1 0 0,0 0 1 0 0,-3 4 0 0 0,-3 3 76 0 0,-1-1 1 0 0,0 0 0 0 0,0 0-1 0 0,-1-1 1 0 0,0-1-1 0 0,0 1 1 0 0,0-1 0 0 0,-1-1-1 0 0,0 0 1 0 0,-1-1 0 0 0,1 0-1 0 0,-22 6 1 0 0,9-5 72 0 0,0-1 1 0 0,0-1-1 0 0,-1-1 0 0 0,1-1 1 0 0,-39-2-1 0 0,47-2-145 0 0,-1 1 0 0 0,1-2 0 0 0,0 0 0 0 0,0-1 0 0 0,1-1 0 0 0,-1 0 0 0 0,1-1 1 0 0,-26-14-1 0 0,39 19-98 0 0,0-1 1 0 0,0 1 0 0 0,0 0-1 0 0,0-1 1 0 0,0 1 0 0 0,0-1-1 0 0,1 0 1 0 0,-1 0 0 0 0,0 0-1 0 0,1 0 1 0 0,0 0 0 0 0,-1 0-1 0 0,1 0 1 0 0,0 0 0 0 0,0 0-1 0 0,-1-3 1 0 0,2 3-52 0 0,0 0 1 0 0,0 1-1 0 0,0-1 0 0 0,0 0 0 0 0,0 0 1 0 0,0 0-1 0 0,0 0 0 0 0,1 0 1 0 0,-1 0-1 0 0,1 0 0 0 0,-1 1 0 0 0,1-1 1 0 0,0 0-1 0 0,0 0 0 0 0,2-2 0 0 0,2-4-1143 0 0,1 1 0 0 0,1 0-1 0 0,0 0 1 0 0,0 1-1 0 0,0 0 1 0 0,11-7-1 0 0,3-2-4149 0 0</inkml:trace>
  <inkml:trace contextRef="#ctx0" brushRef="#br0" timeOffset="1">1311 190 3016 0 0,'0'-4'2393'0'0,"0"-3"-1382"0"0,0 0 0 0 0,0-1 0 0 0,-1 1 0 0 0,1 0 0 0 0,-2 0 0 0 0,1-1 0 0 0,-1 1 0 0 0,-5-11 1 0 0,5 11-634 0 0,-1 1 1 0 0,0 0-1 0 0,-1 0 1 0 0,1 0 0 0 0,-1 0-1 0 0,0 1 1 0 0,-1-1 0 0 0,0 1-1 0 0,-9-9 1 0 0,11 13-340 0 0,0-1 0 0 0,0 0 0 0 0,0 1 0 0 0,-1 0 0 0 0,1 0 1 0 0,0 0-1 0 0,0 0 0 0 0,-1 0 0 0 0,1 0 0 0 0,0 1 0 0 0,-1 0 0 0 0,1 0 0 0 0,-1 0 0 0 0,1 0 0 0 0,-1 0 0 0 0,1 1 1 0 0,0-1-1 0 0,-1 1 0 0 0,1 0 0 0 0,0 0 0 0 0,0 0 0 0 0,0 1 0 0 0,-1-1 0 0 0,-2 3 0 0 0,-10 5-24 0 0,0 0-1 0 0,1 2 1 0 0,-16 14-1 0 0,26-22 7 0 0,-22 20 1 0 0,1 1 0 0 0,1 1 0 0 0,1 1 0 0 0,1 1-1 0 0,1 1 1 0 0,2 1 0 0 0,0 1 0 0 0,-16 37 0 0 0,32-59-22 0 0,1-1-1 0 0,0 1 1 0 0,1 0 0 0 0,0 0-1 0 0,0-1 1 0 0,1 1 0 0 0,0 1 0 0 0,0 13-1 0 0,1-20-11 0 0,0 1 1 0 0,1 0-1 0 0,-1 0 0 0 0,1-1 0 0 0,-1 1 0 0 0,1 0 0 0 0,0-1 0 0 0,0 1 1 0 0,0-1-1 0 0,0 1 0 0 0,1-1 0 0 0,-1 1 0 0 0,0-1 0 0 0,1 0 1 0 0,0 0-1 0 0,0 0 0 0 0,-1 0 0 0 0,1 0 0 0 0,1 0 0 0 0,-1 0 1 0 0,0-1-1 0 0,0 1 0 0 0,0-1 0 0 0,1 1 0 0 0,-1-1 0 0 0,1 0 0 0 0,-1 0 1 0 0,6 1-1 0 0,4 1-82 0 0,1-1 0 0 0,0 0 0 0 0,-1-1 0 0 0,1-1 0 0 0,0 0 0 0 0,0 0 0 0 0,0-2-1 0 0,-1 1 1 0 0,1-2 0 0 0,0 1 0 0 0,-1-2 0 0 0,0 0 0 0 0,21-9 0 0 0,-17 5 51 0 0,0-1-1 0 0,0 0 1 0 0,-1-1-1 0 0,0 0 1 0 0,-1-1-1 0 0,0-1 1 0 0,-1 0-1 0 0,0-1 1 0 0,14-18-1 0 0,-17 13 87 0 0,0 1 0 0 0,-1-1 0 0 0,0-1 0 0 0,-2 1 0 0 0,0-2 0 0 0,-1 1 0 0 0,4-27 0 0 0,-5 23 293 0 0,4-25 451 0 0,-9 45-556 0 0,-1 3-225 0 0,0 1 0 0 0,0-1 0 0 0,0 0-1 0 0,0 1 1 0 0,0 0 0 0 0,0-1 0 0 0,0 1-1 0 0,0 0 1 0 0,0-1 0 0 0,0 1 0 0 0,0 0-1 0 0,1 0 1 0 0,-1 0 0 0 0,0-1 0 0 0,0 1 0 0 0,1 0-1 0 0,-1 0 1 0 0,1 0 0 0 0,-1 2 0 0 0,-12 26 94 0 0,10-20-62 0 0,-2 2-7 0 0,-58 146 259 0 0,58-140-278 0 0,0 0 1 0 0,2 1-1 0 0,0-1 1 0 0,0 1-1 0 0,2 0 1 0 0,0 0-1 0 0,2 23 0 0 0,0-37-87 0 0,-1 1-1 0 0,1-1 1 0 0,0 0-1 0 0,0 0 1 0 0,0 0-1 0 0,0 0 1 0 0,1 0-1 0 0,0 0 1 0 0,0 0-1 0 0,0-1 1 0 0,0 1-1 0 0,0 0 1 0 0,1-1-1 0 0,0 0 0 0 0,-1 0 1 0 0,1 0-1 0 0,6 5 1 0 0,-4-5-181 0 0,0 0 0 0 0,1 0 0 0 0,-1-1 1 0 0,0 0-1 0 0,1 0 0 0 0,-1 0 0 0 0,1 0 0 0 0,0-1 1 0 0,0 0-1 0 0,-1 0 0 0 0,10-1 0 0 0,2 0-891 0 0,0-1-1 0 0,0-1 1 0 0,0-1-1 0 0,0 0 1 0 0,0-1-1 0 0,-1-1 1 0 0,29-13-1 0 0,-7 0-2661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52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262 310 1748 0 0,'23'-67'7310'0'0,"21"-114"1"0"0,-35 123-3761 0 0,-9 55-2718 0 0,-4 4-631 0 0,1 1-157 0 0,-1 0 1 0 0,1 0-1 0 0,0 1 1 0 0,0-1-1 0 0,0 1 0 0 0,0 0 1 0 0,0 0-1 0 0,0 0 1 0 0,1 0-1 0 0,0 1 1 0 0,-4 6-1 0 0,-22 49 332 0 0,15-30-230 0 0,-41 89 106 0 0,5 3-1 0 0,-51 188 0 0 0,92-276-240 0 0,1 1 0 0 0,-1 35 0 0 0,7-58-133 0 0,1-1-1 0 0,-1 1 0 0 0,2 0 1 0 0,0 0-1 0 0,0-1 0 0 0,1 1 0 0 0,0-1 1 0 0,1 1-1 0 0,0-1 0 0 0,8 17 1 0 0,-8-22-63 0 0,0-1 1 0 0,0 0 0 0 0,0 0 0 0 0,0 0 0 0 0,1 0-1 0 0,-1 0 1 0 0,1-1 0 0 0,0 0 0 0 0,0 0 0 0 0,0 0-1 0 0,1 0 1 0 0,-1 0 0 0 0,8 2 0 0 0,-4-2-197 0 0,-1 0 0 0 0,2-1 0 0 0,-1 0 0 0 0,0-1 0 0 0,0 0 0 0 0,0 0 0 0 0,15 0 0 0 0,-5-3-136 0 0,0 0 0 0 0,0-1 0 0 0,-1 0 0 0 0,1-2 1 0 0,-1 0-1 0 0,0-1 0 0 0,19-9 0 0 0,-14 3 350 0 0,-1 0 0 0 0,-1-1-1 0 0,0-1 1 0 0,0-1 0 0 0,-2-1 0 0 0,0-1 0 0 0,0 0-1 0 0,25-35 1 0 0,-29 33 988 0 0,-1-1-1 0 0,-1 0 0 0 0,-1-1 1 0 0,0 0-1 0 0,10-31 1 0 0,-19 42-70 0 0,0 1 1 0 0,0-1-1 0 0,0 0 0 0 0,-1 1 1 0 0,-1-1-1 0 0,0-10 0 0 0,0 13-237 0 0,-16 7-36 0 0,14 0-457 0 0,1 1-1 0 0,0-1 1 0 0,0 0 0 0 0,0 1-1 0 0,0-1 1 0 0,0 0 0 0 0,0 1-1 0 0,0-1 1 0 0,0 1 0 0 0,0-1-1 0 0,0 1 1 0 0,0 0 0 0 0,1 0-1 0 0,-1-1 1 0 0,0 1 0 0 0,0 0-1 0 0,0 0 1 0 0,1 0 0 0 0,-2 1-1 0 0,0 0 44 0 0,-7 9 95 0 0,0-1 0 0 0,1 1 0 0 0,0 1 0 0 0,1 0 0 0 0,0 0 0 0 0,-8 20 0 0 0,-23 79 240 0 0,37-109-395 0 0,-3 12 36 0 0,0 1 0 0 0,1 0 0 0 0,1 0 0 0 0,1 0 0 0 0,0 0 0 0 0,0 0 0 0 0,3 19 0 0 0,-1-29-83 0 0,-1 1 0 0 0,2-1 0 0 0,-1 1 0 0 0,1-1 0 0 0,0 0 0 0 0,0 0 0 0 0,0 0 0 0 0,1 0 0 0 0,5 9 0 0 0,-5-11-91 0 0,-1 0 0 0 0,1 0-1 0 0,0 0 1 0 0,0-1-1 0 0,0 0 1 0 0,0 1 0 0 0,0-1-1 0 0,0 0 1 0 0,1-1 0 0 0,-1 1-1 0 0,1 0 1 0 0,-1-1-1 0 0,1 0 1 0 0,0 0 0 0 0,7 1-1 0 0,0 0-736 0 0,0-1 0 0 0,0-1-1 0 0,0 0 1 0 0,0 0 0 0 0,19-4-1 0 0,-17 1-1374 0 0,0 0 0 0 0,17-7-1 0 0,4-5-4467 0 0</inkml:trace>
  <inkml:trace contextRef="#ctx0" brushRef="#br0" timeOffset="1">1090 177 2800 0 0,'-7'-7'2011'0'0,"-1"-1"0"0"0,1 0 0 0 0,-8-12 0 0 0,-16-17 2448 0 0,6 6-3870 0 0,24 30-1157 0 0</inkml:trace>
  <inkml:trace contextRef="#ctx0" brushRef="#br0" timeOffset="2">221 241 2360 0 0,'-220'28'14800'0'0,"410"-38"-16589"0"0,-61 12-4972 0 0,-127-2 6534 0 0,50 2-5752 0 0</inkml:trace>
  <inkml:trace contextRef="#ctx0" brushRef="#br0" timeOffset="3">1372 667 476 0 0,'-1'-1'569'0'0,"-1"-1"-1"0"0,0 1 1 0 0,1-1-1 0 0,-1 0 1 0 0,1 0-1 0 0,0 0 1 0 0,-1 0-1 0 0,1 0 1 0 0,0 0-1 0 0,0 0 1 0 0,1 0-1 0 0,-1 0 1 0 0,0 0-1 0 0,1 0 1 0 0,-1-1-1 0 0,1 1 1 0 0,0 0-1 0 0,-1 0 1 0 0,1-1-1 0 0,0 1 1 0 0,1 0 0 0 0,-1-1-1 0 0,1-2 1 0 0,-1 2-120 0 0,0 0 1 0 0,0 0-1 0 0,0-1 1 0 0,0 1-1 0 0,0 0 1 0 0,0-1-1 0 0,-1 1 1 0 0,0 0 0 0 0,0 0-1 0 0,0-1 1 0 0,0 1-1 0 0,0 0 1 0 0,-1 0-1 0 0,-2-5 1 0 0,1 6-382 0 0,1 0 0 0 0,-1 0 1 0 0,1 1-1 0 0,-1-1 0 0 0,0 0 0 0 0,0 1 1 0 0,0 0-1 0 0,0 0 0 0 0,0 0 1 0 0,0 0-1 0 0,0 0 0 0 0,0 0 0 0 0,0 1 1 0 0,0 0-1 0 0,0-1 0 0 0,-1 1 0 0 0,1 0 1 0 0,0 1-1 0 0,0-1 0 0 0,0 1 0 0 0,0-1 1 0 0,-6 3-1 0 0,-8 1-10 0 0,1 1 0 0 0,-33 14-1 0 0,36-13-46 0 0,-1 1-1 0 0,1 1 0 0 0,1 0 0 0 0,-21 16 0 0 0,28-19-7 0 0,1-1-1 0 0,-1 0 1 0 0,1 1-1 0 0,0 0 0 0 0,0 0 1 0 0,0 0-1 0 0,0 1 1 0 0,1-1-1 0 0,0 1 1 0 0,0 0-1 0 0,1 0 1 0 0,0 0-1 0 0,-3 10 1 0 0,5-13-1 0 0,0 0-1 0 0,0 0 1 0 0,0 0 0 0 0,0 1 0 0 0,1-1 0 0 0,-1 0-1 0 0,1 0 1 0 0,0 0 0 0 0,0 0 0 0 0,0 0 0 0 0,0 0 0 0 0,1 0-1 0 0,-1 0 1 0 0,1 0 0 0 0,-1 0 0 0 0,4 3 0 0 0,4 5 10 0 0,1-1 0 0 0,15 14 1 0 0,-15-15-13 0 0,9 7-20 0 0,0-1-1 0 0,32 18 0 0 0,-34-23 19 0 0,0 1-1 0 0,0 1 0 0 0,-1 0 0 0 0,23 24 0 0 0,-38-35 4 0 0,0 1-1 0 0,0 0 0 0 0,0-1 1 0 0,0 1-1 0 0,0 0 0 0 0,0 0 1 0 0,0 0-1 0 0,0 0 0 0 0,-1 0 1 0 0,1 0-1 0 0,-1 0 0 0 0,1 0 1 0 0,-1 0-1 0 0,0 0 0 0 0,0 0 1 0 0,0 0-1 0 0,0 0 0 0 0,0 0 1 0 0,-1 0-1 0 0,1 0 0 0 0,0 0 1 0 0,-1 0-1 0 0,1 0 0 0 0,-1 0 1 0 0,0 0-1 0 0,0 0 0 0 0,0-1 1 0 0,0 1-1 0 0,-1 2 1 0 0,-2 1 3 0 0,0 0 0 0 0,0 0 0 0 0,0 0 0 0 0,0-1 0 0 0,-1 1 0 0 0,1-1 0 0 0,-1 0 1 0 0,-8 4-1 0 0,-6 3-17 0 0,-1-1 0 0 0,0-2-1 0 0,-1 0 1 0 0,0-1 0 0 0,0-1 0 0 0,-1-1 0 0 0,1-1 0 0 0,-1 0 0 0 0,0-2 0 0 0,0-1 0 0 0,0-1-1 0 0,0 0 1 0 0,0-2 0 0 0,-31-6 0 0 0,48 8-239 0 0,1-1-1 0 0,0-1 1 0 0,-1 1 0 0 0,1-1-1 0 0,0 1 1 0 0,0-1 0 0 0,0-1-1 0 0,-4-1 1 0 0,8 3 129 0 0,-1 1 0 0 0,0-1 0 0 0,1 1 0 0 0,-1-1 0 0 0,1 0 0 0 0,-1 1 0 0 0,1-1-1 0 0,-1 0 1 0 0,1 1 0 0 0,-1-1 0 0 0,1 0 0 0 0,0 0 0 0 0,-1 1 0 0 0,1-1 0 0 0,0 0 0 0 0,0 0 0 0 0,0 1 0 0 0,-1-1 0 0 0,1-2 0 0 0,0 2-18 0 0,1 0 0 0 0,-1 0-1 0 0,1-1 1 0 0,-1 1 0 0 0,1 0 0 0 0,-1 0-1 0 0,1 0 1 0 0,-1 0 0 0 0,1 0 0 0 0,0 0-1 0 0,0 0 1 0 0,-1 0 0 0 0,1 0 0 0 0,0 0-1 0 0,0 0 1 0 0,2-1 0 0 0,56-41-7339 0 0,-30 24 1961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53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695 404 844 0 0,'38'-37'3718'0'0,"37"-45"1"0"0,-63 67-2597 0 0,-1 0 0 0 0,0-1 0 0 0,-1-1 1 0 0,-1 0-1 0 0,0 0 0 0 0,9-28 0 0 0,-17 40-856 0 0,1-1 0 0 0,-1 0 1 0 0,0 0-1 0 0,-1 0 0 0 0,0 0 0 0 0,0 0 0 0 0,0 1 0 0 0,0-1 1 0 0,-1 0-1 0 0,0 0 0 0 0,0 0 0 0 0,-3-5 0 0 0,3 7-162 0 0,0 0-1 0 0,0 1 0 0 0,-1 0 0 0 0,0-1 1 0 0,1 1-1 0 0,-1 0 0 0 0,-1 0 0 0 0,1 0 1 0 0,0 0-1 0 0,-1 0 0 0 0,1 0 0 0 0,-1 1 1 0 0,0-1-1 0 0,0 1 0 0 0,0 0 0 0 0,0 0 1 0 0,0 0-1 0 0,0 0 0 0 0,-5-1 0 0 0,3 2-68 0 0,1 0 0 0 0,-1 0 0 0 0,1 0 0 0 0,-1 1 0 0 0,1 0 0 0 0,-1 0 0 0 0,1 0-1 0 0,-1 0 1 0 0,0 1 0 0 0,1 0 0 0 0,-1 0 0 0 0,1 0 0 0 0,0 0 0 0 0,-1 1 0 0 0,1-1 0 0 0,-7 5-1 0 0,-3 3 5 0 0,0 0 0 0 0,1 0-1 0 0,-15 14 1 0 0,1 2-11 0 0,2 2-1 0 0,0 0 1 0 0,1 2 0 0 0,2 0 0 0 0,1 2-1 0 0,-21 41 1 0 0,7-3 262 0 0,4 1-1 0 0,-23 77 0 0 0,26-54 301 0 0,-21 128-1 0 0,1 103 501 0 0,27-163-614 0 0,1-15-124 0 0,-77 399 657 0 0,97-542-993 0 0,-3 8 30 0 0,0 0 0 0 0,0-1 1 0 0,0 1-1 0 0,-2-1 0 0 0,1 0 0 0 0,-8 12 0 0 0,11-21-136 0 0,0 0 0 0 0,0 1 0 0 0,0-1 0 0 0,0 0 1 0 0,0 0-1 0 0,0 0 0 0 0,0 0 0 0 0,-1 0 0 0 0,1 0 0 0 0,0 0 0 0 0,0 0 1 0 0,-2 0-1 0 0,1-1-222 0 0,0 0 1 0 0,0 0 0 0 0,0-1-1 0 0,0 1 1 0 0,0 0 0 0 0,0-1-1 0 0,1 0 1 0 0,-1 1 0 0 0,0-1-1 0 0,0 0 1 0 0,1 0 0 0 0,-1 0-1 0 0,0 0 1 0 0,1 0 0 0 0,-1 0-1 0 0,1 0 1 0 0,-1-1-1 0 0,1 1 1 0 0,0-1 0 0 0,-2-2-1 0 0,-1-1-1570 0 0,1-1 0 0 0,0 0 0 0 0,0 0 0 0 0,-3-12-1 0 0,-3-9-6511 0 0</inkml:trace>
  <inkml:trace contextRef="#ctx0" brushRef="#br0" timeOffset="1">133 1271 964 0 0,'-4'-35'7690'0'0,"6"6"-4274"0"0,-1 25-3257 0 0,0 0 0 0 0,1 1 0 0 0,-1-1 0 0 0,1 1 0 0 0,0-1 0 0 0,0 1 0 0 0,0 0 0 0 0,0-1 0 0 0,0 1 0 0 0,1 0 0 0 0,-1 0 0 0 0,1 1 0 0 0,0-1 0 0 0,5-3 0 0 0,10-7 54 0 0,0 1 0 0 0,1 1 0 0 0,0 0-1 0 0,0 2 1 0 0,22-8 0 0 0,106-29 175 0 0,-141 44-373 0 0,249-62-2054 0 0,-47 12-2495 0 0,-177 43 4271 0 0,0-1 0 0 0,33-16 0 0 0,-58 22 914 0 0,1 0 0 0 0,-1 0-1 0 0,0-1 1 0 0,0 0 0 0 0,10-11 0 0 0,-10 10 80 0 0,-5 5-238 0 0,7-7 1701 0 0,-12 29-1023 0 0,-14 36-1 0 0,2-5-437 0 0,13-43-644 0 0,-4 17 101 0 0,1 0 0 0 0,1 0 0 0 0,-1 29 0 0 0,5-49-167 0 0,1-1 0 0 0,0 1 1 0 0,0 0-1 0 0,0-1 0 0 0,1 1 0 0 0,0 0 0 0 0,0-1 1 0 0,0 1-1 0 0,1 0 0 0 0,0-1 0 0 0,0 0 1 0 0,0 1-1 0 0,1-1 0 0 0,0 0 0 0 0,0 0 0 0 0,0-1 1 0 0,0 1-1 0 0,1 0 0 0 0,0-1 0 0 0,6 6 1 0 0,-5-7-3 0 0,0 0 1 0 0,0 0-1 0 0,0-1 1 0 0,0 0-1 0 0,1 0 1 0 0,-1-1 0 0 0,1 1-1 0 0,-1-1 1 0 0,1 0-1 0 0,-1 0 1 0 0,9-1-1 0 0,-1 0-1 0 0,0 0 0 0 0,0-1 0 0 0,25-6 0 0 0,-26 4-34 0 0,0-1 1 0 0,0-1 0 0 0,0 0 0 0 0,-1 0 0 0 0,0-1 0 0 0,0 0 0 0 0,0-1 0 0 0,-1-1 0 0 0,0 1-1 0 0,0-2 1 0 0,-1 1 0 0 0,13-16 0 0 0,-4 1-6 0 0,-1-1 0 0 0,-1 0 1 0 0,-1-2-1 0 0,15-35 0 0 0,4-6-73 0 0,-33 65 86 0 0,-4 19 26 0 0,-10 31 310 0 0,-21 48 1 0 0,3-8 113 0 0,-74 284 500 0 0,0 1-493 0 0,70-270-278 0 0,-72 152-1 0 0,80-203 137 0 0,-53 77-1 0 0,64-106-44 0 0,-2-1 1 0 0,-1 0-1 0 0,0-2 0 0 0,-1 0 0 0 0,-33 23 0 0 0,45-37-110 0 0,-1 0 0 0 0,0-1 0 0 0,0 0-1 0 0,0-1 1 0 0,-1 0 0 0 0,1 0 0 0 0,-1-1 0 0 0,0 0 0 0 0,0-1 0 0 0,-12 2-1 0 0,18-4-102 0 0,-1 0 0 0 0,1 0 0 0 0,-1 0 0 0 0,1 0 0 0 0,-1-1 0 0 0,1 1 0 0 0,0-1 0 0 0,-1 0 0 0 0,1-1 0 0 0,0 1 0 0 0,0-1 0 0 0,-1 0 0 0 0,1 0 0 0 0,0 0 0 0 0,1 0 0 0 0,-1-1 0 0 0,0 1 0 0 0,1-1 0 0 0,-1 0 0 0 0,1 0 0 0 0,0-1 0 0 0,0 1 0 0 0,0-1 0 0 0,1 1 0 0 0,-4-7 0 0 0,1 0-16 0 0,1 1 1 0 0,0-1-1 0 0,1-1 1 0 0,0 1 0 0 0,1 0-1 0 0,0-1 1 0 0,1 1-1 0 0,0-1 1 0 0,0 1 0 0 0,1-1-1 0 0,1 0 1 0 0,-1 1-1 0 0,2-1 1 0 0,0 1 0 0 0,5-20-1 0 0,2 1-21 0 0,1 1 1 0 0,2 0-1 0 0,0 1 0 0 0,24-37 0 0 0,-2 12-206 0 0,3 1 0 0 0,1 1 0 0 0,3 3 0 0 0,2 1 0 0 0,2 2 0 0 0,66-51 0 0 0,-45 46-1867 0 0,86-48 0 0 0,82-19-7457 0 0,-198 100 4813 0 0,-3 1-2419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55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411 454 120 0 0,'1'-3'1980'0'0,"0"-2"-1392"0"0,1 0 0 0 0,-1-1 1 0 0,0 1-1 0 0,0-1 0 0 0,0 1 1 0 0,-1-1-1 0 0,0 1 1 0 0,0-1-1 0 0,0 1 0 0 0,-1-1 1 0 0,0 1-1 0 0,0-1 1 0 0,-3-10-1 0 0,3 15-550 0 0,0-1-1 0 0,0 0 1 0 0,0 1 0 0 0,0-1-1 0 0,0 1 1 0 0,-1-1 0 0 0,1 1-1 0 0,0-1 1 0 0,-1 1 0 0 0,1 0-1 0 0,-1 0 1 0 0,1 0 0 0 0,-1 0-1 0 0,1 0 1 0 0,-1 0-1 0 0,0 0 1 0 0,0 0 0 0 0,1 1-1 0 0,-1-1 1 0 0,0 1 0 0 0,0-1-1 0 0,0 1 1 0 0,0 0 0 0 0,0-1-1 0 0,0 1 1 0 0,1 0 0 0 0,-1 1-1 0 0,0-1 1 0 0,0 0 0 0 0,0 0-1 0 0,-2 1 1 0 0,-4 1-10 0 0,0 0 1 0 0,0 1-1 0 0,0 0 0 0 0,0 0 0 0 0,-10 6 1 0 0,-4 4 1 0 0,1 1 1 0 0,1 1 0 0 0,0 1-1 0 0,-29 30 1 0 0,-60 82 61 0 0,101-119-86 0 0,1 0 0 0 0,0 1-1 0 0,1 0 1 0 0,0 0 0 0 0,0 0-1 0 0,1 1 1 0 0,1 0 0 0 0,-5 12-1 0 0,9-21-3 0 0,0-1-1 0 0,-1 0 1 0 0,1 1-1 0 0,0-1 1 0 0,0 0-1 0 0,0 0 1 0 0,0 1-1 0 0,0-1 0 0 0,0 0 1 0 0,0 1-1 0 0,1-1 1 0 0,-1 0-1 0 0,0 0 1 0 0,1 1-1 0 0,-1-1 0 0 0,1 0 1 0 0,-1 0-1 0 0,1 0 1 0 0,0 1-1 0 0,-1-1 1 0 0,1 0-1 0 0,0 0 1 0 0,0 0-1 0 0,0 0 0 0 0,0 0 1 0 0,0-1-1 0 0,0 1 1 0 0,0 0-1 0 0,0 0 1 0 0,0-1-1 0 0,0 1 1 0 0,0 0-1 0 0,1-1 0 0 0,-1 1 1 0 0,0-1-1 0 0,2 1 1 0 0,2 0-2 0 0,0-1 0 0 0,0 1-1 0 0,0-1 1 0 0,1 0 0 0 0,-1 0 0 0 0,0 0 0 0 0,9-2 0 0 0,2-2-8 0 0,-1 0 0 0 0,0 0-1 0 0,0-2 1 0 0,0 0 0 0 0,-1 0-1 0 0,0-2 1 0 0,0 0 0 0 0,-1 0 0 0 0,0-1-1 0 0,-1-1 1 0 0,1 0 0 0 0,17-20-1 0 0,-14 13 176 0 0,-2-1-1 0 0,1-1 1 0 0,-2-1-1 0 0,-1 0 0 0 0,0-1 1 0 0,-2 0-1 0 0,15-41 1 0 0,-11 25 632 0 0,-13 35-573 0 0,-3 3-217 0 0,0 0 0 0 0,1 1 0 0 0,-1 0-1 0 0,0 0 1 0 0,1-1 0 0 0,-1 1 0 0 0,1 0 0 0 0,-1 0 0 0 0,1 0-1 0 0,0 1 1 0 0,0-1 0 0 0,0 0 0 0 0,-1 5 0 0 0,0-3 4 0 0,-17 37 38 0 0,-21 66 1 0 0,36-93-45 0 0,0 0 1 0 0,1 1 0 0 0,1-1-1 0 0,0 1 1 0 0,1 0 0 0 0,1-1-1 0 0,0 1 1 0 0,4 27 0 0 0,-3-38-4 0 0,-1-1-1 0 0,1 1 1 0 0,0-1 0 0 0,1 1 0 0 0,-1-1 0 0 0,1 0 0 0 0,-1 0 0 0 0,1 1 0 0 0,0-1-1 0 0,0 0 1 0 0,0-1 0 0 0,1 1 0 0 0,-1 0 0 0 0,1-1 0 0 0,-1 1 0 0 0,1-1-1 0 0,0 0 1 0 0,3 3 0 0 0,-1-3-1 0 0,1 1 1 0 0,-1-1-1 0 0,1 0 0 0 0,-1-1 1 0 0,1 1-1 0 0,0-1 0 0 0,0 0 0 0 0,-1 0 1 0 0,1-1-1 0 0,7 0 0 0 0,10-2-23 0 0,-1 0 1 0 0,0-2-1 0 0,0-1 0 0 0,34-11 0 0 0,-28 6-23 0 0,-2-1 0 0 0,0-1 0 0 0,0-2-1 0 0,-1 0 1 0 0,-1-2 0 0 0,0 0 0 0 0,-1-2-1 0 0,-1 0 1 0 0,-1-2 0 0 0,0 0 0 0 0,19-26-1 0 0,-14 12 72 0 0,-1-1-1 0 0,-2-1 1 0 0,-1-2-1 0 0,-2 0 1 0 0,-2-1-1 0 0,24-74 1 0 0,-40 105 14 0 0,-1 1 0 0 0,0-1 0 0 0,0-13 0 0 0,-1 18-26 0 0,-13 6 1 0 0,12-3-17 0 0,0 1 1 0 0,-1-1 0 0 0,1 0-1 0 0,0 0 1 0 0,0 1-1 0 0,0-1 1 0 0,0 1 0 0 0,-1-1-1 0 0,1 1 1 0 0,0-1-1 0 0,0 1 1 0 0,0 0-1 0 0,0 0 1 0 0,-1 0 0 0 0,-19 22 3 0 0,0 2 0 0 0,1 0 0 0 0,2 0 1 0 0,-24 45-1 0 0,23-37 1 0 0,6-12-7 0 0,-68 119 17 0 0,70-117-8 0 0,1 1 0 0 0,0-1 0 0 0,2 2 0 0 0,-7 31 0 0 0,14-51 2 0 0,0-1 0 0 0,0 1 0 0 0,1 0 0 0 0,-1 0 0 0 0,1 0 0 0 0,1 0-1 0 0,-1 0 1 0 0,1 0 0 0 0,-1 0 0 0 0,2 0 0 0 0,-1 0 0 0 0,0 0 0 0 0,1 0 0 0 0,0-1-1 0 0,0 1 1 0 0,0-1 0 0 0,5 8 0 0 0,-3-8 0 0 0,0 0-1 0 0,0 0 1 0 0,1 0 0 0 0,-1 0-1 0 0,1-1 1 0 0,0 0 0 0 0,0 1 0 0 0,0-2-1 0 0,0 1 1 0 0,0-1 0 0 0,1 0-1 0 0,-1 0 1 0 0,1 0 0 0 0,10 1-1 0 0,7 0-5 0 0,0 0 0 0 0,0-2 0 0 0,1-1-1 0 0,-1-1 1 0 0,0 0 0 0 0,0-2 0 0 0,0-1 0 0 0,40-12-1 0 0,-24 3-10 0 0,-1-1-1 0 0,0-2 1 0 0,-1-2-1 0 0,40-26 1 0 0,-45 23-2 0 0,-1-2 1 0 0,-1-1-1 0 0,-1-2 1 0 0,-1-1-1 0 0,-2-1 1 0 0,0-1-1 0 0,23-35 1 0 0,-20 20 28 0 0,-2-1 1 0 0,-2-1-1 0 0,-1-1 1 0 0,27-85-1 0 0,-50 131-17 0 0,19-69 486 0 0,-18 63-389 0 0,-1 0 0 0 0,1-1 0 0 0,-2 1 1 0 0,1 0-1 0 0,-1-1 0 0 0,0 1 0 0 0,-2-13 0 0 0,2 19-88 0 0,0 0-1 0 0,-1 0 1 0 0,1 0-1 0 0,0 0 1 0 0,-1 0-1 0 0,1 1 1 0 0,0-1-1 0 0,-1 0 1 0 0,1 0-1 0 0,-1 0 1 0 0,1 0-1 0 0,-1 1 1 0 0,0-1-1 0 0,1 0 1 0 0,-1 0-1 0 0,0 1 1 0 0,1-1-1 0 0,-1 0 1 0 0,0 1 0 0 0,0-1-1 0 0,0 1 1 0 0,0-1-1 0 0,1 1 1 0 0,-1 0-1 0 0,0-1 1 0 0,0 1-1 0 0,-2-1 1 0 0,1 1-1 0 0,-1 0 1 0 0,0 0 0 0 0,1 1 0 0 0,-1-1-1 0 0,1 0 1 0 0,-1 1 0 0 0,1 0 0 0 0,-1 0-1 0 0,1-1 1 0 0,-4 3 0 0 0,-5 3 18 0 0,0 1 1 0 0,0 0-1 0 0,-12 11 0 0 0,-11 12 51 0 0,1 2 0 0 0,2 2 0 0 0,1 1 0 0 0,2 1 1 0 0,1 1-1 0 0,2 2 0 0 0,2 0 0 0 0,2 2 0 0 0,-30 75 0 0 0,46-100-74 0 0,0 0 1 0 0,0 1-1 0 0,2-1 1 0 0,0 1-1 0 0,1 0 0 0 0,1 0 1 0 0,0 0-1 0 0,1 0 0 0 0,1 0 1 0 0,3 19-1 0 0,-2-25-274 0 0,1 0 0 0 0,1 0 0 0 0,-1 0 0 0 0,2 0 0 0 0,-1 0 0 0 0,2-1 0 0 0,-1 0 0 0 0,1 0 0 0 0,1 0 0 0 0,0-1 0 0 0,0 0 0 0 0,1 0 0 0 0,0-1 0 0 0,0 0 0 0 0,17 12 0 0 0,-14-12-924 0 0,1 0 0 0 0,0-1 0 0 0,1-1 0 0 0,15 6 0 0 0,17 4-3721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5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77 234 1760 0 0,'-5'-1'369'0'0,"0"-1"0"0"0,0 0 0 0 0,1 0 0 0 0,-1 0 0 0 0,1 0-1 0 0,0-1 1 0 0,-1 0 0 0 0,1 0 0 0 0,1 0 0 0 0,-1-1 0 0 0,0 1 0 0 0,1-1 0 0 0,-1 0-1 0 0,1 0 1 0 0,0 0 0 0 0,1 0 0 0 0,-1 0 0 0 0,-2-6 0 0 0,5 8-318 0 0,0 1-1 0 0,-1 0 1 0 0,1 0 0 0 0,0-1 0 0 0,0 1 0 0 0,0 0 0 0 0,0 0-1 0 0,0-1 1 0 0,0 1 0 0 0,0 0 0 0 0,1 0 0 0 0,-1 0 0 0 0,0-1-1 0 0,1 1 1 0 0,-1 0 0 0 0,1-1 0 0 0,1-2 88 0 0,-1 0-26 0 0,1 0-1 0 0,-1-1 0 0 0,1 1 1 0 0,1 0-1 0 0,-1 0 1 0 0,0 0-1 0 0,1 0 0 0 0,0 0 1 0 0,0 0-1 0 0,0 1 0 0 0,0 0 1 0 0,1-1-1 0 0,-1 1 1 0 0,1 0-1 0 0,0 1 0 0 0,0-1 1 0 0,0 1-1 0 0,0 0 0 0 0,1 0 1 0 0,6-3-1 0 0,-5 3-22 0 0,1 0 1 0 0,0 0-1 0 0,0 0 0 0 0,-1 1 0 0 0,1 0 0 0 0,0 0 0 0 0,0 1 1 0 0,0 0-1 0 0,0 0 0 0 0,0 1 0 0 0,0 0 0 0 0,10 2 1 0 0,-10-1-42 0 0,0 1 0 0 0,-1-1-1 0 0,1 2 1 0 0,-1-1 0 0 0,1 1 0 0 0,-1 0 0 0 0,0 0 0 0 0,0 0 0 0 0,0 1 0 0 0,-1 0 0 0 0,0 0 0 0 0,0 1 0 0 0,0-1 0 0 0,-1 1 0 0 0,0 0 0 0 0,0 0 0 0 0,0 1 0 0 0,-1-1 0 0 0,0 1 0 0 0,4 9 0 0 0,-5-7-14 0 0,0 0 0 0 0,0 0-1 0 0,-1 0 1 0 0,0-1 0 0 0,0 1 0 0 0,-1 0-1 0 0,0 0 1 0 0,-1 0 0 0 0,0 0 0 0 0,-1 0-1 0 0,1 0 1 0 0,-2 0 0 0 0,1-1 0 0 0,-1 1 0 0 0,0-1-1 0 0,-7 11 1 0 0,3-5 40 0 0,-1 0 0 0 0,0-1-1 0 0,-1 0 1 0 0,-15 16 0 0 0,22-28 32 0 0,2-1-104 0 0,-1 0-1 0 0,1 0 0 0 0,-1 0 1 0 0,1 0-1 0 0,-1 0 1 0 0,1 0-1 0 0,-1-1 0 0 0,1 1 1 0 0,-1 0-1 0 0,1 0 0 0 0,-1-1 1 0 0,1 1-1 0 0,0 0 0 0 0,-1 0 1 0 0,1-1-1 0 0,-1 1 1 0 0,1-1-1 0 0,0 1 0 0 0,-1 0 1 0 0,1-1-1 0 0,0 1 0 0 0,-1-1 1 0 0,1 1-1 0 0,0-1 0 0 0,0 1 1 0 0,0-1-1 0 0,-1 1 1 0 0,1-1-1 0 0,0 1 0 0 0,0-1 1 0 0,0 1-1 0 0,0-1 0 0 0,0 1 1 0 0,0-1-1 0 0,0 1 0 0 0,0-1 1 0 0,0 1-1 0 0,0-1 0 0 0,0 0 1 0 0,0 1-1 0 0,1-1 1 0 0,-1 1-1 0 0,0-1 0 0 0,0 1 1 0 0,1-1-1 0 0,9-25 30 0 0,4 0-26 0 0,2 1 1 0 0,1 1-1 0 0,0 1 1 0 0,2 0-1 0 0,0 1 0 0 0,2 1 1 0 0,30-23-1 0 0,-38 33-9 0 0,0 1 0 0 0,1 1 0 0 0,0 0-1 0 0,1 1 1 0 0,0 0 0 0 0,0 2 0 0 0,1-1 0 0 0,0 2 0 0 0,0 0 0 0 0,0 1 0 0 0,0 1-1 0 0,1 0 1 0 0,0 1 0 0 0,21 1 0 0 0,-28 1 8 0 0,1 2 0 0 0,-1-1 0 0 0,0 1 0 0 0,0 1 0 0 0,0 0 0 0 0,0 0 0 0 0,0 1 0 0 0,-1 0 0 0 0,0 1 0 0 0,0 0 0 0 0,0 1 0 0 0,11 8 0 0 0,-16-11 5 0 0,0 1 1 0 0,0-1-1 0 0,0 1 1 0 0,-1 0-1 0 0,0 0 1 0 0,1 0-1 0 0,-2 0 1 0 0,1 1-1 0 0,0-1 1 0 0,-1 1-1 0 0,0 0 1 0 0,0 0 0 0 0,0 0-1 0 0,-1 0 1 0 0,1 0-1 0 0,-1 0 1 0 0,-1 0-1 0 0,1 0 1 0 0,-1 0-1 0 0,1 0 1 0 0,-1 1-1 0 0,-1-1 1 0 0,1 0-1 0 0,-1 0 1 0 0,0 0-1 0 0,-2 7 1 0 0,0 0 244 0 0,-1 0 1 0 0,-1-1-1 0 0,1 0 0 0 0,-14 21 1 0 0,17-30 14 0 0,1-5-202 0 0,0-1-55 0 0,0 0-1 0 0,0 0 0 0 0,0 0 0 0 0,1 0 0 0 0,0 0 1 0 0,-1 0-1 0 0,2 0 0 0 0,-1 1 0 0 0,0-1 1 0 0,1 0-1 0 0,0 1 0 0 0,-1-1 0 0 0,5-5 1 0 0,34-49 6 0 0,-18 30-31 0 0,2 0 0 0 0,0 1 0 0 0,35-28 0 0 0,-48 46 8 0 0,0 0-1 0 0,1 0 1 0 0,1 2-1 0 0,-1-1 1 0 0,1 1 0 0 0,0 1-1 0 0,0 0 1 0 0,1 1-1 0 0,0 1 1 0 0,26-5-1 0 0,-36 8 25 0 0,0 0-1 0 0,-1 1 1 0 0,1-1-1 0 0,0 1 0 0 0,0 0 1 0 0,-1 1-1 0 0,1-1 1 0 0,0 0-1 0 0,-1 1 1 0 0,1 0-1 0 0,-1 0 0 0 0,1 0 1 0 0,-1 0-1 0 0,1 1 1 0 0,-1-1-1 0 0,0 1 1 0 0,1 0-1 0 0,-1 0 1 0 0,0 0-1 0 0,0 1 0 0 0,-1-1 1 0 0,1 1-1 0 0,0-1 1 0 0,-1 1-1 0 0,1 0 1 0 0,-1 0-1 0 0,0 0 0 0 0,0 0 1 0 0,0 0-1 0 0,-1 1 1 0 0,1-1-1 0 0,-1 0 1 0 0,2 7-1 0 0,0 1 74 0 0,-1 1 0 0 0,0 0-1 0 0,-1 0 1 0 0,0 1 0 0 0,-1-1 0 0 0,0 0-1 0 0,-1 0 1 0 0,-5 22 0 0 0,-9 32 65 0 0,8-43-163 0 0,1 0 1 0 0,2 1-1 0 0,0-1 1 0 0,0 46 0 0 0,4-65-129 0 0,0-1 1 0 0,1 0-1 0 0,-1 0 0 0 0,1 0 1 0 0,0 0-1 0 0,0 0 1 0 0,0 0-1 0 0,0 0 0 0 0,1 0 1 0 0,-1 0-1 0 0,1-1 0 0 0,-1 1 1 0 0,1 0-1 0 0,0-1 1 0 0,0 1-1 0 0,0-1 0 0 0,1 0 1 0 0,-1 0-1 0 0,0 0 1 0 0,1 0-1 0 0,5 3 0 0 0,-3-2-581 0 0,0-1-1 0 0,1 0 0 0 0,-1 0 1 0 0,1-1-1 0 0,-1 1 1 0 0,1-1-1 0 0,-1 0 0 0 0,1-1 1 0 0,0 1-1 0 0,0-1 0 0 0,7-1 1 0 0,14-1-4629 0 0</inkml:trace>
  <inkml:trace contextRef="#ctx0" brushRef="#br0" timeOffset="1">2275 179 1692 0 0,'-28'9'3693'0'0,"15"-4"-1742"0"0,0-1 1 0 0,-18 10-1 0 0,29-13-1815 0 0,0 0 0 0 0,0 1 1 0 0,-1-1-1 0 0,1 1 0 0 0,0-1 0 0 0,1 1 0 0 0,-1 0 1 0 0,0-1-1 0 0,0 1 0 0 0,1 0 0 0 0,-1 0 0 0 0,1 0 1 0 0,-1 0-1 0 0,1 1 0 0 0,0-1 0 0 0,0 0 0 0 0,0 0 1 0 0,0 1-1 0 0,1-1 0 0 0,-1 1 0 0 0,0-1 0 0 0,1 1 1 0 0,0-1-1 0 0,0 5 0 0 0,0-6-86 0 0,0 0-1 0 0,1 0 1 0 0,0 0 0 0 0,-1 0-1 0 0,1 0 1 0 0,0 0 0 0 0,-1 0-1 0 0,1 0 1 0 0,0 0 0 0 0,0 0 0 0 0,0 0-1 0 0,0 0 1 0 0,0 0 0 0 0,0-1-1 0 0,0 1 1 0 0,0 0 0 0 0,0-1-1 0 0,0 1 1 0 0,2 0 0 0 0,22 7 318 0 0,-23-8-341 0 0,10 3 54 0 0,1 0 1 0 0,-1-2-1 0 0,0 1 1 0 0,1-2 0 0 0,-1 1-1 0 0,0-2 1 0 0,1 0-1 0 0,-1 0 1 0 0,23-6-1 0 0,-31 6-70 0 0,-1 0 0 0 0,1 0-1 0 0,0 0 1 0 0,0-1-1 0 0,-1 0 1 0 0,1 1 0 0 0,0-1-1 0 0,-1 0 1 0 0,0-1 0 0 0,0 1-1 0 0,1 0 1 0 0,-1-1 0 0 0,-1 0-1 0 0,1 0 1 0 0,0 0 0 0 0,-1 0-1 0 0,1 0 1 0 0,-1-1 0 0 0,0 1-1 0 0,0-1 1 0 0,0 1-1 0 0,-1-1 1 0 0,1 0 0 0 0,-1 1-1 0 0,0-1 1 0 0,0 0 0 0 0,0 0-1 0 0,0-7 1 0 0,-1 5-8 0 0,0 0 0 0 0,0 0-1 0 0,-1 0 1 0 0,0 0 0 0 0,0 0 0 0 0,-1 0 0 0 0,1 0-1 0 0,-1 1 1 0 0,-1-1 0 0 0,1 0 0 0 0,-1 1 0 0 0,0 0 0 0 0,0-1-1 0 0,0 1 1 0 0,-1 0 0 0 0,0 1 0 0 0,-8-9 0 0 0,7 8 1 0 0,-1 0 1 0 0,0 1-1 0 0,-1-1 1 0 0,1 1 0 0 0,-1 1-1 0 0,0-1 1 0 0,0 1 0 0 0,0 0-1 0 0,0 1 1 0 0,0-1 0 0 0,-1 1-1 0 0,-12-1 1 0 0,9 2 1 0 0,0 1 1 0 0,0 0 0 0 0,1 1 0 0 0,-1 0-1 0 0,0 1 1 0 0,1 0 0 0 0,-1 0-1 0 0,-13 6 1 0 0,5 0 4 0 0,1 0 1 0 0,-1 2-1 0 0,1 0 1 0 0,1 1-1 0 0,0 0 0 0 0,1 2 1 0 0,0 0-1 0 0,1 1 0 0 0,-15 16 1 0 0,12-9-1 0 0,1 0 0 0 0,1 2 0 0 0,0 0 1 0 0,-13 29-1 0 0,24-43-5 0 0,1 0 0 0 0,0 0 1 0 0,1 1-1 0 0,0-1 0 0 0,0 1 1 0 0,1 0-1 0 0,0-1 0 0 0,1 1 0 0 0,0 0 1 0 0,1 0-1 0 0,0 0 0 0 0,0 0 0 0 0,1 0 1 0 0,0 0-1 0 0,3 10 0 0 0,-2-15-2 0 0,0 1 0 0 0,1-1 0 0 0,-1 1 1 0 0,1-1-1 0 0,0 0 0 0 0,0 0 0 0 0,1 0 0 0 0,0-1 0 0 0,0 1 0 0 0,0-1 0 0 0,9 8 0 0 0,-5-6-76 0 0,1 0-1 0 0,0-1 1 0 0,0 0-1 0 0,0 0 1 0 0,1-1-1 0 0,12 4 1 0 0,7 0-437 0 0,0-2 0 0 0,1-1-1 0 0,51 2 1 0 0,-31-5-552 0 0,-1-2 0 0 0,0-3 0 0 0,0-1 0 0 0,0-3-1 0 0,0-2 1 0 0,81-26 0 0 0,-91 21 437 0 0,-2-2 1 0 0,0-1-1 0 0,45-28 1 0 0,-54 26 1017 0 0,0-1 0 0 0,-1-1 0 0 0,-1-1 0 0 0,29-33 0 0 0,-43 42 306 0 0,0-1 1 0 0,-2 0-1 0 0,1-1 1 0 0,8-18-1 0 0,-16 28-386 0 0,0-1-1 0 0,-1 0 1 0 0,1 0-1 0 0,-1 0 1 0 0,-1-1-1 0 0,1 1 1 0 0,-1 0-1 0 0,0 0 1 0 0,0-1-1 0 0,-1 1 1 0 0,0-1-1 0 0,0 1 1 0 0,0-1 0 0 0,-3-10-1 0 0,3 15-246 0 0,-1 0 0 0 0,0 0 1 0 0,0 0-1 0 0,0 0 0 0 0,0 0 0 0 0,-1 0 0 0 0,1 0 1 0 0,0 0-1 0 0,-1 0 0 0 0,1 1 0 0 0,-1-1 0 0 0,0 1 0 0 0,1-1 1 0 0,-1 1-1 0 0,0 0 0 0 0,0-1 0 0 0,0 1 0 0 0,0 0 1 0 0,0 0-1 0 0,0 1 0 0 0,0-1 0 0 0,0 0 0 0 0,-1 1 1 0 0,1-1-1 0 0,-3 0 0 0 0,-2 1 18 0 0,1-1 0 0 0,-1 1-1 0 0,0 0 1 0 0,1 0 0 0 0,-1 1 0 0 0,0 0 0 0 0,-10 3 0 0 0,-3 3-19 0 0,0 1 1 0 0,0 1-1 0 0,1 0 1 0 0,0 2 0 0 0,1 0-1 0 0,0 1 1 0 0,1 1-1 0 0,0 0 1 0 0,1 2-1 0 0,1 0 1 0 0,0 0 0 0 0,1 1-1 0 0,-22 34 1 0 0,31-42-63 0 0,0 0 1 0 0,1 0 0 0 0,0 0-1 0 0,0 1 1 0 0,1 0-1 0 0,0 0 1 0 0,1 0 0 0 0,0 0-1 0 0,-2 14 1 0 0,4-19-12 0 0,0-1-1 0 0,0 0 1 0 0,0 0 0 0 0,0 0 0 0 0,0 0 0 0 0,1 0-1 0 0,0 0 1 0 0,-1 0 0 0 0,1 0 0 0 0,0 0 0 0 0,1 0 0 0 0,-1-1-1 0 0,0 1 1 0 0,1 0 0 0 0,0-1 0 0 0,-1 1 0 0 0,1-1-1 0 0,0 1 1 0 0,0-1 0 0 0,0 0 0 0 0,1 0 0 0 0,-1 0-1 0 0,1 0 1 0 0,-1 0 0 0 0,1 0 0 0 0,-1-1 0 0 0,1 1-1 0 0,0-1 1 0 0,0 0 0 0 0,0 0 0 0 0,0 0 0 0 0,3 1-1 0 0,2-1-13 0 0,0 0 0 0 0,0 0-1 0 0,0-1 1 0 0,0 0-1 0 0,0-1 1 0 0,0 1 0 0 0,0-1-1 0 0,0-1 1 0 0,-1 0-1 0 0,1 0 1 0 0,0 0 0 0 0,-1-1-1 0 0,1 0 1 0 0,11-7-1 0 0,2-2-48 0 0,0-1-1 0 0,-1-1 0 0 0,28-25 0 0 0,48-47 705 0 0,-96 86-629 0 0,1-1 1 0 0,-1 1-1 0 0,0 0 0 0 0,1-1 0 0 0,-1 1 0 0 0,1-1 0 0 0,-1 1 0 0 0,1 0 0 0 0,-1-1 1 0 0,1 1-1 0 0,-1 0 0 0 0,0 0 0 0 0,1-1 0 0 0,0 1 0 0 0,-1 0 0 0 0,1 0 0 0 0,-1 0 1 0 0,1 0-1 0 0,-1 0 0 0 0,1 0 0 0 0,-1 0 0 0 0,1 0 0 0 0,-1 0 0 0 0,1 0 0 0 0,0 0 1 0 0,-1 0-1 0 0,1 0 0 0 0,0 0 0 0 0,-1 1-2 0 0,1 0 0 0 0,-1-1 0 0 0,1 1 0 0 0,-1-1-1 0 0,0 1 1 0 0,1 0 0 0 0,-1 0 0 0 0,0-1 0 0 0,1 1 0 0 0,-1 0 0 0 0,0 0 0 0 0,0-1 0 0 0,0 1-1 0 0,0 0 1 0 0,0 0 0 0 0,0 1 0 0 0,-4 32 78 0 0,-23 52 547 0 0,-3-2-1 0 0,-5-1 1 0 0,-44 78 0 0 0,-151 225 947 0 0,225-377-1553 0 0,-60 94 227 0 0,-197 308 377 0 0,242-382-598 0 0,-13 20-2905 0 0,54-92-15684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39:58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25 127 852 0 0,'85'-118'12835'0'0,"-85"117"-12801"0"0,0 1 0 0 0,1-1 0 0 0,-1 1 0 0 0,1-1 0 0 0,-1 1 0 0 0,1-1 0 0 0,-1 1 0 0 0,1-1-1 0 0,-1 1 1 0 0,1-1 0 0 0,-1 1 0 0 0,1 0 0 0 0,-1-1 0 0 0,1 1 0 0 0,0 0 0 0 0,-1 0 0 0 0,1 0 0 0 0,-1-1-1 0 0,1 1 1 0 0,0 0 0 0 0,-1 0 0 0 0,1 0 0 0 0,0 0 0 0 0,-1 0 0 0 0,1 0 0 0 0,0 0 0 0 0,-1 0 0 0 0,1 0 0 0 0,0 0-1 0 0,-1 1 1 0 0,1-1 0 0 0,0 0 0 0 0,-1 0 0 0 0,1 0 0 0 0,-1 1 0 0 0,1-1 0 0 0,-1 0 0 0 0,1 1 0 0 0,0-1 0 0 0,-1 1-1 0 0,1 0 1 0 0,14 17 787 0 0,-11-10-682 0 0,-1 0 0 0 0,0 1-1 0 0,-1-1 1 0 0,0 1 0 0 0,0-1 0 0 0,0 1-1 0 0,-1 0 1 0 0,-1 0 0 0 0,0 0 0 0 0,0-1-1 0 0,-2 14 1 0 0,-2 6 21 0 0,-2 1 1 0 0,-11 29-1 0 0,5-16 18 0 0,3-16 51 0 0,-1 1 1 0 0,-2-2-1 0 0,0 0 0 0 0,-2 0 0 0 0,-29 40 0 0 0,29-51 550 0 0,14-14-767 0 0,0 1 1 0 0,0-1-1 0 0,-1 0 0 0 0,1 0 1 0 0,0 1-1 0 0,0-1 1 0 0,-1 0-1 0 0,1 0 1 0 0,0 0-1 0 0,-1 0 0 0 0,1 0 1 0 0,0 1-1 0 0,-1-1 1 0 0,1 0-1 0 0,0 0 1 0 0,-1 0-1 0 0,1 0 1 0 0,0 0-1 0 0,-1 0 0 0 0,1 0 1 0 0,0 0-1 0 0,-1 0 1 0 0,1 0-1 0 0,0 0 1 0 0,-1 0-1 0 0,1 0 1 0 0,0-1-1 0 0,0 1 0 0 0,-1 0 1 0 0,1 0-1 0 0,0 0 1 0 0,-1 0-1 0 0,1 0 1 0 0,0-1-1 0 0,0 1 1 0 0,-1 0-1 0 0,1 0 0 0 0,0-1 1 0 0,0 1-1 0 0,-1 0 1 0 0,1 0-1 0 0,0-1 1 0 0,0 1-1 0 0,0 0 0 0 0,0-1 1 0 0,-1 1-1 0 0,1 0 1 0 0,0-1-1 0 0,0-2 1 0 0,1 1 0 0 0,-1-1 0 0 0,1 0 0 0 0,0 0 0 0 0,-1 1 0 0 0,1-1 0 0 0,1 1 0 0 0,-1-1 0 0 0,0 1 0 0 0,0-1-1 0 0,1 1 1 0 0,2-3 0 0 0,0-3 5 0 0,13-20-9 0 0,2 1-1 0 0,0 0 1 0 0,1 1-1 0 0,2 2 1 0 0,27-26-1 0 0,-5 12-19 0 0,1 1 0 0 0,51-31 0 0 0,-78 56 2 0 0,1 1 0 0 0,0 0 1 0 0,0 2-1 0 0,1 0 0 0 0,22-6 0 0 0,-39 14 9 0 0,0 0 1 0 0,1 0-1 0 0,-1 1 1 0 0,0-1-1 0 0,0 1 0 0 0,0 0 1 0 0,1 0-1 0 0,-1 0 1 0 0,0 0-1 0 0,0 1 0 0 0,0-1 1 0 0,1 1-1 0 0,-1 0 1 0 0,0-1-1 0 0,0 2 0 0 0,0-1 1 0 0,0 0-1 0 0,0 1 1 0 0,0-1-1 0 0,-1 1 0 0 0,1 0 1 0 0,0 0-1 0 0,-1 0 1 0 0,0 0-1 0 0,1 0 0 0 0,-1 0 1 0 0,0 1-1 0 0,0-1 1 0 0,0 1-1 0 0,0 0 0 0 0,-1-1 1 0 0,1 1-1 0 0,-1 0 1 0 0,1 0-1 0 0,0 6 0 0 0,2 2 0 0 0,-1 0-1 0 0,-1 0 1 0 0,0 0-1 0 0,-1 1 0 0 0,0-1 1 0 0,-1 1-1 0 0,0-1 0 0 0,-3 20 1 0 0,-6 21 18 0 0,4-32-497 0 0,2 1 0 0 0,0 0-1 0 0,0 35 1 0 0,3-52 261 0 0,1 0-1 0 0,-1 1 0 0 0,1-1 1 0 0,0 0-1 0 0,0 0 0 0 0,0 0 1 0 0,1 1-1 0 0,-1-1 0 0 0,1 0 1 0 0,0-1-1 0 0,0 1 0 0 0,0 0 1 0 0,1-1-1 0 0,-1 1 0 0 0,1-1 1 0 0,6 6-1 0 0,-4-5-67 0 0,0-1 0 0 0,0 0-1 0 0,0 0 1 0 0,0 0 0 0 0,0-1 0 0 0,1 1 0 0 0,-1-1 0 0 0,1-1-1 0 0,0 1 1 0 0,0-1 0 0 0,7 1 0 0 0,0-1-50 0 0,1 0 0 0 0,0-1 0 0 0,-1-1-1 0 0,1 0 1 0 0,-1-1 0 0 0,1-1 0 0 0,-1 0 0 0 0,0 0 0 0 0,0-2 0 0 0,15-6-1 0 0,-1-3 447 0 0,-1-1-1 0 0,-1-1 1 0 0,0-2-1 0 0,-1 0 1 0 0,27-27-1 0 0,-32 26 861 0 0,-1-1 0 0 0,-1 0 0 0 0,-1-1 0 0 0,-1-1 0 0 0,0 0 0 0 0,13-31-1 0 0,-17 21 376 0 0,-11 31-1297 0 0,1 0-1 0 0,-1-1 1 0 0,0 1-1 0 0,0-1 1 0 0,0 1 0 0 0,0 0-1 0 0,-1-1 1 0 0,1 1-1 0 0,0 0 1 0 0,0-1-1 0 0,-1 1 1 0 0,1 0 0 0 0,-1-1-1 0 0,1 1 1 0 0,-1 0-1 0 0,0 0 1 0 0,1-1-1 0 0,-1 1 1 0 0,0 0-1 0 0,-1-1 1 0 0,0 0 70 0 0,0 2-105 0 0,-1-1 0 0 0,0 1 0 0 0,1 0 0 0 0,-1 1 0 0 0,1-1 0 0 0,-1 0-1 0 0,0 1 1 0 0,1-1 0 0 0,-1 1 0 0 0,1 0 0 0 0,-1 0 0 0 0,1 0 0 0 0,0 0 0 0 0,-1 0 0 0 0,1 0 0 0 0,0 1 0 0 0,0-1 0 0 0,0 1 0 0 0,0 0 0 0 0,0-1-1 0 0,0 1 1 0 0,0 0 0 0 0,1 0 0 0 0,-1 0 0 0 0,1 0 0 0 0,-1 0 0 0 0,1 1 0 0 0,0-1 0 0 0,0 0 0 0 0,-2 5 0 0 0,2 0-12 0 0,-1 1 0 0 0,1 0 1 0 0,0-1-1 0 0,0 1 0 0 0,1 0 1 0 0,0-1-1 0 0,1 1 1 0 0,-1 0-1 0 0,2-1 0 0 0,-1 1 1 0 0,1-1-1 0 0,0 1 0 0 0,5 11 1 0 0,6 11 18 0 0,34 56-1 0 0,-24-46-9 0 0,-21-38-3 0 0,-1 0 0 0 0,0 0 1 0 0,0 0-1 0 0,0 0 0 0 0,0 1 1 0 0,-1-1-1 0 0,1 0 0 0 0,0 0 1 0 0,-1 1-1 0 0,0-1 0 0 0,1 0 1 0 0,-1 1-1 0 0,0-1 0 0 0,0 1 0 0 0,-1-1 1 0 0,1 0-1 0 0,0 1 0 0 0,-1-1 1 0 0,1 0-1 0 0,-1 0 0 0 0,-2 5 1 0 0,1-4-1 0 0,0 1 0 0 0,-1-1 0 0 0,1 0 0 0 0,-1 0 0 0 0,0-1 0 0 0,0 1 0 0 0,0 0 0 0 0,0-1 0 0 0,0 0 1 0 0,-1 0-1 0 0,1 0 0 0 0,-5 2 0 0 0,-8 2 13 0 0,0 0 1 0 0,-1 0-1 0 0,0-2 1 0 0,-33 5-1 0 0,-3-3-279 0 0,-95-2 0 0 0,106-6-1558 0 0,-49-9 1 0 0,78 9-300 0 0,0-1 0 0 0,-16-7 0 0 0,8 2-4144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00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61 930 1084 0 0,'-4'0'2218'0'0,"2"1"-1822"0"0,-31 9 4369 0 0,32-10-4664 0 0,0 1 0 0 0,0 0 0 0 0,-1-1 0 0 0,1 1 0 0 0,0 0 0 0 0,0 0 0 0 0,-1-1 0 0 0,1 1-1 0 0,0 0 1 0 0,0 0 0 0 0,0 0 0 0 0,0 1 0 0 0,1-1 0 0 0,-1 0 0 0 0,0 0 0 0 0,0 0 0 0 0,1 1 0 0 0,-1-1 0 0 0,0 0 0 0 0,1 1 0 0 0,-1-1 0 0 0,1 0-1 0 0,0 1 1 0 0,-1 1 0 0 0,2 6 101 0 0,0 0-1 0 0,0 0 0 0 0,5 15 1 0 0,0 0-28 0 0,-4-19-49 0 0,0 0-1 0 0,1 0 1 0 0,-1-1-1 0 0,1 1 1 0 0,0-1-1 0 0,1 1 1 0 0,-1-1-1 0 0,1 0 1 0 0,0-1-1 0 0,8 8 1 0 0,-7-10-50 0 0,0 1 0 0 0,0 0 0 0 0,0-1-1 0 0,1 0 1 0 0,-1 0 0 0 0,0-1 0 0 0,1 0 0 0 0,-1 0 0 0 0,1 0 0 0 0,-1 0 0 0 0,0-1-1 0 0,1 0 1 0 0,-1 0 0 0 0,0 0 0 0 0,6-3 0 0 0,1 0-42 0 0,-2-1 0 0 0,1 0 0 0 0,0-1 0 0 0,-1-1 0 0 0,0 1 0 0 0,10-10 0 0 0,6-7-2 0 0,-1-1 1 0 0,-1-1-1 0 0,-2-1 0 0 0,0-1 0 0 0,-2 0 0 0 0,-1-2 0 0 0,-1-1 0 0 0,-1 0 1 0 0,16-42-1 0 0,1-6-51 0 0,-21 50 23 0 0,-1 0 0 0 0,-2-2 0 0 0,-1 1 0 0 0,7-40 0 0 0,-6 9-18 0 0,1-71-1 0 0,-9 88 46 0 0,-2 0 0 0 0,-10-71 0 0 0,9 87 29 0 0,1 21-73 0 0,0-1 0 0 0,0 0 0 0 0,-1 1 0 0 0,0-1 0 0 0,0 1 1 0 0,-4-12-1 0 0,-9 46-26 0 0,-2 42 33 0 0,-13 65-7 0 0,9-22 225 0 0,20-110 330 0 0,-9 35 3624 0 0,2-4-4267 0 0,-25 122 110 0 0,-18 135-64 0 0,48-273 55 0 0,0 1-2 0 0,0 0 1 0 0,2-1 0 0 0,0 1-1 0 0,2 19 1 0 0,-1-34 6 0 0,-1 0 1 0 0,1 1-1 0 0,0-1 1 0 0,0 0 0 0 0,1 0-1 0 0,-1 0 1 0 0,1 0 0 0 0,0 0-1 0 0,0 0 1 0 0,0-1-1 0 0,1 1 1 0 0,-1-1 0 0 0,1 1-1 0 0,0-1 1 0 0,0 0-1 0 0,0 0 1 0 0,0 0 0 0 0,0 0-1 0 0,1-1 1 0 0,-1 1 0 0 0,1-1-1 0 0,0 0 1 0 0,5 2-1 0 0,4 1-9 0 0,2-2 0 0 0,-1 1-1 0 0,0-2 1 0 0,1 0-1 0 0,-1 0 1 0 0,1-2-1 0 0,-1 0 1 0 0,1 0-1 0 0,0-1 1 0 0,-1-1-1 0 0,22-5 1 0 0,-7-1-114 0 0,0-1 0 0 0,0-2 0 0 0,0 0 0 0 0,38-23 0 0 0,-38 16-20 0 0,-1-1-1 0 0,-1-1 1 0 0,-1-1-1 0 0,-1-2 0 0 0,-1 0 1 0 0,-1-2-1 0 0,-1 0 0 0 0,-1-2 1 0 0,-1 0-1 0 0,19-37 0 0 0,-13 17 47 0 0,-2-2 0 0 0,-3 0 0 0 0,-1-2 0 0 0,-3 0 0 0 0,17-89 0 0 0,-28 113 160 0 0,-1 1 134 0 0,0 0 0 0 0,1-43 0 0 0,-18 76-203 0 0,1 4 11 0 0,0 1 0 0 0,1 0-1 0 0,1 0 1 0 0,0 1-1 0 0,0 0 1 0 0,-8 20 0 0 0,8-17-3 0 0,-59 117 43 0 0,-85 239-1 0 0,135-316-45 0 0,3 0-1 0 0,-15 97 1 0 0,30-150 17 0 0,0 1 0 0 0,0-1 0 0 0,0 1 0 0 0,0 0 0 0 0,0-1 0 0 0,1 5 0 0 0,-1-7-18 0 0,0-1 1 0 0,0 1-1 0 0,1 0 0 0 0,-1-1 0 0 0,0 1 0 0 0,0-1 1 0 0,0 1-1 0 0,0 0 0 0 0,1-1 0 0 0,-1 1 1 0 0,0-1-1 0 0,1 1 0 0 0,-1-1 0 0 0,0 1 0 0 0,1-1 1 0 0,-1 1-1 0 0,1-1 0 0 0,-1 0 0 0 0,1 1 1 0 0,-1-1-1 0 0,1 1 0 0 0,-1-1 0 0 0,1 0 0 0 0,-1 0 1 0 0,1 1-1 0 0,-1-1 0 0 0,1 0 0 0 0,0 0 1 0 0,-1 0-1 0 0,1 1 0 0 0,-1-1 0 0 0,1 0 0 0 0,0 0 1 0 0,-1 0-1 0 0,1 0 0 0 0,-1 0 0 0 0,1 0 1 0 0,0 0-1 0 0,-1 0 0 0 0,1-1 0 0 0,-1 1 0 0 0,2 0 1 0 0,15-8 7 0 0,1-1 0 0 0,-1-1 1 0 0,-1-1-1 0 0,1 0 0 0 0,-2-1 1 0 0,20-19-1 0 0,6-3-6 0 0,12-9 11 0 0,2-3-26 0 0,2 2-1 0 0,125-72 0 0 0,-134 99-30 0 0,-46 17 42 0 0,-1 0 0 0 0,0 0-1 0 0,1 0 1 0 0,-1 0 0 0 0,0 0-1 0 0,0 0 1 0 0,1 0 0 0 0,-1 1-1 0 0,0-1 1 0 0,0 0 0 0 0,1 1-1 0 0,-1-1 1 0 0,0 1 0 0 0,0-1 0 0 0,0 1-1 0 0,0 0 1 0 0,0-1 0 0 0,1 1-1 0 0,-2 0 1 0 0,1 0 0 0 0,0 0-1 0 0,0 0 1 0 0,0 0 0 0 0,1 1-1 0 0,0 1 0 0 0,0-1 0 0 0,0 1 0 0 0,0 0 0 0 0,-1 0 0 0 0,1 0 0 0 0,-1 0 0 0 0,2 4 0 0 0,1 14-9 0 0,-1 0 0 0 0,-1 0 0 0 0,-1 1 0 0 0,-3 26 0 0 0,3 39-16 0 0,-1-85 31 0 0,0 1 0 0 0,1 0 0 0 0,-1 0 0 0 0,1 0 0 0 0,0 0 0 0 0,0 0 1 0 0,0 0-1 0 0,0-1 0 0 0,1 1 0 0 0,-1 0 0 0 0,1-1 0 0 0,-1 1 0 0 0,1-1 1 0 0,0 0-1 0 0,0 0 0 0 0,4 5 0 0 0,-2-5 2 0 0,0 1 0 0 0,0-1 1 0 0,0 0-1 0 0,0 0 0 0 0,0 0 0 0 0,1 0 1 0 0,-1-1-1 0 0,0 1 0 0 0,1-1 0 0 0,4 0 1 0 0,3 0 14 0 0,-1 0 1 0 0,1-1-1 0 0,-1 0 1 0 0,1-1-1 0 0,0 0 1 0 0,-1-1 0 0 0,21-6-1 0 0,-19 4-7 0 0,-1-2 0 0 0,1 1 1 0 0,-1-2-1 0 0,0 0 0 0 0,-1 0 0 0 0,0-1 0 0 0,0 0 1 0 0,-1-1-1 0 0,0 0 0 0 0,0-1 0 0 0,-1 0 1 0 0,12-17-1 0 0,-11 13-3 0 0,-1-1 1 0 0,0-1 0 0 0,-1 1 0 0 0,0-1-1 0 0,-2-1 1 0 0,0 1 0 0 0,-1-1-1 0 0,0 0 1 0 0,2-21 0 0 0,-6 35-12 0 0,0-1 1 0 0,-1 1 0 0 0,1 0 0 0 0,-1-1-1 0 0,0 1 1 0 0,0-1 0 0 0,0 1-1 0 0,0-1 1 0 0,-1 1 0 0 0,0-1-1 0 0,1 1 1 0 0,-1 0 0 0 0,0-1-1 0 0,-1 1 1 0 0,1 0 0 0 0,0 0 0 0 0,-1 0-1 0 0,0 0 1 0 0,0 0 0 0 0,0 0-1 0 0,-3-4 1 0 0,4 7-3 0 0,0-1 1 0 0,1 1-1 0 0,-1-1 1 0 0,0 1-1 0 0,0 0 1 0 0,0-1-1 0 0,1 1 0 0 0,-1 0 1 0 0,0-1-1 0 0,0 1 1 0 0,0 0-1 0 0,0 0 0 0 0,0 0 1 0 0,0 0-1 0 0,0 0 1 0 0,1 0-1 0 0,-1 0 1 0 0,0 0-1 0 0,0 0 0 0 0,-1 0 1 0 0,0 1-1 0 0,-2-2 1 0 0,-1 2 1 0 0,0-1-1 0 0,1 1 0 0 0,-1-1 1 0 0,0 1-1 0 0,1 0 1 0 0,-1 1-1 0 0,1-1 1 0 0,-1 1-1 0 0,1 0 0 0 0,-7 4 1 0 0,1 0 0 0 0,0 1 1 0 0,1 0 0 0 0,-12 11-1 0 0,7-5-3 0 0,1 2 0 0 0,0 0 0 0 0,1 0 1 0 0,1 1-1 0 0,0 0 0 0 0,1 1 0 0 0,1 1 0 0 0,-12 29 0 0 0,19-39 1 0 0,0-1 0 0 0,0 1 0 0 0,0 0 0 0 0,1 0 0 0 0,0-1 0 0 0,1 1 0 0 0,0 0 0 0 0,0 0 0 0 0,0 0 0 0 0,3 12 0 0 0,-1-14 1 0 0,0-1-1 0 0,0 1 1 0 0,0-1 0 0 0,0 0 0 0 0,1 0 0 0 0,0 0-1 0 0,0 0 1 0 0,0-1 0 0 0,1 1 0 0 0,0-1-1 0 0,-1 0 1 0 0,2 0 0 0 0,-1 0 0 0 0,0 0 0 0 0,1-1-1 0 0,5 4 1 0 0,5 1-84 0 0,1 0 1 0 0,-1-1-1 0 0,1-1 0 0 0,1-1 1 0 0,-1 0-1 0 0,1-1 0 0 0,-1 0 1 0 0,1-2-1 0 0,0 0 0 0 0,25 0 1 0 0,-17-3-259 0 0,0 0 1 0 0,0-2-1 0 0,-1 0 1 0 0,1-2-1 0 0,-1 0 1 0 0,37-15-1 0 0,-40 11 146 0 0,-1-2 0 0 0,1 0 1 0 0,-2-1-1 0 0,0-1 0 0 0,0-1 0 0 0,-1-1 0 0 0,-1 0 0 0 0,30-35 1 0 0,-15 10 820 0 0,-1-1 0 0 0,47-88 0 0 0,-56 97-80 0 0,-20 29-380 0 0,-2 3-163 0 0,1 0 0 0 0,-1 0 0 0 0,1 0 1 0 0,-1 1-1 0 0,1-1 0 0 0,-1 0 0 0 0,1 0 1 0 0,-1 1-1 0 0,1-1 0 0 0,-1 0 0 0 0,1 1 0 0 0,-1-1 1 0 0,1 0-1 0 0,-1 1 0 0 0,0-1 0 0 0,1 0 1 0 0,-1 1-1 0 0,0-1 0 0 0,1 1 0 0 0,-1-1 0 0 0,0 1 1 0 0,0-1-1 0 0,1 1 0 0 0,-1-1 0 0 0,0 1 1 0 0,0-1-1 0 0,0 1 0 0 0,0-1 0 0 0,1 1 0 0 0,-1-1 1 0 0,0 1-1 0 0,0 0 0 0 0,0-1 0 0 0,0 1 1 0 0,-1-1-1 0 0,1 1 0 0 0,0-1 0 0 0,0 1 0 0 0,0-1 1 0 0,0 1-1 0 0,-1 0 0 0 0,-4 26-10 0 0,5-26 6 0 0,-15 46 60 0 0,-42 87 0 0 0,36-89-48 0 0,-11 18-21 0 0,-6 13 524 0 0,38-74-335 0 0,1-3-170 0 0,0 1 1 0 0,1-1 0 0 0,-1 0 0 0 0,0 1 0 0 0,1-1-1 0 0,-1 0 1 0 0,0 0 0 0 0,0 0 0 0 0,0 0 0 0 0,0 0-1 0 0,0 0 1 0 0,0-1 0 0 0,1 0 0 0 0,3-4 7 0 0,183-170 163 0 0,-142 138-191 0 0,2 1 0 0 0,67-38 0 0 0,-97 65 4 0 0,0 1 0 0 0,36-13 0 0 0,-52 22 14 0 0,1-1 0 0 0,-1 0 1 0 0,1 1-1 0 0,0-1 0 0 0,-1 1 1 0 0,1 0-1 0 0,-1 0 0 0 0,1 0 1 0 0,-1 0-1 0 0,1 0 0 0 0,0 1 1 0 0,-1-1-1 0 0,1 1 0 0 0,-1-1 1 0 0,4 2-1 0 0,-5-1 8 0 0,1 0 0 0 0,0 0-1 0 0,-1 1 1 0 0,1-1-1 0 0,-1 0 1 0 0,0 1 0 0 0,1-1-1 0 0,-1 0 1 0 0,0 1 0 0 0,0 0-1 0 0,0-1 1 0 0,0 1 0 0 0,0 0-1 0 0,0-1 1 0 0,0 1 0 0 0,0 2-1 0 0,0 2 29 0 0,1 1 0 0 0,-1 0 0 0 0,-1-1 0 0 0,1 1 0 0 0,-1 0 0 0 0,0-1 0 0 0,-1 1 0 0 0,0 0 0 0 0,-2 11 0 0 0,-6 12 150 0 0,-1-1 1 0 0,-16 30-1 0 0,16-35-92 0 0,0 0 0 0 0,1 0 0 0 0,-9 41 0 0 0,18-64-90 0 0,0 1 1 0 0,0-1-1 0 0,0 0 1 0 0,0 1-1 0 0,0-1 1 0 0,0 0-1 0 0,1 0 1 0 0,-1 1-1 0 0,0-1 1 0 0,1 0-1 0 0,-1 0 1 0 0,1 0-1 0 0,0 1 1 0 0,-1-1-1 0 0,1 0 1 0 0,0 0-1 0 0,0 0 1 0 0,0 0-1 0 0,-1 0 1 0 0,1 0-1 0 0,0-1 1 0 0,0 1-1 0 0,0 0 1 0 0,0 0-1 0 0,1-1 1 0 0,-1 1-1 0 0,0-1 1 0 0,0 1-1 0 0,2 0 1 0 0,1 1 8 0 0,1 0 1 0 0,-1-1-1 0 0,1 0 1 0 0,0 1 0 0 0,0-2-1 0 0,6 2 1 0 0,1-2-74 0 0,0-1 0 0 0,0 0 0 0 0,-1 0 0 0 0,1-1 1 0 0,0-1-1 0 0,0 0 0 0 0,-1-1 0 0 0,14-5 0 0 0,5-5-1361 0 0,49-31-1 0 0,-62 33-39 0 0,28-23 0 0 0,-7-1-3300 0 0,-7 4-1516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01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55 92 0 0,'-417'28'14939'0'0,"393"-28"-14036"0"0,20 0-560 0 0,10 0-67 0 0,421-15-3136 0 0,-190 9-3286 0 0,-111 2 1003 0 0</inkml:trace>
  <inkml:trace contextRef="#ctx0" brushRef="#br0" timeOffset="1">4868 1099 200 0 0,'-36'10'5549'0'0,"-63"28"-1"0"0,98-38-5493 0 0,0 1-1 0 0,1-1 1 0 0,-1 0-1 0 0,0 1 1 0 0,0-1-1 0 0,0 1 1 0 0,0 0-1 0 0,0-1 1 0 0,0 1-1 0 0,1 0 1 0 0,-1 0-1 0 0,0-1 1 0 0,0 1-1 0 0,1 0 1 0 0,-1 0 0 0 0,1 0-1 0 0,-1 0 1 0 0,1 0-1 0 0,-1 0 1 0 0,1 0-1 0 0,0 0 1 0 0,-1 0-1 0 0,1 0 1 0 0,0 0-1 0 0,0 0 1 0 0,-1 0-1 0 0,1 0 1 0 0,0 0-1 0 0,0 0 1 0 0,0 0 0 0 0,1 0-1 0 0,-1 0 1 0 0,0 0-1 0 0,0 0 1 0 0,1 0-1 0 0,-1 0 1 0 0,0 0-1 0 0,1 0 1 0 0,-1 0-1 0 0,1 0 1 0 0,-1 0-1 0 0,1 0 1 0 0,-1 0-1 0 0,1 0 1 0 0,0 0-1 0 0,0-1 1 0 0,-1 1 0 0 0,1 0-1 0 0,0-1 1 0 0,0 1-1 0 0,0 0 1 0 0,0-1-1 0 0,0 1 1 0 0,-1-1-1 0 0,1 1 1 0 0,0-1-1 0 0,0 0 1 0 0,0 1-1 0 0,1-1 1 0 0,-1 0-1 0 0,2 0 1 0 0,11 3 48 0 0,1-2 1 0 0,0 0-1 0 0,-1-1 1 0 0,1 0-1 0 0,0-1 0 0 0,-1-1 1 0 0,1 0-1 0 0,23-8 1 0 0,-3 0-21 0 0,1-2 1 0 0,44-23-1 0 0,-50 19-51 0 0,0 0-1 0 0,-2-3 0 0 0,0 0 0 0 0,-2-2 0 0 0,0 0 0 0 0,-1-2 0 0 0,-1-1 0 0 0,-2-1 0 0 0,0-1 1 0 0,-2-1-1 0 0,29-48 0 0 0,-10 3 295 0 0,45-114 0 0 0,-81 180-267 0 0,4-20 41 0 0,-7 23-52 0 0,-1 3-46 0 0,-1 1 1 0 0,1-1-1 0 0,-1 0 1 0 0,1 1 0 0 0,-1 0-1 0 0,1-1 1 0 0,-1 1 0 0 0,1 0-1 0 0,-1-1 1 0 0,1 1 0 0 0,0 0-1 0 0,-1 0 1 0 0,1 0 0 0 0,0 0-1 0 0,0 0 1 0 0,-1 2-1 0 0,-19 23 5 0 0,14-16-5 0 0,-21 28-15 0 0,2 1 1 0 0,1 1-1 0 0,2 0 1 0 0,2 2 0 0 0,1 1-1 0 0,-21 71 1 0 0,38-104 25 0 0,1 0 0 0 0,0 1 1 0 0,1-1-1 0 0,0 0 0 0 0,1 0 1 0 0,0 0-1 0 0,0 1 1 0 0,1-1-1 0 0,1 0 0 0 0,3 17 1 0 0,-3-21-3 0 0,0-1 0 0 0,1 1-1 0 0,0 0 1 0 0,-1-1 0 0 0,2 0 0 0 0,-1 1 0 0 0,1-1 0 0 0,-1 0 0 0 0,2-1 0 0 0,-1 1 0 0 0,0-1-1 0 0,1 0 1 0 0,0 0 0 0 0,0 0 0 0 0,0-1 0 0 0,0 0 0 0 0,0 1 0 0 0,11 2 0 0 0,-4-1-231 0 0,0-1 1 0 0,0-1-1 0 0,1 0 1 0 0,-1 0 0 0 0,1-2-1 0 0,0 1 1 0 0,0-2 0 0 0,0 0-1 0 0,-1 0 1 0 0,1-1 0 0 0,0-1-1 0 0,0 0 1 0 0,22-7-1 0 0,-22 5-709 0 0,0-1-1 0 0,0-1 0 0 0,0 0 0 0 0,-1 0 0 0 0,0-2 0 0 0,0 1 0 0 0,16-15 0 0 0,5-8-3567 0 0</inkml:trace>
  <inkml:trace contextRef="#ctx0" brushRef="#br0" timeOffset="2">5634 101 924 0 0,'-22'-10'1665'0'0,"-52"-20"3002"0"0,-100-29-1 0 0,172 59-4639 0 0,1 0-1 0 0,0-1 0 0 0,-1 1 0 0 0,1 0 0 0 0,0 0 0 0 0,-1 0 1 0 0,1 0-1 0 0,-1 0 0 0 0,1 0 0 0 0,0 0 0 0 0,-1 0 0 0 0,1 0 1 0 0,0 1-1 0 0,-1-1 0 0 0,-2 2 0 0 0,8 10-683 0 0,-1-9 314 0 0,0 0 0 0 0,0 0-1 0 0,1 0 1 0 0,-1-1 0 0 0,0 1-1 0 0,1-1 1 0 0,0 0 0 0 0,-1 0-1 0 0,1 0 1 0 0,0-1 0 0 0,7 3-1 0 0,-1-1-953 0 0,24 10-2566 0 0</inkml:trace>
  <inkml:trace contextRef="#ctx0" brushRef="#br0" timeOffset="3">6458 105 688 0 0,'-1'-11'1820'0'0,"-2"-9"6099"0"0,1 6-4793 0 0,2 12-2039 0 0,0 1-993 0 0,0 1 1 0 0,0 0-1 0 0,0-1 0 0 0,0 1 1 0 0,0 0-1 0 0,0 0 1 0 0,0-1-1 0 0,0 1 0 0 0,0 0 1 0 0,0-1-1 0 0,0 1 0 0 0,0 0 1 0 0,0 0-1 0 0,0-1 0 0 0,0 1 1 0 0,0 0-1 0 0,-1-1 0 0 0,1 1 1 0 0,0 0-1 0 0,0 0 1 0 0,0-1-1 0 0,-1 0 472 0 0,1 1-472 0 0,-1 0 1 0 0,1 0-1 0 0,0-1 1 0 0,0 1-1 0 0,-1 0 0 0 0,1 0 1 0 0,0 0-1 0 0,0 0 0 0 0,-1 0 1 0 0,-2 3-50 0 0,-1 0 0 0 0,1 0 0 0 0,1 1 0 0 0,-1-1 0 0 0,0 1 0 0 0,1 0 1 0 0,0 0-1 0 0,0 0 0 0 0,-2 5 0 0 0,-17 48 438 0 0,14-36-245 0 0,-137 378 2831 0 0,100-280-2456 0 0,-103 324 650 0 0,144-430-1225 0 0,0 0-1 0 0,1 0 1 0 0,0 0 0 0 0,1 0 0 0 0,0 15-1 0 0,1-26-76 0 0,0 1-1 0 0,0 0 0 0 0,1-1 0 0 0,-1 1 1 0 0,1 0-1 0 0,-1-1 0 0 0,1 1 0 0 0,0 0 1 0 0,0-1-1 0 0,0 1 0 0 0,0-1 1 0 0,1 0-1 0 0,-1 1 0 0 0,1-1 0 0 0,-1 0 1 0 0,1 0-1 0 0,0 0 0 0 0,0 0 1 0 0,0 0-1 0 0,0 0 0 0 0,0 0 0 0 0,0-1 1 0 0,0 1-1 0 0,1-1 0 0 0,-1 0 0 0 0,1 1 1 0 0,-1-1-1 0 0,1 0 0 0 0,-1-1 1 0 0,1 1-1 0 0,4 1 0 0 0,3-1-512 0 0,0 0 0 0 0,0-1 1 0 0,1 0-1 0 0,-1-1 0 0 0,0 0 0 0 0,0 0 0 0 0,0-1 0 0 0,0-1 1 0 0,17-5-1 0 0,-5-1-1645 0 0,-1 0 1 0 0,1-2-1 0 0,23-16 0 0 0,3-4-4392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03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212 564 3012 0 0,'-84'-18'6015'0'0,"-25"-4"1070"0"0,90 17-5764 0 0,30 1-333 0 0,33-1-453 0 0,324 11 65 0 0,-149 0-1544 0 0,-136-5 42 0 0,111 1-2857 0 0,-65-6-2618 0 0,-74 0 1207 0 0</inkml:trace>
  <inkml:trace contextRef="#ctx0" brushRef="#br0" timeOffset="1">3058 754 572 0 0,'-12'-90'14260'0'0,"3"38"-9942"0"0,9 50-4014 0 0,-54 242 16 0 0,0-31-172 0 0,50-196-949 0 0,1 0-1 0 0,0 1 1 0 0,-1 16 0 0 0,4-27 599 0 0,0 0 0 0 0,-1-1 0 0 0,1 1 1 0 0,0 0-1 0 0,1-1 0 0 0,-1 1 0 0 0,0 0 1 0 0,1-1-1 0 0,-1 1 0 0 0,1 0 0 0 0,0-1 1 0 0,0 1-1 0 0,0-1 0 0 0,0 1 0 0 0,0-1 1 0 0,1 0-1 0 0,-1 1 0 0 0,1-1 0 0 0,-1 0 1 0 0,1 0-1 0 0,0 0 0 0 0,4 3 0 0 0,26-2-9470 0 0</inkml:trace>
  <inkml:trace contextRef="#ctx0" brushRef="#br0" timeOffset="2">3626 745 1760 0 0,'4'-6'1558'0'0,"0"0"0"0"0,-1-1-1 0 0,0 0 1 0 0,0 1 0 0 0,4-15-1 0 0,-3-14 1716 0 0,-5 34-3223 0 0,1 0 0 0 0,-1 0 0 0 0,1 0 1 0 0,-1 0-1 0 0,1 0 0 0 0,-1 1 1 0 0,0-1-1 0 0,0 0 0 0 0,1 0 0 0 0,-1 0 1 0 0,0 1-1 0 0,0-1 0 0 0,0 0 0 0 0,0 1 1 0 0,0-1-1 0 0,0 1 0 0 0,0-1 0 0 0,0 1 1 0 0,0 0-1 0 0,0-1 0 0 0,0 1 1 0 0,0 0-1 0 0,0 0 0 0 0,0-1 0 0 0,0 1 1 0 0,-1 0-1 0 0,1 0 0 0 0,0 0 0 0 0,0 1 1 0 0,0-1-1 0 0,0 0 0 0 0,-1 0 0 0 0,-6 2 0 0 0,0 1 0 0 0,1-1 0 0 0,-1 1 0 0 0,1 0 0 0 0,0 1-1 0 0,0 0 1 0 0,-7 4 0 0 0,11-5-46 0 0,-1 0 0 0 0,1 0-1 0 0,-1 0 1 0 0,1 0 0 0 0,0 0 0 0 0,0 0-1 0 0,1 1 1 0 0,-1 0 0 0 0,1-1 0 0 0,-1 1 0 0 0,1 0-1 0 0,0 0 1 0 0,1 0 0 0 0,-3 8 0 0 0,4-8 0 0 0,0-1 0 0 0,1 1 0 0 0,-1 0 0 0 0,1-1 0 0 0,0 1 0 0 0,0 0 0 0 0,1-1 0 0 0,-1 1 0 0 0,1-1 0 0 0,-1 0 0 0 0,1 0 0 0 0,0 1 1 0 0,0-1-1 0 0,1 0 0 0 0,2 2 0 0 0,-4-3 0 0 0,20 24 23 0 0,35 32-1 0 0,-31-34-22 0 0,23 31-1 0 0,-35-39-93 0 0,-7-10 165 0 0,-1 1-1 0 0,0 0 1 0 0,0-1-1 0 0,-1 2 1 0 0,7 12 0 0 0,-11-18 5 0 0,1 1 0 0 0,0-1 0 0 0,-1 1 0 0 0,0-1 0 0 0,1 0 0 0 0,-1 1 0 0 0,0-1 0 0 0,0 1 0 0 0,0-1 0 0 0,-1 0 0 0 0,1 1 0 0 0,0-1 0 0 0,-1 1 0 0 0,0-1 0 0 0,1 0 0 0 0,-1 1 0 0 0,0-1 0 0 0,0 0 0 0 0,-1 0 0 0 0,1 0 0 0 0,0 0 0 0 0,-1 0 0 0 0,1 0 0 0 0,-3 3 0 0 0,-3 1 50 0 0,1-1 1 0 0,-1 0 0 0 0,0 0-1 0 0,0 0 1 0 0,-1-1-1 0 0,1 0 1 0 0,-1 0-1 0 0,0-1 1 0 0,0 0 0 0 0,0 0-1 0 0,0-1 1 0 0,-1 0-1 0 0,1 0 1 0 0,-12 0 0 0 0,7-1-216 0 0,0 0 0 0 0,0-1 0 0 0,1 0 0 0 0,-1-1 0 0 0,0-1 0 0 0,0 0 0 0 0,1-1 0 0 0,-24-8 0 0 0,28 8-547 0 0,0-1 1 0 0,1 0-1 0 0,0 0 1 0 0,0 0-1 0 0,0-1 1 0 0,0 0-1 0 0,-9-10 1 0 0,11 10-545 0 0,1-1-1 0 0,-1 0 1 0 0,1 0 0 0 0,0 0 0 0 0,-4-9 0 0 0,-3-11-4485 0 0</inkml:trace>
  <inkml:trace contextRef="#ctx0" brushRef="#br0" timeOffset="3">3297 89 1264 0 0,'-11'-15'2480'0'0,"2"4"-459"0"0,3 0-269 0 0,2 1 904 0 0,-7-5-1036 0 0,0 2-624 0 0,5 0-360 0 0,6 28-7120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25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15 348 0 0,'0'0'1948'0'0,"0"-15"-3396"0"0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29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7 212 0 0,'0'0'657'0'0,"10"-6"2226"0"0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05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140 755 1864 0 0,'0'-13'4118'0'0,"-1"6"-3698"0"0,0-4 1861 0 0,-4 22-915 0 0,-65 343 1960 0 0,22-104-2924 0 0,35-141-2583 0 0,12-82-1618 0 0</inkml:trace>
  <inkml:trace contextRef="#ctx0" brushRef="#br0" timeOffset="1">181 258 788 0 0,'9'-223'9961'0'0,"-9"200"-9686"0"0,0 23-378 0 0,0-1 0 0 0,0 1-1 0 0,-1-1 1 0 0,1 1 0 0 0,0-1-1 0 0,0 1 1 0 0,0-1 0 0 0,0 1-1 0 0,0-1 1 0 0,1 1 0 0 0,-1-1-1 0 0,0 1 1 0 0,0-1 0 0 0,0 1-1 0 0,0-1 1 0 0,1 1 0 0 0,-1-1-1 0 0,0 1 1 0 0,0-1 0 0 0,1 1-1 0 0,-1-1 1 0 0,1 0 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0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1868 0 0,'3'15'7722'0'0,"0"-8"-7100"0"0,0 1 1 0 0,1-1-1 0 0,0 1 1 0 0,1-1 0 0 0,7 9-1 0 0,-3-5-323 0 0,1 5-185 0 0,-1-1 0 0 0,0 1 0 0 0,-1 0 0 0 0,0 1 0 0 0,-2 0 0 0 0,0 0 0 0 0,-1 1 1 0 0,-1 0-1 0 0,0-1 0 0 0,1 26 0 0 0,-3-23-77 0 0,-2 0 1 0 0,0 1-1 0 0,-1-1 1 0 0,-2 0-1 0 0,0 0 1 0 0,-1 0-1 0 0,0 0 1 0 0,-2-1 0 0 0,-8 21-1 0 0,9-29-13 0 0,1-2 23 0 0,0 1 1 0 0,-1 0-1 0 0,0-1 0 0 0,-9 13 1 0 0,12-20 44 0 0,1-1 4 0 0,0-1-85 0 0,0 1 1 0 0,0-1-1 0 0,0 1 0 0 0,0-1 0 0 0,0 0 0 0 0,0 0 0 0 0,1 0 1 0 0,-1 1-1 0 0,0-1 0 0 0,0 0 0 0 0,0 0 0 0 0,0 0 0 0 0,0 0 1 0 0,-1-1-1 0 0,0-2 1 0 0,1 0 1 0 0,0 0 0 0 0,0 0-1 0 0,0 0 1 0 0,0-1 0 0 0,0 1-1 0 0,1 0 1 0 0,-1-1 0 0 0,1 1-1 0 0,0-1 1 0 0,0 1 0 0 0,0 0-1 0 0,1-1 1 0 0,-1 1 0 0 0,2-5-1 0 0,2-9 12 0 0,10-29 0 0 0,3 5 3 0 0,2 0 0 0 0,1 2 0 0 0,2 0-1 0 0,2 1 1 0 0,1 2 0 0 0,2 0 0 0 0,2 2 0 0 0,0 1 0 0 0,3 1 0 0 0,61-48 0 0 0,-87 75-28 0 0,0 1 1 0 0,0 1-1 0 0,0-1 0 0 0,0 1 1 0 0,1 0-1 0 0,-1 1 0 0 0,1-1 1 0 0,0 1-1 0 0,10-2 0 0 0,-14 4 4 0 0,0 0 0 0 0,0 0-1 0 0,0 0 1 0 0,0 0 0 0 0,0 0-1 0 0,0 0 1 0 0,0 1 0 0 0,0 0-1 0 0,-1-1 1 0 0,1 1 0 0 0,0 0-1 0 0,0 1 1 0 0,0-1 0 0 0,-1 0-1 0 0,1 1 1 0 0,-1-1 0 0 0,1 1-1 0 0,-1 0 1 0 0,0 0 0 0 0,0 0-1 0 0,1 0 1 0 0,-1 0-1 0 0,0 0 1 0 0,2 5 0 0 0,1 2 11 0 0,0 0 0 0 0,-1 0-1 0 0,0 1 1 0 0,-1-1 0 0 0,0 1 0 0 0,0 0 0 0 0,-1 0 0 0 0,-1 0 0 0 0,1 0-1 0 0,-2 0 1 0 0,1 0 0 0 0,-2 11 0 0 0,-2 18 29 0 0,-14 67 0 0 0,16-98-40 0 0,-16 60 20 0 0,-4 22-1392 0 0,20-79 407 0 0,0 1 0 0 0,0 0 0 0 0,2 13 0 0 0,4-2-4061 0 0</inkml:trace>
  <inkml:trace contextRef="#ctx0" brushRef="#br0" timeOffset="1">973 192 2476 0 0,'10'-30'3220'0'0,"-4"10"1354"0"0,8-33 1 0 0,-14 50-3879 0 0,0 3-647 0 0,1 0 0 0 0,-1-1 0 0 0,0 1 0 0 0,0 0 0 0 0,0-1 0 0 0,0 1 0 0 0,0 0 0 0 0,0-1 0 0 0,0 1 0 0 0,0 0-1 0 0,0-1 1 0 0,0 1 0 0 0,0 0 0 0 0,0-1 0 0 0,0 1 0 0 0,0 0 0 0 0,0-1 0 0 0,0 1 0 0 0,0 0 0 0 0,0-1 0 0 0,0 1-1 0 0,0 0 1 0 0,-1-1 0 0 0,1 1 0 0 0,0 0 0 0 0,0-1 0 0 0,0 1 0 0 0,-1 0 0 0 0,1 0 0 0 0,0-1 0 0 0,0 1 0 0 0,-1 0-1 0 0,1 0 1 0 0,0 0 0 0 0,0-1 0 0 0,-1 1 0 0 0,1 0 0 0 0,0 0 0 0 0,-1 0 0 0 0,-13 14 411 0 0,-32 48-340 0 0,3 2 0 0 0,2 2 0 0 0,4 1-1 0 0,-44 108 1 0 0,81-175-120 0 0,-7 19-301 0 0,0 0 1 0 0,2 1-1 0 0,-7 38 1 0 0,12-53 101 0 0,-1 1 0 0 0,1-1 1 0 0,1 0-1 0 0,-1 1 0 0 0,1-1 1 0 0,0 0-1 0 0,0 0 0 0 0,3 10 1 0 0,-2-12 23 0 0,-1 0 0 0 0,1 0 1 0 0,-1 0-1 0 0,1-1 0 0 0,0 1 1 0 0,0-1-1 0 0,0 0 0 0 0,0 1 1 0 0,0-1-1 0 0,1 0 0 0 0,-1 0 1 0 0,1 0-1 0 0,-1-1 0 0 0,1 1 1 0 0,0-1-1 0 0,4 3 0 0 0,2-2-456 0 0,-1 1-1 0 0,1-1 1 0 0,0 0-1 0 0,0-1 1 0 0,0 0-1 0 0,0-1 1 0 0,0 0 0 0 0,0 0-1 0 0,0-1 1 0 0,0 0-1 0 0,15-4 1 0 0,6-1-1985 0 0</inkml:trace>
  <inkml:trace contextRef="#ctx0" brushRef="#br0" timeOffset="2">1268 482 1648 0 0,'3'-7'1442'0'0,"0"-1"0"0"0,-1 1-1 0 0,3-13 1 0 0,-5 17-1061 0 0,1 0 1 0 0,-1 1-1 0 0,0-1 1 0 0,0 0-1 0 0,0 0 1 0 0,0 1-1 0 0,0-1 0 0 0,-1 0 1 0 0,1 1-1 0 0,-1-1 1 0 0,0 0-1 0 0,0 1 1 0 0,-2-5-1 0 0,2 5 231 0 0,-15 6-178 0 0,15-4-418 0 0,1 0 0 0 0,-1 1 0 0 0,0-1 0 0 0,0 0 0 0 0,1 1-1 0 0,-1-1 1 0 0,0 1 0 0 0,1-1 0 0 0,-1 1 0 0 0,0-1 0 0 0,1 1-1 0 0,-1 0 1 0 0,1-1 0 0 0,-1 1 0 0 0,1 0 0 0 0,-1-1 0 0 0,1 1 0 0 0,0 0-1 0 0,-1-1 1 0 0,1 2 0 0 0,-2 1 46 0 0,-9 12 71 0 0,0 1 0 0 0,2 0 1 0 0,-1 0-1 0 0,2 1 0 0 0,0 0 0 0 0,1 0 1 0 0,1 1-1 0 0,1 0 0 0 0,0 0 0 0 0,-3 27 0 0 0,8-41-118 0 0,0 1 0 0 0,0 0 0 0 0,0 0 0 0 0,0-1 0 0 0,1 1 0 0 0,0 0 0 0 0,0-1 0 0 0,0 1 0 0 0,1-1 0 0 0,-1 1 0 0 0,1-1 0 0 0,4 7 0 0 0,-4-8-7 0 0,0 0-1 0 0,0-1 1 0 0,1 1-1 0 0,-1-1 0 0 0,0 1 1 0 0,1-1-1 0 0,0 0 0 0 0,0 0 1 0 0,-1 0-1 0 0,1 0 0 0 0,0-1 1 0 0,0 1-1 0 0,1-1 0 0 0,-1 0 1 0 0,0 0-1 0 0,0 0 0 0 0,1 0 1 0 0,3 0-1 0 0,13 1-33 0 0,1 0-1 0 0,-1-2 1 0 0,1-1 0 0 0,0 0-1 0 0,37-8 1 0 0,-29 2-42 0 0,-1-1 0 0 0,0-1 0 0 0,41-19-1 0 0,-60 24 58 0 0,0-1 0 0 0,0 0-1 0 0,-1-1 1 0 0,1 1-1 0 0,-1-2 1 0 0,-1 1-1 0 0,1-1 1 0 0,-1 0-1 0 0,0-1 1 0 0,-1 1-1 0 0,8-13 1 0 0,-11 15 9 0 0,0-1 1 0 0,0 1 0 0 0,-1-1-1 0 0,0 0 1 0 0,0 0-1 0 0,-1 0 1 0 0,1 0-1 0 0,-1 0 1 0 0,-1 0-1 0 0,1 0 1 0 0,-1 0-1 0 0,0 0 1 0 0,0 0-1 0 0,-1-1 1 0 0,0 1 0 0 0,0 0-1 0 0,0 0 1 0 0,-1 0-1 0 0,-4-10 1 0 0,3 7-1 0 0,-2 0 1 0 0,1 0-1 0 0,-1 1 1 0 0,0 0 0 0 0,0-1-1 0 0,-1 2 1 0 0,-1-1-1 0 0,1 1 1 0 0,-1 0-1 0 0,0 0 1 0 0,-1 1-1 0 0,1 0 1 0 0,-1 0 0 0 0,-10-5-1 0 0,11 7 3 0 0,-1 1-1 0 0,0 0 0 0 0,-1 0 1 0 0,1 0-1 0 0,0 1 1 0 0,-1 0-1 0 0,1 1 1 0 0,-1 0-1 0 0,0 0 1 0 0,1 1-1 0 0,-1 0 1 0 0,0 1-1 0 0,1 0 0 0 0,-1 0 1 0 0,0 1-1 0 0,-8 2 1 0 0,2 1-3 0 0,0 0 0 0 0,0 2 0 0 0,1-1 0 0 0,0 1 1 0 0,0 1-1 0 0,1 1 0 0 0,-22 17 0 0 0,25-18 2 0 0,2 1 0 0 0,-1 0 0 0 0,1 0-1 0 0,1 0 1 0 0,-1 1 0 0 0,2 0 0 0 0,-1 1 0 0 0,2-1-1 0 0,-1 1 1 0 0,-6 20 0 0 0,11-27-11 0 0,-1 0-1 0 0,1 0 1 0 0,0 0-1 0 0,1 1 1 0 0,-1-1-1 0 0,1 0 1 0 0,-1 1-1 0 0,1-1 1 0 0,1 0-1 0 0,-1 1 1 0 0,1-1-1 0 0,-1 0 1 0 0,1 1-1 0 0,0-1 1 0 0,1 0-1 0 0,-1 0 1 0 0,1 0-1 0 0,0 0 1 0 0,0 0-1 0 0,0 0 1 0 0,0-1-1 0 0,1 1 1 0 0,-1-1-1 0 0,1 1 1 0 0,0-1-1 0 0,0 0 1 0 0,7 5-1 0 0,-2-3-156 0 0,0 0 0 0 0,0 0-1 0 0,0-1 1 0 0,1 0-1 0 0,0 0 1 0 0,0-1 0 0 0,0 0-1 0 0,0-1 1 0 0,0 0 0 0 0,1 0-1 0 0,17 0 1 0 0,7-2-286 0 0,0-1 0 0 0,0-2 1 0 0,0-1-1 0 0,-1-2 0 0 0,0-1 1 0 0,0-2-1 0 0,58-23 0 0 0,-62 20 380 0 0,-2-2 0 0 0,1-1 0 0 0,-2-1 0 0 0,0-1 0 0 0,-1-1 0 0 0,-1-1 0 0 0,-1-1 0 0 0,39-44-1 0 0,-38 35 504 0 0,53-60 2098 0 0,-75 88-2353 0 0,0 2-32 0 0,-1 0-113 0 0,0-1 0 0 0,0 1-1 0 0,0-1 1 0 0,0 1 0 0 0,0-1 0 0 0,0 1-1 0 0,0 0 1 0 0,0 0 0 0 0,0 0-1 0 0,-1-1 1 0 0,1 1 0 0 0,0 0 0 0 0,0 0-1 0 0,-1 0 1 0 0,1 0 0 0 0,-1 0 0 0 0,1 0-1 0 0,-1 0 1 0 0,1 0 0 0 0,-1 1 0 0 0,0-1-1 0 0,0 0 1 0 0,1 0 0 0 0,-1 0-1 0 0,0 0 1 0 0,0 0 0 0 0,0 1 0 0 0,0-1-1 0 0,0 0 1 0 0,-1 2 0 0 0,0 3 77 0 0,-3 21 235 0 0,-2 0 1 0 0,-1-1-1 0 0,-15 38 1 0 0,-48 88 198 0 0,68-148-506 0 0,-7 15 556 0 0,9-17-315 0 0,6-11-233 0 0,41-60 0 0 0,62-68-1 0 0,-82 106-49 0 0,2 2-1 0 0,1 1 1 0 0,1 1 0 0 0,44-29-1 0 0,-68 51 13 0 0,-4 3-2 0 0,-1 0-1 0 0,1 1 1 0 0,-1-1-1 0 0,1 1 1 0 0,-1 0-1 0 0,1 0 1 0 0,0 0 0 0 0,0 0-1 0 0,0 0 1 0 0,0 0-1 0 0,5 0 1 0 0,14-1 14 0 0,-19 2-1 0 0,0 0 0 0 0,0 1 0 0 0,-1-1-1 0 0,1 1 1 0 0,0-1 0 0 0,0 1 0 0 0,-1 0-1 0 0,1 0 1 0 0,0 0 0 0 0,-1 0-1 0 0,1 1 1 0 0,-1-1 0 0 0,0 1 0 0 0,1-1-1 0 0,-1 1 1 0 0,0 0 0 0 0,0 0-1 0 0,4 4 1 0 0,-4-2 15 0 0,0 0-1 0 0,1 0 1 0 0,-1 0 0 0 0,-1 0-1 0 0,1 0 1 0 0,-1 1-1 0 0,1-1 1 0 0,-1 1 0 0 0,0-1-1 0 0,0 9 1 0 0,-1 4 30 0 0,0 0 0 0 0,-1 0 0 0 0,-1 0 0 0 0,-1 0 0 0 0,-5 19 1 0 0,-22 54 155 0 0,20-63-1238 0 0,1 0 1 0 0,-6 34-1 0 0,14-60 621 0 0,1 1 0 0 0,0 0 0 0 0,0-1 0 0 0,0 1 0 0 0,0 0 0 0 0,0 0 0 0 0,0-1 0 0 0,0 1 0 0 0,0 0 0 0 0,1-1 0 0 0,-1 1 0 0 0,1-1 0 0 0,-1 1 0 0 0,1 0-1 0 0,0-1 1 0 0,0 1 0 0 0,-1-1 0 0 0,3 2 0 0 0</inkml:trace>
  <inkml:trace contextRef="#ctx0" brushRef="#br0" timeOffset="3">3047 250 612 0 0,'1'-7'1270'0'0,"0"1"0"0"0,-1-1 0 0 0,0 0 0 0 0,0-7 0 0 0,-1 11-938 0 0,1 1 1 0 0,-1 0-1 0 0,0-1 1 0 0,0 1-1 0 0,0-1 1 0 0,0 1-1 0 0,0 0 1 0 0,0-1-1 0 0,-1 1 0 0 0,1 0 1 0 0,-1 0-1 0 0,0 0 1 0 0,-2-2-1 0 0,2 3-236 0 0,0 0 0 0 0,0-1 0 0 0,1 1 1 0 0,-1 0-1 0 0,0 1 0 0 0,0-1 0 0 0,-1 0 0 0 0,1 1 0 0 0,0-1 0 0 0,0 1 0 0 0,0 0 0 0 0,0-1 0 0 0,0 1 0 0 0,-1 0 0 0 0,1 0 0 0 0,0 1 0 0 0,0-1 0 0 0,-3 1 0 0 0,-2 0 32 0 0,0 1 1 0 0,0 0-1 0 0,0 0 0 0 0,-7 3 1 0 0,4 0-42 0 0,-1 0 0 0 0,1 1 0 0 0,1 0 0 0 0,-1 1 0 0 0,1 0 0 0 0,0 0 0 0 0,0 1 0 0 0,-12 16 0 0 0,17-20-74 0 0,1 1 0 0 0,0 0 0 0 0,0 0 0 0 0,0 0-1 0 0,1 0 1 0 0,0 0 0 0 0,0 0 0 0 0,0 1 0 0 0,0-1 0 0 0,1 1 0 0 0,0-1-1 0 0,0 1 1 0 0,1 0 0 0 0,-1-1 0 0 0,1 1 0 0 0,1 0 0 0 0,-1-1 0 0 0,1 1 0 0 0,2 10-1 0 0,3 4 27 0 0,2 0-1 0 0,0 0 1 0 0,1 0-1 0 0,13 21 1 0 0,51 67 591 0 0,-67-99-494 0 0,-6-8-76 0 0,1 0 0 0 0,0 0 0 0 0,-1 0 0 0 0,1 0 0 0 0,-1 1-1 0 0,1-1 1 0 0,-1 0 0 0 0,1 0 0 0 0,-1 1 0 0 0,0-1 0 0 0,0 0 0 0 0,0 0 0 0 0,0 1 0 0 0,0-1-1 0 0,0 0 1 0 0,0 1 0 0 0,0-1 0 0 0,0 0 0 0 0,-1 0 0 0 0,1 1 0 0 0,0-1 0 0 0,-1 0-1 0 0,1 0 1 0 0,-1 1 0 0 0,1-1 0 0 0,-1 0 0 0 0,0 0 0 0 0,1 0 0 0 0,-1 0 0 0 0,0 0 0 0 0,-2 2-1 0 0,0 0 48 0 0,0 0 0 0 0,0-1 0 0 0,-1 1 0 0 0,1-1 0 0 0,-1 1 0 0 0,1-1 0 0 0,-8 3 0 0 0,-10 2 163 0 0,1-1-1 0 0,-2-1 0 0 0,1 0 1 0 0,0-2-1 0 0,-1 0 0 0 0,0-2 1 0 0,-27-1-1 0 0,12-3-13 0 0,0-1 1 0 0,-1-2 0 0 0,-48-14-1 0 0,76 16-248 0 0,1 1-1 0 0,-1-2 1 0 0,1 0-1 0 0,-12-8 1 0 0,8 6-159 0 0,12 5 15 0 0,0 1 1 0 0,0 0-1 0 0,-1 0 0 0 0,1-1 1 0 0,0 1-1 0 0,0-1 0 0 0,0 1 1 0 0,1-1-1 0 0,-1 1 0 0 0,0-1 1 0 0,0 0-1 0 0,1 0 1 0 0,-1 1-1 0 0,1-1 0 0 0,0 0 1 0 0,-1 1-1 0 0,1-1 0 0 0,0 0 1 0 0,0 0-1 0 0,0 0 0 0 0,0 1 1 0 0,1-1-1 0 0,-1 0 0 0 0,0 0 1 0 0,1 1-1 0 0,-1-1 0 0 0,1 0 1 0 0,-1 1-1 0 0,1-1 0 0 0,0 0 1 0 0,0 1-1 0 0,0-1 0 0 0,0 1 1 0 0,0-1-1 0 0,0 1 0 0 0,0 0 1 0 0,0-1-1 0 0,3 0 1 0 0,3-4-1721 0 0,1 1 0 0 0,0 0 0 0 0,0 0 0 0 0,14-5 1 0 0,-5 4-3094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08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120 808 3200 0 0,'-1'-9'3669'0'0,"1"0"0"0"0,-2-1 0 0 0,1 1-1 0 0,-4-11 1 0 0,3 12-1275 0 0,-10 25-1634 0 0,-1 22-297 0 0,-11 51 0 0 0,8-23-331 0 0,14-57-140 0 0,-30 121 101 0 0,28-109-207 0 0,1 0-1 0 0,1 0 1 0 0,1 1-1 0 0,2 22 1 0 0,-1-43-3 0 0,0-1-1 0 0,0 1 1 0 0,1-1 0 0 0,-1 1-1 0 0,1-1 1 0 0,-1 1 0 0 0,1 0 0 0 0,-1-1-1 0 0,1 1 1 0 0,0-1 0 0 0,0 0-1 0 0,-1 1 1 0 0,1-1 0 0 0,0 0-1 0 0,0 1 1 0 0,1-1 0 0 0,-1 0-1 0 0,0 0 1 0 0,0 0 0 0 0,0 0 0 0 0,1 0-1 0 0,-1 0 1 0 0,1-1 0 0 0,1 2-1 0 0,0-1-96 0 0,-1 0 0 0 0,0-1 0 0 0,1 1-1 0 0,-1-1 1 0 0,0 0 0 0 0,1 0 0 0 0,-1 0 0 0 0,0 0-1 0 0,1 0 1 0 0,-1 0 0 0 0,0-1 0 0 0,1 1-1 0 0,-1-1 1 0 0,0 0 0 0 0,0 1 0 0 0,1-1 0 0 0,1-1-1 0 0,5-4-1443 0 0,1 1 0 0 0,-1-1 0 0 0,-1 0-1 0 0,1-1 1 0 0,13-15 0 0 0,-3 2-4469 0 0</inkml:trace>
  <inkml:trace contextRef="#ctx0" brushRef="#br0" timeOffset="1">354 369 804 0 0,'-11'-14'2001'0'0,"0"0"0"0"0,-1 1-1 0 0,0 1 1 0 0,-14-12 0 0 0,2 6 344 0 0,-37-24 1 0 0,59 42-2315 0 0,1-1 1 0 0,-1 0 0 0 0,1 0-1 0 0,-1 1 1 0 0,0-1 0 0 0,1 1-1 0 0,-1 0 1 0 0,0-1 0 0 0,1 1-1 0 0,-1 0 1 0 0,0 0 0 0 0,1 0-1 0 0,-1 0 1 0 0,0 0-1 0 0,1 0 1 0 0,-1 1 0 0 0,0-1-1 0 0,1 0 1 0 0,-3 2 0 0 0,2-2-103 0 0,1 1-3 0 0,1 0 0 0 0,-1-1 0 0 0,0 1 0 0 0,1 0 0 0 0,-1-1 0 0 0,1 1 0 0 0,-1 0 0 0 0,1 0 0 0 0,0 0 0 0 0,-1-1-1 0 0,1 1 1 0 0,0 0 0 0 0,-1 0 0 0 0,1 0 0 0 0,0 0 0 0 0,0 0 0 0 0,0 0 0 0 0,0 0 0 0 0,0-1 0 0 0,0 1 0 0 0,0 2 0 0 0,1 16-985 0 0,-1-19 1043 0 0,2 11-1589 0 0,-1-1 0 0 0,1 1 0 0 0,4 12 0 0 0,-6-23 1529 0 0,6 19-4381 0 0</inkml:trace>
  <inkml:trace contextRef="#ctx0" brushRef="#br0" timeOffset="2">713 832 756 0 0,'-6'-13'7423'0'0,"-42"-20"-210"0"0,34 25-6299 0 0,0 1 0 0 0,0 0 1 0 0,-25-6-1 0 0,34 12-840 0 0,-1 0 1 0 0,0 1-1 0 0,1 0 1 0 0,-1 0-1 0 0,0 0 1 0 0,1 1-1 0 0,-1 0 0 0 0,-6 1 1 0 0,-44 16 191 0 0,50-15-257 0 0,0 0 0 0 0,0 0 0 0 0,1 0-1 0 0,0 0 1 0 0,-1 1 0 0 0,1 0 0 0 0,1 0 0 0 0,-1 1 0 0 0,1-1-1 0 0,-1 1 1 0 0,1 0 0 0 0,1 0 0 0 0,-1 0 0 0 0,1 1 0 0 0,0-1-1 0 0,0 1 1 0 0,0 0 0 0 0,-1 6 0 0 0,2-8-8 0 0,2 0 1 0 0,-1 1 0 0 0,0-1-1 0 0,1 0 1 0 0,0 0-1 0 0,0 1 1 0 0,0-1-1 0 0,0 0 1 0 0,1 0-1 0 0,0 0 1 0 0,0 1-1 0 0,0-1 1 0 0,0 0-1 0 0,0 0 1 0 0,1 0-1 0 0,0 0 1 0 0,0-1 0 0 0,0 1-1 0 0,0 0 1 0 0,1-1-1 0 0,-1 0 1 0 0,1 1-1 0 0,0-1 1 0 0,0 0-1 0 0,0 0 1 0 0,0-1-1 0 0,5 4 1 0 0,19 11 17 0 0,0-1 0 0 0,31 14-1 0 0,17 10-5 0 0,-66-36-9 0 0,-5-2-1 0 0,0 0-1 0 0,0 0 1 0 0,0 0 0 0 0,0 1-1 0 0,6 5 1 0 0,-9-7-1 0 0,0-1 0 0 0,-1 1 0 0 0,1 0 0 0 0,-1-1 0 0 0,1 1 0 0 0,-1 0 0 0 0,1 0 0 0 0,-1 0 0 0 0,1 0 0 0 0,-1-1 0 0 0,0 1 0 0 0,0 0 0 0 0,1 0 0 0 0,-1 0 0 0 0,0 0 0 0 0,0 0 0 0 0,0 0 0 0 0,0 0 0 0 0,0 0 0 0 0,0-1 0 0 0,0 1 0 0 0,0 0 0 0 0,0 0 1 0 0,-1 0-1 0 0,1 0 0 0 0,0 0 0 0 0,0 0 0 0 0,-1 0 0 0 0,1-1 0 0 0,-1 1 0 0 0,1 0 0 0 0,-1 0 0 0 0,1 0 0 0 0,-1-1 0 0 0,1 1 0 0 0,-2 1 0 0 0,-5 4 3 0 0,0 1 1 0 0,-1-1-1 0 0,1-1 1 0 0,-1 0-1 0 0,0 0 1 0 0,-1 0-1 0 0,1-1 0 0 0,-1 0 1 0 0,0-1-1 0 0,-17 5 1 0 0,-6 0-10 0 0,-61 7 1 0 0,46-11-342 0 0,-76-3-1 0 0,102-5-630 0 0,16 2 738 0 0,5 2 152 0 0,-1 0 0 0 0,0 0 0 0 0,1-1 0 0 0,-1 1 0 0 0,0 0 0 0 0,1 0 0 0 0,-1-1 0 0 0,0 1 0 0 0,1 0 0 0 0,-1-1 0 0 0,1 1 0 0 0,-1 0-1 0 0,1-1 1 0 0,-1 1 0 0 0,1-1 0 0 0,-1 1 0 0 0,1-1 0 0 0,-1 1 0 0 0,1-1 0 0 0,0 0 0 0 0,-1 1 0 0 0,1-1 0 0 0,0 0 0 0 0,-1 1 0 0 0,1-1 0 0 0,0 1 0 0 0,0-1-1 0 0,0 0 1 0 0,0 0 0 0 0,-1 1 0 0 0,1-1 0 0 0,0 0 0 0 0,0 1 0 0 0,0-1 0 0 0,1-1 0 0 0,-1 0-167 0 0,1 0 0 0 0,-1 0 0 0 0,1 0 0 0 0,0 0 1 0 0,0 0-1 0 0,0 0 0 0 0,0 0 0 0 0,0 1 0 0 0,2-3 0 0 0,23-24-5499 0 0,-7 9 1027 0 0</inkml:trace>
  <inkml:trace contextRef="#ctx0" brushRef="#br0" timeOffset="3">1217 296 488 0 0,'8'-286'24226'0'0,"-10"277"-22502"0"0,-4 18-1210 0 0,-3 20-108 0 0,-117 575 2858 0 0,95-467-3075 0 0,18-79-242 0 0,2 0 0 0 0,-6 109 0 0 0,17-161 30 0 0,0 0-1 0 0,1 0 0 0 0,0 0 1 0 0,0 0-1 0 0,0 0 1 0 0,0 0-1 0 0,1-1 1 0 0,0 1-1 0 0,5 10 1 0 0,-5-14-89 0 0,0 1 0 0 0,-1-1 0 0 0,1 1 0 0 0,0-1 0 0 0,0 0 0 0 0,0 0 0 0 0,0 0 0 0 0,1 0 0 0 0,-1 0 0 0 0,1 0 0 0 0,-1-1 0 0 0,1 1 0 0 0,-1-1 0 0 0,1 0 0 0 0,0 0 0 0 0,0 0 0 0 0,-1 0 0 0 0,1 0 0 0 0,0 0 0 0 0,0-1 0 0 0,5 1 0 0 0,3-1-604 0 0,0-1 1 0 0,0 0 0 0 0,0 0 0 0 0,0-1 0 0 0,-1 0 0 0 0,1-1 0 0 0,-1 0 0 0 0,1-1-1 0 0,17-9 1 0 0,-13 5-1160 0 0,1-1 0 0 0,-1-1 0 0 0,-1-1 0 0 0,1 0 1 0 0,14-16-1 0 0,-5 2-5273 0 0</inkml:trace>
  <inkml:trace contextRef="#ctx0" brushRef="#br0" timeOffset="4">1144 502 628 0 0,'-55'-20'6913'0'0,"-57"-27"3477"0"0,111 47-10367 0 0,1 0-1 0 0,-1-1 1 0 0,1 1-1 0 0,0 0 1 0 0,-1 0-1 0 0,1-1 1 0 0,0 1 0 0 0,-1 0-1 0 0,1-1 1 0 0,0 1-1 0 0,-1 0 1 0 0,1-1-1 0 0,0 1 1 0 0,0-1 0 0 0,0 1-1 0 0,-1 0 1 0 0,1-1-1 0 0,0 1 1 0 0,0-1 0 0 0,0 1-1 0 0,0 0 1 0 0,0-1-1 0 0,0 1 1 0 0,0-1-1 0 0,0 1 1 0 0,0-1 0 0 0,0 1-1 0 0,0-1 1 0 0,0 1-1 0 0,0 0 1 0 0,0-1-1 0 0,0 1 1 0 0,0-1 0 0 0,0 1-1 0 0,1-1 1 0 0,-1 1-1 0 0,0 0 1 0 0,0-1 0 0 0,1 1-1 0 0,-1 0 1 0 0,0-1-1 0 0,0 1 1 0 0,1 0-1 0 0,-1-1 1 0 0,0 1 0 0 0,1 0-1 0 0,-1-1 1 0 0,1 1-1 0 0,17-14 233 0 0,-1 8-428 0 0,1 0 0 0 0,0 1 0 0 0,0 0 0 0 0,1 2 0 0 0,22-2 0 0 0,97 2-6455 0 0,-101 3 3233 0 0,7 1-2432 0 0</inkml:trace>
  <inkml:trace contextRef="#ctx0" brushRef="#br0" timeOffset="5">1903 651 2408 0 0,'-75'71'12209'0'0,"73"-70"-12036"0"0,0 1 1 0 0,1-1 0 0 0,-1 1-1 0 0,1 0 1 0 0,-1-1-1 0 0,1 1 1 0 0,0 0 0 0 0,-1 0-1 0 0,1 0 1 0 0,0 0 0 0 0,0 0-1 0 0,1 0 1 0 0,-1 0-1 0 0,0 0 1 0 0,1 0 0 0 0,-1 1-1 0 0,1-1 1 0 0,0 0-1 0 0,-1 0 1 0 0,1 0 0 0 0,1 3-1 0 0,-1-3 133 0 0,3 0-49 0 0,1-1-205 0 0,1 1 1 0 0,-1 0-1 0 0,0-1 0 0 0,1 0 1 0 0,0 0-1 0 0,-1 0 0 0 0,1-1 0 0 0,0 0 1 0 0,-1 0-1 0 0,1 0 0 0 0,0 0 1 0 0,-1-1-1 0 0,1 1 0 0 0,-1-1 0 0 0,1 0 1 0 0,-1-1-1 0 0,1 1 0 0 0,-1-1 1 0 0,9-4-1 0 0,-7 3-39 0 0,0-1 0 0 0,1 0 0 0 0,-1 0 0 0 0,0 0 0 0 0,-1-1 0 0 0,1 0-1 0 0,-1 0 1 0 0,0 0 0 0 0,0 0 0 0 0,-1-1 0 0 0,1 0 0 0 0,6-13 0 0 0,-9 14-19 0 0,0-1 0 0 0,0 1 0 0 0,-1-1 0 0 0,1 0 0 0 0,-1 1 0 0 0,-1-1 0 0 0,1 0 0 0 0,-1 0 0 0 0,0 0 0 0 0,0 0 0 0 0,-1 1 0 0 0,1-1 0 0 0,-1 0-1 0 0,-1 0 1 0 0,1 1 0 0 0,-1-1 0 0 0,0 1 0 0 0,0-1 0 0 0,-1 1 0 0 0,1 0 0 0 0,-1 0 0 0 0,0 0 0 0 0,-1 0 0 0 0,1 0 0 0 0,-1 1 0 0 0,0-1 0 0 0,0 1 0 0 0,-1 0 0 0 0,1 1 0 0 0,-1-1 0 0 0,0 1 0 0 0,1 0 0 0 0,-2 0 0 0 0,1 0-1 0 0,0 0 1 0 0,0 1 0 0 0,-1 0 0 0 0,0 0 0 0 0,1 1 0 0 0,-1 0 0 0 0,-10-2 0 0 0,5 4 0 0 0,0-1 0 0 0,0 2 0 0 0,0-1 0 0 0,1 2 0 0 0,-1-1 0 0 0,0 1 0 0 0,1 1 0 0 0,0 0 0 0 0,-1 0 0 0 0,2 1-1 0 0,-1 0 1 0 0,0 1 0 0 0,1 0 0 0 0,0 1 0 0 0,-15 14 0 0 0,-5 7 20 0 0,2 2-1 0 0,-47 63 0 0 0,63-78 2 0 0,1 0-1 0 0,0 0 1 0 0,2 1-1 0 0,0 1 1 0 0,0-1-1 0 0,2 1 1 0 0,-6 20-1 0 0,11-31-13 0 0,-1 0 0 0 0,1 0 0 0 0,0 0 0 0 0,1 0-1 0 0,0 0 1 0 0,0 0 0 0 0,0 0 0 0 0,0 0 0 0 0,1 0 0 0 0,0 0-1 0 0,1 0 1 0 0,-1 0 0 0 0,1 0 0 0 0,0 0 0 0 0,0-1 0 0 0,1 1-1 0 0,0-1 1 0 0,0 1 0 0 0,0-1 0 0 0,0 0 0 0 0,1-1 0 0 0,0 1-1 0 0,0 0 1 0 0,8 6 0 0 0,1-2-304 0 0,-1-1 1 0 0,1 0-1 0 0,0-1 0 0 0,1 0 0 0 0,0-1 0 0 0,0-1 0 0 0,0 0 1 0 0,1-1-1 0 0,0 0 0 0 0,16 1 0 0 0,-5-1-1283 0 0,0-2 1 0 0,-1-1-1 0 0,1-2 0 0 0,0 0 1 0 0,29-5-1 0 0,-16-1-3204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0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114 916 1476 0 0,'2'-11'1702'0'0,"0"0"0"0"0,-1 0-1 0 0,0 0 1 0 0,0 0 0 0 0,-1 0 0 0 0,-3-20 0 0 0,2-4 2016 0 0,2 20-1309 0 0,-6 65-609 0 0,0-5-1487 0 0,-2-1 1 0 0,-1 0-1 0 0,-3-1 0 0 0,-2 0 1 0 0,-27 64-1 0 0,21-78-375 0 0,16-32-101 0 0,2 3 156 0 0,1 0 1 0 0,0 0-1 0 0,-1 0 1 0 0,1 0 0 0 0,0-1-1 0 0,-1 1 1 0 0,1 0-1 0 0,0 0 1 0 0,0 0 0 0 0,-1 0-1 0 0,1-1 1 0 0,0 1-1 0 0,0 0 1 0 0,-1 0 0 0 0,1-1-1 0 0,0 1 1 0 0,0 0-1 0 0,0 0 1 0 0,-1-1 0 0 0,1 1-1 0 0,0 0 1 0 0,0-1-1 0 0,0 1 1 0 0,0 0 0 0 0,0-1-1 0 0,0 1 1 0 0,0 0-1 0 0,0 0 1 0 0,0-1 0 0 0,0 1-1 0 0,0 0 1 0 0,0-1-1 0 0,0 1 1 0 0,0 0-1 0 0,0-1 1 0 0,8-21-237 0 0,2 0-1 0 0,0 1 1 0 0,2 0 0 0 0,0 1-1 0 0,1 0 1 0 0,21-24-1 0 0,9-4-76 0 0,55-49-1 0 0,-78 78 275 0 0,1 2 1 0 0,1 0-1 0 0,0 2 1 0 0,1 0-1 0 0,0 2 1 0 0,1 0 0 0 0,1 2-1 0 0,50-17 1 0 0,-68 27 24 0 0,24-1 5 0 0,-24 4 4 0 0,-2 1 9 0 0,-3-2 16 0 0,0 0 0 0 0,0 0 0 0 0,0 0 0 0 0,0 0 1 0 0,0 1-1 0 0,-1-1 0 0 0,1 0 0 0 0,0 1 0 0 0,-1 0 0 0 0,1-1 1 0 0,-1 1-1 0 0,1 0 0 0 0,-1 0 0 0 0,0 0 0 0 0,0 0 0 0 0,0 0 0 0 0,0 0 1 0 0,0 0-1 0 0,0 0 0 0 0,-1 0 0 0 0,1 0 0 0 0,-1 1 0 0 0,1-1 1 0 0,-1 0-1 0 0,0 0 0 0 0,0 1 0 0 0,0 1 0 0 0,0 7 70 0 0,-1-1 0 0 0,0 1 0 0 0,0-1 0 0 0,-5 15 0 0 0,-5 10 113 0 0,-30 69 0 0 0,27-75-286 0 0,1 1 1 0 0,2 1-1 0 0,-8 34 0 0 0,19-64 17 0 0,0 0 1 0 0,0 1 0 0 0,0-1-1 0 0,0 0 1 0 0,1 0-1 0 0,-1 1 1 0 0,0-1-1 0 0,1 0 1 0 0,-1 0 0 0 0,0 1-1 0 0,1-1 1 0 0,-1 0-1 0 0,1 0 1 0 0,0 0-1 0 0,-1 0 1 0 0,1 0 0 0 0,0 0-1 0 0,0 0 1 0 0,0 0-1 0 0,0 0 1 0 0,0 0-1 0 0,-1 0 1 0 0,2-1 0 0 0,0 2-1 0 0,1 0-243 0 0,0 0 1 0 0,1 0-1 0 0,-1 0 0 0 0,1-1 1 0 0,-1 1-1 0 0,5 0 1 0 0,-1-1-409 0 0,1 0 0 0 0,-1-1 0 0 0,1 0 0 0 0,-1 0 1 0 0,1-1-1 0 0,-1 1 0 0 0,1-2 0 0 0,-1 1 1 0 0,0-1-1 0 0,0-1 0 0 0,1 1 0 0 0,9-6 1 0 0,10-8-4194 0 0</inkml:trace>
  <inkml:trace contextRef="#ctx0" brushRef="#br0" timeOffset="1">1112 503 992 0 0,'22'-60'3333'0'0,"-2"-1"-1"0"0,-2-1 1 0 0,-4 0-1 0 0,8-70 1 0 0,-21 47 1148 0 0,-1 48-3071 0 0,0 37-1403 0 0,-1 0 1 0 0,1 0-1 0 0,0 0 0 0 0,0 1 0 0 0,0-1 1 0 0,0 0-1 0 0,0 0 0 0 0,0 0 0 0 0,-1 1 0 0 0,1-1 1 0 0,0 0-1 0 0,0 0 0 0 0,0 0 0 0 0,-1 0 1 0 0,1 0-1 0 0,0 1 0 0 0,0-1 0 0 0,0 0 0 0 0,-1 0 1 0 0,1 0-1 0 0,0 0 0 0 0,0 0 0 0 0,0 0 1 0 0,-1 0-1 0 0,1 0 0 0 0,0 0 0 0 0,0 0 0 0 0,-1 0 1 0 0,1 0-1 0 0,0 0 0 0 0,0 0 0 0 0,-1 0 1 0 0,1 0-1 0 0,0 0 0 0 0,0 0 0 0 0,0 0 1 0 0,-1 0-1 0 0,1 0 0 0 0,0 0 0 0 0,0-1 0 0 0,-1 1 1 0 0,1 0-1 0 0,0 0 0 0 0,0 0 0 0 0,0 0 1 0 0,0 0-1 0 0,-1-1 0 0 0,1 1 0 0 0,0 0 0 0 0,0 0 1 0 0,0 0-1 0 0,0-1 0 0 0,0 1 0 0 0,0 0 1 0 0,-1 0-1 0 0,1 0 0 0 0,0-1 0 0 0,0 1 1 0 0,0 0-1 0 0,0 0 0 0 0,0-1 0 0 0,0 1 0 0 0,0 0 1 0 0,0 0-1 0 0,0-1 0 0 0,0 1 0 0 0,0 0 1 0 0,0 0-1 0 0,0-1 0 0 0,-13 16 173 0 0,-7 27 200 0 0,1 0 1 0 0,2 2-1 0 0,-19 74 1 0 0,20-63-162 0 0,-129 404 1149 0 0,99-319-1259 0 0,29-86-130 0 0,2 1 1 0 0,-9 72 0 0 0,22-114-21 0 0,0 3 48 0 0,0-1-1 0 0,1 1 0 0 0,0 0 1 0 0,3 17-1 0 0,-2-29-49 0 0,1-1 1 0 0,0 1-1 0 0,0 0 0 0 0,0 0 1 0 0,0-1-1 0 0,0 1 0 0 0,1 0 1 0 0,0-1-1 0 0,-1 0 0 0 0,1 1 1 0 0,1-1-1 0 0,-1 0 1 0 0,0 0-1 0 0,1 0 0 0 0,0 0 1 0 0,-1 0-1 0 0,1-1 0 0 0,0 1 1 0 0,0-1-1 0 0,1 0 0 0 0,4 3 1 0 0,-5-4-158 0 0,1 0-1 0 0,-1 0 1 0 0,1 0 0 0 0,-1-1 0 0 0,1 1-1 0 0,0-1 1 0 0,-1 0 0 0 0,1 0 0 0 0,0 0-1 0 0,-1 0 1 0 0,1-1 0 0 0,4 0 0 0 0,42-14-2727 0 0,-36 9 1598 0 0,-2 0 1 0 0,1 0-1 0 0,20-14 1 0 0,9-14-5365 0 0,-18 11 192 0 0</inkml:trace>
  <inkml:trace contextRef="#ctx0" brushRef="#br0" timeOffset="2">1211 559 1248 0 0,'-40'-20'4292'0'0,"-100"-53"7162"0"0,86 40-6729 0 0,53 33-4699 0 0,1-1 0 0 0,-1 1 0 0 0,1 0 1 0 0,-1-1-1 0 0,1 1 0 0 0,-1-1 0 0 0,1 1 0 0 0,0 0 0 0 0,-1-1 0 0 0,1 1 0 0 0,0-1 0 0 0,-1 1 0 0 0,1-1 0 0 0,0 0 0 0 0,0 1 0 0 0,-1-1 0 0 0,1 1 0 0 0,0-1 0 0 0,0 1 0 0 0,0-1 0 0 0,0 0 1 0 0,0 1-1 0 0,0-1 0 0 0,0 1 0 0 0,0-1 0 0 0,0 0 0 0 0,0 1 0 0 0,0-1 0 0 0,0 1 0 0 0,0-1 0 0 0,1 1 0 0 0,-1-1 0 0 0,0 0 0 0 0,0 1 0 0 0,1-1 0 0 0,-1 1 0 0 0,0-1 0 0 0,1 1 0 0 0,-1-1 0 0 0,0 1 1 0 0,1 0-1 0 0,-1-1 0 0 0,1 1 0 0 0,-1-1 0 0 0,1 1 0 0 0,-1 0 0 0 0,1-1 0 0 0,0 1 0 0 0,24-18 281 0 0,-2 7-184 0 0,1 1 0 0 0,0 1-1 0 0,45-10 1 0 0,80-8 18 0 0,-143 26-134 0 0,289-36 129 0 0,-121 18-575 0 0,-138 13-1081 0 0,-54 5-3502 0 0,-55 10-3963 0 0,56-7 3277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23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45 140 0 0,'0'0'985'0'0,"11"-23"42"0"0,-9 12-1936 0 0,0 0 466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24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9 140 0 0,'0'0'3098'0'0,"6"-9"-4192"0"0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31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11 244 0 0,'0'0'1902'0'0,"-4"-10"-2805"0"0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31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64 0 0,'0'0'1768'0'0,"4"10"-2836"0"0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32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0 652 0 0,'0'0'7471'0'0,"14"5"-6178"0"0,38-1-10 0 0,-49-4-1152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56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1185 700 0 0,'-1'0'43'0'0,"-28"-12"10199"0"0,22 12-10878 0 0,5 1 750 0 0,3 8-39 0 0,1-1 0 0 0,-1 0 0 0 0,2 1-1 0 0,-1-1 1 0 0,1 0 0 0 0,0 0 0 0 0,5 8 0 0 0,-2-2-31 0 0,-3-9-30 0 0,0 0 0 0 0,1 0-1 0 0,-1-1 1 0 0,1 1 0 0 0,0-1 0 0 0,0 0 0 0 0,9 7 0 0 0,-11-10-9 0 0,-1 1 0 0 0,1-1 0 0 0,0 0-1 0 0,0 0 1 0 0,0 0 0 0 0,0 0 0 0 0,0 0 0 0 0,0 0 0 0 0,0 0 0 0 0,1-1 0 0 0,-1 1-1 0 0,0-1 1 0 0,0 0 0 0 0,0 1 0 0 0,1-1 0 0 0,3-1 0 0 0,-2 1-1 0 0,0-1 1 0 0,0 0-1 0 0,0 0 0 0 0,0-1 1 0 0,0 1-1 0 0,-1-1 1 0 0,1 0-1 0 0,5-3 1 0 0,5-5-7 0 0,0-1 0 0 0,-1-1 1 0 0,18-19-1 0 0,-25 25-3 0 0,68-80 27 0 0,115-174 0 0 0,-108 142-18 0 0,131-196-275 0 0,-89 129 131 0 0,-113 172 126 0 0,161-219-127 0 0,-169 230 140 0 0,-1 0-1 0 0,1 0 0 0 0,0 0 1 0 0,-1 1-1 0 0,1-1 0 0 0,0 0 0 0 0,0 1 1 0 0,0 0-1 0 0,0-1 0 0 0,0 1 1 0 0,0 0-1 0 0,1 0 0 0 0,-1 0 1 0 0,0 1-1 0 0,1-1 0 0 0,-1 0 1 0 0,0 1-1 0 0,5-1 0 0 0,-6 1 2 0 0,0 0 0 0 0,0 1 0 0 0,0-1 0 0 0,0 0 0 0 0,0 1 0 0 0,0-1 0 0 0,0 0 0 0 0,-1 1 0 0 0,1-1 0 0 0,0 1 0 0 0,0 0 0 0 0,0-1 0 0 0,0 1 0 0 0,-1 0-1 0 0,1-1 1 0 0,0 1 0 0 0,0 1 0 0 0,1 1 1 0 0,-1-1 0 0 0,0 1-1 0 0,1-1 1 0 0,-1 1 0 0 0,0 0 0 0 0,-1-1-1 0 0,1 1 1 0 0,0 5 0 0 0,2 37 221 0 0,-2 0 0 0 0,-1 1-1 0 0,-3-1 1 0 0,-9 46 0 0 0,3-22 0 0 0,-33 208 785 0 0,27-189-750 0 0,-36 229 257 0 0,46-269-572 0 0,3 59 0 0 0,2-87-306 0 0,0-19 302 0 0,-1-1 0 0 0,1 1 0 0 0,0-1-1 0 0,0 0 1 0 0,0 1 0 0 0,0-1 0 0 0,0 1-1 0 0,0-1 1 0 0,0 1 0 0 0,0-1 0 0 0,0 1-1 0 0,0-1 1 0 0,0 1 0 0 0,0-1 0 0 0,0 0 0 0 0,0 1-1 0 0,0-1 1 0 0,1 1 0 0 0,-1-1 0 0 0,0 1-1 0 0,0-1 1 0 0,0 0 0 0 0,1 1 0 0 0,-1-1-1 0 0,0 0 1 0 0,1 1 0 0 0,-1-1 0 0 0,0 0 0 0 0,1 1-1 0 0,-1-1 1 0 0,0 0 0 0 0,1 1 0 0 0,-1-1-1 0 0,1 0 1 0 0,-1 0 0 0 0,0 0 0 0 0,1 1-1 0 0,-1-1 1 0 0,1 0 0 0 0,-1 0 0 0 0,1 0 0 0 0,-1 0-1 0 0,1 0 1 0 0,-1 0 0 0 0,0 0 0 0 0,1 0-1 0 0,-1 0 1 0 0,1 0 0 0 0,-1 0 0 0 0,1 0-1 0 0,-1 0 1 0 0,1 0 0 0 0,0-1 0 0 0,0 0-314 0 0,1 1 0 0 0,0-1 0 0 0,-1 0 0 0 0,1 0 0 0 0,-1 0 0 0 0,0-1 0 0 0,1 1 0 0 0,-1 0 0 0 0,0 0 0 0 0,3-3 0 0 0,2-9-3137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57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7 1360 0 0,'-159'42'9278'0'0,"157"-41"-9048"0"0,1-1-194 0 0,1 0 0 0 0,-1 1 1 0 0,1-1-1 0 0,-1 0 0 0 0,1 0 1 0 0,-1 0-1 0 0,1 1 0 0 0,0-1 1 0 0,-1 0-1 0 0,1 0 0 0 0,0 1 1 0 0,-1-1-1 0 0,1 0 0 0 0,0 1 1 0 0,-1-1-1 0 0,1 0 0 0 0,0 1 1 0 0,-1-1-1 0 0,1 1 0 0 0,0-1 1 0 0,0 0-1 0 0,0 1 0 0 0,-1 0 1 0 0,5 1 36 0 0,0-1 0 0 0,0 1 0 0 0,1-1 0 0 0,-1 0 0 0 0,0 0 0 0 0,1 0 0 0 0,-1-1 0 0 0,0 0 0 0 0,9 0-1 0 0,48-6 141 0 0,-30 2-108 0 0,23-1-34 0 0,427-34 304 0 0,-352 27-421 0 0,-125 12 34 0 0,-1 0 2 0 0,-3 1 8 0 0,1-1 0 0 0,-1 0-1 0 0,1 0 1 0 0,-1 0 0 0 0,1 1-1 0 0,-1-1 1 0 0,1 0 0 0 0,-1 1-1 0 0,1-1 1 0 0,-1 0 0 0 0,1 1-1 0 0,-1-1 1 0 0,0 1 0 0 0,1-1-1 0 0,-1 1 1 0 0,0-1 0 0 0,1 1-1 0 0,-1-1 1 0 0,0 1 0 0 0,0-1-1 0 0,1 1 1 0 0,-1-1 0 0 0,0 1-1 0 0,0 0 1 0 0,0 20 17 0 0,-13 32 169 0 0,4-22 8 0 0,-3 28 108 0 0,-8 48-49 0 0,18-90-222 0 0,1-1 0 0 0,1 1-1 0 0,0-1 1 0 0,4 27 0 0 0,-3-40-19 0 0,-1 0-1 0 0,1 1 0 0 0,0-1 1 0 0,0 1-1 0 0,0-1 0 0 0,1 0 1 0 0,-1 0-1 0 0,1 0 0 0 0,0 0 1 0 0,0 0-1 0 0,0 0 0 0 0,0 0 0 0 0,0-1 1 0 0,1 1-1 0 0,-1-1 0 0 0,1 1 1 0 0,-1-1-1 0 0,1 0 0 0 0,0 0 1 0 0,0 0-1 0 0,0-1 0 0 0,0 1 1 0 0,0-1-1 0 0,1 1 0 0 0,-1-1 1 0 0,0 0-1 0 0,1 0 0 0 0,3 0 1 0 0,2 0-4 0 0,0 0 0 0 0,0-1 0 0 0,0 0-1 0 0,0 0 1 0 0,0-1 0 0 0,0 0 0 0 0,0-1 0 0 0,0 0 0 0 0,15-5 0 0 0,-7 0-5 0 0,-1-1 0 0 0,0 0 0 0 0,-1-1 0 0 0,0-1 0 0 0,0 0 0 0 0,-1-1 0 0 0,0 0-1 0 0,-1-2 1 0 0,14-15 0 0 0,-8 5 11 0 0,-1-1-1 0 0,-1 0 1 0 0,0-1-1 0 0,21-47 1 0 0,-9 9 731 0 0,-28 61-26 0 0,-1 7-517 0 0,0 0 0 0 0,-1 0 0 0 0,0 0 0 0 0,-3 8 0 0 0,4-13-190 0 0,-21 70 528 0 0,3 1 1 0 0,-16 135-1 0 0,34-199-775 0 0,-1 1 0 0 0,1 0 0 0 0,1-1-1 0 0,-1 1 1 0 0,1 0 0 0 0,1-1 0 0 0,-1 1 0 0 0,1-1 0 0 0,4 11 0 0 0,-4-15-46 0 0,-1 0 0 0 0,1-1 0 0 0,0 1 0 0 0,0 0 0 0 0,0-1 0 0 0,0 1 0 0 0,0-1 0 0 0,0 0 0 0 0,0 0 0 0 0,1 0 0 0 0,-1 0 0 0 0,1 0 0 0 0,0 0 1 0 0,0-1-1 0 0,0 1 0 0 0,-1-1 0 0 0,1 0 0 0 0,0 1 0 0 0,0-2 0 0 0,1 1 0 0 0,-1 0 0 0 0,0 0 0 0 0,0-1 0 0 0,5 0 0 0 0,16 0-2676 0 0,3-6-908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57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832 220 232 0 0,'12'-16'2038'0'0,"-1"0"1"0"0,-1-1-1 0 0,11-23 0 0 0,-18 35-1622 0 0,-1 0 1 0 0,-1 0-1 0 0,1 0 0 0 0,-1 0 0 0 0,1 0 1 0 0,-2-1-1 0 0,1 1 0 0 0,0 0 1 0 0,-1 0-1 0 0,0-1 0 0 0,0 1 0 0 0,-1 0 1 0 0,0-1-1 0 0,0 1 0 0 0,0 0 1 0 0,0 0-1 0 0,-3-7 0 0 0,3 10-306 0 0,0 0 0 0 0,0 0 0 0 0,0 1 0 0 0,-1-1 0 0 0,1 0 0 0 0,-1 0 0 0 0,1 1 0 0 0,-1-1 0 0 0,1 1-1 0 0,-1-1 1 0 0,0 1 0 0 0,0 0 0 0 0,0 0 0 0 0,0-1 0 0 0,0 1 0 0 0,0 1 0 0 0,0-1 0 0 0,-4-1 0 0 0,2 1 15 0 0,0 0 1 0 0,0 1-1 0 0,-1-1 1 0 0,1 1-1 0 0,0 0 1 0 0,-1 0-1 0 0,-7 2 0 0 0,-2 1 27 0 0,0 1-1 0 0,0 0 1 0 0,0 1 0 0 0,1 1-1 0 0,0 0 1 0 0,0 1-1 0 0,-15 10 1 0 0,0 4 129 0 0,-46 41 0 0 0,51-40-199 0 0,1 0 1 0 0,2 2-1 0 0,-24 33 0 0 0,33-40-59 0 0,1 0 1 0 0,0 0-1 0 0,2 1 1 0 0,0 1-1 0 0,0-1 1 0 0,-5 25-1 0 0,12-39-19 0 0,0 0 1 0 0,0-1-1 0 0,1 1 0 0 0,-1 0 1 0 0,1 0-1 0 0,0-1 0 0 0,0 1 1 0 0,0 0-1 0 0,1 0 1 0 0,-1-1-1 0 0,1 1 0 0 0,0 0 1 0 0,0-1-1 0 0,0 1 0 0 0,0 0 1 0 0,1-1-1 0 0,-1 0 0 0 0,1 1 1 0 0,0-1-1 0 0,0 0 1 0 0,0 0-1 0 0,1 0 0 0 0,-1 0 1 0 0,1 0-1 0 0,-1 0 0 0 0,1-1 1 0 0,0 0-1 0 0,0 1 0 0 0,0-1 1 0 0,1 0-1 0 0,-1 0 1 0 0,0-1-1 0 0,1 1 0 0 0,5 1 1 0 0,-1-1-3 0 0,-1-1 0 0 0,1 0 1 0 0,0-1-1 0 0,0 0 0 0 0,0 0 1 0 0,0-1-1 0 0,-1 0 0 0 0,1 0 1 0 0,0-1-1 0 0,-1 0 0 0 0,1 0 0 0 0,-1-1 1 0 0,1 0-1 0 0,-1 0 0 0 0,0-1 1 0 0,6-4-1 0 0,4-2-17 0 0,-1-1 0 0 0,-1-1 0 0 0,0 0 0 0 0,-1-1 1 0 0,18-21-1 0 0,-19 17 2 0 0,0 0 0 0 0,-1-1 0 0 0,0 0 0 0 0,-2-1 0 0 0,0 0 0 0 0,9-28 1 0 0,15-38-37 0 0,-34 82 81 0 0,0 9 57 0 0,-1 0-1 0 0,0 0 1 0 0,-1 0 0 0 0,0 0 0 0 0,-3 7-1 0 0,-3 13 313 0 0,-104 509 3266 0 0,0 1-2607 0 0,45-294-730 0 0,52-200-243 0 0,-2-2 0 0 0,-1 0 0 0 0,-42 65 0 0 0,52-94-7 0 0,0 1-1 0 0,-1-1 1 0 0,-1 0-1 0 0,0-1 1 0 0,0 0 0 0 0,-1-1-1 0 0,0 0 1 0 0,0-1 0 0 0,-1 0-1 0 0,-14 7 1 0 0,20-12-47 0 0,-1 0-1 0 0,0 0 1 0 0,0-1 0 0 0,0 0 0 0 0,0 0-1 0 0,-1-1 1 0 0,1 0 0 0 0,0 0 0 0 0,0-1-1 0 0,-1 1 1 0 0,1-2 0 0 0,-1 1-1 0 0,1-1 1 0 0,0 0 0 0 0,0-1 0 0 0,-1 1-1 0 0,1-1 1 0 0,0-1 0 0 0,1 0 0 0 0,-1 1-1 0 0,-7-6 1 0 0,4 2-35 0 0,1 0-1 0 0,1 0 1 0 0,-1-1-1 0 0,1 0 1 0 0,0 0-1 0 0,1-1 1 0 0,0 0-1 0 0,0 0 1 0 0,1-1-1 0 0,0 0 1 0 0,0 0-1 0 0,1-1 1 0 0,0 1-1 0 0,1-1 1 0 0,-5-14 0 0 0,6 11-10 0 0,0 0 1 0 0,0 0-1 0 0,2-1 1 0 0,0 1-1 0 0,0 0 1 0 0,1-1 0 0 0,1 1-1 0 0,0-1 1 0 0,1 1-1 0 0,0 0 1 0 0,1 0-1 0 0,5-15 1 0 0,3 0 21 0 0,0 1 0 0 0,2 0 0 0 0,2 0 0 0 0,0 1 0 0 0,1 1 0 0 0,36-41 0 0 0,-2 12-48 0 0,90-77 1 0 0,-101 101-1233 0 0,0 1 1 0 0,2 2 0 0 0,0 2-1 0 0,71-32 1 0 0,-81 45-932 0 0,1 1 1 0 0,36-8-1 0 0,-10 6-4082 0 0,-17 3-1056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0:5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171 136 1316 0 0,'-23'-42'6634'0'0,"-21"-52"2446"0"0,46 101-8862 0 0,-1 1 1 0 0,0-1 0 0 0,0 1 0 0 0,0-1 0 0 0,-1 1 0 0 0,-1 9 0 0 0,0-4-19 0 0,0 28 74 0 0,-2-1-1 0 0,-2 0 0 0 0,-11 47 0 0 0,-41 113 18 0 0,46-162-243 0 0,-2 0 95 0 0,12-35-67 0 0,6-22-74 0 0,10-23-25 0 0,1 1 1 0 0,3 1 0 0 0,1 1 0 0 0,2 1 0 0 0,1 0 0 0 0,2 2 0 0 0,2 1-1 0 0,1 1 1 0 0,44-41 0 0 0,-65 69 16 0 0,0-1 1 0 0,0 2-1 0 0,1-1 0 0 0,0 1 0 0 0,1 0 1 0 0,-1 1-1 0 0,13-5 0 0 0,9 1 0 0 0,-20 9 10 0 0,-4 0-1 0 0,-2 0 2 0 0,0-1-1 0 0,0 1 1 0 0,0 0 0 0 0,-1 1 0 0 0,1-1-1 0 0,0 0 1 0 0,-1 1 0 0 0,1 0 0 0 0,-1 0-1 0 0,1 0 1 0 0,-1 0 0 0 0,0 1 0 0 0,0-1-1 0 0,0 1 1 0 0,0 0 0 0 0,-1 0 0 0 0,1 0-1 0 0,-1 0 1 0 0,1 0 0 0 0,-1 0 0 0 0,0 1-1 0 0,0-1 1 0 0,-1 1 0 0 0,3 6 0 0 0,0 1 10 0 0,0 1 0 0 0,-1 0 0 0 0,0 0 0 0 0,-1 0 0 0 0,0 0 0 0 0,0 20 1 0 0,-4-4 14 0 0,0 0 1 0 0,-2 0-1 0 0,-1-1 1 0 0,-1 1 0 0 0,-12 33-1 0 0,8-28 35 0 0,9-29-25 0 0,6-17-36 0 0,8-22-26 0 0,3 3-5 0 0,1 0 0 0 0,2 2 0 0 0,1 0 0 0 0,24-29 0 0 0,-30 43 12 0 0,1 1 1 0 0,0 0-1 0 0,1 0 1 0 0,1 2-1 0 0,0 0 0 0 0,1 1 1 0 0,0 0-1 0 0,22-9 1 0 0,16 4 8 0 0,-44 14 14 0 0,-7 3 12 0 0,-1 0-1 0 0,0-1 1 0 0,1 1 0 0 0,-1 1-1 0 0,1-1 1 0 0,-1 1-1 0 0,0 0 1 0 0,0-1 0 0 0,1 2-1 0 0,5 1 1 0 0,-8-2-4 0 0,2 1 28 0 0,-1-1 1 0 0,1 1-1 0 0,-1 0 0 0 0,0 0 0 0 0,0 0 0 0 0,0 0 1 0 0,0 1-1 0 0,0-1 0 0 0,0 1 0 0 0,-1 0 0 0 0,1-1 1 0 0,-1 1-1 0 0,0 0 0 0 0,0 1 0 0 0,0-1 0 0 0,0 0 1 0 0,0 1-1 0 0,-1-1 0 0 0,0 1 0 0 0,2 6 0 0 0,0 1 78 0 0,-1 0-1 0 0,0 0 0 0 0,-1 0 0 0 0,-1 0 0 0 0,0 18 0 0 0,-6 27 91 0 0,-18 72 0 0 0,15-84-187 0 0,9-43-25 0 0,-1 15 5 0 0,2-7-8 0 0,-1-6-3 0 0,1 1-1 0 0,-1-1 0 0 0,1 0 1 0 0,0 1-1 0 0,0-1 0 0 0,0 0 1 0 0,3 6-1 0 0,8 1-238 0 0,-9-8 142 0 0,-2-1-281 0 0,4-2-264 0 0,2 0-26 0 0,-1 0 0 0 0,1-1 0 0 0,-1 1 0 0 0,11-6 0 0 0,-9 4-1127 0 0,0-1 0 0 0,0 0 0 0 0,-1-1 0 0 0,9-6 0 0 0,1-3-4704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1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211 604 712 0 0,'0'0'2062'0'0,"-3"1"-1218"0"0,0 0-511 0 0,0 0 0 0 0,0 0-1 0 0,1 1 1 0 0,-1-1 0 0 0,1 1-1 0 0,-1 0 1 0 0,1-1 0 0 0,0 1 0 0 0,0 0-1 0 0,-1 1 1 0 0,1-1 0 0 0,1 0-1 0 0,-1 0 1 0 0,0 1 0 0 0,-2 4-1 0 0,1-2-46 0 0,1 0 0 0 0,0 0-1 0 0,0 0 1 0 0,0 0-1 0 0,1 0 1 0 0,-1 1-1 0 0,1-1 1 0 0,1 0 0 0 0,-1 10-1 0 0,0-10-135 0 0,2 1-1 0 0,-1 0 0 0 0,1-1 1 0 0,0 1-1 0 0,0-1 1 0 0,0 1-1 0 0,1-1 1 0 0,0 0-1 0 0,0 0 1 0 0,0 1-1 0 0,1-1 0 0 0,4 6 1 0 0,-6-9-124 0 0,0-1 0 0 0,1 0-1 0 0,-1 0 1 0 0,1 0 0 0 0,-1 0 0 0 0,1 0 0 0 0,0 0 0 0 0,-1 0 0 0 0,1 0-1 0 0,0-1 1 0 0,0 1 0 0 0,0 0 0 0 0,-1-1 0 0 0,1 0 0 0 0,0 1 0 0 0,2-1-1 0 0,28 1 120 0 0,-20-2-127 0 0,-1 0 0 0 0,1-1 0 0 0,-1-1 0 0 0,0 1 1 0 0,0-2-1 0 0,0 0 0 0 0,0 0 0 0 0,0-1 0 0 0,-1 0 0 0 0,0-1 0 0 0,0 0 0 0 0,0 0 1 0 0,11-11-1 0 0,-14 11-11 0 0,-1 0 0 0 0,0-1 0 0 0,0 1 0 0 0,0-1 0 0 0,-1-1 0 0 0,0 1 0 0 0,-1-1 0 0 0,1 1 0 0 0,-2-1 0 0 0,1-1 0 0 0,-1 1 0 0 0,0 0 0 0 0,-1-1 0 0 0,0 0 0 0 0,0 1 0 0 0,-1-1 0 0 0,1-14 0 0 0,-2 21-6 0 0,0 0 0 0 0,0 0-1 0 0,0 0 1 0 0,0 0 0 0 0,-1 0 0 0 0,1 0 0 0 0,-1 0-1 0 0,1 0 1 0 0,-1 0 0 0 0,0 0 0 0 0,0 0 0 0 0,0 0 0 0 0,0 1-1 0 0,0-1 1 0 0,0 0 0 0 0,0 1 0 0 0,0-1 0 0 0,-1 1-1 0 0,1-1 1 0 0,-1 1 0 0 0,1-1 0 0 0,-1 1 0 0 0,1 0-1 0 0,-1 0 1 0 0,0 0 0 0 0,0 0 0 0 0,1 0 0 0 0,-1 0-1 0 0,0 1 1 0 0,0-1 0 0 0,0 0 0 0 0,-4 0 0 0 0,-1 2-9 0 0,-1 0 1 0 0,0 0 0 0 0,1 1 0 0 0,0 0 0 0 0,-1 0 0 0 0,1 1-1 0 0,0 0 1 0 0,0 0 0 0 0,0 1 0 0 0,0 0 0 0 0,1 0-1 0 0,0 0 1 0 0,-8 8 0 0 0,-12 10 12 0 0,-38 45-1 0 0,53-55 4 0 0,-19 24 34 0 0,0 2 0 0 0,3 1 0 0 0,1 2 0 0 0,2 0 1 0 0,1 1-1 0 0,-27 77 0 0 0,47-112-24 0 0,1 0 1 0 0,0 1-1 0 0,0-1 0 0 0,0 0 0 0 0,1 1 1 0 0,1-1-1 0 0,-1 1 0 0 0,1 0 0 0 0,0-1 1 0 0,1 1-1 0 0,0-1 0 0 0,2 9 0 0 0,-2-13-10 0 0,0 1-1 0 0,1-1 0 0 0,-1 1 1 0 0,1-1-1 0 0,0 0 1 0 0,0 1-1 0 0,0-1 0 0 0,0 0 1 0 0,1 0-1 0 0,-1 0 1 0 0,1-1-1 0 0,0 1 0 0 0,-1-1 1 0 0,1 1-1 0 0,1-1 1 0 0,-1 0-1 0 0,0 0 0 0 0,0 0 1 0 0,1-1-1 0 0,-1 1 0 0 0,1-1 1 0 0,-1 0-1 0 0,1 0 1 0 0,0 0-1 0 0,5 1 0 0 0,13 0-5 0 0,-1 0 0 0 0,1-2 0 0 0,0 0 0 0 0,-1-2 0 0 0,1 0-1 0 0,-1-1 1 0 0,0-1 0 0 0,24-9 0 0 0,-1-1-174 0 0,-1-2 0 0 0,73-39 1 0 0,-87 38-60 0 0,-2 0 0 0 0,0-2 0 0 0,-1-1 0 0 0,-1 0 0 0 0,-1-2 1 0 0,34-41-1 0 0,-41 42 145 0 0,-1-1 0 0 0,0-1 0 0 0,-2 0 0 0 0,0-1 1 0 0,-2 0-1 0 0,-1-1 0 0 0,-1-1 0 0 0,9-31 0 0 0,-17 47 181 0 0,0 1-1 0 0,0-1 0 0 0,-1 0 0 0 0,0 0 0 0 0,-1 0 0 0 0,0 0 0 0 0,0 0 1 0 0,-1 0-1 0 0,-3-13 0 0 0,3 20 522 0 0,1 3-587 0 0,-1 0 0 0 0,0 1 0 0 0,0-1 0 0 0,0 0 0 0 0,1 0 1 0 0,-1 0-1 0 0,0 1 0 0 0,0-1 0 0 0,1 0 0 0 0,-1 1 0 0 0,0-1 0 0 0,0 1 0 0 0,1-1 0 0 0,-1 1 0 0 0,1-1 0 0 0,-1 1 1 0 0,0-1-1 0 0,1 1 0 0 0,-1 0 0 0 0,1-1 0 0 0,-1 1 0 0 0,1 0 0 0 0,0-1 0 0 0,-1 1 0 0 0,1 0 0 0 0,0-1 0 0 0,-1 1 1 0 0,1 0-1 0 0,0 0 0 0 0,0 1 0 0 0,-6 28 676 0 0,6-26-559 0 0,-4 58 805 0 0,2 1 0 0 0,13 116 0 0 0,1 20-477 0 0,-8-156-276 0 0,-4-40-108 0 0,3-4-74 0 0,2-5-7 0 0,1 0 0 0 0,-1-1 1 0 0,0 1-1 0 0,0-1 0 0 0,-1 0 1 0 0,0 0-1 0 0,0 0 0 0 0,5-15 1 0 0,4-7-22 0 0,21-34-85 0 0,59-84-1 0 0,-73 119 70 0 0,2 1-1 0 0,0 1 1 0 0,2 1-1 0 0,1 2 1 0 0,31-24-1 0 0,-46 40 22 0 0,0 0 0 0 0,0 1 0 0 0,1 0 0 0 0,-1 1 0 0 0,1 0 0 0 0,0 1 0 0 0,1 0 0 0 0,-1 1 0 0 0,15-2 0 0 0,-23 4 10 0 0,1 1-1 0 0,-1 0 1 0 0,1 1-1 0 0,-1-1 0 0 0,0 1 1 0 0,1-1-1 0 0,-1 1 0 0 0,0 0 1 0 0,1 0-1 0 0,-1 1 1 0 0,0-1-1 0 0,0 0 0 0 0,4 4 1 0 0,-3-3 27 0 0,0 2 0 0 0,-1-1 0 0 0,1 0-1 0 0,0 1 1 0 0,-1 0 0 0 0,0 0 0 0 0,0 0 0 0 0,0 0 0 0 0,-1 0 0 0 0,1 1 0 0 0,-1-1 0 0 0,0 1 0 0 0,0-1 0 0 0,-1 1 0 0 0,1 0 0 0 0,-1 0 0 0 0,0 0 0 0 0,0 0 0 0 0,-1 0-1 0 0,0 6 1 0 0,1 11 95 0 0,-1 0-1 0 0,-2 0 1 0 0,-4 25-1 0 0,-10 46 62 0 0,5-42-121 0 0,-2 54-1 0 0,12-103-62 0 0,1 0-1 0 0,0 0 0 0 0,0 0 1 0 0,0 1-1 0 0,0-1 1 0 0,0 0-1 0 0,0 0 0 0 0,0 0 1 0 0,1 0-1 0 0,-1 1 1 0 0,1-1-1 0 0,0 0 1 0 0,0 0-1 0 0,-1 0 0 0 0,1 0 1 0 0,1 0-1 0 0,-1 0 1 0 0,0-1-1 0 0,0 1 0 0 0,1 0 1 0 0,-1-1-1 0 0,1 1 1 0 0,-1 0-1 0 0,1-1 0 0 0,-1 0 1 0 0,1 1-1 0 0,0-1 1 0 0,0 0-1 0 0,0 0 1 0 0,0 0-1 0 0,0 0 0 0 0,0 0 1 0 0,0-1-1 0 0,0 1 1 0 0,0 0-1 0 0,0-1 0 0 0,1 0 1 0 0,-1 1-1 0 0,0-1 1 0 0,0 0-1 0 0,0 0 0 0 0,4-1 1 0 0,6 0-48 0 0,-1-1 1 0 0,1 0-1 0 0,-1 0 1 0 0,1-1-1 0 0,-1-1 1 0 0,18-8-1 0 0,-1-2-210 0 0,-1-2 0 0 0,-1 0-1 0 0,0-2 1 0 0,-2-1 0 0 0,0-1 0 0 0,-1-1-1 0 0,26-30 1 0 0,3-11-534 0 0,69-107 1 0 0,-63 77 220 0 0,63-135 1 0 0,-94 167 565 0 0,-3 0 0 0 0,-3-2 0 0 0,22-104 0 0 0,-40 135 238 0 0,-3 31-228 0 0,0-1 0 0 0,0 1 0 0 0,0 0 0 0 0,0 0 0 0 0,0-1 1 0 0,0 1-1 0 0,0 0 0 0 0,0 0 0 0 0,0-1 0 0 0,0 1 0 0 0,0 0 0 0 0,-1 0 0 0 0,1-1 0 0 0,0 1 0 0 0,0 0 1 0 0,0 0-1 0 0,0 0 0 0 0,0-1 0 0 0,-1 1 0 0 0,1 0 0 0 0,0 0 0 0 0,0 0 0 0 0,0 0 0 0 0,0 0 0 0 0,-1-1 1 0 0,1 1-1 0 0,0 0 0 0 0,0 0 0 0 0,-1 0 0 0 0,1 0 0 0 0,0 0 0 0 0,-1 0 0 0 0,-11 8 152 0 0,0 6 82 0 0,1 0 0 0 0,1 1-1 0 0,0 1 1 0 0,-12 23 0 0 0,7-10 26 0 0,-44 79 745 0 0,5 4 0 0 0,5 1 0 0 0,-60 210-1 0 0,100-291-951 0 0,2 0 1 0 0,2 0-1 0 0,1 0 0 0 0,-1 41 0 0 0,5-63-48 0 0,0 1-1 0 0,1 0 1 0 0,0-1 0 0 0,1 1-1 0 0,0 0 1 0 0,0-1-1 0 0,1 0 1 0 0,1 1 0 0 0,0-1-1 0 0,0-1 1 0 0,1 1-1 0 0,0 0 1 0 0,0-1 0 0 0,1 0-1 0 0,1-1 1 0 0,10 13-1 0 0,-9-15-12 0 0,0 0-1 0 0,0 0 1 0 0,1 0-1 0 0,0-1 0 0 0,-1-1 1 0 0,2 0-1 0 0,-1 0 1 0 0,0 0-1 0 0,1-1 0 0 0,0-1 1 0 0,0 0-1 0 0,0 0 0 0 0,0-1 1 0 0,0 0-1 0 0,0 0 1 0 0,0-1-1 0 0,18-3 0 0 0,-7 1-47 0 0,0-2-1 0 0,0-1 1 0 0,0-1-1 0 0,-1 0 1 0 0,0-1-1 0 0,0-2 1 0 0,24-13-1 0 0,-10 1-54 0 0,-2-1-1 0 0,0-2 1 0 0,-2-1-1 0 0,0-1 1 0 0,-2-2-1 0 0,35-44 1 0 0,-46 51 52 0 0,-1-2 0 0 0,22-39 1 0 0,-32 50 53 0 0,0 0 1 0 0,-1 0-1 0 0,0-1 1 0 0,-1 0 0 0 0,0 0-1 0 0,-1 0 1 0 0,1-17 0 0 0,-3 27 15 0 0,-1 1 1 0 0,0-1-1 0 0,0 0 1 0 0,0 0-1 0 0,0 0 1 0 0,0 1-1 0 0,0-1 1 0 0,-1 0-1 0 0,0 0 1 0 0,1 1-1 0 0,-1-1 1 0 0,0 0-1 0 0,0 1 1 0 0,0-1-1 0 0,-1 1 1 0 0,1-1-1 0 0,-1 1 1 0 0,1 0-1 0 0,-1 0 1 0 0,-2-3-1 0 0,3 5-10 0 0,1-1-1 0 0,-1 1 0 0 0,0 0 1 0 0,0-1-1 0 0,0 1 0 0 0,1 0 1 0 0,-1 0-1 0 0,0-1 1 0 0,0 1-1 0 0,0 0 0 0 0,0 0 1 0 0,0 0-1 0 0,1 0 0 0 0,-1 0 1 0 0,0 0-1 0 0,0 0 1 0 0,0 1-1 0 0,0-1 0 0 0,-1 0 1 0 0,1 0 0 0 0,-1 1 0 0 0,1-1 1 0 0,-1 0-1 0 0,0 0 0 0 0,1 1 1 0 0,-1-1-1 0 0,1 0 0 0 0,0 1 1 0 0,-1 0-1 0 0,1-1 0 0 0,-1 1 1 0 0,1 0-1 0 0,0 0 1 0 0,-1-1-1 0 0,0 2 0 0 0,-3 2 21 0 0,-6 3 38 0 0,0 0 0 0 0,1 0 0 0 0,-1 1 0 0 0,2 1-1 0 0,-1 0 1 0 0,1 0 0 0 0,-13 19 0 0 0,-1 4 142 0 0,-22 42-1 0 0,38-60-193 0 0,0-1 0 0 0,1 2 0 0 0,0-1 1 0 0,1 1-1 0 0,1 0 0 0 0,0 0 0 0 0,-3 28 0 0 0,7-36-37 0 0,0 0 0 0 0,0-1 0 0 0,1 1 0 0 0,-1 0 0 0 0,1-1 0 0 0,1 1 1 0 0,-1-1-1 0 0,6 13 0 0 0,-5-15-46 0 0,0 0-1 0 0,0 0 1 0 0,1 0 0 0 0,-1 0-1 0 0,1 0 1 0 0,0-1 0 0 0,1 1 0 0 0,-1-1-1 0 0,0 0 1 0 0,1 0 0 0 0,0 0-1 0 0,-1-1 1 0 0,1 1 0 0 0,5 2 0 0 0,3 0-444 0 0,0-1 1 0 0,0 0 0 0 0,1 0 0 0 0,0-1 0 0 0,-1-1 0 0 0,1 0-1 0 0,0 0 1 0 0,22-2 0 0 0,-3-1-920 0 0,-1-2 0 0 0,44-9-1 0 0,50-22-4072 0 0,-61 12 902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1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445 882 2248 0 0,'10'-11'1490'0'0,"0"-1"-1"0"0,0 0 1 0 0,-2 0-1 0 0,15-26 1 0 0,-22 36-1237 0 0,1-1 1 0 0,-1 0-1 0 0,0 0 1 0 0,0 0-1 0 0,0 0 0 0 0,0 0 1 0 0,-1 0-1 0 0,1 0 0 0 0,-1 0 1 0 0,1 0-1 0 0,-1 0 1 0 0,0 0-1 0 0,0 0 0 0 0,-1-1 1 0 0,1 1-1 0 0,-1 0 1 0 0,1 0-1 0 0,-1 0 0 0 0,0 0 1 0 0,0 0-1 0 0,0 1 0 0 0,-1-1 1 0 0,1 0-1 0 0,-1 0 1 0 0,1 1-1 0 0,-1-1 0 0 0,0 1 1 0 0,0-1-1 0 0,0 1 1 0 0,0 0-1 0 0,-3-3 0 0 0,1 3-77 0 0,-1-1 0 0 0,1 1-1 0 0,-1 0 1 0 0,1 0-1 0 0,-1 1 1 0 0,1-1 0 0 0,-1 1-1 0 0,0 0 1 0 0,0 1 0 0 0,0-1-1 0 0,0 1 1 0 0,1 0-1 0 0,-1 0 1 0 0,0 0 0 0 0,-10 2-1 0 0,3 0-1 0 0,0 1 0 0 0,-1 0 0 0 0,1 0-1 0 0,0 2 1 0 0,-13 6 0 0 0,1 2-80 0 0,0 2 1 0 0,1 1 0 0 0,1 1 0 0 0,0 1 0 0 0,1 0 0 0 0,1 2-1 0 0,1 1 1 0 0,1 0 0 0 0,1 1 0 0 0,0 1 0 0 0,2 0-1 0 0,1 1 1 0 0,1 1 0 0 0,-12 31 0 0 0,20-43-75 0 0,1 0 0 0 0,0 1 0 0 0,0 0 0 0 0,2 0 1 0 0,0 0-1 0 0,0 19 0 0 0,1-29-15 0 0,1 0 1 0 0,1 0-1 0 0,-1 0 0 0 0,1 0 1 0 0,-1 0-1 0 0,1 1 0 0 0,0-1 1 0 0,1 0-1 0 0,-1-1 0 0 0,1 1 0 0 0,-1 0 1 0 0,1 0-1 0 0,0-1 0 0 0,1 1 1 0 0,-1-1-1 0 0,1 1 0 0 0,-1-1 1 0 0,1 0-1 0 0,0 0 0 0 0,0 0 1 0 0,1-1-1 0 0,-1 1 0 0 0,0-1 0 0 0,1 0 1 0 0,5 3-1 0 0,0-1-4 0 0,0-1 0 0 0,1-1 0 0 0,-1 0 0 0 0,0 0 0 0 0,1-1 0 0 0,-1 0 0 0 0,1-1 0 0 0,-1 0 0 0 0,1 0 0 0 0,-1-1 0 0 0,1 0 0 0 0,-1-1-1 0 0,1 0 1 0 0,-1 0 0 0 0,12-5 0 0 0,1-2-58 0 0,0-1-1 0 0,-1 0 0 0 0,-1-1 1 0 0,1-2-1 0 0,19-15 0 0 0,-9 2-187 0 0,0-1 0 0 0,-2-2-1 0 0,0-1 1 0 0,-3-1-1 0 0,37-54 1 0 0,-14 6-402 0 0,52-113 1 0 0,-68 123 437 0 0,-3-2-1 0 0,-4-1 1 0 0,-2-1 0 0 0,-4-1 0 0 0,18-122-1 0 0,-36 184 229 0 0,-2 1-1 0 0,1 0 0 0 0,-3-16 0 0 0,2 22 0 0 0,-1 1 0 0 0,0-1 1 0 0,0 1-1 0 0,0 0 0 0 0,-1 0 0 0 0,0-1 0 0 0,1 1 0 0 0,-1 0 0 0 0,-1 0 0 0 0,-3-6 0 0 0,5 10-9 0 0,0-1-1 0 0,0 1 0 0 0,1-1 0 0 0,-1 1 1 0 0,0-1-1 0 0,0 1 0 0 0,0-1 0 0 0,1 1 0 0 0,-1 0 1 0 0,0-1-1 0 0,0 1 0 0 0,0 0 0 0 0,0 0 1 0 0,0 0-1 0 0,0-1 0 0 0,0 1 0 0 0,0 0 0 0 0,0 0 1 0 0,0 1-1 0 0,1-1 0 0 0,-3 0 0 0 0,-17 6 123 0 0,12-1-53 0 0,0 0 1 0 0,0 1 0 0 0,0-1-1 0 0,1 1 1 0 0,0 1 0 0 0,0 0-1 0 0,0 0 1 0 0,-9 14-1 0 0,-42 70 493 0 0,53-82-507 0 0,-26 48 311 0 0,4 1-1 0 0,2 1 1 0 0,2 1 0 0 0,4 1-1 0 0,1 1 1 0 0,4 1 0 0 0,2 0 0 0 0,4 0-1 0 0,-2 78 1 0 0,9-111-263 0 0,2 1-1 0 0,2 0 1 0 0,8 46-1 0 0,-8-65-88 0 0,0 1 0 0 0,1-1 0 0 0,0 0 0 0 0,0-1 0 0 0,1 1 0 0 0,1-1 0 0 0,0 0 0 0 0,1 0 0 0 0,0-1-1 0 0,0 0 1 0 0,13 14 0 0 0,-16-20-182 0 0,1 0 1 0 0,0-1-1 0 0,-1 1 0 0 0,1-1 0 0 0,0 0 0 0 0,1 0 0 0 0,-1 0 0 0 0,0-1 1 0 0,1 0-1 0 0,0 0 0 0 0,-1 0 0 0 0,1-1 0 0 0,0 0 0 0 0,0 0 0 0 0,0 0 1 0 0,0-1-1 0 0,0 1 0 0 0,0-2 0 0 0,9 0 0 0 0,-8-1-672 0 0,1 0 0 0 0,-1 0 0 0 0,1 0 0 0 0,-1-1 0 0 0,0-1 0 0 0,0 1 0 0 0,0-1 0 0 0,0 0 0 0 0,-1-1 0 0 0,1 1 0 0 0,-1-1 0 0 0,0 0 0 0 0,-1-1 0 0 0,7-8 0 0 0,10-15-6523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2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35 316 0 0,'-188'19'6862'0'0,"-54"3"3511"0"0,247-22-10275 0 0,1 0-1 0 0,-1-1 1 0 0,1 0-1 0 0,-1 0 1 0 0,6-2-1 0 0,13-2 31 0 0,325-36-3484 0 0,-211 27-2423 0 0,-48 5-946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2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1061 844 0 0,'-19'4'3400'0'0,"0"2"-1"0"0,-33 13 1 0 0,45-16-2551 0 0,1 1-1 0 0,-1-1 1 0 0,1 2 0 0 0,0-1-1 0 0,-9 9 1 0 0,5-5 122 0 0,-3 12 2714 0 0,20-22-3645 0 0,-1-1 0 0 0,0 0 0 0 0,0 0 0 0 0,1 0 0 0 0,-2-1 0 0 0,1 0 0 0 0,0 0 0 0 0,6-6 0 0 0,43-48 37 0 0,-36 38-59 0 0,40-51-115 0 0,-2-2-1 0 0,-3-3 1 0 0,59-112 0 0 0,31-99-490 0 0,-11 20 107 0 0,-128 258 450 0 0,0 1-1 0 0,0-1 1 0 0,0 1 0 0 0,1 0 0 0 0,1 0 0 0 0,-1 1 0 0 0,10-8-1 0 0,-15 13 9 0 0,1 3 21 0 0,-1-1-1 0 0,1 0 1 0 0,-1 0 0 0 0,1 1 0 0 0,-1-1 0 0 0,0 0-1 0 0,1 1 1 0 0,-1 0 0 0 0,0-1 0 0 0,1 1 0 0 0,-1 0-1 0 0,0-1 1 0 0,0 1 0 0 0,1 0 0 0 0,-1 0 0 0 0,0 0 0 0 0,0 0-1 0 0,0 0 1 0 0,0 1 0 0 0,0-1 0 0 0,0 0 0 0 0,-1 0-1 0 0,1 1 1 0 0,0-1 0 0 0,-1 0 0 0 0,1 1 0 0 0,-1-1-1 0 0,1 1 1 0 0,-1-1 0 0 0,0 0 0 0 0,1 1 0 0 0,-1-1-1 0 0,0 3 1 0 0,1 7 4 0 0,0 0 1 0 0,-1 0-1 0 0,-2 18 0 0 0,1-17-4 0 0,-7 54 43 0 0,-3 0 0 0 0,-24 80 0 0 0,-7 39 17 0 0,35-150-45 0 0,-7 52-17 0 0,14-79 9 0 0,-1 0 1 0 0,1-1-1 0 0,1 1 1 0 0,-1 0 0 0 0,1 0-1 0 0,1-1 1 0 0,-1 1-1 0 0,6 12 1 0 0,-7-18-3 0 0,1 0 0 0 0,0 0 0 0 0,1 0 0 0 0,-1 0 0 0 0,0 0 0 0 0,0 0 0 0 0,1-1 0 0 0,-1 1 0 0 0,1 0 0 0 0,0-1 0 0 0,-1 1 0 0 0,1-1 0 0 0,0 0 0 0 0,0 0 1 0 0,0 1-1 0 0,0-1 0 0 0,0 0 0 0 0,0-1 0 0 0,0 1 0 0 0,4 1 0 0 0,-1-1-3 0 0,0-1 1 0 0,0 0-1 0 0,0 1 0 0 0,-1-2 1 0 0,1 1-1 0 0,0 0 0 0 0,9-3 1 0 0,-4 0-6 0 0,0 0 1 0 0,0-1-1 0 0,0 0 1 0 0,0-1-1 0 0,0 0 1 0 0,-1-1-1 0 0,10-7 0 0 0,55-50-27 0 0,-74 63 31 0 0,53-52-32 0 0,80-100-1 0 0,31-74-71 0 0,-124 169 81 0 0,42-62-17 0 0,-69 105 51 0 0,-13 14-10 0 0,0 0-1 0 0,0 0 1 0 0,1 0-1 0 0,-1 0 1 0 0,0 0-1 0 0,0 0 1 0 0,0 0-1 0 0,0 0 1 0 0,0 0 0 0 0,1 0-1 0 0,-1 0 1 0 0,0 0-1 0 0,0 0 1 0 0,0 0-1 0 0,0 0 1 0 0,1 0 0 0 0,-1 0-1 0 0,0 0 1 0 0,0 0-1 0 0,0 0 1 0 0,0 0-1 0 0,0 0 1 0 0,0 0 0 0 0,1 0-1 0 0,-1 1 1 0 0,0-1-1 0 0,0 0 1 0 0,0 0-1 0 0,0 0 1 0 0,0 0-1 0 0,0 0 1 0 0,0 0 0 0 0,1 0-1 0 0,-1 1 1 0 0,0-1-1 0 0,0 0 1 0 0,0 0-1 0 0,0 0 1 0 0,0 0 0 0 0,0 0-1 0 0,0 1 1 0 0,0-1-1 0 0,0 0 1 0 0,0 0-1 0 0,0 0 1 0 0,-1 22 64 0 0,-4-1 111 0 0,-1 1-1 0 0,-1-1 0 0 0,-13 29 0 0 0,2-8 133 0 0,-78 181 1210 0 0,6-16-688 0 0,69-152-639 0 0,-25 104 0 0 0,43-146-234 0 0,1 0-1 0 0,0 1 1 0 0,1-1-1 0 0,0 0 1 0 0,1 1-1 0 0,1-1 1 0 0,0 1-1 0 0,1-1 1 0 0,3 14-1 0 0,-3-20-239 0 0,1 0-1 0 0,-1 1 1 0 0,2-2-1 0 0,-1 1 1 0 0,1 0-1 0 0,0-1 1 0 0,0 0-1 0 0,1 0 1 0 0,-1 0-1 0 0,2 0 1 0 0,-1-1-1 0 0,0 1 1 0 0,1-2-1 0 0,0 1 1 0 0,0 0-1 0 0,1-1 1 0 0,8 4-1 0 0,-5-3-381 0 0,0-1 0 0 0,-1 0 0 0 0,1-1 0 0 0,1 0-1 0 0,18 2 1 0 0,-18-3-721 0 0,1-2-1 0 0,-1 1 1 0 0,12-2-1 0 0,15-5-4531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476 923 420 0 0,'5'-7'998'0'0,"0"-1"0"0"0,-1 0 0 0 0,0 0 0 0 0,0-1 0 0 0,-1 1 0 0 0,0-1 0 0 0,0 0 1 0 0,1-8-1 0 0,-4 14-780 0 0,1 1 0 0 0,-1-1 0 0 0,0 1 0 0 0,0-1 0 0 0,0 1 0 0 0,0-1 0 0 0,0 1 0 0 0,-1-1 0 0 0,1 1-1 0 0,-1-1 1 0 0,0 1 0 0 0,1-1 0 0 0,-1 1 0 0 0,0 0 0 0 0,-1 0 0 0 0,1-1 0 0 0,0 1 0 0 0,-1 0 0 0 0,1 0 0 0 0,-1 0 0 0 0,1 0 0 0 0,-1 1 0 0 0,0-1 0 0 0,0 0 0 0 0,0 1 0 0 0,0-1 0 0 0,0 1 0 0 0,0-1 0 0 0,0 1 0 0 0,0 0 0 0 0,-1 0 0 0 0,1 0 0 0 0,-5-1 0 0 0,0 1-3 0 0,1 0 0 0 0,-1 0 0 0 0,0 0 0 0 0,0 1 0 0 0,0 0 0 0 0,0 0 0 0 0,1 1 0 0 0,-1 0 0 0 0,0 0-1 0 0,0 1 1 0 0,1-1 0 0 0,-1 1 0 0 0,-7 4 0 0 0,-4 2 58 0 0,0 1 0 0 0,0 1 0 0 0,-18 12 0 0 0,7-2-45 0 0,2 2-1 0 0,0 0 1 0 0,1 2-1 0 0,-26 31 0 0 0,36-36-152 0 0,1 1 0 0 0,1 0-1 0 0,1 1 1 0 0,1 0 0 0 0,1 1-1 0 0,-14 39 1 0 0,23-57-71 0 0,1 0 0 0 0,0 0 0 0 0,0 0 0 0 0,0 0 0 0 0,0 0 1 0 0,1 0-1 0 0,-1 0 0 0 0,1 1 0 0 0,0-1 0 0 0,1 0 0 0 0,-1 0 0 0 0,1 0 0 0 0,0 0 1 0 0,0 0-1 0 0,0 0 0 0 0,0 0 0 0 0,1 0 0 0 0,-1-1 0 0 0,1 1 0 0 0,4 6 0 0 0,-2-6-8 0 0,-1 0-1 0 0,1 0 0 0 0,0-1 0 0 0,0 1 0 0 0,1-1 1 0 0,-1 0-1 0 0,1 0 0 0 0,-1-1 0 0 0,1 1 0 0 0,0-1 1 0 0,0 0-1 0 0,0-1 0 0 0,0 1 0 0 0,0-1 1 0 0,9 1-1 0 0,-2 0-123 0 0,1-1 0 0 0,-1 0-1 0 0,1-1 1 0 0,0 0 0 0 0,0-1 0 0 0,-1-1 0 0 0,1 0 0 0 0,21-7 0 0 0,-16 3-108 0 0,0-1-1 0 0,0-1 1 0 0,-1-1-1 0 0,0 0 1 0 0,18-15-1 0 0,-2-2-172 0 0,-1-1 0 0 0,-2-2 0 0 0,-1-1 0 0 0,42-54 0 0 0,-9-6 12 0 0,-55 77 495 0 0,-1 1 1 0 0,0-1 0 0 0,0-1 0 0 0,-1 1 0 0 0,4-20 0 0 0,-9 32-75 0 0,1 0 1 0 0,-1 0-1 0 0,0 0 1 0 0,0 1-1 0 0,0-1 1 0 0,0 0-1 0 0,0 0 1 0 0,0 0-1 0 0,0 0 1 0 0,0 1-1 0 0,0-1 1 0 0,0 0-1 0 0,0 0 1 0 0,0 0-1 0 0,-1 0 1 0 0,1 1-1 0 0,0-1 1 0 0,-1-1-1 0 0,0 2 5 0 0,1-1 0 0 0,-1 1 0 0 0,1 0 0 0 0,0 0-1 0 0,-1-1 1 0 0,1 1 0 0 0,-1 0 0 0 0,1 0 0 0 0,0 0 0 0 0,-1 0 0 0 0,1 0 0 0 0,-1 0-1 0 0,1 0 1 0 0,-1 0 0 0 0,1 0 0 0 0,-1 0 0 0 0,1 0 0 0 0,-1 0 0 0 0,1 0 0 0 0,0 0 0 0 0,-1 0-1 0 0,1 0 1 0 0,-2 1 0 0 0,0 0 61 0 0,-1 0-1 0 0,0 1 0 0 0,1-1 1 0 0,-1 1-1 0 0,1 0 0 0 0,-1 0 1 0 0,1 0-1 0 0,-3 3 1 0 0,-11 15 185 0 0,1 1 1 0 0,1 1 0 0 0,2 0-1 0 0,0 1 1 0 0,-11 30 0 0 0,9-14-148 0 0,1 1 1 0 0,-10 59 0 0 0,22-93-117 0 0,0 0 0 0 0,0 1 0 0 0,0-1 0 0 0,1 0 1 0 0,0 0-1 0 0,1 1 0 0 0,-1-1 0 0 0,1 0 0 0 0,1 0 0 0 0,-1 0 1 0 0,1 0-1 0 0,4 10 0 0 0,-4-12-15 0 0,0 0-1 0 0,1 0 1 0 0,0 0-1 0 0,0-1 1 0 0,0 1-1 0 0,0-1 1 0 0,0 1 0 0 0,1-1-1 0 0,0 0 1 0 0,-1-1-1 0 0,1 1 1 0 0,0-1-1 0 0,0 1 1 0 0,1-1 0 0 0,-1 0-1 0 0,0-1 1 0 0,8 3-1 0 0,2-1-197 0 0,1-1-1 0 0,-1 0 1 0 0,1-1-1 0 0,0 0 1 0 0,0-1-1 0 0,0-1 0 0 0,-1 0 1 0 0,1-1-1 0 0,0-1 1 0 0,-1 0-1 0 0,0-1 1 0 0,0 0-1 0 0,0-1 1 0 0,15-8-1 0 0,3-3-575 0 0,-1-1 0 0 0,-1-1 0 0 0,-1-2 0 0 0,49-42 0 0 0,-30 16-135 0 0,-2-1-1 0 0,-2-3 1 0 0,69-100-1 0 0,-46 43 46 0 0,56-122-1 0 0,-96 173 1078 0 0,-3-2-1 0 0,25-90 0 0 0,-37 98 1548 0 0,10-86-1 0 0,-20 121-1259 0 0,-1 9-261 0 0,0 0 0 0 0,0 0 0 0 0,-1-1 0 0 0,0 1 0 0 0,0-1 0 0 0,-1 1 0 0 0,1 0 0 0 0,-3-9 0 0 0,2 15-178 0 0,0 1-1 0 0,0-1 0 0 0,0 0 1 0 0,0 1-1 0 0,0-1 0 0 0,0 1 1 0 0,0-1-1 0 0,1 1 0 0 0,-1-1 1 0 0,0 1-1 0 0,0 0 0 0 0,0-1 1 0 0,0 2-1 0 0,-8 8 200 0 0,1 1 0 0 0,1 0 0 0 0,-1 1 1 0 0,2 0-1 0 0,0 0 0 0 0,-7 18 0 0 0,-2 5 128 0 0,-290 705 4353 0 0,305-740-4738 0 0,-62 180 698 0 0,53-147-628 0 0,1 0-1 0 0,2 1 1 0 0,-3 51-1 0 0,8-77-50 0 0,1 1-1 0 0,0-1 0 0 0,1 1 0 0 0,0-1 1 0 0,0 0-1 0 0,1 1 0 0 0,0-1 0 0 0,1 0 1 0 0,3 9-1 0 0,-4-13-17 0 0,0-1 0 0 0,0 0-1 0 0,0 1 1 0 0,0-1 0 0 0,1 0 0 0 0,-1 0 0 0 0,1 0 0 0 0,0 0-1 0 0,0-1 1 0 0,0 1 0 0 0,0-1 0 0 0,1 0 0 0 0,-1 0-1 0 0,1 0 1 0 0,-1 0 0 0 0,1 0 0 0 0,0-1 0 0 0,-1 0 0 0 0,1 0-1 0 0,0 0 1 0 0,5 1 0 0 0,1-1-6 0 0,0-1 1 0 0,1 0-1 0 0,-1-1 0 0 0,0 0 1 0 0,0 0-1 0 0,-1-1 1 0 0,1 0-1 0 0,0-1 0 0 0,-1 0 1 0 0,1-1-1 0 0,-1 1 0 0 0,0-2 1 0 0,0 1-1 0 0,0-2 0 0 0,-1 1 1 0 0,11-9-1 0 0,9-9-115 0 0,-2-1 0 0 0,0-2-1 0 0,25-31 1 0 0,-28 30 46 0 0,-1-1 0 0 0,-2-1 0 0 0,0-1 1 0 0,-2-1-1 0 0,-2-1 0 0 0,-1 0 0 0 0,15-44 0 0 0,-27 64 51 0 0,0 1-1 0 0,-1-1 1 0 0,0 0-1 0 0,0 0 1 0 0,-2 1-1 0 0,0-23 1 0 0,-1 30 23 0 0,1-1-1 0 0,-1 1 1 0 0,0-1 0 0 0,0 1-1 0 0,0 0 1 0 0,-1 0 0 0 0,1-1 0 0 0,-1 1-1 0 0,0 0 1 0 0,0 0 0 0 0,-1 1 0 0 0,1-1-1 0 0,-1 0 1 0 0,0 1 0 0 0,0-1 0 0 0,0 1-1 0 0,0 0 1 0 0,-1 0 0 0 0,1 0-1 0 0,-6-3 1 0 0,2 5 15 0 0,2 0-18 0 0,0 1-1 0 0,-1 0 1 0 0,1 0 0 0 0,-1 0-1 0 0,1 1 1 0 0,0-1-1 0 0,-1 2 1 0 0,1-1 0 0 0,0 0-1 0 0,0 1 1 0 0,-7 3 0 0 0,8-3 4 0 0,1 0-1 0 0,0 0 1 0 0,0 0 0 0 0,1 0 0 0 0,-1 1 0 0 0,0-1 0 0 0,1 1 0 0 0,-1 0-1 0 0,1 0 1 0 0,0-1 0 0 0,0 1 0 0 0,0 1 0 0 0,-2 3 0 0 0,3-2 1 0 0,-1 0 0 0 0,1 0 1 0 0,-1-1-1 0 0,2 1 1 0 0,-1 0-1 0 0,0 0 0 0 0,1 0 1 0 0,0 0-1 0 0,0 0 0 0 0,0 0 1 0 0,1 0-1 0 0,0 0 1 0 0,0 0-1 0 0,0 0 0 0 0,0-1 1 0 0,1 1-1 0 0,0 0 0 0 0,0-1 1 0 0,4 8-1 0 0,0-5-11 0 0,-1-1 0 0 0,1 1 0 0 0,0-1 0 0 0,0 0 0 0 0,1-1 0 0 0,-1 1 0 0 0,1-2 0 0 0,0 1 0 0 0,1-1 0 0 0,-1 1 0 0 0,1-2 0 0 0,0 1 0 0 0,0-1 0 0 0,10 2 0 0 0,6 1-186 0 0,0-1 0 0 0,0-1-1 0 0,43 1 1 0 0,-49-4 91 0 0,0-2 0 0 0,0 0 0 0 0,0-1 0 0 0,0 0 0 0 0,20-7 1 0 0,-29 7 72 0 0,1-1 0 0 0,-1-1 0 0 0,-1 1 0 0 0,1-2 0 0 0,-1 1 1 0 0,1-1-1 0 0,-1 0 0 0 0,0-1 0 0 0,-1 0 0 0 0,0 0 1 0 0,9-10-1 0 0,-14 15 33 0 0,-1 0 0 0 0,0-1 0 0 0,0 1 0 0 0,0-1-1 0 0,0 1 1 0 0,0-1 0 0 0,0 1 0 0 0,0-1 0 0 0,0 0 0 0 0,-1 1 0 0 0,1-1 0 0 0,-1 0 0 0 0,1 0 0 0 0,-1 0 0 0 0,0 1 0 0 0,0-1 0 0 0,0 0 0 0 0,0 0 0 0 0,0 0 0 0 0,0 0 0 0 0,0 1 0 0 0,0-1 0 0 0,-1 0 0 0 0,1 0 0 0 0,-1 0-1 0 0,0-2 1 0 0,0 3 13 0 0,0 0 0 0 0,0 1 0 0 0,0-1 0 0 0,0 0 0 0 0,0 0-1 0 0,0 0 1 0 0,-1 1 0 0 0,1-1 0 0 0,0 0 0 0 0,0 1-1 0 0,0-1 1 0 0,-1 1 0 0 0,1 0 0 0 0,0-1 0 0 0,-1 1 0 0 0,1 0-1 0 0,0 0 1 0 0,-1 0 0 0 0,1 0 0 0 0,0 0 0 0 0,-1 0 0 0 0,1 0-1 0 0,0 0 1 0 0,-3 1 0 0 0,-7 3 107 0 0,0 1 1 0 0,0 1-1 0 0,0 0 1 0 0,1 0-1 0 0,-1 1 0 0 0,2 0 1 0 0,-1 0-1 0 0,1 1 0 0 0,0 1 1 0 0,-10 11-1 0 0,-7 12 487 0 0,-40 61 0 0 0,51-68-468 0 0,1 0-1 0 0,-22 52 1 0 0,32-67-113 0 0,1-1 0 0 0,0 1 0 0 0,1-1 0 0 0,0 1 1 0 0,0 0-1 0 0,1 0 0 0 0,0 0 0 0 0,1 0 1 0 0,0 0-1 0 0,1 0 0 0 0,0 0 0 0 0,2 12 0 0 0,-2-19-20 0 0,1 0-1 0 0,-1 1 1 0 0,1-1 0 0 0,-1 0-1 0 0,1 0 1 0 0,0 0-1 0 0,0 0 1 0 0,0 0-1 0 0,0 0 1 0 0,1 0-1 0 0,-1-1 1 0 0,1 1-1 0 0,6 3 1 0 0,-4-2-27 0 0,1-1 0 0 0,0 0 0 0 0,1 0 0 0 0,-1 0-1 0 0,0-1 1 0 0,14 3 0 0 0,-4-2-172 0 0,1-1 0 0 0,0-1 0 0 0,-1 0-1 0 0,1-1 1 0 0,22-3 0 0 0,-13-1-217 0 0,-1-2 1 0 0,0 0-1 0 0,0-2 1 0 0,-1 0-1 0 0,0-2 1 0 0,0-1-1 0 0,-1 0 1 0 0,0-2-1 0 0,-1-1 1 0 0,-1-1-1 0 0,0 0 1 0 0,29-30-1 0 0,-28 24 226 0 0,-2-1 0 0 0,0-1 0 0 0,-2 0 0 0 0,-1-2 0 0 0,-1 0 0 0 0,0-1 0 0 0,-2 0 0 0 0,-2-1 0 0 0,0-1 0 0 0,13-49 0 0 0,-18 47 855 0 0,-2 0 0 0 0,-1 0 1 0 0,1-41-1 0 0,-5 68-426 0 0,-1 2-196 0 0,1 1 1 0 0,0-1 0 0 0,0 1 0 0 0,-1 0 0 0 0,1-1 0 0 0,0 1 0 0 0,-1 0 0 0 0,1-1-1 0 0,0 1 1 0 0,-1 0 0 0 0,1-1 0 0 0,-1 1 0 0 0,1 0 0 0 0,0-1 0 0 0,-1 1 0 0 0,1 0-1 0 0,-1 0 1 0 0,1 0 0 0 0,-1-1 0 0 0,1 1 0 0 0,-1 0 0 0 0,1 0 0 0 0,-1 0-1 0 0,0 0 1 0 0,-6 8 432 0 0,0 1 0 0 0,0 0 0 0 0,1 1 0 0 0,0 0-1 0 0,0 0 1 0 0,1 0 0 0 0,-4 12 0 0 0,-25 83 1209 0 0,22-61-1266 0 0,-25 96 389 0 0,33-119-1159 0 0,1 0 0 0 0,1 0 1 0 0,1 0-1 0 0,3 39 0 0 0,-2-54-65 0 0,1-1 0 0 0,0 1 0 0 0,1-1 0 0 0,0 1 0 0 0,0-1 0 0 0,0 0 0 0 0,0 1 0 0 0,1-1 0 0 0,-1 0 0 0 0,8 8 0 0 0,-8-10-260 0 0,1 0 0 0 0,0 0 0 0 0,0 0 0 0 0,0 0 1 0 0,0-1-1 0 0,7 4 0 0 0,-7-4-225 0 0,1 0 0 0 0,-1-1 0 0 0,1 0 0 0 0,-1 0 0 0 0,1 0 0 0 0,0 0 0 0 0,-1 0 0 0 0,6 0 0 0 0,11-1-6571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4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2052 0 0,'3'-7'777'0'0,"-1"0"0"0"0,1 0 0 0 0,1 0-1 0 0,-1 0 1 0 0,1 0 0 0 0,1 1 0 0 0,-1-1 0 0 0,1 1-1 0 0,0 0 1 0 0,0 1 0 0 0,1-1 0 0 0,0 1 0 0 0,0 0 0 0 0,0 1-1 0 0,0-1 1 0 0,1 1 0 0 0,7-3 0 0 0,-9 6-465 0 0,0 0 0 0 0,0 0 1 0 0,0 1-1 0 0,-1 0 0 0 0,1 0 1 0 0,0 0-1 0 0,0 1 0 0 0,0-1 1 0 0,-1 1-1 0 0,1 0 0 0 0,0 1 1 0 0,-1-1-1 0 0,1 1 0 0 0,-1 0 1 0 0,1 0-1 0 0,-1 0 0 0 0,0 1 0 0 0,0-1 1 0 0,0 1-1 0 0,6 6 0 0 0,-5-4-80 0 0,-1 0-1 0 0,1 1 1 0 0,-1 0 0 0 0,-1 0-1 0 0,1 0 1 0 0,-1 0-1 0 0,0 0 1 0 0,0 1-1 0 0,-1-1 1 0 0,0 1-1 0 0,0 0 1 0 0,0 0-1 0 0,0 12 1 0 0,-1-9-71 0 0,-2 1-1 0 0,1-1 1 0 0,-1 1-1 0 0,-1-1 1 0 0,0 0 0 0 0,0 1-1 0 0,-1-1 1 0 0,-5 12-1 0 0,-8 12 16 0 0,-2-1-1 0 0,0-1 0 0 0,-3-1 0 0 0,-24 30 0 0 0,37-50-84 0 0,5-8-72 0 0,-4 6-10 0 0,5-7-17 0 0,15-13-218 0 0,269-290-2335 0 0,-269 286 2542 0 0,-1-2 0 0 0,0 1 0 0 0,12-27 0 0 0,-23 42 20 0 0,0 0 1 0 0,0-1-1 0 0,-1 1 0 0 0,1 0 0 0 0,-1-1 0 0 0,0 1 0 0 0,1 0 1 0 0,-1-1-1 0 0,0 1 0 0 0,0-1 0 0 0,1 1 0 0 0,-1-1 0 0 0,0 1 0 0 0,-1-2 1 0 0,1 2-1 0 0,0 1 0 0 0,0-1 0 0 0,-1 1 0 0 0,1-1 0 0 0,0 1 0 0 0,-1-1 0 0 0,1 1 0 0 0,0-1 0 0 0,-1 1 0 0 0,1-1 0 0 0,0 1 0 0 0,-1-1 1 0 0,1 1-1 0 0,-1 0 0 0 0,1-1 0 0 0,-1 1 0 0 0,1 0 0 0 0,-1-1 0 0 0,1 1 0 0 0,-1 0 0 0 0,1 0 0 0 0,-1 0 0 0 0,0-1 0 0 0,-2 1 8 0 0,0 0 0 0 0,0 0 0 0 0,1 0 0 0 0,-1 0-1 0 0,0 0 1 0 0,0 1 0 0 0,1-1 0 0 0,-1 1 0 0 0,1-1-1 0 0,-1 1 1 0 0,0 0 0 0 0,-3 2 0 0 0,-4 2 114 0 0,-1 1 0 0 0,1 1 0 0 0,1-1 0 0 0,-1 1 0 0 0,1 1 1 0 0,1 0-1 0 0,-1 0 0 0 0,1 0 0 0 0,1 1 0 0 0,-1 1 0 0 0,2-1 0 0 0,-1 1 1 0 0,1 0-1 0 0,1 0 0 0 0,0 1 0 0 0,0 0 0 0 0,1 0 0 0 0,0 0 0 0 0,1 0 1 0 0,1 1-1 0 0,0-1 0 0 0,0 1 0 0 0,1 0 0 0 0,0-1 0 0 0,1 1 0 0 0,2 20 1 0 0,0-26-87 0 0,0 1 1 0 0,0 0 0 0 0,0-1 0 0 0,1 1 0 0 0,0-1 0 0 0,0 0 0 0 0,1 0-1 0 0,-1 0 1 0 0,1-1 0 0 0,9 11 0 0 0,-5-8 6 0 0,1 0 1 0 0,0 0-1 0 0,0 0 1 0 0,1-1 0 0 0,15 9-1 0 0,-16-12-112 0 0,0 0 0 0 0,0 0 0 0 0,0-1-1 0 0,0 0 1 0 0,1 0 0 0 0,-1-1 0 0 0,1 0 0 0 0,-1-1 0 0 0,1 0 0 0 0,0-1 0 0 0,0 0-1 0 0,-1 0 1 0 0,1-1 0 0 0,0 0 0 0 0,-1-1 0 0 0,1 0 0 0 0,14-5 0 0 0,-14 3-575 0 0,0 0 0 0 0,0-1 0 0 0,0-1 1 0 0,0 1-1 0 0,-1-1 0 0 0,0-1 1 0 0,-1 0-1 0 0,1 0 0 0 0,-1-1 1 0 0,0 0-1 0 0,-1 0 0 0 0,0-1 0 0 0,-1 0 1 0 0,1 0-1 0 0,5-12 0 0 0,-6 8-1418 0 0,0-1-1 0 0,0 0 0 0 0,3-15 1 0 0,-2-9-5349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5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227 115 2604 0 0,'-147'-71'16684'0'0,"94"44"-11970"0"0,39 19-3503 0 0,2 0-4914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5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 2408 0 0,'-97'9'6565'0'0,"-31"1"3751"0"0,125-10-8934 0 0,7-1-1076 0 0,30-5-343 0 0,1 2 1 0 0,-1 1 0 0 0,1 2-1 0 0,35 3 1 0 0,-36-1-448 0 0,164 5-3412 0 0,-65 1-2423 0 0,-37-1-1373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5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6537 0 0,'0'0'14305'0'0,"2"-11"-16741"0"0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0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0 231 1480 0 0,'0'0'1278'0'0,"4"-1"-58"0"0,57-3 2743 0 0,482 4-1406 0 0,-318 5-2426 0 0,949 16 257 0 0,1374-28-182 0 0,-1471-1-161 0 0,1552 12-41 0 0,-2434-1-5 0 0,1163 14-21 0 0,-8-26 7 0 0,211-56 123 0 0,-11-37 22 0 0,-1353 89-126 0 0,-55 3-45 0 0,520-39-1307 0 0,-651 48 1197 0 0,122-6-2716 0 0,-114 2-219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1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184 438 1244 0 0,'-9'-8'10441'0'0,"-1"11"-10326"0"0,8-3 269 0 0,2 1-378 0 0,1-1-1 0 0,-1 1 1 0 0,0-1 0 0 0,1 1 0 0 0,-1-1-1 0 0,1 1 1 0 0,-1-1 0 0 0,1 0 0 0 0,0 1 0 0 0,-1-1-1 0 0,1 0 1 0 0,-1 0 0 0 0,1 1 0 0 0,-1-1-1 0 0,1 0 1 0 0,0 0 0 0 0,-1 0 0 0 0,1 0 0 0 0,0 0-1 0 0,0 0 1 0 0,27-3 33 0 0,-1-2 0 0 0,0-1 0 0 0,0-2 1 0 0,31-11-1 0 0,-19 3-89 0 0,-1-2 0 0 0,43-27 0 0 0,-60 31 56 0 0,0-1 0 0 0,-1-1 0 0 0,-1-1 0 0 0,0 0 0 0 0,-1-2 0 0 0,-1 0 0 0 0,-1-1 0 0 0,-1 0 0 0 0,-1-1 0 0 0,0-1 0 0 0,15-35 0 0 0,-26 51 29 0 0,-1-1-1 0 0,0 1 0 0 0,0-1 1 0 0,0 0-1 0 0,-1 0 0 0 0,1-12 1 0 0,-2 17-26 0 0,-12 12-29 0 0,-82 199 265 0 0,49-101-102 0 0,-31 74-120 0 0,-52 115-73 0 0,88-217 77 0 0,-77 119 0 0 0,105-181 28 0 0,0 0 0 0 0,-2-1 0 0 0,0-1 0 0 0,0 0 0 0 0,-2-1 0 0 0,0 0 0 0 0,-22 14 0 0 0,36-27-45 0 0,-1-1 1 0 0,1 1-1 0 0,-1-1 1 0 0,1 0-1 0 0,-1 0 0 0 0,0 0 1 0 0,1 0-1 0 0,-1 0 1 0 0,0-1-1 0 0,0 1 1 0 0,1-1-1 0 0,-1 0 0 0 0,0 0 1 0 0,-5 0-1 0 0,7-1 8 0 0,-1 1-1 0 0,0-1 0 0 0,0 0 1 0 0,0 1-1 0 0,0-1 0 0 0,1 0 1 0 0,-1 0-1 0 0,0 0 0 0 0,1 0 1 0 0,-1 0-1 0 0,1-1 0 0 0,-1 1 1 0 0,1 0-1 0 0,0-1 0 0 0,-1 1 1 0 0,-1-3-1 0 0,1 0 7 0 0,0 0 1 0 0,0 0-1 0 0,1 0 0 0 0,-1 0 0 0 0,1-1 1 0 0,0 1-1 0 0,0 0 0 0 0,0-1 1 0 0,0 1-1 0 0,1 0 0 0 0,0-1 1 0 0,0 1-1 0 0,0-1 0 0 0,1 1 0 0 0,-1 0 1 0 0,2-6-1 0 0,1 2-23 0 0,0 0-1 0 0,1 0 1 0 0,0 0 0 0 0,0 1-1 0 0,0 0 1 0 0,1 0 0 0 0,0 0-1 0 0,0 0 1 0 0,1 1 0 0 0,8-7-1 0 0,0 0 3 0 0,1 1 0 0 0,0 1-1 0 0,24-14 1 0 0,-24 16-10 0 0,0 2 1 0 0,1 0-1 0 0,0 0 1 0 0,0 1-1 0 0,1 1 1 0 0,-1 1-1 0 0,1 1 1 0 0,0 0-1 0 0,0 1 1 0 0,1 0-1 0 0,27 3 0 0 0,-33 0 9 0 0,0 0-1 0 0,0 2 1 0 0,0-1-1 0 0,0 1 1 0 0,-1 1-1 0 0,1 0 0 0 0,-1 1 1 0 0,0 0-1 0 0,0 1 1 0 0,-1 0-1 0 0,1 1 1 0 0,-1 0-1 0 0,-1 0 1 0 0,1 1-1 0 0,-1 1 0 0 0,-1-1 1 0 0,9 12-1 0 0,37 60 64 0 0,-38-53-1350 0 0,26 31 0 0 0,-39-55 779 0 0,-1 0 0 0 0,1 0 0 0 0,0-1 1 0 0,-1 1-1 0 0,1-1 0 0 0,1 0 0 0 0,-1 0 0 0 0,0 0 1 0 0,0 0-1 0 0,7 2 0 0 0,5 0-3358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1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262 173 300 0 0,'0'0'2114'0'0,"-16"-4"4922"0"0,3 4-6487 0 0,9 0 276 0 0,4 0-792 0 0,-1 0-1 0 0,0 0 0 0 0,1 1 0 0 0,-1-1 1 0 0,0 0-1 0 0,1 0 0 0 0,-1 1 0 0 0,0-1 1 0 0,1 0-1 0 0,-1 1 0 0 0,1-1 1 0 0,-1 1-1 0 0,0-1 0 0 0,1 0 0 0 0,-1 1 1 0 0,1 0-1 0 0,0-1 0 0 0,-1 1 0 0 0,1-1 1 0 0,-1 1-1 0 0,1-1 0 0 0,0 1 0 0 0,-1 0 1 0 0,1-1-1 0 0,0 1 0 0 0,-1 1 0 0 0,-2 15 217 0 0,3-15-179 0 0,14 18 132 0 0,-13-18-187 0 0,1-1 0 0 0,-1 0 0 0 0,1 1 0 0 0,-1-1 0 0 0,1 0 0 0 0,0 0 0 0 0,0 0 0 0 0,-1 0 0 0 0,1 0 0 0 0,0-1 0 0 0,0 1 0 0 0,0 0 0 0 0,0-1 0 0 0,0 0 0 0 0,2 1 0 0 0,0 0-1 0 0,-1-1 1 0 0,1 1-1 0 0,0-1 0 0 0,-1 0 1 0 0,1 0-1 0 0,0 0 0 0 0,-1-1 1 0 0,1 1-1 0 0,0-1 0 0 0,-1 0 1 0 0,1 0-1 0 0,-1 0 0 0 0,1 0 1 0 0,-1-1-1 0 0,0 1 1 0 0,1-1-1 0 0,-1 0 0 0 0,0 0 1 0 0,0 0-1 0 0,0 0 0 0 0,0-1 1 0 0,4-4-1 0 0,-4 4 3 0 0,0-1 0 0 0,0 0-1 0 0,0 1 0 0 0,-1-1 1 0 0,1 0-1 0 0,-1 0 1 0 0,0-1-1 0 0,0 1 0 0 0,0 0 1 0 0,-1-1-1 0 0,0 1 0 0 0,1-1 1 0 0,-2 1-1 0 0,1-1 1 0 0,0-8-1 0 0,-1 3 0 0 0,0 0 0 0 0,-1 0 0 0 0,0 0 0 0 0,0 1 0 0 0,-6-19 0 0 0,6 25-19 0 0,0 0 0 0 0,0 0 0 0 0,0 0 1 0 0,0 0-1 0 0,-1 0 0 0 0,0 1 1 0 0,1-1-1 0 0,-1 0 0 0 0,0 1 1 0 0,0-1-1 0 0,0 1 0 0 0,0-1 1 0 0,-1 1-1 0 0,1 0 0 0 0,-1 0 1 0 0,1 0-1 0 0,-1 0 0 0 0,0 1 1 0 0,0-1-1 0 0,0 1 0 0 0,0 0 0 0 0,0 0 1 0 0,0 0-1 0 0,-6-2 0 0 0,5 3 0 0 0,-1 0-1 0 0,0 0 0 0 0,1 0 0 0 0,-1 0 0 0 0,0 1 0 0 0,1 0 1 0 0,-1 0-1 0 0,1 0 0 0 0,-1 1 0 0 0,1-1 0 0 0,0 1 1 0 0,0 0-1 0 0,-1 0 0 0 0,1 0 0 0 0,1 1 0 0 0,-1 0 0 0 0,-4 3 1 0 0,-9 10-12 0 0,-1 0 0 0 0,2 2 0 0 0,1 0 0 0 0,0 1 0 0 0,1 0 0 0 0,-15 28 0 0 0,10-12-5 0 0,2 1-1 0 0,-24 76 1 0 0,37-98 33 0 0,0-1 1 0 0,1 1 0 0 0,1 0-1 0 0,0 0 1 0 0,1 0 0 0 0,0 0 0 0 0,1 0-1 0 0,3 16 1 0 0,-3-24-12 0 0,1-1-1 0 0,0 0 0 0 0,1 0 1 0 0,-1 0-1 0 0,1 0 0 0 0,0 0 1 0 0,0-1-1 0 0,1 1 1 0 0,0-1-1 0 0,-1 1 0 0 0,1-1 1 0 0,1 0-1 0 0,-1 0 0 0 0,1 0 1 0 0,-1 0-1 0 0,1-1 1 0 0,0 1-1 0 0,0-1 0 0 0,1 0 1 0 0,-1 0-1 0 0,1-1 0 0 0,-1 1 1 0 0,1-1-1 0 0,9 3 1 0 0,0-2-188 0 0,-1 0 1 0 0,1-1-1 0 0,-1 0 1 0 0,1-1-1 0 0,0 0 1 0 0,0-1-1 0 0,0-1 1 0 0,0 0-1 0 0,18-5 1 0 0,7-3-1538 0 0,74-29 1 0 0,-57 15-651 0 0,-1-7-551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2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163 131 2192 0 0,'27'-120'8772'0'0,"-25"110"-7497"0"0,-7 19-947 0 0,-8 22-106 0 0,-38 154 1062 0 0,38-129-998 0 0,8-35-159 0 0,-90 454 1490 0 0,93-456-1590 0 0,-2 14 67 0 0,1 37 1 0 0,3-61-61 0 0,0-1 1 0 0,1 1-1 0 0,0-1 0 0 0,0 1 0 0 0,1-1 1 0 0,0 0-1 0 0,1 1 0 0 0,0-1 0 0 0,6 13 1 0 0,-8-20-28 0 0,0 1 0 0 0,0-1 1 0 0,0 0-1 0 0,0 0 0 0 0,0 0 1 0 0,1 1-1 0 0,-1-1 0 0 0,0 0 1 0 0,0-1-1 0 0,1 1 0 0 0,-1 0 1 0 0,1 0-1 0 0,-1 0 1 0 0,1-1-1 0 0,-1 1 0 0 0,1-1 1 0 0,-1 1-1 0 0,1-1 0 0 0,-1 0 1 0 0,1 0-1 0 0,2 1 0 0 0,0-1-17 0 0,0-1 0 0 0,0 1 0 0 0,0-1 0 0 0,0 1 0 0 0,0-1 1 0 0,7-3-1 0 0,-2 0-250 0 0,0 0 0 0 0,-1-1 0 0 0,1 0 0 0 0,-1 0 0 0 0,0-1 0 0 0,-1 0 0 0 0,1-1 0 0 0,-1 0 0 0 0,8-10 0 0 0,6-9-3107 0 0,22-37 1 0 0,-23 29-1651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2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132 111 376 0 0,'-115'21'12675'0'0,"112"-20"-12128"0"0,0-1-442 0 0,-7 0 628 0 0,13-1-144 0 0,27-3-177 0 0,147-38-140 0 0,317-34 0 0 0,-451 72-352 0 0,-26 1-426 0 0,1 1-1 0 0,0 2 0 0 0,18 0 0 0 0,-33 0-254 0 0,5 4-338 0 0,-1-3-287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3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1 144 596 0 0,'0'-3'1891'0'0,"-1"-3"-1134"0"0,1-1-1 0 0,0 1 1 0 0,1-1 0 0 0,0 1 0 0 0,0 0-1 0 0,0-1 1 0 0,0 1 0 0 0,1 0 0 0 0,0 0-1 0 0,4-6 1 0 0,-5 10-554 0 0,1 1-144 0 0,0 0 1 0 0,1 1-1 0 0,-1-1 1 0 0,1 1 0 0 0,-1 0-1 0 0,1-1 1 0 0,-1 1-1 0 0,1 0 1 0 0,-1 1-1 0 0,5 0 1 0 0,-7-2-77 0 0,2 2 29 0 0,-1-1-1 0 0,1 1 1 0 0,-1-1 0 0 0,1 1 0 0 0,0 0-1 0 0,-1 0 1 0 0,1 0 0 0 0,-1 0 0 0 0,0 0-1 0 0,1 0 1 0 0,-1 0 0 0 0,0 0 0 0 0,0 0 0 0 0,1 0-1 0 0,0 3 1 0 0,14 21 70 0 0,-11-14-63 0 0,-1 0 1 0 0,0 1 0 0 0,0-1 0 0 0,-2 1-1 0 0,1 0 1 0 0,-1-1 0 0 0,-1 1-1 0 0,0 21 1 0 0,-2 1 57 0 0,-11 61 1 0 0,9-82-48 0 0,-9 45 315 0 0,12-56-239 0 0,-1-5-100 0 0,1-1 1 0 0,0 1-1 0 0,0 0 1 0 0,0 0-1 0 0,0-1 1 0 0,1 1-1 0 0,-1 0 1 0 0,1 0-1 0 0,0 0 1 0 0,2-4-1 0 0,14-34 30 0 0,-12 30-28 0 0,6-10-3 0 0,0 0 0 0 0,1 1 0 0 0,1 1 1 0 0,1 0-1 0 0,1 0 0 0 0,0 1 0 0 0,29-24 0 0 0,-35 33-10 0 0,1 1 0 0 0,0 0 1 0 0,1 1-1 0 0,-1 0 0 0 0,1 1 0 0 0,1 0 0 0 0,-1 1 0 0 0,1 0 0 0 0,0 1 0 0 0,0 0 1 0 0,0 1-1 0 0,1 0 0 0 0,-1 1 0 0 0,1 0 0 0 0,20 0 0 0 0,-27 3 3 0 0,1 0-1 0 0,-1 1 1 0 0,0-1-1 0 0,0 1 1 0 0,0 0-1 0 0,0 0 1 0 0,0 1-1 0 0,0 0 1 0 0,-1 0-1 0 0,1 1 1 0 0,-1-1-1 0 0,0 1 1 0 0,0 0-1 0 0,0 0 1 0 0,0 1-1 0 0,-1 0 1 0 0,0-1-1 0 0,0 1 1 0 0,0 1-1 0 0,0-1 1 0 0,-1 1-1 0 0,0-1 1 0 0,0 1-1 0 0,-1 0 1 0 0,0 0-1 0 0,1 0 1 0 0,-2 0-1 0 0,1 1 1 0 0,-1-1-1 0 0,0 0 1 0 0,-1 1-1 0 0,1-1 1 0 0,-1 0-1 0 0,0 1 1 0 0,-2 6-1 0 0,-14 90 199 0 0,7-64 134 0 0,9-37-188 0 0,9-23-70 0 0,4-6-70 0 0,1 1 1 0 0,1 0 0 0 0,1 1 0 0 0,2 1 0 0 0,0 0 0 0 0,2 1 0 0 0,0 2-1 0 0,2 0 1 0 0,0 1 0 0 0,1 1 0 0 0,1 1 0 0 0,1 1 0 0 0,0 1 0 0 0,1 2 0 0 0,1 0-1 0 0,31-10 1 0 0,-53 22-7 0 0,1 0 0 0 0,-1 0 0 0 0,1 1 0 0 0,0 0 0 0 0,-1 0 0 0 0,1 0 0 0 0,0 1 0 0 0,-1 0 0 0 0,1 0 0 0 0,0 0 0 0 0,0 1 0 0 0,9 2 0 0 0,-13-3 8 0 0,1 1 1 0 0,-1 0-1 0 0,1 1 1 0 0,-1-1-1 0 0,1 0 0 0 0,-1 1 1 0 0,0-1-1 0 0,0 1 1 0 0,0 0-1 0 0,0 0 1 0 0,0 0-1 0 0,0 0 1 0 0,0 0-1 0 0,-1 0 0 0 0,1 0 1 0 0,-1 0-1 0 0,1 1 1 0 0,-1-1-1 0 0,0 1 1 0 0,0-1-1 0 0,0 1 0 0 0,0 0 1 0 0,0-1-1 0 0,-1 1 1 0 0,1 0-1 0 0,-1 3 1 0 0,2 12 38 0 0,-2 0 1 0 0,0 0 0 0 0,-1 0 0 0 0,-5 23 0 0 0,-19 72 55 0 0,13-65-47 0 0,8-35-39 0 0,1 0 1 0 0,1 1-1 0 0,0-1 0 0 0,1 1 0 0 0,0 22 0 0 0,1-33-142 0 0,1 0-1 0 0,-1 0 1 0 0,1 0-1 0 0,0 0 0 0 0,0 0 1 0 0,0 0-1 0 0,0-1 1 0 0,0 1-1 0 0,0 0 1 0 0,1 0-1 0 0,-1-1 1 0 0,1 1-1 0 0,0-1 1 0 0,0 0-1 0 0,0 1 1 0 0,0-1-1 0 0,0 0 1 0 0,1 0-1 0 0,-1 0 1 0 0,0-1-1 0 0,1 1 1 0 0,0 0-1 0 0,-1-1 1 0 0,1 0-1 0 0,0 1 1 0 0,0-1-1 0 0,0 0 0 0 0,-1-1 1 0 0,1 1-1 0 0,6 0 1 0 0,16 1-3073 0 0,6-3-1205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4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203 459 196 0 0,'-63'22'5863'0'0,"26"-10"-2293"0"0,-53 24 0 0 0,88-35-3397 0 0,-9 1 299 0 0,20-4 165 0 0,63-28-480 0 0,0-4 0 0 0,-2-3 0 0 0,111-79 0 0 0,-150 95-128 0 0,108-80 54 0 0,-110 78 14 0 0,-2-1-1 0 0,42-48 1 0 0,-53 46 17 0 0,-16 25-110 0 0,1 0 1 0 0,-1 0 0 0 0,1 0 0 0 0,-1 0-1 0 0,1 0 1 0 0,-1 0 0 0 0,0 0 0 0 0,0 0-1 0 0,1 0 1 0 0,-1-1 0 0 0,0 1 0 0 0,0 0-1 0 0,0 0 1 0 0,0 0 0 0 0,0 0 0 0 0,0 0-1 0 0,-1-1 1 0 0,1 1 0 0 0,0 0 0 0 0,0 0-1 0 0,-1 0 1 0 0,1 0 0 0 0,-1 0 0 0 0,1 0-1 0 0,-2-2 1 0 0,0 1-2 0 0,-1 1 1 0 0,1-1-1 0 0,-1 0 1 0 0,0 1-1 0 0,0 0 0 0 0,0-1 1 0 0,1 1-1 0 0,-1 0 0 0 0,0 1 1 0 0,0-1-1 0 0,0 0 0 0 0,-1 1 1 0 0,1 0-1 0 0,-5 0 0 0 0,1 0-3 0 0,0 1 1 0 0,0 0-1 0 0,0 0 0 0 0,0 1 0 0 0,0 0 0 0 0,-8 3 0 0 0,4-1-7 0 0,1 1 0 0 0,0 0 0 0 0,1 1-1 0 0,-1 0 1 0 0,1 0 0 0 0,0 1 0 0 0,1 0 0 0 0,-13 13 0 0 0,17-16 4 0 0,1 1 0 0 0,-1 0 0 0 0,1 0 0 0 0,0 0 0 0 0,1 1 0 0 0,-1-1 0 0 0,1 1 0 0 0,0-1 1 0 0,0 1-1 0 0,0 0 0 0 0,1 0 0 0 0,0 0 0 0 0,1 0 0 0 0,-1 0 0 0 0,1 0 0 0 0,1 10 0 0 0,0-4 3 0 0,2-1 0 0 0,-1 1 0 0 0,2 0 0 0 0,0-1 0 0 0,0 0 0 0 0,1 0 0 0 0,9 15 0 0 0,12 26 1 0 0,-14-27 16 0 0,1-2-1 0 0,16 24 0 0 0,-28-45 0 0 0,0 0 0 0 0,0 0 0 0 0,0 0 0 0 0,0 0 0 0 0,-1 0 0 0 0,1 0 0 0 0,-1 0-1 0 0,1 0 1 0 0,-1 0 0 0 0,0 0 0 0 0,0 0 0 0 0,0 0 0 0 0,0 1 0 0 0,0-1 0 0 0,0 0 0 0 0,-1 0 0 0 0,1 0 0 0 0,-1 0 0 0 0,1 0 0 0 0,-2 3 0 0 0,0-1 81 0 0,0 0-1 0 0,0 0 1 0 0,0 0 0 0 0,0 0-1 0 0,-1 0 1 0 0,1-1 0 0 0,-1 1 0 0 0,-5 4-1 0 0,2-3 30 0 0,0-1 1 0 0,0 0-1 0 0,-1-1 0 0 0,1 1 0 0 0,-1-1 0 0 0,0-1 1 0 0,0 1-1 0 0,0-1 0 0 0,0 0 0 0 0,-13 1 0 0 0,1 0 157 0 0,-1-2 0 0 0,-35-1 0 0 0,-45-12 388 0 0,99 12-710 0 0,0 0 1 0 0,-1 0 0 0 0,1 0 0 0 0,0 0-1 0 0,0 0 1 0 0,-1-1 0 0 0,1 1-1 0 0,0 0 1 0 0,0-1 0 0 0,0 1-1 0 0,-1-1 1 0 0,1 1 0 0 0,0-1-1 0 0,0 0 1 0 0,0 1 0 0 0,0-1-1 0 0,0 0 1 0 0,0 0 0 0 0,0 0-1 0 0,0 1 1 0 0,0-1 0 0 0,1 0-1 0 0,-1 0 1 0 0,0-1 0 0 0,0 0-1 0 0,0 1-71 0 0,1 0-1 0 0,0 0 1 0 0,0-1-1 0 0,0 1 1 0 0,0 0-1 0 0,0 0 1 0 0,1 0-1 0 0,-1 0 1 0 0,0 0-1 0 0,0 0 1 0 0,1 0-1 0 0,-1 0 1 0 0,1 0-1 0 0,-1 0 1 0 0,1 0-1 0 0,-1 0 1 0 0,1 0-1 0 0,-1 0 1 0 0,1 0-1 0 0,0 1 1 0 0,0-1-1 0 0,-1 0 1 0 0,2-1-1 0 0,7-4-1616 0 0,0-1 0 0 0,0 1-1 0 0,0 0 1 0 0,20-8-1 0 0,-7 3-3430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47 1072 0 0,'2'-1'2744'0'0,"36"-44"14870"0"0,-36 53-17803 0 0,-3 1 217 0 0,1-1 0 0 0,-1 1 0 0 0,-1-1 0 0 0,0 0 0 0 0,-3 12 0 0 0,-1 0-6 0 0,-17 68-23 0 0,-11 47 220 0 0,30-112-501 0 0,0 0-1 0 0,2 0 0 0 0,1 44 1 0 0,1-64-10 0 0,1 1 1 0 0,-1 0-1 0 0,1 0 1 0 0,0 0-1 0 0,0 0 1 0 0,0-1-1 0 0,0 1 1 0 0,1-1-1 0 0,-1 1 1 0 0,1-1-1 0 0,0 1 1 0 0,0-1-1 0 0,0 0 1 0 0,5 5-1 0 0,-6-7 122 0 0,0-1 0 0 0,-1 1 0 0 0,1-1 0 0 0,0 1 0 0 0,0-1 0 0 0,0 0-1 0 0,-1 1 1 0 0,1-1 0 0 0,0 0 0 0 0,0 0 0 0 0,0 1 0 0 0,0-1 0 0 0,0 0 0 0 0,0 0 0 0 0,-1 0 0 0 0,1 0 0 0 0,1 0-1 0 0,27-14-10509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4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127 113 1340 0 0,'-11'-17'2148'0'0,"3"1"-424"0"0,-3 4-311 0 0,4-1-181 0 0,-3 4-296 0 0,1-4-176 0 0,-2 5 276 0 0,-2-5-416 0 0,0 2-228 0 0,-4 13-932 0 0,9 13-1776 0 0,-1-6-456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5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62 2788 0 0,'0'16'2562'0'0,"1"-1"0"0"0,4 21 0 0 0,11 28-176 0 0,-11-47-2352 0 0,-1 0 0 0 0,0 0-1 0 0,-1 1 1 0 0,-1-1 0 0 0,-1 1-1 0 0,0-1 1 0 0,-3 24 0 0 0,1-31 73 0 0,0 1 1 0 0,-2-1-1 0 0,1 0 1 0 0,-1 0-1 0 0,-1 0 1 0 0,0 0-1 0 0,-6 12 1 0 0,8-20-3 0 0,-3-1 22 0 0,-3 0 5 0 0,8-2-131 0 0,-1 0-1 0 0,1 1 1 0 0,0-1 0 0 0,0 0 0 0 0,-1 0 0 0 0,1 1 0 0 0,0-1 0 0 0,0 0 0 0 0,0 0 0 0 0,0 1-1 0 0,0-1 1 0 0,0 0 0 0 0,0 0 0 0 0,0 1 0 0 0,0-1 0 0 0,0 0 0 0 0,0 0 0 0 0,1 0 0 0 0,3-17-1 0 0,1 0 0 0 0,1 0-1 0 0,0 1 1 0 0,1-1 0 0 0,1 2 0 0 0,1-1 0 0 0,0 1 0 0 0,1 1 0 0 0,1-1 0 0 0,18-18 0 0 0,-18 21-4 0 0,1 0 1 0 0,1 1-1 0 0,0 1 1 0 0,0 0-1 0 0,1 1 1 0 0,1 0-1 0 0,-1 1 1 0 0,2 1-1 0 0,-1 0 0 0 0,1 1 1 0 0,23-7-1 0 0,-33 13 4 0 0,-1 0-1 0 0,1 0 1 0 0,-1 1-1 0 0,1 0 1 0 0,0 0 0 0 0,-1 0-1 0 0,1 0 1 0 0,-1 1-1 0 0,1 0 1 0 0,-1 0-1 0 0,0 1 1 0 0,1-1-1 0 0,-1 1 1 0 0,0 0-1 0 0,0 1 1 0 0,0-1-1 0 0,0 1 1 0 0,0 0-1 0 0,-1 0 1 0 0,7 6 0 0 0,-6-4 30 0 0,1 0 1 0 0,-1 1 0 0 0,1 0 0 0 0,-2 0-1 0 0,1 1 1 0 0,-1-1 0 0 0,0 1 0 0 0,0 0 0 0 0,-1 0-1 0 0,0 1 1 0 0,0-1 0 0 0,0 1 0 0 0,1 8 0 0 0,-2-5 35 0 0,0 1 1 0 0,-1 0-1 0 0,0-1 1 0 0,0 1 0 0 0,-1 0-1 0 0,-3 17 1 0 0,-1 19 327 0 0,3-47-275 0 0,1-1-118 0 0,-1-1 0 0 0,1 1-1 0 0,-1-1 1 0 0,1 0 0 0 0,-1 1 0 0 0,1-1-1 0 0,-1 0 1 0 0,1 1 0 0 0,0-1-1 0 0,-1 0 1 0 0,1 1 0 0 0,0-1 0 0 0,0 0-1 0 0,0 0 1 0 0,-1 0 0 0 0,1 1 0 0 0,0-1-1 0 0,0 0 1 0 0,0 0 0 0 0,0 1 0 0 0,0-1-1 0 0,1-1 1 0 0,-1-18-4 0 0,0 20 3 0 0,2-11-3 0 0,0-1 0 0 0,1 1 0 0 0,0 0 0 0 0,1 0 0 0 0,0 0-1 0 0,1 0 1 0 0,9-14 0 0 0,2 0-7 0 0,31-38 0 0 0,-30 43 4 0 0,1 0 0 0 0,39-32 0 0 0,-46 44 1 0 0,1-1 0 0 0,-1 2 0 0 0,2-1 0 0 0,-1 2 0 0 0,1-1 0 0 0,0 2 0 0 0,16-5 0 0 0,3 3 7 0 0,-27 7 0 0 0,-2 0 13 0 0,0 0 0 0 0,0 0 0 0 0,0 1 1 0 0,0-1-1 0 0,0 0 0 0 0,0 1 0 0 0,0 0 1 0 0,0 0-1 0 0,0 0 0 0 0,0 0 0 0 0,-1 0 0 0 0,1 0 1 0 0,0 1-1 0 0,-1-1 0 0 0,1 1 0 0 0,-1 0 0 0 0,1 0 1 0 0,-1 0-1 0 0,0 0 0 0 0,0 0 0 0 0,0 0 1 0 0,0 1-1 0 0,0-1 0 0 0,-1 1 0 0 0,1-1 0 0 0,-1 1 1 0 0,1 0-1 0 0,-1-1 0 0 0,1 5 0 0 0,1 2 35 0 0,0-1 0 0 0,-1 1-1 0 0,0-1 1 0 0,-1 1 0 0 0,0 0-1 0 0,0-1 1 0 0,-1 1 0 0 0,-1 12-1 0 0,-4 19 60 0 0,-18 63 0 0 0,-6-13-4227 0 0,28-89 3950 0 0,1-1 0 0 0,-1 1 0 0 0,1 0 0 0 0,0 0 0 0 0,0 0 0 0 0,-1 0 0 0 0,1 0 0 0 0,0 0 0 0 0,0 0 0 0 0,0 0 0 0 0,0 0 0 0 0,0 0 0 0 0,0 0 0 0 0,1 2 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5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1252 0 0,'14'-24'4303'0'0,"16"-30"5841"0"0,-29 53-9672 0 0,6-7 722 0 0,-6 22-1117 0 0,0 0 0 0 0,-2 0-1 0 0,1 1 1 0 0,-2-1 0 0 0,0 0 0 0 0,-4 15 0 0 0,1 0-17 0 0,2-10-41 0 0,-2 6 5 0 0,2 0 0 0 0,0 0-1 0 0,2 0 1 0 0,2 34 0 0 0,-1-56-22 0 0,1 1 1 0 0,-1-1-1 0 0,1 0 0 0 0,0 1 1 0 0,0-1-1 0 0,0 0 0 0 0,1 0 1 0 0,-1 0-1 0 0,1 0 0 0 0,-1 0 1 0 0,1 0-1 0 0,0 0 0 0 0,0 0 1 0 0,0-1-1 0 0,1 1 0 0 0,-1-1 1 0 0,4 3-1 0 0,-2-2-15 0 0,0-1 1 0 0,0 0-1 0 0,0 0 0 0 0,0 0 1 0 0,1-1-1 0 0,-1 1 0 0 0,1-1 1 0 0,-1 0-1 0 0,1 0 0 0 0,-1-1 1 0 0,7 1-1 0 0,3-1-171 0 0,0-1 0 0 0,0-1 1 0 0,0 0-1 0 0,0-1 0 0 0,0 0 0 0 0,-1-1 0 0 0,17-7 0 0 0,-13 3 10 0 0,-1-1-1 0 0,1 0 0 0 0,-1-1 1 0 0,-1-1-1 0 0,0 0 1 0 0,-1-1-1 0 0,0-1 0 0 0,-1 0 1 0 0,0-1-1 0 0,-1 0 0 0 0,0-1 1 0 0,-1 0-1 0 0,-1-1 1 0 0,-1 0-1 0 0,0-1 0 0 0,-1 0 1 0 0,7-23-1 0 0,14-67 3853 0 0,-28 104-3121 0 0,-2 3-548 0 0,-1 0 0 0 0,0 1 0 0 0,1-1 0 0 0,-1 1 0 0 0,1-1 0 0 0,-1 1 0 0 0,1 0 0 0 0,-1-1 0 0 0,1 1 0 0 0,-1 0 0 0 0,1 0 0 0 0,0 0 0 0 0,-1 0-1 0 0,1 0 1 0 0,0 1 0 0 0,0-1 0 0 0,0 0 0 0 0,0 0 0 0 0,-1 2 0 0 0,-19 33 54 0 0,14-22-33 0 0,-11 23 4 0 0,1 1 1 0 0,2 1 0 0 0,2 0-1 0 0,-12 54 1 0 0,23-81-21 0 0,0 1 1 0 0,0-1-1 0 0,1 1 0 0 0,1-1 0 0 0,0 14 1 0 0,0-22-51 0 0,1-1 1 0 0,-1 1 0 0 0,1 0-1 0 0,-1 0 1 0 0,1-1 0 0 0,0 1-1 0 0,0 0 1 0 0,1-1 0 0 0,-1 1 0 0 0,1-1-1 0 0,0 0 1 0 0,0 0 0 0 0,0 1-1 0 0,0-1 1 0 0,1 0 0 0 0,-1-1-1 0 0,1 1 1 0 0,-1 0 0 0 0,1-1-1 0 0,6 5 1 0 0,3-2-651 0 0,-1-1 0 0 0,0-1 1 0 0,1 1-1 0 0,0-2 0 0 0,0 0 0 0 0,0 0 0 0 0,0-1 1 0 0,0 0-1 0 0,0-1 0 0 0,0-1 0 0 0,0 0 0 0 0,0 0 1 0 0,0-1-1 0 0,14-5 0 0 0,22-7-4024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6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374 122 1264 0 0,'-30'-114'13557'0'0,"30"111"-13054"0"0,0 3-483 0 0,-1 0 0 0 0,1-1 0 0 0,0 1 0 0 0,0 0 0 0 0,0 0 0 0 0,-1-1 0 0 0,1 1 0 0 0,0 0 0 0 0,0 0 0 0 0,0-1 0 0 0,-1 1 0 0 0,1 0 0 0 0,0 0 0 0 0,-1 0-1 0 0,1 0 1 0 0,0-1 0 0 0,0 1 0 0 0,-1 0 0 0 0,1 0 0 0 0,0 0 0 0 0,-1 0 0 0 0,1 0 0 0 0,0 0 0 0 0,-1 0 0 0 0,1 0 0 0 0,0 0 0 0 0,-1 0 0 0 0,1 0 0 0 0,0 0 0 0 0,-1 0 0 0 0,1 0 0 0 0,0 0 0 0 0,-1 0 0 0 0,1 0 0 0 0,0 0 0 0 0,0 0 0 0 0,-1 1 0 0 0,1-1-1 0 0,0 0 1 0 0,-1 0 0 0 0,1 0 0 0 0,0 1 0 0 0,0-1 0 0 0,-1 0 0 0 0,1 0 0 0 0,0 0 0 0 0,0 1 0 0 0,-1-1 0 0 0,-10 10 214 0 0,0 10 110 0 0,0-1 1 0 0,2 1 0 0 0,0 1 0 0 0,-8 29 0 0 0,6-17 20 0 0,-214 737 2215 0 0,216-731-2488 0 0,-6 61 0 0 0,14-88-169 0 0,1 0 1 0 0,0 0-1 0 0,0 0 0 0 0,1 1 0 0 0,1-1 1 0 0,0-1-1 0 0,0 1 0 0 0,1 0 1 0 0,7 17-1 0 0,-8-26-113 0 0,-1 0 0 0 0,1 0 0 0 0,0 0 0 0 0,0 0 0 0 0,0 0 0 0 0,0 0 0 0 0,1-1 0 0 0,-1 1 0 0 0,1-1 0 0 0,0 0 0 0 0,-1 1 0 0 0,1-1 0 0 0,0 0 0 0 0,0-1 0 0 0,0 1 0 0 0,1 0 0 0 0,-1-1 0 0 0,0 0 0 0 0,1 0 0 0 0,-1 0 0 0 0,0 0 0 0 0,5 0 0 0 0,-4 0-434 0 0,1-1 0 0 0,-1 0 1 0 0,1-1-1 0 0,-1 1 0 0 0,0-1 0 0 0,1 1 0 0 0,-1-2 0 0 0,0 1 1 0 0,1 0-1 0 0,-1-1 0 0 0,5-2 0 0 0,16-12-5738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133 224 2432 0 0,'100'-221'19123'0'0,"-99"219"-18567"0"0,-2 12-265 0 0,0-1 0 0 0,-1 1 0 0 0,0 0 0 0 0,-1-1 1 0 0,-4 11-1 0 0,-1 7 191 0 0,-135 431 1621 0 0,141-453-2105 0 0,-15 45-14 0 0,2 0 1 0 0,-14 86-1 0 0,28-130-113 0 0,0 1 84 0 0,0 0 0 0 0,1 1 1 0 0,0-1-1 0 0,1 15 1 0 0,-1-21-20 0 0,1 1 0 0 0,-1-1 0 0 0,0 0 0 0 0,1 1 0 0 0,-1-1 0 0 0,0 1 0 0 0,1-1 0 0 0,0 0 0 0 0,-1 1 0 0 0,1-1 0 0 0,0 0 0 0 0,0 0 0 0 0,0 0 0 0 0,0 1 0 0 0,0-1 0 0 0,0 0 0 0 0,0 0 0 0 0,0 0 0 0 0,0-1 0 0 0,0 1 0 0 0,1 0 0 0 0,-1 0 0 0 0,0-1 0 0 0,1 1 0 0 0,-1 0 0 0 0,0-1 0 0 0,1 1 0 0 0,-1-1 0 0 0,1 0 0 0 0,-1 0 0 0 0,0 1 0 0 0,1-1 0 0 0,1 0 0 0 0,7-1-420 0 0,-1 0 0 0 0,0 0-1 0 0,0 0 1 0 0,0-1 0 0 0,0-1-1 0 0,-1 0 1 0 0,1 0 0 0 0,9-5-1 0 0,-3 0-1856 0 0,0 0 0 0 0,-1-1 0 0 0,24-20 1 0 0,-11 5-5400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6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207 134 848 0 0,'-183'-29'16869'0'0,"169"23"-15905"0"0,4 5-317 0 0,13-11-28 0 0,0 9-579 0 0,1 1-1 0 0,-1 0 1 0 0,1 0-1 0 0,0 0 1 0 0,0 1-1 0 0,0-1 1 0 0,0 1-1 0 0,0 0 1 0 0,0 0-1 0 0,0 0 1 0 0,5 0 0 0 0,1-1-7 0 0,240-38-2777 0 0,-81 21-5651 0 0,-105 14 1483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7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427 208 452 0 0,'1'-93'10077'0'0,"0"6"-3588"0"0,-1 86-6439 0 0,0 0 0 0 0,0 0 0 0 0,1 0 0 0 0,-1 0 0 0 0,0 0 0 0 0,0 0 0 0 0,0 0 0 0 0,-1 0 0 0 0,1 1 0 0 0,0-1 0 0 0,0 0 0 0 0,0 0 0 0 0,-1 0 0 0 0,1 0 0 0 0,0 0 0 0 0,-1 0 0 0 0,1 0 0 0 0,-1 1 0 0 0,1-1 0 0 0,-1 0 0 0 0,1 0 0 0 0,-1 1 0 0 0,0-1 0 0 0,1 0 0 0 0,-1 1 0 0 0,0-1 0 0 0,0 1 0 0 0,1-1 0 0 0,-1 1 0 0 0,0-1 0 0 0,0 1 0 0 0,0-1 0 0 0,0 1 0 0 0,0 0 0 0 0,1-1 0 0 0,-1 1 0 0 0,0 0 0 0 0,-2 0 0 0 0,-1 0-22 0 0,1 0 1 0 0,-1 1 0 0 0,1 0 0 0 0,-1 0-1 0 0,0 0 1 0 0,1 0 0 0 0,-5 3 0 0 0,-11 5 30 0 0,1 1 0 0 0,0 0 0 0 0,-31 25 0 0 0,-41 45 4 0 0,84-75-60 0 0,-27 26 6 0 0,-37 45 1 0 0,61-64-16 0 0,-1 0 1 0 0,2 1 0 0 0,0 0 0 0 0,1 0 0 0 0,0 1 0 0 0,1-1 0 0 0,-8 26 0 0 0,13-36 3 0 0,0 0 0 0 0,1-1 0 0 0,-1 1 0 0 0,1-1 0 0 0,0 1 0 0 0,-1 0 0 0 0,1-1 0 0 0,1 1 0 0 0,-1 0 0 0 0,0-1 0 0 0,1 1 0 0 0,-1-1 0 0 0,1 1 0 0 0,0 0 0 0 0,0-1 0 0 0,0 1 0 0 0,0-1 0 0 0,0 0 0 0 0,0 1 0 0 0,1-1 0 0 0,-1 0 0 0 0,1 0 0 0 0,0 0 0 0 0,-1 0 0 0 0,1 0 0 0 0,4 3 0 0 0,-1-2-12 0 0,0 0-1 0 0,0-1 0 0 0,0 1 0 0 0,0-1 0 0 0,0 0 0 0 0,1-1 0 0 0,-1 1 0 0 0,0-1 1 0 0,1 0-1 0 0,-1-1 0 0 0,1 1 0 0 0,6-1 0 0 0,1 0-69 0 0,0-2 0 0 0,0 1 1 0 0,-1-1-1 0 0,1-1 0 0 0,-1 0 0 0 0,1-1 0 0 0,-1 0 0 0 0,0-1 1 0 0,-1-1-1 0 0,1 0 0 0 0,-1 0 0 0 0,0-1 0 0 0,0 0 0 0 0,16-16 1 0 0,-8 5 17 0 0,-1-1 1 0 0,-1 0 0 0 0,0-2 0 0 0,-2 0-1 0 0,0-1 1 0 0,14-30 0 0 0,35-52 859 0 0,-63 102-760 0 0,5 3-23 0 0,-6-1-11 0 0,1 0 0 0 0,-1 0 0 0 0,0 0 1 0 0,1 0-1 0 0,-1 0 0 0 0,0 0 1 0 0,1 0-1 0 0,-1 0 0 0 0,0 0 1 0 0,1 0-1 0 0,-1 0 0 0 0,0 1 0 0 0,1-1 1 0 0,-1 0-1 0 0,0 0 0 0 0,1 0 1 0 0,-1 0-1 0 0,0 0 0 0 0,1 1 1 0 0,-1-1-1 0 0,0 0 0 0 0,0 0 0 0 0,1 1 1 0 0,-1-1-1 0 0,0 0 0 0 0,0 0 1 0 0,0 1-1 0 0,1-1 0 0 0,-1 0 1 0 0,0 1-1 0 0,0-1 0 0 0,0 0 0 0 0,0 1 1 0 0,0-1-1 0 0,1 1 0 0 0,1 43 193 0 0,-5 66 0 0 0,0-63-2525 0 0,5 61-1 0 0,3-87-4651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1 115 452 0 0,'15'-21'4766'0'0,"25"-27"0"0"0,-37 46-4639 0 0,0 1 1 0 0,-1-1-1 0 0,1 1 1 0 0,0-1-1 0 0,0 1 0 0 0,0 0 1 0 0,0 0-1 0 0,0 0 1 0 0,0 0-1 0 0,0 1 1 0 0,1-1-1 0 0,-1 1 1 0 0,0 0-1 0 0,0 0 1 0 0,0 0-1 0 0,1 0 1 0 0,-1 0-1 0 0,4 2 1 0 0,-2-1-72 0 0,0 1 0 0 0,0 0 0 0 0,0 0 0 0 0,0 1 0 0 0,0-1-1 0 0,-1 1 1 0 0,1 0 0 0 0,-1 1 0 0 0,0-1 0 0 0,0 1 0 0 0,0-1 0 0 0,0 1 0 0 0,-1 0 0 0 0,1 1 0 0 0,-1-1 0 0 0,0 1 0 0 0,-1-1 0 0 0,1 1 0 0 0,-1 0 0 0 0,0 0 0 0 0,0 0 0 0 0,2 6-1 0 0,-1 1 20 0 0,0 0-1 0 0,-1 0 1 0 0,0 0-1 0 0,-1 0 0 0 0,0 0 1 0 0,-1 0-1 0 0,0 0 1 0 0,-4 21-1 0 0,1-17-4 0 0,-1-1-1 0 0,-1 1 1 0 0,0-1-1 0 0,-1 0 1 0 0,-1 0-1 0 0,0-1 1 0 0,-1 0-1 0 0,-1 0 1 0 0,0-1-1 0 0,-20 23 1 0 0,27-34-22 0 0,-1-2-37 0 0,-8-6-2 0 0,11 3-12 0 0,-1 1 1 0 0,1 0 0 0 0,-1 0 0 0 0,1-1-1 0 0,0 1 1 0 0,0 0 0 0 0,0 0 0 0 0,1-1-1 0 0,-1 1 1 0 0,0 0 0 0 0,1 0 0 0 0,0-1-1 0 0,-1 1 1 0 0,1 0 0 0 0,0 0 0 0 0,1-3-1 0 0,19-37-64 0 0,-20 41 66 0 0,12-19-12 0 0,1-1 0 0 0,0 2 1 0 0,2 0-1 0 0,0 1 0 0 0,1 1 0 0 0,1 0 0 0 0,1 2 0 0 0,0 0 0 0 0,1 1 1 0 0,0 0-1 0 0,1 2 0 0 0,1 1 0 0 0,0 0 0 0 0,35-10 0 0 0,-52 19 13 0 0,0 0 0 0 0,1 1 1 0 0,-1 0-1 0 0,1 0 0 0 0,-1 0 0 0 0,1 1 0 0 0,-1 0 0 0 0,1 0 0 0 0,0 0 0 0 0,-1 0 0 0 0,1 1 0 0 0,-1 0 0 0 0,1 1 0 0 0,-1-1 0 0 0,0 1 0 0 0,10 4 0 0 0,-12-4 24 0 0,1 0-1 0 0,-1 1 1 0 0,0-1-1 0 0,0 1 1 0 0,0-1-1 0 0,-1 1 1 0 0,1 0-1 0 0,-1 0 1 0 0,0 0-1 0 0,1 1 1 0 0,-1-1-1 0 0,-1 0 1 0 0,1 1-1 0 0,0-1 1 0 0,-1 1-1 0 0,0 0 1 0 0,0-1 0 0 0,0 1-1 0 0,0 0 1 0 0,0 0-1 0 0,-1 0 1 0 0,0 0-1 0 0,0-1 1 0 0,0 9-1 0 0,-4 16 189 0 0,-2 1 0 0 0,0 0 1 0 0,-20 52-1 0 0,17-55-165 0 0,5 3 29 0 0,4-28-71 0 0,0 0-1 0 0,0 0 1 0 0,0 1-1 0 0,0-1 1 0 0,0 0-1 0 0,1 0 1 0 0,-1 1 0 0 0,0-1-1 0 0,1 0 1 0 0,-1 0-1 0 0,1 0 1 0 0,-1 0-1 0 0,1 1 1 0 0,-1-1 0 0 0,1 0-1 0 0,0 0 1 0 0,0 0-1 0 0,-1 0 1 0 0,3 1 0 0 0,1 0-4 0 0,0-1 1 0 0,0 0-1 0 0,0 0 1 0 0,0-1-1 0 0,0 1 1 0 0,1-1 0 0 0,-1 0-1 0 0,0 0 1 0 0,0 0-1 0 0,0 0 1 0 0,1-1 0 0 0,-1 0-1 0 0,0 0 1 0 0,0 0-1 0 0,0 0 1 0 0,0-1 0 0 0,0 1-1 0 0,4-4 1 0 0,14-5-21 0 0,38-27 1 0 0,-31 16 35 0 0,-1-1 1 0 0,0-1-1 0 0,-2-2 1 0 0,-1-1-1 0 0,-1-1 1 0 0,-1-1-1 0 0,-1-1 1 0 0,-2 0-1 0 0,-1-2 1 0 0,-1-1-1 0 0,13-33 1 0 0,-30 63 1 0 0,-1 1 1 0 0,1 0-1 0 0,-1-1 0 0 0,1 1 1 0 0,-1 0-1 0 0,0-1 1 0 0,0 1-1 0 0,1-1 0 0 0,-1 1 1 0 0,0 0-1 0 0,0-1 1 0 0,-1 1-1 0 0,1-1 0 0 0,0 1 1 0 0,0 0-1 0 0,-1-1 1 0 0,1 1-1 0 0,-1-1 0 0 0,0-1 1 0 0,0 3-16 0 0,0 0-1 0 0,0 0 1 0 0,0 0-1 0 0,1 0 1 0 0,-1 0 0 0 0,0 0-1 0 0,0 0 1 0 0,0 0 0 0 0,0 0-1 0 0,1 1 1 0 0,-1-1-1 0 0,0 0 1 0 0,0 1 0 0 0,1-1-1 0 0,-1 1 1 0 0,0-1 0 0 0,0 1-1 0 0,-11 8 7 0 0,0 0-1 0 0,0 0 1 0 0,1 1-1 0 0,1 1 0 0 0,0 0 1 0 0,-17 23-1 0 0,21-25-1 0 0,-13 15 18 0 0,2 1 1 0 0,-21 39-1 0 0,33-54-9 0 0,0 0-1 0 0,1 0 1 0 0,0 0 0 0 0,1 1 0 0 0,0 0 0 0 0,0 0-1 0 0,1 0 1 0 0,1 0 0 0 0,0 0 0 0 0,1 12 0 0 0,0-20-11 0 0,0 1 1 0 0,1-1-1 0 0,0 1 1 0 0,0-1-1 0 0,0 1 1 0 0,0-1-1 0 0,0 0 1 0 0,1 0-1 0 0,-1 0 1 0 0,1 0-1 0 0,0 0 1 0 0,0 0-1 0 0,0 0 1 0 0,3 3-1 0 0,0-2-52 0 0,-1 0-1 0 0,1 0 0 0 0,0 0 1 0 0,0-1-1 0 0,0 1 0 0 0,1-2 1 0 0,8 5-1 0 0,5-1-431 0 0,0 0-1 0 0,0-1 1 0 0,40 4 0 0 0,-26-7-1069 0 0,-1-1-1 0 0,1-2 1 0 0,0-1 0 0 0,44-8 0 0 0,-19-1-3666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8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330 108 2508 0 0,'1'-3'479'0'0,"-1"0"-1"0"0,1 0 1 0 0,-1 0-1 0 0,0-1 1 0 0,0 1-1 0 0,0 0 0 0 0,0 0 1 0 0,0 0-1 0 0,-1 0 1 0 0,0 0-1 0 0,1 0 1 0 0,-1 0-1 0 0,0 0 1 0 0,0 0-1 0 0,-1 0 1 0 0,1 0-1 0 0,-1 0 1 0 0,-1-2-1 0 0,2 4-407 0 0,0 0 1 0 0,0 1-1 0 0,0-1 1 0 0,0 0-1 0 0,0 1 0 0 0,0-1 1 0 0,0 1-1 0 0,0-1 0 0 0,0 1 1 0 0,0-1-1 0 0,-1 1 1 0 0,1 0-1 0 0,0-1 0 0 0,0 1 1 0 0,0 0-1 0 0,0 0 0 0 0,-1 0 1 0 0,1 0-1 0 0,0 0 1 0 0,0 0-1 0 0,0 1 0 0 0,-1-1 1 0 0,1 0-1 0 0,0 0 0 0 0,0 1 1 0 0,0-1-1 0 0,0 1 1 0 0,-1 0-1 0 0,1-1-90 0 0,-4 3 115 0 0,0-1 0 0 0,0 1 0 0 0,0 0 0 0 0,0 0 0 0 0,0 1 0 0 0,1 0 0 0 0,-8 7 0 0 0,-25 34 517 0 0,30-36-464 0 0,-102 143 1302 0 0,93-127-1309 0 0,2 2 0 0 0,0-1-1 0 0,2 2 1 0 0,-12 35 0 0 0,23-60-127 0 0,0 1 0 0 0,0-1 0 0 0,0 1 0 0 0,1-1 1 0 0,-1 1-1 0 0,1-1 0 0 0,0 1 0 0 0,0-1 0 0 0,0 1 1 0 0,0 0-1 0 0,1-1 0 0 0,-1 1 0 0 0,1-1 0 0 0,0 1 0 0 0,0-1 1 0 0,0 0-1 0 0,1 1 0 0 0,-1-1 0 0 0,1 0 0 0 0,0 0 1 0 0,0 0-1 0 0,0 0 0 0 0,0 0 0 0 0,4 4 0 0 0,-2-3-3 0 0,1-1 0 0 0,0 0-1 0 0,-1 0 1 0 0,1 0-1 0 0,0-1 1 0 0,0 0-1 0 0,1 0 1 0 0,-1 0-1 0 0,0 0 1 0 0,1-1 0 0 0,-1 0-1 0 0,1 0 1 0 0,-1 0-1 0 0,1-1 1 0 0,5 0-1 0 0,7-1-11 0 0,0-1-1 0 0,-1 0 0 0 0,1-2 0 0 0,-1 0 1 0 0,0 0-1 0 0,0-2 0 0 0,-1 0 0 0 0,1-1 1 0 0,-1-1-1 0 0,-1 0 0 0 0,0-1 0 0 0,20-15 1 0 0,-19 12-21 0 0,0-1 1 0 0,-1-1 0 0 0,-1 0 0 0 0,0-1 0 0 0,0-1 0 0 0,-2 0 0 0 0,0-1 0 0 0,-1 0 0 0 0,-1 0 0 0 0,13-31 0 0 0,-20 40 18 0 0,0 0 0 0 0,0 0 1 0 0,-1 0-1 0 0,0-1 1 0 0,-1 1-1 0 0,0-1 0 0 0,0 1 1 0 0,-1-1-1 0 0,0 0 1 0 0,0 1-1 0 0,-1-1 0 0 0,0 1 1 0 0,-1-1-1 0 0,0 1 1 0 0,0-1-1 0 0,-1 1 0 0 0,0 0 1 0 0,0 0-1 0 0,-1 0 1 0 0,0 1-1 0 0,0-1 0 0 0,-1 1 1 0 0,0 0-1 0 0,0 0 1 0 0,-1 1-1 0 0,0 0 0 0 0,0 0 1 0 0,0 0-1 0 0,-8-5 1 0 0,6 5 0 0 0,0 1 0 0 0,0 0 0 0 0,0 0 1 0 0,-1 1-1 0 0,1 0 0 0 0,-1 1 0 0 0,0 0 1 0 0,0 0-1 0 0,0 1 0 0 0,-1 0 0 0 0,1 1 0 0 0,0 0 1 0 0,-1 0-1 0 0,1 1 0 0 0,-1 0 0 0 0,-11 2 1 0 0,13-1-3 0 0,0 1 1 0 0,0-1 0 0 0,0 2-1 0 0,0-1 1 0 0,1 1 0 0 0,-1 0-1 0 0,1 1 1 0 0,0 0 0 0 0,0 0-1 0 0,0 0 1 0 0,0 1 0 0 0,1 0-1 0 0,0 1 1 0 0,0-1 0 0 0,0 1-1 0 0,1 0 1 0 0,-1 0 0 0 0,-7 14-1 0 0,12-18 3 0 0,0 0 0 0 0,0 0 0 0 0,0 0 0 0 0,0 0 0 0 0,0 0 0 0 0,1 0 0 0 0,-1 0 0 0 0,0 0 0 0 0,1 0 0 0 0,0 0 0 0 0,0 1 0 0 0,-1-1 0 0 0,1 0 0 0 0,0 0 0 0 0,1 0 0 0 0,-1 1 0 0 0,0-1 0 0 0,1 0 1 0 0,0 2-1 0 0,0-1-1 0 0,1 0 1 0 0,-1 0-1 0 0,1-1 1 0 0,0 1-1 0 0,0-1 1 0 0,0 1-1 0 0,0-1 1 0 0,0 0-1 0 0,0 0 1 0 0,1 0-1 0 0,4 4 1 0 0,3-1-51 0 0,-1 0 1 0 0,1 0 0 0 0,0-1 0 0 0,1 0 0 0 0,-1-1 0 0 0,16 4 0 0 0,2-3-332 0 0,1 0 0 0 0,0-2 0 0 0,1-1 0 0 0,-1-2 1 0 0,0 0-1 0 0,0-2 0 0 0,48-12 0 0 0,-39 5 103 0 0,0-1-1 0 0,0-2 0 0 0,-1-2 0 0 0,-1-2 0 0 0,38-23 0 0 0,55-48 4504 0 0,-126 87-3780 0 0,-3 1-437 0 0,0 0 0 0 0,1 0 1 0 0,-1 0-1 0 0,1 0 0 0 0,-1 1 0 0 0,1-1 0 0 0,-1 0 0 0 0,0 0 0 0 0,1 1 0 0 0,-1-1 0 0 0,1 0 1 0 0,-1 0-1 0 0,0 1 0 0 0,0-1 0 0 0,1 1 0 0 0,-1-1 0 0 0,0 0 0 0 0,1 1 0 0 0,-1-1 0 0 0,0 1 1 0 0,0-1-1 0 0,0 0 0 0 0,0 1 0 0 0,1-1 0 0 0,-1 1 0 0 0,0-1 0 0 0,0 1 0 0 0,-2 18 88 0 0,-16 22-35 0 0,12-29-18 0 0,-54 103 258 0 0,6-12-107 0 0,46-88-151 0 0,1 2-1 0 0,0-1 1 0 0,1 1 0 0 0,1 0-1 0 0,0 0 1 0 0,2 1 0 0 0,-3 20-1 0 0,6-37-37 0 0,0 1 0 0 0,1-1 0 0 0,-1 0 1 0 0,0 0-1 0 0,1 1 0 0 0,-1-1 0 0 0,0 0 0 0 0,1 0 0 0 0,0 0 0 0 0,-1 0 0 0 0,1 0 0 0 0,0 0 0 0 0,-1 0 0 0 0,1 0 0 0 0,0 0 0 0 0,0 0 0 0 0,0 0 0 0 0,0 0 0 0 0,0 0 0 0 0,0-1 0 0 0,0 1 0 0 0,0 0 0 0 0,0-1 0 0 0,0 1 0 0 0,0-1 0 0 0,2 1 0 0 0,1 1-1 0 0,0-1 0 0 0,0 0 0 0 0,0 0 0 0 0,1 0 0 0 0,5 0-1 0 0,-2-1-39 0 0,0-1 1 0 0,-1 0-1 0 0,1 0 0 0 0,0 0 0 0 0,-1-1 0 0 0,1 0 0 0 0,-1-1 0 0 0,0 0 0 0 0,8-4 0 0 0,9-6-349 0 0,25-17 0 0 0,-48 29 374 0 0,39-26-466 0 0,-1-3-1 0 0,-2-1 1 0 0,38-41 0 0 0,-21 13 1748 0 0,51-75 0 0 0,-58 72 941 0 0,-46 61-2129 0 0,-1 2-79 0 0,1-1-1 0 0,-1 1 0 0 0,1-1 1 0 0,-1 1-1 0 0,1 0 0 0 0,-1-1 1 0 0,0 1-1 0 0,1 0 0 0 0,-1-1 1 0 0,0 1-1 0 0,0 0 0 0 0,1-1 1 0 0,-1 1-1 0 0,0 0 0 0 0,0 0 1 0 0,0-1-1 0 0,0 1 1 0 0,0 1-1 0 0,-86 188 291 0 0,12-33-2102 0 0,71-150 1198 0 0,-5 21-1903 0 0,7-27 2176 0 0,1 1 0 0 0,1-1 1 0 0,-1 0-1 0 0,0 0 1 0 0,0 0-1 0 0,0 0 0 0 0,1 0 1 0 0,-1 0-1 0 0,0 0 1 0 0,1 0-1 0 0,-1 0 0 0 0,1 0 1 0 0,-1 0-1 0 0,1 0 1 0 0,0 0-1 0 0,-1 0 0 0 0,1 0 1 0 0,0 0-1 0 0,0-1 0 0 0,0 1 1 0 0,-1 0-1 0 0,1 0 1 0 0,2 0-1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19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304 127 1816 0 0,'18'-17'3057'0'0,"23"-27"6281"0"0,-25 27-5576 0 0,-13 14-3076 0 0,0 0 1 0 0,-1 0-1 0 0,1 0 0 0 0,-1-1 1 0 0,1 1-1 0 0,2-8 0 0 0,-4 9-212 0 0,-2 0-96 0 0,0 1-336 0 0,1 0-1 0 0,-1 0 1 0 0,0 0 0 0 0,1 0 0 0 0,-1 0-1 0 0,0 0 1 0 0,0 0 0 0 0,0 1 0 0 0,0-1-1 0 0,0 0 1 0 0,0 0 0 0 0,0 1 0 0 0,0-1-1 0 0,0 1 1 0 0,0-1 0 0 0,0 1-1 0 0,-2-1 1 0 0,1 0 112 0 0,-3 2-35 0 0,-1-2-88 0 0,-9 2 66 0 0,-25 16 78 0 0,35-14-177 0 0,0 0 0 0 0,0 0 0 0 0,0 1-1 0 0,0-1 1 0 0,1 1 0 0 0,0 0 0 0 0,0 1-1 0 0,0-1 1 0 0,0 1 0 0 0,1-1 0 0 0,0 1 0 0 0,0 0-1 0 0,0 1 1 0 0,0-1 0 0 0,1 0 0 0 0,0 1-1 0 0,0-1 1 0 0,0 1 0 0 0,1 0 0 0 0,0 0-1 0 0,0-1 1 0 0,1 1 0 0 0,-1 0 0 0 0,1 0 0 0 0,0 0-1 0 0,1 0 1 0 0,-1 0 0 0 0,1-1 0 0 0,1 1-1 0 0,-1 0 1 0 0,1-1 0 0 0,0 1 0 0 0,0-1 0 0 0,0 1-1 0 0,1-1 1 0 0,0 0 0 0 0,7 10 0 0 0,14 10-2 0 0,1 0 1 0 0,46 35 0 0 0,19 17 425 0 0,-89-76-364 0 0,-1-1 0 0 0,0 1 0 0 0,1 0-1 0 0,-1-1 1 0 0,0 1 0 0 0,1 0 0 0 0,-1-1 0 0 0,0 1-1 0 0,0 0 1 0 0,0-1 0 0 0,1 1 0 0 0,-1 0 0 0 0,0 0-1 0 0,0-1 1 0 0,0 1 0 0 0,0 0 0 0 0,0-1-1 0 0,0 1 1 0 0,-1 0 0 0 0,1 0 0 0 0,0-1 0 0 0,0 1-1 0 0,0 0 1 0 0,-1-1 0 0 0,1 1 0 0 0,0 0-1 0 0,-1-1 1 0 0,1 1 0 0 0,-1 0 0 0 0,1-1 0 0 0,0 1-1 0 0,-1-1 1 0 0,1 1 0 0 0,-1-1 0 0 0,0 1 0 0 0,1-1-1 0 0,-1 1 1 0 0,0 0 0 0 0,-10 5 314 0 0,0 1 1 0 0,0-2-1 0 0,0 1 1 0 0,-1-2-1 0 0,0 1 0 0 0,0-2 1 0 0,0 1-1 0 0,-19 2 1 0 0,-108 7 1337 0 0,124-13-1573 0 0,-26 1-107 0 0,14-1-30 0 0,1 0 0 0 0,3 0 0 0 0,-1 0 0 0 0,4-1 0 0 0,5 0-95 0 0,14 1-354 0 0,-1-1 1 0 0,1 1-1 0 0,-1-1 1 0 0,0 0 0 0 0,1 1-1 0 0,0-1 1 0 0,-1 0-1 0 0,1 0 1 0 0,-1 0 0 0 0,1 0-1 0 0,0 0 1 0 0,0 0-1 0 0,0 0 1 0 0,-1-1-1 0 0,0 0 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0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261 129 1840 0 0,'3'-6'2598'0'0,"6"-11"2764"0"0,-5 18-4403 0 0,-3 12-784 0 0,2 45 433 0 0,-2-53-531 0 0,0 0 1 0 0,0 0-1 0 0,0 1 1 0 0,1-2-1 0 0,-1 1 1 0 0,1 0-1 0 0,1 0 1 0 0,-1 0 0 0 0,5 6-1 0 0,-5-9-34 0 0,0-1-1 0 0,-1 0 1 0 0,1 0-1 0 0,0 0 1 0 0,0-1-1 0 0,0 1 1 0 0,0 0-1 0 0,0-1 1 0 0,0 1 0 0 0,0-1-1 0 0,0 0 1 0 0,0 1-1 0 0,0-1 1 0 0,0 0-1 0 0,0 0 1 0 0,0-1-1 0 0,2 1 1 0 0,-3 0-64 0 0,3-1 51 0 0,-1 1 0 0 0,1-1 1 0 0,-1 0-1 0 0,0 0 0 0 0,1 0 0 0 0,-1 0 1 0 0,0-1-1 0 0,0 0 0 0 0,0 1 1 0 0,4-4-1 0 0,23-19 174 0 0,-23 17-102 0 0,-1-1 0 0 0,0 0 0 0 0,0 0 0 0 0,-1-1 0 0 0,0 1 0 0 0,0-1 0 0 0,-1 0 0 0 0,0-1-1 0 0,-1 1 1 0 0,0-1 0 0 0,0 1 0 0 0,1-13 0 0 0,-3 16-4 0 0,-1 0-1 0 0,0 1 1 0 0,0-1 0 0 0,0 0 0 0 0,-1 0-1 0 0,-2-10 1 0 0,3 15-85 0 0,-1-1-5 0 0,0 0-1 0 0,0 1 0 0 0,0-1 0 0 0,0 1 1 0 0,0-1-1 0 0,0 1 0 0 0,0 0 0 0 0,0 0 1 0 0,-1-1-1 0 0,1 1 0 0 0,-1 0 0 0 0,1 0 1 0 0,-1 0-1 0 0,1 0 0 0 0,-1 0 0 0 0,0 1 0 0 0,1-1 1 0 0,-1 0-1 0 0,-2 0 0 0 0,3 1-6 0 0,-7 0-1 0 0,-6 4 0 0 0,1 1 0 0 0,-1 1 0 0 0,1 0 0 0 0,0 1-1 0 0,1 0 1 0 0,-1 1 0 0 0,1 0 0 0 0,1 1-1 0 0,-11 11 1 0 0,-18 18-14 0 0,-36 45 0 0 0,43-44 32 0 0,-33 51 1 0 0,52-67-15 0 0,1 0-1 0 0,1 0 1 0 0,0 1 0 0 0,-7 28-1 0 0,17-48 1 0 0,1 1-1 0 0,0-1 1 0 0,0 1-1 0 0,0-1 1 0 0,0 1-1 0 0,1-1 1 0 0,0 1-1 0 0,0-1 1 0 0,0 1-1 0 0,0-1 1 0 0,1 1-1 0 0,0-1 1 0 0,0 1-1 0 0,0-1 1 0 0,0 1-1 0 0,4 5 1 0 0,-3-7-2 0 0,0 1-1 0 0,1-1 1 0 0,-1 1 0 0 0,1-1 0 0 0,0 0 0 0 0,0 0 0 0 0,0-1 0 0 0,1 1 0 0 0,-1 0 0 0 0,1-1 0 0 0,-1 0 0 0 0,1 0 0 0 0,0 0-1 0 0,0 0 1 0 0,0-1 0 0 0,0 0 0 0 0,6 2 0 0 0,6 0-13 0 0,0 0 0 0 0,0-1 0 0 0,0-1 0 0 0,0-1 0 0 0,19-1-1 0 0,79-15-523 0 0,-96 13 370 0 0,48-10-1047 0 0,0-3 0 0 0,-2-3 0 0 0,0-3 0 0 0,-1-2 0 0 0,-1-3 0 0 0,-2-3 0 0 0,-1-2-1 0 0,77-56 1 0 0,-85 47-594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1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422 227 4528 0 0,'16'-17'828'0'0,"0"0"0"0"0,16-24 0 0 0,-26 32-352 0 0,0-1-1 0 0,0 0 0 0 0,-1 0 1 0 0,-1 0-1 0 0,0 0 0 0 0,6-21 1 0 0,-9 27-323 0 0,-1 0 1 0 0,0 0 0 0 0,1 1 0 0 0,-1-1-1 0 0,0 0 1 0 0,-1-4 0 0 0,1 7-98 0 0,-1-1 1 0 0,1 1-1 0 0,0 0 0 0 0,-1-1 1 0 0,1 1-1 0 0,-1 0 1 0 0,1-1-1 0 0,-1 1 1 0 0,1 0-1 0 0,-1 0 1 0 0,0-1-1 0 0,0 1 0 0 0,0 0 1 0 0,1 0-1 0 0,-1 0 1 0 0,0 0-1 0 0,0 0 1 0 0,-1 0-1 0 0,1 1 1 0 0,0-1-1 0 0,0 0 0 0 0,-3-1 1 0 0,-2 1 18 0 0,0 0 1 0 0,0 0 0 0 0,-1 0-1 0 0,1 1 1 0 0,0 0-1 0 0,0 0 1 0 0,-1 1 0 0 0,1 0-1 0 0,0 0 1 0 0,0 0-1 0 0,0 1 1 0 0,0 0 0 0 0,0 0-1 0 0,0 0 1 0 0,1 1-1 0 0,-9 5 1 0 0,-15 8 303 0 0,-48 39 0 0 0,68-48-306 0 0,-135 113 604 0 0,119-95-591 0 0,1 1-1 0 0,1 1 1 0 0,-25 38-1 0 0,45-61-75 0 0,1 0-1 0 0,0 0 1 0 0,0 0 0 0 0,0 0-1 0 0,1 0 1 0 0,0 1-1 0 0,-1-1 1 0 0,1 0-1 0 0,1 1 1 0 0,-1-1-1 0 0,0 9 1 0 0,2-11-6 0 0,-1 0 1 0 0,0 0-1 0 0,0 0 1 0 0,1 0-1 0 0,-1 0 0 0 0,1 0 1 0 0,0 0-1 0 0,-1 0 1 0 0,1 0-1 0 0,0 0 1 0 0,0 0-1 0 0,0-1 1 0 0,0 1-1 0 0,1 0 1 0 0,-1-1-1 0 0,0 1 1 0 0,1-1-1 0 0,-1 1 1 0 0,1-1-1 0 0,-1 0 1 0 0,1 0-1 0 0,0 0 0 0 0,-1 0 1 0 0,1 0-1 0 0,0 0 1 0 0,0 0-1 0 0,3 1 1 0 0,6 0-4 0 0,0 0 1 0 0,0 0-1 0 0,-1-1 0 0 0,1-1 1 0 0,0 0-1 0 0,0 0 1 0 0,0-1-1 0 0,0-1 0 0 0,0 1 1 0 0,-1-2-1 0 0,1 1 0 0 0,11-6 1 0 0,7-3-11 0 0,0-1 0 0 0,53-33-1 0 0,-50 24 48 0 0,0-1-1 0 0,-2-2 0 0 0,-1-1 0 0 0,-1-1 1 0 0,43-51-1 0 0,-55 57 397 0 0,63-70 2896 0 0,-77 88-3265 0 0,-5 28-10 0 0,0 0-1 0 0,-2 0 1 0 0,-1-1 0 0 0,-1 1 0 0 0,-17 41 0 0 0,6-18 47 0 0,-147 389 674 0 0,-9 27-324 0 0,97-241-1858 0 0,71-198-893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1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1 290 896 0 0,'26'-55'5898'0'0,"18"-34"1806"0"0,-44 87-7636 0 0,1 1 1 0 0,0 0-1 0 0,0-1 1 0 0,0 1-1 0 0,0 0 1 0 0,0-1-1 0 0,0 1 1 0 0,0 0-1 0 0,0 0 1 0 0,1 0-1 0 0,-1 0 0 0 0,0 0 1 0 0,1 0-1 0 0,-1 0 1 0 0,1 1-1 0 0,-1-1 1 0 0,1 0-1 0 0,-1 1 1 0 0,1-1-1 0 0,-1 1 0 0 0,1-1 1 0 0,1 1-1 0 0,0 0-35 0 0,-1 0-1 0 0,0 1 0 0 0,0-1 0 0 0,0 1 0 0 0,0 0 0 0 0,0-1 1 0 0,0 1-1 0 0,0 0 0 0 0,0 0 0 0 0,0 0 0 0 0,0 0 1 0 0,0 1-1 0 0,0-1 0 0 0,2 3 0 0 0,1 1-8 0 0,0 0 0 0 0,0 1 0 0 0,0 0-1 0 0,-1 0 1 0 0,1 1 0 0 0,-2-1 0 0 0,1 1 0 0 0,3 8 0 0 0,-1 1 38 0 0,-1 1 0 0 0,-1 0 1 0 0,0-1-1 0 0,-1 1 0 0 0,-1 1 1 0 0,-1-1-1 0 0,0 0 0 0 0,-1 0 1 0 0,-1 1-1 0 0,-1-1 0 0 0,0 0 1 0 0,-1 0-1 0 0,-1 0 0 0 0,-1-1 1 0 0,-6 17-1 0 0,8-27 0 0 0,0-1 0 0 0,-1-1 0 0 0,1 1 1 0 0,-8 7-1 0 0,9-10-17 0 0,-2-13 3 0 0,3 10-46 0 0,0 0-1 0 0,1 0 0 0 0,-1 0 1 0 0,0 0-1 0 0,1 0 0 0 0,-1 0 0 0 0,1 0 1 0 0,0 0-1 0 0,-1 0 0 0 0,1-1 1 0 0,0 1-1 0 0,0-1 0 0 0,0-15 1 0 0,2 1-1 0 0,0 0 1 0 0,1 0-1 0 0,1 1 1 0 0,0-1-1 0 0,1 1 0 0 0,11-22 1 0 0,0 3-13 0 0,2 0 0 0 0,24-31 1 0 0,-25 42 2 0 0,0 1 0 0 0,2 0 0 0 0,1 2 1 0 0,0 0-1 0 0,2 1 0 0 0,0 1 0 0 0,47-28 1 0 0,-62 42-3 0 0,-1 0-1 0 0,1 1 1 0 0,0 0 0 0 0,0 0 0 0 0,0 1 0 0 0,0 0 0 0 0,12-2 0 0 0,-16 3 10 0 0,-1 1 0 0 0,0 0 0 0 0,1 0 0 0 0,-1 0 1 0 0,0 0-1 0 0,1 1 0 0 0,-1-1 0 0 0,0 1 0 0 0,0-1 0 0 0,1 1 1 0 0,-1 0-1 0 0,0 0 0 0 0,0 0 0 0 0,0 0 0 0 0,0 0 0 0 0,0 1 1 0 0,0-1-1 0 0,0 0 0 0 0,0 1 0 0 0,-1 0 0 0 0,1-1 0 0 0,-1 1 1 0 0,1 0-1 0 0,-1 0 0 0 0,1 0 0 0 0,-1 0 0 0 0,0 0 1 0 0,2 4-1 0 0,0 2 18 0 0,-1 0 0 0 0,1 1 1 0 0,-1-1-1 0 0,-1 1 0 0 0,0-1 1 0 0,0 1-1 0 0,-1 0 0 0 0,0-1 0 0 0,0 1 1 0 0,-3 15-1 0 0,-3 10 39 0 0,-14 43 0 0 0,16-61-46 0 0,-13 40 30 0 0,6-22-1731 0 0,-8 42 0 0 0,20-60-123 0 0,0-12 1443 0 0,-1-4 264 0 0,0 1-1 0 0,0 0 1 0 0,1 0 0 0 0,-1-1 0 0 0,0 1 0 0 0,1 0-1 0 0,-1-1 1 0 0,1 1 0 0 0,-1-1 0 0 0,1 1 0 0 0,-1-1-1 0 0,1 1 1 0 0,-1-1 0 0 0,1 1 0 0 0,-1-1 0 0 0,1 1-1 0 0,0-1 1 0 0,-1 1 0 0 0,1-1 0 0 0,0 0 0 0 0,-1 1-1 0 0,1-1 1 0 0,1 0 0 0 0,5 2-1679 0 0,16-4-912 0 0,-3-2-702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224 158 1100 0 0,'8'-8'1181'0'0,"0"0"-1"0"0,0 0 1 0 0,-1-1-1 0 0,0 0 1 0 0,0 0 0 0 0,-1-1-1 0 0,0 0 1 0 0,-1 0-1 0 0,6-17 1 0 0,-10 25-988 0 0,-1 0 1 0 0,1 0 0 0 0,-1 0-1 0 0,1 0 1 0 0,-1 0-1 0 0,0 0 1 0 0,0 0-1 0 0,0-1 1 0 0,0 1 0 0 0,0 0-1 0 0,-1 0 1 0 0,1 0-1 0 0,-1 0 1 0 0,1 0-1 0 0,-1 0 1 0 0,-1-3 0 0 0,1 4-156 0 0,0 0 0 0 0,0 0 0 0 0,1 0 0 0 0,-1 1 0 0 0,0-1 0 0 0,0 0 1 0 0,-1 0-1 0 0,1 1 0 0 0,0-1 0 0 0,0 0 0 0 0,0 1 0 0 0,0-1 1 0 0,-1 1-1 0 0,1 0 0 0 0,0-1 0 0 0,0 1 0 0 0,-1 0 0 0 0,1 0 0 0 0,0 0 1 0 0,0 0-1 0 0,-1 0 0 0 0,1 0 0 0 0,0 0 0 0 0,-1 0 0 0 0,1 0 0 0 0,0 1 1 0 0,0-1-1 0 0,-3 1 0 0 0,-1 1-26 0 0,1-1 1 0 0,-1 1-1 0 0,0 0 1 0 0,1 0-1 0 0,0 0 0 0 0,-1 0 1 0 0,1 1-1 0 0,0-1 0 0 0,0 1 1 0 0,0 1-1 0 0,1-1 1 0 0,-1 0-1 0 0,1 1 0 0 0,-1 0 1 0 0,1-1-1 0 0,1 1 1 0 0,-1 1-1 0 0,0-1 0 0 0,1 0 1 0 0,0 1-1 0 0,0-1 1 0 0,0 1-1 0 0,1-1 0 0 0,-1 1 1 0 0,1 0-1 0 0,-1 5 1 0 0,1 0 7 0 0,1 0-1 0 0,0 0 1 0 0,0 0 0 0 0,1-1 0 0 0,0 1 0 0 0,0 0 0 0 0,1 0 0 0 0,1-1 0 0 0,0 1 0 0 0,0-1 0 0 0,1 0-1 0 0,5 10 1 0 0,89 147 28 0 0,-95-162 2 0 0,0 1 0 0 0,0 0 1 0 0,-1-1-1 0 0,1 1 0 0 0,-1 1 1 0 0,0-1-1 0 0,2 10 0 0 0,-4-13-18 0 0,0 0-1 0 0,0 0 0 0 0,1 0 1 0 0,-2 0-1 0 0,1-1 0 0 0,0 1 1 0 0,0 0-1 0 0,-1 0 0 0 0,1 0 1 0 0,0 0-1 0 0,-1-1 0 0 0,0 1 1 0 0,0 0-1 0 0,1-1 0 0 0,-1 1 1 0 0,0 0-1 0 0,0-1 0 0 0,0 1 1 0 0,-1-1-1 0 0,1 1 0 0 0,0-1 1 0 0,0 0-1 0 0,-1 0 0 0 0,1 1 1 0 0,-1-1-1 0 0,-2 1 0 0 0,-4 3 23 0 0,-1-1 0 0 0,0 0 1 0 0,0 0-1 0 0,0-1 0 0 0,-1 0 0 0 0,1 0 0 0 0,-1-1 0 0 0,1-1 0 0 0,-1 1 0 0 0,-13-1 0 0 0,-5-2-597 0 0,0 0-1 0 0,-36-7 1 0 0,58 7 69 0 0,1-1-1 0 0,0 1 1 0 0,0-1-1 0 0,0 1 1 0 0,-9-6 0 0 0,-6-9-5855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5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2176 0 0,'0'0'6090'0'0,"3"0"-5333"0"0,11 0 1726 0 0,-13 0-2453 0 0,-1 1-1 0 0,1 0 0 0 0,0-1 0 0 0,-1 1 0 0 0,1-1 0 0 0,-1 1 0 0 0,1 0 0 0 0,-1-1 1 0 0,1 1-1 0 0,-1 0 0 0 0,1-1 0 0 0,-1 1 0 0 0,1 0 0 0 0,-1 0 0 0 0,1 1 0 0 0,-5 24 536 0 0,0 0-1 0 0,-1-1 1 0 0,-16 47-1 0 0,15-54-451 0 0,-12 43 150 0 0,-47 159 163 0 0,62-209-921 0 0,1 0-1 0 0,0 0 1 0 0,0 0 0 0 0,1 0-1 0 0,0 0 1 0 0,1 0-1 0 0,2 18 1 0 0,-2-28 292 0 0,0-1 1 0 0,1 1-1 0 0,-1 0 0 0 0,0-1 1 0 0,0 1-1 0 0,1-1 0 0 0,-1 1 1 0 0,0-1-1 0 0,1 1 0 0 0,-1-1 0 0 0,1 1 1 0 0,-1-1-1 0 0,1 1 0 0 0,-1-1 1 0 0,1 1-1 0 0,-1-1 0 0 0,1 0 1 0 0,0 1-1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6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54 1628 0 0,'9'-14'4737'0'0,"23"-25"1206"0"0,-31 43-5733 0 0,0 0 0 0 0,1 0 0 0 0,-1 1 0 0 0,-1-1-1 0 0,1 0 1 0 0,-1 1 0 0 0,0-1 0 0 0,0 0 0 0 0,0 1-1 0 0,0-1 1 0 0,-2 6 0 0 0,-12 54 866 0 0,8-43-747 0 0,-71 262 1194 0 0,67-241-821 0 0,15-49-689 0 0,-1 0 0 0 0,0-1 0 0 0,5-13 0 0 0,10-19 14 0 0,9-7-36 0 0,3 0 0 0 0,2 2 1 0 0,45-48-1 0 0,-76 91-6 0 0,0 0 1 0 0,1 0 0 0 0,-1 0 0 0 0,1 1 0 0 0,-1-1-1 0 0,1 1 1 0 0,0 0 0 0 0,0-1 0 0 0,4 0-1 0 0,-4 1 10 0 0,0 0-27 0 0,1 1 11 0 0,-1 0 15 0 0,1 1 1 0 0,-1-1-1 0 0,0 1 1 0 0,0 0-1 0 0,0 0 1 0 0,0 0-1 0 0,0 0 0 0 0,0 1 1 0 0,0-1-1 0 0,0 1 1 0 0,0 0-1 0 0,0 0 1 0 0,-1 0-1 0 0,1 0 0 0 0,-1 0 1 0 0,0 0-1 0 0,1 1 1 0 0,-1-1-1 0 0,0 1 0 0 0,0-1 1 0 0,2 6-1 0 0,0 2 22 0 0,0-1-1 0 0,0 1 1 0 0,-1-1-1 0 0,0 1 0 0 0,-1 0 1 0 0,2 15-1 0 0,1 64 164 0 0,-4-38-126 0 0,0-38-44 0 0,-1-2 9 0 0,1 0-1 0 0,0 0 0 0 0,0 0 0 0 0,1 0 0 0 0,1 0 0 0 0,6 20 1 0 0,-8-30-29 0 0,0 0 1 0 0,0 1 0 0 0,0-1 0 0 0,0 0-1 0 0,0 0 1 0 0,0 0 0 0 0,0 0 0 0 0,0 0-1 0 0,0 0 1 0 0,0 0 0 0 0,1 0 0 0 0,-1 0-1 0 0,0 0 1 0 0,1-1 0 0 0,-1 1 0 0 0,0-1-1 0 0,1 1 1 0 0,-1-1 0 0 0,1 1 0 0 0,-1-1-1 0 0,1 0 1 0 0,-1 0 0 0 0,1 1 0 0 0,-1-1-1 0 0,1 0 1 0 0,-1 0 0 0 0,1-1 0 0 0,-1 1-1 0 0,1 0 1 0 0,-1 0 0 0 0,1-1 0 0 0,1 0-1 0 0,4-1-243 0 0,-1-1-1 0 0,0 0 1 0 0,0 1 0 0 0,0-2-1 0 0,8-5 1 0 0,5-5-1490 0 0,-2 0 0 0 0,0-1 0 0 0,-1-1 0 0 0,24-31 0 0 0,-11 8-3913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6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11 764 0 0,'-39'-2'2476'0'0,"2"0"-572"0"0,5 2-315 0 0,4-2-201 0 0,2 2-260 0 0,3-2-280 0 0,1 2-196 0 0,5-3 248 0 0,-11 6-336 0 0,17 3-600 0 0,24 7-1356 0 0,0-2-2008 0 0,11-3-1581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6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60 1720 0 0,'-15'-8'4525'0'0,"14"8"-4423"0"0,1 0-1 0 0,-1 0 0 0 0,1 0 0 0 0,0-1 1 0 0,-1 1-1 0 0,1 0 0 0 0,0 0 1 0 0,-1-1-1 0 0,1 1 0 0 0,0 0 1 0 0,-1 0-1 0 0,1-1 0 0 0,0 1 0 0 0,-1 0 1 0 0,1-1-1 0 0,0 1 0 0 0,0-1 1 0 0,-1 1-1 0 0,1 0 0 0 0,0-1 0 0 0,0 1 1 0 0,0-1-1 0 0,0 1 0 0 0,-1 0 1 0 0,1-1-1 0 0,0 1 0 0 0,0-1 1 0 0,0 1-1 0 0,0-1 0 0 0,0 1 0 0 0,0 0 1 0 0,0-1-1 0 0,0 1 0 0 0,0-1 1 0 0,0 1-1 0 0,1-1 0 0 0,-1 1 1 0 0,0 0-1 0 0,0-1 0 0 0,0 1 0 0 0,0-1 1 0 0,1 1-1 0 0,-1-1 0 0 0,1-1 158 0 0,3 3-50 0 0,6 2-134 0 0,0 0 0 0 0,0 0 0 0 0,0 1 0 0 0,-1 1 1 0 0,0 0-1 0 0,0 0 0 0 0,0 1 0 0 0,0 0 0 0 0,-1 0 0 0 0,15 15 0 0 0,-11-9-43 0 0,0 1 0 0 0,-1 0 1 0 0,-1 1-1 0 0,0 0 0 0 0,0 1 0 0 0,7 17 1 0 0,-9-13 5 0 0,-2 0 0 0 0,0 0 0 0 0,3 21 0 0 0,3 9 1255 0 0,-12-49-1250 0 0,0 1 0 0 0,0-1 0 0 0,0 0 1 0 0,0 1-1 0 0,0-1 0 0 0,0 1 0 0 0,0-1 0 0 0,0 0 0 0 0,0 1 0 0 0,0-1 0 0 0,1 1 0 0 0,-1-1 0 0 0,0 0 0 0 0,0 1 0 0 0,0-1 0 0 0,1 0 1 0 0,-1 1-1 0 0,0-1 0 0 0,0 0 0 0 0,1 1 0 0 0,-1-1 0 0 0,0 0 0 0 0,1 0 0 0 0,-1 1 0 0 0,0-1 0 0 0,1 0 0 0 0,-1 0 0 0 0,0 1 1 0 0,1-1-1 0 0,-1 0 0 0 0,1 0 0 0 0,-1 0 0 0 0,0 0 0 0 0,1 0 0 0 0,-1 0 0 0 0,1 0 0 0 0,-1 0 0 0 0,0 0 0 0 0,1 0 0 0 0,-1 0 0 0 0,1 0 1 0 0,-1 0-1 0 0,0 0 0 0 0,1 0 0 0 0,-1 0 0 0 0,1 0 0 0 0,-1 0 0 0 0,0-1 0 0 0,1 1 0 0 0,-1 0 0 0 0,0 0 0 0 0,1 0 0 0 0,-1-1 0 0 0,0 1 1 0 0,1 0-1 0 0,-1-1 0 0 0,0 1 0 0 0,1 0 0 0 0,-1 0 0 0 0,0-1 0 0 0,0 1 0 0 0,0-1 0 0 0,1 0 0 0 0,20-30-192 0 0,-15 21 389 0 0,14-18-224 0 0,2 1-1 0 0,0 1 1 0 0,2 1 0 0 0,1 0-1 0 0,1 3 1 0 0,1 0 0 0 0,1 1 0 0 0,0 2-1 0 0,2 1 1 0 0,0 1 0 0 0,1 1-1 0 0,1 2 1 0 0,63-18 0 0 0,-83 28-30 0 0,1 1 0 0 0,1 1-1 0 0,-1 1 1 0 0,0 0 0 0 0,1 0 0 0 0,-1 1 0 0 0,0 1 0 0 0,0 0-1 0 0,19 5 1 0 0,-25-5 12 0 0,-1 1-1 0 0,-1 0 0 0 0,1 0 0 0 0,0 0 1 0 0,0 1-1 0 0,-1 0 0 0 0,0 0 0 0 0,1 0 1 0 0,-1 1-1 0 0,0 0 0 0 0,-1 0 0 0 0,1 0 1 0 0,-1 1-1 0 0,1-1 0 0 0,-2 1 0 0 0,1 0 1 0 0,0 0-1 0 0,-1 0 0 0 0,0 1 0 0 0,0-1 1 0 0,0 1-1 0 0,1 7 0 0 0,1 6 33 0 0,-2 0 1 0 0,0 0-1 0 0,-1 0 0 0 0,-1 1 0 0 0,-1-1 1 0 0,-1 1-1 0 0,-3 21 0 0 0,1-17-511 0 0,1 1-1 0 0,2 0 1 0 0,4 42-1 0 0,-3-63 170 0 0,0 0 0 0 0,0 0 0 0 0,1 0 0 0 0,-1-1 0 0 0,1 1 0 0 0,0 0 0 0 0,0-1 0 0 0,0 0 0 0 0,0 1 1 0 0,1-1-1 0 0,-1 0 0 0 0,1 0 0 0 0,0 0 0 0 0,0-1 0 0 0,0 1 0 0 0,0-1 0 0 0,0 1 0 0 0,1-1 0 0 0,-1 0 0 0 0,1 0 0 0 0,0-1 0 0 0,-1 1 0 0 0,1-1 0 0 0,0 0 0 0 0,4 1 0 0 0,21 4-4019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7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70 284 0 0,'90'-68'12905'0'0,"-88"67"-12131"0"0,2 4-384 0 0,-4-3-384 0 0,0 0 1 0 0,0 1 0 0 0,1-1 0 0 0,-1 0-1 0 0,0 0 1 0 0,0 0 0 0 0,1 0 0 0 0,-1 0-1 0 0,0 0 1 0 0,0 0 0 0 0,0 1 0 0 0,1-1-1 0 0,-1 0 1 0 0,0 0 0 0 0,0 0 0 0 0,0 1-1 0 0,0-1 1 0 0,1 0 0 0 0,-1 0 0 0 0,0 0-1 0 0,0 1 1 0 0,0-1 0 0 0,0 0 0 0 0,0 0-1 0 0,0 1 1 0 0,0-1 0 0 0,0 0 0 0 0,0 0-1 0 0,0 1 1 0 0,0-1 0 0 0,0 0 0 0 0,0 0-1 0 0,0 1 1 0 0,0-1 0 0 0,0 0 0 0 0,0 0-1 0 0,0 1 1 0 0,0-1 0 0 0,0 1 0 0 0,-36 112 592 0 0,1-5-467 0 0,31-93-107 0 0,1 0 0 0 0,1 0 0 0 0,0 0 0 0 0,1 0 0 0 0,1 21-1 0 0,0-32-21 0 0,0-1 1 0 0,1 1-1 0 0,-1 0 0 0 0,1-1 0 0 0,0 1 0 0 0,0 0 0 0 0,0-1 0 0 0,0 1 0 0 0,1-1 0 0 0,-1 1 0 0 0,1-1 0 0 0,0 0 0 0 0,0 0 0 0 0,0 0 0 0 0,0 0 0 0 0,1 0 1 0 0,-1 0-1 0 0,1-1 0 0 0,0 1 0 0 0,0-1 0 0 0,0 0 0 0 0,0 1 0 0 0,0-1 0 0 0,0-1 0 0 0,0 1 0 0 0,1 0 0 0 0,-1-1 0 0 0,1 0 0 0 0,-1 0 0 0 0,1 0 0 0 0,0 0 1 0 0,-1 0-1 0 0,1-1 0 0 0,0 0 0 0 0,5 1 0 0 0,5-2-65 0 0,0 1 1 0 0,-1-2-1 0 0,1 0 1 0 0,0-1-1 0 0,0 0 1 0 0,-1-1-1 0 0,1 0 1 0 0,14-8-1 0 0,-6 1-109 0 0,0-1 1 0 0,0 0-1 0 0,-2-2 0 0 0,0-1 0 0 0,20-18 1 0 0,83-93 303 0 0,-108 110 56 0 0,30-41 2581 0 0,-16 19-964 0 0,-28 36-1485 0 0,-2 18-241 0 0,-2-3-55 0 0,0 0-1 0 0,-1 0 0 0 0,-1-1 1 0 0,-9 19-1 0 0,-1 1 13 0 0,-23 54 0 0 0,13-31-310 0 0,2 2-1 0 0,-16 61 1 0 0,38-115 63 0 0,0 1 1 0 0,0 0-1 0 0,1-1 0 0 0,-1 1 0 0 0,1 0 1 0 0,0 0-1 0 0,0 0 0 0 0,0-1 1 0 0,1 1-1 0 0,0 0 0 0 0,0 4 0 0 0,0-6-369 0 0,0 0-1 0 0,0 0 1 0 0,0 0-1 0 0,0 0 1 0 0,0 0-1 0 0,1 0 1 0 0,-1-1-1 0 0,1 1 1 0 0,-1 0-1 0 0,1-1 1 0 0,-1 1-1 0 0,3 1 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73 1536 0 0,'5'-9'4038'0'0,"-3"4"-2602"0"0,0 1-1 0 0,0 0 1 0 0,0 0 0 0 0,1 0-1 0 0,5-7 1 0 0,-4 40-492 0 0,-5 7-586 0 0,-1 0-1 0 0,-2-1 0 0 0,-2 1 1 0 0,-1-1-1 0 0,-1 0 1 0 0,-23 57-1 0 0,30-90-331 0 0,0 0 0 0 0,1-1 0 0 0,-1 1 0 0 0,0 0 0 0 0,0 0 0 0 0,0-1 0 0 0,0 1 0 0 0,0-1 0 0 0,-3 3 0 0 0,3-3-22 0 0,1-1 0 0 0,0 0 0 0 0,-1 0 0 0 0,1 0 0 0 0,0 0 0 0 0,-1 0 0 0 0,1 1 0 0 0,-1-1-1 0 0,1 0 1 0 0,0 0 0 0 0,-1 0 0 0 0,1 0 0 0 0,-1 0 0 0 0,1 0 0 0 0,0 0 0 0 0,-1 0 0 0 0,1 0 0 0 0,-1 0 0 0 0,1-1 0 0 0,0 1 0 0 0,-1 0 0 0 0,1 0-1 0 0,-1 0 1 0 0,1 0 0 0 0,0-1 0 0 0,-1 1 0 0 0,1 0 0 0 0,0 0 0 0 0,-1-1 0 0 0,1 1 0 0 0,0 0 0 0 0,0 0 0 0 0,-1-1 0 0 0,0-1-3 0 0,1 0 0 0 0,-1 0 0 0 0,1 1 0 0 0,-1-1 0 0 0,1 0 0 0 0,0 0-1 0 0,0 0 1 0 0,0 1 0 0 0,0-1 0 0 0,0 0 0 0 0,0 0 0 0 0,0 0 0 0 0,1 1 0 0 0,-1-1 0 0 0,1 0 0 0 0,0-1 0 0 0,0 0 0 0 0,3-14-6 0 0,2 1 0 0 0,0-1-1 0 0,1 1 1 0 0,1 0 0 0 0,0 1 0 0 0,2 0-1 0 0,17-24 1 0 0,-9 17-1 0 0,1 1-1 0 0,1 1 1 0 0,0 1-1 0 0,24-17 1 0 0,-30 25-3 0 0,0 2 0 0 0,1-1 0 0 0,0 2 0 0 0,1 0 0 0 0,-1 1 0 0 0,2 1 0 0 0,-1 0 0 0 0,30-5 0 0 0,-43 10 11 0 0,0 0 1 0 0,0 1-1 0 0,1 0 0 0 0,-1 0 0 0 0,0 0 0 0 0,1 0 0 0 0,-1 0 1 0 0,0 1-1 0 0,1 0 0 0 0,-1-1 0 0 0,0 1 0 0 0,0 0 0 0 0,0 1 0 0 0,0-1 1 0 0,0 0-1 0 0,0 1 0 0 0,0 0 0 0 0,0 0 0 0 0,-1 0 0 0 0,1 0 1 0 0,0 0-1 0 0,-1 0 0 0 0,0 1 0 0 0,0-1 0 0 0,0 1 0 0 0,0-1 1 0 0,0 1-1 0 0,0 0 0 0 0,0 0 0 0 0,-1 0 0 0 0,0 0 0 0 0,1 0 0 0 0,-1 0 1 0 0,0 0-1 0 0,-1 1 0 0 0,2 3 0 0 0,0 6 39 0 0,0-1 0 0 0,-1 1 0 0 0,-1 0 1 0 0,0 0-1 0 0,0 1 0 0 0,-1-1 0 0 0,-5 22 0 0 0,-8 18 76 0 0,7-25-545 0 0,-6 34 1 0 0,13-61 336 0 0,0-1 1 0 0,0 1 0 0 0,-1 0-1 0 0,1-1 1 0 0,0 1-1 0 0,0 0 1 0 0,0 0-1 0 0,0-1 1 0 0,0 1-1 0 0,0 0 1 0 0,0-1 0 0 0,1 1-1 0 0,-1 0 1 0 0,0 0-1 0 0,0-1 1 0 0,0 1-1 0 0,1 0 1 0 0,-1-1-1 0 0,0 1 1 0 0,1 0 0 0 0,-1-1-1 0 0,0 1 1 0 0,1-1-1 0 0,-1 1 1 0 0,1-1-1 0 0,-1 1 1 0 0,1-1-1 0 0,-1 1 1 0 0,1-1 0 0 0,0 1-1 0 0,-1-1 1 0 0,1 0-1 0 0,-1 1 1 0 0,1-1-1 0 0,0 0 1 0 0,-1 1-1 0 0,1-1 1 0 0,0 0 0 0 0,0 0-1 0 0,-1 0 1 0 0,1 0-1 0 0,0 0 1 0 0,-1 0-1 0 0,1 0 1 0 0,0 0-1 0 0,0 0 1 0 0,-1 0 0 0 0,2 0-1 0 0,3-1-909 0 0,0 0-1 0 0,0 0 1 0 0,0-1-1 0 0,9-4 1 0 0,-14 6 843 0 0,23-12-5409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29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342 130 184 0 0,'5'-119'13725'0'0,"-6"109"-12422"0"0,-2 9-466 0 0,-5 16-120 0 0,-7 29-83 0 0,-52 252 1639 0 0,-119 472-343 0 0,150-627-1472 0 0,36-140-455 0 0,0 0 1 0 0,0-1-1 0 0,0 1 1 0 0,-1 0-1 0 0,1-1 1 0 0,0 1 0 0 0,0 0-1 0 0,0-1 1 0 0,-1 1-1 0 0,1-1 1 0 0,0 1-1 0 0,-1 0 1 0 0,1-1-1 0 0,0 1 1 0 0,-1-1-1 0 0,1 1 1 0 0,-1-1 0 0 0,1 1-1 0 0,-2 0 1 0 0,2-1-9 0 0,0 0 1 0 0,-1 0 0 0 0,1 0-1 0 0,0 0 1 0 0,-1 0 0 0 0,1 0-1 0 0,-1-1 1 0 0,1 1 0 0 0,0 0-1 0 0,-1 0 1 0 0,1 0-1 0 0,0 0 1 0 0,-1 0 0 0 0,1-1-1 0 0,0 1 1 0 0,0 0 0 0 0,-1 0-1 0 0,1-1 1 0 0,0 1 0 0 0,0 0-1 0 0,-1-1 1 0 0,1 1 0 0 0,0 0-1 0 0,-1-1 1 0 0,-10-26-350 0 0,9 18 255 0 0,1-1-1 0 0,0 0 1 0 0,1 0-1 0 0,0 0 0 0 0,0 0 1 0 0,1 1-1 0 0,3-16 1 0 0,21-68-300 0 0,-11 54 296 0 0,0 1 0 0 0,3 0 0 0 0,1 2 0 0 0,2 0 0 0 0,25-35 1 0 0,-31 51 57 0 0,1 1 1 0 0,0 1-1 0 0,2 0 1 0 0,0 1-1 0 0,1 1 1 0 0,0 0-1 0 0,2 2 1 0 0,-1 0-1 0 0,44-22 1 0 0,-54 32 17 0 0,1 0 1 0 0,1 0-1 0 0,-1 1 1 0 0,0 0-1 0 0,1 1 0 0 0,0 0 1 0 0,-1 1-1 0 0,1 0 1 0 0,0 1-1 0 0,18 1 1 0 0,-27 0 22 0 0,1 0-1 0 0,-1-1 1 0 0,0 1 0 0 0,1 0 0 0 0,-1 0 0 0 0,0 1 0 0 0,0-1 0 0 0,1 0-1 0 0,-1 1 1 0 0,0-1 0 0 0,2 3 0 0 0,1 0-10 0 0,-3-2 14 0 0,-1-1 0 0 0,1 1 0 0 0,-1 0 0 0 0,0-1 0 0 0,1 1 0 0 0,-1 0 0 0 0,0 0 0 0 0,0 0 0 0 0,0-1 0 0 0,0 1 0 0 0,0 0 0 0 0,-1 0 0 0 0,1 1 0 0 0,0-1 0 0 0,-1 0 0 0 0,0 0 0 0 0,1 0 0 0 0,-1 0 0 0 0,0 0 0 0 0,0 1 0 0 0,0-1 0 0 0,-1 0-1 0 0,1 0 1 0 0,0 0 0 0 0,-1 0 0 0 0,0 2 0 0 0,-1 1 5 0 0,0 0-1 0 0,1 0 0 0 0,-2 0 0 0 0,1-1 0 0 0,0 1 1 0 0,-1-1-1 0 0,0 0 0 0 0,0 0 0 0 0,0 0 1 0 0,-5 4-1 0 0,-3 1 0 0 0,1 0 0 0 0,-1-1 0 0 0,-1 0 0 0 0,1-1 0 0 0,-1 0 0 0 0,-1-1 0 0 0,-18 6 0 0 0,-1-2 35 0 0,0-2 1 0 0,-36 5-1 0 0,-29 3 101 0 0,93-15-166 0 0,-1 1-15 0 0,5-2 40 0 0,-1 0 0 0 0,1 0-1 0 0,0 0 1 0 0,0 0 0 0 0,-1 0-1 0 0,1 0 1 0 0,0 0 0 0 0,0 0-1 0 0,-1 1 1 0 0,1-1 0 0 0,0 0-1 0 0,-1 0 1 0 0,1 0 0 0 0,0 0 0 0 0,0 0-1 0 0,0 0 1 0 0,-1 1 0 0 0,1-1-1 0 0,0 0 1 0 0,0 0 0 0 0,-1 0-1 0 0,1 1 1 0 0,0-1 0 0 0,0 0-1 0 0,0 0 1 0 0,0 0 0 0 0,0 1-1 0 0,-1-1 1 0 0,1 0 0 0 0,0 0-1 0 0,0 1 1 0 0,0-1 0 0 0,0 0-1 0 0,0 1 1 0 0,0-1 0 0 0,0 0-1 0 0,0 1 1 0 0,3 7-5 0 0,0 0 0 0 0,1 0-1 0 0,0-1 1 0 0,0 1 0 0 0,1-1 0 0 0,0 0-1 0 0,1 0 1 0 0,6 7 0 0 0,55 49 31 0 0,-30-33-432 0 0,1-2 0 0 0,1-1-1 0 0,2-2 1 0 0,43 20 0 0 0,-47-28-2741 0 0,0-2 1 0 0,66 17-1 0 0,-65-23-2213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0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65 2148 0 0,'-8'-17'3468'0'0,"7"14"-2976"0"0,-1 1 1 0 0,1-1 0 0 0,-1 0 0 0 0,1 0 0 0 0,0 0-1 0 0,0-1 1 0 0,0 1 0 0 0,1 0 0 0 0,-1 0-1 0 0,1 0 1 0 0,-1-1 0 0 0,1-4 0 0 0,1 6-146 0 0,2 2-52 0 0,4 1-232 0 0,-1 1-1 0 0,1 0 0 0 0,-1 1 0 0 0,0-1 0 0 0,0 1 0 0 0,0 0 0 0 0,0 0 0 0 0,-1 1 0 0 0,1 0 0 0 0,-1 0 0 0 0,0 0 0 0 0,0 1 0 0 0,-1-1 0 0 0,1 1 0 0 0,-1 0 0 0 0,0 1 0 0 0,5 7 0 0 0,-1 0 20 0 0,1 1-1 0 0,-2 0 1 0 0,0 0 0 0 0,-1 1-1 0 0,0 0 1 0 0,5 22 0 0 0,-9-27 27 0 0,0 0-1 0 0,0 0 1 0 0,-1 0 0 0 0,-1 0 0 0 0,0 1 0 0 0,0-1 0 0 0,-1 0 0 0 0,0 0 0 0 0,0 0 0 0 0,-1 0-1 0 0,-1 0 1 0 0,0-1 0 0 0,0 1 0 0 0,-1-1 0 0 0,0 1 0 0 0,-1-1 0 0 0,0 0 0 0 0,-9 12 0 0 0,14-20-84 0 0,-1-1 1 0 0,1 1 0 0 0,-1 0-1 0 0,1-1 1 0 0,-1 1 0 0 0,0 0 0 0 0,1-1-1 0 0,-1 1 1 0 0,0-1 0 0 0,1 1 0 0 0,-1-1-1 0 0,0 1 1 0 0,0-1 0 0 0,1 1 0 0 0,-1-1-1 0 0,0 0 1 0 0,0 0 0 0 0,0 1 0 0 0,0-1-1 0 0,0 0 1 0 0,1 0 0 0 0,-3 0 0 0 0,3 0-17 0 0,-1 0 1 0 0,1-1 0 0 0,-1 1-1 0 0,0-1 1 0 0,1 1 0 0 0,-1 0-1 0 0,1-1 1 0 0,-1 1 0 0 0,1-1-1 0 0,-1 1 1 0 0,1-1 0 0 0,-1 0-1 0 0,1 1 1 0 0,-1-1 0 0 0,1 1-1 0 0,0-1 1 0 0,0 0 0 0 0,-1 1-1 0 0,1-1 1 0 0,0-1 0 0 0,-2-1-3 0 0,1-1 1 0 0,1 0-1 0 0,-1 0 1 0 0,1-1-1 0 0,-1 1 1 0 0,1-5 0 0 0,3-3-11 0 0,0 1 1 0 0,1 0 0 0 0,0 0 0 0 0,0 0 0 0 0,1 1 0 0 0,1 0 0 0 0,0-1 0 0 0,0 2 0 0 0,1-1 0 0 0,0 1 0 0 0,1 0 0 0 0,0 1-1 0 0,10-10 1 0 0,11-6-28 0 0,0 1 0 0 0,55-32 0 0 0,-59 41 7 0 0,0 1 0 0 0,1 2 0 0 0,0 0 0 0 0,32-7 1 0 0,-52 17 3 0 0,-1 0 1 0 0,1 1 0 0 0,0-1 0 0 0,-1 1-1 0 0,1 0 1 0 0,7 2 0 0 0,-10-2 8 0 0,0 0 7 0 0,-1 1 0 0 0,1-1 0 0 0,-1 1 0 0 0,1 0 0 0 0,-1 0 0 0 0,1 0 0 0 0,-1 0 0 0 0,0 0 0 0 0,1 0 0 0 0,-1 1 0 0 0,0-1 1 0 0,0 1-1 0 0,0 0 0 0 0,0-1 0 0 0,0 1 0 0 0,-1 0 0 0 0,1 0 0 0 0,0 0 0 0 0,-1 0 0 0 0,0 1 0 0 0,1-1 0 0 0,-1 0 0 0 0,0 1 0 0 0,0-1 1 0 0,0 0-1 0 0,0 1 0 0 0,-1-1 0 0 0,1 4 0 0 0,1 2 15 0 0,-1 0-1 0 0,0 0 1 0 0,0 0 0 0 0,-1 0-1 0 0,0 0 1 0 0,-1 1 0 0 0,-1 8-1 0 0,-6 24-215 0 0,-3-1-1 0 0,-25 68 1 0 0,34-105-23 0 0,1 0-1 0 0,-1 0 1 0 0,1 0 0 0 0,0 0-1 0 0,0 0 1 0 0,1 0 0 0 0,-1 0-1 0 0,1 0 1 0 0,-1 0 0 0 0,1 0 0 0 0,0 0-1 0 0,0 1 1 0 0,0-1 0 0 0,1 0-1 0 0,-1 0 1 0 0,1 0 0 0 0,0 0 0 0 0,0 0-1 0 0,0 0 1 0 0,0 0 0 0 0,0 0-1 0 0,3 5 1 0 0,2-4-853 0 0,-4-4 912 0 0,2 1-403 0 0,0-1 0 0 0,0 1 0 0 0,1-1 0 0 0,-1 0 0 0 0,0 0 0 0 0,6-1 1 0 0,7-3-2847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0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18 289 1700 0 0,'18'-31'6637'0'0,"15"-41"-1"0"0,-24 55-4920 0 0,-9 17-1703 0 0,0 0 1 0 0,0 0-1 0 0,0 0 0 0 0,1 0 0 0 0,-1-1 1 0 0,0 1-1 0 0,0 0 0 0 0,0 0 1 0 0,0 0-1 0 0,0 0 0 0 0,0 0 0 0 0,0 0 1 0 0,0 0-1 0 0,0 0 0 0 0,0 0 0 0 0,0 0 1 0 0,1 0-1 0 0,-1 0 0 0 0,0 0 1 0 0,0 0-1 0 0,0 0 0 0 0,0 0 0 0 0,0 0 1 0 0,0 0-1 0 0,0 0 0 0 0,0 0 1 0 0,1 0-1 0 0,-1 0 0 0 0,0 0 0 0 0,0 0 1 0 0,0 0-1 0 0,0 0 0 0 0,0 0 1 0 0,0 0-1 0 0,0 0 0 0 0,0 0 0 0 0,1 0 1 0 0,-1 0-1 0 0,0 0 0 0 0,0 0 0 0 0,0 0 1 0 0,0 0-1 0 0,0 0 0 0 0,0 0 1 0 0,0 0-1 0 0,0 0 0 0 0,0 0 0 0 0,0 0 1 0 0,0 1-1 0 0,0-1 0 0 0,1 0 1 0 0,-1 0-1 0 0,0 0 0 0 0,0 0 0 0 0,0 0 1 0 0,0 0-1 0 0,0 0 0 0 0,0 0 0 0 0,0 1 1 0 0,0-1-1 0 0,0 25 182 0 0,-4 8-113 0 0,1 51 0 0 0,4-71-54 0 0,0 0 0 0 0,0 0 0 0 0,2-1 0 0 0,-1 1 0 0 0,1-1 0 0 0,10 24 0 0 0,-11-32-9 0 0,0 0 0 0 0,0-1 0 0 0,0 1 0 0 0,0-1 0 0 0,0 0 1 0 0,1 1-1 0 0,0-1 0 0 0,-1 0 0 0 0,1-1 0 0 0,0 1 0 0 0,1 0 0 0 0,-1-1 0 0 0,0 0 1 0 0,1 0-1 0 0,-1 0 0 0 0,1 0 0 0 0,0 0 0 0 0,0-1 0 0 0,-1 1 0 0 0,1-1 1 0 0,0 0-1 0 0,0 0 0 0 0,0-1 0 0 0,8 1 0 0 0,-5-1 2 0 0,-1-1 0 0 0,0 1 0 0 0,1-1 1 0 0,-1-1-1 0 0,0 1 0 0 0,0-1 0 0 0,0 0 0 0 0,0-1 0 0 0,0 1 0 0 0,-1-1 0 0 0,1 0 0 0 0,-1-1 0 0 0,1 1 1 0 0,-1-1-1 0 0,6-6 0 0 0,0-1 11 0 0,-1-1 0 0 0,-1 0 0 0 0,0-1 1 0 0,0 0-1 0 0,-1 0 0 0 0,-1-1 0 0 0,0 0 1 0 0,-1 0-1 0 0,0-1 0 0 0,-1 1 0 0 0,-1-1 0 0 0,3-17 1 0 0,-5 22 2 0 0,0-1 1 0 0,-1 0-1 0 0,0 0 1 0 0,-1 0-1 0 0,0 1 1 0 0,0-1-1 0 0,-1 0 0 0 0,-1 0 1 0 0,0 0-1 0 0,0 1 1 0 0,-1-1-1 0 0,-1 1 1 0 0,1 0-1 0 0,-2 0 1 0 0,1 0-1 0 0,-2 0 1 0 0,-11-17-1 0 0,13 23-35 0 0,1 0-1 0 0,-1 1 1 0 0,0-1-1 0 0,1 1 0 0 0,-2 0 1 0 0,1 0-1 0 0,0 1 1 0 0,0-1-1 0 0,-1 1 1 0 0,0 0-1 0 0,1 0 1 0 0,-1 0-1 0 0,-9-1 1 0 0,6 2 11 0 0,0 0 1 0 0,0 0 0 0 0,0 1-1 0 0,1 1 1 0 0,-1-1 0 0 0,0 1-1 0 0,0 0 1 0 0,-9 3 0 0 0,1 1-220 0 0,1 1 1 0 0,0 0 0 0 0,0 1-1 0 0,1 1 1 0 0,-1 0-1 0 0,2 0 1 0 0,-26 22 0 0 0,34-25-75 0 0,0 0 0 0 0,0 0 1 0 0,0 1-1 0 0,1-1 1 0 0,0 1-1 0 0,0 0 0 0 0,1 0 1 0 0,-6 12-1 0 0,8-15-103 0 0,0 0-1 0 0,0 0 1 0 0,0 0-1 0 0,0 0 1 0 0,1 0 0 0 0,-1 0-1 0 0,1 0 1 0 0,0 0-1 0 0,0 1 1 0 0,0-1 0 0 0,0 0-1 0 0,1 0 1 0 0,-1 0-1 0 0,1 0 1 0 0,-1 0-1 0 0,1 0 1 0 0,0 0 0 0 0,1 0-1 0 0,-1 0 1 0 0,0 0-1 0 0,4 4 1 0 0,6 8-4563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1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142 244 2508 0 0,'-1'-3'2124'0'0,"-2"-7"-419"0"0,-2-20 4266 0 0,5 30-5938 0 0,0-1-1 0 0,0 1 1 0 0,0 0 0 0 0,1-1 0 0 0,-1 1 0 0 0,0-1-1 0 0,0 1 1 0 0,0 0 0 0 0,0-1 0 0 0,-1 1 0 0 0,1 0-1 0 0,0-1 1 0 0,0 1 0 0 0,0-1 0 0 0,0 1 0 0 0,0 0-1 0 0,0-1 1 0 0,0 1 0 0 0,-1 0 0 0 0,1-1 0 0 0,0 1-1 0 0,0 0 1 0 0,-1 0 0 0 0,1-1 0 0 0,0 1 0 0 0,0 0-1 0 0,-1 0 1 0 0,1-1 0 0 0,0 1 0 0 0,-1 0 0 0 0,-9 5 682 0 0,-7 17-284 0 0,1 7-309 0 0,1 0 1 0 0,1 1-1 0 0,2 1 1 0 0,1 1 0 0 0,1-1-1 0 0,2 1 1 0 0,-5 44-1 0 0,11-65-81 0 0,2-1 0 0 0,-1 0-1 0 0,1 0 1 0 0,1 1-1 0 0,0-1 1 0 0,1 0-1 0 0,3 16 1 0 0,-4-23-25 0 0,1 1 0 0 0,-1-1 1 0 0,1 1-1 0 0,-1-1 1 0 0,1 0-1 0 0,0 0 0 0 0,0 0 1 0 0,0 0-1 0 0,1 0 0 0 0,-1 0 1 0 0,1-1-1 0 0,0 1 0 0 0,-1-1 1 0 0,1 1-1 0 0,0-1 0 0 0,0 0 1 0 0,1 0-1 0 0,-1-1 0 0 0,0 1 1 0 0,1-1-1 0 0,-1 0 0 0 0,1 1 1 0 0,6 0-1 0 0,-2-1-6 0 0,0-1 0 0 0,0 0 0 0 0,-1 0-1 0 0,1 0 1 0 0,0-1 0 0 0,0 0 0 0 0,-1-1-1 0 0,1 0 1 0 0,-1 0 0 0 0,1 0 0 0 0,-1-1 0 0 0,0-1-1 0 0,0 1 1 0 0,0-1 0 0 0,0 0 0 0 0,10-8 0 0 0,1-3-15 0 0,0 0 0 0 0,-1-1 0 0 0,-1-1 0 0 0,19-25 0 0 0,76-118 2793 0 0,-110 158-2818 0 0,0 7-21 0 0,-1-1 41 0 0,0 1 1 0 0,1-1 0 0 0,-2 0 0 0 0,0 8 0 0 0,1-5 4 0 0,-4 44-3 0 0,2-38 6 0 0,0 0 0 0 0,2 24 0 0 0,0-32 12 0 0,0 0-1 0 0,0 0 0 0 0,1 0 0 0 0,0 0 0 0 0,0 0 0 0 0,0 0 0 0 0,1 0 0 0 0,0 0 0 0 0,0-1 1 0 0,0 1-1 0 0,0 0 0 0 0,1-1 0 0 0,-1 0 0 0 0,1 1 0 0 0,0-1 0 0 0,1 0 0 0 0,-1-1 1 0 0,1 1-1 0 0,-1-1 0 0 0,1 1 0 0 0,0-1 0 0 0,1 0 0 0 0,-1 0 0 0 0,0-1 0 0 0,1 1 1 0 0,-1-1-1 0 0,9 2 0 0 0,-2 0-3 0 0,0-2 0 0 0,1 0 1 0 0,-1 0-1 0 0,0-1 0 0 0,1 0 0 0 0,-1-1 1 0 0,1 0-1 0 0,-1-1 0 0 0,1 0 0 0 0,-1-1 1 0 0,0 0-1 0 0,0-1 0 0 0,0 0 0 0 0,0-1 1 0 0,0 0-1 0 0,-1-1 0 0 0,20-11 0 0 0,-17 8-22 0 0,-1 0 0 0 0,1-1 0 0 0,-2 0 0 0 0,1-1 0 0 0,-1 0 0 0 0,-1-1 0 0 0,0 0 0 0 0,0 0 0 0 0,-1-1 0 0 0,-1-1 0 0 0,0 1 0 0 0,0-1 0 0 0,8-21 0 0 0,-14 26-1 0 0,0 0-1 0 0,0-1 0 0 0,0 1 1 0 0,-1-1-1 0 0,0 1 1 0 0,-1-1-1 0 0,1 1 0 0 0,-2-1 1 0 0,1 1-1 0 0,-1-1 0 0 0,-1 1 1 0 0,0-1-1 0 0,0 1 0 0 0,0 0 1 0 0,-1 0-1 0 0,0 0 1 0 0,-1 0-1 0 0,-7-11 0 0 0,2 4-8 0 0,-1 1 0 0 0,0 1 0 0 0,-1-1 0 0 0,-1 2 0 0 0,0 0 1 0 0,-1 0-1 0 0,0 1 0 0 0,-19-12 0 0 0,26 19-23 0 0,0 0 0 0 0,0 0 0 0 0,-1 1 0 0 0,1-1 0 0 0,-1 1 1 0 0,-8-2-1 0 0,12 4-26 0 0,-7 7-282 0 0,18-3 349 0 0,1 1 0 0 0,0-1 0 0 0,1-1-1 0 0,-1 0 1 0 0,0 0 0 0 0,18 1 0 0 0,63-3-60 0 0,-47-1 55 0 0,29 0-5 0 0,-18 0-28 0 0,-1 1-1 0 0,100 15 1 0 0,-149-14 46 0 0,0 0 0 0 0,0 0 0 0 0,-1 0 0 0 0,1 0 0 0 0,0 1 0 0 0,0 0 0 0 0,-1-1-1 0 0,1 1 1 0 0,-1 1 0 0 0,1-1 0 0 0,-1 0 0 0 0,0 1 0 0 0,0 0 0 0 0,0-1 0 0 0,0 1 0 0 0,0 0 0 0 0,-1 1 0 0 0,1-1 0 0 0,-1 0 0 0 0,0 1 0 0 0,0-1 0 0 0,0 1 0 0 0,-1 0 0 0 0,1 0 0 0 0,-1 0-1 0 0,0 0 1 0 0,0-1 0 0 0,0 2 0 0 0,-1-1 0 0 0,1 0 0 0 0,-1 0 0 0 0,0 7 0 0 0,-1 3 23 0 0,-1 0 1 0 0,0 0-1 0 0,-1 0 1 0 0,0 0-1 0 0,-1 0 0 0 0,0-1 1 0 0,-1 0-1 0 0,-8 15 1 0 0,-49 74 56 0 0,25-43 2298 0 0,42-77-2120 0 0,-3 12-229 0 0,1 0 1 0 0,0 1-1 0 0,1-1 1 0 0,-1 1-1 0 0,1-1 1 0 0,7-6-1 0 0,6-9 18 0 0,15-20-12 0 0,1 1 0 0 0,76-70 0 0 0,-80 85-42 0 0,2 1 0 0 0,1 1 0 0 0,1 1 1 0 0,57-27-1 0 0,-77 43-36 0 0,1 0 1 0 0,-1 2 0 0 0,28-7-1 0 0,-35 10 22 0 0,-1 0-1 0 0,1 0 1 0 0,0 1-1 0 0,0 0 1 0 0,-1 0-1 0 0,1 1 1 0 0,0-1-1 0 0,-1 1 1 0 0,1 1-1 0 0,-1-1 1 0 0,1 1-1 0 0,8 3 1 0 0,-11-3 21 0 0,-1 0 0 0 0,1 0 0 0 0,-1 0 0 0 0,1 0 1 0 0,-1 1-1 0 0,0-1 0 0 0,0 0 0 0 0,0 1 1 0 0,0 0-1 0 0,0-1 0 0 0,0 1 0 0 0,-1 0 1 0 0,1 0-1 0 0,-1 0 0 0 0,0 0 0 0 0,0 0 1 0 0,0 1-1 0 0,0-1 0 0 0,-1 0 0 0 0,1 0 1 0 0,-1 0-1 0 0,0 1 0 0 0,0-1 0 0 0,0 0 1 0 0,0 1-1 0 0,-1 3 0 0 0,-1 5 25 0 0,0 0 0 0 0,0-1 0 0 0,-2 1 0 0 0,1-1 0 0 0,-10 21 0 0 0,-73 127 85 0 0,80-150-122 0 0,-25 38 146 0 0,30-46-117 0 0,1 0-1 0 0,-1 0 1 0 0,1 0 0 0 0,-1 0 0 0 0,1 0 0 0 0,-1 0 0 0 0,1 0 0 0 0,0 0 0 0 0,-1 1 0 0 0,1-1 0 0 0,0 0 0 0 0,0 0 0 0 0,0 0 0 0 0,0 0 0 0 0,0 0 0 0 0,0 1 0 0 0,0-1 0 0 0,0 0 0 0 0,1 1 0 0 0,21-11-192 0 0,0-2 0 0 0,-1 0 0 0 0,0-2 0 0 0,0 0 0 0 0,26-23 0 0 0,-5 5-290 0 0,-42 31 461 0 0,207-152-1789 0 0,-155 111 1726 0 0,84-91 0 0 0,-98 85 1073 0 0,-36 45-950 0 0,-2 1-51 0 0,0 1 0 0 0,0-1 1 0 0,0 1-1 0 0,0-1 0 0 0,0 0 1 0 0,0 1-1 0 0,0-1 0 0 0,0 0 1 0 0,0 1-1 0 0,0-1 0 0 0,0 1 1 0 0,0-1-1 0 0,0 0 0 0 0,-1 1 1 0 0,1-1-1 0 0,0 1 0 0 0,0-1 1 0 0,-1 0-1 0 0,1 1 0 0 0,0-1 1 0 0,-1 0-1 0 0,-1 1-9 0 0,-1-1 1 0 0,1 1-1 0 0,0 0 1 0 0,0-1-1 0 0,-1 1 0 0 0,1 0 1 0 0,0 0-1 0 0,-1 1 1 0 0,1-1-1 0 0,0 0 0 0 0,-1 1 1 0 0,1 0-1 0 0,0-1 1 0 0,0 1-1 0 0,0 0 1 0 0,0 0-1 0 0,-1 0 0 0 0,1 0 1 0 0,1 1-1 0 0,-1-1 1 0 0,0 0-1 0 0,0 1 0 0 0,-2 2 1 0 0,1-1-3 0 0,1 1-1 0 0,0-1 1 0 0,-1 0 0 0 0,2 1 0 0 0,-1 0 0 0 0,0-1-1 0 0,1 1 1 0 0,0 0 0 0 0,-1 0 0 0 0,2 0-1 0 0,-1 0 1 0 0,0 0 0 0 0,1 0 0 0 0,0 0 0 0 0,-1 0-1 0 0,2 0 1 0 0,0 6 0 0 0,1 2 9 0 0,0 0 0 0 0,1 0 0 0 0,0-1 1 0 0,1 0-1 0 0,1 1 0 0 0,0-1 0 0 0,9 14 0 0 0,50 70 44 0 0,-51-78-46 0 0,19 24 29 0 0,-18-25-7 0 0,-2 1-1 0 0,1 0 1 0 0,-2 1-1 0 0,12 24 1 0 0,-22-39 4 0 0,0-1 0 0 0,0 0 0 0 0,0 1 0 0 0,0-1 0 0 0,-1 1 0 0 0,1-1 0 0 0,-1 1 0 0 0,0-1 0 0 0,0 1 1 0 0,0-1-1 0 0,0 1 0 0 0,0-1 0 0 0,0 1 0 0 0,-1-1 0 0 0,1 1 0 0 0,-1-1 0 0 0,0 1 0 0 0,1-1 0 0 0,-2 3 0 0 0,0-2 7 0 0,-1 0 0 0 0,1 0 0 0 0,0 0 0 0 0,-1 0 0 0 0,1-1 0 0 0,-1 1 0 0 0,0-1 0 0 0,0 1 0 0 0,0-1 0 0 0,0 0 0 0 0,-6 3 0 0 0,-5 0 24 0 0,0 1 1 0 0,0-2 0 0 0,-1 0-1 0 0,1 0 1 0 0,-22 1 0 0 0,-17 0-359 0 0,0-2 0 0 0,-1-3 0 0 0,-89-10 0 0 0,-57-27-8924 0 0,142 20 2014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514 119 1080 0 0,'2'-7'1662'0'0,"1"0"1"0"0,-1 0-1 0 0,-1 0 0 0 0,0 0 1 0 0,1-9-1 0 0,-2 13-1469 0 0,0 1-1 0 0,0-1 1 0 0,-1 1 0 0 0,1-1-1 0 0,-1 1 1 0 0,1-1 0 0 0,-1 1-1 0 0,0-1 1 0 0,0 1 0 0 0,0 0-1 0 0,0 0 1 0 0,0-1 0 0 0,0 1-1 0 0,-1 0 1 0 0,1 0 0 0 0,-1 0-1 0 0,0 0 1 0 0,1 0 0 0 0,-4-1-1 0 0,1 0-141 0 0,0 0 0 0 0,-1 1 0 0 0,1 0 0 0 0,-1 0 0 0 0,0 0 0 0 0,1 0 0 0 0,-1 1 0 0 0,0 0 0 0 0,0 0 0 0 0,0 0-1 0 0,0 1 1 0 0,0 0 0 0 0,0-1 0 0 0,0 2 0 0 0,0-1 0 0 0,0 1 0 0 0,0-1 0 0 0,0 2 0 0 0,0-1 0 0 0,-6 3 0 0 0,-7 1-34 0 0,1 2 0 0 0,0 0 0 0 0,1 1 0 0 0,-24 16 0 0 0,14-7 8 0 0,1 2 0 0 0,1 1 0 0 0,0 1 0 0 0,2 1-1 0 0,-29 36 1 0 0,35-37-49 0 0,1 1 0 0 0,0 0 0 0 0,2 0 0 0 0,1 1 0 0 0,1 1 0 0 0,-16 50 0 0 0,25-68-3 0 0,0 1-1 0 0,1 0 0 0 0,0 0 0 0 0,1 0 0 0 0,0 0 0 0 0,0 0 0 0 0,1 11 0 0 0,-1-16 20 0 0,1 1-1 0 0,-1 0 1 0 0,1-1-1 0 0,0 1 1 0 0,-1-1 0 0 0,1 0-1 0 0,0 1 1 0 0,0-1-1 0 0,1 0 1 0 0,-1 1-1 0 0,1-1 1 0 0,-1 0-1 0 0,1 0 1 0 0,-1 0 0 0 0,1 0-1 0 0,0 0 1 0 0,0-1-1 0 0,0 1 1 0 0,0-1-1 0 0,0 1 1 0 0,1-1 0 0 0,2 2-1 0 0,-1-2 3 0 0,0 0-1 0 0,0 0 1 0 0,0-1-1 0 0,0 1 1 0 0,0-1-1 0 0,0 0 1 0 0,0 0-1 0 0,0 0 1 0 0,1-1-1 0 0,-1 1 1 0 0,0-1-1 0 0,0 0 1 0 0,7-3-1 0 0,5-3-2 0 0,27-14-1 0 0,-42 20 9 0 0,15-8 2 0 0,0-2 0 0 0,-1 1 0 0 0,0-2 0 0 0,-1 0 0 0 0,16-18 0 0 0,54-73-6 0 0,-41 47-22 0 0,-29 34 28 0 0,12-14-36 0 0,-24 40 145 0 0,-1-3-105 0 0,-1-1 0 0 0,0 0 0 0 0,1 0 0 0 0,-1 1 0 0 0,0-1 0 0 0,0 0 1 0 0,1 1-1 0 0,-1-1 0 0 0,0 0 0 0 0,0 1 0 0 0,1-1 0 0 0,-1 1 0 0 0,0-1 0 0 0,0 0 0 0 0,0 1 0 0 0,0-1 0 0 0,0 1 0 0 0,1-1 0 0 0,-1 0 0 0 0,0 1 0 0 0,0-1 0 0 0,0 1 0 0 0,0-1 0 0 0,0 0 0 0 0,0 1 0 0 0,-27 169 376 0 0,-6 80-1793 0 0,33-237 583 0 0,0 0-1 0 0,4 24 1 0 0,7 1-4342 0 0,-3-24 569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2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46 2452 0 0,'1'-2'2573'0'0,"11"-22"5086"0"0,-4 5-1300 0 0,-22 72-5927 0 0,-23 61-1 0 0,15-51-320 0 0,-5 27-197 0 0,9-26-2514 0 0,-3-5-6945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3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54 180 0 0,'24'-45'17886'0'0,"-19"36"-14963"0"0,-4 14-2805 0 0,-1 0 0 0 0,1-1 0 0 0,-1 1-1 0 0,1 0 1 0 0,-1 0 0 0 0,-1-1 0 0 0,1 1-1 0 0,-2 7 1 0 0,-12 46 397 0 0,6-25-345 0 0,-6 28-178 0 0,-18 94-916 0 0,28-126-3791 0 0,0 43-1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4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34 171 1320 0 0,'-2'-2'758'0'0,"-1"1"0"0"0,1 0 1 0 0,-1-1-1 0 0,1 1 0 0 0,-1-1 0 0 0,1 0 0 0 0,-4-3 0 0 0,5 4-622 0 0,0 0-1 0 0,0 0 1 0 0,0 0-1 0 0,0 0 0 0 0,1-1 1 0 0,-1 1-1 0 0,0 0 1 0 0,0-1-1 0 0,1 1 0 0 0,-1-1 1 0 0,1 1-1 0 0,-1 0 1 0 0,1-1-1 0 0,0 1 1 0 0,0-1-1 0 0,0 1 0 0 0,-1-1 1 0 0,1 1-1 0 0,1-1 1 0 0,-1 1-1 0 0,0-1 1 0 0,0 1-1 0 0,0-1 0 0 0,1 1 1 0 0,-1-1-1 0 0,1 1 1 0 0,0-2-1 0 0,2-3-22 0 0,1 0 0 0 0,0 0 0 0 0,1 1 1 0 0,-1-1-1 0 0,1 1 0 0 0,0 0 0 0 0,0 0 0 0 0,0 1 0 0 0,1 0 0 0 0,0 0 0 0 0,0 0 1 0 0,0 0-1 0 0,0 1 0 0 0,0 0 0 0 0,1 0 0 0 0,-1 1 0 0 0,1 0 0 0 0,11-2 1 0 0,-14 3-96 0 0,1 1 0 0 0,0-1 0 0 0,-1 1 0 0 0,1 1 0 0 0,0-1 0 0 0,-1 1 0 0 0,1-1 0 0 0,-1 1 0 0 0,1 1 1 0 0,-1-1-1 0 0,6 3 0 0 0,-3-1-2 0 0,0 0 1 0 0,0 0 0 0 0,0 1-1 0 0,-1 0 1 0 0,12 9-1 0 0,-13-7 1 0 0,1-1 1 0 0,-1 1-1 0 0,0 0 0 0 0,-1 0 0 0 0,1 1 0 0 0,-1-1 0 0 0,0 1 0 0 0,-1 0 1 0 0,0 0-1 0 0,0 0 0 0 0,3 14 0 0 0,-4-10 12 0 0,0 0 0 0 0,-1 1-1 0 0,0-1 1 0 0,-1 1 0 0 0,0-1 0 0 0,-1 0 0 0 0,-2 14 0 0 0,-6 11 202 0 0,-1 0 0 0 0,-2-1 0 0 0,-27 59 0 0 0,32-78-100 0 0,-7 13 493 0 0,14-27-401 0 0,11-27-54 0 0,166-213 22 0 0,-43 60-158 0 0,-123 163-24 0 0,-3 5 74 0 0,0-2 1 0 0,12-22-1 0 0,-19 32 11 0 0,-4 2-90 0 0,1 1 0 0 0,0 0 1 0 0,0 0-1 0 0,0 0 1 0 0,-1 1-1 0 0,1-1 1 0 0,1 0-1 0 0,-1 1 1 0 0,0 0-1 0 0,0-1 1 0 0,0 1-1 0 0,-1 2 1 0 0,-17 20-19 0 0,2-1 0 0 0,1 2 1 0 0,1 1-1 0 0,1 0 0 0 0,1 1 1 0 0,1 0-1 0 0,2 1 0 0 0,-11 37 1 0 0,20-54 12 0 0,-1 0 0 0 0,2 0 0 0 0,-1 0 0 0 0,1 0 0 0 0,1 0 1 0 0,0 0-1 0 0,1 0 0 0 0,2 14 0 0 0,-2-20-2 0 0,0 1 0 0 0,1-1 0 0 0,-1 1-1 0 0,2-1 1 0 0,-1 1 0 0 0,0-1 0 0 0,1 0 0 0 0,0 0 0 0 0,0 0-1 0 0,1-1 1 0 0,-1 1 0 0 0,1-1 0 0 0,0 0 0 0 0,0 0 0 0 0,0 0 0 0 0,1 0-1 0 0,6 4 1 0 0,0-2-345 0 0,0 0 0 0 0,0-1 0 0 0,1-1 0 0 0,-1 1 0 0 0,1-2 0 0 0,0 1 0 0 0,0-2 0 0 0,14 2 0 0 0,-7-2-1827 0 0,1-1 0 0 0,25-3 0 0 0,-17 0-2362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4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67 1844 0 0,'2'-2'2127'0'0,"38"-32"9187"0"0,-39 33-10916 0 0,1 5 135 0 0,-2-4-511 0 0,1 0-1 0 0,-1 0 0 0 0,0 1 1 0 0,0-1-1 0 0,0 0 1 0 0,1 0-1 0 0,-1 0 0 0 0,0 1 1 0 0,0-1-1 0 0,0 0 0 0 0,0 0 1 0 0,0 1-1 0 0,0-1 1 0 0,1 0-1 0 0,-1 1 0 0 0,0-1 1 0 0,0 0-1 0 0,0 0 1 0 0,0 1-1 0 0,0-1 0 0 0,0 0 1 0 0,0 1-1 0 0,0-1 1 0 0,0 0-1 0 0,0 0 0 0 0,0 1 1 0 0,0-1-1 0 0,-1 0 1 0 0,1 0-1 0 0,0 1 0 0 0,0-1 1 0 0,0 0-1 0 0,0 1 0 0 0,-1-1 1 0 0,-92 280 4093 0 0,28-98-3640 0 0,24-34-2260 0 0,31-99-1945 0 0,2 1-3899 0 0</inkml:trace>
  <inkml:trace contextRef="#ctx0" brushRef="#br0" timeOffset="1">953 84 732 0 0,'-3'0'2852'0'0,"-34"-6"5632"0"0,0 1-1128 0 0,45 5-7205 0 0,9-4-35 0 0,259-18-209 0 0,-89-1-3886 0 0,-106 8-2743 0 0,-46 6 229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5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173 101 400 0 0,'-21'-3'5251'0'0,"-1"0"510"0"0,-33-1-1 0 0,54 4-5728 0 0,0 0-1 0 0,1 0 0 0 0,-1 0 1 0 0,0 1-1 0 0,0-1 1 0 0,1 0-1 0 0,-1 1 1 0 0,0-1-1 0 0,1 0 0 0 0,-1 1 1 0 0,0-1-1 0 0,1 1 1 0 0,-1 0-1 0 0,1-1 0 0 0,-1 1 1 0 0,0-1-1 0 0,1 1 1 0 0,0 0-1 0 0,-1-1 0 0 0,1 1 1 0 0,-1 0-1 0 0,1-1 1 0 0,-1 2-1 0 0,-6 19 196 0 0,6-18-178 0 0,-13 53 172 0 0,3-1 1 0 0,-7 94-1 0 0,17-144-236 0 0,-6 141-282 0 0,7-130-536 0 0,1 1 0 0 0,0-1 0 0 0,2 0 0 0 0,0 1 0 0 0,1-1 0 0 0,10 28 0 0 0,-1-22-3304 0 0,1-5-2045 0 0</inkml:trace>
  <inkml:trace contextRef="#ctx0" brushRef="#br0" timeOffset="1">1057 181 2572 0 0,'10'-16'2263'0'0,"0"0"-1"0"0,-1 0 0 0 0,-1-1 0 0 0,-1 0 1 0 0,0-1-1 0 0,-1 1 0 0 0,5-29 1 0 0,-11 45-2241 0 0,0 0 0 0 0,0 1 0 0 0,0-1 0 0 0,0 0 1 0 0,0 0-1 0 0,0 1 0 0 0,0-1 0 0 0,-1 0 0 0 0,1 1 1 0 0,0-1-1 0 0,0 0 0 0 0,-1 1 0 0 0,1-1 0 0 0,-1 0 1 0 0,1 1-1 0 0,0-1 0 0 0,-1 1 0 0 0,1-1 0 0 0,-1 1 1 0 0,1-1-1 0 0,-1 1 0 0 0,1-1 0 0 0,-1 1 0 0 0,0 0 1 0 0,1-1-1 0 0,-1 1 0 0 0,0 0 0 0 0,1-1 0 0 0,-1 1 1 0 0,0 0-1 0 0,1 0 0 0 0,-1-1 0 0 0,0 1 1 0 0,1 0-1 0 0,-1 0 0 0 0,0 0 0 0 0,0 0 0 0 0,1 0 1 0 0,-1 0-1 0 0,0 0 0 0 0,1 0 0 0 0,-1 1 0 0 0,0-1 1 0 0,0 0-1 0 0,0 1 0 0 0,-23 9 3 0 0,1 1 0 0 0,0 1 0 0 0,1 1 0 0 0,0 1-1 0 0,1 0 1 0 0,1 2 0 0 0,0 1 0 0 0,1 0 0 0 0,1 2 0 0 0,0 0 0 0 0,-18 28 0 0 0,31-41-68 0 0,1 0 0 0 0,1 0 1 0 0,0 0-1 0 0,-1 0 0 0 0,2 1 1 0 0,-1-1-1 0 0,1 1 0 0 0,-2 11 0 0 0,3-16 32 0 0,1 0 0 0 0,0 0-1 0 0,0 1 1 0 0,0-1 0 0 0,0 0-1 0 0,1 0 1 0 0,-1 1 0 0 0,1-1-1 0 0,-1 0 1 0 0,1 0-1 0 0,0 0 1 0 0,-1 0 0 0 0,1 1-1 0 0,0-1 1 0 0,1 0 0 0 0,-1-1-1 0 0,0 1 1 0 0,0 0-1 0 0,1 0 1 0 0,-1 0 0 0 0,1-1-1 0 0,0 1 1 0 0,-1-1 0 0 0,1 1-1 0 0,0-1 1 0 0,0 0-1 0 0,0 0 1 0 0,0 0 0 0 0,4 2-1 0 0,-1-1 7 0 0,0 0 0 0 0,0 0 0 0 0,1-1-1 0 0,-1 1 1 0 0,0-1 0 0 0,1-1 0 0 0,-1 1-1 0 0,1-1 1 0 0,-1 1 0 0 0,1-2 0 0 0,-1 1-1 0 0,1-1 1 0 0,6-1 0 0 0,-3 0-3 0 0,0-1 0 0 0,0 0 1 0 0,-1-1-1 0 0,1 0 0 0 0,-1 0 1 0 0,0-1-1 0 0,10-7 0 0 0,-1-2 55 0 0,0-1 1 0 0,-1-1-1 0 0,0 0 0 0 0,-1-1 0 0 0,21-33 0 0 0,14-15 2931 0 0,-48 63-2790 0 0,5-4 278 0 0,-6 11-195 0 0,0 1 0 0 0,0-1 1 0 0,-1 1-1 0 0,1-1 0 0 0,-1 1 0 0 0,-1 0 1 0 0,1-1-1 0 0,-2 7 0 0 0,-11 51 1232 0 0,7-38-1081 0 0,-48 188 957 0 0,15-59-1162 0 0,29-113-700 0 0,-18 81-3837 0 0,25-99-374 0 0,-1 37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6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79 16 0 0,'48'-71'19983'0'0,"-41"64"-18141"0"0,-7 7-1808 0 0,0 0 0 0 0,0 0 0 0 0,0 0 1 0 0,1 0-1 0 0,-1 0 0 0 0,0 0 0 0 0,0 0 0 0 0,1-1 0 0 0,-1 1 0 0 0,0 0 0 0 0,0 0 0 0 0,1 0 0 0 0,-1 0 0 0 0,0 0 0 0 0,0 0 0 0 0,1 0 0 0 0,-1 1 0 0 0,0-1 0 0 0,0 0 0 0 0,1 0 0 0 0,-1 0 0 0 0,0 0 0 0 0,0 0 1 0 0,1 0-1 0 0,-1 0 0 0 0,0 0 0 0 0,0 1 0 0 0,0-1 0 0 0,1 0 0 0 0,-1 0 0 0 0,0 0 0 0 0,0 0 0 0 0,0 1 0 0 0,0-1 0 0 0,1 0 0 0 0,-1 0 0 0 0,0 1 0 0 0,0-1 0 0 0,0 0 0 0 0,0 0 0 0 0,0 0 0 0 0,0 1 0 0 0,0-1 1 0 0,0 0-1 0 0,1 0 0 0 0,-1 1 0 0 0,0-1 0 0 0,0 0 0 0 0,0 0 0 0 0,0 1 0 0 0,0-1 0 0 0,-1 0 0 0 0,1 0 0 0 0,0 1 0 0 0,0-1 0 0 0,0 0 0 0 0,0 0 0 0 0,0 1 0 0 0,-3 34 508 0 0,-2 0 0 0 0,-1 0 0 0 0,-2 0 0 0 0,-17 50 0 0 0,1-6-1291 0 0,8-23-1103 0 0,-4 12-3373 0 0,11-24-4273 0 0</inkml:trace>
  <inkml:trace contextRef="#ctx0" brushRef="#br0" timeOffset="1">279 302 2272 0 0,'6'-10'1876'0'0,"0"1"1"0"0,0-1-1 0 0,1 1 0 0 0,9-10 0 0 0,-8 10-1023 0 0,0 1-1 0 0,1 0 0 0 0,0 1 0 0 0,15-10 1 0 0,-19 14-763 0 0,0 0 0 0 0,0 0 0 0 0,0 0 1 0 0,0 1-1 0 0,0 0 0 0 0,1 0 0 0 0,-1 0 1 0 0,1 1-1 0 0,-1 0 0 0 0,1 0 0 0 0,0 0 0 0 0,0 1 1 0 0,-1 0-1 0 0,1 0 0 0 0,0 0 0 0 0,-1 0 1 0 0,1 1-1 0 0,0 0 0 0 0,-1 1 0 0 0,1-1 1 0 0,-1 1-1 0 0,1 0 0 0 0,6 4 0 0 0,-9-5-29 0 0,0 1 1 0 0,0 0-1 0 0,-1 0 0 0 0,1 1 0 0 0,-1-1 0 0 0,1 0 0 0 0,-1 1 1 0 0,0 0-1 0 0,0-1 0 0 0,0 1 0 0 0,0 0 0 0 0,0 0 0 0 0,0 0 0 0 0,-1 0 1 0 0,0 1-1 0 0,1 2 0 0 0,0 0 85 0 0,-1 0-1 0 0,0 0 1 0 0,-1 0 0 0 0,1 1 0 0 0,-1-1-1 0 0,-1 0 1 0 0,1 0 0 0 0,-2 8 0 0 0,-3 7 205 0 0,-1-2-1 0 0,-1 1 1 0 0,0-1 0 0 0,-13 24 0 0 0,12-27-250 0 0,-75 134 672 0 0,73-131-780 0 0,9-11-15 0 0,1 0-6 0 0,1-7 25 0 0,-1 0-1 0 0,1-1 1 0 0,-1 1-1 0 0,0-1 1 0 0,1 1-1 0 0,-1-1 1 0 0,1 1-1 0 0,0-1 0 0 0,-1 1 1 0 0,1-1-1 0 0,-1 0 1 0 0,1 1-1 0 0,0-1 1 0 0,-1 0-1 0 0,1 1 1 0 0,0-1-1 0 0,0 0 0 0 0,5 2-75 0 0,0-1 0 0 0,0 0-1 0 0,-1-1 1 0 0,1 0-1 0 0,0 0 1 0 0,0 0-1 0 0,9-1 1 0 0,47-12-1489 0 0,-34 7 638 0 0,146-42-8571 0 0,-102 25 1600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78 161 1928 0 0,'-13'-7'2403'0'0,"1"-1"-1"0"0,0 0 1 0 0,1-1-1 0 0,-14-13 1 0 0,24 21-2338 0 0,1 1 0 0 0,-1-1 1 0 0,1 0-1 0 0,-1 1 0 0 0,1-1 0 0 0,0 0 1 0 0,-1 0-1 0 0,1 0 0 0 0,0 0 1 0 0,0 1-1 0 0,0-1 0 0 0,0 0 1 0 0,0 0-1 0 0,-1 0 0 0 0,1 0 0 0 0,1 0 1 0 0,-1 1-1 0 0,0-1 0 0 0,0 0 1 0 0,0 0-1 0 0,0 0 0 0 0,1 0 1 0 0,-1 1-1 0 0,0-1 0 0 0,1 0 0 0 0,-1 0 1 0 0,0 0-1 0 0,1 1 0 0 0,-1-1 1 0 0,2 0-1 0 0,-1-1-7 0 0,0 1-1 0 0,0-1 1 0 0,0 1 0 0 0,0-1-1 0 0,1 1 1 0 0,-1 0-1 0 0,0 0 1 0 0,1 0 0 0 0,-1 0-1 0 0,1 0 1 0 0,0 0 0 0 0,-1 0-1 0 0,1 0 1 0 0,3-1 0 0 0,4 1 4 0 0,-1 1 0 0 0,1-1 0 0 0,0 1 1 0 0,0 0-1 0 0,0 1 0 0 0,-1 0 0 0 0,1 1 1 0 0,0 0-1 0 0,-1 0 0 0 0,0 1 0 0 0,1 0 1 0 0,-1 0-1 0 0,0 1 0 0 0,0 0 0 0 0,-1 0 1 0 0,1 1-1 0 0,-1 0 0 0 0,0 0 0 0 0,12 12 1 0 0,-13-11-18 0 0,-1 0-1 0 0,1 0 1 0 0,-1 1 0 0 0,0-1 0 0 0,0 1 0 0 0,-1 0 0 0 0,0 1 0 0 0,0-1 0 0 0,-1 1 0 0 0,0 0 0 0 0,0-1 0 0 0,0 1 0 0 0,-1 1 0 0 0,-1-1 0 0 0,1 0-1 0 0,-2 0 1 0 0,1 1 0 0 0,-1-1 0 0 0,0 0 0 0 0,0 1 0 0 0,-3 12 0 0 0,-2-5 29 0 0,-1 0-1 0 0,0 0 1 0 0,-1 0 0 0 0,-1-1-1 0 0,0 0 1 0 0,-1 0 0 0 0,-1-1-1 0 0,0 0 1 0 0,-1-1 0 0 0,0 0-1 0 0,-1-1 1 0 0,-1 0 0 0 0,-21 16 0 0 0,27-22 85 0 0,5-3-100 0 0,0-1 0 0 0,-1 0 0 0 0,1 1 0 0 0,-1-1 0 0 0,1-1 1 0 0,-1 1-1 0 0,0 0 0 0 0,1-1 0 0 0,-6 3 0 0 0,9-7-4 0 0,1-3-47 0 0,0 1 0 0 0,1-1 0 0 0,0 0 0 0 0,0 1 0 0 0,1-1 1 0 0,-1 1-1 0 0,1 0 0 0 0,6-6 0 0 0,42-38 70 0 0,-29 28-66 0 0,53-49-9 0 0,172-169 18 0 0,-240 231-11 0 0,0-1 0 0 0,0-1 1 0 0,-1 1-1 0 0,0-1 1 0 0,-1 0-1 0 0,10-21 0 0 0,-16 30-11 0 0,0 1 0 0 0,0-1-1 0 0,0 0 1 0 0,0 0 0 0 0,0 1-1 0 0,-1-1 1 0 0,1 0 0 0 0,0 0 0 0 0,0 1-1 0 0,0-1 1 0 0,-1 0 0 0 0,1 1-1 0 0,0-1 1 0 0,-1 0 0 0 0,1 1-1 0 0,0-1 1 0 0,-1 0 0 0 0,1 1-1 0 0,-1-1 1 0 0,1 1 0 0 0,-1-1 0 0 0,1 1-1 0 0,-1-1 1 0 0,0 1 0 0 0,1-1-1 0 0,-1 1 1 0 0,0-1 0 0 0,1 1-1 0 0,-1 0 1 0 0,0 0 0 0 0,1-1-1 0 0,-1 1 1 0 0,0 0 0 0 0,0 0 0 0 0,1 0-1 0 0,-1 0 1 0 0,0 0 0 0 0,0 0-1 0 0,1 0 1 0 0,-1 0 0 0 0,0 0-1 0 0,0 0 1 0 0,1 0 0 0 0,-1 0-1 0 0,0 0 1 0 0,1 1 0 0 0,-1-1 0 0 0,0 0-1 0 0,0 1 1 0 0,0 0 0 0 0,-20 8 4 0 0,1 2-1 0 0,1 0 1 0 0,0 1 0 0 0,0 1 0 0 0,1 1 0 0 0,-28 29 0 0 0,27-24-7 0 0,1 1 0 0 0,1 1 0 0 0,1 1 1 0 0,1 0-1 0 0,-19 39 0 0 0,30-52 11 0 0,0 0-1 0 0,0 1 1 0 0,1 0 0 0 0,0-1-1 0 0,1 1 1 0 0,0 0 0 0 0,0 0-1 0 0,1 1 1 0 0,1-1 0 0 0,-1 0-1 0 0,2 0 1 0 0,2 20 0 0 0,-1-23-21 0 0,0 0 0 0 0,0-1 0 0 0,1 1 0 0 0,-1-1 1 0 0,1 1-1 0 0,1-1 0 0 0,-1 0 0 0 0,1 0 0 0 0,0 0 1 0 0,1-1-1 0 0,-1 0 0 0 0,1 0 0 0 0,0 0 0 0 0,0 0 1 0 0,1-1-1 0 0,-1 1 0 0 0,1-2 0 0 0,0 1 0 0 0,10 4 1 0 0,4 1-650 0 0,0-2 0 0 0,0 0 0 0 0,0-2 1 0 0,1 0-1 0 0,36 3 0 0 0,51-4-7040 0 0,-64-7 886 0 0</inkml:trace>
  <inkml:trace contextRef="#ctx0" brushRef="#br0" timeOffset="1">1027 413 1116 0 0,'-26'-50'15910'0'0,"26"50"-15888"0"0,-1 0-1 0 0,1 0 1 0 0,0 0 0 0 0,0 0-1 0 0,0 0 1 0 0,0 0 0 0 0,0 0-1 0 0,-1 0 1 0 0,1 0 0 0 0,0 0-1 0 0,0 0 1 0 0,0 0-1 0 0,0 0 1 0 0,0 0 0 0 0,-1 0-1 0 0,1 0 1 0 0,0 0 0 0 0,0-1-1 0 0,0 1 1 0 0,0 0 0 0 0,0 0-1 0 0,0 0 1 0 0,-1 0-1 0 0,1 0 1 0 0,0 0 0 0 0,0 0-1 0 0,0-1 1 0 0,0 1 0 0 0,0 0-1 0 0,0 0 1 0 0,0 0 0 0 0,0 0-1 0 0,0 0 1 0 0,0-1-1 0 0,0 1 1 0 0,0 0 0 0 0,0 0-1 0 0,0 0 1 0 0,0 0 0 0 0,0 0-1 0 0,0-1 1 0 0,0 1 0 0 0,0 0-1 0 0,0 0 1 0 0,0 0-1 0 0,0 0 1 0 0,0-1 0 0 0,0 1-1 0 0,0 0 1 0 0,0 0 0 0 0,0 0-1 0 0,0 0 1 0 0,0 0 0 0 0,0 0-1 0 0,0-1 1 0 0,1 1-1 0 0,-1 0 1 0 0,0 0 0 0 0,0 0-1 0 0,0 0 1 0 0,0 0 0 0 0,8-10 670 0 0,-7 8-762 0 0,1 1 314 0 0,2 1-162 0 0,-1 0-64 0 0,-1 1 0 0 0,1-1 0 0 0,0 1-1 0 0,-1-1 1 0 0,1 1 0 0 0,-1 0-1 0 0,0 0 1 0 0,1 0 0 0 0,-1 0 0 0 0,0 0-1 0 0,1 1 1 0 0,-1-1 0 0 0,0 1 0 0 0,0-1-1 0 0,0 1 1 0 0,0 0 0 0 0,-1 0-1 0 0,1 0 1 0 0,0 0 0 0 0,-1 0 0 0 0,1 0-1 0 0,-1 0 1 0 0,0 0 0 0 0,0 1-1 0 0,2 3 1 0 0,-2 0 56 0 0,0 0 0 0 0,0 0 0 0 0,-1 0 0 0 0,0 0 1 0 0,0 0-1 0 0,-1 0 0 0 0,0 0 0 0 0,0-1 0 0 0,0 1 0 0 0,0 0 0 0 0,-1 0 0 0 0,0-1 0 0 0,0 1 0 0 0,-4 5 0 0 0,-4 9 274 0 0,-1 0 0 0 0,-18 23 0 0 0,-98 127 1109 0 0,126-170-1454 0 0,1 0-1 0 0,0 1 0 0 0,-1-1 0 0 0,1 0 0 0 0,0 1 0 0 0,-1-1 0 0 0,1 0 0 0 0,0 1 0 0 0,-1-1 0 0 0,1 1 0 0 0,0-1 0 0 0,0 0 0 0 0,0 1 0 0 0,0-1 0 0 0,-1 1 0 0 0,1-1 0 0 0,0 1 0 0 0,0-1 1 0 0,0 1-1 0 0,0-1 0 0 0,0 1 0 0 0,0-1 0 0 0,0 1 0 0 0,0-1 0 0 0,0 1 0 0 0,0-1 0 0 0,0 1 0 0 0,1-1 0 0 0,-1 0 0 0 0,0 1 0 0 0,0-1 0 0 0,0 1 0 0 0,1-1 0 0 0,-1 1 0 0 0,0-1 1 0 0,0 0-1 0 0,1 1 0 0 0,-1-1 0 0 0,0 0 0 0 0,1 1 0 0 0,-1-1 0 0 0,0 0 0 0 0,1 1 0 0 0,-1-1 0 0 0,1 0 0 0 0,-1 0 0 0 0,0 1 0 0 0,1-1 0 0 0,-1 0 0 0 0,1 0 0 0 0,-1 0 0 0 0,1 0 0 0 0,-1 0 1 0 0,1 1-1 0 0,26 0 36 0 0,11-5-822 0 0,0-2 0 0 0,60-17-1 0 0,-56 13-395 0 0,85-24-3745 0 0,-67 17 228 0 0,13-2-3285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7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91 346 2616 0 0,'-4'0'2760'0'0,"-64"2"10642"0"0,54 0-12848 0 0,10-2 559 0 0,7-2-859 0 0,16-5-129 0 0,0 0 0 0 0,0 2 0 0 0,1 0 0 0 0,0 1 0 0 0,30-2-1 0 0,-15 1-72 0 0,91-11-652 0 0,79-14-6400 0 0,-166 21 2387 0 0,-2 0-2270 0 0</inkml:trace>
  <inkml:trace contextRef="#ctx0" brushRef="#br0" timeOffset="1">511 19 2392 0 0,'-4'-1'2642'0'0,"-7"-1"-259"0"0,0 0-1 0 0,0 1 1 0 0,0 0-1 0 0,-14 1 0 0 0,24 0-2278 0 0,0 1-1 0 0,0-1 1 0 0,0 1-1 0 0,0-1 1 0 0,0 1-1 0 0,0 0 0 0 0,0-1 1 0 0,0 1-1 0 0,0 0 1 0 0,1 0-1 0 0,-1 0 1 0 0,0 0-1 0 0,0 0 1 0 0,1 0-1 0 0,-1 0 1 0 0,0 0-1 0 0,1 0 1 0 0,-1 0-1 0 0,0 2 0 0 0,-7 23 758 0 0,7-22-702 0 0,-19 75 376 0 0,3 2 0 0 0,-6 88 1 0 0,20-148-1358 0 0,2 0 1 0 0,0 0-1 0 0,1 1 1 0 0,1-1-1 0 0,1 0 1 0 0,6 30-1 0 0,-6-46-41 0 0,0 0 0 0 0,0 0 0 0 0,0-1 0 0 0,1 1 0 0 0,-1 0 0 0 0,1-1 0 0 0,5 6 0 0 0,7 8-5719 0 0</inkml:trace>
  <inkml:trace contextRef="#ctx0" brushRef="#br0" timeOffset="2">1492 174 328 0 0,'7'-10'1976'0'0,"0"1"1"0"0,0-1-1 0 0,-1 0 1 0 0,0 0-1 0 0,-1-1 0 0 0,0 0 1 0 0,0 0-1 0 0,4-20 1 0 0,-8 28-1639 0 0,-1 0-1 0 0,-1-1 1 0 0,1 1 0 0 0,0-1 0 0 0,-1 1 0 0 0,0-1 0 0 0,1 1 0 0 0,-4-6-1 0 0,3 6-144 0 0,-4-2 277 0 0,-3 1-367 0 0,0 1 1 0 0,0 1 0 0 0,0 0 0 0 0,-1 0 0 0 0,1 1 0 0 0,-1-1-1 0 0,1 2 1 0 0,-1-1 0 0 0,0 2 0 0 0,1-1 0 0 0,-1 1 0 0 0,1 0-1 0 0,-15 4 1 0 0,-11 4 81 0 0,-67 26-1 0 0,63-19-122 0 0,0 1-1 0 0,-60 39 1 0 0,82-46-75 0 0,1 2 0 0 0,0 0 0 0 0,0 0 0 0 0,1 1 0 0 0,1 1 0 0 0,0 0 0 0 0,1 1 0 0 0,-12 19 1 0 0,22-31 7 0 0,0 0 1 0 0,1 0 0 0 0,-1 1 0 0 0,1-1 0 0 0,-1 0 0 0 0,1 1 0 0 0,0-1 0 0 0,1 0 0 0 0,-1 1 0 0 0,0-1 0 0 0,1 1 0 0 0,0-1 0 0 0,0 1 0 0 0,0 0 0 0 0,0-1 0 0 0,1 1 0 0 0,-1-1 0 0 0,1 1 0 0 0,0-1 0 0 0,0 0 0 0 0,3 6 0 0 0,-2-5-2 0 0,0 0 0 0 0,1-1 0 0 0,-1 1 0 0 0,1-1 0 0 0,0 0 0 0 0,0 0 0 0 0,1 0 0 0 0,-1-1 0 0 0,0 1 0 0 0,1-1-1 0 0,0 1 1 0 0,-1-1 0 0 0,1 0 0 0 0,0-1 0 0 0,0 1 0 0 0,0-1 0 0 0,7 2 0 0 0,6 1-40 0 0,1-1-1 0 0,-1-1 0 0 0,1-1 1 0 0,-1-1-1 0 0,1 0 1 0 0,-1-1-1 0 0,1-1 0 0 0,-1 0 1 0 0,0-1-1 0 0,0-1 1 0 0,0-1-1 0 0,0-1 0 0 0,-1 0 1 0 0,0-1-1 0 0,0 0 1 0 0,0-2-1 0 0,-1 0 0 0 0,-1 0 1 0 0,1-2-1 0 0,-1 0 1 0 0,-1 0-1 0 0,0-1 0 0 0,-1-1 1 0 0,-1 0-1 0 0,14-18 1 0 0,58-90 1406 0 0,-82 119-1379 0 0,3 31 157 0 0,-15 22 521 0 0,-25 71 0 0 0,19-74-563 0 0,-20 67-314 0 0,32-96-1138 0 0,1 1-1 0 0,1-1 1 0 0,-2 39-1 0 0,8-30-1921 0 0,5-10-2986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8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50 2228 0 0,'44'-47'24688'0'0,"-39"44"-23738"0"0,-4 7-623 0 0,0 1 1 0 0,0-1-1 0 0,0 0 1 0 0,0 0-1 0 0,0 1 0 0 0,-1-1 1 0 0,0 0-1 0 0,0 9 1 0 0,-7 40 793 0 0,-57 185-1706 0 0,57-214-234 0 0,0-1-757 0 0,-10 30-3693 0 0,11-18-2417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39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0 112 348 0 0,'0'-3'5220'0'0,"0"0"-4816"0"0,1 0-1 0 0,-1 0 1 0 0,0 0 0 0 0,1 0 0 0 0,0 0 0 0 0,0 0-1 0 0,0 0 1 0 0,0 0 0 0 0,0 0 0 0 0,0 0 0 0 0,1 0-1 0 0,2-3 1 0 0,0 2-180 0 0,-1 0-1 0 0,1 0 1 0 0,-1 0-1 0 0,1 1 1 0 0,0-1-1 0 0,9-4 1 0 0,-2 2-160 0 0,-1 0 0 0 0,1 2 0 0 0,0-1-1 0 0,1 1 1 0 0,21-4 0 0 0,-31 7-59 0 0,1 1 0 0 0,-1-1 1 0 0,1 1-1 0 0,-1 0 0 0 0,1 0 0 0 0,-1 0 0 0 0,1 0 0 0 0,-1 0 0 0 0,1 1 0 0 0,-1-1 0 0 0,1 1 1 0 0,-1-1-1 0 0,1 1 0 0 0,-1 0 0 0 0,1 0 0 0 0,-1 0 0 0 0,0 1 0 0 0,0-1 0 0 0,0 0 0 0 0,1 1 1 0 0,-1-1-1 0 0,-1 1 0 0 0,1 0 0 0 0,0 0 0 0 0,0 0 0 0 0,-1 0 0 0 0,1 0 0 0 0,-1 0 1 0 0,1 0-1 0 0,0 3 0 0 0,0-1 17 0 0,0 0 0 0 0,-1 1 1 0 0,1-1-1 0 0,-1 0 0 0 0,0 1 0 0 0,-1-1 1 0 0,1 1-1 0 0,-1-1 0 0 0,1 1 0 0 0,-2 0 1 0 0,1-1-1 0 0,0 1 0 0 0,-1-1 0 0 0,0 1 1 0 0,-1 4-1 0 0,-6 11 79 0 0,-1-1 1 0 0,-1 0 0 0 0,-1-1-1 0 0,-22 29 1 0 0,-4 10 657 0 0,35-55-617 0 0,2-2-134 0 0,0 0 1 0 0,0 0 0 0 0,0 0-1 0 0,0 0 1 0 0,-1 0 0 0 0,1 0-1 0 0,0 0 1 0 0,0 1 0 0 0,0-1-1 0 0,0 0 1 0 0,-1 0 0 0 0,1 0 0 0 0,0 0-1 0 0,0 1 1 0 0,0-1 0 0 0,0 0-1 0 0,0 0 1 0 0,0 0 0 0 0,0 0-1 0 0,0 1 1 0 0,0-1 0 0 0,-1 0-1 0 0,1 0 1 0 0,0 0 0 0 0,0 1-1 0 0,0-1 1 0 0,0 0 0 0 0,0 0-1 0 0,0 1 1 0 0,0-1 0 0 0,0 0-1 0 0,1 0 1 0 0,-1 0 0 0 0,0 1-1 0 0,0-1 1 0 0,0 0 0 0 0,0 0 0 0 0,0 0-1 0 0,0 1 1 0 0,0-1 0 0 0,0 0-1 0 0,0 0 1 0 0,1 0 0 0 0,-1 0-1 0 0,0 0 1 0 0,0 1 0 0 0,0-1-1 0 0,0 0 1 0 0,1 0 0 0 0,32-1 48 0 0,-16 0-50 0 0,0 1-1 0 0,-1 1 1 0 0,33 4 0 0 0,-17 3-5 0 0,-1 1 0 0 0,55 23 1 0 0,-74-26 63 0 0,0 0 0 0 0,0 1 1 0 0,0 1-1 0 0,0 0 0 0 0,-1 0 1 0 0,-1 1-1 0 0,0 1 1 0 0,0 0-1 0 0,10 13 0 0 0,-18-21 4 0 0,-1 0-1 0 0,1 0 0 0 0,-1 0 0 0 0,0 0 1 0 0,0 0-1 0 0,0 0 0 0 0,0 1 0 0 0,0-1 1 0 0,0 0-1 0 0,-1 1 0 0 0,1-1 0 0 0,-1 1 1 0 0,1-1-1 0 0,-1 0 0 0 0,0 1 0 0 0,0-1 1 0 0,0 1-1 0 0,-1-1 0 0 0,1 1 0 0 0,-1 3 0 0 0,-1-2 31 0 0,1 0 0 0 0,-1-1-1 0 0,0 1 1 0 0,-1-1-1 0 0,1 1 1 0 0,0-1-1 0 0,-1 0 1 0 0,0 1-1 0 0,0-1 1 0 0,0-1 0 0 0,-4 5-1 0 0,-3-1 51 0 0,1 1 0 0 0,-1-1 0 0 0,-1 0 0 0 0,1-1 0 0 0,-1 0 0 0 0,0-1 0 0 0,-21 5 0 0 0,-6-2 131 0 0,-56 4 0 0 0,79-10-241 0 0,-1-1 1 0 0,1-1 0 0 0,-1 0-1 0 0,1-1 1 0 0,0 0 0 0 0,-24-8 0 0 0,36 9-115 0 0,1 0 1 0 0,-1 0 0 0 0,1 0-1 0 0,-1 0 1 0 0,1 0 0 0 0,-1 0 0 0 0,1-1-1 0 0,0 0 1 0 0,0 1 0 0 0,0-1 0 0 0,0 0-1 0 0,0 0 1 0 0,0 0 0 0 0,1 0 0 0 0,-1 0-1 0 0,0 0 1 0 0,1 0 0 0 0,0-1-1 0 0,-1 1 1 0 0,1-1 0 0 0,0 1 0 0 0,0-1-1 0 0,1 1 1 0 0,-1-1 0 0 0,0 1 0 0 0,1-4-1 0 0,0 0-346 0 0,0 1-1 0 0,0 0 1 0 0,1 0-1 0 0,0 0 1 0 0,0-1 0 0 0,1 1-1 0 0,-1 0 1 0 0,1 0-1 0 0,0 0 1 0 0,0 1-1 0 0,1-1 1 0 0,5-8 0 0 0,12-14-3852 0 0,2-1-2181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0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2620 0 0,'10'-13'3916'0'0,"0"1"-1"0"0,20-18 1 0 0,-28 29-3780 0 0,0-1 1 0 0,1 1 0 0 0,-1 0 0 0 0,1 0-1 0 0,-1 0 1 0 0,1 0 0 0 0,-1 0 0 0 0,1 0 0 0 0,0 0-1 0 0,-1 1 1 0 0,1 0 0 0 0,0-1 0 0 0,-1 1-1 0 0,1 0 1 0 0,4 1 0 0 0,2 0-51 0 0,0 1 0 0 0,0 0 1 0 0,0 0-1 0 0,-1 1 0 0 0,1 1 1 0 0,0-1-1 0 0,-1 1 0 0 0,0 1 1 0 0,0-1-1 0 0,0 2 0 0 0,-1-1 0 0 0,0 1 1 0 0,0 0-1 0 0,0 0 0 0 0,0 1 1 0 0,-1 0-1 0 0,-1 0 0 0 0,8 10 1 0 0,-9-10-30 0 0,1 0 1 0 0,-1 1 0 0 0,0 0 0 0 0,-1-1 0 0 0,1 1 0 0 0,-2 1-1 0 0,1-1 1 0 0,-1 0 0 0 0,0 1 0 0 0,-1-1 0 0 0,0 1 0 0 0,-1-1-1 0 0,1 1 1 0 0,-1-1 0 0 0,-1 1 0 0 0,0 0 0 0 0,0-1 0 0 0,-1 1-1 0 0,0-1 1 0 0,-4 12 0 0 0,0-6 29 0 0,-1 0-1 0 0,0-1 0 0 0,-1 0 1 0 0,0-1-1 0 0,0 0 1 0 0,-2 0-1 0 0,-12 13 1 0 0,5-9 275 0 0,21-22-163 0 0,27-27-149 0 0,59-51-46 0 0,150-145 20 0 0,-221 211-21 0 0,-2 1 13 0 0,0 0 1 0 0,24-35-1 0 0,-39 50-23 0 0,-5 2-8 0 0,-14 4 10 0 0,1 5 0 0 0,1 1-1 0 0,0 0 0 0 0,0 1 1 0 0,1 0-1 0 0,-18 19 1 0 0,32-29 5 0 0,-16 13-7 0 0,2 1 0 0 0,0 1 1 0 0,1 0-1 0 0,0 0 0 0 0,1 2 0 0 0,1-1 1 0 0,-15 35-1 0 0,23-46-10 0 0,0 1 1 0 0,1-1-1 0 0,0 1 0 0 0,1-1 1 0 0,-1 1-1 0 0,1 0 1 0 0,1-1-1 0 0,-1 1 0 0 0,1 0 1 0 0,0 0-1 0 0,1-1 0 0 0,-1 1 1 0 0,1 0-1 0 0,1 0 1 0 0,-1-1-1 0 0,1 1 0 0 0,0-1 1 0 0,1 0-1 0 0,0 1 0 0 0,0-1 1 0 0,0 0-1 0 0,0-1 1 0 0,1 1-1 0 0,0 0 0 0 0,0-1 1 0 0,1 0-1 0 0,7 6 1 0 0,-4-4-364 0 0,0 0 1 0 0,1-1-1 0 0,0 0 1 0 0,0-1 0 0 0,1 0-1 0 0,-1-1 1 0 0,1 1-1 0 0,13 2 1 0 0,4 0-3845 0 0,55 8 1 0 0,-48-11-1724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1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293 121 1964 0 0,'-36'-17'8245'0'0,"21"9"-5449"0"0,14 8-2710 0 0,0 0 0 0 0,1-1 0 0 0,-1 1 1 0 0,1 0-1 0 0,-1 0 0 0 0,1-1 0 0 0,-1 1 1 0 0,1 0-1 0 0,-1-1 0 0 0,1 1 0 0 0,-1 0 1 0 0,1-1-1 0 0,0 1 0 0 0,-1-1 1 0 0,1 1-1 0 0,-1-1 0 0 0,1 1 0 0 0,0-1 1 0 0,0 1-1 0 0,-1-1 0 0 0,1 1 0 0 0,0-1 1 0 0,0 1-1 0 0,0-1 0 0 0,-1 1 0 0 0,1-1 1 0 0,0 0-1 0 0,0 1 0 0 0,0-1 1 0 0,0 1-1 0 0,0-1 0 0 0,0 0 0 0 0,0 1 1 0 0,0-1-1 0 0,0 1 0 0 0,1-1 0 0 0,-1 1 1 0 0,0-1-1 0 0,0 0 0 0 0,0 1 0 0 0,1-1 1 0 0,-1 1-1 0 0,0-1 0 0 0,1 1 0 0 0,-1-1 1 0 0,0 1-1 0 0,1 0 0 0 0,-1-1 1 0 0,1 1-1 0 0,-1-1 0 0 0,1 1 0 0 0,1-2-36 0 0,0 0 0 0 0,1 0 0 0 0,-1 1-1 0 0,0-1 1 0 0,1 1 0 0 0,-1-1 0 0 0,1 1-1 0 0,-1 0 1 0 0,1 0 0 0 0,3-1 0 0 0,4 0 8 0 0,1 0 0 0 0,-1 1-1 0 0,1 0 1 0 0,-1 0 0 0 0,1 1 0 0 0,-1 0 0 0 0,16 3 0 0 0,-22-3-39 0 0,-1 1 0 0 0,1-1 0 0 0,-1 1-1 0 0,0 0 1 0 0,1 0 0 0 0,-1 0 0 0 0,0 1 0 0 0,0-1 0 0 0,1 1-1 0 0,-1 0 1 0 0,-1-1 0 0 0,1 1 0 0 0,0 1 0 0 0,0-1 0 0 0,-1 0 0 0 0,1 1-1 0 0,-1-1 1 0 0,0 1 0 0 0,0 0 0 0 0,0 0 0 0 0,3 5 0 0 0,-4-5 5 0 0,0 1 0 0 0,0-1-1 0 0,0 1 1 0 0,-1 0 0 0 0,1-1 0 0 0,-1 1 0 0 0,0 0 0 0 0,0-1 0 0 0,-1 1 0 0 0,1 0 0 0 0,-1-1 0 0 0,0 1 0 0 0,0 0 0 0 0,0-1 0 0 0,0 1 0 0 0,0-1 0 0 0,-1 0 0 0 0,0 1-1 0 0,-2 3 1 0 0,-5 8 47 0 0,-1-1 0 0 0,-11 13 0 0 0,-13 17-19 0 0,33-41-57 0 0,-1 4 5 0 0,2-6 0 0 0,0 0 0 0 0,0 0 0 0 0,1 0 0 0 0,-1 0 0 0 0,0 0 0 0 0,1 0 0 0 0,-1 0 0 0 0,0 0 0 0 0,1 0 0 0 0,-1 0 0 0 0,1 0-1 0 0,-1 0 1 0 0,1-1 0 0 0,0 1 0 0 0,-1 0 0 0 0,1 0 0 0 0,0-1 0 0 0,0 1 0 0 0,-1 0 0 0 0,2 0 0 0 0,19 13 13 0 0,-17-11-13 0 0,44 28 16 0 0,-27-19 183 0 0,-1 0 1 0 0,-1 2-1 0 0,0 0 1 0 0,-1 1-1 0 0,0 1 0 0 0,19 23 1 0 0,-35-36-47 0 0,0-1 1 0 0,0 0-1 0 0,-1 1 1 0 0,1-1-1 0 0,-1 1 1 0 0,1-1-1 0 0,-1 1 1 0 0,0 0-1 0 0,0 0 1 0 0,0-1-1 0 0,0 1 1 0 0,-1 0-1 0 0,1 0 1 0 0,-1 0-1 0 0,1 0 1 0 0,-1 0-1 0 0,0 0 1 0 0,0 0-1 0 0,-1 0 1 0 0,1 0-1 0 0,-1 0 1 0 0,1 0-1 0 0,-1-1 1 0 0,-1 5-1 0 0,-1-3 35 0 0,1 0-1 0 0,-1 1 0 0 0,0-1 0 0 0,-1 0 1 0 0,1-1-1 0 0,0 1 0 0 0,-1 0 1 0 0,0-1-1 0 0,0 0 0 0 0,0 0 0 0 0,0 0 1 0 0,-10 4-1 0 0,-13 6 19 0 0,-1-2 0 0 0,0-1 1 0 0,-1-1-1 0 0,0-1 0 0 0,0-2 0 0 0,-1-1 1 0 0,-51 2-1 0 0,58-5-342 0 0,0-2 1 0 0,0-1-1 0 0,0-1 1 0 0,-32-6-1 0 0,48 6-449 0 0,-1-1-1 0 0,1 1 1 0 0,0-1-1 0 0,0 0 1 0 0,0-1 0 0 0,1 1-1 0 0,-10-8 1 0 0,12 8-458 0 0,0 0 1 0 0,0-1-1 0 0,1 0 1 0 0,-1 0-1 0 0,1 0 1 0 0,0-1-1 0 0,0 1 1 0 0,0-1-1 0 0,0 1 1 0 0,1-1-1 0 0,-3-9 1 0 0,0-7-7683 0 0</inkml:trace>
  <inkml:trace contextRef="#ctx0" brushRef="#br0" timeOffset="1">1272 116 628 0 0,'-87'-8'12883'0'0,"84"8"-11969"0"0,0-1-170 0 0,3 1-717 0 0,0 0 1 0 0,-1 0-1 0 0,1 0 0 0 0,0 0 0 0 0,0 0 0 0 0,0 0 0 0 0,-1 0 0 0 0,1 0 0 0 0,0 0 0 0 0,0 0 0 0 0,0 0 0 0 0,-1 0 0 0 0,1 0 0 0 0,0 0 1 0 0,0 0-1 0 0,-1 0 0 0 0,1 0 0 0 0,0 0 0 0 0,0 0 0 0 0,0 0 0 0 0,0-1 0 0 0,-1 1 0 0 0,1 0 0 0 0,0 0 0 0 0,0 0 0 0 0,0 0 0 0 0,0 0 1 0 0,-1-1-1 0 0,1 1 0 0 0,0 0 0 0 0,0 0 0 0 0,0 0 0 0 0,0-1 0 0 0,0 1 0 0 0,0 0 0 0 0,0 0 0 0 0,0 0 0 0 0,0-1 0 0 0,-1 1 0 0 0,1 0 1 0 0,0 0-1 0 0,0 0 0 0 0,0-1 0 0 0,0 1 0 0 0,0 0 0 0 0,0 0 0 0 0,0 0 0 0 0,1-1 0 0 0,-1 1 0 0 0,0 0 0 0 0,0 0 0 0 0,0-1 0 0 0,0 1 1 0 0,0 0-1 0 0,16-9 554 0 0,30-4-321 0 0,-44 13-184 0 0,151-27-103 0 0,10-3-5693 0 0,-136 21 1872 0 0,-2-3-1729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2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7 1220 0 0,'-13'-5'7466'0'0,"11"5"-7283"0"0,1 0 0 0 0,0-1 1 0 0,0 1-1 0 0,0 0 0 0 0,-1 0 0 0 0,1 0 0 0 0,0 0 0 0 0,0 0 0 0 0,0 0 1 0 0,-1 0-1 0 0,1 0 0 0 0,0 0 0 0 0,0 0 0 0 0,0 1 0 0 0,-1-1 0 0 0,1 1 0 0 0,0-1 1 0 0,0 1-1 0 0,0-1 0 0 0,0 1 0 0 0,0 0 0 0 0,0-1 0 0 0,0 1 0 0 0,0 0 1 0 0,0 0-1 0 0,0-1 0 0 0,0 1 0 0 0,0 0 0 0 0,0 2 0 0 0,-2 2 143 0 0,0 0 0 0 0,0 1 0 0 0,1-1 0 0 0,0 1 0 0 0,-1 6 0 0 0,-3 5 285 0 0,-25 80 946 0 0,-37 187 1 0 0,63-253-2533 0 0,-1 41 0 0 0,6-59-1127 0 0,0 0 0 0 0,1 0 0 0 0,3 16 0 0 0,2-9-4998 0 0</inkml:trace>
  <inkml:trace contextRef="#ctx0" brushRef="#br0" timeOffset="1">944 504 2000 0 0,'12'-7'4773'0'0,"0"1"0"0"0,17-6 1 0 0,24-3-864 0 0,61 2-7339 0 0,-108 13 3390 0 0,60-6-7031 0 0,-31 3-218 0 0</inkml:trace>
  <inkml:trace contextRef="#ctx0" brushRef="#br0" timeOffset="2">2365 442 1320 0 0,'31'13'17725'0'0,"-29"-13"-16957"0"0,24 3 144 0 0,33-1 0 0 0,79-9-8711 0 0,-127 7 6900 0 0,23-2-3401 0 0,5-1-1935 0 0</inkml:trace>
  <inkml:trace contextRef="#ctx0" brushRef="#br0" timeOffset="3">3628 504 1728 0 0,'0'0'5745'0'0,"15"3"-1325"0"0,-4-12-5736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3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48 325 1508 0 0,'-3'-1'5263'0'0,"-42"-7"13084"0"0,247 4-18594 0 0,-74 4-1747 0 0,-79 0 551 0 0,43-3-2118 0 0,-32-5-3863 0 0,-33 2-621 0 0</inkml:trace>
  <inkml:trace contextRef="#ctx0" brushRef="#br0" timeOffset="1">409 21 892 0 0,'-3'-1'2770'0'0,"-13"-6"1381"0"0,13 5-3479 0 0,0 1 0 0 0,-1-1 1 0 0,1 1-1 0 0,0-1 0 0 0,-1 1 1 0 0,1 0-1 0 0,-1 0 0 0 0,1 1 1 0 0,-1-1-1 0 0,1 1 0 0 0,-1 0 1 0 0,0-1-1 0 0,1 2 0 0 0,-5-1 1 0 0,6 2-480 0 0,0 0 0 0 0,0-1 0 0 0,0 1 0 0 0,1 0 1 0 0,-1 0-1 0 0,1 0 0 0 0,-1 0 0 0 0,1 0 0 0 0,0 1 0 0 0,0-1 1 0 0,0 0-1 0 0,0 1 0 0 0,0-1 0 0 0,0 0 0 0 0,1 1 1 0 0,-1-1-1 0 0,0 4 0 0 0,0-1-43 0 0,-18 84 1564 0 0,-9 99-1 0 0,19-122-1433 0 0,5-36-118 0 0,-9 100-1676 0 0,13-118 756 0 0,0 1-1 0 0,1 0 1 0 0,1-1 0 0 0,-1 1 0 0 0,2-1 0 0 0,0 1 0 0 0,9 23 0 0 0,-10-32-94 0 0,0-1-1 0 0,0 1 1 0 0,0 0-1 0 0,0-1 1 0 0,1 1 0 0 0,-1-1-1 0 0,1 0 1 0 0,6 5 0 0 0,11 6-6888 0 0</inkml:trace>
  <inkml:trace contextRef="#ctx0" brushRef="#br0" timeOffset="2">1237 284 2720 0 0,'6'-13'1772'0'0,"0"0"-1"0"0,-2 0 1 0 0,0 0 0 0 0,0-1-1 0 0,-1 1 1 0 0,1-15-1 0 0,-3 25-1592 0 0,-1 0 0 0 0,0-1 0 0 0,0 1 0 0 0,0 0 0 0 0,0 0 0 0 0,0 0 0 0 0,-1 0 0 0 0,1 0 0 0 0,-1 0-1 0 0,0 0 1 0 0,0 0 0 0 0,0 0 0 0 0,0 0 0 0 0,-1 0 0 0 0,1 1 0 0 0,-1-1 0 0 0,0 0 0 0 0,1 1 0 0 0,-1 0-1 0 0,0-1 1 0 0,0 1 0 0 0,-1 0 0 0 0,1 0 0 0 0,0 0 0 0 0,-1 0 0 0 0,0 0 0 0 0,1 1 0 0 0,-1-1 0 0 0,0 1 0 0 0,0-1-1 0 0,1 1 1 0 0,-5-1 0 0 0,5 2-151 0 0,0-1-1 0 0,0 1 1 0 0,0-1 0 0 0,0 1-1 0 0,-1 0 1 0 0,1 0 0 0 0,0 0-1 0 0,0 0 1 0 0,0 0-1 0 0,-1 1 1 0 0,1-1 0 0 0,-2 1-1 0 0,-4 1 30 0 0,-7 0 6 0 0,1 1 0 0 0,0 1-1 0 0,1 0 1 0 0,-1 0-1 0 0,1 2 1 0 0,-1 0 0 0 0,-22 13-1 0 0,12-3-28 0 0,1 1 0 0 0,-41 36 0 0 0,55-44-35 0 0,0 0 0 0 0,1 1 0 0 0,0 0 1 0 0,-11 19-1 0 0,16-25-4 0 0,1 0 1 0 0,0 0 0 0 0,0 0 0 0 0,0 1-1 0 0,1-1 1 0 0,-1 0 0 0 0,1 1-1 0 0,0-1 1 0 0,0 1 0 0 0,1-1-1 0 0,-1 1 1 0 0,1-1 0 0 0,0 1 0 0 0,0-1-1 0 0,1 1 1 0 0,1 8 0 0 0,0-9-2 0 0,0-1 1 0 0,0 1-1 0 0,0 0 1 0 0,1-1-1 0 0,-1 1 1 0 0,1-1-1 0 0,0 0 1 0 0,0 0-1 0 0,0 0 0 0 0,0 0 1 0 0,1 0-1 0 0,-1-1 1 0 0,1 1-1 0 0,0-1 1 0 0,0 0-1 0 0,-1 0 1 0 0,1 0-1 0 0,1-1 1 0 0,-1 0-1 0 0,0 1 1 0 0,0-2-1 0 0,6 2 1 0 0,-1 0-2 0 0,0-1 0 0 0,1 0 1 0 0,-1-1-1 0 0,0 0 0 0 0,1 0 0 0 0,-1-1 1 0 0,0 0-1 0 0,0-1 0 0 0,13-4 1 0 0,-10 1 91 0 0,0-1 0 0 0,-1 0 1 0 0,0-1-1 0 0,0-1 1 0 0,0 1-1 0 0,-1-2 0 0 0,-1 0 1 0 0,13-13-1 0 0,31-27 2684 0 0,-51 48-2562 0 0,-1 1-195 0 0,-1 0 1 0 0,1-1-1 0 0,0 1 1 0 0,-1 0-1 0 0,1-1 0 0 0,0 1 1 0 0,0 0-1 0 0,-1 0 1 0 0,1 0-1 0 0,0 0 0 0 0,0 0 1 0 0,-1 0-1 0 0,1 0 1 0 0,0 0-1 0 0,0 0 0 0 0,0 0 1 0 0,0 10 309 0 0,0 0 0 0 0,-1 1 0 0 0,0-1 0 0 0,-1 0 0 0 0,-3 16 0 0 0,-15 55 914 0 0,9-41-893 0 0,-19 72 259 0 0,-17 78-4051 0 0,37-129-792 0 0,10-31 249 0 0,6-5-4543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4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1 532 2552 0 0,'2'-7'2150'0'0,"1"1"0"0"0,0 0 0 0 0,0 0 0 0 0,0 0 0 0 0,1 1 0 0 0,14-18 6735 0 0,-16 25-8738 0 0,0 0 1 0 0,-1 1-1 0 0,1-1 1 0 0,-1 1-1 0 0,1 0 1 0 0,-1 0-1 0 0,0-1 1 0 0,0 1-1 0 0,0 0 1 0 0,-1 0-1 0 0,1 0 1 0 0,-1 0-1 0 0,1 0 1 0 0,-1 0-1 0 0,0 0 1 0 0,0 0-1 0 0,-1 3 1 0 0,-3 59 569 0 0,-8 21-1074 0 0,1-5-3290 0 0,6-2-6318 0 0</inkml:trace>
  <inkml:trace contextRef="#ctx0" brushRef="#br0" timeOffset="1">281 650 1280 0 0,'20'-45'11690'0'0,"-5"19"-7089"0"0,-14 25-4480 0 0,0-1-1 0 0,0 1 1 0 0,0 0 0 0 0,0 0-1 0 0,1 0 1 0 0,-1 0-1 0 0,0 0 1 0 0,0 1 0 0 0,1-1-1 0 0,-1 0 1 0 0,1 1 0 0 0,-1-1-1 0 0,0 1 1 0 0,1-1 0 0 0,-1 1-1 0 0,1-1 1 0 0,-1 1-1 0 0,1 0 1 0 0,0 0 0 0 0,-1 0-1 0 0,1 0 1 0 0,-1 0 0 0 0,1 0-1 0 0,-1 0 1 0 0,1 1 0 0 0,-1-1-1 0 0,1 1 1 0 0,-1-1 0 0 0,1 1-1 0 0,2 0 1 0 0,1 1 54 0 0,0 1 0 0 0,0-1-1 0 0,-1 1 1 0 0,1-1 0 0 0,0 1 0 0 0,7 7 0 0 0,-3 0 44 0 0,-1-1 1 0 0,0 1-1 0 0,0 1 1 0 0,-1-1-1 0 0,0 1 0 0 0,-1 1 1 0 0,-1-1-1 0 0,0 1 1 0 0,0 0-1 0 0,-1 0 1 0 0,4 18-1 0 0,-7-21-154 0 0,1 1-1 0 0,-1-1 1 0 0,-1 0-1 0 0,1 1 0 0 0,-2-1 1 0 0,1 0-1 0 0,-1 1 1 0 0,-1-1-1 0 0,0 0 1 0 0,0 0-1 0 0,0 0 1 0 0,-1 0-1 0 0,-1 0 1 0 0,0 0-1 0 0,-9 15 1 0 0,12-22-23 0 0,0-1-38 0 0,1-1 1 0 0,-1 1-1 0 0,1-1 1 0 0,-1 1-1 0 0,0-1 1 0 0,1 0-1 0 0,-1 1 1 0 0,0-1-1 0 0,1 0 1 0 0,-1 0-1 0 0,1 1 1 0 0,-1-1-1 0 0,0 0 1 0 0,0 0 0 0 0,1 0-1 0 0,-1 0 1 0 0,-1 0-1 0 0,1-1 0 0 0,0-1 0 0 0,1 0 0 0 0,-1 1 1 0 0,0-1-1 0 0,0 0 0 0 0,1 0 0 0 0,-1 0 0 0 0,1 0 0 0 0,-1 1 0 0 0,1-1 0 0 0,0 0 0 0 0,0 0 0 0 0,0 0 1 0 0,0 0-1 0 0,0 0 0 0 0,0 0 0 0 0,1 0 0 0 0,-1 0 0 0 0,1 1 0 0 0,-1-1 0 0 0,1 0 0 0 0,-1 0 1 0 0,1 0-1 0 0,2-2 0 0 0,2-8-21 0 0,2 0 1 0 0,9-14-1 0 0,-14 22 4 0 0,14-17-5 0 0,2 0 0 0 0,0 0 0 0 0,1 2 0 0 0,1 0 0 0 0,0 1 0 0 0,2 1 0 0 0,0 2 0 0 0,1 0 0 0 0,0 1 0 0 0,1 1-1 0 0,46-17 1 0 0,-66 28 27 0 0,0 0 0 0 0,1 0 0 0 0,0 1 0 0 0,-1 0 0 0 0,1 0-1 0 0,0 0 1 0 0,-1 1 0 0 0,1-1 0 0 0,0 1 0 0 0,0 0-1 0 0,0 1 1 0 0,-1-1 0 0 0,1 1 0 0 0,0 0 0 0 0,-1 0 0 0 0,1 0-1 0 0,0 1 1 0 0,-1 0 0 0 0,1 0 0 0 0,-1 0 0 0 0,0 0 0 0 0,0 1-1 0 0,0-1 1 0 0,0 1 0 0 0,0 0 0 0 0,-1 0 0 0 0,1 1 0 0 0,-1-1-1 0 0,0 1 1 0 0,0-1 0 0 0,0 1 0 0 0,0 0 0 0 0,-1 0-1 0 0,1 1 1 0 0,-1-1 0 0 0,0 0 0 0 0,2 9 0 0 0,1 7-425 0 0,-2 1 0 0 0,-1-1 1 0 0,0 1-1 0 0,-1-1 0 0 0,-4 35 1 0 0,2-4-6721 0 0</inkml:trace>
  <inkml:trace contextRef="#ctx0" brushRef="#br0" timeOffset="2">1528 132 3132 0 0,'5'-14'1758'0'0,"1"1"0"0"0,0 0-1 0 0,1 1 1 0 0,0-1 0 0 0,10-12-1 0 0,-14 21-1569 0 0,1 1 0 0 0,-1-1 0 0 0,0 1 0 0 0,1 0 0 0 0,0 0 0 0 0,0 0 0 0 0,0 1 0 0 0,0-1 0 0 0,0 1 0 0 0,0 0 0 0 0,1 0 0 0 0,-1 1 0 0 0,0-1 0 0 0,1 1 0 0 0,0 0 0 0 0,-1 0 0 0 0,1 0 0 0 0,0 1 0 0 0,5-1 0 0 0,-1 2-109 0 0,0 0 0 0 0,1 1-1 0 0,-1 0 1 0 0,0 0-1 0 0,0 1 1 0 0,-1 0 0 0 0,1 0-1 0 0,0 1 1 0 0,-1 0 0 0 0,0 1-1 0 0,0 0 1 0 0,0 0 0 0 0,-1 1-1 0 0,1-1 1 0 0,-2 2 0 0 0,1-1-1 0 0,0 1 1 0 0,-1 0-1 0 0,9 14 1 0 0,-8-11-14 0 0,-1 0-1 0 0,0 0 1 0 0,0 1-1 0 0,-1 0 1 0 0,0 0-1 0 0,-1 0 1 0 0,0 0-1 0 0,-1 1 1 0 0,-1 0-1 0 0,1 0 1 0 0,-2-1-1 0 0,0 1 1 0 0,0 0-1 0 0,-2 24 0 0 0,-3-23-4 0 0,0 0 0 0 0,0 0 0 0 0,-1 0-1 0 0,0-1 1 0 0,-2 1 0 0 0,1-1-1 0 0,-1-1 1 0 0,-1 0 0 0 0,-13 16-1 0 0,-6 11 359 0 0,20-27 1 0 0,8-15-37 0 0,14-16-200 0 0,196-212-17 0 0,-120 120 986 0 0,-90 110-1122 0 0,-4 3-37 0 0,-1 0 3 0 0,0 0 0 0 0,1 0 0 0 0,-1 1 1 0 0,0 0-1 0 0,1-1 0 0 0,0 1 0 0 0,-1 1 1 0 0,1-1-1 0 0,0 0 0 0 0,0 1 0 0 0,0-1 1 0 0,1 1-1 0 0,-5 5 0 0 0,-4 5-29 0 0,-16 25 0 0 0,18-23 9 0 0,1-1 1 0 0,1 1-1 0 0,0 0 0 0 0,1 1 0 0 0,0-1 0 0 0,1 1 1 0 0,-4 27-1 0 0,8-36-223 0 0,0-1-1 0 0,1 1 1 0 0,0 0 0 0 0,0 0-1 0 0,1 0 1 0 0,0 0 0 0 0,0 0 0 0 0,1 0-1 0 0,2 7 1 0 0,-2-10-201 0 0,0 1-1 0 0,0-1 1 0 0,0 0 0 0 0,1 0-1 0 0,-1 0 1 0 0,1-1-1 0 0,0 1 1 0 0,0-1 0 0 0,0 1-1 0 0,1-1 1 0 0,-1 0 0 0 0,1 0-1 0 0,0-1 1 0 0,7 5 0 0 0,6 0-4061 0 0,0-2-2333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5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1236 0 0,'9'-9'1675'0'0,"1"0"0"0"0,0 1-1 0 0,0 0 1 0 0,1 1 0 0 0,0 0-1 0 0,18-9 1 0 0,-27 16-1531 0 0,0-1-1 0 0,0 0 1 0 0,0 1-1 0 0,0-1 1 0 0,0 1 0 0 0,0 0-1 0 0,0 0 1 0 0,0 0-1 0 0,0 0 1 0 0,0 0-1 0 0,0 0 1 0 0,0 0 0 0 0,0 1-1 0 0,0-1 1 0 0,0 1-1 0 0,0-1 1 0 0,0 1-1 0 0,3 1 1 0 0,-2 0 36 0 0,0 0 0 0 0,0 1 1 0 0,-1-1-1 0 0,1 0 0 0 0,-1 1 0 0 0,1-1 1 0 0,-1 1-1 0 0,0 0 0 0 0,0 0 1 0 0,2 3-1 0 0,0 3 146 0 0,0 0 0 0 0,0-1 1 0 0,-1 2-1 0 0,0-1 0 0 0,0 0 1 0 0,1 17-1 0 0,-3-15-106 0 0,-1 0 0 0 0,0 0 1 0 0,0 0-1 0 0,-1 0 0 0 0,-1 0 1 0 0,0 0-1 0 0,0 0 0 0 0,-7 16 1 0 0,-3 2 868 0 0,-27 46 0 0 0,8-18 2541 0 0,53-95-2930 0 0,-8 19-686 0 0,2 0-1 0 0,0 1 1 0 0,2 1-1 0 0,0 0 1 0 0,0 1-1 0 0,2 2 0 0 0,0 0 1 0 0,0 0-1 0 0,1 2 1 0 0,28-12-1 0 0,-43 22-29 0 0,0-1-1 0 0,0 1 1 0 0,0 1-1 0 0,1-1 0 0 0,-1 1 1 0 0,0 0-1 0 0,0 0 1 0 0,1 1-1 0 0,-1 0 0 0 0,1 0 1 0 0,-1 1-1 0 0,0-1 1 0 0,1 1-1 0 0,-1 1 0 0 0,6 1 1 0 0,-6 0 9 0 0,-1-1 0 0 0,1 1 0 0 0,-1 0 0 0 0,0 1 1 0 0,0-1-1 0 0,0 1 0 0 0,-1 0 0 0 0,1 0 0 0 0,-1 0 1 0 0,0 1-1 0 0,0 0 0 0 0,-1-1 0 0 0,1 2 0 0 0,-1-1 0 0 0,4 9 1 0 0,0 2-488 0 0,-1 1 1 0 0,-1 0-1 0 0,5 24 1 0 0,8 25-3278 0 0,-16-59 2634 0 0,1 1 0 0 0,0-1 0 0 0,1 0 0 0 0,-1 0 0 0 0,2 0 0 0 0,4 7 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5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0 168 0 0,'-36'16'6985'0'0,"-55"33"1249"0"0,95-49-8044 0 0,14 0-81 0 0,-1 0-1 0 0,1-2 1 0 0,-1 0-1 0 0,24-7 1 0 0,14-1-30 0 0,122-12-1086 0 0,-59 11-6659 0 0,-92 9 2544 0 0</inkml:trace>
  <inkml:trace contextRef="#ctx0" brushRef="#br0" timeOffset="1">241 205 420 0 0,'-89'32'10866'0'0,"26"-8"-3162"0"0,80-21-7291 0 0,157-18-2564 0 0,-113 7 486 0 0,60-9-5035 0 0,-51 4 217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6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83 296 0 0,'-14'-83'21228'0'0,"8"105"-19796"0"0,-6 31-218 0 0,-42 327 688 0 0,25-163-1610 0 0,16-122-199 0 0,-17 106 371 0 0,29-198-280 0 0,0-3-183 0 0,1 0 0 0 0,0 0 0 0 0,-1-1-1 0 0,1 1 1 0 0,-1 0 0 0 0,1 0 0 0 0,0 0 0 0 0,-1-1-1 0 0,1 1 1 0 0,0 0 0 0 0,-1 0 0 0 0,1-1 0 0 0,0 1-1 0 0,-1 0 1 0 0,1-1 0 0 0,0 1 0 0 0,0 0 0 0 0,-1-1 0 0 0,1 1-1 0 0,0-1 1 0 0,0 1 0 0 0,0 0 0 0 0,0-1 0 0 0,0 1-1 0 0,-1-1 1 0 0,1 1 0 0 0,0 0 0 0 0,0-1 0 0 0,0 1-1 0 0,0-1 1 0 0,0 1 0 0 0,0-1 0 0 0,0 1 0 0 0,0 0 0 0 0,1-1-1 0 0,1-20-14 0 0,-1 17 31 0 0,1-13-55 0 0,2 0 1 0 0,0 0-1 0 0,1 1 0 0 0,0 0 0 0 0,2 0 1 0 0,0 0-1 0 0,0 1 0 0 0,2 0 0 0 0,0 0 1 0 0,0 1-1 0 0,2 0 0 0 0,19-21 1 0 0,-23 28 10 0 0,-1 1 1 0 0,2-1-1 0 0,-1 2 1 0 0,1-1-1 0 0,-1 1 1 0 0,2 0-1 0 0,-1 0 1 0 0,0 1-1 0 0,1 0 1 0 0,0 0-1 0 0,0 1 1 0 0,0 1-1 0 0,0-1 1 0 0,0 1-1 0 0,1 1 1 0 0,-1 0-1 0 0,1 0 1 0 0,-1 1-1 0 0,1 0 1 0 0,-1 1-1 0 0,1 0 1 0 0,-1 0-1 0 0,0 1 1 0 0,12 3-1 0 0,-13-2 29 0 0,0-1-1 0 0,-1 1 1 0 0,0 1-1 0 0,0-1 1 0 0,0 1-1 0 0,0 1 1 0 0,0-1-1 0 0,-1 1 1 0 0,0 0-1 0 0,0 0 1 0 0,0 1 0 0 0,0 0-1 0 0,-1 0 1 0 0,0 0-1 0 0,-1 1 1 0 0,1 0-1 0 0,-1-1 1 0 0,0 2-1 0 0,-1-1 1 0 0,0 0-1 0 0,0 1 1 0 0,0-1-1 0 0,-1 1 1 0 0,0 0-1 0 0,-1 0 1 0 0,0 0-1 0 0,0 0 1 0 0,-1 0-1 0 0,0 0 1 0 0,0 0-1 0 0,-1 0 1 0 0,1 0-1 0 0,-4 8 1 0 0,2-7 65 0 0,-1 0 0 0 0,-1 0 0 0 0,0 0 1 0 0,0 0-1 0 0,-1-1 0 0 0,0 0 0 0 0,0 0 1 0 0,-1 0-1 0 0,0-1 0 0 0,0 1 0 0 0,-1-1 0 0 0,0-1 1 0 0,0 0-1 0 0,0 0 0 0 0,-1 0 0 0 0,0-1 1 0 0,0 0-1 0 0,-1 0 0 0 0,1-1 0 0 0,-1 0 0 0 0,-14 4 1 0 0,11-4-205 0 0,1-1 0 0 0,-1 0 0 0 0,0-1 1 0 0,0 0-1 0 0,0-1 0 0 0,0-1 1 0 0,0 1-1 0 0,0-2 0 0 0,0 0 0 0 0,0 0 1 0 0,0-1-1 0 0,0-1 0 0 0,0 0 1 0 0,1 0-1 0 0,-1-1 0 0 0,-19-10 0 0 0,24 9-835 0 0,-24-15-4347 0 0,18-1-3532 0 0</inkml:trace>
  <inkml:trace contextRef="#ctx0" brushRef="#br0" timeOffset="1">948 863 2412 0 0,'3'0'3290'0'0,"18"-1"3225"0"0,-19 0-5823 0 0,1 1-1 0 0,0-1 1 0 0,-1 1-1 0 0,1 0 1 0 0,0 0-1 0 0,-1 0 1 0 0,1 0-1 0 0,0 1 0 0 0,-1-1 1 0 0,1 1-1 0 0,0-1 1 0 0,-1 1-1 0 0,1 0 1 0 0,-1 0-1 0 0,1 0 1 0 0,4 3-1 0 0,-7-3-629 0 0,1 0 1 0 0,-1-1-1 0 0,0 1 0 0 0,1 0 0 0 0,-1 0 1 0 0,0-1-1 0 0,1 1 0 0 0,-1 0 0 0 0,0 0 0 0 0,0 0 1 0 0,0 0-1 0 0,0-1 0 0 0,0 1 0 0 0,0 0 1 0 0,0 0-1 0 0,0 0 0 0 0,0 0 0 0 0,0 0 0 0 0,0-1 1 0 0,0 1-1 0 0,-1 2 0 0 0,0-2 92 0 0,-6 41 646 0 0,-3-1 1 0 0,-28 76-1 0 0,29-93-761 0 0,-57 171-3123 0 0,28-81-1424 0 0,0-3-4192 0 0,19-58-539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7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98 1416 0 0,'0'-3'1726'0'0,"0"-70"7832"0"0,0 72-9485 0 0,0 1 0 0 0,0-1 0 0 0,0 0 0 0 0,0 0 0 0 0,-1 0-1 0 0,1 0 1 0 0,0 0 0 0 0,0 0 0 0 0,0 1 0 0 0,-1-1 0 0 0,1 0 0 0 0,-1 0 0 0 0,1 0 0 0 0,0 1 0 0 0,-1-1 0 0 0,0 0 0 0 0,1 0 0 0 0,-1 1 0 0 0,1-1 0 0 0,-1 0 0 0 0,0 1-1 0 0,1-1 1 0 0,-1 1 0 0 0,0-1 0 0 0,0 1 0 0 0,1-1 0 0 0,-1 1 0 0 0,0 0 0 0 0,0-1 0 0 0,0 1 0 0 0,0 0 0 0 0,1 0 0 0 0,-1-1 0 0 0,0 1 0 0 0,0 0 0 0 0,0 0 0 0 0,0 0-1 0 0,0 0 1 0 0,0 0 0 0 0,0 0 0 0 0,1 1 0 0 0,-1-1 0 0 0,0 0 0 0 0,0 0 0 0 0,-1 1 0 0 0,-6 1-41 0 0,0 0 1 0 0,0 1-1 0 0,-15 7 0 0 0,4 0 3 0 0,0 1 0 0 0,0 1 0 0 0,1 1 0 0 0,1 0 0 0 0,-21 21 0 0 0,-70 85 35 0 0,99-108-83 0 0,0 0 0 0 0,0 1-1 0 0,1 0 1 0 0,1 0 0 0 0,0 1-1 0 0,1-1 1 0 0,0 2-1 0 0,-4 14 1 0 0,10-26 9 0 0,-1 0 0 0 0,1 1 0 0 0,0-1 0 0 0,0 0 1 0 0,0 0-1 0 0,0 0 0 0 0,0 1 0 0 0,0-1 0 0 0,1 0 0 0 0,-1 0 0 0 0,1 0 0 0 0,-1 0 0 0 0,1 1 0 0 0,0-1 0 0 0,0 0 0 0 0,0 0 1 0 0,0-1-1 0 0,0 1 0 0 0,1 0 0 0 0,-1 0 0 0 0,0 0 0 0 0,1-1 0 0 0,-1 1 0 0 0,1-1 0 0 0,0 1 0 0 0,0-1 0 0 0,-1 0 0 0 0,1 0 1 0 0,0 1-1 0 0,0-1 0 0 0,0-1 0 0 0,0 1 0 0 0,0 0 0 0 0,0 0 0 0 0,1-1 0 0 0,1 1 0 0 0,5 1-5 0 0,0 0 0 0 0,1-1-1 0 0,-1 0 1 0 0,0 0 0 0 0,0-1-1 0 0,0-1 1 0 0,12-1 0 0 0,-9 0-6 0 0,1-1 1 0 0,-1 0-1 0 0,0-1 1 0 0,0-1 0 0 0,-1 0-1 0 0,1 0 1 0 0,-1-1-1 0 0,0 0 1 0 0,0-1-1 0 0,-1-1 1 0 0,0 1-1 0 0,17-18 1 0 0,-10 5 210 0 0,0 0-1 0 0,-1-1 1 0 0,-1-1 0 0 0,-2 0-1 0 0,15-30 1 0 0,-21 38 609 0 0,-5 10-589 0 0,1-1 1 0 0,-1 1-1 0 0,0-1 1 0 0,0 0-1 0 0,2-10 0 0 0,-4 14-93 0 0,6-7 66 0 0,-16 41-172 0 0,2 0-1 0 0,1 0 0 0 0,-3 48 1 0 0,8-60-343 0 0,1 1 0 0 0,1-1 0 0 0,1 1 0 0 0,6 31 0 0 0,-5-42-335 0 0,1 0 0 0 0,0 0 0 0 0,1-1 0 0 0,7 14 0 0 0,-8-18-136 0 0,0 0 0 0 0,1-1 1 0 0,-1 0-1 0 0,1 1 0 0 0,0-1 1 0 0,1-1-1 0 0,-1 1 0 0 0,8 5 1 0 0,5 3-4287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8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94 656 0 0,'0'-3'2593'0'0,"-23"-62"8633"0"0,23 62-10680 0 0,-1 2-455 0 0,1 0 0 0 0,0 0-1 0 0,-1 0 1 0 0,1 0-1 0 0,0 0 1 0 0,0 0-1 0 0,0 0 1 0 0,0 0 0 0 0,0 0-1 0 0,0 0 1 0 0,0 0-1 0 0,0 0 1 0 0,1 0-1 0 0,-1 0 1 0 0,0 0 0 0 0,1 0-1 0 0,-1 0 1 0 0,1 0-1 0 0,-1 0 1 0 0,1-1 0 0 0,2 3-85 0 0,0 0 1 0 0,-1 1 0 0 0,1-1-1 0 0,-1 1 1 0 0,0 0 0 0 0,1 0-1 0 0,-1 0 1 0 0,0 0 0 0 0,0 0-1 0 0,0 0 1 0 0,0 1 0 0 0,0-1-1 0 0,-1 1 1 0 0,1-1 0 0 0,-1 1-1 0 0,2 4 1 0 0,-1 0 6 0 0,0-1 0 0 0,-1 0 0 0 0,1 0 0 0 0,-2 1 0 0 0,1-1 0 0 0,-1 0 0 0 0,0 11 0 0 0,-2-2 13 0 0,0-1 0 0 0,0 1 0 0 0,-2-1 0 0 0,0 0 0 0 0,0 0-1 0 0,-11 21 1 0 0,0-5 180 0 0,-2-1-1 0 0,-1 0 0 0 0,-2-2 0 0 0,0 0 1 0 0,-2-1-1 0 0,-28 26 0 0 0,-37 37 1577 0 0,85-87-1600 0 0,5-1-137 0 0,0 0-40 0 0,0 0 0 0 0,1 0 0 0 0,-1-1 1 0 0,1 0-1 0 0,-1 0 0 0 0,1 0 0 0 0,-1 0 0 0 0,1 0 1 0 0,-1-1-1 0 0,1 1 0 0 0,4-2 0 0 0,47-15-167 0 0,-27 7-152 0 0,72-18-1847 0 0,-8 2-1584 0 0,-31 7-1783 0 0,-20 6-988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49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114 334 536 0 0,'-1'-3'5031'0'0,"-13"-44"13846"0"0,11 49-18859 0 0,1 0 1 0 0,-1 1-1 0 0,1-1 0 0 0,0 1 1 0 0,0 0-1 0 0,0-1 1 0 0,1 1-1 0 0,-1 0 1 0 0,1 0-1 0 0,-1 0 1 0 0,0 4-1 0 0,-14 46 14 0 0,5-17 93 0 0,0-2-330 0 0,0 1 0 0 0,-8 51 0 0 0,16-64-1150 0 0,0 35 1 0 0,3-39-755 0 0,1-1 0 0 0,5 27 0 0 0,-2-30-2904 0 0</inkml:trace>
  <inkml:trace contextRef="#ctx0" brushRef="#br0" timeOffset="1">809 50 2092 0 0,'1'-3'2936'0'0,"26"-39"7959"0"0,-27 41-10866 0 0,0 1-1 0 0,1-1 0 0 0,-1 1 0 0 0,1 0 1 0 0,-1-1-1 0 0,1 1 0 0 0,0 0 0 0 0,-1-1 1 0 0,1 1-1 0 0,-1 0 0 0 0,1 0 0 0 0,0 0 0 0 0,-1-1 1 0 0,1 1-1 0 0,-1 0 0 0 0,1 0 0 0 0,0 0 1 0 0,-1 0-1 0 0,1 0 0 0 0,0 0 0 0 0,-1 0 1 0 0,1 0-1 0 0,0 0 0 0 0,-1 1 0 0 0,1-1 0 0 0,-1 0 1 0 0,1 0-1 0 0,0 1 0 0 0,-1-1 0 0 0,1 0 1 0 0,-1 0-1 0 0,1 1 0 0 0,-1-1 0 0 0,1 1 1 0 0,-1-1-1 0 0,1 0 0 0 0,-1 1 0 0 0,1-1 0 0 0,-1 1 1 0 0,1 0-1 0 0,6 10 39 0 0,0 1 1 0 0,-1-1-1 0 0,-1 1 0 0 0,1 0 1 0 0,-2 1-1 0 0,0-1 0 0 0,0 1 1 0 0,-1 0-1 0 0,-1 0 0 0 0,0 0 1 0 0,-1 0-1 0 0,0 0 1 0 0,-1 0-1 0 0,-1 0 0 0 0,-2 16 1 0 0,1-15-14 0 0,-1 1 1 0 0,0-1 0 0 0,-1 0 0 0 0,-1 0-1 0 0,0 0 1 0 0,-1-1 0 0 0,0 0 0 0 0,-1 0-1 0 0,-1 0 1 0 0,0-1 0 0 0,0 0 0 0 0,-1-1-1 0 0,-18 18 1 0 0,18-20 103 0 0,0-1 0 0 0,0-1 0 0 0,0 0 0 0 0,-1 0 0 0 0,0-1 0 0 0,-1 0 0 0 0,-19 8 0 0 0,27-13-28 0 0,0-2-6 0 0,3 1-118 0 0,-1 0-1 0 0,1 1 1 0 0,-1-1-1 0 0,0 0 1 0 0,1 0-1 0 0,-1-1 1 0 0,1 1-1 0 0,-1 0 1 0 0,1 0 0 0 0,-1 0-1 0 0,1 0 1 0 0,-1 0-1 0 0,1-1 1 0 0,-1 1-1 0 0,1 0 1 0 0,-1 0-1 0 0,1-1 1 0 0,-1 1-1 0 0,1 0 1 0 0,-1-1-1 0 0,0 0 1 0 0,2-3 5 0 0,0-1 0 0 0,0 1 0 0 0,0-1 0 0 0,0 1 0 0 0,1 0 0 0 0,0-1 0 0 0,-1 1 0 0 0,2 0 0 0 0,-1 0 0 0 0,0 0 0 0 0,6-6 0 0 0,38-42-4 0 0,-41 46-4 0 0,191-172-31 0 0,-161 147 15 0 0,-14 14 1 0 0,35-34 36 0 0,-55 50-46 0 0,-6 3-92 0 0,0 1 106 0 0,0 0-1 0 0,0 0 1 0 0,0 1 0 0 0,1-1-1 0 0,-1 1 1 0 0,1 0 0 0 0,0 0-1 0 0,-8 10 1 0 0,2-3-6 0 0,-8 6 27 0 0,1 1 1 0 0,1 1-1 0 0,1 0 0 0 0,1 1 0 0 0,-24 43 0 0 0,35-56-24 0 0,0 0 0 0 0,1 0 0 0 0,0 0 0 0 0,0 1 0 0 0,0-1 0 0 0,1 1-1 0 0,0-1 1 0 0,0 1 0 0 0,1-1 0 0 0,1 10 0 0 0,0-11-39 0 0,0 0 0 0 0,0 0 0 0 0,1-1 0 0 0,0 1 0 0 0,0 0 0 0 0,0-1 1 0 0,1 0-1 0 0,0 0 0 0 0,0 0 0 0 0,0 0 0 0 0,1 0 0 0 0,0 0 0 0 0,0-1 0 0 0,7 8 0 0 0,-5-8-368 0 0,0 1 0 0 0,-1-1 0 0 0,2 0-1 0 0,-1 0 1 0 0,0-1 0 0 0,1 0 0 0 0,-1 0 0 0 0,11 3 0 0 0,-9-4-982 0 0,-1 0 0 0 0,1-1 0 0 0,0 0 0 0 0,11 0 0 0 0,5-1-5094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0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66 313 2380 0 0,'35'-32'16833'0'0,"-35"31"-16721"0"0,0 1-1 0 0,1 0 1 0 0,-1-1-1 0 0,0 1 0 0 0,0 0 1 0 0,1 0-1 0 0,-1-1 1 0 0,0 1-1 0 0,1 0 1 0 0,-1 0-1 0 0,0-1 1 0 0,1 1-1 0 0,-1 0 0 0 0,0 0 1 0 0,1 0-1 0 0,-1-1 1 0 0,1 1-1 0 0,-1 0 1 0 0,0 0-1 0 0,1 0 1 0 0,-1 0-1 0 0,1 0 0 0 0,-1 0 1 0 0,0 0-1 0 0,1 0 1 0 0,0 3-64 0 0,0-1 1 0 0,-1 1 0 0 0,1 0 0 0 0,-1-1-1 0 0,0 1 1 0 0,0 0 0 0 0,0-1 0 0 0,0 1-1 0 0,0 0 1 0 0,0-1 0 0 0,-2 6 0 0 0,-11 37 196 0 0,7-25-92 0 0,-51 207-714 0 0,26-75-8591 0 0,28-132 4669 0 0,4-5-2011 0 0</inkml:trace>
  <inkml:trace contextRef="#ctx0" brushRef="#br0" timeOffset="1">869 246 580 0 0,'-18'-2'3895'0'0,"-9"-2"5630"0"0,11 4-6192 0 0,14-1-2572 0 0,-6-3 1427 0 0,12 3-1384 0 0,23 0-1056 0 0,-13 1 464 0 0,187-11-705 0 0,-69-2-3901 0 0,-91 5 1225 0 0,-12-1-1970 0 0,-10 3-308 0 0</inkml:trace>
  <inkml:trace contextRef="#ctx0" brushRef="#br0" timeOffset="2">1209 33 948 0 0,'-3'-1'2772'0'0,"-50"-25"9122"0"0,51 25-11000 0 0,1 1-853 0 0,1 0 0 0 0,0-1-1 0 0,0 1 1 0 0,0 0 0 0 0,0 0-1 0 0,0-1 1 0 0,-1 1 0 0 0,1 0 0 0 0,0 0-1 0 0,0-1 1 0 0,0 1 0 0 0,-1 0-1 0 0,1 0 1 0 0,0 0 0 0 0,0 0 0 0 0,-1-1-1 0 0,1 1 1 0 0,0 0 0 0 0,0 0-1 0 0,-1 0 1 0 0,1 0 0 0 0,0 0 0 0 0,-1 0-1 0 0,1 0 1 0 0,0 0 0 0 0,0 0-1 0 0,-1 0 1 0 0,1 0 0 0 0,0 0 0 0 0,-1 0-1 0 0,1 0 1 0 0,0 0 0 0 0,0 0 0 0 0,-1 0-1 0 0,1 0 1 0 0,0 0 0 0 0,0 0-1 0 0,-1 0 1 0 0,1 1 0 0 0,0-1 0 0 0,0 0-1 0 0,-1 0 1 0 0,1 1 0 0 0,-15 5 637 0 0,14-6-716 0 0,-3 5 134 0 0,0 0 1 0 0,0 1-1 0 0,0-1 1 0 0,1 1-1 0 0,0 0 1 0 0,0-1-1 0 0,0 1 1 0 0,1 0 0 0 0,-2 7-1 0 0,0-2-16 0 0,-14 39 151 0 0,2 1 1 0 0,2 1-1 0 0,-7 58 1 0 0,16-69-1475 0 0,0 55 0 0 0,6-63-1942 0 0,1 1-1 0 0,8 34 1 0 0,-4-40-3280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1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98 700 0 0,'-18'-8'2980'0'0,"0"-1"0"0"0,1-1 1 0 0,0 0-1 0 0,-30-26 0 0 0,19 14 80 0 0,26 21-2820 0 0,-15 0 106 0 0,13 2-303 0 0,0 1 0 0 0,1-1 0 0 0,-1 1 0 0 0,0 0 0 0 0,1 0 0 0 0,-4 3 0 0 0,4-2-41 0 0,-14 9 33 0 0,2 1 0 0 0,0 1 0 0 0,0 1 0 0 0,2 0 0 0 0,-1 1 0 0 0,2 1 0 0 0,-14 24 0 0 0,12-21-28 0 0,2 1 1 0 0,-11 24-1 0 0,21-39-15 0 0,-1-1 0 0 0,1 1 0 0 0,0 0 0 0 0,1 0 0 0 0,-1 0 0 0 0,1 0 0 0 0,0 0 0 0 0,1 0 0 0 0,-1 0 0 0 0,1 1 0 0 0,1-1 0 0 0,-1 0 0 0 0,1 0 0 0 0,1 7 0 0 0,0-10 6 0 0,-1 0 0 0 0,1 0 0 0 0,0 0 0 0 0,0 0-1 0 0,0 0 1 0 0,0-1 0 0 0,0 1 0 0 0,1-1 0 0 0,-1 1-1 0 0,1-1 1 0 0,-1 0 0 0 0,1 0 0 0 0,0 0 0 0 0,0 0-1 0 0,0-1 1 0 0,0 1 0 0 0,0-1 0 0 0,0 0-1 0 0,1 1 1 0 0,-1-2 0 0 0,0 1 0 0 0,1 0 0 0 0,-1-1-1 0 0,0 1 1 0 0,5-1 0 0 0,3 1-33 0 0,1-1 0 0 0,-1-1 0 0 0,0 1 0 0 0,1-2 0 0 0,-1 1 0 0 0,15-6 0 0 0,-10 1 21 0 0,0-1 0 0 0,0 0 0 0 0,0-2 1 0 0,-1 0-1 0 0,0 0 0 0 0,-1-2 0 0 0,0 0 0 0 0,-1 0 1 0 0,0-1-1 0 0,-1-1 0 0 0,0 0 0 0 0,-1-1 0 0 0,0 0 1 0 0,-1 0-1 0 0,12-25 0 0 0,-14 23 747 0 0,19-24 1 0 0,-26 38-613 0 0,-2 15-87 0 0,-1 0 0 0 0,0 0 0 0 0,0-1 0 0 0,-9 23-1 0 0,6-19-17 0 0,-6 33-1 0 0,7-20-364 0 0,-1 2-470 0 0,0 36-1 0 0,9-18-2613 0 0,-3-41 2055 0 0,1-1 0 0 0,0 1 1 0 0,1 0-1 0 0,3 7 0 0 0,2 2-4905 0 0</inkml:trace>
  <inkml:trace contextRef="#ctx0" brushRef="#br0" timeOffset="1">619 496 1940 0 0,'1'-2'2412'0'0,"19"-57"7860"0"0,-12 39-8767 0 0,-5 16-1342 0 0,0-1-1 0 0,1 1 0 0 0,-1-1 1 0 0,1 1-1 0 0,0 0 0 0 0,0 0 1 0 0,1 1-1 0 0,-1-1 0 0 0,1 1 1 0 0,0 0-1 0 0,0 0 0 0 0,9-4 1 0 0,-12 7-149 0 0,0-1 1 0 0,-1 0-1 0 0,1 1 1 0 0,0-1-1 0 0,0 1 1 0 0,-1 0-1 0 0,1-1 1 0 0,0 1-1 0 0,0 0 1 0 0,-1 0-1 0 0,1 0 1 0 0,0 0-1 0 0,0 0 1 0 0,-1 1-1 0 0,1-1 1 0 0,0 1-1 0 0,0-1 1 0 0,-1 1-1 0 0,1-1 1 0 0,0 1-1 0 0,-1 0 1 0 0,1 0-1 0 0,-1 0 1 0 0,1 0-1 0 0,-1 0 1 0 0,0 0-1 0 0,1 0 1 0 0,-1 0-1 0 0,0 1 1 0 0,0-1 0 0 0,1 0-1 0 0,-1 1 1 0 0,0-1-1 0 0,-1 1 1 0 0,1 0-1 0 0,0-1 1 0 0,0 1-1 0 0,-1-1 1 0 0,1 1-1 0 0,-1 0 1 0 0,1 0-1 0 0,-1 3 1 0 0,2 2 63 0 0,-1 0 1 0 0,-1 0 0 0 0,0 1-1 0 0,0-1 1 0 0,0 0 0 0 0,-1 0-1 0 0,0 1 1 0 0,0-1 0 0 0,-4 11-1 0 0,-12 24 355 0 0,-2-1 0 0 0,-2-2 0 0 0,-1 0-1 0 0,-27 36 1 0 0,17-20-339 0 0,32-55-93 0 0,-1 1 0 0 0,1 0 0 0 0,0-1 0 0 0,-1 1 1 0 0,1-1-1 0 0,0 1 0 0 0,0-1 0 0 0,-1 1 0 0 0,1 0 0 0 0,0-1 0 0 0,0 1 0 0 0,0 0 0 0 0,0-1 0 0 0,0 1 1 0 0,0 0-1 0 0,0-1 0 0 0,0 1 0 0 0,0 0 0 0 0,0-1 0 0 0,0 1 0 0 0,0 0 0 0 0,0-1 0 0 0,0 1 0 0 0,1 0 1 0 0,-1-1-1 0 0,0 1 0 0 0,0-1 0 0 0,1 1 0 0 0,-1 0 0 0 0,0-1 0 0 0,1 1 0 0 0,-1-1 0 0 0,1 1 1 0 0,-1-1-1 0 0,1 1 0 0 0,-1-1 0 0 0,1 0 0 0 0,-1 1 0 0 0,1-1 0 0 0,0 1 0 0 0,2 0-11 0 0,-1 1-1 0 0,0-1 1 0 0,1 0-1 0 0,0 0 1 0 0,-1 0-1 0 0,1 0 0 0 0,-1-1 1 0 0,1 1-1 0 0,0-1 1 0 0,0 1-1 0 0,3-1 1 0 0,35-1-1351 0 0,1-2 0 0 0,73-15 0 0 0,-84 11-1600 0 0,0-2 0 0 0,37-16 0 0 0,-33 8-3496 0 0</inkml:trace>
  <inkml:trace contextRef="#ctx0" brushRef="#br0" timeOffset="2">1159 447 1080 0 0,'-44'-43'13909'0'0,"29"27"-11351"0"0,14 15-1989 0 0,0 1-502 0 0,1-1-1 0 0,0 1 1 0 0,-1 0 0 0 0,1 0 0 0 0,0 0 0 0 0,-1-1 0 0 0,1 1-1 0 0,0 0 1 0 0,0 0 0 0 0,-1-1 0 0 0,1 1 0 0 0,0 0 0 0 0,0 0-1 0 0,0-1 1 0 0,-1 1 0 0 0,1 0 0 0 0,0-1 0 0 0,0 1 0 0 0,0 0-1 0 0,0-1 1 0 0,0 1 0 0 0,-1 0 0 0 0,1-1 0 0 0,0 1 0 0 0,0 0-1 0 0,0-1 1 0 0,0 0 0 0 0,3 2-48 0 0,0 0 0 0 0,0-1 0 0 0,-1 1 0 0 0,1 0 0 0 0,0 1 0 0 0,-1-1 0 0 0,1 0 0 0 0,-1 1 0 0 0,1-1 0 0 0,-1 1 0 0 0,0 0 0 0 0,0 0 0 0 0,0 0 1 0 0,0 0-1 0 0,0 0 0 0 0,0 0 0 0 0,0 0 0 0 0,1 4 0 0 0,1-1 62 0 0,-1 1 0 0 0,0 0 0 0 0,-1 0 0 0 0,0 0 1 0 0,1 0-1 0 0,-2 0 0 0 0,1 0 0 0 0,0 7 0 0 0,-1-2 140 0 0,-1 1 0 0 0,0-1 0 0 0,0 0-1 0 0,-1 0 1 0 0,-1 1 0 0 0,0-1 0 0 0,0 0-1 0 0,-1 0 1 0 0,-5 11 0 0 0,-7 14 592 0 0,-25 44 0 0 0,16-34-486 0 0,10-13-321 0 0,13-33-6 0 0,1 1-1 0 0,0-1 1 0 0,0 1-1 0 0,-1-1 0 0 0,1 1 1 0 0,0-1-1 0 0,0 1 1 0 0,0-1-1 0 0,0 1 0 0 0,0-1 1 0 0,0 1-1 0 0,0-1 1 0 0,0 1-1 0 0,0-1 0 0 0,0 1 1 0 0,0-1-1 0 0,0 1 1 0 0,0-1-1 0 0,0 1 1 0 0,1 0-1 0 0,-1-1 0 0 0,0 1 1 0 0,0-1-1 0 0,1 0 1 0 0,-1 1-1 0 0,0-1 0 0 0,0 1 1 0 0,1-1-1 0 0,-1 1 1 0 0,1-1-1 0 0,-1 0 0 0 0,0 1 1 0 0,1-1-1 0 0,0 1 1 0 0,0 0-32 0 0,1 0-1 0 0,-1-1 1 0 0,1 1 0 0 0,-1 0 0 0 0,1-1 0 0 0,0 1-1 0 0,-1-1 1 0 0,1 1 0 0 0,0-1 0 0 0,-1 0 0 0 0,4 1 0 0 0,31-3-1334 0 0,0-1 0 0 0,70-16-1 0 0,74-30-8351 0 0,-103 27 1099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72 2408 0 0,'-3'-1'2388'0'0,"0"-1"-1735"0"0,0 0 0 0 0,0 1-1 0 0,0-1 1 0 0,1 0-1 0 0,-1 0 1 0 0,0 0-1 0 0,1-1 1 0 0,-1 1-1 0 0,1-1 1 0 0,0 1-1 0 0,0-1 1 0 0,0 0-1 0 0,-2-4 1 0 0,4 6-593 0 0,0 0-1 0 0,0 1 1 0 0,-1-1 0 0 0,1 0 0 0 0,0 0-1 0 0,1 0 1 0 0,-1 0 0 0 0,0 1 0 0 0,0-1-1 0 0,0 0 1 0 0,0 0 0 0 0,1 0 0 0 0,-1 1-1 0 0,0-1 1 0 0,1 0 0 0 0,-1 0 0 0 0,1 1-1 0 0,-1-1 1 0 0,1 0 0 0 0,-1 1 0 0 0,1-1-1 0 0,-1 0 1 0 0,1 1 0 0 0,-1-1 0 0 0,1 1-1 0 0,1-1 1 0 0,0-1 21 0 0,0 0-1 0 0,0 1 1 0 0,0 0-1 0 0,1-1 1 0 0,-1 1-1 0 0,0 0 1 0 0,1 0 0 0 0,3-1-1 0 0,-1 1-49 0 0,1 1 0 0 0,-1-1 0 0 0,1 1 0 0 0,-1 0 0 0 0,1 0 0 0 0,0 1 0 0 0,-1 0 0 0 0,0 0 0 0 0,1 0 0 0 0,-1 0 0 0 0,1 1 0 0 0,-1 0 0 0 0,0 0 0 0 0,0 1 0 0 0,0-1 0 0 0,0 1 0 0 0,-1 0 0 0 0,1 0 0 0 0,-1 1 0 0 0,0-1 0 0 0,0 1 0 0 0,0 0 0 0 0,0 0 0 0 0,-1 0 0 0 0,5 7 0 0 0,-3-4 1 0 0,-1 0 0 0 0,0 0-1 0 0,-1 0 1 0 0,0 0 0 0 0,0 0-1 0 0,0 1 1 0 0,-1 0 0 0 0,0-1 0 0 0,-1 1-1 0 0,0 0 1 0 0,0 0 0 0 0,0 0-1 0 0,-1 0 1 0 0,0 0 0 0 0,-1 0 0 0 0,0-1-1 0 0,-3 16 1 0 0,-2-5 20 0 0,-1-1 0 0 0,-1 0 0 0 0,0 0 0 0 0,-1-1 1 0 0,-1 0-1 0 0,0 0 0 0 0,-1-1 0 0 0,-1-1 0 0 0,-1 0 0 0 0,-20 19 0 0 0,28-29-28 0 0,-7 7 267 0 0,11-10-168 0 0,7-8-109 0 0,22-18 13 0 0,1 2-1 0 0,50-31 1 0 0,-42 29-37 0 0,256-193 22 0 0,-292 217-9 0 0,0 0 0 0 0,0-1 0 0 0,0 1 0 0 0,0 0 0 0 0,0-1-1 0 0,0 1 1 0 0,0 0 0 0 0,0-1 0 0 0,-1 1 0 0 0,1-1 0 0 0,-1 0 0 0 0,1 1 0 0 0,-1-1 0 0 0,1-1 0 0 0,-1 2-2 0 0,0 1-1 0 0,0 0 0 0 0,0-1 1 0 0,0 1-1 0 0,0-1 1 0 0,0 1-1 0 0,0-1 0 0 0,0 1 1 0 0,0-1-1 0 0,0 1 1 0 0,0-1-1 0 0,-1 1 1 0 0,1 0-1 0 0,0-1 0 0 0,0 1 1 0 0,0-1-1 0 0,0 1 1 0 0,-1-1-1 0 0,1 1 0 0 0,0 0 1 0 0,-1-1-1 0 0,1 1 1 0 0,0 0-1 0 0,0-1 1 0 0,-1 1-1 0 0,1 0 0 0 0,-1-1 1 0 0,1 1-1 0 0,0 0 1 0 0,-1 0-1 0 0,1 0 0 0 0,-1-1 1 0 0,1 1-1 0 0,0 0 1 0 0,-1 0-1 0 0,1 0 1 0 0,-1 0-1 0 0,1 0 0 0 0,-1 0 1 0 0,1 0-1 0 0,-1 0 1 0 0,1 0-1 0 0,-1 0 0 0 0,1 0 1 0 0,-1 0-1 0 0,1 0 1 0 0,0 0-1 0 0,-1 0 1 0 0,1 0-1 0 0,-1 0 0 0 0,0 1 1 0 0,-14 3 49 0 0,0 1 1 0 0,1 0 0 0 0,-1 1 0 0 0,1 1-1 0 0,0 0 1 0 0,-23 17 0 0 0,18-10 47 0 0,1 0 0 0 0,1 2 0 0 0,0 0 1 0 0,-16 20-1 0 0,28-29-79 0 0,0 0 1 0 0,0 0-1 0 0,1 0 1 0 0,-1 0 0 0 0,2 1-1 0 0,-1-1 1 0 0,1 1-1 0 0,0 0 1 0 0,1 0-1 0 0,0 0 1 0 0,0 0-1 0 0,0 12 1 0 0,1-14-15 0 0,1-1 1 0 0,1 1-1 0 0,-1 0 1 0 0,1-1-1 0 0,0 0 1 0 0,0 1-1 0 0,0-1 1 0 0,1 1-1 0 0,0-1 1 0 0,0 0-1 0 0,0 0 1 0 0,1 0-1 0 0,0 0 1 0 0,0-1-1 0 0,0 1 1 0 0,0-1-1 0 0,1 1 1 0 0,0-1-1 0 0,7 6 1 0 0,3 1-174 0 0,0-1 1 0 0,1-1-1 0 0,0 0 1 0 0,1-1-1 0 0,0 0 0 0 0,0-1 1 0 0,23 6-1 0 0,-9-5-1416 0 0,1-1 0 0 0,0-2 0 0 0,40 3 0 0 0,-35-8-2440 0 0,-3-4-1901 0 0</inkml:trace>
  <inkml:trace contextRef="#ctx0" brushRef="#br0" timeOffset="1">925 343 640 0 0,'0'-3'2711'0'0,"0"-29"6148"0"0,0 1-3345 0 0,0 28-5078 0 0,13-6 398 0 0,-10 8-796 0 0,0 0-1 0 0,0 1 1 0 0,0-1 0 0 0,0 1 0 0 0,0 0 0 0 0,0 0-1 0 0,0 0 1 0 0,0 0 0 0 0,0 0 0 0 0,0 1 0 0 0,0-1 0 0 0,0 1-1 0 0,0 0 1 0 0,0 0 0 0 0,0 0 0 0 0,-1 0 0 0 0,1 0 0 0 0,0 1-1 0 0,-1-1 1 0 0,1 1 0 0 0,-1 0 0 0 0,1 0 0 0 0,-1 0-1 0 0,0 0 1 0 0,0 0 0 0 0,0 0 0 0 0,2 4 0 0 0,-1-3 45 0 0,-1 1 0 0 0,0-1 0 0 0,-1 1 1 0 0,1 0-1 0 0,-1 0 0 0 0,1-1 0 0 0,-1 1 0 0 0,0 0 1 0 0,-1 0-1 0 0,1 0 0 0 0,-1 0 0 0 0,1 0 0 0 0,-1 1 1 0 0,0-1-1 0 0,-1 0 0 0 0,1 0 0 0 0,-1 0 0 0 0,0 0 1 0 0,0 0-1 0 0,-2 6 0 0 0,-4 4 147 0 0,1 0 0 0 0,-2-1 0 0 0,0 0 0 0 0,0-1 0 0 0,-20 22 0 0 0,-58 50 710 0 0,54-54-652 0 0,-48 38 115 0 0,80-68-403 0 0,-1 1 1 0 0,1-1-1 0 0,0 0 0 0 0,0 0 1 0 0,-1 1-1 0 0,1-1 0 0 0,0 0 1 0 0,0 0-1 0 0,-1 1 0 0 0,1-1 1 0 0,0 0-1 0 0,0 1 0 0 0,0-1 1 0 0,0 0-1 0 0,-1 1 0 0 0,1-1 1 0 0,0 0-1 0 0,0 1 0 0 0,0-1 1 0 0,0 1-1 0 0,0-1 0 0 0,0 0 1 0 0,0 1-1 0 0,0-1 0 0 0,0 1 1 0 0,0-1-1 0 0,0 0 0 0 0,0 1 1 0 0,0-1-1 0 0,0 0 0 0 0,1 1 1 0 0,-1-1-1 0 0,0 0 0 0 0,0 1 1 0 0,0-1-1 0 0,0 0 0 0 0,1 1 1 0 0,-1-1-1 0 0,0 1 0 0 0,1-1-3 0 0,0 1-1 0 0,0-1 0 0 0,0 1 1 0 0,0-1-1 0 0,0 1 0 0 0,0-1 1 0 0,1 1-1 0 0,-1-1 1 0 0,0 0-1 0 0,0 0 0 0 0,0 0 1 0 0,0 1-1 0 0,0-1 1 0 0,0 0-1 0 0,2-1 0 0 0,65-7-2098 0 0,0-4 0 0 0,101-31-1 0 0,-47 11-1970 0 0,-55 17-663 0 0,4-5-2510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3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62 267 3032 0 0,'-3'-1'2785'0'0,"-50"-7"9384"0"0,51 7-11563 0 0,2 1-586 0 0,0 0 1 0 0,0 0 0 0 0,0 0 0 0 0,-1 0-1 0 0,1 0 1 0 0,0 0 0 0 0,0 0-1 0 0,0 0 1 0 0,0 0 0 0 0,-1 0 0 0 0,1 0-1 0 0,0 0 1 0 0,0 0 0 0 0,0-1-1 0 0,0 1 1 0 0,0 0 0 0 0,-1 0 0 0 0,1 0-1 0 0,0 0 1 0 0,0 0 0 0 0,0 0-1 0 0,0-1 1 0 0,0 1 0 0 0,0 0 0 0 0,0 0-1 0 0,0 0 1 0 0,0 0 0 0 0,0-1-1 0 0,-1 1 1 0 0,1 0 0 0 0,0 0-1 0 0,0 0 1 0 0,0 0 0 0 0,0-1 0 0 0,0 1-1 0 0,0 0 1 0 0,0 0 0 0 0,0 0-1 0 0,0 0 1 0 0,0-1 0 0 0,1 1 0 0 0,-1 0-1 0 0,0 0 1 0 0,0 0 0 0 0,0 0-1 0 0,0-1 1 0 0,0 1 0 0 0,0 0 0 0 0,0 0-1 0 0,0 0 1 0 0,0 0 0 0 0,0 0-1 0 0,1-1 1 0 0,-1 1 0 0 0,0 0 0 0 0,0 0-1 0 0,0 0 1 0 0,0 0 0 0 0,0 0-1 0 0,1 0 1 0 0,-1 0 0 0 0,0-1 0 0 0,20-6 433 0 0,28-2-214 0 0,-48 9-237 0 0,201-22-257 0 0,-89 11-2829 0 0,-2-4-5335 0 0,-81 9 1983 0 0</inkml:trace>
  <inkml:trace contextRef="#ctx0" brushRef="#br0" timeOffset="1">437 22 2036 0 0,'-44'-13'11172'0'0,"3"5"-3917"0"0,38 7-6879 0 0,-2 5 88 0 0,4-4-448 0 0,1 0 0 0 0,-1 0 0 0 0,1 1 0 0 0,0-1 0 0 0,-1 0 0 0 0,1 0 0 0 0,-1 0 0 0 0,1 1 0 0 0,-1-1 0 0 0,1 0 0 0 0,-1 0 0 0 0,1 1 0 0 0,0-1 0 0 0,-1 0 0 0 0,1 1 1 0 0,0-1-1 0 0,-1 1 0 0 0,1-1 0 0 0,0 0 0 0 0,-1 1 0 0 0,1-1 0 0 0,0 1 0 0 0,0 0 0 0 0,-22 69 763 0 0,-24 143 0 0 0,38-169-1341 0 0,-4 87 1 0 0,12-115-297 0 0,1 1 0 0 0,0 0 0 0 0,6 20-1 0 0,-5-27-430 0 0,1 0-1 0 0,0 0 0 0 0,1 0 0 0 0,0 0 0 0 0,1-1 0 0 0,7 11 0 0 0,2-2-5967 0 0</inkml:trace>
  <inkml:trace contextRef="#ctx0" brushRef="#br0" timeOffset="2">2005 435 332 0 0,'-11'8'11049'0'0,"0"-1"-7117"0"0,33-3-4876 0 0,-3-6-392 0 0,3 0-548 0 0,10-2-1624 0 0,9-3-1729 0 0</inkml:trace>
  <inkml:trace contextRef="#ctx0" brushRef="#br0" timeOffset="3">4154 517 3376 0 0,'58'7'10769'0'0,"-19"-2"-4309"0"0,-16-3-5160 0 0,-15-2-1184 0 0,0 0-1 0 0,1 0 1 0 0,-1-1-1 0 0,0 0 1 0 0,11-4-1 0 0,8 0-477 0 0,197-21-7381 0 0,-157 19 2809 0 0,-4 1-2221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4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1 408 316 0 0,'3'0'3221'0'0,"30"-2"5812"0"0,1-1-3864 0 0,8-4-2952 0 0,21-5-4188 0 0,40-6-3984 0 0,-61 12 1986 0 0,1 0-1688 0 0</inkml:trace>
  <inkml:trace contextRef="#ctx0" brushRef="#br0" timeOffset="1">2012 326 628 0 0,'24'0'3204'0'0,"-5"0"1445"0"0,11 0-1345 0 0,-4 0-1104 0 0,-4-2-804 0 0,-3-1-1016 0 0,0-3-1316 0 0,1 0-4612 0 0</inkml:trace>
  <inkml:trace contextRef="#ctx0" brushRef="#br0" timeOffset="2">3886 235 2660 0 0,'-3'2'2466'0'0,"-11"1"101"0"0,-27 13 11006 0 0,41-17-13521 0 0,14 3 1241 0 0,37-2-1552 0 0,-23 0 566 0 0,60 4-368 0 0,86 1-2162 0 0,-58-6-3705 0 0,-83-1 1131 0 0,-4-2-2449 0 0</inkml:trace>
  <inkml:trace contextRef="#ctx0" brushRef="#br0" timeOffset="3">4325 27 2188 0 0,'-24'-11'5656'0'0,"20"9"-4327"0"0,-1 0-1 0 0,0 0 1 0 0,0 0-1 0 0,1 0 0 0 0,-1 1 1 0 0,0-1-1 0 0,0 1 0 0 0,-6 0 1 0 0,9 1-1094 0 0,0 1 0 0 0,0-1-1 0 0,0 1 1 0 0,1 0 0 0 0,-1-1 0 0 0,0 1 0 0 0,1 0 0 0 0,-1 0 0 0 0,0 0 0 0 0,1 0 0 0 0,-1 0-1 0 0,1 1 1 0 0,0-1 0 0 0,-1 0 0 0 0,1 1 0 0 0,0-1 0 0 0,0 1 0 0 0,0-1 0 0 0,0 1-1 0 0,0-1 1 0 0,0 1 0 0 0,-1 2 0 0 0,-17 45 1400 0 0,15-38-1323 0 0,3-6-236 0 0,-61 195 1496 0 0,55-174-2396 0 0,2 0 0 0 0,2 0 0 0 0,0 0 0 0 0,1 1 0 0 0,4 48 1 0 0,-1-68 300 0 0,0 0 1 0 0,1 1 0 0 0,0-1 0 0 0,0 0 0 0 0,0 0 0 0 0,1 0-1 0 0,0-1 1 0 0,0 1 0 0 0,6 7 0 0 0,-6-9-678 0 0,1 0 1 0 0,0 0-1 0 0,0 0 1 0 0,1-1 0 0 0,0 0-1 0 0,9 7 1 0 0,9 4-6633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5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568 137 2068 0 0,'2'-6'1166'0'0,"0"-1"0"0"0,0 1 0 0 0,0-1 0 0 0,-1 1-1 0 0,0-1 1 0 0,0 1 0 0 0,-1-1 0 0 0,0 0 0 0 0,-1-11 0 0 0,1 16-944 0 0,-1-1 0 0 0,0 0 0 0 0,0 1 0 0 0,1-1 1 0 0,-1 0-1 0 0,-1 1 0 0 0,1-1 0 0 0,0 1 1 0 0,-1-1-1 0 0,1 1 0 0 0,-1 0 0 0 0,0 0 1 0 0,0 0-1 0 0,0 0 0 0 0,0 0 0 0 0,0 0 0 0 0,0 0 1 0 0,0 1-1 0 0,-1-1 0 0 0,1 1 0 0 0,-1-1 1 0 0,1 1-1 0 0,-1 0 0 0 0,1 0 0 0 0,-6-1 0 0 0,-3 0 7 0 0,0 0-1 0 0,0 0 0 0 0,0 2 0 0 0,0-1 1 0 0,0 1-1 0 0,0 1 0 0 0,0 0 0 0 0,0 1 0 0 0,-20 5 1 0 0,6 0-9 0 0,1 2 0 0 0,0 0 0 0 0,-26 15 0 0 0,10-2 47 0 0,-61 43 0 0 0,85-53-212 0 0,1 1 0 0 0,0 1 0 0 0,0 0 0 0 0,2 1 0 0 0,-1 0 0 0 0,-12 21-1 0 0,23-32-53 0 0,1 0-1 0 0,-1 0 1 0 0,1 1-1 0 0,0-1 1 0 0,1 0-1 0 0,-1 1 1 0 0,1-1-1 0 0,0 1 0 0 0,0-1 1 0 0,0 1-1 0 0,0 0 1 0 0,1-1-1 0 0,0 1 1 0 0,1 9-1 0 0,0-11-4 0 0,0 1 0 0 0,0-1 0 0 0,0 1 0 0 0,1-1 0 0 0,-1 1-1 0 0,1-1 1 0 0,0 0 0 0 0,0 0 0 0 0,0 0 0 0 0,0 0 0 0 0,1 0 0 0 0,-1 0 0 0 0,1-1 0 0 0,0 1 0 0 0,-1-1 0 0 0,1 0-1 0 0,1 0 1 0 0,-1 0 0 0 0,4 2 0 0 0,5 2-51 0 0,0-1-1 0 0,1 0 1 0 0,-1-1-1 0 0,1-1 0 0 0,0 0 1 0 0,0 0-1 0 0,0-1 1 0 0,1-1-1 0 0,-1 0 1 0 0,0-1-1 0 0,1-1 1 0 0,24-4-1 0 0,-16 2-26 0 0,-1-2 0 0 0,1-1-1 0 0,-1-1 1 0 0,0-1 0 0 0,-1 0 0 0 0,39-23 0 0 0,-35 14 15 0 0,35-30 0 0 0,-9 6 634 0 0,-16 10 1059 0 0,-28 24-1132 0 0,1 0 0 0 0,1 0-1 0 0,12-9 1 0 0,-19 15-250 0 0,1 3-203 0 0,-1-1-27 0 0,0-1 0 0 0,0 1 0 0 0,0 0 0 0 0,-1-1 0 0 0,1 1 0 0 0,0 0 0 0 0,-1 0 0 0 0,1 0 0 0 0,0 0 0 0 0,-1 0 0 0 0,1 0 0 0 0,-1 0 0 0 0,1 0 0 0 0,-1 0 0 0 0,0 0 0 0 0,1 0 0 0 0,-1 0 0 0 0,0 0 0 0 0,0 0 0 0 0,1 0 0 0 0,-1 0 0 0 0,0 0 0 0 0,-1 3 0 0 0,0 32 1 0 0,-9 47-1 0 0,5-48-1607 0 0,-1 41 1 0 0,11-20-3385 0 0,-3-45 2879 0 0,0 0 1 0 0,2 0 0 0 0,4 11 0 0 0</inkml:trace>
  <inkml:trace contextRef="#ctx0" brushRef="#br0" timeOffset="1">910 578 1104 0 0,'0'-4'2923'0'0,"1"1"-2218"0"0,1-9 2128 0 0,1 0 1 0 0,0 0 0 0 0,10-23-1 0 0,-11 30-2525 0 0,1 1 1 0 0,-1-1-1 0 0,1 1 0 0 0,0 0 0 0 0,1 0 0 0 0,-1 0 0 0 0,1 1 0 0 0,0-1 0 0 0,0 1 0 0 0,0 0 1 0 0,0 0-1 0 0,0 0 0 0 0,8-3 0 0 0,-8 4-234 0 0,0 0 0 0 0,0 0 0 0 0,0 1 0 0 0,1 0 0 0 0,-1 0 0 0 0,1 0 0 0 0,-1 0 0 0 0,0 1 0 0 0,1-1 0 0 0,-1 1 0 0 0,1 1 0 0 0,-1-1 0 0 0,1 0 0 0 0,-1 1 0 0 0,1 0 0 0 0,-1 0 0 0 0,0 1 0 0 0,0-1 0 0 0,6 3 1 0 0,-7-2-20 0 0,0 0 1 0 0,0 0 0 0 0,0 0 0 0 0,0 0-1 0 0,0 0 1 0 0,0 1 0 0 0,-1-1-1 0 0,1 1 1 0 0,-1 0 0 0 0,0 0 0 0 0,0 0-1 0 0,0 0 1 0 0,0 0 0 0 0,0 0 0 0 0,-1 1-1 0 0,1-1 1 0 0,-1 1 0 0 0,0-1 0 0 0,0 1-1 0 0,0-1 1 0 0,-1 1 0 0 0,1 0 0 0 0,-1-1-1 0 0,0 5 1 0 0,-1 2 88 0 0,0 0 1 0 0,0 0-1 0 0,-1 0 0 0 0,-1 0 0 0 0,0 0 0 0 0,0 0 1 0 0,-1-1-1 0 0,0 0 0 0 0,-1 1 0 0 0,0-2 1 0 0,0 1-1 0 0,-12 14 0 0 0,-8 7 471 0 0,-55 51 1 0 0,72-74-532 0 0,-80 79 511 0 0,86-84-550 0 0,2-1-44 0 0,0-1 0 0 0,0 1 0 0 0,0-1 0 0 0,0 0 0 0 0,0 1 0 0 0,0-1-1 0 0,0 1 1 0 0,0-1 0 0 0,0 1 0 0 0,0-1 0 0 0,0 1 0 0 0,0-1 0 0 0,0 1-1 0 0,0-1 1 0 0,1 0 0 0 0,-1 1 0 0 0,0-1 0 0 0,0 1 0 0 0,1-1 0 0 0,-1 0-1 0 0,0 1 1 0 0,1-1 0 0 0,-1 0 0 0 0,0 1 0 0 0,1-1 0 0 0,-1 0-1 0 0,0 0 1 0 0,1 1 0 0 0,-1-1 0 0 0,1 0 0 0 0,20 3-27 0 0,70-5-2943 0 0,132-20 0 0 0,-156 11-2345 0 0,73-23 0 0 0,-77 13-2801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6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86 260 636 0 0,'-22'-27'5906'0'0,"-2"-2"589"0"0,10 14-4924 0 0,12 13-1086 0 0,0 0 45 0 0,1 2-504 0 0,1 0 0 0 0,0 0 1 0 0,0 0-1 0 0,0-1 0 0 0,0 1 0 0 0,0 0 0 0 0,0 0 0 0 0,0 0 0 0 0,0 0 0 0 0,0 0 0 0 0,-1 0 0 0 0,1-1 0 0 0,0 1 0 0 0,0 0 1 0 0,0 0-1 0 0,0 0 0 0 0,0 0 0 0 0,-1 0 0 0 0,1 0 0 0 0,0 0 0 0 0,0 0 0 0 0,0 0 0 0 0,0 0 0 0 0,0 0 0 0 0,-1 0 0 0 0,1 0 1 0 0,0 0-1 0 0,0 0 0 0 0,0 0 0 0 0,0 0 0 0 0,-1 0 0 0 0,1 0 0 0 0,0 0 0 0 0,0 0 0 0 0,0 0 0 0 0,0 0 0 0 0,-1 0 0 0 0,1 0 1 0 0,0 0-1 0 0,0 0 0 0 0,0 0 0 0 0,0 0 0 0 0,6 104 3970 0 0,1-21-2858 0 0,-7-40-751 0 0,-2 0-1 0 0,-1 1 1 0 0,-14 58 0 0 0,11-66 21 0 0,5-33-342 0 0,9-25-234 0 0,6-1 134 0 0,2 1 0 0 0,0 0 0 0 0,1 2 0 0 0,1 0 0 0 0,1 1 0 0 0,1 1 0 0 0,0 0 0 0 0,2 2 0 0 0,-1 0 0 0 0,2 2 0 0 0,40-20 0 0 0,-56 31 10 0 0,0 0 0 0 0,-1 1 0 0 0,1 0 1 0 0,0 0-1 0 0,1 0 0 0 0,-1 1 0 0 0,0 0 0 0 0,0 0 0 0 0,1 1 0 0 0,-1 0 0 0 0,8 1 0 0 0,-11 0 18 0 0,0 0-1 0 0,0 0 1 0 0,1 0-1 0 0,-1 1 1 0 0,0 0-1 0 0,0-1 1 0 0,-1 1-1 0 0,1 1 1 0 0,0-1-1 0 0,-1 0 0 0 0,1 1 1 0 0,-1 0-1 0 0,0 0 1 0 0,0 0-1 0 0,0 0 1 0 0,0 0-1 0 0,0 1 1 0 0,-1-1-1 0 0,3 6 1 0 0,2 6-46 0 0,0 1 1 0 0,-1 1-1 0 0,-1-1 1 0 0,0 1-1 0 0,-1 0 0 0 0,2 33 1 0 0,5 18-2999 0 0,3-30-2567 0 0</inkml:trace>
  <inkml:trace contextRef="#ctx0" brushRef="#br0" timeOffset="1">1044 185 1896 0 0,'2'-6'1133'0'0,"6"-16"6472"0"0,19-37 0 0 0,-7 32-4737 0 0,-18 26-2757 0 0,0 0 0 0 0,0-1 1 0 0,0 1-1 0 0,0 0 0 0 0,0 1 0 0 0,1-1 0 0 0,-1 0 0 0 0,0 1 0 0 0,0-1 0 0 0,0 1 0 0 0,1-1 0 0 0,-1 1 1 0 0,0 0-1 0 0,1 0 0 0 0,-1 0 0 0 0,4 1 0 0 0,-5-1-84 0 0,0 0 7 0 0,1 0-1 0 0,-1 0 1 0 0,1 0-1 0 0,-1 1 1 0 0,0-1-1 0 0,1 0 1 0 0,-1 1-1 0 0,0-1 1 0 0,0 1-1 0 0,1-1 0 0 0,-1 1 1 0 0,0-1-1 0 0,0 1 1 0 0,0 0-1 0 0,1 0 1 0 0,-1 0-1 0 0,1 1 1 0 0,1 1 66 0 0,3 1 5 0 0,0 0 0 0 0,-1 1 0 0 0,0 0 0 0 0,0 0 0 0 0,0 0 0 0 0,-1 1 1 0 0,0-1-1 0 0,0 1 0 0 0,0 0 0 0 0,0 0 0 0 0,-1 1 0 0 0,0-1 0 0 0,-1 1 1 0 0,1-1-1 0 0,-1 1 0 0 0,-1 0 0 0 0,3 12 0 0 0,-3-5-5 0 0,0 0 0 0 0,-1 0 0 0 0,0 0-1 0 0,-1 0 1 0 0,0-1 0 0 0,-1 1 0 0 0,-1 0 0 0 0,-4 13-1 0 0,2-13-83 0 0,-1 0-1 0 0,0 0 0 0 0,-1-1 0 0 0,0 0 0 0 0,-1 0 0 0 0,0-1 0 0 0,-1 0 1 0 0,-1-1-1 0 0,-11 12 0 0 0,0-3 7 0 0,-1-2-1 0 0,0 0 1 0 0,-43 25-1 0 0,50-39-126 0 0,12-4 44 0 0,0 1-19 0 0,-2-5-64 0 0,5 4 141 0 0,0 0 0 0 0,0 0-1 0 0,-1 0 1 0 0,1 0 0 0 0,0 0 0 0 0,0 0 0 0 0,-1 0 0 0 0,1 0 0 0 0,0 0 0 0 0,0-1-1 0 0,-1 1 1 0 0,1 0 0 0 0,0 0 0 0 0,0 0 0 0 0,0 0 0 0 0,-1-1 0 0 0,1 1 0 0 0,0 0 0 0 0,0 0-1 0 0,0 0 1 0 0,0-1 0 0 0,-1 1 0 0 0,1 0 0 0 0,0 0 0 0 0,0-1 0 0 0,0 1 0 0 0,0 0-1 0 0,0 0 1 0 0,0-1 0 0 0,0 1 0 0 0,0 0 0 0 0,0-1 0 0 0,0 1 0 0 0,0 0 0 0 0,0 0 0 0 0,0-1-1 0 0,0 1 1 0 0,0 0 0 0 0,0-1 0 0 0,2-6-20 0 0,1 0 0 0 0,0-1 0 0 0,1 1-1 0 0,-1 1 1 0 0,1-1 0 0 0,0 1 0 0 0,1-1 0 0 0,0 1-1 0 0,7-7 1 0 0,58-53-68 0 0,-56 54 93 0 0,194-155-91 0 0,-110 90 90 0 0,-51 41-82 0 0,-6 5 326 0 0,36-37 0 0 0,-65 52-123 0 0,-10 13-80 0 0,-2 0-14 0 0,0 3-27 0 0,0 0 0 0 0,0 0 1 0 0,0 0-1 0 0,0-1 0 0 0,0 1 1 0 0,0 0-1 0 0,0 0 0 0 0,0-1 0 0 0,0 1 1 0 0,0 0-1 0 0,0 0 0 0 0,0 0 1 0 0,0-1-1 0 0,0 1 0 0 0,0 0 1 0 0,0 0-1 0 0,0 0 0 0 0,0-1 1 0 0,0 1-1 0 0,0 0 0 0 0,-1 0 1 0 0,1 0-1 0 0,0-1 0 0 0,0 1 1 0 0,0 0-1 0 0,0 0 0 0 0,0 0 0 0 0,-1 0 1 0 0,1-1-1 0 0,0 1 0 0 0,0 0 1 0 0,0 0-1 0 0,0 0 0 0 0,-1 0 1 0 0,1 0-1 0 0,0 0 0 0 0,0 0 1 0 0,0 0-1 0 0,-1-1 0 0 0,1 1 1 0 0,0 0-1 0 0,0 0 0 0 0,0 0 1 0 0,-1 0-1 0 0,1 0 0 0 0,0 0 0 0 0,0 0 1 0 0,-1 0-1 0 0,1 0 0 0 0,-9 3 9 0 0,-1 0 0 0 0,1 0-1 0 0,0 1 1 0 0,0 0 0 0 0,1 0-1 0 0,-1 1 1 0 0,1 0-1 0 0,0 1 1 0 0,0 0 0 0 0,-10 10-1 0 0,0 1 45 0 0,0 2-1 0 0,2 0 1 0 0,-16 21-1 0 0,27-31-8 0 0,-1-1 0 0 0,1 1 0 0 0,1 0 0 0 0,0 0 0 0 0,0 1 0 0 0,0-1 0 0 0,1 1 0 0 0,1 0 0 0 0,-2 15 0 0 0,3-20-137 0 0,1 0 0 0 0,-1 0 0 0 0,1 0 0 0 0,1 0 0 0 0,-1 0 0 0 0,1 0 0 0 0,0 1 0 0 0,0-2 0 0 0,0 1 0 0 0,1 0 0 0 0,0 0-1 0 0,0 0 1 0 0,0-1 0 0 0,0 1 0 0 0,1-1 0 0 0,0 1 0 0 0,0-1 0 0 0,0 0 0 0 0,0 0 0 0 0,6 4 0 0 0,2 1-719 0 0,0-1 1 0 0,0 0-1 0 0,0-1 0 0 0,1-1 1 0 0,0 0-1 0 0,17 6 1 0 0,43 9-7797 0 0,-35-14-41 0 0</inkml:trace>
  <inkml:trace contextRef="#ctx0" brushRef="#br0" timeOffset="2">2055 269 1156 0 0,'-7'-12'2624'0'0,"4"8"-1234"0"0,1 0 1 0 0,-1 0 0 0 0,1 0-1 0 0,0-1 1 0 0,0 1 0 0 0,1-1 0 0 0,-1 1-1 0 0,0-6 1 0 0,-2 73 1431 0 0,3-15-2007 0 0,-1 1 0 0 0,-11 61 0 0 0,9-92-714 0 0,0 0 0 0 0,-1 0 1 0 0,0-1-1 0 0,-2 1 0 0 0,0-1 0 0 0,0-1 0 0 0,-2 1 0 0 0,0-2 0 0 0,-15 21 0 0 0,21-33-89 0 0,0 1 0 0 0,0-1 0 0 0,-1 0 0 0 0,1 0 0 0 0,-1 0-1 0 0,1-1 1 0 0,-1 1 0 0 0,0-1 0 0 0,0 0 0 0 0,0 0 0 0 0,-4 2 0 0 0,5-4-18 0 0,-1-3-24 0 0,4 3 29 0 0,-1 0 0 0 0,1 0 0 0 0,0 0 0 0 0,0 0 0 0 0,-1-1 0 0 0,1 1 0 0 0,0 0 0 0 0,0 0 0 0 0,-1 0 0 0 0,1 0 0 0 0,0 0 0 0 0,0 0 0 0 0,-1-1 0 0 0,1 1 0 0 0,0 0 0 0 0,0 0 0 0 0,0 0 0 0 0,-1-1 0 0 0,1 1 0 0 0,0 0 0 0 0,0 0 0 0 0,0 0 1 0 0,0-1-1 0 0,-1 1 0 0 0,1 0 0 0 0,0-1 0 0 0,0 1 0 0 0,0 0 0 0 0,0 0 0 0 0,0-1 0 0 0,0 1 0 0 0,0 0 0 0 0,0 0 0 0 0,0-1 0 0 0,0 1 0 0 0,0 0 0 0 0,0-1 0 0 0,0 1 0 0 0,2-10-16 0 0,0 1 0 0 0,1 1 0 0 0,0-1 1 0 0,1 0-1 0 0,0 1 0 0 0,0-1 0 0 0,1 1 1 0 0,0 0-1 0 0,9-11 0 0 0,62-67-46 0 0,-74 83 60 0 0,29-26-15 0 0,1 0-1 0 0,2 3 0 0 0,0 1 0 0 0,57-31 0 0 0,-88 54 11 0 0,0 0-1 0 0,0 0 1 0 0,0 1-1 0 0,0 0 0 0 0,0-1 1 0 0,0 1-1 0 0,1 0 0 0 0,-1 0 1 0 0,0 1-1 0 0,1-1 1 0 0,-1 1-1 0 0,0 0 0 0 0,1 0 1 0 0,-1 0-1 0 0,0 0 1 0 0,1 0-1 0 0,-1 1 0 0 0,6 1 1 0 0,-7-1 19 0 0,1 1 0 0 0,0-1 0 0 0,-1 1 0 0 0,1 0 0 0 0,-1 0 0 0 0,0 0 1 0 0,0 0-1 0 0,0 0 0 0 0,0 0 0 0 0,0 1 0 0 0,0-1 0 0 0,0 0 0 0 0,-1 1 0 0 0,1 0 0 0 0,-1-1 1 0 0,0 1-1 0 0,0 0 0 0 0,0 0 0 0 0,1 5 0 0 0,1 7 33 0 0,-2-1 1 0 0,1 1-1 0 0,-2-1 0 0 0,0 1 0 0 0,-1-1 1 0 0,0 1-1 0 0,-2-1 0 0 0,-4 21 0 0 0,-2 15-314 0 0,6-34-219 0 0,2-12 204 0 0,0-1 0 0 0,1 0-1 0 0,-1 1 1 0 0,1-1 0 0 0,0 1 0 0 0,0-1-1 0 0,1 5 1 0 0,-1-6-274 0 0,1 1 0 0 0,0-1 1 0 0,0 1-1 0 0,0-1 0 0 0,0 0 0 0 0,0 0 1 0 0,3 4-1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7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233 560 1248 0 0,'-10'-3'18046'0'0,"28"-7"-13643"0"0,-4 6-5965 0 0,11-1 1255 0 0,0 2-1 0 0,46 1 1 0 0,-58 2-900 0 0,-1 1 1 0 0,1 1-1 0 0,-1 0 1 0 0,0 0-1 0 0,1 1 0 0 0,-2 1 1 0 0,22 9-1 0 0,-20-5-2620 0 0</inkml:trace>
  <inkml:trace contextRef="#ctx0" brushRef="#br0" timeOffset="1">338 757 512 0 0,'-264'95'17708'0'0,"193"-66"-13265"0"0,68-28-4132 0 0,6 0-85 0 0,55 2-840 0 0,-1-2 0 0 0,77-9 0 0 0,-86 5-503 0 0,80-11-3019 0 0,-44-1-1550 0 0,-10 1-2329 0 0</inkml:trace>
  <inkml:trace contextRef="#ctx0" brushRef="#br0" timeOffset="2">1610 76 3024 0 0,'-9'-76'16572'0'0,"7"79"-15763"0"0,-4 14-103 0 0,1-1 1 0 0,0 1-1 0 0,1 0 0 0 0,1 0 1 0 0,-1 21-1 0 0,-4 18 194 0 0,-50 207 832 0 0,-98 270-1 0 0,155-530-1665 0 0,-1 1 0 0 0,1 0-1 0 0,-1-1 1 0 0,1 1 0 0 0,-1-1 0 0 0,-3 4 0 0 0,3-5 15 0 0,1-5-62 0 0,-1-2-21 0 0,0 0 1 0 0,0 0-1 0 0,1 0 0 0 0,0-1 0 0 0,0 1 0 0 0,0-1 0 0 0,1 1 0 0 0,0-1 0 0 0,0 1 0 0 0,0 0 1 0 0,1-1-1 0 0,-1 1 0 0 0,1-1 0 0 0,3-6 0 0 0,0-4-68 0 0,1 0 0 0 0,1 1-1 0 0,13-27 1 0 0,-9 23-1 0 0,2 1 1 0 0,0 0-1 0 0,1 1 0 0 0,0 0 1 0 0,2 1-1 0 0,0 0 0 0 0,0 1 1 0 0,27-19-1 0 0,-34 28 38 0 0,1 0 1 0 0,0 1-1 0 0,0 0 1 0 0,0 1-1 0 0,0-1 1 0 0,1 2-1 0 0,0-1 1 0 0,-1 2-1 0 0,1-1 1 0 0,0 1-1 0 0,1 1 1 0 0,-1 0-1 0 0,0 0 1 0 0,0 1-1 0 0,1 0 1 0 0,-1 1-1 0 0,0 0 1 0 0,0 0-1 0 0,20 6 1 0 0,-24-4 36 0 0,0-1 1 0 0,0 1-1 0 0,0 0 1 0 0,0 0 0 0 0,0 1-1 0 0,0 0 1 0 0,-1 0-1 0 0,0 0 1 0 0,0 0-1 0 0,0 1 1 0 0,0 0-1 0 0,-1 0 1 0 0,0 1-1 0 0,0-1 1 0 0,0 1-1 0 0,-1-1 1 0 0,1 1-1 0 0,-1 1 1 0 0,-1-1 0 0 0,1 0-1 0 0,-1 0 1 0 0,0 1-1 0 0,1 13 1 0 0,-1-9 41 0 0,-1 0 1 0 0,-1 0 0 0 0,0 0-1 0 0,-1 0 1 0 0,0 0 0 0 0,0 0-1 0 0,-1 0 1 0 0,-1 0 0 0 0,0-1-1 0 0,0 1 1 0 0,-1-1 0 0 0,0 1-1 0 0,-12 18 1 0 0,2-9 174 0 0,0-1-1 0 0,-2-1 1 0 0,0 0 0 0 0,-1-1-1 0 0,-1-1 1 0 0,0 0 0 0 0,-1-1-1 0 0,-1-1 1 0 0,0-1 0 0 0,-1-1 0 0 0,-1-1-1 0 0,1-1 1 0 0,-2-1 0 0 0,-36 11-1 0 0,49-18-198 0 0,1 0-1 0 0,0-1 0 0 0,-1 1 1 0 0,0-2-1 0 0,1 0 1 0 0,-1 0-1 0 0,1 0 0 0 0,-1-1 1 0 0,0-1-1 0 0,-14-3 1 0 0,22 4-320 0 0,0-1 1 0 0,0 1-1 0 0,0 0 1 0 0,0-1-1 0 0,0 1 1 0 0,0-1-1 0 0,0 0 1 0 0,0 1-1 0 0,-1-3 1 0 0,0 0-470 0 0,2 3 645 0 0,1 1 0 0 0,0-1 0 0 0,0 1 0 0 0,-1-1 1 0 0,1 1-1 0 0,0-1 0 0 0,0 1 0 0 0,0-1 0 0 0,0 0 0 0 0,-1 1 0 0 0,1-1 0 0 0,0 1 1 0 0,0-1-1 0 0,0 0 0 0 0,1 1 0 0 0,-1-1 0 0 0,0 1 0 0 0,0-1 0 0 0,0 0 0 0 0,0 1 1 0 0,0-1-1 0 0,1 1 0 0 0,-1-1 0 0 0,0 1 0 0 0,0-1 0 0 0,1 1 0 0 0,-1-1 0 0 0,0 1 1 0 0,1-1-1 0 0,-1 1 0 0 0,1-1 0 0 0,-1 1 0 0 0,1-1 0 0 0,14-12-2708 0 0,38-17-7807 0 0,-27 19 2114 0 0</inkml:trace>
  <inkml:trace contextRef="#ctx0" brushRef="#br0" timeOffset="3">2165 1022 424 0 0,'15'-5'11739'0'0,"13"-6"-967"0"0,-27 10-10526 0 0,1 0-1 0 0,0 0 0 0 0,0 1 0 0 0,1-1 1 0 0,-1 1-1 0 0,0-1 0 0 0,0 1 0 0 0,0 0 0 0 0,0 0 1 0 0,0 0-1 0 0,0 0 0 0 0,1 0 0 0 0,-1 0 1 0 0,0 0-1 0 0,0 1 0 0 0,0-1 0 0 0,4 2 0 0 0,-2 0-135 0 0,0 0-1 0 0,-1 0 1 0 0,1 1 0 0 0,-1-1-1 0 0,1 1 1 0 0,-1-1-1 0 0,0 1 1 0 0,6 6-1 0 0,-5-3-69 0 0,0 0-1 0 0,0-1 0 0 0,0 1 0 0 0,-1 0 0 0 0,1 1 0 0 0,-2-1 0 0 0,1 1 1 0 0,-1-1-1 0 0,0 1 0 0 0,0 0 0 0 0,1 10 0 0 0,-3-8 82 0 0,-1 0 0 0 0,0 0-1 0 0,0 0 1 0 0,-1 0-1 0 0,0-1 1 0 0,-1 1 0 0 0,0-1-1 0 0,0 0 1 0 0,-1 1 0 0 0,0-2-1 0 0,0 1 1 0 0,-1 0 0 0 0,0-1-1 0 0,0 0 1 0 0,-1 0 0 0 0,-11 11-1 0 0,-3 1 262 0 0,0-1 1 0 0,-2-1-1 0 0,0-1 0 0 0,-27 15 0 0 0,-107 60-382 0 0,156-91 0 0 0,0 0 0 0 0,0 0 0 0 0,0 0 0 0 0,0 0 0 0 0,0 0 0 0 0,0 0 0 0 0,0 0 0 0 0,0 0 0 0 0,1 0 0 0 0,-1 0 0 0 0,0 0 0 0 0,0 0 0 0 0,0 1 0 0 0,0-1 0 0 0,0 0 0 0 0,0 0 0 0 0,0 0 0 0 0,0 0 0 0 0,0 0 0 0 0,0 0 0 0 0,0 0 0 0 0,0 0 0 0 0,0 0 0 0 0,0 1 0 0 0,0-1 0 0 0,0 0 0 0 0,0 0 0 0 0,0 0 0 0 0,0 0 0 0 0,0 0 0 0 0,0 0 0 0 0,0 0 0 0 0,0 0 0 0 0,0 0 0 0 0,0 1 0 0 0,0-1 0 0 0,0 0 0 0 0,0 0 0 0 0,0 0 0 0 0,0 0 0 0 0,0 0 0 0 0,0 0 0 0 0,0 0 0 0 0,0 0 0 0 0,-1 0 0 0 0,1 0 0 0 0,0 1 0 0 0,0-1 0 0 0,0 0 0 0 0,0 0 0 0 0,0 0 0 0 0,0 0 0 0 0,0 0 0 0 0,0 0 0 0 0,0 0 0 0 0,0 0 0 0 0,-1 0 0 0 0,1 0 0 0 0,0 0 0 0 0,0 0 0 0 0,0 0 0 0 0,0 0 0 0 0,14 0 0 0 0,21-4 0 0 0,376-64-5172 0 0,-159 26 1471 0 0,-182 29 87 0 0,-9 3-3277 0 0,-5 1-4094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1:59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12 1940 0 0,'-4'-1'2513'0'0,"-17"-3"1176"0"0,0 1 0 0 0,-30 0 0 0 0,50 3-3715 0 0,0 0 0 0 0,1 0 0 0 0,-1 0 0 0 0,0 0 0 0 0,1 0-1 0 0,-1 1 1 0 0,0-1 0 0 0,1 0 0 0 0,-1 0 0 0 0,0 1 0 0 0,1-1 0 0 0,-1 0 0 0 0,0 1-1 0 0,1-1 1 0 0,-1 0 0 0 0,1 1 0 0 0,-1-1 0 0 0,1 1 0 0 0,-1-1 0 0 0,1 1 0 0 0,-1-1 0 0 0,1 1-1 0 0,0-1 1 0 0,-1 1 0 0 0,1 0 0 0 0,0-1 0 0 0,-1 1 0 0 0,1 0 0 0 0,0-1 0 0 0,0 1-1 0 0,0 0 1 0 0,-1-1 0 0 0,1 1 0 0 0,0 0 0 0 0,0-1 0 0 0,0 1 0 0 0,0 1 0 0 0,4 31-3975 0 0,-2-22 1246 0 0,0 2-2613 0 0</inkml:trace>
  <inkml:trace contextRef="#ctx0" brushRef="#br0" timeOffset="1">91 808 2768 0 0,'-15'25'7223'0'0,"-23"30"-1"0"0,13-27-5363 0 0,24-26-2221 0 0,-1 0 0 0 0,1 0 0 0 0,0 0 0 0 0,1 0 0 0 0,-1 0 0 0 0,0 0 0 0 0,0 0 0 0 0,1 0 0 0 0,-1 0 0 0 0,1 0 0 0 0,0 0 0 0 0,0 0 0 0 0,0 5 0 0 0,-3 19-11238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00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1078 0 156 0 0,'-5'13'4391'0'0,"0"0"0"0"0,-1 0 1 0 0,-8 12-1 0 0,2-3 1359 0 0,11-19-4967 0 0,-8 12 907 0 0</inkml:trace>
  <inkml:trace contextRef="#ctx0" brushRef="#br0" timeOffset="1">589 1353 1104 0 0,'-2'-2'2680'0'0,"-1"-4"-1924"0"0,-1 0-1 0 0,-1 0 1 0 0,1 1-1 0 0,-1 0 1 0 0,0 0-1 0 0,0 0 1 0 0,0 1 0 0 0,-1-1-1 0 0,1 1 1 0 0,-1 0-1 0 0,0 1 1 0 0,-10-4-1 0 0,8 3-417 0 0,0 2 0 0 0,-1-1 0 0 0,1 1 0 0 0,-1 1 1 0 0,0 0-1 0 0,0 0 0 0 0,1 0 0 0 0,-1 1 0 0 0,-9 1 0 0 0,1 2-261 0 0,0 0 0 0 0,0 1 0 0 0,0 1 0 0 0,1 0 0 0 0,0 1 0 0 0,0 1 0 0 0,0 0 0 0 0,1 1 0 0 0,-27 19 0 0 0,18-9-53 0 0,0 1-1 0 0,2 1 1 0 0,1 1 0 0 0,0 1-1 0 0,-25 36 1 0 0,37-46-17 0 0,1 1 0 0 0,0 0 0 0 0,1 0 0 0 0,0 0 0 0 0,2 1 0 0 0,-1-1 0 0 0,1 2 0 0 0,1-1 0 0 0,1 0 0 0 0,0 1 0 0 0,1 0 1 0 0,0-1-1 0 0,1 18 0 0 0,1-28-5 0 0,1 1 1 0 0,-1-1 0 0 0,1 1-1 0 0,0 0 1 0 0,0-1 0 0 0,0 0 0 0 0,1 1-1 0 0,-1-1 1 0 0,1 0 0 0 0,0 1-1 0 0,1-1 1 0 0,-1 0 0 0 0,1-1-1 0 0,-1 1 1 0 0,1 0 0 0 0,0-1-1 0 0,1 1 1 0 0,-1-1 0 0 0,0 0 0 0 0,1 0-1 0 0,0 0 1 0 0,4 2 0 0 0,-2-2 1 0 0,0-1 1 0 0,0 1 0 0 0,1-1-1 0 0,-1-1 1 0 0,1 1 0 0 0,-1-1-1 0 0,1 0 1 0 0,-1 0 0 0 0,1-1-1 0 0,0 0 1 0 0,0 0 0 0 0,-1-1-1 0 0,1 1 1 0 0,12-4 0 0 0,-8 1-5 0 0,0-1 1 0 0,0 0 0 0 0,0 0-1 0 0,0-1 1 0 0,0-1 0 0 0,-1 1-1 0 0,0-2 1 0 0,-1 0 0 0 0,1 0-1 0 0,-1 0 1 0 0,0-1 0 0 0,-1-1-1 0 0,13-16 1 0 0,-9 9 125 0 0,-1-2 0 0 0,0 1 0 0 0,-2-1 1 0 0,0-1-1 0 0,-1 0 0 0 0,-1 0 0 0 0,6-23 0 0 0,7-32 1901 0 0,-12 49-1568 0 0,-8 25-452 0 0,0 0 0 0 0,0 0 1 0 0,0 0-1 0 0,0 1 0 0 0,0-1 1 0 0,0 0-1 0 0,0 0 0 0 0,0 0 1 0 0,0 0-1 0 0,0 0 0 0 0,0 0 0 0 0,1 0 1 0 0,-1 0-1 0 0,0 0 0 0 0,0 0 1 0 0,0 1-1 0 0,0-1 0 0 0,0 0 1 0 0,0 0-1 0 0,0 0 0 0 0,0 0 0 0 0,0 0 1 0 0,0 0-1 0 0,1 0 0 0 0,-1 0 1 0 0,0 0-1 0 0,0 0 0 0 0,0 0 1 0 0,0 0-1 0 0,0 0 0 0 0,0 0 0 0 0,0 0 1 0 0,0 0-1 0 0,1 0 0 0 0,-1 0 1 0 0,0 0-1 0 0,0 0 0 0 0,0 0 1 0 0,0 0-1 0 0,0 0 0 0 0,0 0 0 0 0,0 0 1 0 0,0 0-1 0 0,1 0 0 0 0,-1 0 1 0 0,0 0-1 0 0,0 0 0 0 0,0 0 1 0 0,0 0-1 0 0,0-1 0 0 0,0 1 0 0 0,0 0 1 0 0,0 0-1 0 0,0 0 0 0 0,0 0 1 0 0,0 0-1 0 0,0 0 0 0 0,1 0 1 0 0,-1 0-1 0 0,0 0 0 0 0,0 0 0 0 0,0-1 1 0 0,0 1-1 0 0,0 0 0 0 0,0 0 1 0 0,0 0-1 0 0,1 4 97 0 0,-1 1 0 0 0,1 0 0 0 0,-1 0 0 0 0,0-1 0 0 0,-1 8 0 0 0,-19 164 726 0 0,-6 68-368 0 0,22-179-2096 0 0,9 114 1 0 0,6-107-1792 0 0,3-26-3778 0 0,-7-24-537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0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79 3284 0 0,'-3'-2'2791'0'0,"-37"-36"8341"0"0,19 9-7072 0 0,20 27-3779 0 0,-2-5 678 0 0,18 14-954 0 0,-11-3-4 0 0,0 0 0 0 0,0 0 0 0 0,-1 1 0 0 0,1 0-1 0 0,-1-1 1 0 0,0 1 0 0 0,0 1 0 0 0,-1-1 0 0 0,0 0 0 0 0,0 0 0 0 0,0 1 0 0 0,2 8-1 0 0,-1-1 9 0 0,-1 0 0 0 0,0 0-1 0 0,-1 1 1 0 0,-1 18 0 0 0,-1-13 10 0 0,-2-1 1 0 0,0 0-1 0 0,-1 0 1 0 0,0 0-1 0 0,-2-1 1 0 0,0 1-1 0 0,-1-1 0 0 0,0-1 1 0 0,-19 30-1 0 0,22-40-1 0 0,-2 0-8 0 0,-9 4 55 0 0,14-10-63 0 0,0 0-1 0 0,0 0 1 0 0,1 0-1 0 0,-1 0 1 0 0,0 0-1 0 0,0 0 1 0 0,0-1-1 0 0,0 1 1 0 0,1 0-1 0 0,-1 0 1 0 0,0-1 0 0 0,0 1-1 0 0,0 0 1 0 0,1-1-1 0 0,-1 1 1 0 0,0-1-1 0 0,1 1 1 0 0,-1-1-1 0 0,0 0 1 0 0,-1 0-2 0 0,1-1 0 0 0,1 1 0 0 0,-1-1 1 0 0,0 0-1 0 0,0 1 0 0 0,0-1 0 0 0,1 0 0 0 0,-1 1 1 0 0,1-1-1 0 0,-1 0 0 0 0,1 1 0 0 0,0-1 0 0 0,0 0 0 0 0,0 0 1 0 0,0 0-1 0 0,0-3 0 0 0,2-10-7 0 0,1 1-1 0 0,0 0 0 0 0,1-1 1 0 0,1 1-1 0 0,0 0 1 0 0,0 1-1 0 0,2-1 1 0 0,-1 1-1 0 0,17-22 0 0 0,-8 14-16 0 0,1 1 0 0 0,1 1-1 0 0,0 0 1 0 0,37-29 0 0 0,-43 40 9 0 0,-1 1 0 0 0,1 0 0 0 0,0 0 1 0 0,0 1-1 0 0,17-6 0 0 0,-23 10 5 0 0,0 1 0 0 0,0-1 0 0 0,0 1 0 0 0,0 0 0 0 0,1 0-1 0 0,-1 0 1 0 0,0 1 0 0 0,0 0 0 0 0,1 0 0 0 0,-1 0 0 0 0,0 1 0 0 0,0 0 0 0 0,1 0 0 0 0,-1 0 0 0 0,10 4 0 0 0,-7-1 9 0 0,0 0 1 0 0,-1 1-1 0 0,1 0 1 0 0,-1 0-1 0 0,0 1 1 0 0,0 0 0 0 0,-1 0-1 0 0,0 0 1 0 0,0 1-1 0 0,0 0 1 0 0,-1 0-1 0 0,0 1 1 0 0,0-1-1 0 0,-1 1 1 0 0,0 0 0 0 0,-1 0-1 0 0,1 1 1 0 0,-1-1-1 0 0,-1 1 1 0 0,0-1-1 0 0,0 1 1 0 0,-1 0-1 0 0,1 10 1 0 0,-1-5 17 0 0,0 1-1 0 0,-1-1 1 0 0,0 0-1 0 0,-1 1 1 0 0,-1-1-1 0 0,-1 0 1 0 0,-6 22-1 0 0,-6 8 197 0 0,15-43-191 0 0,-2-3-20 0 0,-5-8-13 0 0,8 3 12 0 0,0 0 0 0 0,0 0 0 0 0,0 0-1 0 0,1 0 1 0 0,-1 0 0 0 0,2 0 0 0 0,-1 1 0 0 0,5-9 0 0 0,-2 3-10 0 0,6-14-1 0 0,1 0-1 0 0,2 1 1 0 0,0 1-1 0 0,1 0 0 0 0,2 1 1 0 0,0 1-1 0 0,1 1 1 0 0,27-24-1 0 0,-43 43 1 0 0,-1 0 0 0 0,1 1-1 0 0,0-1 1 0 0,0 1 0 0 0,0-1 0 0 0,0 1-1 0 0,0 0 1 0 0,0 0 0 0 0,0 0-1 0 0,1 0 1 0 0,-1 0 0 0 0,0 1 0 0 0,1-1-1 0 0,-1 1 1 0 0,0-1 0 0 0,1 1 0 0 0,3 0-1 0 0,-5 0 14 0 0,1 1-1 0 0,0 0 0 0 0,-1 0 0 0 0,1 0 0 0 0,-1 1 0 0 0,1-1 1 0 0,-1 0-1 0 0,0 0 0 0 0,0 1 0 0 0,1-1 0 0 0,-1 1 0 0 0,0-1 1 0 0,0 1-1 0 0,0-1 0 0 0,-1 1 0 0 0,2 2 0 0 0,-2-4-1 0 0,4 10 27 0 0,-1 0-1 0 0,-1 0 0 0 0,1 0 0 0 0,-2 0 0 0 0,1 1 1 0 0,-2-1-1 0 0,0 20 0 0 0,1-3 10 0 0,-5 98 221 0 0,-1-32-1300 0 0,5-90 667 0 0,0 1 0 0 0,0 0-1 0 0,0-1 1 0 0,1 1 0 0 0,0 0 0 0 0,-1-1-1 0 0,1 1 1 0 0,2 3 0 0 0,5 3-3721 0 0</inkml:trace>
  <inkml:trace contextRef="#ctx0" brushRef="#br0" timeOffset="1">1244 180 1404 0 0,'-25'-21'27581'0'0,"24"22"-27465"0"0,-1 1 0 0 0,1-1 1 0 0,0 1-1 0 0,0 0 0 0 0,0-1 1 0 0,0 1-1 0 0,0 0 0 0 0,0 0 0 0 0,1 0 1 0 0,-2 4-1 0 0,-48 176 179 0 0,25-61-3574 0 0,16-48-1147 0 0,11-26-6140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06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55 744 0 0,'-13'-24'7871'0'0,"13"23"-7707"0"0,0 0 0 0 0,-1 0 0 0 0,1-1 0 0 0,0 1-1 0 0,0 0 1 0 0,0-1 0 0 0,0 1 0 0 0,0 0 0 0 0,0-1 0 0 0,0 1 0 0 0,0 0 0 0 0,1-3 0 0 0,0 2 84 0 0,4-1 43 0 0,-4 2-282 0 0,-1 1-1 0 0,0-1 1 0 0,0 1-1 0 0,1 0 1 0 0,-1-1-1 0 0,0 1 1 0 0,1 0-1 0 0,-1-1 1 0 0,0 1-1 0 0,1 0 1 0 0,-1 0 0 0 0,1-1-1 0 0,-1 1 1 0 0,0 0-1 0 0,1 0 1 0 0,-1 0-1 0 0,1-1 1 0 0,-1 1-1 0 0,1 0 1 0 0,-1 0-1 0 0,1 0 1 0 0,-1 0-1 0 0,1 0 1 0 0,6-1 26 0 0,0 1 0 0 0,0 0 0 0 0,0 1 1 0 0,0 0-1 0 0,0 0 0 0 0,-1 0 0 0 0,1 1 0 0 0,0-1 1 0 0,-1 2-1 0 0,1-1 0 0 0,-1 1 0 0 0,0 0 0 0 0,0 0 1 0 0,0 1-1 0 0,0 0 0 0 0,0 0 0 0 0,-1 0 0 0 0,0 1 1 0 0,0-1-1 0 0,6 8 0 0 0,-6-6 18 0 0,1 1 0 0 0,-2 0 0 0 0,1 0 0 0 0,-1 0 0 0 0,0 0 0 0 0,0 1 0 0 0,-1-1 0 0 0,0 1 0 0 0,0 0 0 0 0,-1 0 0 0 0,0 0-1 0 0,0 1 1 0 0,-1-1 0 0 0,0 0 0 0 0,0 1 0 0 0,-2 14 0 0 0,-3-3 119 0 0,0 0-1 0 0,-2-1 1 0 0,0 0-1 0 0,-14 29 1 0 0,2-4 820 0 0,11-36-371 0 0,13-21-436 0 0,30-36-84 0 0,79-80-1 0 0,-5 7 2 0 0,-67 76 894 0 0,-42 45-841 0 0,-1 1-151 0 0,0 0 0 0 0,1 0 0 0 0,-1-1 0 0 0,0 1 0 0 0,0 0 0 0 0,1 0 0 0 0,-1 0 0 0 0,0 0 0 0 0,0 0 0 0 0,0 0 0 0 0,1 0 0 0 0,-1 0 0 0 0,0-1 0 0 0,0 1 0 0 0,0 0 0 0 0,0 0 0 0 0,1 0-1 0 0,-1 0 1 0 0,0-1 0 0 0,0 1 0 0 0,0 0 0 0 0,0 0 0 0 0,0 0 0 0 0,0-1 0 0 0,0 1 0 0 0,1 0 0 0 0,-1 0 0 0 0,0-1 0 0 0,0 1 0 0 0,0 0 0 0 0,0 0 0 0 0,0-1 0 0 0,-6 11 37 0 0,6-9-41 0 0,-7 18 7 0 0,1 0 1 0 0,1 1-1 0 0,1 0 0 0 0,-3 28 0 0 0,7-43-5 0 0,-1-1-1 0 0,1 1 0 0 0,1 0 0 0 0,-1 0 0 0 0,1 0 0 0 0,-1-1 1 0 0,1 1-1 0 0,0 0 0 0 0,1-1 0 0 0,-1 1 0 0 0,1-1 0 0 0,0 1 1 0 0,0-1-1 0 0,1 0 0 0 0,-1 0 0 0 0,1 0 0 0 0,0 0 0 0 0,0 0 0 0 0,0 0 1 0 0,1-1-1 0 0,-1 0 0 0 0,1 0 0 0 0,0 0 0 0 0,-1 0 0 0 0,6 3 1 0 0,5 0-920 0 0,-1 0 0 0 0,1-1 0 0 0,1 0 0 0 0,-1-1 0 0 0,0 0 0 0 0,1-2 1 0 0,0 1-1 0 0,0-2 0 0 0,0 0 0 0 0,0-1 0 0 0,15-1 0 0 0,-11-1-3141 0 0</inkml:trace>
  <inkml:trace contextRef="#ctx0" brushRef="#br0" timeOffset="1">775 255 512 0 0,'3'-14'24136'0'0,"-9"27"-22082"0"0,-7 20-2727 0 0,7-10 225 0 0,1 1-1 0 0,1 0 1 0 0,1-1-1 0 0,2 1 1 0 0,1 43 0 0 0,9-6-4032 0 0,7 1-3511 0 0,-4-32-473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02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10 271 1840 0 0,'-9'-22'16529'0'0,"9"22"-16389"0"0,3-2-129 0 0,0 1 0 0 0,0 0-1 0 0,-1 1 1 0 0,1-1 0 0 0,0 0 0 0 0,0 1 0 0 0,4-1-1 0 0,7-1 462 0 0,10-2-623 0 0,312-52 334 0 0,-224 38-3396 0 0,0 2-4149 0 0,-83 12 1242 0 0</inkml:trace>
  <inkml:trace contextRef="#ctx0" brushRef="#br0" timeOffset="1">466 28 2804 0 0,'-83'-25'16922'0'0,"80"24"-16003"0"0,1 0-756 0 0,1 1-1 0 0,-1 0 0 0 0,1 0 1 0 0,-1-1-1 0 0,0 1 0 0 0,1 0 1 0 0,-1 0-1 0 0,1 0 0 0 0,-1 1 1 0 0,1-1-1 0 0,-1 0 0 0 0,0 1 1 0 0,1-1-1 0 0,-1 1 0 0 0,1-1 1 0 0,0 1-1 0 0,-1 0 0 0 0,-1 1 1 0 0,-2 24-38 0 0,2 1 1 0 0,0 0 0 0 0,2 0 0 0 0,1 0 0 0 0,4 31 0 0 0,-1-1-75 0 0,-1-2-910 0 0,3 0 1 0 0,12 55-1 0 0,-10-76-1470 0 0,3 0-1 0 0,14 38 0 0 0,-11-46-2629 0 0,3-4-2649 0 0</inkml:trace>
  <inkml:trace contextRef="#ctx0" brushRef="#br0" timeOffset="2">1389 223 3032 0 0,'6'-10'1335'0'0,"0"0"0"0"0,0 0-1 0 0,-1-1 1 0 0,0 0 0 0 0,-1 0 0 0 0,0-1-1 0 0,-1 1 1 0 0,2-14 0 0 0,-4 22-1127 0 0,-1 0 0 0 0,0 0 0 0 0,-1 0 0 0 0,1 1 0 0 0,-1-1 0 0 0,1 0 0 0 0,-1 0 0 0 0,0 0 0 0 0,0 1 0 0 0,0-1 1 0 0,-3-4-1 0 0,4 5-171 0 0,-1 1 0 0 0,0 0 1 0 0,0 0-1 0 0,0 0 0 0 0,-1 0 1 0 0,1 1-1 0 0,0-1 0 0 0,0 0 1 0 0,0 0-1 0 0,-1 1 1 0 0,1-1-1 0 0,0 1 0 0 0,-1-1 1 0 0,1 1-1 0 0,-1-1 0 0 0,1 1 1 0 0,0 0-1 0 0,-1 0 0 0 0,1 0 1 0 0,-1 0-1 0 0,1 0 0 0 0,-1 0 1 0 0,-1 0-1 0 0,-34 6 233 0 0,15 2-207 0 0,0 0-1 0 0,0 2 0 0 0,1 0 0 0 0,0 1 0 0 0,1 1 0 0 0,0 2 0 0 0,-18 14 1 0 0,13-6-48 0 0,0 0 1 0 0,2 2-1 0 0,0 1 1 0 0,-26 38 0 0 0,43-55-36 0 0,2-1 0 0 0,-1 1 0 0 0,1 0 1 0 0,0 1-1 0 0,0-1 0 0 0,1 1 0 0 0,1-1 0 0 0,-1 1 1 0 0,-1 16-1 0 0,3-22-50 0 0,1 1 0 0 0,0-1 0 0 0,0 0 0 0 0,1 1 0 0 0,-1-1 0 0 0,1 0 0 0 0,-1 0 0 0 0,1 1 0 0 0,0-1 0 0 0,0 0 0 0 0,0 0 0 0 0,1 0 0 0 0,-1 0 0 0 0,1 0 0 0 0,0 0 0 0 0,-1-1 0 0 0,1 1 0 0 0,1 0 0 0 0,-1-1 0 0 0,0 1 0 0 0,0-1 0 0 0,1 0 0 0 0,0 0 0 0 0,-1 0 0 0 0,1 0 0 0 0,0 0 0 0 0,0-1 0 0 0,0 1 0 0 0,5 1 0 0 0,1-1-184 0 0,1 1 0 0 0,-1-1 1 0 0,1 0-1 0 0,0-1 0 0 0,0 0 0 0 0,0-1 0 0 0,0 0 0 0 0,0 0 0 0 0,14-3 0 0 0,-8 0 58 0 0,-1 0-1 0 0,0-1 0 0 0,0 0 1 0 0,0-1-1 0 0,19-10 0 0 0,-23 9 146 0 0,-1-1 0 0 0,0 1 0 0 0,0-2 0 0 0,-1 1 0 0 0,0-1 0 0 0,0-1 0 0 0,-1 0 0 0 0,0 0 0 0 0,0 0 0 0 0,11-20 0 0 0,-3-2 1190 0 0,-1 0 1 0 0,16-49-1 0 0,-11 26 734 0 0,-19 52-1620 0 0,0 5-223 0 0,0 0-1 0 0,0 0 1 0 0,0 0-1 0 0,-1 0 0 0 0,1 0 1 0 0,-1 0-1 0 0,0 1 0 0 0,0-1 1 0 0,-1 4-1 0 0,1-7-27 0 0,-14 167 360 0 0,3-68-292 0 0,8-62-363 0 0,-4 87-643 0 0,7-108-533 0 0,1 0 0 0 0,0 0 0 0 0,2 0-1 0 0,-1 0 1 0 0,10 25 0 0 0,-2-15-5061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03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40 2124 0 0,'-1'-3'2896'0'0,"0"-4"-1831"0"0,-4-23 9781 0 0,2 42-10697 0 0,-8 96 772 0 0,-4 29-580 0 0,5-92-150 0 0,-1-1 0 0 0,-26 64 0 0 0,30-99-135 0 0,3-2 27 0 0,-7-18-74 0 0,11 7-8 0 0,0-1 0 0 0,0 0-1 0 0,0 0 1 0 0,0 0 0 0 0,1 1 0 0 0,0-1 0 0 0,0 0-1 0 0,0 1 1 0 0,0-1 0 0 0,1 1 0 0 0,3-8 0 0 0,-1 2 0 0 0,8-20-3 0 0,1 1-1 0 0,2 0 1 0 0,1 1 0 0 0,1 0 0 0 0,1 2 0 0 0,1 0 0 0 0,2 1 0 0 0,0 1 0 0 0,49-42-1 0 0,-62 60-10 0 0,-1 1 0 0 0,1-1-1 0 0,0 1 1 0 0,0 1 0 0 0,1 0-1 0 0,-1 0 1 0 0,16-5 0 0 0,-23 9 11 0 0,1 0 0 0 0,-1-1 0 0 0,1 1 0 0 0,-1 0 0 0 0,1 0 0 0 0,-1 0 0 0 0,1 0 0 0 0,-1 0 0 0 0,1 0 0 0 0,-1 1 0 0 0,1-1 0 0 0,-1 0 0 0 0,1 1 0 0 0,-1-1 0 0 0,2 2 0 0 0,2-1-2 0 0,-1 1 3 0 0,0-1 1 0 0,0 1-1 0 0,0 0 1 0 0,0 0-1 0 0,0 1 1 0 0,0-1 0 0 0,0 1-1 0 0,-1 0 1 0 0,1 0-1 0 0,-1 0 1 0 0,0 0-1 0 0,0 0 1 0 0,0 1-1 0 0,5 7 1 0 0,0 3 10 0 0,0 1 0 0 0,10 24 1 0 0,-16-34-9 0 0,7 17 50 0 0,-1-1-1 0 0,-2 1 1 0 0,0 0-1 0 0,-1 1 1 0 0,-1-1 0 0 0,-1 1-1 0 0,-1 0 1 0 0,-1 0-1 0 0,-1 0 1 0 0,-5 35-1 0 0,5-57-44 0 0,0 1 1 0 0,0-1-1 0 0,0 0 0 0 0,-1 0 1 0 0,1 0-1 0 0,0 0 0 0 0,-1 0 0 0 0,1 0 1 0 0,-1 1-1 0 0,1-1 0 0 0,-1 0 1 0 0,0 0-1 0 0,1 0 0 0 0,-1 0 1 0 0,0-1-1 0 0,1 1 0 0 0,-1 0 0 0 0,0 0 1 0 0,0 0-1 0 0,0-1 0 0 0,0 1 1 0 0,0 0-1 0 0,0-1 0 0 0,0 1 1 0 0,0-1-1 0 0,0 1 0 0 0,0-1 0 0 0,0 0 1 0 0,-1 1-1 0 0,1-1 0 0 0,0 0 1 0 0,0 0-1 0 0,0 0 0 0 0,0 1 1 0 0,-3-2-1 0 0,4 1-7 0 0,0 0 0 0 0,0 0 0 0 0,0 0 0 0 0,0 0 0 0 0,-1 0 0 0 0,1 0 0 0 0,0 0 0 0 0,0 0 0 0 0,0 0 0 0 0,0 0 0 0 0,0 0 1 0 0,0 0-1 0 0,-1 0 0 0 0,1 0 0 0 0,0 0 0 0 0,0 0 0 0 0,0 0 0 0 0,0 0 0 0 0,0 0 0 0 0,0 0 0 0 0,0-1 0 0 0,-1 1 0 0 0,1 0 0 0 0,0 0 0 0 0,0 0 0 0 0,0 0 0 0 0,0 0 1 0 0,0 0-1 0 0,0 0 0 0 0,0-1 0 0 0,0 1 0 0 0,0 0 0 0 0,0 0 0 0 0,0 0 0 0 0,0 0 0 0 0,0 0 0 0 0,0-1 0 0 0,0 1 0 0 0,0 0 0 0 0,0 0 0 0 0,0 0 0 0 0,0 0 0 0 0,0-1 0 0 0,-1-8 2 0 0,0 0 0 0 0,1-1-1 0 0,0 1 1 0 0,1-1 0 0 0,0 1-1 0 0,0 0 1 0 0,1-1-1 0 0,0 1 1 0 0,1 0 0 0 0,4-11-1 0 0,6-12 2 0 0,27-45-1 0 0,-28 54 23 0 0,2 1 0 0 0,1 0-1 0 0,1 1 1 0 0,1 1 0 0 0,0 1 0 0 0,1 0-1 0 0,2 1 1 0 0,22-16 0 0 0,-40 32 2 0 0,0 1-1 0 0,0 0 1 0 0,0 1 0 0 0,1-1 0 0 0,-1 0 0 0 0,0 1 0 0 0,0-1-1 0 0,0 1 1 0 0,1-1 0 0 0,-1 1 0 0 0,0 0 0 0 0,1 0 0 0 0,-1 0-1 0 0,0 0 1 0 0,3 1 0 0 0,-3-1-1 0 0,0 1 19 0 0,-1 0 1 0 0,1-1-1 0 0,0 1 1 0 0,0 0-1 0 0,-1 0 1 0 0,1 0-1 0 0,0 0 1 0 0,-1 0-1 0 0,1 0 1 0 0,-1 0-1 0 0,1 0 1 0 0,-1 1-1 0 0,0-1 1 0 0,1 1-1 0 0,-1-1 1 0 0,0 1 0 0 0,2 3-1 0 0,14 30 668 0 0,-15-30-613 0 0,3 9 88 0 0,0 1 0 0 0,-1 0-1 0 0,-1 0 1 0 0,0 0 0 0 0,-1 0 0 0 0,-1 0-1 0 0,0 25 1 0 0,-16 107 401 0 0,-5-48-518 0 0,5-36-1551 0 0,7-6-5258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04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16 105 1604 0 0,'0'0'1555'0'0,"-13"-21"5587"0"0,12 19-7053 0 0,0 0 1 0 0,1 0-1 0 0,0 0 1 0 0,-1 0-1 0 0,1 0 1 0 0,0 0-1 0 0,0 0 1 0 0,0 0-1 0 0,0 0 1 0 0,0 0-1 0 0,1 0 0 0 0,-1 1 1 0 0,1-1-1 0 0,-1 0 1 0 0,1 0-1 0 0,0 0 1 0 0,-1 0-1 0 0,1 1 1 0 0,0-1-1 0 0,0 0 1 0 0,0 1-1 0 0,1-1 0 0 0,-1 1 1 0 0,0-1-1 0 0,1 1 1 0 0,-1 0-1 0 0,0-1 1 0 0,1 1-1 0 0,2-2 1 0 0,3-2-17 0 0,1 1-1 0 0,-1 0 1 0 0,0 0 0 0 0,1 0 0 0 0,10-3 0 0 0,-14 7-65 0 0,-1-1 1 0 0,0 1-1 0 0,0 0 1 0 0,1-1-1 0 0,-1 1 0 0 0,0 1 1 0 0,1-1-1 0 0,4 1 1 0 0,-2 0 5 0 0,-2 0-6 0 0,-1 0 0 0 0,0 0 1 0 0,0 0-1 0 0,0 0 0 0 0,0 0 1 0 0,0 1-1 0 0,0-1 0 0 0,0 1 0 0 0,0 0 1 0 0,0 0-1 0 0,-1 0 0 0 0,1 0 1 0 0,-1 0-1 0 0,0 1 0 0 0,1-1 0 0 0,-1 1 1 0 0,0-1-1 0 0,-1 1 0 0 0,1 0 0 0 0,0 0 1 0 0,-1 0-1 0 0,1 0 0 0 0,1 6 1 0 0,1 2 32 0 0,-1 0 1 0 0,-1 1 0 0 0,1-1-1 0 0,-2 1 1 0 0,1 12 0 0 0,-2-9 10 0 0,0 1 0 0 0,-1-1 0 0 0,-1 0 0 0 0,-1 0 0 0 0,0 0 0 0 0,-1 0 1 0 0,-6 15-1 0 0,-47 96 909 0 0,43-100-541 0 0,-20 35 1154 0 0,34-59-1419 0 0,-13 23 920 0 0,8-22-2055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07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89 732 0 0,'1'11'10124'0'0,"-1"-11"-9921"0"0,21 2 2418 0 0,23-10-3489 0 0,-43 8 1373 0 0,268-40-15 0 0,-57 11-1071 0 0,-197 27-23 0 0,25-7-582 0 0,-12-4-3967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0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59 217 2920 0 0,'-9'-11'2579'0'0,"0"0"0"0"0,1-1 1 0 0,-12-23-1 0 0,18 32-2348 0 0,0 0 0 0 0,1 0 1 0 0,-1 0-1 0 0,1 0 1 0 0,0 0-1 0 0,0-1 0 0 0,0 1 1 0 0,1 0-1 0 0,-1-1 1 0 0,1 1-1 0 0,0-1 1 0 0,0 1-1 0 0,0 0 0 0 0,0-1 1 0 0,1 1-1 0 0,-1-1 1 0 0,1 1-1 0 0,0 0 0 0 0,0-1 1 0 0,0 1-1 0 0,2-4 1 0 0,1 2-162 0 0,0-1 0 0 0,0 1 0 0 0,0 0 0 0 0,1 1 0 0 0,0-1 0 0 0,0 1-1 0 0,0 0 1 0 0,0 0 0 0 0,1 0 0 0 0,0 1 0 0 0,-1 0 0 0 0,1 0 0 0 0,0 0 0 0 0,10-2 0 0 0,-7 3-33 0 0,0 0-1 0 0,-1 0 1 0 0,2 1-1 0 0,-1 0 0 0 0,0 1 1 0 0,0 0-1 0 0,0 0 1 0 0,0 1-1 0 0,0 0 1 0 0,10 3-1 0 0,-11-2-21 0 0,-1 0-1 0 0,1 1 0 0 0,-1 0 1 0 0,1 0-1 0 0,-1 1 1 0 0,0 0-1 0 0,0 0 1 0 0,-1 0-1 0 0,1 1 1 0 0,-1 0-1 0 0,8 9 1 0 0,-10-10 6 0 0,0 1 1 0 0,-1-1-1 0 0,1 1 1 0 0,-1 0 0 0 0,-1 1-1 0 0,1-1 1 0 0,0 0 0 0 0,-1 1-1 0 0,0 0 1 0 0,-1-1-1 0 0,1 1 1 0 0,-1 0 0 0 0,0 0-1 0 0,-1 0 1 0 0,1 0 0 0 0,-1 8-1 0 0,-2 0 1 0 0,0-1-1 0 0,0 1 0 0 0,-1-1 1 0 0,-1 0-1 0 0,0 0 0 0 0,-1 0 1 0 0,0-1-1 0 0,-1 0 0 0 0,-1 0 1 0 0,0 0-1 0 0,0 0 0 0 0,-1-1 1 0 0,-10 11-1 0 0,-6 4 67 0 0,-1-1 1 0 0,-2-1-1 0 0,-49 34 0 0 0,74-56-50 0 0,1-2-38 0 0,1 0 0 0 0,0 0 1 0 0,0 0-1 0 0,-1 0 1 0 0,1-1-1 0 0,0 1 0 0 0,0 0 1 0 0,-1 0-1 0 0,1 0 1 0 0,0-1-1 0 0,0 1 0 0 0,-1 0 1 0 0,1 0-1 0 0,0 0 0 0 0,0-1 1 0 0,0 1-1 0 0,0 0 1 0 0,0 0-1 0 0,-1-1 0 0 0,1 1 1 0 0,0 0-1 0 0,0-1 1 0 0,0 1-1 0 0,0 0 0 0 0,0 0 1 0 0,0-1-1 0 0,0 1 1 0 0,0 0-1 0 0,0-1 0 0 0,0 1 1 0 0,0 0-1 0 0,0-1 1 0 0,0 1-1 0 0,0 0 0 0 0,0 0 1 0 0,0-1-1 0 0,0 1 1 0 0,1-1-1 0 0,3-11 31 0 0,19-13-2 0 0,2 0 1 0 0,0 2-1 0 0,47-34 0 0 0,-15 13-11 0 0,130-98-88 0 0,-180 137 75 0 0,0-1-1 0 0,0 0 1 0 0,-1 0 0 0 0,0 0 0 0 0,0-1-1 0 0,0 0 1 0 0,-1 0 0 0 0,6-11 0 0 0,-10 17-6 0 0,-1 1 1 0 0,0-1 0 0 0,1 0-1 0 0,-1 1 1 0 0,0-1 0 0 0,0 0 0 0 0,1 1-1 0 0,-1-1 1 0 0,0 0 0 0 0,0 1 0 0 0,0-1-1 0 0,0 0 1 0 0,0 0 0 0 0,0 1-1 0 0,0-1 1 0 0,0 0 0 0 0,0 1 0 0 0,0-1-1 0 0,0 0 1 0 0,-1 0 0 0 0,1 1 0 0 0,0-1-1 0 0,0 0 1 0 0,-1 1 0 0 0,1-1-1 0 0,-1 1 1 0 0,0-2 0 0 0,0 1-1 0 0,0 0 0 0 0,0 1 1 0 0,0-1-1 0 0,0 1 0 0 0,-1-1 0 0 0,1 1 1 0 0,0-1-1 0 0,0 1 0 0 0,-1 0 0 0 0,1 0 1 0 0,0 0-1 0 0,0-1 0 0 0,-3 2 0 0 0,-35 5 0 0 0,19 2 1 0 0,-1 1 0 0 0,2 0-1 0 0,-1 2 1 0 0,2 1 0 0 0,-1 0 0 0 0,2 1-1 0 0,0 1 1 0 0,0 1 0 0 0,1 0 0 0 0,1 1-1 0 0,1 0 1 0 0,-15 23 0 0 0,25-33-1 0 0,0-1 1 0 0,0 1-1 0 0,1 0 1 0 0,0 1-1 0 0,0-1 1 0 0,1 1-1 0 0,-1-1 1 0 0,2 1-1 0 0,-1 0 0 0 0,1 0 1 0 0,0 0-1 0 0,0 0 1 0 0,1 12-1 0 0,0-13 2 0 0,1 0-1 0 0,0 0 1 0 0,1-1 0 0 0,-1 1-1 0 0,1-1 1 0 0,0 0-1 0 0,1 1 1 0 0,-1-1-1 0 0,1 0 1 0 0,0 0 0 0 0,0 0-1 0 0,0-1 1 0 0,1 1-1 0 0,0-1 1 0 0,0 0-1 0 0,0 0 1 0 0,5 4 0 0 0,7 4-419 0 0,1-1 0 0 0,0-1 1 0 0,0 0-1 0 0,1-1 1 0 0,0-1-1 0 0,30 9 0 0 0,-13-7-2977 0 0,1-1-1 0 0,60 5 0 0 0,-53-10-2232 0 0</inkml:trace>
  <inkml:trace contextRef="#ctx0" brushRef="#br0" timeOffset="1">1014 483 348 0 0,'-8'-15'11105'0'0,"3"4"-7511"0"0,5 11-3433 0 0,-1-1 0 0 0,1 1 1 0 0,0-1-1 0 0,-1 1 1 0 0,1-1-1 0 0,0 0 0 0 0,0 1 1 0 0,-1-1-1 0 0,1 0 1 0 0,0 1-1 0 0,0-1 0 0 0,0 0 1 0 0,0 1-1 0 0,0-1 1 0 0,0 0-1 0 0,0-1 0 0 0,2 1-113 0 0,-1 0-1 0 0,1 0 0 0 0,0 0 0 0 0,0 0 0 0 0,-1 0 1 0 0,1 1-1 0 0,0-1 0 0 0,0 0 0 0 0,0 1 0 0 0,0 0 1 0 0,0-1-1 0 0,0 1 0 0 0,0 0 0 0 0,0 0 0 0 0,-1 0 1 0 0,1 0-1 0 0,0 0 0 0 0,0 1 0 0 0,4 0 0 0 0,-2 0-27 0 0,-1 0-1 0 0,1 0 0 0 0,0 0 0 0 0,0 1 1 0 0,0 0-1 0 0,-1-1 0 0 0,1 1 1 0 0,-1 1-1 0 0,6 3 0 0 0,-6-3 36 0 0,0 0 0 0 0,0 0 0 0 0,0 0 0 0 0,0 1 1 0 0,-1-1-1 0 0,1 1 0 0 0,-1 0 0 0 0,0 0 0 0 0,0 0 0 0 0,0 0 0 0 0,0 0 0 0 0,-1 0 0 0 0,0 0 0 0 0,0 1 1 0 0,1 5-1 0 0,-2-4 65 0 0,0 1 1 0 0,0-1-1 0 0,-1 1 1 0 0,1-1-1 0 0,-1 1 1 0 0,-1-1-1 0 0,0 1 1 0 0,1-1-1 0 0,-5 8 1 0 0,-5 8 302 0 0,-1-1 0 0 0,0 0 0 0 0,-2-1 1 0 0,-22 26-1 0 0,-116 124 1332 0 0,151-169-1755 0 0,1 0 0 0 0,-1 0 0 0 0,0 0 0 0 0,0 0 0 0 0,1 0 0 0 0,-1 0 0 0 0,1 0 0 0 0,-1 0 0 0 0,1 0 0 0 0,-1 0 0 0 0,1 0 0 0 0,0 0 0 0 0,-1 1 0 0 0,1-1 0 0 0,0 0 0 0 0,0 2 0 0 0,0-3 0 0 0,0 1 0 0 0,0-1 0 0 0,1 1 0 0 0,-1-1 0 0 0,0 0 0 0 0,0 1 0 0 0,1-1 0 0 0,-1 1 0 0 0,0-1 0 0 0,1 1 0 0 0,-1-1 0 0 0,0 0 0 0 0,1 1 0 0 0,-1-1 0 0 0,1 0 0 0 0,-1 1 0 0 0,1-1 0 0 0,-1 0 0 0 0,1 0 0 0 0,-1 0 0 0 0,1 1 0 0 0,-1-1 0 0 0,1 0 0 0 0,0 0 0 0 0,5 1-11 0 0,-1-1-1 0 0,1 1 1 0 0,0-1 0 0 0,11-2-1 0 0,-14 2-2 0 0,274-50-2575 0 0,-214 36 1738 0 0,15-3-531 0 0,145-33-3362 0 0,-74 13-1401 0 0,-49 12-554 0 0</inkml:trace>
  <inkml:trace contextRef="#ctx0" brushRef="#br0" timeOffset="2">2197 449 968 0 0,'-33'-5'6982'0'0,"3"1"636"0"0,29 4-7391 0 0,0 0 1 0 0,0 0-1 0 0,0-1 0 0 0,0 1 1 0 0,-1 0-1 0 0,1-1 0 0 0,0 1 0 0 0,0 0 1 0 0,0-1-1 0 0,0 1 0 0 0,0-1 1 0 0,1 0-1 0 0,-1 1 0 0 0,0-1 0 0 0,0 0 1 0 0,0 0-1 0 0,0 1 0 0 0,-1-3 0 0 0,4 0 164 0 0,22-11-110 0 0,1 2 1 0 0,1 0-1 0 0,0 2 1 0 0,50-13-1 0 0,116-15-1087 0 0,-175 35 595 0 0,34-6-1067 0 0,40-6-1920 0 0,-31 1-3445 0 0,-33 6-501 0 0</inkml:trace>
  <inkml:trace contextRef="#ctx0" brushRef="#br0" timeOffset="3">2660 59 2212 0 0,'-67'-32'13975'0'0,"39"19"-9666"0"0,24 14-3794 0 0,-12 4 48 0 0,15-5-525 0 0,1 1 0 0 0,-1-1 0 0 0,0 0 0 0 0,0 1 0 0 0,0 0 0 0 0,1-1 0 0 0,-1 1 0 0 0,0-1 0 0 0,1 1 0 0 0,-1 0 0 0 0,0 0 0 0 0,1-1 0 0 0,-1 1 0 0 0,1 0 0 0 0,-1 0 0 0 0,1 0 0 0 0,0 0 0 0 0,-1-1 0 0 0,1 1 0 0 0,0 0 0 0 0,0 0 1 0 0,-1 1-1 0 0,1 0 82 0 0,-6 16 166 0 0,0-1 0 0 0,2 1-1 0 0,0 0 1 0 0,-3 32 0 0 0,3-14-146 0 0,-3 24-648 0 0,2 0 0 0 0,5 77 0 0 0,18 33-5545 0 0,-9-128 526 0 0,3-2-3103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10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74 1604 0 0,'-11'15'6562'0'0,"8"-7"-3806"0"0,3-8-2728 0 0,0 0 1 0 0,0 1-1 0 0,0-1 1 0 0,-1 0-1 0 0,1 0 1 0 0,0 1-1 0 0,0-1 1 0 0,0 0 0 0 0,0 0-1 0 0,0 1 1 0 0,0-1-1 0 0,0 0 1 0 0,0 0-1 0 0,0 1 1 0 0,0-1-1 0 0,0 0 1 0 0,0 1 0 0 0,0-1-1 0 0,0 0 1 0 0,0 0-1 0 0,0 1 1 0 0,0-1-1 0 0,0 0 1 0 0,0 0-1 0 0,0 1 1 0 0,0-1 0 0 0,1 0-1 0 0,-1 0 1 0 0,0 1-1 0 0,0-1 1 0 0,0 0-1 0 0,0 0 1 0 0,1 1-1 0 0,-1-1 1 0 0,0 0-1 0 0,0 0 1 0 0,0 0 0 0 0,1 1-1 0 0,27-1-4 0 0,0 0-1 0 0,0-2 1 0 0,41-8-1 0 0,6 0-1881 0 0,-18 5-1386 0 0,3-1-1379 0 0</inkml:trace>
  <inkml:trace contextRef="#ctx0" brushRef="#br0" timeOffset="1">1960 18 376 0 0,'3'0'2840'0'0,"17"0"3669"0"0,13-5 764 0 0,-6 1-6468 0 0,30 0 0 0 0,127 0-10979 0 0,-134 4 4144 0 0</inkml:trace>
  <inkml:trace contextRef="#ctx0" brushRef="#br0" timeOffset="2">3853 78 2356 0 0,'36'-1'8979'0'0,"40"-9"-1"0"0,-38 4-6633 0 0,-5 0-4646 0 0,-9 2-1143 0 0,45-1 1 0 0,-21 2-1742 0 0,-4 0-696 0 0</inkml:trace>
  <inkml:trace contextRef="#ctx0" brushRef="#br0" timeOffset="3">5331 95 2784 0 0,'4'1'2504'0'0,"14"3"1742"0"0,11 1 1553 0 0,-21-3-4903 0 0,0 0 0 0 0,0-1 0 0 0,0 0 0 0 0,15 0-1 0 0,51-8-3476 0 0,-22-1-4374 0 0,-19 2-917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11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119 394 1580 0 0,'-9'-4'2071'0'0,"0"1"-1"0"0,0 0 1 0 0,0 1-1 0 0,-1 0 0 0 0,1 0 1 0 0,-16 0-1 0 0,16 1-547 0 0,5 1-679 0 0,-21-7 3129 0 0,562-40-3374 0 0,-505 44-1396 0 0,26-3-3396 0 0,-24 1-4431 0 0</inkml:trace>
  <inkml:trace contextRef="#ctx0" brushRef="#br0" timeOffset="1">418 93 2060 0 0,'-51'-25'15116'0'0,"50"24"-15061"0"0,-21-8 5035 0 0,22 9-4968 0 0,-1 0 0 0 0,0 0 0 0 0,1 0 0 0 0,-1-1-1 0 0,0 1 1 0 0,1 0 0 0 0,-1 0 0 0 0,0 0 0 0 0,1 0 0 0 0,-1 0-1 0 0,0 1 1 0 0,0-1 0 0 0,1 0 0 0 0,-1 0 0 0 0,0 0 0 0 0,1 1 0 0 0,-1-1-1 0 0,1 0 1 0 0,-1 0 0 0 0,0 1 0 0 0,1-1 0 0 0,-1 1 0 0 0,1-1-1 0 0,-1 1 1 0 0,1-1 0 0 0,-1 1 0 0 0,1-1 0 0 0,-1 1 0 0 0,1-1-1 0 0,-1 1 1 0 0,1-1 0 0 0,0 1 0 0 0,-1 1 0 0 0,-8 31 835 0 0,1 0 1 0 0,1 1-1 0 0,-3 68 1 0 0,2-20-621 0 0,-8 110-1475 0 0,13-63-3604 0 0,5-80 1690 0 0,4-25-77 0 0,5-5-4253 0 0</inkml:trace>
  <inkml:trace contextRef="#ctx0" brushRef="#br0" timeOffset="2">1442 76 2820 0 0,'0'-3'447'0'0,"0"0"1"0"0,-1 0-1 0 0,1 0 0 0 0,0 1 0 0 0,-1-1 0 0 0,0 0 0 0 0,1 0 1 0 0,-1 1-1 0 0,0-1 0 0 0,0 0 0 0 0,-1 1 0 0 0,1-1 0 0 0,0 1 0 0 0,-1 0 1 0 0,0-1-1 0 0,1 1 0 0 0,-1 0 0 0 0,-4-4 0 0 0,2 3-57 0 0,0 1 0 0 0,0 0 0 0 0,0-1-1 0 0,0 1 1 0 0,-1 0 0 0 0,1 1 0 0 0,0-1-1 0 0,-1 1 1 0 0,1 0 0 0 0,-9-1 0 0 0,1 1-52 0 0,-1 0 1 0 0,1 1-1 0 0,-1 1 1 0 0,1 0 0 0 0,0 1-1 0 0,-1 0 1 0 0,1 1-1 0 0,-12 4 1 0 0,0 2-116 0 0,1 1 0 0 0,0 1-1 0 0,0 2 1 0 0,1 0 0 0 0,-37 29-1 0 0,46-31-182 0 0,1-1-1 0 0,1 2 0 0 0,0-1 0 0 0,1 1 0 0 0,0 1 0 0 0,1 0 0 0 0,0 0 0 0 0,1 1 1 0 0,1 0-1 0 0,-10 25 0 0 0,15-33-35 0 0,0 0-1 0 0,1 0 1 0 0,-1 0-1 0 0,1 0 1 0 0,1 0 0 0 0,-1 0-1 0 0,1 0 1 0 0,0 0 0 0 0,1 0-1 0 0,-1 0 1 0 0,1-1 0 0 0,0 1-1 0 0,3 10 1 0 0,-2-12-3 0 0,0-1 0 0 0,0 1 0 0 0,0 0 0 0 0,0 0 0 0 0,1-1 0 0 0,-1 0 0 0 0,1 1 0 0 0,0-1 0 0 0,0 0 0 0 0,0 0 1 0 0,1 0-1 0 0,-1-1 0 0 0,0 1 0 0 0,1-1 0 0 0,0 0 0 0 0,0 0 0 0 0,-1 0 0 0 0,1-1 0 0 0,8 3 0 0 0,-4-2-5 0 0,0 0 0 0 0,1 0-1 0 0,-1-1 1 0 0,1 0 0 0 0,-1-1 0 0 0,1 0 0 0 0,-1 0-1 0 0,1-1 1 0 0,-1 0 0 0 0,1 0 0 0 0,-1-1 0 0 0,0 0-1 0 0,0 0 1 0 0,0-1 0 0 0,0 0 0 0 0,0-1 0 0 0,0 0-1 0 0,-1 0 1 0 0,13-9 0 0 0,-8 3-3 0 0,-1-1-1 0 0,1 1 1 0 0,-2-2 0 0 0,1 0-1 0 0,-2 0 1 0 0,0 0 0 0 0,0-1-1 0 0,-1-1 1 0 0,-1 0 0 0 0,7-14-1 0 0,45-124 2942 0 0,-46 123-2350 0 0,-12 27-49 0 0,1 18 49 0 0,-3-2-364 0 0,0-1 0 0 0,0 0 0 0 0,-1 0 1 0 0,-1 0-1 0 0,-7 20 0 0 0,2-4-27 0 0,-2 10-126 0 0,-40 194 192 0 0,45-201-1295 0 0,2-1-1 0 0,1 1 0 0 0,1 0 0 0 0,2 0 1 0 0,7 45-1 0 0,6-26-2569 0 0,0-20-2609 0 0</inkml:trace>
  <inkml:trace contextRef="#ctx0" brushRef="#br0" timeOffset="3">1738 579 2528 0 0,'4'-52'16351'0'0,"-8"74"-15060"0"0,4-16-1419 0 0,-12 85 1396 0 0,-18 106-403 0 0,10-128-401 0 0,7-79-483 0 0,12 8 12 0 0,0 0 1 0 0,0 1-1 0 0,0-1 1 0 0,0 0-1 0 0,0 0 0 0 0,1 0 1 0 0,-1 0-1 0 0,1 0 1 0 0,-1 0-1 0 0,1 0 0 0 0,0 0 1 0 0,0 0-1 0 0,0 0 1 0 0,0-3-1 0 0,5-32-114 0 0,-3 26 88 0 0,2-8-3 0 0,0 0 0 0 0,1 0 0 0 0,1 1 0 0 0,1-1 0 0 0,0 1-1 0 0,17-28 1 0 0,-18 35 27 0 0,1 1 0 0 0,0 1-1 0 0,0-1 1 0 0,0 1 0 0 0,1 0-1 0 0,1 1 1 0 0,0 0 0 0 0,0 0 0 0 0,0 1-1 0 0,1 0 1 0 0,0 1 0 0 0,13-6-1 0 0,-20 10-2 0 0,1 0 0 0 0,0 1 0 0 0,-1 0 0 0 0,1 0 0 0 0,0 0 1 0 0,0 1-1 0 0,0-1 0 0 0,0 1 0 0 0,0 0 0 0 0,0 0 0 0 0,0 0 0 0 0,0 0 0 0 0,0 1 0 0 0,0 0 0 0 0,0 0 0 0 0,5 2 0 0 0,-4-1 3 0 0,0 0 1 0 0,-1 1-1 0 0,1 0 0 0 0,-1 0 1 0 0,1 0-1 0 0,-1 1 0 0 0,0-1 1 0 0,0 1-1 0 0,-1 0 0 0 0,1 0 1 0 0,2 5-1 0 0,1 0 23 0 0,-2 1-1 0 0,1 0 1 0 0,-2 0-1 0 0,1 0 1 0 0,-1 0-1 0 0,-1 1 1 0 0,0 0-1 0 0,0-1 1 0 0,-1 1-1 0 0,0 0 1 0 0,-1 15-1 0 0,-1-6 63 0 0,-1-1 0 0 0,-1 1 0 0 0,-7 34 0 0 0,6-45-41 0 0,1 0 0 0 0,-1 0-1 0 0,-1-1 1 0 0,0 1-1 0 0,0-1 1 0 0,0 0 0 0 0,-1 0-1 0 0,0 0 1 0 0,-1-1 0 0 0,-6 8-1 0 0,7-10 25 0 0,4-5-54 0 0,1 1 1 0 0,-1 0-1 0 0,0 0 0 0 0,0-1 0 0 0,1 1 0 0 0,-1-1 0 0 0,0 1 0 0 0,0-1 1 0 0,0 1-1 0 0,0-1 0 0 0,0 1 0 0 0,1-1 0 0 0,-1 0 0 0 0,0 1 1 0 0,-2-1-1 0 0,2 0-3 0 0,0 1-1 0 0,0-1 1 0 0,0 0 0 0 0,0 1 0 0 0,0-1 0 0 0,0 0 0 0 0,0 0-1 0 0,0 0 1 0 0,0 0 0 0 0,0 0 0 0 0,0 0 0 0 0,0 0 0 0 0,0 0-1 0 0,0 0 1 0 0,0-1 0 0 0,0 1 0 0 0,1 0 0 0 0,-1 0 0 0 0,0-1-1 0 0,0 1 1 0 0,0-1 0 0 0,0 1 0 0 0,0-1 0 0 0,0 1 0 0 0,1-1-1 0 0,-1 0 1 0 0,0 1 0 0 0,0-1 0 0 0,1 0 0 0 0,-1 0 0 0 0,0 0-1 0 0,0-2-2 0 0,0 1-1 0 0,0-1 0 0 0,0 1 0 0 0,0 0 0 0 0,1-1 1 0 0,-1 0-1 0 0,0-4 0 0 0,1 3-2 0 0,-1-4-2 0 0,1 0 0 0 0,0-1 0 0 0,0 1 1 0 0,0 0-1 0 0,1-1 0 0 0,1 1 0 0 0,-1 0 0 0 0,1 0 1 0 0,6-15-1 0 0,0 6-5 0 0,0 0 1 0 0,1 1-1 0 0,14-20 1 0 0,-9 14 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12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0 159 492 0 0,'0'-2'4021'0'0,"0"-3"-3471"0"0,1 1-1 0 0,-1 0 0 0 0,1-1 1 0 0,0 1-1 0 0,0 0 1 0 0,0 0-1 0 0,0 0 1 0 0,1 0-1 0 0,3-7 1 0 0,-2 6-298 0 0,1 0 0 0 0,-1 0 0 0 0,1 1 0 0 0,0-1 0 0 0,0 1 0 0 0,0 0 0 0 0,7-5 0 0 0,1 0-94 0 0,0 1 1 0 0,1 1-1 0 0,0 0 1 0 0,0 0-1 0 0,0 2 1 0 0,1 0-1 0 0,-1 0 0 0 0,2 1 1 0 0,-1 1-1 0 0,0 0 1 0 0,20-1-1 0 0,-30 4-134 0 0,0 0 0 0 0,0 0-1 0 0,-1 1 1 0 0,1-1 0 0 0,0 1-1 0 0,-1 0 1 0 0,1 0 0 0 0,0 0-1 0 0,-1 1 1 0 0,0-1-1 0 0,1 1 1 0 0,-1 0 0 0 0,0 0-1 0 0,0 0 1 0 0,1 0 0 0 0,2 4-1 0 0,-2-3 22 0 0,-1 1-1 0 0,0 0 0 0 0,0 0 0 0 0,-1 1 0 0 0,1-1 0 0 0,-1 0 0 0 0,0 1 0 0 0,0 0 1 0 0,0-1-1 0 0,2 10 0 0 0,-2 1 101 0 0,0 0-1 0 0,-1 0 1 0 0,0-1 0 0 0,-2 1 0 0 0,1 0-1 0 0,-6 27 1 0 0,-4 11 30 0 0,-2 0 0 0 0,-28 75 0 0 0,39-126-301 0 0,1 0 0 0 0,-1-1 0 0 0,0 1 0 0 0,1 0 0 0 0,-1 0-1 0 0,1-1 1 0 0,-1 1 0 0 0,1 0 0 0 0,0 0 0 0 0,0 0 0 0 0,0-1-1 0 0,0 1 1 0 0,0 0 0 0 0,0 0 0 0 0,0 0 0 0 0,1-1 0 0 0,-1 1-1 0 0,1 0 1 0 0,-1 0 0 0 0,1-1 0 0 0,0 1 0 0 0,0 0 0 0 0,-1-1-1 0 0,3 3 1 0 0,19-5-6225 0 0,-8-3 1909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13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97 1656 0 0,'-1'-2'2158'0'0,"-30"-47"7347"0"0,29 47-8787 0 0,-1-3 87 0 0,3 5-769 0 0,-1 0-1 0 0,1 0 1 0 0,0-1-1 0 0,0 1 1 0 0,0 0-1 0 0,0 0 1 0 0,0-1-1 0 0,0 1 1 0 0,0 0-1 0 0,0 0 1 0 0,0-1-1 0 0,-1 1 1 0 0,1 0-1 0 0,0 0 1 0 0,0 0-1 0 0,0-1 1 0 0,0 1-1 0 0,-1 0 1 0 0,1 0-1 0 0,0 0 0 0 0,0 0 1 0 0,-1-1-1 0 0,1 1 1 0 0,0 0-1 0 0,0 0 1 0 0,-1 0-1 0 0,1 0 1 0 0,0 0-1 0 0,0 0 1 0 0,-1 0-1 0 0,1 0 1 0 0,0 0-1 0 0,0 0 1 0 0,-1 0-1 0 0,1 0 1 0 0,0 0-1 0 0,0 0 1 0 0,-1 0-1 0 0,1 0 0 0 0,-3 2 19 0 0,1-1 0 0 0,-1 1 0 0 0,1 0-1 0 0,0 0 1 0 0,-1 0 0 0 0,1 0 0 0 0,0 0-1 0 0,1 0 1 0 0,-1 0 0 0 0,0 1 0 0 0,0-1-1 0 0,1 1 1 0 0,0 0 0 0 0,-1-1 0 0 0,0 6-1 0 0,-17 52 434 0 0,15-43-437 0 0,-38 177 294 0 0,8-30 233 0 0,34-162-520 0 0,0-3-56 0 0,-1 0 1 0 0,1 1 0 0 0,-1-1-1 0 0,1 1 1 0 0,0-1-1 0 0,-1 0 1 0 0,1 1 0 0 0,0-1-1 0 0,0 0 1 0 0,0 1-1 0 0,-1-1 1 0 0,1 0 0 0 0,0 0-1 0 0,0 1 1 0 0,0-1-1 0 0,0-1 1 0 0,4-27-21 0 0,1 1 0 0 0,2-1 0 0 0,0 1 0 0 0,2 0 0 0 0,1 1 0 0 0,1 0 0 0 0,2 1 0 0 0,0 0 0 0 0,2 1 0 0 0,1 1 0 0 0,0 0 0 0 0,2 1-1 0 0,1 1 1 0 0,1 0 0 0 0,40-33 0 0 0,-51 48 5 0 0,1 0 0 0 0,-1 1 0 0 0,1 0-1 0 0,0 0 1 0 0,1 1 0 0 0,-1 1 0 0 0,1 0 0 0 0,18-5-1 0 0,-26 9 16 0 0,1-1 0 0 0,-1 1 0 0 0,0 0 0 0 0,0 0 0 0 0,0 1 0 0 0,0-1 0 0 0,0 1 0 0 0,0-1-1 0 0,0 1 1 0 0,0 0 0 0 0,0 0 0 0 0,0 1 0 0 0,0-1 0 0 0,0 0 0 0 0,0 1 0 0 0,-1 0 0 0 0,1 0 0 0 0,-1-1 0 0 0,1 2-1 0 0,-1-1 1 0 0,0 0 0 0 0,0 0 0 0 0,0 1 0 0 0,0-1 0 0 0,0 1 0 0 0,0-1 0 0 0,-1 1 0 0 0,1 0 0 0 0,-1 0 0 0 0,0 0-1 0 0,2 4 1 0 0,1 5 22 0 0,-1 0-1 0 0,0 0 1 0 0,-1 0-1 0 0,0 1 1 0 0,-1-1-1 0 0,0 17 1 0 0,-2 2 62 0 0,-8 45-1 0 0,4-45-371 0 0,-1 46 0 0 0,6-74 111 0 0,0 1 0 0 0,0-1 0 0 0,1 1 0 0 0,-1-1 0 0 0,1 0 0 0 0,0 1 0 0 0,0-1 0 0 0,0 0-1 0 0,3 4 1 0 0,-4-5-55 0 0,1-1 0 0 0,0 1 0 0 0,0-1 0 0 0,0 0 0 0 0,1 1 0 0 0,-1-1 0 0 0,0 0 0 0 0,0 0-1 0 0,1 0 1 0 0,1 1 0 0 0,-1-1-262 0 0,-1 0-1 0 0,1 0 1 0 0,0-1-1 0 0,0 1 1 0 0,-1-1-1 0 0,1 1 0 0 0,0-1 1 0 0,0 0-1 0 0,0 0 1 0 0,0 1-1 0 0,2-2 1 0 0,28 0-4890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14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108 143 2316 0 0,'-34'-67'13704'0'0,"44"92"-12747"0"0,0 3-671 0 0,-3 0 0 0 0,0 1 0 0 0,-2 0 1 0 0,0 0-1 0 0,-1 31 0 0 0,-4-42-211 0 0,-1 0 0 0 0,0 0 0 0 0,-1 0-1 0 0,-1 0 1 0 0,-1 0 0 0 0,-1-1 0 0 0,0 0 0 0 0,-1 0 0 0 0,-13 25-1 0 0,18-40-66 0 0,-15 28 175 0 0,-1 0 0 0 0,-23 31 0 0 0,39-60-128 0 0,1-2-55 0 0,1-1 1 0 0,-1 1 0 0 0,1-1-1 0 0,0 1 1 0 0,0-1-1 0 0,0 1 1 0 0,0 0-1 0 0,0 0 1 0 0,0-1 0 0 0,2 0-1 0 0,-2 0 0 0 0,137-171-332 0 0,-32 42 182 0 0,-77 94 107 0 0,57-79-25 0 0,-70 92 83 0 0,-1 0 1 0 0,23-52-1 0 0,-34 50 5 0 0,-3 23-29 0 0,-10 3 7 0 0,7 0 3 0 0,0 0 0 0 0,1 0 0 0 0,-1 0 1 0 0,0 0-1 0 0,0 0 0 0 0,1 0 0 0 0,-1 0 1 0 0,0 1-1 0 0,0-1 0 0 0,1 1 0 0 0,-1-1 1 0 0,0 1-1 0 0,-1 1 0 0 0,-9 6 22 0 0,0 1 0 0 0,0 1 0 0 0,1 0 0 0 0,0 0 0 0 0,1 1 0 0 0,0 0 0 0 0,-12 18 0 0 0,1 5 102 0 0,-27 52 0 0 0,41-72-96 0 0,1 0-1 0 0,0 1 0 0 0,1 0 1 0 0,0 0-1 0 0,2 0 1 0 0,0 0-1 0 0,0 1 1 0 0,1-1-1 0 0,1 1 1 0 0,2 21-1 0 0,-1-28-88 0 0,2 0 0 0 0,-1 0 1 0 0,1 0-1 0 0,1 0 0 0 0,-1 0 0 0 0,1 0 0 0 0,1-1 1 0 0,0 0-1 0 0,0 1 0 0 0,1-1 0 0 0,0-1 0 0 0,0 1 1 0 0,0-1-1 0 0,1 0 0 0 0,1 0 0 0 0,-1 0 0 0 0,1-1 1 0 0,12 9-1 0 0,2-1-878 0 0,2-1 0 0 0,-1-1 0 0 0,43 17 0 0 0,29 0-5331 0 0,-38-16-456 0 0</inkml:trace>
  <inkml:trace contextRef="#ctx0" brushRef="#br0" timeOffset="1">1087 533 2872 0 0,'-5'-3'946'0'0,"-1"0"284"0"0,0 0 0 0 0,0 0 0 0 0,0 1 0 0 0,0 0 0 0 0,-12-3 0 0 0,16 5-1067 0 0,0 0 0 0 0,0 0 0 0 0,0 0 0 0 0,0 0 0 0 0,1 0 0 0 0,-1 0 0 0 0,0 1 0 0 0,0-1 1 0 0,0 1-1 0 0,0-1 0 0 0,0 1 0 0 0,0 0 0 0 0,1 0 0 0 0,-1 0 0 0 0,0 0 0 0 0,1 0 0 0 0,-1 0 0 0 0,0 0 0 0 0,1 0 0 0 0,0 1 0 0 0,-1-1 1 0 0,1 1-1 0 0,0-1 0 0 0,-2 3 0 0 0,-4 6 296 0 0,1 1 0 0 0,0 0 0 0 0,1 0 0 0 0,0 0 0 0 0,0 0 0 0 0,-3 17 1 0 0,-12 75 594 0 0,10-41-624 0 0,-5 31-44 0 0,9-49-14 0 0,-17 64-1 0 0,14-86 80 0 0,3-21-286 0 0,0-9-92 0 0,6 5-69 0 0,-1 0 0 0 0,1 0 1 0 0,0 0-1 0 0,0 0 0 0 0,0 0 0 0 0,0 0 0 0 0,0 0 0 0 0,1 0 0 0 0,-1 0 0 0 0,1 0 0 0 0,2-5 0 0 0,-1-1-6 0 0,7-23-6 0 0,0 2 1 0 0,2-1-1 0 0,2 1 0 0 0,0 1 0 0 0,26-40 1 0 0,-14 31-35 0 0,1 1 0 0 0,2 1 0 0 0,42-41 0 0 0,-52 59-1 0 0,2 1 0 0 0,38-26 1 0 0,-48 36 27 0 0,0 1 1 0 0,0 0 0 0 0,1 1 0 0 0,0 0-1 0 0,0 1 1 0 0,1 0 0 0 0,-1 1 0 0 0,16-2-1 0 0,-22 4 17 0 0,0 1-1 0 0,-1 0 1 0 0,1 0-1 0 0,-1 0 1 0 0,1 1-1 0 0,0-1 1 0 0,-1 1-1 0 0,1 0 1 0 0,-1 0-1 0 0,1 1 1 0 0,-1 0-1 0 0,0-1 1 0 0,1 1-1 0 0,-1 1 1 0 0,0-1-1 0 0,0 1 1 0 0,-1-1-1 0 0,1 1 1 0 0,-1 0-1 0 0,1 0 1 0 0,-1 1 0 0 0,0-1-1 0 0,0 1 1 0 0,0 0-1 0 0,0-1 1 0 0,-1 1-1 0 0,0 0 1 0 0,0 1-1 0 0,3 6 1 0 0,0 2 18 0 0,-1-1 0 0 0,-1 1 0 0 0,0 0 1 0 0,-1 1-1 0 0,0-1 0 0 0,-1 0 0 0 0,0 1 1 0 0,-1-1-1 0 0,-2 16 0 0 0,-1-3 8 0 0,1-13-264 0 0,0-1 1 0 0,1 1-1 0 0,0-1 0 0 0,1 1 0 0 0,3 19 0 0 0,-2-29 60 0 0,-1-1 0 0 0,1 0 0 0 0,0 0 0 0 0,0 0 0 0 0,0 1 0 0 0,0-1 0 0 0,0 0 0 0 0,1 0 0 0 0,-1-1 0 0 0,1 1 0 0 0,-1 0 1 0 0,1 0-1 0 0,0-1 0 0 0,0 1 0 0 0,-1-1 0 0 0,1 1 0 0 0,0-1 0 0 0,0 0 0 0 0,1 0 0 0 0,1 2 0 0 0,2-1-903 0 0,0 0 1 0 0,1-1-1 0 0,-1 1 0 0 0,0-1 1 0 0,0 0-1 0 0,10 0 0 0 0,14-1-5499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1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319 493 1128 0 0,'-113'10'6707'0'0,"-64"2"478"0"0,181-9-6991 0 0,-4-3-190 0 0,0 1-1 0 0,0-1 1 0 0,0 0-1 0 0,0 1 1 0 0,0-1-1 0 0,0 0 1 0 0,1 1-1 0 0,-1-1 1 0 0,0 0-1 0 0,0 0 1 0 0,1 1-1 0 0,-1-1 1 0 0,0 0-1 0 0,0 0 1 0 0,1 1 0 0 0,-1-1-1 0 0,0 0 1 0 0,1 0-1 0 0,-1 1 1 0 0,0-1-1 0 0,1 0 1 0 0,-1 0-1 0 0,0 0 1 0 0,1 0-1 0 0,-1 0 1 0 0,0 0-1 0 0,1 0 1 0 0,-1 0-1 0 0,0 0 1 0 0,1 0-1 0 0,-1 0 1 0 0,0 0-1 0 0,1 0 1 0 0,-1 0-1 0 0,1 0 1 0 0,-1 0 0 0 0,1 0-1 0 0,20 1-29 0 0,132 11-1614 0 0,-50 5-5188 0 0,-74-11 2378 0 0</inkml:trace>
  <inkml:trace contextRef="#ctx0" brushRef="#br0" timeOffset="1">218 773 892 0 0,'-217'69'20692'0'0,"223"-71"-20029"0"0,26-6-286 0 0,44-8-693 0 0,211-28-3899 0 0,-30 6-5191 0 0,-156 19 3123 0 0</inkml:trace>
  <inkml:trace contextRef="#ctx0" brushRef="#br0" timeOffset="2">1924 100 488 0 0,'-8'-5'1166'0'0,"-1"-1"-1"0"0,1 0 1 0 0,1 0-1 0 0,-1-1 1 0 0,1 0-1 0 0,0 0 1 0 0,1 0-1 0 0,-1-1 1 0 0,2 0-1 0 0,-10-16 1 0 0,14 22-718 0 0,-10-5 1686 0 0,8 16-1685 0 0,1-1 0 0 0,1 1 0 0 0,0 0 0 0 0,0-1 0 0 0,1 1 0 0 0,0 10 0 0 0,0 15 197 0 0,-55 459 1632 0 0,47-432-2171 0 0,-19 135 470 0 0,23-185-499 0 0,-1-14-35 0 0,-1-13-17 0 0,5 1-21 0 0,1 0 0 0 0,1 0 0 0 0,1 1 0 0 0,0-1 0 0 0,0 0 0 0 0,2 1 1 0 0,0 0-1 0 0,0 0 0 0 0,2 0 0 0 0,0 0 0 0 0,10-17 0 0 0,-1 5-21 0 0,2 0 1 0 0,0 2-1 0 0,2 0 0 0 0,33-33 0 0 0,-42 46-2 0 0,1 2-1 0 0,0-1 0 0 0,1 1 0 0 0,0 1 0 0 0,0 0 0 0 0,1 0 0 0 0,0 1 0 0 0,0 1 0 0 0,23-7 1 0 0,-27 10 13 0 0,-1 1 1 0 0,1 1-1 0 0,0 0 1 0 0,0 0-1 0 0,0 0 1 0 0,0 1 0 0 0,0 1-1 0 0,0 0 1 0 0,0 0-1 0 0,0 0 1 0 0,-1 1 0 0 0,1 1-1 0 0,0-1 1 0 0,-1 1-1 0 0,0 1 1 0 0,15 7-1 0 0,-11-3 25 0 0,-1 1 1 0 0,1 0-1 0 0,-1 1 0 0 0,-1-1 0 0 0,0 2 0 0 0,0 0 0 0 0,-1 0 0 0 0,-1 1 0 0 0,0 0 0 0 0,0 0 0 0 0,-1 1 0 0 0,-1 0 0 0 0,0 0 1 0 0,-1 0-1 0 0,0 1 0 0 0,-1 0 0 0 0,-1 0 0 0 0,0 0 0 0 0,-1 0 0 0 0,0 1 0 0 0,-1-1 0 0 0,-1 0 0 0 0,0 1 0 0 0,-3 15 0 0 0,1-16 73 0 0,-2-1 0 0 0,0 1 0 0 0,0-1 0 0 0,-2 0 0 0 0,1 0 0 0 0,-2-1 0 0 0,1 0 0 0 0,-2 0 0 0 0,0 0 0 0 0,0-1 0 0 0,-1 0 0 0 0,0-1 0 0 0,-1 1 0 0 0,0-2 0 0 0,-1 0 0 0 0,0 0 0 0 0,0-1 0 0 0,-1 0 0 0 0,0-1 0 0 0,0 0 0 0 0,0-1 0 0 0,-1-1 0 0 0,0 0 0 0 0,-1 0 0 0 0,1-2 0 0 0,-1 1 0 0 0,-21 1 0 0 0,19-4 18 0 0,0-1 0 0 0,-1 0 0 0 0,1-1 0 0 0,0-1 0 0 0,0 0 1 0 0,0-2-1 0 0,0 0 0 0 0,0 0 0 0 0,1-2 0 0 0,0 0 0 0 0,0 0 0 0 0,-18-12 0 0 0,26 14-238 0 0,1 0 0 0 0,0 0 0 0 0,1 0 0 0 0,-1-1-1 0 0,1 0 1 0 0,0 0 0 0 0,0-1 0 0 0,0 1 0 0 0,-7-13 0 0 0,11 17 39 0 0,1 0 0 0 0,-1 0 0 0 0,1 0 0 0 0,0 0 1 0 0,-1 0-1 0 0,1 0 0 0 0,0 0 0 0 0,0-1 0 0 0,0 1 1 0 0,0 0-1 0 0,0 0 0 0 0,0 0 0 0 0,0-2 0 0 0,0 0-175 0 0,0 2 121 0 0,0-1-1 0 0,1 1 1 0 0,-1-1 0 0 0,0 1-1 0 0,1 0 1 0 0,-1-1 0 0 0,1 1 0 0 0,-1-1-1 0 0,1 1 1 0 0,-1 0 0 0 0,1-1-1 0 0,0 1 1 0 0,0 0 0 0 0,0 0-1 0 0,0 0 1 0 0,0 0 0 0 0,0 0 0 0 0,0 0-1 0 0,0 0 1 0 0,0 0 0 0 0,0 0-1 0 0,1 0 1 0 0,0 0 0 0 0,29-13-2714 0 0,38 2-6037 0 0,-42 8 2168 0 0</inkml:trace>
  <inkml:trace contextRef="#ctx0" brushRef="#br0" timeOffset="3">2574 840 1800 0 0,'0'-3'4879'0'0,"0"-26"2115"0"0,0 13-2663 0 0,0 16-4303 0 0,0 0 1 0 0,0 0-1 0 0,0 0 0 0 0,0 0 0 0 0,0-1 0 0 0,0 1 0 0 0,0 0 0 0 0,0 0 0 0 0,0 0 0 0 0,0 0 1 0 0,0-1-1 0 0,0 1 0 0 0,0 0 0 0 0,0 0 0 0 0,0 0 0 0 0,0 0 0 0 0,0-1 0 0 0,0 1 1 0 0,0 0-1 0 0,1 0 0 0 0,-1 0 0 0 0,0 0 0 0 0,0 0 0 0 0,0-1 0 0 0,0 1 0 0 0,0 0 1 0 0,0 0-1 0 0,0 0 0 0 0,1 0 0 0 0,-1 0 0 0 0,0 0 0 0 0,0 0 0 0 0,0 0 0 0 0,0-1 0 0 0,0 1 1 0 0,1 0-1 0 0,-1 0 0 0 0,0 0 0 0 0,0 0 0 0 0,0 0 0 0 0,0 0 0 0 0,1 0 0 0 0,-1 0 1 0 0,0 0-1 0 0,0 0 0 0 0,0 0 0 0 0,0 0 0 0 0,1 0 0 0 0,-1 0 0 0 0,0 0 0 0 0,0 0 0 0 0,0 0 1 0 0,0 0-1 0 0,1 1 0 0 0,8 10 576 0 0,5 24 10 0 0,-6-3-352 0 0,-3 0 0 0 0,0 0 0 0 0,-2 1 0 0 0,-1-1 0 0 0,-2 1 0 0 0,-1 0 0 0 0,-2-1 0 0 0,-1 1 0 0 0,-11 41 0 0 0,14-68-210 0 0,-1 0 0 0 0,0-1 0 0 0,0 1 0 0 0,-1-1 0 0 0,1 0 0 0 0,-1 0 0 0 0,0 0 0 0 0,-1 0-1 0 0,1-1 1 0 0,-6 6 0 0 0,7-8 28 0 0,-1-4-38 0 0,1 1-34 0 0,0 0 0 0 0,0-1 0 0 0,0 1 0 0 0,0-1 0 0 0,0 1 0 0 0,0-1 0 0 0,0 0 0 0 0,1 0 1 0 0,-1 0-1 0 0,1 0 0 0 0,-1 0 0 0 0,1 0 0 0 0,0 0 0 0 0,0 0 0 0 0,0 0 0 0 0,0-1 0 0 0,0 1 0 0 0,0 0 0 0 0,0-1 0 0 0,0-3 0 0 0,0-6-5 0 0,0-1-1 0 0,0 0 1 0 0,2 0 0 0 0,-1 0 0 0 0,1 0-1 0 0,1 0 1 0 0,1 1 0 0 0,0-1 0 0 0,0 1-1 0 0,1-1 1 0 0,1 1 0 0 0,0 0 0 0 0,11-19-1 0 0,-7 16-13 0 0,0 1-1 0 0,1-1 0 0 0,0 2 0 0 0,2 0 0 0 0,-1 0 0 0 0,2 1 0 0 0,-1 0 0 0 0,2 1 0 0 0,25-17 0 0 0,-36 26 6 0 0,1 0 0 0 0,0 0-1 0 0,-1 0 1 0 0,1 1 0 0 0,0-1-1 0 0,0 1 1 0 0,0 0 0 0 0,0 0-1 0 0,0 0 1 0 0,0 1 0 0 0,1 0-1 0 0,-1-1 1 0 0,0 1 0 0 0,0 1-1 0 0,0-1 1 0 0,0 1 0 0 0,0-1 0 0 0,0 1-1 0 0,0 0 1 0 0,0 1 0 0 0,0-1-1 0 0,0 1 1 0 0,0-1 0 0 0,-1 1-1 0 0,5 3 1 0 0,-1 0 11 0 0,-1 1-1 0 0,0-1 1 0 0,0 1 0 0 0,0 0 0 0 0,-1 0-1 0 0,0 1 1 0 0,0-1 0 0 0,-1 1 0 0 0,0 0-1 0 0,0 1 1 0 0,5 14 0 0 0,-2-4 11 0 0,-2 0 0 0 0,0 0 1 0 0,-1 0-1 0 0,-1 1 0 0 0,2 33 1 0 0,-5-41 33 0 0,0 0 1 0 0,-1 0-1 0 0,-1 0 1 0 0,1 1-1 0 0,-2-1 1 0 0,1 0-1 0 0,-1-1 1 0 0,-1 1-1 0 0,0 0 1 0 0,-10 16-1 0 0,13-25 182 0 0,-1-3-146 0 0,1 1-77 0 0,0-1-1 0 0,1 1 1 0 0,-1 0 0 0 0,0 0-1 0 0,1-1 1 0 0,-1 1-1 0 0,0-1 1 0 0,1 1-1 0 0,-1-1 1 0 0,1 1-1 0 0,-1-1 1 0 0,1 1 0 0 0,-1-1-1 0 0,1 1 1 0 0,-1-1-1 0 0,1 0 1 0 0,-1 1-1 0 0,1-1 1 0 0,0 0 0 0 0,-1 1-1 0 0,1-1 1 0 0,0 0-1 0 0,0 1 1 0 0,0-1-1 0 0,-1-1 1 0 0,3-24 89 0 0,3 10-59 0 0,12-28 0 0 0,-12 33 6 0 0,7-18-29 0 0,1 1 1 0 0,2 1-1 0 0,35-49 1 0 0,-36 58-21 0 0,1 1 0 0 0,0 0 0 0 0,1 1 0 0 0,1 1 0 0 0,0 1 0 0 0,24-16 0 0 0,-37 28 3 0 0,-1 0 0 0 0,1 0-1 0 0,0 0 1 0 0,0 0-1 0 0,0 1 1 0 0,0-1 0 0 0,0 1-1 0 0,0 0 1 0 0,0 1 0 0 0,0-1-1 0 0,1 0 1 0 0,-1 1-1 0 0,0 0 1 0 0,0 0 0 0 0,1 1-1 0 0,-1-1 1 0 0,0 1 0 0 0,0 0-1 0 0,0 0 1 0 0,8 3-1 0 0,-8-2 15 0 0,1 1 0 0 0,0 0-1 0 0,-1 0 1 0 0,1 0-1 0 0,-1 0 1 0 0,0 1-1 0 0,0 0 1 0 0,0 0-1 0 0,0 0 1 0 0,-1 0 0 0 0,0 1-1 0 0,0-1 1 0 0,0 1-1 0 0,0 0 1 0 0,3 8-1 0 0,-2-1 12 0 0,-1-1 0 0 0,0 1-1 0 0,0 0 1 0 0,-1 0 0 0 0,-1-1 0 0 0,0 1-1 0 0,0 0 1 0 0,-3 24 0 0 0,-4 6-923 0 0,-13 51 0 0 0,5-29-3517 0 0,5-2-3774 0 0,7-38-904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0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7 976 0 0,'7'-7'9926'0'0,"-12"13"-9776"0"0,0 0 0 0 0,0 1 0 0 0,0 0 0 0 0,1 0 0 0 0,0 0 1 0 0,-3 8-1 0 0,-18 53 62 0 0,13-35-125 0 0,6-16-46 0 0,-319 783 1196 0 0,245-616-2459 0 0,67-165-4619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0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0 151 328 0 0,'6'-45'4540'0'0,"3"-39"1258"0"0,-8 83-5745 0 0,-1 0 0 0 0,0 0 0 0 0,0 0 0 0 0,0 0 1 0 0,1 0-1 0 0,-1 0 0 0 0,0 0 0 0 0,1 0 1 0 0,-1 0-1 0 0,1 1 0 0 0,-1-1 0 0 0,1 0 0 0 0,0 0 1 0 0,-1 0-1 0 0,1 0 0 0 0,0 1 0 0 0,0-1 0 0 0,-1 0 1 0 0,1 1-1 0 0,0-1 0 0 0,0 1 0 0 0,0-1 0 0 0,0 1 1 0 0,0-1-1 0 0,0 1 0 0 0,0-1 0 0 0,0 1 0 0 0,0 0 1 0 0,0 0-1 0 0,0-1 0 0 0,0 1 0 0 0,2 0 1 0 0,27 0 834 0 0,-19 2-741 0 0,-1 1-1 0 0,0-1 1 0 0,-1 2 0 0 0,1-1 0 0 0,0 1-1 0 0,-1 1 1 0 0,0 0 0 0 0,0 0 0 0 0,0 1-1 0 0,-1 0 1 0 0,0 0 0 0 0,0 1 0 0 0,-1 0 0 0 0,1 1-1 0 0,10 14 1 0 0,-3-1-8 0 0,0 0 0 0 0,-2 1 0 0 0,0 1 1 0 0,-1 0-1 0 0,9 29 0 0 0,-4-1 25 0 0,-3 0 0 0 0,-1 2 0 0 0,-3-1 1 0 0,-3 1-1 0 0,2 104 0 0 0,-12-35 101 0 0,-27 181 0 0 0,26-254-164 0 0,4-27-4175 0 0,8-28 458 0 0,3-16-4399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0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152 134 2084 0 0,'-144'-2'11106'0'0,"137"2"-10739"0"0,42-16-3 0 0,53-9-678 0 0,138-21-1 0 0,-39 11-7196 0 0,-149 26 4134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0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71 1964 0 0,'-3'-70'15976'0'0,"3"99"-14851"0"0,-1 21-702 0 0,-3 0 0 0 0,-12 60 0 0 0,-30 95-180 0 0,4-27-200 0 0,29-124-888 0 0,-2 15-3118 0 0,10-26-4168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3 195 992 0 0,'-1'-7'810'0'0,"0"1"0"0"0,1-1 0 0 0,0 0 0 0 0,0 1 0 0 0,0-1 0 0 0,1 1 0 0 0,0-1 0 0 0,3-9 0 0 0,-2 9-452 0 0,0 1 0 0 0,1 0 1 0 0,-1 1-1 0 0,2-1 0 0 0,-1 0 0 0 0,0 1 1 0 0,9-10-1 0 0,-5 8-213 0 0,0 1 0 0 0,0-1 0 0 0,1 2-1 0 0,-1-1 1 0 0,1 1 0 0 0,0 0 0 0 0,1 1 0 0 0,-1 0-1 0 0,1 0 1 0 0,0 1 0 0 0,0 0 0 0 0,13-3 0 0 0,-11 4-45 0 0,0 1 0 0 0,1 0 1 0 0,-1 1-1 0 0,0 0 1 0 0,0 1-1 0 0,1 0 1 0 0,-1 0-1 0 0,0 1 1 0 0,0 1-1 0 0,0 0 1 0 0,-1 0-1 0 0,1 1 1 0 0,-1 1-1 0 0,19 10 1 0 0,-22-11-69 0 0,0 1 1 0 0,-1-1-1 0 0,1 1 1 0 0,-1 0 0 0 0,-1 1-1 0 0,1-1 1 0 0,-1 1-1 0 0,0 0 1 0 0,0 1 0 0 0,0-1-1 0 0,-1 1 1 0 0,0 0-1 0 0,-1 0 1 0 0,1 0 0 0 0,-1 1-1 0 0,-1-1 1 0 0,1 1-1 0 0,-1 0 1 0 0,-1-1 0 0 0,1 1-1 0 0,-1 15 1 0 0,-1-6-14 0 0,-2 1 0 0 0,0-1 1 0 0,-1 0-1 0 0,-1 1 1 0 0,-1-2-1 0 0,0 1 0 0 0,-1 0 1 0 0,-1-1-1 0 0,0 0 0 0 0,-1-1 1 0 0,-15 22-1 0 0,-7 4 62 0 0,-2-1 1 0 0,-61 59-1 0 0,79-89-57 0 0,12-8-38 0 0,-1-1 0 0 0,0 1-1 0 0,1 0 1 0 0,-1 0 0 0 0,1 0-1 0 0,0 0 1 0 0,-3 4 0 0 0,3-11 0 0 0,2 5 14 0 0,-1 0 0 0 0,1-1 0 0 0,0 1 0 0 0,0 0 0 0 0,0 0-1 0 0,0-1 1 0 0,-1 1 0 0 0,1 0 0 0 0,0 0 0 0 0,0-1 0 0 0,0 1 0 0 0,0 0-1 0 0,0 0 1 0 0,0-1 0 0 0,0 1 0 0 0,0 0 0 0 0,0-1 0 0 0,0 1-1 0 0,0 0 1 0 0,0-1 0 0 0,0 1 0 0 0,0 0 0 0 0,0 0 0 0 0,0-1-1 0 0,0 1 1 0 0,0 0 0 0 0,0-1 0 0 0,0 1 0 0 0,0 0 0 0 0,1 0 0 0 0,-1-1-1 0 0,0 1 1 0 0,0-1 0 0 0,9-5 91 0 0,0 0 0 0 0,0 1 0 0 0,0 0 0 0 0,1 0 0 0 0,0 1 0 0 0,0 0 0 0 0,0 0 0 0 0,0 1 0 0 0,0 1 0 0 0,1 0 0 0 0,-1 0 0 0 0,1 1 0 0 0,-1 0 0 0 0,17 2 0 0 0,-16 1-8 0 0,0 0 1 0 0,0 1 0 0 0,-1 1-1 0 0,1-1 1 0 0,-1 2-1 0 0,0 0 1 0 0,0 0-1 0 0,-1 0 1 0 0,1 1-1 0 0,-1 1 1 0 0,-1 0 0 0 0,1 0-1 0 0,-1 0 1 0 0,10 12-1 0 0,-8-7 20 0 0,-1 0 0 0 0,0 0-1 0 0,-1 1 1 0 0,0-1-1 0 0,-1 2 1 0 0,-1-1 0 0 0,0 1-1 0 0,0 0 1 0 0,6 27-1 0 0,-11-31-16 0 0,0 0-1 0 0,0 1 0 0 0,0-1 0 0 0,-1 0 0 0 0,-1 0 0 0 0,0 0 0 0 0,0 0 0 0 0,-1 0 0 0 0,0 0 0 0 0,-1-1 0 0 0,0 1 1 0 0,-5 11-1 0 0,2-9 19 0 0,-1 1 0 0 0,0-1 0 0 0,-1 0 1 0 0,-1 0-1 0 0,1-1 0 0 0,-2 0 0 0 0,0-1 1 0 0,-13 12-1 0 0,10-11-5 0 0,-1-1 0 0 0,0-1 0 0 0,0 0 0 0 0,-1-1 0 0 0,0 0 1 0 0,-29 10-1 0 0,32-14-62 0 0,-1-1 0 0 0,1 0 1 0 0,-1 0-1 0 0,0-2 0 0 0,0 1 0 0 0,1-2 1 0 0,-1 0-1 0 0,0 0 0 0 0,-13-3 0 0 0,11 1 10 0 0,-1-1-1 0 0,1-1 0 0 0,1-1 0 0 0,-26-10 1 0 0,35 12-249 0 0,0 1 0 0 0,0-1 0 0 0,0 0 0 0 0,0-1 0 0 0,1 1 0 0 0,-1-1 0 0 0,1 0 0 0 0,0 0 0 0 0,0-1 0 0 0,0 1 0 0 0,1-1-1 0 0,-1 0 1 0 0,1 0 0 0 0,0 0 0 0 0,-2-6 0 0 0,5 8-113 0 0,-1 1 0 0 0,1-1 0 0 0,0 0 0 0 0,0 0 0 0 0,0 1 0 0 0,0-1 0 0 0,0 0-1 0 0,1 0 1 0 0,-1 1 0 0 0,1-1 0 0 0,0 0 0 0 0,1-3 0 0 0,0 0-883 0 0,5-13-3432 0 0,3-2-2418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3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227 162 616 0 0,'-58'-74'14057'0'0,"45"58"-11576"0"0,11 14-1733 0 0,1 1-658 0 0,1 0 1 0 0,0 0 0 0 0,-1 1 0 0 0,1-1 0 0 0,0 0 0 0 0,-1 1-1 0 0,1-1 1 0 0,-1 0 0 0 0,1 1 0 0 0,-1-1 0 0 0,0 1 0 0 0,1-1-1 0 0,-1 1 1 0 0,1-1 0 0 0,-1 1 0 0 0,0-1 0 0 0,0 1-1 0 0,1-1 1 0 0,-1 1 0 0 0,-1 0 0 0 0,-9-9 1063 0 0,11 9-1136 0 0,-1 0 0 0 0,1-1 0 0 0,0 1 0 0 0,0-1 0 0 0,0 1 0 0 0,0 0 0 0 0,-1-1 0 0 0,1 1 0 0 0,0-1 1 0 0,0 1-1 0 0,0 0 0 0 0,0-1 0 0 0,0 1 0 0 0,0-1 0 0 0,0 1 0 0 0,0 0 0 0 0,0-1 0 0 0,0 1 0 0 0,0-1 0 0 0,0 1 0 0 0,1 0 0 0 0,-1-1 0 0 0,0 1 0 0 0,0-1 0 0 0,0 1 0 0 0,1 0 0 0 0,-1-1 1 0 0,0 1-1 0 0,0 0 0 0 0,1-1 0 0 0,0-1 4 0 0,15 0 15 0 0,167-13 85 0 0,144 0 129 0 0,-286 13-271 0 0,-38 2 32 0 0,17 0-16 0 0,-4 0 18 0 0,-13 0 1349 0 0,4 1-1305 0 0,-6-1 83 0 0,0 0-1 0 0,-1 1 0 0 0,1-1 0 0 0,0 0 1 0 0,0 0-1 0 0,0 1 0 0 0,0-1 0 0 0,0 0 0 0 0,0 1 1 0 0,0-1-1 0 0,-1 1 0 0 0,1-1 0 0 0,0 1 1 0 0,0-1-1 0 0,-1 1 0 0 0,1 0 0 0 0,1 0 0 0 0,-1 1-60 0 0,-2 10 19 0 0,-7 23-24 0 0,5-28-55 0 0,2-4 28 0 0,0 1 0 0 0,0 0 1 0 0,0-1-1 0 0,0 1 1 0 0,1 0-1 0 0,0 0 1 0 0,-1 6-1 0 0,1-8-43 0 0,-4 22 27 0 0,2 7-38 0 0,1-23 2 0 0,1 1 0 0 0,-1-1-1 0 0,0 0 1 0 0,-4 13-1 0 0,3-9-53 0 0,0-1 0 0 0,1 1 0 0 0,0 22 0 0 0,0-1 65 0 0,-5 173 240 0 0,4-51-119 0 0,-2-56-115 0 0,-16 202 45 0 0,-28 7-256 0 0,-9-67-44 0 0,56-238 242 0 0,0 1 9 0 0,0-1 1 0 0,0 1-1 0 0,-1-1 1 0 0,1 1-1 0 0,-1-1 1 0 0,0 1-1 0 0,0-1 0 0 0,0 0 1 0 0,0 0-1 0 0,-1 0 1 0 0,1 0-1 0 0,-5 3 1 0 0,2-2-4 0 0,-1 0 0 0 0,0 0 0 0 0,1-1 0 0 0,-1 0 0 0 0,-1 0 0 0 0,1 0 0 0 0,-7 1 0 0 0,-49 14 14 0 0,-3-6-1950 0 0,-98 7-1 0 0,10-14-9164 0 0,91-5 1911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4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826 32 744 0 0,'0'0'3195'0'0,"13"-5"2302"0"0,3-3 1559 0 0,-16 7-7022 0 0,1 1 1 0 0,-1 0 0 0 0,0 0 0 0 0,0 0-1 0 0,0-1 1 0 0,0 1 0 0 0,0 0-1 0 0,0 0 1 0 0,0-1 0 0 0,0 1 0 0 0,0 0-1 0 0,0 0 1 0 0,0-1 0 0 0,0 1-1 0 0,0 0 1 0 0,0 0 0 0 0,0-1 0 0 0,0 1-1 0 0,0 0 1 0 0,0 0 0 0 0,0-1-1 0 0,0 1 1 0 0,0 0 0 0 0,0 0 0 0 0,0-1-1 0 0,0 1 1 0 0,0 0 0 0 0,0 0-1 0 0,-1 0 1 0 0,1-1 0 0 0,0 1 0 0 0,0 0-1 0 0,0 0 1 0 0,0 0 0 0 0,-1-1-1 0 0,1 1 1 0 0,0 0 0 0 0,-1 0 0 0 0,0-2 135 0 0,-20-1 175 0 0,16 2-307 0 0,1-1 0 0 0,-1 2 1 0 0,0-1-1 0 0,0 0 1 0 0,-8 1-1 0 0,-57 8 9 0 0,1 4 0 0 0,0 2 0 0 0,-88 31-1 0 0,149-43-49 0 0,1 1 0 0 0,1 0 1 0 0,-1 1-1 0 0,0-1 0 0 0,1 1 0 0 0,0 0 0 0 0,0 1 0 0 0,0-1 0 0 0,0 1 0 0 0,1 1 0 0 0,-7 8 0 0 0,5-6 4 0 0,2 0-1 0 0,-1 1 1 0 0,1 0-1 0 0,1 1 1 0 0,0-1-1 0 0,0 1 1 0 0,-3 14-1 0 0,0 11 20 0 0,2 0-1 0 0,2 0 1 0 0,1 66 0 0 0,2-74-6 0 0,-8 248 94 0 0,-80 501-1 0 0,-13-259-10 0 0,38-205-61 0 0,57-284-34 0 0,-1 8 4 0 0,1 0 1 0 0,-2 50-1 0 0,8-82-7 0 0,0-1 1 0 0,0 1-1 0 0,0 0 0 0 0,1-1 0 0 0,0 0 1 0 0,-1 1-1 0 0,1-1 0 0 0,0 1 1 0 0,1-1-1 0 0,-1 0 0 0 0,1 0 0 0 0,-1 1 1 0 0,1-1-1 0 0,0 0 0 0 0,0-1 1 0 0,4 5-1 0 0,-3-4 3 0 0,1 0-1 0 0,0 0 1 0 0,0 0 0 0 0,0-1-1 0 0,0 1 1 0 0,1-1 0 0 0,-1 0 0 0 0,0 0-1 0 0,1-1 1 0 0,8 3 0 0 0,8-1-9 0 0,0-1 0 0 0,1 0 0 0 0,-1-2 0 0 0,31-3 0 0 0,-33 2-27 0 0,247-23-3351 0 0,-91 3-2965 0 0,-55 4-658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5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76 1884 0 0,'-3'-2'1711'0'0,"-9"-6"304"0"0,0 2-1 0 0,-1-1 1 0 0,-26-8 0 0 0,37 14-1637 0 0,-1 0-93 0 0,3 1-269 0 0,0 0 0 0 0,0 0 0 0 0,-1 0 0 0 0,1 0 0 0 0,0 0-1 0 0,0 0 1 0 0,0 0 0 0 0,-1 0 0 0 0,1 0 0 0 0,0 0 0 0 0,0 0 0 0 0,0 0 0 0 0,0 0 0 0 0,-1 0-1 0 0,1 0 1 0 0,0 0 0 0 0,0-1 0 0 0,0 1 0 0 0,0 0 0 0 0,-1 0 0 0 0,1 0 0 0 0,0 0 0 0 0,0 0-1 0 0,0 0 1 0 0,0 0 0 0 0,0-1 0 0 0,0 1 0 0 0,0 0 0 0 0,-1 0 0 0 0,1 0 0 0 0,0 0-1 0 0,0-1 1 0 0,0 1 0 0 0,0 0 0 0 0,0 0 0 0 0,0 0 0 0 0,0 0 0 0 0,0-1 0 0 0,0 1 0 0 0,0 0-1 0 0,0 0 1 0 0,0 0 0 0 0,0 0 0 0 0,0-1 0 0 0,0 1 0 0 0,0 0 0 0 0,0 0 0 0 0,0 0 0 0 0,0-1-1 0 0,0 1 1 0 0,0 0 0 0 0,0 0 0 0 0,0 0 0 0 0,1 0 0 0 0,-1 0 0 0 0,0-1 0 0 0,0 1 0 0 0,0 0-1 0 0,0 0 1 0 0,17-6 262 0 0,36-2-368 0 0,-44 7 173 0 0,8-2-312 0 0,92-8-791 0 0,-29 12-5889 0 0,-55 1 3930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5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 2196 0 0,'-156'81'10230'0'0,"115"-61"-8090"0"0,40-19-2106 0 0,1-1 1 0 0,-1 0-1 0 0,0 0 0 0 0,1 0 1 0 0,-1 1-1 0 0,1-1 1 0 0,-1 0-1 0 0,1 1 0 0 0,-1-1 1 0 0,1 0-1 0 0,-1 1 0 0 0,1-1 1 0 0,-1 1-1 0 0,1-1 0 0 0,0 1 1 0 0,-1-1-1 0 0,1 1 1 0 0,0-1-1 0 0,-1 1 0 0 0,1-1 1 0 0,0 1-1 0 0,0-1 0 0 0,-1 2 1 0 0,2-1-22 0 0,-1-1 1 0 0,1 0 0 0 0,0 1-1 0 0,0-1 1 0 0,-1 1 0 0 0,1-1-1 0 0,0 0 1 0 0,0 1 0 0 0,-1-1-1 0 0,1 0 1 0 0,0 0 0 0 0,0 0-1 0 0,0 0 1 0 0,0 0 0 0 0,-1 0-1 0 0,1 0 1 0 0,0 0-1 0 0,0 0 1 0 0,0 0 0 0 0,-1 0-1 0 0,1 0 1 0 0,1-1 0 0 0,61-5-54 0 0,103-12-2376 0 0,4-5-3596 0 0,-83 11 1179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6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97 580 0 0,'-1'-2'1876'0'0,"0"-4"-889"0"0,-1 0 1 0 0,1 1-1 0 0,0-1 0 0 0,1 0 0 0 0,0 1 1 0 0,0-1-1 0 0,0 0 0 0 0,2-10 0 0 0,0-17 2245 0 0,-3 40-3108 0 0,0 0 0 0 0,-1 0 0 0 0,0 0 0 0 0,-3 10 0 0 0,1-5-35 0 0,-149 402 975 0 0,54-156-2715 0 0,77-203-210 0 0,-2 5-5719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6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1 886 276 0 0,'132'-394'6769'0'0,"-102"325"-5533"0"0,3 0 0 0 0,3 2-1 0 0,65-90 1 0 0,-46 88-233 0 0,-48 61-828 0 0,1 0 0 0 0,0 1-1 0 0,0 0 1 0 0,1 1 0 0 0,0 0-1 0 0,9-5 1 0 0,-16 10-107 0 0,0-1 1 0 0,1 2-1 0 0,-1-1 0 0 0,1 0 1 0 0,-1 0-1 0 0,1 1 0 0 0,-1-1 1 0 0,1 1-1 0 0,-1 0 0 0 0,1 0 1 0 0,-1 0-1 0 0,1 0 0 0 0,-1 0 1 0 0,1 0-1 0 0,-1 1 0 0 0,1-1 1 0 0,2 2-1 0 0,-1 0 16 0 0,0 0 1 0 0,0 0-1 0 0,-1 0 1 0 0,1 0-1 0 0,0 1 1 0 0,-1-1-1 0 0,0 1 1 0 0,0 0-1 0 0,4 5 1 0 0,2 3 73 0 0,-2 0 1 0 0,0 0 0 0 0,0 1-1 0 0,-1 0 1 0 0,7 17-1 0 0,0 8 56 0 0,-2 0 0 0 0,-2 0 0 0 0,-1 1 0 0 0,-2 1 0 0 0,2 73 0 0 0,-9-27 21 0 0,-18 135 0 0 0,2-122-67 0 0,-37 118 0 0 0,50-202-168 0 0,-10 40-1604 0 0,6-20-4786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6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153 130 348 0 0,'-150'-8'15792'0'0,"147"7"-15415"0"0,22-5 182 0 0,45-9-189 0 0,97-12 0 0 0,-122 22-372 0 0,12-2-490 0 0,123-19-2878 0 0,-61 1-3265 0 0,-73 16 1722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6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98 2412 0 0,'0'-7'1960'0'0,"0"-1"0"0"0,0 1-1 0 0,-1 0 1 0 0,0 0 0 0 0,0 0-1 0 0,-3-9 1 0 0,-2-11 1533 0 0,6 25-3152 0 0,-3-8-1056 0 0,-1 15-182 0 0,1 1 0 0 0,0 0 0 0 0,0-1 1 0 0,0 1-1 0 0,1 1 0 0 0,0-1 0 0 0,-3 12 0 0 0,-3 10-3615 0 0,-1-4-646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7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1536 0 0,'-18'72'13892'0'0,"13"-41"-9210"0"0,2-5-1405 0 0,3-21-1983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16 2244 0 0,'-2'-15'15127'0'0,"-5"35"-13007"0"0,-8 29-1227 0 0,-21 170 1718 0 0,-29 144-928 0 0,-61 65-1435 0 0,118-403-2310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8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159 256 1668 0 0,'-16'-39'5068'0'0,"11"27"-3414"0"0,-1-1 0 0 0,2 0 0 0 0,-5-19 0 0 0,8 29-1502 0 0,0 0 0 0 0,1-1 1 0 0,0 1-1 0 0,-1 0 0 0 0,2-1 1 0 0,-1 1-1 0 0,0 0 0 0 0,0-1 1 0 0,1 1-1 0 0,0 0 0 0 0,0-1 1 0 0,0 1-1 0 0,0 0 0 0 0,0 0 1 0 0,1 0-1 0 0,-1 0 0 0 0,1 0 1 0 0,3-5-1 0 0,3 1-70 0 0,0-1 0 0 0,0 1 0 0 0,0 1 0 0 0,1-1 0 0 0,-1 1-1 0 0,2 1 1 0 0,-1 0 0 0 0,1 0 0 0 0,-1 1 0 0 0,1 0 0 0 0,0 0 0 0 0,1 1 0 0 0,-1 1-1 0 0,1 0 1 0 0,15-1 0 0 0,-4 1-38 0 0,0 1 1 0 0,0 1-1 0 0,0 2 0 0 0,-1 0 1 0 0,1 1-1 0 0,35 10 0 0 0,-48-11 8 0 0,0 1 0 0 0,-1 0 0 0 0,1 0 0 0 0,-1 1 0 0 0,0 0 0 0 0,0 1 0 0 0,-1 0 0 0 0,1 0 1 0 0,-1 1-1 0 0,0 0 0 0 0,0 0 0 0 0,-1 0 0 0 0,0 1 0 0 0,0 0 0 0 0,0 0 0 0 0,-1 0 0 0 0,0 1 0 0 0,-1 0 0 0 0,1 0 0 0 0,-2 0 0 0 0,1 1 0 0 0,-1-1 0 0 0,0 1 0 0 0,-1 0 0 0 0,0 0 0 0 0,0 0 0 0 0,-1 0 0 0 0,0 0 0 0 0,-1 0 0 0 0,0 0 0 0 0,0 0 0 0 0,-1 0 0 0 0,0 0 0 0 0,-1 0 0 0 0,0 0 0 0 0,-3 10 0 0 0,-3 1 2 0 0,0 0-1 0 0,0 0 1 0 0,-2 0 0 0 0,-1-1-1 0 0,0-1 1 0 0,-1 0 0 0 0,-1 0-1 0 0,-16 16 1 0 0,-4 0 30 0 0,-3 0-1 0 0,-59 43 1 0 0,75-62-57 0 0,-1 0 58 0 0,-21 20-1 0 0,40-33-72 0 0,-5 1 0 0 0,16-3-4 0 0,-2-1 0 0 0,-1 0-1 0 0,1 0-1 0 0,-1 0 0 0 0,1 1 1 0 0,0 0-1 0 0,-1 0 0 0 0,1 1 1 0 0,0 0-1 0 0,-1 0 0 0 0,1 0 1 0 0,-1 1-1 0 0,1 0 0 0 0,-1 0 1 0 0,8 4-1 0 0,-2 1 83 0 0,0-1 0 0 0,0 2 0 0 0,-1-1 0 0 0,0 1 0 0 0,0 1 1 0 0,-1 0-1 0 0,0 1 0 0 0,0 0 0 0 0,-1 0 0 0 0,-1 1 0 0 0,0 0 0 0 0,0 1 0 0 0,-1-1 1 0 0,0 2-1 0 0,6 16 0 0 0,-9-18 28 0 0,0 0 0 0 0,-1 1 1 0 0,0-1-1 0 0,-1 1 0 0 0,0 0 0 0 0,-1 0 1 0 0,0 0-1 0 0,-1 0 0 0 0,0 0 1 0 0,-1 0-1 0 0,0 0 0 0 0,-1 0 0 0 0,-1-1 1 0 0,0 1-1 0 0,0-1 0 0 0,-1 1 1 0 0,-10 19-1 0 0,7-19-22 0 0,-1 0-1 0 0,0 0 1 0 0,-1 0 0 0 0,0-1 0 0 0,0-1-1 0 0,-2 1 1 0 0,1-2 0 0 0,-1 1-1 0 0,-1-1 1 0 0,1-1 0 0 0,-2 0 0 0 0,1-1-1 0 0,-1 0 1 0 0,0-1 0 0 0,0-1 0 0 0,-1 0-1 0 0,0 0 1 0 0,-14 2 0 0 0,17-5-155 0 0,0 0 1 0 0,0-1-1 0 0,-1 0 1 0 0,1 0-1 0 0,0-2 0 0 0,-1 1 1 0 0,1-1-1 0 0,0-1 1 0 0,0 0-1 0 0,0-1 1 0 0,0 0-1 0 0,0 0 1 0 0,1-1-1 0 0,-1-1 1 0 0,1 0-1 0 0,0 0 0 0 0,1-1 1 0 0,-1 0-1 0 0,1-1 1 0 0,0 0-1 0 0,1 0 1 0 0,-1-1-1 0 0,-9-12 1 0 0,13 14-470 0 0,-1-2 1 0 0,1 1-1 0 0,1 0 1 0 0,0-1-1 0 0,0 0 1 0 0,0 0-1 0 0,1-1 1 0 0,0 1-1 0 0,1 0 1 0 0,-1-1-1 0 0,0-14 1 0 0,2 13-793 0 0,1 0 1 0 0,0 0-1 0 0,1 0 1 0 0,0 1 0 0 0,0-1-1 0 0,4-14 1 0 0,5-9-5449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9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1457 121 1700 0 0,'-87'-80'17093'0'0,"85"78"-16669"0"0,1-3 163 0 0,-1-2-133 0 0,13 1-261 0 0,69-4-13 0 0,0 2 0 0 0,111 5 1 0 0,-150 3-150 0 0,94 0 201 0 0,-133 1-220 0 0,0-1 1 0 0,-1 0 0 0 0,1 1 0 0 0,0-1 0 0 0,0 1 0 0 0,-1-1-1 0 0,1 1 1 0 0,-1 0 0 0 0,1 0 0 0 0,0 0 0 0 0,-1 0-1 0 0,1 0 1 0 0,-1 0 0 0 0,0 0 0 0 0,1 0 0 0 0,-1 0 0 0 0,0 1-1 0 0,0-1 1 0 0,0 1 0 0 0,0-1 0 0 0,0 1 0 0 0,0-1 0 0 0,0 1-1 0 0,0-1 1 0 0,-1 1 0 0 0,1 0 0 0 0,0-1 0 0 0,0 4-1 0 0,1 5 51 0 0,0 0 1 0 0,0 0-1 0 0,0 16 0 0 0,-2-22-42 0 0,0 34 442 0 0,-2 0 0 0 0,-2 0 0 0 0,-10 46-1 0 0,6-38-84 0 0,-67 344 1827 0 0,17-93-1613 0 0,-33 298-156 0 0,63-391 136 0 0,16-120-227 0 0,-3 1 0 0 0,-4-2 0 0 0,-31 86 0 0 0,43-150-165 0 0,-1-1-1 0 0,-1 0 1 0 0,-1 0-1 0 0,0-1 1 0 0,-1 0-1 0 0,-1-1 1 0 0,0-1-1 0 0,-18 19 1 0 0,20-26-137 0 0,0 0 0 0 0,0 0-1 0 0,0-1 1 0 0,-1 0 0 0 0,0 0-1 0 0,0-1 1 0 0,-1-1 0 0 0,0 0 0 0 0,0-1-1 0 0,0 0 1 0 0,0-1 0 0 0,-1 0-1 0 0,1-1 1 0 0,-15 1 0 0 0,-24-2-658 0 0,0-1-1 0 0,-1-3 1 0 0,1-2 0 0 0,-55-14-1 0 0,-201-60-4821 0 0,222 55 3940 0 0,-166-47-3210 0 0,50 15-2336 0 0,77 22-363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39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661 66 700 0 0,'2'-1'900'0'0,"82"-15"6644"0"0,-79 16-6634 0 0,9-3 2508 0 0,-14 2-3320 0 0,0-1-1 0 0,0 1 1 0 0,0-1 0 0 0,-1 1 0 0 0,1-1-1 0 0,-1 1 1 0 0,1-1 0 0 0,-1 1 0 0 0,0 0-1 0 0,1-1 1 0 0,-1 1 0 0 0,0 0 0 0 0,0-1-1 0 0,0 1 1 0 0,0 0 0 0 0,0 0 0 0 0,0 0-1 0 0,0 0 1 0 0,-1 0 0 0 0,1 0-1 0 0,0 0 1 0 0,-1 0 0 0 0,1 1 0 0 0,0-1-1 0 0,-1 0 1 0 0,1 1 0 0 0,-1-1 0 0 0,-2 0-1 0 0,-4-1 12 0 0,0-1-1 0 0,0 1 1 0 0,-1 0-1 0 0,-14-1 1 0 0,5 2-86 0 0,-1 1 0 0 0,1 1 0 0 0,0 1 0 0 0,-1 0 0 0 0,1 1 0 0 0,0 1 0 0 0,1 1 0 0 0,-1 0 0 0 0,1 2 0 0 0,0 0 0 0 0,0 1 0 0 0,1 0 0 0 0,0 1 0 0 0,0 1 0 0 0,1 1 0 0 0,1 0 0 0 0,0 1 0 0 0,0 0 0 0 0,1 1 1 0 0,1 1-1 0 0,-19 26 0 0 0,18-19 40 0 0,2 0 1 0 0,0 1 0 0 0,2 0 0 0 0,0 1 0 0 0,2 0 0 0 0,0 0 0 0 0,1 1-1 0 0,2-1 1 0 0,0 1 0 0 0,2 1 0 0 0,1-1 0 0 0,0 0 0 0 0,4 26 0 0 0,15 153 622 0 0,5 118 481 0 0,-25-251-1044 0 0,-4-1 0 0 0,-2 0 1 0 0,-3-1-1 0 0,-24 77 0 0 0,-108 256 305 0 0,131-373-424 0 0,1-1 0 0 0,2 2 1 0 0,0-1-1 0 0,2 1 0 0 0,-4 39 0 0 0,10-64-1 0 0,2 1-1 0 0,-1 0 1 0 0,0 0 0 0 0,1-1 0 0 0,0 1-1 0 0,0 0 1 0 0,0-1 0 0 0,1 1 0 0 0,-1-1-1 0 0,1 1 1 0 0,0-1 0 0 0,1 0 0 0 0,-1 0-1 0 0,1 0 1 0 0,-1 0 0 0 0,1 0 0 0 0,1-1-1 0 0,-1 1 1 0 0,0-1 0 0 0,1 0 0 0 0,-1 0-1 0 0,1 0 1 0 0,0 0 0 0 0,0-1 0 0 0,0 1-1 0 0,6 1 1 0 0,8 4 6 0 0,1 0 1 0 0,0-2-1 0 0,1 0 0 0 0,36 6 1 0 0,71 6-1573 0 0,0-6 0 0 0,233-8 0 0 0,-23-25-6661 0 0,-219 10 2248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47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0 508 0 0,'0'0'10054'0'0,"-3"0"-9745"0"0,-16 5 1667 0 0,19-5-1952 0 0,-1 0 0 0 0,1 0 0 0 0,0 0 0 0 0,0 0 0 0 0,-1 0 0 0 0,1 0 0 0 0,0 0 0 0 0,0 1 0 0 0,-1-1 0 0 0,1 0-1 0 0,0 0 1 0 0,0 0 0 0 0,0 0 0 0 0,0 1 0 0 0,-1-1 0 0 0,1 0 0 0 0,0 0 0 0 0,0 0 0 0 0,0 1 0 0 0,0-1 0 0 0,0 0-1 0 0,0 0 1 0 0,-1 0 0 0 0,1 1 0 0 0,0-1 0 0 0,0 0 0 0 0,0 0 0 0 0,0 1 0 0 0,0-1 0 0 0,0 0 0 0 0,0 0 0 0 0,0 1-1 0 0,0-1 1 0 0,0 0 0 0 0,0 0 0 0 0,0 1 0 0 0,0-1 0 0 0,0 0 0 0 0,0 0 0 0 0,1 1 0 0 0,0 0-70 0 0,1 1 0 0 0,-1-1 0 0 0,1 0 0 0 0,-1 1 0 0 0,1-1 0 0 0,0 0 0 0 0,-1 0 0 0 0,1 0 0 0 0,0 0 0 0 0,3 1 0 0 0,33 12 41 0 0,0-2 0 0 0,0-1-1 0 0,48 7 1 0 0,126 8-138 0 0,-101-14-214 0 0,28 1-1104 0 0,-25-2-5527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4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6 832 0 0,'-23'-3'4232'0'0,"19"3"-2649"0"0,-5-1-99 0 0,3 1-820 0 0,0-1 0 0 0,0 1 0 0 0,0 0 1 0 0,0 0-1 0 0,-9 2 0 0 0,13-2-603 0 0,0 1 0 0 0,0 0 0 0 0,1-1 0 0 0,-1 1-1 0 0,0 0 1 0 0,0 0 0 0 0,1 0 0 0 0,-1 0 0 0 0,1 1 0 0 0,-1-1 0 0 0,1 0 0 0 0,-1 0-1 0 0,1 1 1 0 0,0-1 0 0 0,-1 1 0 0 0,1 0 0 0 0,0-1 0 0 0,0 1 0 0 0,0 0-1 0 0,0-1 1 0 0,-1 5 0 0 0,-64 233 2744 0 0,34-109-2434 0 0,3-24-247 0 0,-58 199-414 0 0,85-299-653 0 0,-4 14 419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48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92 2464 0 0,'25'-84'14614'0'0,"-23"77"-14348"0"0,-137 485 112 0 0,22-183-7 0 0,102-261-37 0 0,10-31-137 0 0,1-7-176 0 0,1-7-24 0 0,1-1 0 0 0,0 1 0 0 0,0 0 0 0 0,1-1 1 0 0,1 1-1 0 0,0 1 0 0 0,10-22 0 0 0,47-72-49 0 0,-47 81-28 0 0,0 1 0 0 0,2 1 0 0 0,1 0 0 0 0,1 1 0 0 0,35-32 0 0 0,-51 51 73 0 0,-1 0-1 0 0,0 0 0 0 0,0 1 0 0 0,1-1 1 0 0,-1 0-1 0 0,0 1 0 0 0,1-1 1 0 0,-1 1-1 0 0,0-1 0 0 0,1 1 1 0 0,-1 0-1 0 0,1 0 0 0 0,-1-1 0 0 0,1 1 1 0 0,-1 0-1 0 0,1 0 0 0 0,-1 0 1 0 0,0 1-1 0 0,1-1 0 0 0,-1 0 0 0 0,1 0 1 0 0,-1 1-1 0 0,1-1 0 0 0,-1 1 1 0 0,0-1-1 0 0,1 1 0 0 0,-1 0 0 0 0,0 0 1 0 0,0-1-1 0 0,1 1 0 0 0,-1 0 1 0 0,0 0-1 0 0,0 0 0 0 0,0 0 1 0 0,0 0-1 0 0,1 2 0 0 0,1 1 1 0 0,1 1 0 0 0,-1 0 0 0 0,0 0 0 0 0,0-1 0 0 0,-1 2-1 0 0,0-1 1 0 0,3 8 0 0 0,0 14 23 0 0,-1-1-1 0 0,-1 2 1 0 0,-1-1 0 0 0,-1 0-1 0 0,-6 48 1 0 0,3 48 36 0 0,2-121-51 0 0,0 0 0 0 0,0 0 0 0 0,0 1 0 0 0,0-1 0 0 0,1 0 0 0 0,-1 0 0 0 0,1 0 0 0 0,0 0 0 0 0,0 0 0 0 0,-1 0 0 0 0,1 0 0 0 0,1 0 0 0 0,-1-1 0 0 0,0 1 0 0 0,0 0 0 0 0,1 0 0 0 0,-1-1 0 0 0,1 1 0 0 0,-1-1 0 0 0,1 1 0 0 0,-1-1 0 0 0,1 0 0 0 0,0 0 0 0 0,0 0 0 0 0,0 0 0 0 0,0 0 0 0 0,0 0 0 0 0,0 0 0 0 0,4 1 0 0 0,-1-1-13 0 0,1-1 0 0 0,0 1 0 0 0,0-1 1 0 0,0 0-1 0 0,0 0 0 0 0,0-1 1 0 0,0 0-1 0 0,0 0 0 0 0,10-3 0 0 0,3-4-30 0 0,0 0 0 0 0,0-1 0 0 0,-1 0 0 0 0,0-2 0 0 0,-1 0-1 0 0,0-1 1 0 0,-1-1 0 0 0,-1 0 0 0 0,0-1 0 0 0,0-1 0 0 0,-1 0 0 0 0,-1-1 0 0 0,-1-1-1 0 0,16-27 1 0 0,-26 40 28 0 0,1 0-1 0 0,-1 0 1 0 0,-1 0 0 0 0,1-1-1 0 0,-1 1 1 0 0,1 0-1 0 0,-1-1 1 0 0,-1 1 0 0 0,1-1-1 0 0,0 1 1 0 0,-1-1-1 0 0,0 1 1 0 0,0-1 0 0 0,-1 0-1 0 0,1 1 1 0 0,-1-1-1 0 0,-1-4 1 0 0,1 7-47 0 0,-3 2 5 0 0,-2 1 37 0 0,0 0 0 0 0,0 1 1 0 0,1-1-1 0 0,-1 1 1 0 0,0 0-1 0 0,1 0 1 0 0,-1 1-1 0 0,1 0 1 0 0,0 0-1 0 0,0 0 0 0 0,0 1 1 0 0,0-1-1 0 0,0 1 1 0 0,1 0-1 0 0,0 1 1 0 0,0-1-1 0 0,-4 6 1 0 0,0-1 1 0 0,1 1 1 0 0,1-1 0 0 0,-1 1 0 0 0,2 1 0 0 0,-1-1 0 0 0,1 1-1 0 0,1 0 1 0 0,-4 14 0 0 0,7-22 19 0 0,0 1 0 0 0,1-1 0 0 0,-1 0 0 0 0,1 0 0 0 0,0 0 0 0 0,0 0 0 0 0,0 0 0 0 0,1 1 0 0 0,-1-1 0 0 0,1 0 0 0 0,0 0-1 0 0,-1 0 1 0 0,1 0 0 0 0,1 0 0 0 0,-1 0 0 0 0,0-1 0 0 0,3 4 0 0 0,-1-2 15 0 0,0 0 0 0 0,1 0-1 0 0,-1 0 1 0 0,1-1 0 0 0,0 1-1 0 0,0-1 1 0 0,0 0 0 0 0,0 0-1 0 0,9 4 1 0 0,0-2-188 0 0,0 1 1 0 0,0-2-1 0 0,1 0 1 0 0,0 0-1 0 0,0-2 1 0 0,24 3-1 0 0,3-5-2386 0 0,0-1 0 0 0,74-13 0 0 0,-46 4-2733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49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90 980 0 0,'-1'-1'287'0'0,"-11"-2"1347"0"0,0 0 1 0 0,0-1-1 0 0,-14-7 0 0 0,24 10-1484 0 0,0 0 1 0 0,-1 0-1 0 0,1 0 0 0 0,0 0 0 0 0,0-1 0 0 0,0 1 0 0 0,0-1 0 0 0,1 1 0 0 0,-1-1 0 0 0,0 0 0 0 0,1 0 0 0 0,-1 0 0 0 0,1 0 0 0 0,-1 0 0 0 0,1 0 0 0 0,0 0 0 0 0,0 0 0 0 0,0 0 0 0 0,0-1 1 0 0,0 1-1 0 0,1 0 0 0 0,-1-1 0 0 0,0-4 0 0 0,1 6-139 0 0,0 1 0 0 0,0-1 0 0 0,0 0 0 0 0,1 0 0 0 0,-1 0 0 0 0,0 0 0 0 0,0 0 0 0 0,1 1 0 0 0,-1-1 0 0 0,0 0 0 0 0,1 0 0 0 0,-1 1 0 0 0,1-1 0 0 0,-1 0 0 0 0,1 0 0 0 0,0 1 0 0 0,-1-1 0 0 0,1 1 0 0 0,0-1 0 0 0,-1 1 0 0 0,1-1 0 0 0,0 1 0 0 0,0-1 0 0 0,-1 1 0 0 0,1-1 0 0 0,0 1 0 0 0,0 0 0 0 0,0-1 0 0 0,-1 1 0 0 0,1 0 0 0 0,0 0 0 0 0,0 0 0 0 0,0 0 0 0 0,0 0 0 0 0,0 0 0 0 0,0 0 0 0 0,-1 0 0 0 0,1 0 0 0 0,1 0 0 0 0,30 7 5 0 0,-23-3-6 0 0,0 0-1 0 0,1 1 0 0 0,-1 1 1 0 0,-1-1-1 0 0,1 1 0 0 0,-1 1 0 0 0,0-1 1 0 0,-1 1-1 0 0,1 1 0 0 0,-2 0 1 0 0,1 0-1 0 0,-1 0 0 0 0,0 0 0 0 0,9 19 1 0 0,-11-19 9 0 0,0 0 0 0 0,-1 1 0 0 0,0-1 0 0 0,0 1 0 0 0,-1 0 0 0 0,0 0 0 0 0,0 0 1 0 0,-1 0-1 0 0,-1 0 0 0 0,1 0 0 0 0,-1 0 0 0 0,-1 1 0 0 0,0-1 0 0 0,0 0 0 0 0,-1 0 0 0 0,-4 15 0 0 0,0-9 66 0 0,0 0 0 0 0,-1 0-1 0 0,-1-1 1 0 0,-12 17 0 0 0,20-31-89 0 0,0 1 0 0 0,-1 0-1 0 0,1-1 1 0 0,0 1 0 0 0,-1-1 0 0 0,1 1 0 0 0,-1-1 0 0 0,1 1-1 0 0,-1-1 1 0 0,1 1 0 0 0,-1-1 0 0 0,1 1 0 0 0,-1-1 0 0 0,0 0 0 0 0,1 1-1 0 0,-1-1 1 0 0,1 0 0 0 0,-1 0 0 0 0,0 1 0 0 0,1-1 0 0 0,-1 0 0 0 0,0 0-1 0 0,0 0 1 0 0,1 0 0 0 0,-1 0 0 0 0,0 0 0 0 0,1 0 0 0 0,-1 0 0 0 0,0 0-1 0 0,1 0 1 0 0,-1 0 0 0 0,0 0 0 0 0,0-1 0 0 0,1 1 0 0 0,-1 0-1 0 0,1 0 1 0 0,-1-1 0 0 0,0 1 0 0 0,1 0 0 0 0,-2-2 0 0 0,1 2 9 0 0,-2-5-144 0 0,4-5 94 0 0,1 0-1 0 0,0 0 1 0 0,0 0 0 0 0,1 1-1 0 0,0-1 1 0 0,0 1 0 0 0,1 0-1 0 0,1 0 1 0 0,-1 0 0 0 0,2 1 0 0 0,8-13-1 0 0,2 1 12 0 0,0 0-1 0 0,2 0 0 0 0,26-22 1 0 0,-31 30 12 0 0,1 2 1 0 0,0-1 0 0 0,1 2-1 0 0,0 0 1 0 0,1 1 0 0 0,0 0-1 0 0,0 1 1 0 0,32-8 0 0 0,-39 12 20 0 0,0 2 0 0 0,1-1-1 0 0,-1 1 1 0 0,1 0 0 0 0,-1 1 0 0 0,1 0 0 0 0,-1 1 0 0 0,0 0-1 0 0,1 0 1 0 0,-1 1 0 0 0,0 0 0 0 0,0 1 0 0 0,0 0 0 0 0,0 0-1 0 0,0 1 1 0 0,0 0 0 0 0,-1 1 0 0 0,8 5 0 0 0,-12-7 13 0 0,1 1 1 0 0,-1 0 0 0 0,0 0-1 0 0,-1 0 1 0 0,1 1 0 0 0,-1-1-1 0 0,0 1 1 0 0,0 0 0 0 0,0 0-1 0 0,-1 0 1 0 0,1 0 0 0 0,-1 0-1 0 0,0 1 1 0 0,-1-1 0 0 0,0 1-1 0 0,2 9 1 0 0,-2-6 33 0 0,-1-1 1 0 0,1 1-1 0 0,-1 0 1 0 0,-1 0-1 0 0,0 0 0 0 0,0 0 1 0 0,-1 0-1 0 0,0-1 1 0 0,-6 17-1 0 0,6-19 35 0 0,-1 0-1 0 0,1 0 1 0 0,-1-1 0 0 0,0 1-1 0 0,-1-1 1 0 0,1 1 0 0 0,-1-1 0 0 0,-7 7-1 0 0,9-10 52 0 0,-5-5-73 0 0,7 3-58 0 0,0 0-1 0 0,-1 0 1 0 0,1 0 0 0 0,-1 0-1 0 0,1 0 1 0 0,0 0 0 0 0,-1 0 0 0 0,1 0-1 0 0,0 0 1 0 0,-1 0 0 0 0,1 0 0 0 0,0 0-1 0 0,-1 0 1 0 0,1 0 0 0 0,-1-1-1 0 0,1 1 1 0 0,0 0 0 0 0,0 0 0 0 0,-1 0-1 0 0,1-1 1 0 0,0 1 0 0 0,-1 0 0 0 0,1 0-1 0 0,0-1 1 0 0,0 1 0 0 0,-1 0-1 0 0,1-1 1 0 0,0 1 0 0 0,0 0 0 0 0,0-1-1 0 0,0 1 1 0 0,-1 0 0 0 0,1-1-1 0 0,0 0 1 0 0,3-11-1 0 0,0-1-1 0 0,0 1 0 0 0,2 0 1 0 0,-1 0-1 0 0,1 0 1 0 0,1 1-1 0 0,0 0 0 0 0,1 0 1 0 0,0 0-1 0 0,1 1 1 0 0,14-15-1 0 0,-5 7-13 0 0,0 1 1 0 0,2 0-1 0 0,0 2 0 0 0,1 0 1 0 0,26-14-1 0 0,-45 28 12 0 0,10-6-26 0 0,-1 1 1 0 0,1 0-1 0 0,0 1 1 0 0,0 0-1 0 0,1 1 1 0 0,-1 0-1 0 0,1 1 1 0 0,0 0-1 0 0,0 1 0 0 0,0 0 1 0 0,0 1-1 0 0,19 0 1 0 0,-27 1 29 0 0,-1 0 1 0 0,0 1-1 0 0,1-1 0 0 0,-1 1 1 0 0,0-1-1 0 0,0 1 0 0 0,1 0 1 0 0,-1 1-1 0 0,0-1 1 0 0,0 0-1 0 0,0 1 0 0 0,0 0 1 0 0,0-1-1 0 0,-1 1 1 0 0,1 0-1 0 0,0 1 0 0 0,-1-1 1 0 0,0 0-1 0 0,1 1 0 0 0,-1-1 1 0 0,2 4-1 0 0,-1-1 15 0 0,-1-1 0 0 0,0 0 1 0 0,0 1-1 0 0,0-1 0 0 0,0 1 0 0 0,-1 0 0 0 0,1-1 0 0 0,-1 1 1 0 0,-1 0-1 0 0,1 0 0 0 0,-1 0 0 0 0,0 8 0 0 0,-4 17-488 0 0,-1 0-1 0 0,-1-1 1 0 0,-2 0-1 0 0,-15 37 1 0 0,16-42-3987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0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353 610 788 0 0,'6'-10'2069'0'0,"0"1"0"0"0,-1-1 0 0 0,0 0-1 0 0,0 0 1 0 0,-2 0 0 0 0,5-17 0 0 0,-7 27-2027 0 0,-1-1-1 0 0,0 1 1 0 0,0-1-1 0 0,1 0 1 0 0,-1 1-1 0 0,0-1 1 0 0,0 0-1 0 0,0 1 1 0 0,0-1-1 0 0,0 0 1 0 0,0 1 0 0 0,0-1-1 0 0,0 1 1 0 0,0-1-1 0 0,0 0 1 0 0,0 1-1 0 0,0-1 1 0 0,0 0-1 0 0,-1 1 1 0 0,1-1-1 0 0,0 1 1 0 0,0-1 0 0 0,-1 0-1 0 0,1 1 1 0 0,0-1-1 0 0,-1 1 1 0 0,1-1-1 0 0,-1 1 1 0 0,1-1-1 0 0,-1 1 1 0 0,1-1-1 0 0,-1 1 1 0 0,1 0 0 0 0,-1-1-1 0 0,1 1 1 0 0,-1 0-1 0 0,1-1 1 0 0,-1 1-1 0 0,0 0 1 0 0,1 0-1 0 0,-1-1 1 0 0,1 1-1 0 0,-1 0 1 0 0,0 0 0 0 0,1 0-1 0 0,-1 0 1 0 0,0 0-1 0 0,1 0 1 0 0,-1 0-1 0 0,0 0 1 0 0,1 0-1 0 0,-1 0 1 0 0,1 0-1 0 0,-1 1 1 0 0,0-1-1 0 0,1 0 1 0 0,-2 1 0 0 0,-34 12 186 0 0,18-3-180 0 0,0 1 0 0 0,1 0-1 0 0,-28 26 1 0 0,-43 48-17 0 0,54-50-32 0 0,15-16-16 0 0,2 0-1 0 0,-18 27 1 0 0,29-38 17 0 0,0 1-1 0 0,1 0 1 0 0,0 1 0 0 0,1-1 0 0 0,0 1-1 0 0,0 0 1 0 0,1 0 0 0 0,-3 14-1 0 0,6-22-1 0 0,-1 0 0 0 0,1 0-1 0 0,0 0 1 0 0,0 0 0 0 0,0 1 0 0 0,0-1-1 0 0,0 0 1 0 0,1 0 0 0 0,-1 0-1 0 0,1 0 1 0 0,-1 0 0 0 0,1 0-1 0 0,0 0 1 0 0,0 0 0 0 0,0 0-1 0 0,0 0 1 0 0,0 0 0 0 0,0 0 0 0 0,0 0-1 0 0,2 1 1 0 0,0-1-48 0 0,-1 0-1 0 0,1 0 1 0 0,-1 0 0 0 0,1-1 0 0 0,0 1-1 0 0,0-1 1 0 0,-1 0 0 0 0,1 1-1 0 0,0-1 1 0 0,0-1 0 0 0,0 1 0 0 0,5 0-1 0 0,2 0-154 0 0,0 0-1 0 0,0-1 1 0 0,0 0-1 0 0,0-1 1 0 0,0-1-1 0 0,0 1 1 0 0,15-5-1 0 0,-13 1 88 0 0,1 0-1 0 0,-2-1 1 0 0,1 0-1 0 0,0-1 1 0 0,-1 0 0 0 0,-1 0-1 0 0,1-1 1 0 0,-1-1-1 0 0,0 0 1 0 0,-1 0-1 0 0,0-1 1 0 0,9-14 0 0 0,7-12 543 0 0,-2-2 0 0 0,24-51 1 0 0,-45 85-334 0 0,6-10 392 0 0,-5 8-372 0 0,0 0 0 0 0,0 1 0 0 0,-1-1 0 0 0,1 0 0 0 0,1-8 0 0 0,-4 12-107 0 0,-6 18-31 0 0,-20 44 70 0 0,-36 97 79 0 0,56-138-92 0 0,1 1-1 0 0,1 0 1 0 0,0-1-1 0 0,1 1 1 0 0,2 1-1 0 0,0 23 1 0 0,1-38-11 0 0,1 0 0 0 0,0 0 1 0 0,0 0-1 0 0,0 0 0 0 0,1 0 0 0 0,0 0 1 0 0,0-1-1 0 0,4 9 0 0 0,-4-12-61 0 0,-1 1 1 0 0,1-1-1 0 0,-1 0 0 0 0,1 0 0 0 0,0 0 1 0 0,0 0-1 0 0,-1-1 0 0 0,1 1 0 0 0,1 0 1 0 0,-1-1-1 0 0,0 1 0 0 0,0-1 0 0 0,0 0 1 0 0,1 0-1 0 0,-1 0 0 0 0,1 0 0 0 0,-1 0 0 0 0,1 0 1 0 0,-1-1-1 0 0,1 1 0 0 0,-1-1 0 0 0,1 0 1 0 0,0 1-1 0 0,4-2 0 0 0,6 0-284 0 0,0-1 1 0 0,0 0-1 0 0,0-1 0 0 0,0 0 1 0 0,0-1-1 0 0,-1-1 0 0 0,1 0 1 0 0,19-12-1 0 0,-12 4-184 0 0,0 0 1 0 0,-1-1-1 0 0,-1-1 0 0 0,22-24 0 0 0,5-12-576 0 0,-3-2 0 0 0,53-87 0 0 0,-43 51 1755 0 0,-3-1 0 0 0,-5-2 1 0 0,32-99-1 0 0,-60 138 1539 0 0,-2-1-1 0 0,7-61 0 0 0,-20 108-2017 0 0,0-11 127 0 0,-1 15-150 0 0,-2 4-164 0 0,1 0 0 0 0,0 0 0 0 0,0 0 0 0 0,0 0 0 0 0,0 0 0 0 0,0 1 0 0 0,0-1 0 0 0,0 0 0 0 0,0 1 0 0 0,-1 2 0 0 0,1-3 3 0 0,-10 20 23 0 0,0 1-1 0 0,1 0 1 0 0,-8 32 0 0 0,8-25-20 0 0,-43 119 48 0 0,-123 415 267 0 0,171-543-302 0 0,1 1 0 0 0,1-1 0 0 0,0 1 0 0 0,2 0 0 0 0,1 0 0 0 0,3 34 0 0 0,-3-52-18 0 0,1 1 0 0 0,-1-1 1 0 0,1 0-1 0 0,0 0 1 0 0,0 0-1 0 0,0 0 1 0 0,1 0-1 0 0,-1 0 0 0 0,1-1 1 0 0,-1 1-1 0 0,1 0 1 0 0,0-1-1 0 0,0 1 0 0 0,0-1 1 0 0,0 1-1 0 0,1-1 1 0 0,-1 0-1 0 0,0 0 0 0 0,1 0 1 0 0,0 0-1 0 0,-1-1 1 0 0,1 1-1 0 0,0-1 0 0 0,0 0 1 0 0,0 1-1 0 0,0-1 1 0 0,0-1-1 0 0,0 1 0 0 0,0 0 1 0 0,1-1-1 0 0,-1 1 1 0 0,4-1-1 0 0,3 0-60 0 0,1-1-1 0 0,-1 0 1 0 0,0 0-1 0 0,1-1 1 0 0,-1-1-1 0 0,0 1 1 0 0,0-2-1 0 0,14-6 1 0 0,-4 0-80 0 0,1-2-1 0 0,-2 0 1 0 0,0-1 0 0 0,0-1-1 0 0,-1 0 1 0 0,-1-2 0 0 0,26-30-1 0 0,-22 21 74 0 0,-1-1 0 0 0,-1-2-1 0 0,-2 0 1 0 0,26-54 0 0 0,-37 69 211 0 0,-1-1 0 0 0,-1 0 1 0 0,0-1-1 0 0,0 1 0 0 0,1-23 1 0 0,-4 30-56 0 0,-1-1 0 0 0,0 0 0 0 0,0 1 0 0 0,-1-1 0 0 0,1 0 0 0 0,-2 1 0 0 0,1-1 0 0 0,-1 1 0 0 0,-1-1 0 0 0,1 1 1 0 0,-1 0-1 0 0,-5-8 0 0 0,8 13-94 0 0,-2 0 1 0 0,1 0-1 0 0,0 0 1 0 0,0 0 0 0 0,0 1-1 0 0,-1-1 1 0 0,1 0-1 0 0,-1 1 1 0 0,0-1 0 0 0,1 1-1 0 0,-1 0 1 0 0,0 0-1 0 0,0-1 1 0 0,0 1-1 0 0,0 0 1 0 0,0 0 0 0 0,0 1-1 0 0,0-1 1 0 0,0 0-1 0 0,0 1 1 0 0,0-1-1 0 0,0 1 1 0 0,0 0 0 0 0,-1 0-1 0 0,1 0 1 0 0,0 0-1 0 0,0 0 1 0 0,0 0 0 0 0,-1 0-1 0 0,1 1 1 0 0,-3 0-1 0 0,2 0-7 0 0,0 1 0 0 0,-1 0 0 0 0,1-1 0 0 0,0 1-1 0 0,0 1 1 0 0,0-1 0 0 0,0 0 0 0 0,0 1 0 0 0,1-1-1 0 0,-1 1 1 0 0,1 0 0 0 0,0 0 0 0 0,-1 0 0 0 0,1 0-1 0 0,1 0 1 0 0,-1 1 0 0 0,0-1 0 0 0,-1 4 0 0 0,2-3 10 0 0,0 0 0 0 0,0 0 0 0 0,0 0 0 0 0,0 0 0 0 0,0 0 0 0 0,1 0-1 0 0,0 0 1 0 0,0 0 0 0 0,0 0 0 0 0,0 0 0 0 0,1 0 0 0 0,-1-1 0 0 0,1 1 0 0 0,0 0 0 0 0,0 0 0 0 0,2 4 0 0 0,0-3-27 0 0,0 0-1 0 0,0 0 1 0 0,0 0-1 0 0,1 0 1 0 0,-1-1 0 0 0,1 0-1 0 0,0 0 1 0 0,1 0-1 0 0,-1 0 1 0 0,7 4-1 0 0,0-1-107 0 0,0-1 0 0 0,1 0 0 0 0,0 0 0 0 0,0-1 0 0 0,0-1 0 0 0,1 0 0 0 0,-1-1 0 0 0,1 0 0 0 0,16 1 0 0 0,-6-2-102 0 0,0-2 1 0 0,1 0-1 0 0,-1-1 0 0 0,38-8 1 0 0,-48 6 309 0 0,0 0 1 0 0,0-1 0 0 0,0-1 0 0 0,-1 0 0 0 0,0 0 0 0 0,0-1-1 0 0,0-1 1 0 0,0 0 0 0 0,15-13 0 0 0,-25 18 76 0 0,0 0 1 0 0,0 0-1 0 0,1 0 0 0 0,-1 0 1 0 0,0 0-1 0 0,-1-1 0 0 0,1 1 1 0 0,0 0-1 0 0,-1-1 0 0 0,1 0 1 0 0,-1 1-1 0 0,0-1 0 0 0,0 0 1 0 0,2-5-1 0 0,-3 6 157 0 0,-4-3-181 0 0,4 5-127 0 0,0 0 0 0 0,0 0-1 0 0,0-1 1 0 0,0 1 0 0 0,0 0 0 0 0,0 0 0 0 0,0-1-1 0 0,0 1 1 0 0,0 0 0 0 0,0 0 0 0 0,0-1-1 0 0,-1 1 1 0 0,1 0 0 0 0,0 0 0 0 0,0 0 0 0 0,0-1-1 0 0,-1 1 1 0 0,1 0 0 0 0,0 0 0 0 0,0 0 0 0 0,0 0-1 0 0,-1-1 1 0 0,1 1 0 0 0,0 0 0 0 0,0 0 0 0 0,-1 0-1 0 0,1 0 1 0 0,0 0 0 0 0,0 0 0 0 0,-1 0-1 0 0,1 0 1 0 0,0 0 0 0 0,0 0 0 0 0,-1 0 0 0 0,1 0-1 0 0,0 0 1 0 0,0 0 0 0 0,-1 0 0 0 0,-8 3-1 0 0,1 1 1 0 0,0 0-1 0 0,0 0 1 0 0,0 1 0 0 0,0 0-1 0 0,1 1 1 0 0,-1-1-1 0 0,1 2 1 0 0,-9 9-1 0 0,-5 8-31 0 0,-27 38 0 0 0,33-40 17 0 0,2 1 0 0 0,0 1 0 0 0,-17 42 0 0 0,24-50 25 0 0,1-1 0 0 0,1 1 0 0 0,0 0 0 0 0,1 0 0 0 0,1 0 0 0 0,1 0 0 0 0,0 22 0 0 0,1-34-32 0 0,0 1 0 0 0,1-1 0 0 0,-1 0-1 0 0,1 0 1 0 0,0 0 0 0 0,0 1 0 0 0,1-1 0 0 0,-1 0 0 0 0,1 0-1 0 0,0-1 1 0 0,0 1 0 0 0,0 0 0 0 0,1-1 0 0 0,-1 1 0 0 0,1-1-1 0 0,0 0 1 0 0,0 1 0 0 0,0-2 0 0 0,0 1 0 0 0,4 3 0 0 0,-1-3-117 0 0,-1 0 0 0 0,1-1 1 0 0,0 1-1 0 0,0-1 1 0 0,0 0-1 0 0,0-1 1 0 0,0 0-1 0 0,0 0 1 0 0,0 0-1 0 0,0-1 1 0 0,0 1-1 0 0,1-1 1 0 0,7-2-1 0 0,1 0-134 0 0,-1 0-1 0 0,1-1 1 0 0,-1-1-1 0 0,1 0 1 0 0,-1-1-1 0 0,0-1 0 0 0,-1 0 1 0 0,1-1-1 0 0,-1 0 1 0 0,-1-1-1 0 0,1-1 1 0 0,-1 0-1 0 0,-1 0 1 0 0,0-1-1 0 0,0-1 1 0 0,-1 0-1 0 0,10-13 1 0 0,-6 6 424 0 0,-2-1 1 0 0,0-1-1 0 0,-1 0 1 0 0,11-27-1 0 0,-11 21 1114 0 0,-3-1-1 0 0,0 1 1 0 0,5-33-1 0 0,-3-10 1925 0 0,-14 83-3231 0 0,-15 47-183 0 0,4 1-1 0 0,-13 101 1 0 0,27-156-487 0 0,1 1-1 0 0,0 0 0 0 0,0-1 1 0 0,1 1-1 0 0,0-1 0 0 0,0 1 1 0 0,0-1-1 0 0,4 9 0 0 0,-5-15 434 0 0,1 0 0 0 0,-1 0-1 0 0,1-1 1 0 0,-1 1 0 0 0,1 0-1 0 0,-1 0 1 0 0,1-1 0 0 0,0 1-1 0 0,-1 0 1 0 0,1-1 0 0 0,0 1-1 0 0,0-1 1 0 0,0 1 0 0 0,-1-1-1 0 0,1 1 1 0 0,0-1 0 0 0,1 1-1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1884 0 0,'5'-10'1788'0'0,"-1"1"0"0"0,2-1 0 0 0,-1 1 0 0 0,1 1 0 0 0,11-13 0 0 0,-15 20-1687 0 0,0-1 0 0 0,-1 1 0 0 0,1 0-1 0 0,0 0 1 0 0,0 0 0 0 0,0 0-1 0 0,0 0 1 0 0,0 0 0 0 0,0 1 0 0 0,0-1-1 0 0,0 1 1 0 0,0-1 0 0 0,0 1-1 0 0,0 0 1 0 0,0 0 0 0 0,1 0 0 0 0,-1 0-1 0 0,0 0 1 0 0,0 0 0 0 0,0 1-1 0 0,2 0 1 0 0,1 0-43 0 0,-1 0-1 0 0,0 0 0 0 0,0 1 1 0 0,1 0-1 0 0,-1 0 1 0 0,0 0-1 0 0,-1 0 0 0 0,6 4 1 0 0,-4-2 54 0 0,-1 0 0 0 0,0 0 1 0 0,0 1-1 0 0,0-1 1 0 0,0 1-1 0 0,-1 0 0 0 0,0 0 1 0 0,0 0-1 0 0,0 1 1 0 0,-1-1-1 0 0,1 1 0 0 0,-1-1 1 0 0,-1 1-1 0 0,1 0 0 0 0,1 9 1 0 0,-3-6 9 0 0,1-1-1 0 0,-1 1 1 0 0,0-1 0 0 0,-1 0-1 0 0,0 1 1 0 0,-1-1 0 0 0,1 0 0 0 0,-2 0-1 0 0,1 0 1 0 0,-6 12 0 0 0,-7 10 134 0 0,0-2 0 0 0,-2 0 0 0 0,-23 29 0 0 0,31-47-424 0 0,16-21-98 0 0,18-24-340 0 0,118-114-625 0 0,6-7 2308 0 0,-127 131-490 0 0,-21 22-516 0 0,-3 2-89 0 0,1 1 18 0 0,0 0 0 0 0,0-1-1 0 0,0 1 1 0 0,1 0 0 0 0,-1 0-1 0 0,0 0 1 0 0,0-1-1 0 0,0 1 1 0 0,0 0 0 0 0,0 0-1 0 0,0 1 1 0 0,0-1 0 0 0,0 0-1 0 0,0 0 1 0 0,1 0-1 0 0,-1 0 1 0 0,0 1 0 0 0,0-1-1 0 0,-1 1 1 0 0,-18 14-13 0 0,9-4-6 0 0,0 1-1 0 0,0 0 1 0 0,1 0 0 0 0,1 1-1 0 0,0 0 1 0 0,0 1-1 0 0,2 0 1 0 0,-10 23-1 0 0,12-25 22 0 0,1 1 0 0 0,0 0 0 0 0,1 0 0 0 0,1 0 0 0 0,0 0 0 0 0,0 0 0 0 0,2 0 0 0 0,-1 0 0 0 0,2 0-1 0 0,3 23 1 0 0,-3-30 12 0 0,0 0-1 0 0,0 0 0 0 0,1 0 0 0 0,0 0 0 0 0,1-1 0 0 0,-1 1 1 0 0,1-1-1 0 0,0 1 0 0 0,0-1 0 0 0,1 0 0 0 0,-1 0 0 0 0,1-1 1 0 0,1 1-1 0 0,-1-1 0 0 0,0 0 0 0 0,1 0 0 0 0,6 4 0 0 0,-5-4-261 0 0,0-1 0 0 0,0-1 0 0 0,0 1 0 0 0,1-1 0 0 0,-1 0-1 0 0,1 0 1 0 0,0-1 0 0 0,-1 0 0 0 0,1 0 0 0 0,0 0 0 0 0,0-1-1 0 0,0 0 1 0 0,-1 0 0 0 0,1-1 0 0 0,9-2 0 0 0,-10 2-812 0 0,1-1 0 0 0,-1 0 1 0 0,0 0-1 0 0,0 0 0 0 0,9-6 1 0 0,6-6-5224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1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230 100 448 0 0,'-64'-25'7248'0'0,"-35"-18"2844"0"0,43 20-7470 0 0,53 22-2805 0 0,-4-6-711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1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0 1492 0 0,'-175'17'14204'0'0,"59"-6"-8523"0"0,112-11-5105 0 0,8 0-468 0 0,350-9-5782 0 0,-206 9-653 0 0,-43-2-1329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319 519 580 0 0,'-15'-34'7397'0'0,"11"22"-5584"0"0,-1 1 1 0 0,0-1 0 0 0,-10-14-1 0 0,14 24-1424 0 0,-3-1 11 0 0,4 2-389 0 0,0 1 0 0 0,0 0-1 0 0,0 0 1 0 0,0-1 0 0 0,0 1 0 0 0,0 0 0 0 0,-1 0-1 0 0,1-1 1 0 0,0 1 0 0 0,0 0 0 0 0,0 0-1 0 0,0 0 1 0 0,-1-1 0 0 0,1 1 0 0 0,0 0-1 0 0,0 0 1 0 0,0 0 0 0 0,-1 0 0 0 0,1-1 0 0 0,0 1-1 0 0,0 0 1 0 0,-1 0 0 0 0,1 0 0 0 0,0 0-1 0 0,0 0 1 0 0,-1 0 0 0 0,1 0 0 0 0,0 0-1 0 0,-1 0 1 0 0,1 0 0 0 0,0 0 0 0 0,0 0 0 0 0,-1 0-1 0 0,1 0 1 0 0,0 0 0 0 0,0 0 0 0 0,-1 0-1 0 0,1 0 1 0 0,-7 2 1 0 0,0 0-1 0 0,0 0 1 0 0,1 0-1 0 0,-1 1 1 0 0,1 0 0 0 0,-1 1-1 0 0,1-1 1 0 0,0 1-1 0 0,1 0 1 0 0,-1 1-1 0 0,1-1 1 0 0,-7 8 0 0 0,-12 14-40 0 0,-24 30 1 0 0,47-54 26 0 0,-21 25-15 0 0,-23 38 0 0 0,40-57 16 0 0,1 1 0 0 0,-1-1 0 0 0,2 1 0 0 0,-1 0 0 0 0,1 0 0 0 0,0 0 0 0 0,1 0 0 0 0,0 1 0 0 0,-1 16 0 0 0,3-23 5 0 0,0 0 1 0 0,0-1-1 0 0,0 1 1 0 0,0 0-1 0 0,1-1 1 0 0,0 1-1 0 0,-1 0 1 0 0,1-1-1 0 0,0 1 1 0 0,0-1-1 0 0,0 1 1 0 0,1-1-1 0 0,-1 0 1 0 0,0 0 0 0 0,1 1-1 0 0,0-1 1 0 0,2 3-1 0 0,-1-3 3 0 0,0 0-1 0 0,1 1 1 0 0,-1-1-1 0 0,0 0 1 0 0,1-1-1 0 0,0 1 1 0 0,-1 0-1 0 0,1-1 1 0 0,0 0 0 0 0,7 1-1 0 0,2 0 6 0 0,1-1 0 0 0,-1-1 0 0 0,1 0-1 0 0,-1-1 1 0 0,26-4 0 0 0,-9-1-2 0 0,-1-1-1 0 0,1-1 0 0 0,-2-1 1 0 0,1-2-1 0 0,-1-1 1 0 0,-1-1-1 0 0,50-32 1 0 0,-65 36-8 0 0,0 0 0 0 0,-1 0 1 0 0,0-1-1 0 0,0-1 0 0 0,-1 0 1 0 0,0 0-1 0 0,-1-1 1 0 0,-1 0-1 0 0,1-1 0 0 0,-2 0 1 0 0,0 0-1 0 0,-1-1 0 0 0,0 0 1 0 0,-1 0-1 0 0,0 0 0 0 0,-1 0 1 0 0,-1-1-1 0 0,2-15 1 0 0,-5 20-12 0 0,1-1 0 0 0,-1 0 1 0 0,-1 1-1 0 0,0-1 1 0 0,-1 0-1 0 0,0 1 1 0 0,0 0-1 0 0,-1-1 0 0 0,-1 1 1 0 0,0 0-1 0 0,0 0 1 0 0,-1 1-1 0 0,0-1 1 0 0,0 1-1 0 0,-10-12 0 0 0,11 16-4 0 0,-1 0-1 0 0,1-1 0 0 0,-1 2 0 0 0,-1-1 1 0 0,1 1-1 0 0,0-1 0 0 0,-1 1 1 0 0,0 1-1 0 0,0-1 0 0 0,0 1 0 0 0,-1 0 1 0 0,1 1-1 0 0,-1-1 0 0 0,1 1 0 0 0,-1 1 1 0 0,0-1-1 0 0,0 1 0 0 0,1 0 1 0 0,-1 1-1 0 0,0 0 0 0 0,0 0 0 0 0,0 0 1 0 0,0 1-1 0 0,-10 2 0 0 0,3 1-10 0 0,0 0 0 0 0,1 2-1 0 0,-1 0 1 0 0,1 0 0 0 0,0 1 0 0 0,1 1-1 0 0,0 0 1 0 0,0 0 0 0 0,1 2-1 0 0,0-1 1 0 0,0 1 0 0 0,-14 18 0 0 0,14-14 16 0 0,0 0 0 0 0,1 1 1 0 0,0 0-1 0 0,1 0 0 0 0,1 1 1 0 0,1 0-1 0 0,0 1 0 0 0,1 0 0 0 0,-7 34 1 0 0,12-46 10 0 0,0 0-1 0 0,0 0 1 0 0,1 1 0 0 0,0-1 0 0 0,0 0 0 0 0,1 1-1 0 0,-1-1 1 0 0,1 0 0 0 0,0 0 0 0 0,1 0-1 0 0,-1 0 1 0 0,1 0 0 0 0,0 0 0 0 0,0 0 0 0 0,1 0-1 0 0,-1 0 1 0 0,1-1 0 0 0,0 0 0 0 0,0 1 0 0 0,1-1-1 0 0,-1 0 1 0 0,1-1 0 0 0,0 1 0 0 0,0 0 0 0 0,0-1-1 0 0,0 0 1 0 0,1 0 0 0 0,-1-1 0 0 0,1 1-1 0 0,5 1 1 0 0,8 4 3 0 0,0-2 0 0 0,0 0-1 0 0,1-1 1 0 0,-1-1 0 0 0,1-1 0 0 0,0-1-1 0 0,20 1 1 0 0,11-3-6 0 0,-1-2-1 0 0,0-3 1 0 0,1-1 0 0 0,-2-3-1 0 0,1-1 1 0 0,-2-3 0 0 0,1-2-1 0 0,47-22 1 0 0,-64 23 2 0 0,-1-2 0 0 0,-1-1 1 0 0,0-1-1 0 0,-2-1 0 0 0,0-2 0 0 0,-1-1 0 0 0,-1 0 0 0 0,42-51 0 0 0,-49 50 132 0 0,-1 0 0 0 0,-1-1-1 0 0,-1-1 1 0 0,-2-1 0 0 0,0 0-1 0 0,-2-1 1 0 0,0 0 0 0 0,-2 0-1 0 0,-1-1 1 0 0,7-50 0 0 0,-15 74-117 0 0,1 0 1 0 0,-1 1-1 0 0,0-1 0 0 0,-1 0 1 0 0,1 0-1 0 0,-1 0 1 0 0,0 0-1 0 0,-2-6 1 0 0,2 8-51 0 0,-2 2 9 0 0,0 1 18 0 0,0 1 1 0 0,0-1 0 0 0,0 0-1 0 0,0 1 1 0 0,1-1-1 0 0,-1 1 1 0 0,0 0-1 0 0,1 0 1 0 0,0 0-1 0 0,-1 1 1 0 0,1-1-1 0 0,0 0 1 0 0,0 1-1 0 0,0-1 1 0 0,-1 4-1 0 0,-28 50-35 0 0,24-42 25 0 0,-41 97-29 0 0,-58 198-1 0 0,91-261 46 0 0,-124 532 156 0 0,52 9 6 0 0,53-336 1198 0 0,33-235-904 0 0,1-15-293 0 0,3 1 23 0 0,-3-4-185 0 0,0 0 1 0 0,0 1 0 0 0,0-1 0 0 0,0 0 0 0 0,0 0-1 0 0,0 1 1 0 0,0-1 0 0 0,0 0 0 0 0,0 0 0 0 0,0 1-1 0 0,0-1 1 0 0,0 0 0 0 0,0 0 0 0 0,1 0 0 0 0,-1 1-1 0 0,0-1 1 0 0,0 0 0 0 0,0 0 0 0 0,0 0-1 0 0,1 0 1 0 0,-1 1 0 0 0,0-1 0 0 0,0 0 0 0 0,0 0-1 0 0,1 0 1 0 0,-1 0 0 0 0,0 0 0 0 0,0 0 0 0 0,0 0-1 0 0,1 1 1 0 0,-1-1 0 0 0,0 0 0 0 0,0 0 0 0 0,1 0-1 0 0,-1 0 1 0 0,0 0 0 0 0,0 0 0 0 0,0 0 0 0 0,1 0-1 0 0,-1 0 1 0 0,1 0 0 0 0,20-13 43 0 0,0 0 1 0 0,0 0 0 0 0,-1-2-1 0 0,18-18 1 0 0,71-76-276 0 0,-93 93 154 0 0,6-7-60 0 0,-1-2-1 0 0,25-37 1 0 0,-39 50 105 0 0,0 0 0 0 0,0 0 0 0 0,-1 0 0 0 0,-1-1 0 0 0,0 0 0 0 0,-1 0 1 0 0,0 0-1 0 0,2-18 0 0 0,-6 25 21 0 0,0-1 0 0 0,0 1 1 0 0,-1 0-1 0 0,1-1 0 0 0,-2 1 0 0 0,1 0 1 0 0,-1 0-1 0 0,0-1 0 0 0,0 1 0 0 0,0 1 1 0 0,-1-1-1 0 0,0 0 0 0 0,0 1 0 0 0,-1-1 1 0 0,1 1-1 0 0,-1 0 0 0 0,0 0 0 0 0,-1 0 1 0 0,1 1-1 0 0,-1 0 0 0 0,-9-7 0 0 0,-7-4-1 0 0,0 0-1 0 0,-2 2 1 0 0,-46-20-1 0 0,-119-43 24 0 0,-68-32 82 0 0,252 107-113 0 0,1-1 1 0 0,0 0-1 0 0,0 1 1 0 0,0-1-1 0 0,0-1 0 0 0,0 1 1 0 0,1 0-1 0 0,-1-1 0 0 0,0 1 1 0 0,1-1-1 0 0,0 0 1 0 0,0 1-1 0 0,0-1 0 0 0,0 0 1 0 0,0 0-1 0 0,-1-4 0 0 0,2 4-67 0 0,1 0 0 0 0,-1 0 0 0 0,1 0-1 0 0,0 0 1 0 0,0 0 0 0 0,0 0 0 0 0,0 0-1 0 0,1 1 1 0 0,-1-1 0 0 0,1 0 0 0 0,0 0-1 0 0,-1 0 1 0 0,1 1 0 0 0,1-1 0 0 0,-1 0-1 0 0,0 1 1 0 0,1-1 0 0 0,-1 1-1 0 0,1-1 1 0 0,3-3 0 0 0,4-5-381 0 0,1 1 0 0 0,0 0 0 0 0,1 0 0 0 0,0 1 0 0 0,0 0-1 0 0,19-10 1 0 0,82-39-3913 0 0,-72 39 1837 0 0,21-10-2197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3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521 186 556 0 0,'2'-15'2379'0'0,"-1"0"0"0"0,-1 0-1 0 0,-2-21 1 0 0,1 23-1204 0 0,-1 1 1 0 0,0-1-1 0 0,-2 1 0 0 0,-4-14 0 0 0,7 24-1113 0 0,1 0-1 0 0,-1 1 0 0 0,0-1 0 0 0,0 0 1 0 0,0 1-1 0 0,0 0 0 0 0,0-1 1 0 0,0 1-1 0 0,0-1 0 0 0,-1 1 0 0 0,1 0 1 0 0,0 0-1 0 0,-1 0 0 0 0,1 0 0 0 0,-1 0 1 0 0,1 0-1 0 0,-1 0 0 0 0,1 0 0 0 0,-3 0 1 0 0,1 0-26 0 0,0 1 0 0 0,0-1 0 0 0,0 1 0 0 0,0 0 0 0 0,0 0 0 0 0,-1 0 0 0 0,1 0 0 0 0,0 0 1 0 0,0 1-1 0 0,-3 1 0 0 0,-6 1-10 0 0,1 1 0 0 0,0 1 0 0 0,1-1 0 0 0,-17 12 0 0 0,-9 6 10 0 0,2 3-1 0 0,0 0 0 0 0,2 2 1 0 0,1 2-1 0 0,2 1 0 0 0,0 1 1 0 0,2 1-1 0 0,-43 69 0 0 0,62-89-16 0 0,2 0 0 0 0,-1 1-1 0 0,2 0 1 0 0,-1 1-1 0 0,2-1 1 0 0,0 1 0 0 0,-3 15-1 0 0,7-25-60 0 0,-1 0 0 0 0,1 0 0 0 0,0 0 0 0 0,0 0 0 0 0,0 0 0 0 0,0 0 0 0 0,1 0 0 0 0,-1 0 0 0 0,1 0 0 0 0,0 0 0 0 0,1 0 0 0 0,-1 0 0 0 0,1 0 0 0 0,-1-1 0 0 0,1 1 0 0 0,0 0 0 0 0,0-1 0 0 0,1 0 0 0 0,-1 1-1 0 0,1-1 1 0 0,0 0 0 0 0,-1 0 0 0 0,1 0 0 0 0,1-1 0 0 0,-1 1 0 0 0,0-1 0 0 0,1 0 0 0 0,5 3 0 0 0,4 1-312 0 0,0-1-1 0 0,1 0 1 0 0,-1-2-1 0 0,1 1 1 0 0,0-2-1 0 0,0 1 1 0 0,15-1 0 0 0,4-1-1110 0 0,63-7 1 0 0,-61 1-882 0 0,45-13 1 0 0,-18-1-1749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3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166 207 1408 0 0,'13'-16'1652'0'0,"-2"-1"0"0"0,0 0 1 0 0,-1-1-1 0 0,-1 0 0 0 0,0-1 0 0 0,-1 1 0 0 0,9-37 0 0 0,-17 55-1632 0 0,0-1 0 0 0,0 1 0 0 0,1 0-1 0 0,-1-1 1 0 0,0 1 0 0 0,0 0-1 0 0,0-1 1 0 0,0 1 0 0 0,0 0 0 0 0,0-1-1 0 0,0 1 1 0 0,0 0 0 0 0,0-1 0 0 0,0 1-1 0 0,0-1 1 0 0,0 1 0 0 0,0 0-1 0 0,0-1 1 0 0,0 1 0 0 0,0 0 0 0 0,0-1-1 0 0,0 1 1 0 0,0 0 0 0 0,-1-1 0 0 0,1 1-1 0 0,0 0 1 0 0,0-1 0 0 0,0 1-1 0 0,-1 0 1 0 0,1 0 0 0 0,0-1 0 0 0,0 1-1 0 0,-1 0 1 0 0,1 0 0 0 0,0-1 0 0 0,0 1-1 0 0,-1 0 1 0 0,1 0 0 0 0,0 0-1 0 0,-1 0 1 0 0,1-1 0 0 0,0 1 0 0 0,-1 0-1 0 0,1 0 1 0 0,0 0 0 0 0,-1 0 0 0 0,1 0-1 0 0,0 0 1 0 0,-1 0 0 0 0,1 0-1 0 0,-1 0 1 0 0,1 0 0 0 0,0 0 0 0 0,-1 0-1 0 0,1 0 1 0 0,0 0 0 0 0,-1 0 0 0 0,1 0-1 0 0,-1 1 1 0 0,-20 8 324 0 0,6 2-187 0 0,1 0-1 0 0,0 0 1 0 0,1 2-1 0 0,-12 13 1 0 0,-44 59 105 0 0,57-69-237 0 0,1 1 1 0 0,1 0 0 0 0,-9 19 0 0 0,16-29-12 0 0,0 1 0 0 0,0 0 0 0 0,0 0-1 0 0,1-1 1 0 0,0 1 0 0 0,1 1 0 0 0,0-1 0 0 0,0 0 0 0 0,1 0 0 0 0,0 11 0 0 0,1-16-3 0 0,0 1 0 0 0,-1-1 0 0 0,1 1 0 0 0,0-1 0 0 0,1 1 0 0 0,-1-1 0 0 0,1 0 0 0 0,-1 1 0 0 0,1-1 0 0 0,0 0 0 0 0,0 0 0 0 0,0 0 0 0 0,1-1 0 0 0,4 6 0 0 0,-2-4 1 0 0,0-1 0 0 0,0 1 0 0 0,0-1 0 0 0,0 0 0 0 0,1-1 0 0 0,-1 1 0 0 0,1-1 0 0 0,7 2 0 0 0,2 0 5 0 0,0-2 0 0 0,0 0 0 0 0,0 0 0 0 0,0-2 0 0 0,0 0 0 0 0,22-2 0 0 0,-23 0-5 0 0,0-1-1 0 0,-1 0 1 0 0,1-1 0 0 0,-1 0 0 0 0,0-1 0 0 0,0 0 0 0 0,0-1 0 0 0,-1-1 0 0 0,0 0 0 0 0,0-1-1 0 0,0 0 1 0 0,-1-1 0 0 0,18-18 0 0 0,-21 19-5 0 0,-1-1 1 0 0,0 1-1 0 0,-1-2 1 0 0,0 1-1 0 0,0 0 0 0 0,-1-1 1 0 0,0 0-1 0 0,-1-1 1 0 0,0 1-1 0 0,0-1 0 0 0,-1 1 1 0 0,-1-1-1 0 0,0 0 0 0 0,0 0 1 0 0,-1 0-1 0 0,0 0 1 0 0,-2-22-1 0 0,-1 25 0 0 0,1 1 0 0 0,-1 0 1 0 0,0 0-1 0 0,-1 0 0 0 0,0 0 0 0 0,0 0 0 0 0,0 1 0 0 0,-1-1 1 0 0,0 1-1 0 0,0 0 0 0 0,0 0 0 0 0,-1 0 0 0 0,0 0 0 0 0,0 1 1 0 0,-1 0-1 0 0,0 0 0 0 0,1 1 0 0 0,-1-1 0 0 0,-1 1 1 0 0,1 1-1 0 0,-1-1 0 0 0,1 1 0 0 0,-1 0 0 0 0,-11-3 0 0 0,8 3-38 0 0,0 0-1 0 0,0 0 1 0 0,-1 1-1 0 0,1 1 1 0 0,-1-1-1 0 0,1 2 0 0 0,-1-1 1 0 0,0 2-1 0 0,1-1 1 0 0,-1 2-1 0 0,1-1 1 0 0,-1 1-1 0 0,1 1 0 0 0,0 0 1 0 0,0 0-1 0 0,-17 9 1 0 0,23-10-116 0 0,1 0 1 0 0,0 0 0 0 0,0 0-1 0 0,1 0 1 0 0,-1 1 0 0 0,0 0-1 0 0,1-1 1 0 0,-1 1 0 0 0,1 0 0 0 0,0 0-1 0 0,0 0 1 0 0,-2 4 0 0 0,4-5-200 0 0,-1 0 1 0 0,0 0-1 0 0,1 0 0 0 0,-1 0 1 0 0,1 0-1 0 0,-1 0 1 0 0,1 0-1 0 0,0 0 1 0 0,0 0-1 0 0,0 0 1 0 0,0 0-1 0 0,0 0 1 0 0,0 0-1 0 0,1 0 0 0 0,-1 0 1 0 0,1 0-1 0 0,-1 0 1 0 0,1 0-1 0 0,0 0 1 0 0,0 0-1 0 0,0-1 1 0 0,2 4-1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346 274 1212 0 0,'-3'-1'6781'0'0,"1"0"-6595"0"0,1 1 1 0 0,-1 0 0 0 0,0 0-1 0 0,1-1 1 0 0,-1 1-1 0 0,0 0 1 0 0,1 1 0 0 0,-1-1-1 0 0,0 0 1 0 0,0 0 0 0 0,1 1-1 0 0,-1-1 1 0 0,1 1-1 0 0,-1-1 1 0 0,0 1 0 0 0,1 0-1 0 0,-1 0 1 0 0,1-1 0 0 0,-1 1-1 0 0,1 0 1 0 0,0 0-1 0 0,-1 1 1 0 0,1-1 0 0 0,0 0-1 0 0,0 0 1 0 0,0 1 0 0 0,0-1-1 0 0,0 0 1 0 0,0 1-1 0 0,0-1 1 0 0,0 1 0 0 0,0 2-1 0 0,-1 0-98 0 0,0 1-1 0 0,1-1 1 0 0,0 1-1 0 0,0 0 1 0 0,0 0-1 0 0,0 0 0 0 0,1 7 1 0 0,0-10-73 0 0,0 0 0 0 0,0 0 0 0 0,0 0 0 0 0,1-1 0 0 0,-1 1 0 0 0,0 0 0 0 0,1 0 0 0 0,-1 0 1 0 0,1-1-1 0 0,0 1 0 0 0,0 0 0 0 0,0-1 0 0 0,0 1 0 0 0,0 0 0 0 0,0-1 0 0 0,0 1 0 0 0,0-1 0 0 0,0 0 0 0 0,1 1 0 0 0,-1-1 0 0 0,1 0 0 0 0,-1 0 1 0 0,1 0-1 0 0,-1 0 0 0 0,4 2 0 0 0,2-1 0 0 0,-1 0-1 0 0,1-1 1 0 0,0 1 0 0 0,-1-1 0 0 0,1-1 0 0 0,0 1 0 0 0,0-1-1 0 0,0 0 1 0 0,0-1 0 0 0,-1 0 0 0 0,1 0 0 0 0,0 0-1 0 0,-1-1 1 0 0,1 0 0 0 0,-1 0 0 0 0,1 0 0 0 0,-1-1 0 0 0,11-6-1 0 0,-8 3-2 0 0,-1 1-1 0 0,0-1 1 0 0,0 0-1 0 0,-1-1 0 0 0,1 0 1 0 0,-2 0-1 0 0,1-1 0 0 0,-1 1 1 0 0,0-1-1 0 0,0-1 0 0 0,-1 1 1 0 0,7-17-1 0 0,-7 12 2 0 0,-1 0-1 0 0,0 0 1 0 0,-1-1-1 0 0,0 0 1 0 0,-1 0-1 0 0,0-19 1 0 0,-2 25-5 0 0,0 0-1 0 0,0 0 1 0 0,-1 0 0 0 0,0 0-1 0 0,-1 0 1 0 0,0 0 0 0 0,0 0 0 0 0,-1 0-1 0 0,1 1 1 0 0,-2-1 0 0 0,1 1-1 0 0,-6-8 1 0 0,7 12-9 0 0,0 0-1 0 0,-1 0 1 0 0,1 0 0 0 0,0 1-1 0 0,-1-1 1 0 0,0 1-1 0 0,0 0 1 0 0,0 0 0 0 0,0 0-1 0 0,0 0 1 0 0,0 0 0 0 0,0 1-1 0 0,0-1 1 0 0,-1 1-1 0 0,1 0 1 0 0,-1 0 0 0 0,-4-1-1 0 0,2 2-4 0 0,0 0 1 0 0,0 0-1 0 0,0 0 0 0 0,1 1 0 0 0,-1 0 1 0 0,0 0-1 0 0,0 0 0 0 0,1 1 0 0 0,-11 4 0 0 0,-4 4-5 0 0,1 0-1 0 0,1 2 0 0 0,0 0 0 0 0,-28 25 0 0 0,13-8 3 0 0,1 2-1 0 0,1 1 1 0 0,-45 63 0 0 0,59-69 20 0 0,0 0 0 0 0,1 1 0 0 0,2 1 0 0 0,1 0 0 0 0,1 1 1 0 0,-9 36-1 0 0,18-52 12 0 0,0 0 1 0 0,1 0 0 0 0,0 0-1 0 0,1 0 1 0 0,0 0 0 0 0,1 0-1 0 0,1 0 1 0 0,4 25-1 0 0,-3-31-43 0 0,0 1-1 0 0,1 0 0 0 0,0 0 0 0 0,0-1 0 0 0,1 0 0 0 0,0 1 0 0 0,0-1 0 0 0,1-1 1 0 0,0 1-1 0 0,0-1 0 0 0,0 0 0 0 0,1 0 0 0 0,0 0 0 0 0,0-1 0 0 0,10 7 0 0 0,-2-3-293 0 0,0-1 0 0 0,1-1 0 0 0,1 0 0 0 0,-1-1 0 0 0,1 0 0 0 0,0-2 0 0 0,0 0 0 0 0,0 0-1 0 0,24 1 1 0 0,-7-3-1228 0 0,-1-1-1 0 0,1-2 1 0 0,59-8-1 0 0,-33-3-2379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5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636 623 208 0 0,'13'-73'5157'0'0,"-4"-1"-1"0"0,-1-128 1 0 0,-8 195-4862 0 0,-3 7-118 0 0,-3 15-66 0 0,-6 26-91 0 0,-192 810 1726 0 0,78-342-365 0 0,105-423-1234 0 0,-79 386 547 0 0,99-469-681 0 0,0 0 0 0 0,1 0 0 0 0,-1 0 0 0 0,1 0 0 0 0,0 0 0 0 0,0 1 0 0 0,0-1 0 0 0,1 0 0 0 0,-1 0 0 0 0,1 0 0 0 0,0 0 0 0 0,-1-1 0 0 0,1 1 0 0 0,1 0 0 0 0,-1 0 0 0 0,0 0 0 0 0,1-1 0 0 0,-1 1 0 0 0,1-1 0 0 0,4 5 0 0 0,-4-4-5 0 0,1-1 1 0 0,1 0-1 0 0,-1-1 0 0 0,0 1 1 0 0,0 0-1 0 0,1-1 1 0 0,-1 0-1 0 0,1 0 1 0 0,-1 0-1 0 0,1 0 0 0 0,-1 0 1 0 0,1-1-1 0 0,0 0 1 0 0,-1 1-1 0 0,1-1 0 0 0,0-1 1 0 0,3 0-1 0 0,11-1 5 0 0,-1-1-1 0 0,0 0 0 0 0,0-2 0 0 0,0 0 1 0 0,-1 0-1 0 0,0-2 0 0 0,0 0 0 0 0,0-1 1 0 0,-1-1-1 0 0,0 0 0 0 0,-1-1 1 0 0,0 0-1 0 0,0-2 0 0 0,-1 1 0 0 0,-1-2 1 0 0,12-13-1 0 0,-12 12-12 0 0,-1-1 0 0 0,-1 0-1 0 0,0-1 1 0 0,-1 0 0 0 0,0 0-1 0 0,-2-1 1 0 0,0 0 0 0 0,-1-1 0 0 0,0 1-1 0 0,-2-1 1 0 0,0 0 0 0 0,-1 0 0 0 0,0-1-1 0 0,-2 1 1 0 0,-1-22 0 0 0,-1 21-10 0 0,-2-1 0 0 0,0 0-1 0 0,-1 1 1 0 0,-1 0 0 0 0,-1 0 0 0 0,0 0 0 0 0,-17-31-1 0 0,9 25-3 0 0,-2 0-1 0 0,0 1 1 0 0,-1 1-1 0 0,-35-36 1 0 0,-1 10-2 0 0,-2 3 0 0 0,-2 1 0 0 0,-87-50 1 0 0,95 66 22 0 0,27 16-37 0 0,0 0 1 0 0,1-1-1 0 0,-33-29 1 0 0,54 43 21 0 0,-1 0 1 0 0,1-1 0 0 0,-1 1-1 0 0,1-1 1 0 0,0 0 0 0 0,-1 1-1 0 0,1-1 1 0 0,0 1-1 0 0,-1-1 1 0 0,1 1 0 0 0,0-1-1 0 0,0 0 1 0 0,0 1-1 0 0,-1-1 1 0 0,1 0 0 0 0,0 1-1 0 0,0-1 1 0 0,0 0-1 0 0,0 1 1 0 0,0-1 0 0 0,0 0-1 0 0,0 1 1 0 0,0-1-1 0 0,1 0 1 0 0,-1 1 0 0 0,0-1-1 0 0,0 1 1 0 0,0-1-1 0 0,1 0 1 0 0,-1 1 0 0 0,0-1-1 0 0,1 1 1 0 0,-1-1-1 0 0,0 1 1 0 0,1-1 0 0 0,-1 1-1 0 0,1-1 1 0 0,-1 1-1 0 0,1-1 1 0 0,22-14-491 0 0,45-12-943 0 0,94-23-1 0 0,-32 11 186 0 0,3-8-235 0 0,-1-5 0 0 0,168-94 0 0 0,-221 100 1049 0 0,-3-3 1 0 0,-1-4 0 0 0,-3-2-1 0 0,114-114 1 0 0,-162 143 666 0 0,-1-1 0 0 0,-1-1 0 0 0,-1 0 1 0 0,20-39-1 0 0,-33 53 65 0 0,-1 0 0 0 0,-1 0 1 0 0,-1-1-1 0 0,0 1 1 0 0,0-1-1 0 0,-2 0 1 0 0,1-1-1 0 0,-2 1 0 0 0,0-1 1 0 0,-1 1-1 0 0,-1-1 1 0 0,-2-16-1 0 0,2 29-244 0 0,-1 1-1 0 0,1-1 1 0 0,-1 0 0 0 0,0 0 0 0 0,0 0-1 0 0,0 0 1 0 0,-1 1 0 0 0,1-1-1 0 0,-1 1 1 0 0,1-1 0 0 0,-1 1 0 0 0,0-1-1 0 0,-2-1 1 0 0,3 4-40 0 0,0 0 0 0 0,0 0 1 0 0,1 0-1 0 0,-1 0 0 0 0,0 0 0 0 0,0 0 0 0 0,0 0 1 0 0,0 0-1 0 0,0 1 0 0 0,1-1 0 0 0,-1 0 0 0 0,0 0 1 0 0,0 1-1 0 0,0-1 0 0 0,1 1 0 0 0,-1-1 0 0 0,0 1 1 0 0,1-1-1 0 0,-1 1 0 0 0,0-1 0 0 0,0 2 0 0 0,0-2 5 0 0,-3 4 6 0 0,-1 0 0 0 0,1 1 0 0 0,-1-1 1 0 0,1 1-1 0 0,0 0 0 0 0,1 0 0 0 0,-6 9 0 0 0,-16 40 56 0 0,23-51-69 0 0,-30 78 213 0 0,-22 90-1 0 0,-11 90 821 0 0,40-152-503 0 0,-83 322 1528 0 0,-28 123-900 0 0,122-492-971 0 0,-10 126 0 0 0,24-184-176 0 0,0 0-1 0 0,0 0 0 0 0,0 0 0 0 0,0 0 1 0 0,0-1-1 0 0,1 1 0 0 0,0 0 1 0 0,0 0-1 0 0,0 0 0 0 0,0-1 0 0 0,1 1 1 0 0,-1 0-1 0 0,1-1 0 0 0,3 6 1 0 0,-3-7-7 0 0,0 0 1 0 0,0-1-1 0 0,0 1 1 0 0,1 0-1 0 0,-1-1 1 0 0,0 1-1 0 0,1-1 1 0 0,-1 0-1 0 0,1 1 1 0 0,-1-1-1 0 0,1 0 1 0 0,0-1-1 0 0,-1 1 0 0 0,1 0 1 0 0,0-1-1 0 0,0 0 1 0 0,0 0-1 0 0,-1 0 1 0 0,1 0-1 0 0,3 0 1 0 0,2-1-1 0 0,1 0-1 0 0,-1-1 1 0 0,0 0 0 0 0,0 0 0 0 0,0-1-1 0 0,0 0 1 0 0,0-1 0 0 0,-1 1 0 0 0,1-1 0 0 0,-1-1-1 0 0,0 0 1 0 0,7-6 0 0 0,1-1-3 0 0,0-2 0 0 0,-1 0 0 0 0,23-30 0 0 0,-30 34-23 0 0,0 0 1 0 0,-1 0-1 0 0,0 0 0 0 0,-1-1 0 0 0,0 0 0 0 0,-1 0 1 0 0,0-1-1 0 0,0 1 0 0 0,-2-1 0 0 0,1 1 1 0 0,1-21-1 0 0,-4 17-3 0 0,0 0 0 0 0,-1 0 0 0 0,-1 0 1 0 0,0 0-1 0 0,-1 1 0 0 0,-1-1 0 0 0,0 1 0 0 0,-9-20 1 0 0,-1 6-3 0 0,-1-1 0 0 0,-2 2 0 0 0,0 0 0 0 0,-2 1 0 0 0,-1 0 0 0 0,-1 2 0 0 0,-1 1 0 0 0,-26-21 0 0 0,-173-143 14 0 0,215 183-29 0 0,1-1 0 0 0,0 1 1 0 0,0-1-1 0 0,0 0 1 0 0,0 0-1 0 0,1-1 1 0 0,0 1-1 0 0,-7-13 0 0 0,13 13-276 0 0,2-1 87 0 0,1 1 0 0 0,0-1 1 0 0,0 1-1 0 0,1 0 0 0 0,0 1 1 0 0,0-1-1 0 0,0 1 0 0 0,0 0 1 0 0,0 1-1 0 0,12-5 0 0 0,12-4-944 0 0,36-10-1 0 0,-28 11 372 0 0,49-17-1295 0 0,94-32-4300 0 0,-129 38 3232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41 114 2216 0 0,'6'-5'937'0'0,"-1"0"0"0"0,1 0 0 0 0,-1-1 0 0 0,-1 1 0 0 0,1-1 0 0 0,6-11 0 0 0,-4 2 1641 0 0,0-1 1 0 0,4-18-1 0 0,-28 63-901 0 0,-11 29-1460 0 0,11-9 67 0 0,-21 100-1 0 0,35-133-238 0 0,1 0 0 0 0,0 0 0 0 0,2 0 0 0 0,0 0 0 0 0,0 0 0 0 0,2 1 0 0 0,0-1 0 0 0,1-1 0 0 0,0 1 0 0 0,10 26 0 0 0,-11-38-99 0 0,-1 0-1 0 0,1 0 1 0 0,0-1-1 0 0,1 1 1 0 0,-1-1-1 0 0,1 1 0 0 0,-1-1 1 0 0,1 0-1 0 0,0 0 1 0 0,0 0-1 0 0,0 0 1 0 0,1 0-1 0 0,-1-1 0 0 0,1 1 1 0 0,0-1-1 0 0,-1 0 1 0 0,1 0-1 0 0,0-1 1 0 0,0 1-1 0 0,0-1 0 0 0,0 0 1 0 0,0 0-1 0 0,1 0 1 0 0,-1 0-1 0 0,0-1 1 0 0,0 0-1 0 0,1 0 0 0 0,7 0 1 0 0,-2-2-701 0 0,-1 1 1 0 0,0-1 0 0 0,1-1-1 0 0,-1 0 1 0 0,0 0-1 0 0,0 0 1 0 0,-1-1-1 0 0,1-1 1 0 0,-1 0-1 0 0,0 0 1 0 0,0 0 0 0 0,8-7-1 0 0,8-14-4917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56 552 0 0,'-15'-11'2920'0'0,"0"3"-515"0"0,4 1 1415 0 0,-6-4-1328 0 0,2 1-980 0 0,2 1-760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6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343 227 908 0 0,'-1'-3'2032'0'0,"-1"-7"-850"0"0,0 1 0 0 0,1 0 0 0 0,0-1 0 0 0,1 0 0 0 0,-1 1 0 0 0,2-1 0 0 0,0 1 0 0 0,0-1 0 0 0,4-17 0 0 0,-1 8 1620 0 0,1-36 0 0 0,-5 53-2748 0 0,0 1 1 0 0,0-1 0 0 0,0 1-1 0 0,0-1 1 0 0,0 0 0 0 0,0 1-1 0 0,-1-1 1 0 0,1 1 0 0 0,-1-1-1 0 0,1 1 1 0 0,-1-1-1 0 0,1 1 1 0 0,-1-1 0 0 0,0 1-1 0 0,0-1 1 0 0,0 1 0 0 0,0 0-1 0 0,0 0 1 0 0,-1-2-1 0 0,0 2-45 0 0,0 0-1 0 0,1 0 0 0 0,-1 1 1 0 0,0-1-1 0 0,1 1 0 0 0,-1-1 1 0 0,0 1-1 0 0,0 0 0 0 0,0 0 1 0 0,0 0-1 0 0,1 0 0 0 0,-1 0 1 0 0,0 0-1 0 0,0 0 0 0 0,0 0 1 0 0,0 1-1 0 0,1-1 0 0 0,-4 2 1 0 0,-5 1-6 0 0,-1 1 1 0 0,1 1-1 0 0,0 0 0 0 0,0 0 1 0 0,0 1-1 0 0,-15 12 1 0 0,-50 49-30 0 0,75-67 26 0 0,-21 20-22 0 0,2 1-1 0 0,-32 43 1 0 0,44-54 22 0 0,1 0-1 0 0,0 0 1 0 0,0 1 0 0 0,1 0 0 0 0,1 0 0 0 0,0 1 0 0 0,0-1-1 0 0,1 1 1 0 0,-2 17 0 0 0,4-23 5 0 0,1-1 1 0 0,0 1-1 0 0,0 0 0 0 0,1 0 0 0 0,-1 0 1 0 0,1 0-1 0 0,0 0 0 0 0,1 0 0 0 0,0-1 1 0 0,0 1-1 0 0,0 0 0 0 0,0-1 0 0 0,1 0 1 0 0,5 9-1 0 0,-3-8-91 0 0,0 0 1 0 0,0 0 0 0 0,1-1-1 0 0,-1 0 1 0 0,1 0-1 0 0,0-1 1 0 0,1 0-1 0 0,-1 0 1 0 0,1 0-1 0 0,9 4 1 0 0,1-2-307 0 0,0-1 1 0 0,0 0 0 0 0,0-1 0 0 0,1-1 0 0 0,-1-1 0 0 0,1 0 0 0 0,0-1 0 0 0,0-1 0 0 0,18-3 0 0 0,-21 1 82 0 0,1 0 0 0 0,-1-1 0 0 0,0-1 0 0 0,0-1 0 0 0,-1 0 0 0 0,1-1 0 0 0,-1-1 0 0 0,-1 0 0 0 0,1 0-1 0 0,-1-2 1 0 0,17-13 0 0 0,-13 7 194 0 0,0 0 0 0 0,-2-2 0 0 0,1 0 0 0 0,-2-1 0 0 0,-1 0 0 0 0,0-1 0 0 0,11-23 0 0 0,3-10 2441 0 0,28-78 1 0 0,-28 63 733 0 0,-26 64-2765 0 0,-3 18-131 0 0,1-1 0 0 0,-2 1 1 0 0,0-1-1 0 0,-1 0 1 0 0,-6 16-1 0 0,-5 19 258 0 0,4-8-185 0 0,1-7-19 0 0,-6 46 0 0 0,15-70-193 0 0,0 0 0 0 0,0-1 0 0 0,1 1 0 0 0,0 0 1 0 0,1 0-1 0 0,0-1 0 0 0,1 1 0 0 0,0 0 0 0 0,5 14 0 0 0,-6-21-158 0 0,1 0 0 0 0,0 1 0 0 0,-1-1 0 0 0,1 0 0 0 0,0 0 0 0 0,0-1 0 0 0,1 1 0 0 0,-1 0 0 0 0,0-1 0 0 0,1 1 0 0 0,0-1 0 0 0,0 0 0 0 0,-1 1 0 0 0,1-2 0 0 0,1 1 0 0 0,-1 0 0 0 0,0 0 0 0 0,0-1 0 0 0,0 0 0 0 0,1 0 0 0 0,-1 0 0 0 0,1 0 0 0 0,-1 0 0 0 0,1-1 0 0 0,5 1 0 0 0,-2-1-678 0 0,0 0 1 0 0,-1-1 0 0 0,1 0 0 0 0,0 0-1 0 0,0 0 1 0 0,-1-1 0 0 0,1 0-1 0 0,-1-1 1 0 0,1 1 0 0 0,-1-1-1 0 0,0 0 1 0 0,9-6 0 0 0,9-10-5277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7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108 102 1332 0 0,'-11'-17'4037'0'0,"0"1"1"0"0,-23-25-1 0 0,10 16-1824 0 0,22 23-1896 0 0,-1 2-77 0 0,3-1-286 0 0,-1 1 0 0 0,0 0 0 0 0,0 0 0 0 0,0 0 0 0 0,0 0 1 0 0,1 0-1 0 0,-1 0 0 0 0,0 1 0 0 0,0-1 0 0 0,0 0 0 0 0,0 0 0 0 0,1 0 0 0 0,-1 1 0 0 0,0-1 0 0 0,0 0 0 0 0,1 1 0 0 0,-1-1 0 0 0,0 1 0 0 0,1-1 0 0 0,-1 1 0 0 0,0-1 0 0 0,1 1 1 0 0,-1 0-1 0 0,1-1 0 0 0,-1 1 0 0 0,1 0 0 0 0,-1-1 0 0 0,1 1 0 0 0,-1 0 0 0 0,1 0 0 0 0,0-1 0 0 0,-1 1 0 0 0,1 0 0 0 0,0 0 0 0 0,0 0 0 0 0,0-1 0 0 0,-1 1 0 0 0,1 0 0 0 0,0 0 1 0 0,0 0-1 0 0,0 1 0 0 0,0 4-1055 0 0,0-1 1 0 0,1 1-1 0 0,-1 0 0 0 0,1 0 1 0 0,2 6-1 0 0,3 3-4176 0 0</inkml:trace>
  <inkml:trace contextRef="#ctx0" brushRef="#br0" timeOffset="1">344 547 432 0 0,'0'3'2522'0'0,"6"46"7124"0"0,-5-47-9051 0 0,5 12 1577 0 0,-3-12-1894 0 0,0 0 0 0 0,1 0 0 0 0,-1-1 0 0 0,1 0 0 0 0,-1 0-1 0 0,6 1 1 0 0,-6-1 5 0 0,1-1-48 0 0,-1-1-204 0 0,1 1 36 0 0,0 0 1 0 0,0 0 0 0 0,0-1-1 0 0,0 0 1 0 0,0 0 0 0 0,-1 0-1 0 0,1 0 1 0 0,0-1-1 0 0,0 1 1 0 0,-1-1 0 0 0,5-3-1 0 0,-4 0-50 0 0,0-1 0 0 0,0 0 0 0 0,0-1 0 0 0,-1 1 0 0 0,0 0-1 0 0,0-1 1 0 0,0 0 0 0 0,-1 0 0 0 0,0 0 0 0 0,-1 0 0 0 0,1 0-1 0 0,-2 0 1 0 0,1 0 0 0 0,-1-1 0 0 0,0-11 0 0 0,-1 6-27 0 0,0 0 1 0 0,0-1-1 0 0,-1 1 1 0 0,-1 0-1 0 0,0 1 0 0 0,-1-1 1 0 0,-1 0-1 0 0,-6-12 1 0 0,9 20 0 0 0,0 1-1 0 0,-1 0 1 0 0,0 0 0 0 0,0 0 0 0 0,0 0 0 0 0,0 0 0 0 0,-1 0-1 0 0,1 1 1 0 0,-1 0 0 0 0,0 0 0 0 0,0 0 0 0 0,0 0 0 0 0,0 1-1 0 0,-8-4 1 0 0,8 4 6 0 0,-1 1 0 0 0,1 0 0 0 0,0 0 0 0 0,-1 1 0 0 0,1 0 0 0 0,-1-1 0 0 0,1 1 0 0 0,-1 1 0 0 0,1-1 0 0 0,-1 1 0 0 0,1 0 0 0 0,0-1 0 0 0,-1 2 0 0 0,1-1 0 0 0,0 1 0 0 0,-7 3 0 0 0,-2 2 24 0 0,1 0 0 0 0,0 1 0 0 0,0 1 0 0 0,1 0-1 0 0,0 0 1 0 0,1 1 0 0 0,0 1 0 0 0,1 0 0 0 0,-9 12 0 0 0,0 3 28 0 0,1 1 1 0 0,1 1 0 0 0,-12 29-1 0 0,23-45-20 0 0,0 0 0 0 0,1 1 0 0 0,0-1 0 0 0,1 1-1 0 0,0 0 1 0 0,1 0 0 0 0,1 0 0 0 0,0 0 0 0 0,1 0-1 0 0,0 0 1 0 0,3 13 0 0 0,-2-17-46 0 0,1-1 1 0 0,0 0-1 0 0,0 0 1 0 0,1 0-1 0 0,0 0 0 0 0,1 0 1 0 0,0-1-1 0 0,0 0 1 0 0,0 1-1 0 0,1-1 0 0 0,0-1 1 0 0,0 1-1 0 0,1-1 0 0 0,0 0 1 0 0,0 0-1 0 0,0-1 1 0 0,1 1-1 0 0,7 3 0 0 0,-4-3-434 0 0,0-1-1 0 0,0 0 1 0 0,0-1-1 0 0,0 0 1 0 0,1-1-1 0 0,0 0 1 0 0,0-1-1 0 0,-1 0 1 0 0,1 0-1 0 0,20-1 1 0 0,-20-1-570 0 0,1-1 0 0 0,-1 0 0 0 0,0-1 0 0 0,0 0 0 0 0,0 0 0 0 0,15-7 0 0 0,8-6-3566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7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1884 0 0,'50'-98'11251'0'0,"-49"95"-10935"0"0,5 2 13 0 0,-6 0-315 0 0,1 1 0 0 0,0 0-1 0 0,-1 0 1 0 0,1-1 0 0 0,-1 1 0 0 0,1 0 0 0 0,-1 0 0 0 0,1 0-1 0 0,0 0 1 0 0,-1 0 0 0 0,1 0 0 0 0,0 0 0 0 0,-1 0-1 0 0,1 0 1 0 0,-1 0 0 0 0,1 0 0 0 0,0 0 0 0 0,-1 0 0 0 0,1 1-1 0 0,-1-1 1 0 0,1 0 0 0 0,-1 0 0 0 0,1 1 0 0 0,0-1 0 0 0,-1 0-1 0 0,1 1 1 0 0,-1-1 0 0 0,0 0 0 0 0,1 1 0 0 0,-1-1 0 0 0,1 1-1 0 0,-1-1 1 0 0,1 1 0 0 0,-1-1 0 0 0,0 1 0 0 0,0-1-1 0 0,1 1 1 0 0,8 15 148 0 0,0 0 0 0 0,-2 1 0 0 0,0-1 0 0 0,0 1 0 0 0,-2 1 0 0 0,0-1 0 0 0,-1 1 0 0 0,-1 0 0 0 0,0 0 0 0 0,-1 0 0 0 0,-2 0 0 0 0,1 0 0 0 0,-2 0 1 0 0,-1 0-1 0 0,0 0 0 0 0,-1 0 0 0 0,-1 0 0 0 0,-6 17 0 0 0,8-30-10 0 0,-1 0 0 0 0,0 1 0 0 0,0-1 0 0 0,0-1 1 0 0,-1 1-1 0 0,-5 7 0 0 0,7-11-17 0 0,-3-3 17 0 0,5 2-149 0 0,0 0 0 0 0,-1 0-1 0 0,1 0 1 0 0,0 1 0 0 0,0-1-1 0 0,-1-1 1 0 0,1 1 0 0 0,0 0-1 0 0,-1 0 1 0 0,1 0 0 0 0,0 0-1 0 0,-1 0 1 0 0,1 0 0 0 0,0 0-1 0 0,0 0 1 0 0,-1 0 0 0 0,1 0-1 0 0,0-1 1 0 0,-1 1 0 0 0,1 0-1 0 0,0 0 1 0 0,0 0 0 0 0,-1-1-1 0 0,1 1 1 0 0,0 0 0 0 0,0 0-1 0 0,0-1 1 0 0,0 1 0 0 0,-1 0-1 0 0,1 0 1 0 0,0-1 0 0 0,0 1-1 0 0,0 0 1 0 0,0-1 0 0 0,0 1-1 0 0,0 0 1 0 0,-1-10 10 0 0,2 0 1 0 0,-1 0-1 0 0,1 1 1 0 0,1-1-1 0 0,0 0 0 0 0,0 1 1 0 0,1 0-1 0 0,0-1 1 0 0,9-16-1 0 0,0 2-24 0 0,1 2-1 0 0,25-36 0 0 0,-21 37-7 0 0,1 0 0 0 0,0 1-1 0 0,2 1 1 0 0,33-26-1 0 0,-43 38-1 0 0,0-1-1 0 0,0 2 1 0 0,1-1-1 0 0,0 2 1 0 0,0-1-1 0 0,1 1 1 0 0,-1 1-1 0 0,1 0 1 0 0,0 1-1 0 0,0 0 1 0 0,1 1-1 0 0,15-1 1 0 0,-23 3 11 0 0,0 0 1 0 0,1 1 0 0 0,-1-1-1 0 0,1 1 1 0 0,-1 0 0 0 0,0 1-1 0 0,0-1 1 0 0,0 1 0 0 0,0 0-1 0 0,0 0 1 0 0,0 1 0 0 0,0-1-1 0 0,-1 1 1 0 0,1 0 0 0 0,-1 0-1 0 0,0 1 1 0 0,0-1 0 0 0,0 1-1 0 0,0 0 1 0 0,-1 0 0 0 0,4 6-1 0 0,-2-3 20 0 0,-1 1 1 0 0,0 0-1 0 0,-1 0 0 0 0,1 0 0 0 0,-2 0 1 0 0,1 1-1 0 0,-1-1 0 0 0,-1 1 0 0 0,1-1 0 0 0,-1 1 1 0 0,-1 0-1 0 0,0 13 0 0 0,-12 76 193 0 0,1-17-1057 0 0,10-79 699 0 0,1 1 1 0 0,0-1-1 0 0,0 1 1 0 0,0-1 0 0 0,1 0-1 0 0,-1 1 1 0 0,1-1-1 0 0,-1 0 1 0 0,1 1 0 0 0,0-1-1 0 0,-1 0 1 0 0,4 4-1 0 0,-3-4-187 0 0,0-1-1 0 0,0 1 0 0 0,0-1 1 0 0,1 0-1 0 0,-1 1 0 0 0,0-1 1 0 0,1 0-1 0 0,-1 0 0 0 0,1 0 1 0 0,0 0-1 0 0,-1 0 0 0 0,1 0 1 0 0,0-1-1 0 0,-1 1 0 0 0,1-1 0 0 0,0 1 1 0 0,0-1-1 0 0,0 1 0 0 0,-1-1 1 0 0,1 0-1 0 0,0 0 0 0 0,0 0 1 0 0,2 0-1 0 0,13-4-4855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7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496 209 2788 0 0,'54'-201'17143'0'0,"-54"198"-16865"0"0,4-2 584 0 0,-8 12-390 0 0,-51 162 3195 0 0,-10 25-2377 0 0,-60 164-778 0 0,116-334-1601 0 0,2 0-1 0 0,-5 31 1 0 0,9-37-3442 0 0,0 32 0 0 0</inkml:trace>
  <inkml:trace contextRef="#ctx0" brushRef="#br0" timeOffset="1">88 502 1536 0 0,'-87'-61'14386'0'0,"87"60"-14361"0"0,0 1-1 0 0,0 0 1 0 0,0-1-1 0 0,0 1 1 0 0,-1 0-1 0 0,1-1 1 0 0,0 1 0 0 0,0 0-1 0 0,0-1 1 0 0,0 1-1 0 0,0-1 1 0 0,0 1-1 0 0,0 0 1 0 0,0-1 0 0 0,0 1-1 0 0,0 0 1 0 0,0-1-1 0 0,0 1 1 0 0,1 0-1 0 0,-1-1 1 0 0,0 1-1 0 0,0-1 1 0 0,0 1 0 0 0,0 0-1 0 0,1-1 1 0 0,-1 1-1 0 0,0 0 1 0 0,0 0-1 0 0,1-1 1 0 0,-1 1 0 0 0,0 0-1 0 0,0 0 1 0 0,1-1-1 0 0,-1 1 1 0 0,0 0-1 0 0,1 0 1 0 0,-1 0-1 0 0,0-1 1 0 0,1 1 0 0 0,-1 0-1 0 0,0 0 1 0 0,1 0-1 0 0,-1 0 1 0 0,0 0-1 0 0,1 0 1 0 0,14-7 195 0 0,8 1-442 0 0,0 1 0 0 0,0 1 0 0 0,45-1 0 0 0,-6 0-1375 0 0,113-6-4304 0 0,-133 9 3312 0 0,7 0-1304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8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6 1140 0 0,'4'0'2227'0'0,"26"-5"6774"0"0,-60 18-7396 0 0,0 2 0 0 0,-33 21 0 0 0,50-27-1469 0 0,1 0-1 0 0,-1 1 0 0 0,2 0 0 0 0,-1 1 0 0 0,1 1 0 0 0,1-1 0 0 0,-9 15 0 0 0,15-20-105 0 0,0 0-1 0 0,1 1 1 0 0,0-1-1 0 0,0 1 1 0 0,0-1-1 0 0,1 1 0 0 0,0 0 1 0 0,1 0-1 0 0,-1 0 1 0 0,1 1-1 0 0,0 9 1 0 0,1-7-18 0 0,1 1 0 0 0,0 0 1 0 0,1-1-1 0 0,0 0 0 0 0,1 1 0 0 0,7 18 1 0 0,5 3 272 0 0,1-2 0 0 0,2 0 0 0 0,35 45 0 0 0,-44-61-15 0 0,0-3-105 0 0,-2 0-1 0 0,1 1 1 0 0,5 14 0 0 0,-13-25-121 0 0,0 0 0 0 0,1 0 1 0 0,-1 0-1 0 0,0 0 0 0 0,1 1 1 0 0,-1-1-1 0 0,0 0 1 0 0,0 0-1 0 0,0 0 0 0 0,0 0 1 0 0,0 1-1 0 0,0-1 1 0 0,0 0-1 0 0,-1 0 0 0 0,1 0 1 0 0,0 0-1 0 0,-1 0 0 0 0,1 1 1 0 0,-1-1-1 0 0,1 0 1 0 0,-1 0-1 0 0,1 0 0 0 0,-1 0 1 0 0,0 0-1 0 0,1 0 0 0 0,-1-1 1 0 0,0 1-1 0 0,0 0 1 0 0,0 0-1 0 0,0 0 0 0 0,0-1 1 0 0,0 1-1 0 0,-1 0 1 0 0,-4 3 54 0 0,0-1 1 0 0,-1 0 0 0 0,1-1-1 0 0,-10 3 1 0 0,9-3 11 0 0,-16 4-94 0 0,0 0 0 0 0,-1-2 0 0 0,0-1 0 0 0,0 0 0 0 0,0-2 0 0 0,0-1 0 0 0,-26-3 0 0 0,18-1-1724 0 0,-45-11 1 0 0,44 6-2930 0 0,-38-16 0 0 0,37 11-3302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9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555 686 388 0 0,'20'-66'12741'0'0,"-18"63"-11892"0"0,-4-3 922 0 0,-1 10-930 0 0,-8 22-665 0 0,0 1 103 0 0,-75 132 884 0 0,-156 214 0 0 0,225-348-1127 0 0,-154 210 314 0 0,143-204-678 0 0,26-29 113 0 0,2-3 188 0 0,-1 1-1 0 0,1-1 1 0 0,0 0 0 0 0,-1 1 0 0 0,1-1 0 0 0,0 0 0 0 0,-1 0-1 0 0,1 1 1 0 0,0-1 0 0 0,0 0 0 0 0,0 0 0 0 0,0 0 0 0 0,0 1 0 0 0,0-1-1 0 0,0 0 1 0 0,0 0 0 0 0,0 1 0 0 0,0-2 0 0 0,20-60-209 0 0,3 1 1 0 0,58-109 0 0 0,-50 108 167 0 0,25-52 67 0 0,167-330-260 0 0,24 11 1135 0 0,-226 397-579 0 0,-11 18-203 0 0,1 0 0 0 0,1 1 0 0 0,21-25 0 0 0,-32 41-105 0 0,2 1 14 0 0,-1 1 0 0 0,1-1-1 0 0,-1 1 1 0 0,1-1 0 0 0,-1 1-1 0 0,1 0 1 0 0,-1 0 0 0 0,1 0-1 0 0,-1 1 1 0 0,0-1 0 0 0,0 0-1 0 0,0 1 1 0 0,1-1 0 0 0,-2 1-1 0 0,1 0 1 0 0,0 0 0 0 0,0 0-1 0 0,0 0 1 0 0,-1 0 0 0 0,1 0-1 0 0,-1 0 1 0 0,0 0 0 0 0,0 1-1 0 0,1-1 1 0 0,-1 1 0 0 0,-1-1-1 0 0,2 3 1 0 0,2 10 79 0 0,0-1 0 0 0,0 1 0 0 0,1 21 0 0 0,-5-32-53 0 0,19 254 1040 0 0,-42 189 374 0 0,17-361-1336 0 0,3-51-81 0 0,-1 0 32 0 0,2-1 0 0 0,1 1-1 0 0,2 0 1 0 0,8 58 0 0 0,-8-89-94 0 0,0 1 0 0 0,0-1 0 0 0,0 1 0 0 0,1-1 0 0 0,0 0 0 0 0,0 1 0 0 0,0-1 0 0 0,0 0 0 0 0,1 0 0 0 0,-1 0 0 0 0,1 0 0 0 0,0-1 0 0 0,0 1 0 0 0,1-1 0 0 0,-1 0 0 0 0,1 0 0 0 0,-1 0-1 0 0,1 0 1 0 0,0-1 0 0 0,0 1 0 0 0,0-1 0 0 0,8 3 0 0 0,-8-5-153 0 0,0 1 0 0 0,-1-1 0 0 0,1 0-1 0 0,0 0 1 0 0,0 0 0 0 0,0 0 0 0 0,-1-1-1 0 0,1 1 1 0 0,0-1 0 0 0,0 0 0 0 0,-1 0-1 0 0,1-1 1 0 0,-1 1 0 0 0,1-1 0 0 0,3-2-1 0 0,2-1-768 0 0,0-1 0 0 0,0 0 0 0 0,15-14 0 0 0,-17 13-624 0 0,0-1 0 0 0,0 1 1 0 0,8-14-1 0 0,-1-3-4370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2:5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46 180 0 0,'-324'-41'16635'0'0,"347"43"-16569"0"0,0-1 0 0 0,24-3 0 0 0,6 0-715 0 0,21 2-518 0 0,109-1-5749 0 0,-115-1 1039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0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524 216 1576 0 0,'9'-12'2290'0'0,"-1"0"0"0"0,-1-1 0 0 0,11-26 0 0 0,-13 27-1320 0 0,-1 0-1 0 0,0 0 1 0 0,-1-1-1 0 0,2-15 1 0 0,-5 26-908 0 0,0 0-1 0 0,0-1 1 0 0,0 1 0 0 0,0 0 0 0 0,0 0-1 0 0,0 0 1 0 0,-1-1 0 0 0,1 1-1 0 0,-1 0 1 0 0,1 0 0 0 0,-1 0-1 0 0,0 0 1 0 0,0 0 0 0 0,0 0 0 0 0,0 0-1 0 0,0 0 1 0 0,0 0 0 0 0,0 1-1 0 0,-1-1 1 0 0,1 0 0 0 0,-1 1-1 0 0,1-1 1 0 0,-1 1 0 0 0,0-1 0 0 0,1 1-1 0 0,-1 0 1 0 0,0 0 0 0 0,0 0-1 0 0,-3-1 1 0 0,0 0-53 0 0,1 1 0 0 0,-1-1 0 0 0,1 1 0 0 0,-1 1-1 0 0,0-1 1 0 0,1 1 0 0 0,-1-1 0 0 0,0 2 0 0 0,1-1 0 0 0,-1 0 0 0 0,0 1-1 0 0,-5 1 1 0 0,-9 4-10 0 0,1 1 0 0 0,0 0 0 0 0,0 2 0 0 0,1 0 0 0 0,-31 21 0 0 0,-72 66-28 0 0,87-66 13 0 0,1 1 0 0 0,-30 37-1 0 0,46-47 4 0 0,1-1 0 0 0,1 2 0 0 0,1 0 1 0 0,-20 46-1 0 0,30-61 17 0 0,1 0 0 0 0,0-1 1 0 0,1 1-1 0 0,-1 0 0 0 0,1 0 1 0 0,0 0-1 0 0,1 0 0 0 0,0 0 1 0 0,1 11-1 0 0,-1-14 0 0 0,1-1 1 0 0,0 1 0 0 0,0-1-1 0 0,0 1 1 0 0,0-1-1 0 0,1 1 1 0 0,-1-1-1 0 0,1 0 1 0 0,0 0 0 0 0,0 0-1 0 0,0 0 1 0 0,0 0-1 0 0,0 0 1 0 0,1-1 0 0 0,-1 1-1 0 0,1-1 1 0 0,0 1-1 0 0,0-1 1 0 0,0 0-1 0 0,4 2 1 0 0,4 1 4 0 0,1 0 1 0 0,-1-1-1 0 0,1 0 0 0 0,0-1 1 0 0,0-1-1 0 0,1 0 0 0 0,-1 0 1 0 0,0-1-1 0 0,1-1 0 0 0,-1 0 1 0 0,0-1-1 0 0,1 0 0 0 0,-1-1 1 0 0,0 0-1 0 0,20-7 0 0 0,-7 1 2 0 0,-2-1 0 0 0,1-1-1 0 0,-1-1 1 0 0,-1-2 0 0 0,0 0-1 0 0,33-25 1 0 0,-21 7 49 0 0,-1-2 1 0 0,-1-1-1 0 0,-2-1 1 0 0,34-53-1 0 0,-37 51 292 0 0,23-34 482 0 0,-48 68-859 0 0,-2 3-39 0 0,1 0 62 0 0,-1 1 0 0 0,0-1 1 0 0,1 0-1 0 0,-1 0 0 0 0,1 0 0 0 0,-1 0 0 0 0,1 1 0 0 0,-1-1 1 0 0,1 0-1 0 0,-1 0 0 0 0,0 1 0 0 0,1-1 0 0 0,-1 0 1 0 0,0 1-1 0 0,1-1 0 0 0,-1 0 0 0 0,0 1 0 0 0,1-1 1 0 0,-1 0-1 0 0,0 1 0 0 0,0-1 0 0 0,1 1 0 0 0,-1-1 0 0 0,0 1 1 0 0,0-1-1 0 0,0 1 0 0 0,0-1 0 0 0,0 1 0 0 0,1-1 1 0 0,-1 1-1 0 0,-16 84-22 0 0,-12 84 6 0 0,27-159-1 0 0,0 0 0 0 0,1 0 0 0 0,1 1 1 0 0,-1-1-1 0 0,2 0 0 0 0,-1 0 0 0 0,1 0 0 0 0,1 0 1 0 0,0 0-1 0 0,6 14 0 0 0,-6-20-67 0 0,-1 0 1 0 0,0 0-1 0 0,1 0 0 0 0,0 0 0 0 0,0-1 1 0 0,0 1-1 0 0,0-1 0 0 0,1 1 0 0 0,-1-1 0 0 0,1 0 1 0 0,0-1-1 0 0,0 1 0 0 0,0-1 0 0 0,0 1 1 0 0,0-1-1 0 0,1 0 0 0 0,-1-1 0 0 0,1 1 1 0 0,-1-1-1 0 0,1 0 0 0 0,0 0 0 0 0,-1 0 0 0 0,1-1 1 0 0,8 0-1 0 0,-1 0-63 0 0,-1-2 0 0 0,1 0 1 0 0,-1 0-1 0 0,0-1 0 0 0,0 0 0 0 0,0-1 1 0 0,0 0-1 0 0,0-1 0 0 0,-1 0 0 0 0,0 0 1 0 0,0-2-1 0 0,0 1 0 0 0,-1-1 1 0 0,16-15-1 0 0,3-5 13 0 0,-2-1 1 0 0,-2-1-1 0 0,26-38 1 0 0,-19 18 1243 0 0,-1-1 0 0 0,42-101 0 0 0,-53 109-522 0 0,-18 40-554 0 0,-2 6-48 0 0,-5 22 31 0 0,-2-1 0 0 0,-19 42 0 0 0,-5 16 5 0 0,28-69-12 0 0,0 0 1 0 0,1 0-1 0 0,1 0 0 0 0,0 1 0 0 0,1-1 1 0 0,0 0-1 0 0,3 25 0 0 0,-2-34-75 0 0,0-1 0 0 0,1 0 0 0 0,0 0 0 0 0,0 0 0 0 0,0 0 0 0 0,0 0 0 0 0,1 0 0 0 0,-1 0 0 0 0,1 0 0 0 0,0-1 0 0 0,1 1 0 0 0,-1-1 0 0 0,0 1 0 0 0,1-1 0 0 0,0 0 0 0 0,0 0 0 0 0,0 0 0 0 0,0 0 0 0 0,0-1 0 0 0,1 1 0 0 0,-1-1 0 0 0,1 0 0 0 0,-1 0 0 0 0,1 0 0 0 0,0 0 0 0 0,0 0 0 0 0,0-1 0 0 0,0 0 0 0 0,0 0 0 0 0,8 1 0 0 0,-3-1-101 0 0,-1-1 0 0 0,1 1 0 0 0,0-2 0 0 0,0 1 0 0 0,0-1 0 0 0,0 0 0 0 0,0-1 0 0 0,-1 0 0 0 0,1-1 0 0 0,-1 0 0 0 0,1 0 0 0 0,8-5 0 0 0,-6 1 52 0 0,1 0-1 0 0,-1 0 0 0 0,-1-2 1 0 0,1 1-1 0 0,-2-1 1 0 0,1-1-1 0 0,10-13 0 0 0,4-11 516 0 0,-2 0 0 0 0,-1-2 1 0 0,-1 0-1 0 0,16-47 0 0 0,-20 44 1557 0 0,15-61 1 0 0,-30 97-1913 0 0,0 1-20 0 0,1-5-6 0 0,-119 350 215 0 0,112-324-643 0 0,0 1 1 0 0,1 0-1 0 0,1 0 1 0 0,0 34-1 0 0,3-50 63 0 0,0 1-1 0 0,0-1 1 0 0,1 0 0 0 0,-1 1-1 0 0,1-1 1 0 0,0 1 0 0 0,1-1-1 0 0,-1 0 1 0 0,1 0 0 0 0,-1 0-1 0 0,1 0 1 0 0,1 0 0 0 0,-1 0-1 0 0,0 0 1 0 0,1-1 0 0 0,0 1-1 0 0,0-1 1 0 0,0 0-1 0 0,0 0 1 0 0,0 0 0 0 0,1 0-1 0 0,0 0 1 0 0,-1-1 0 0 0,1 1-1 0 0,0-1 1 0 0,0 0 0 0 0,7 2-1 0 0,14 5-4507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1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714 251 52 0 0,'10'-15'1990'0'0,"-2"0"-1"0"0,1 0 1 0 0,-2-1 0 0 0,9-25-1 0 0,-14 34-1377 0 0,1-1 0 0 0,-2 0 0 0 0,1-1 0 0 0,-1 1 0 0 0,0 0 0 0 0,-1 0 0 0 0,0 0-1 0 0,0-1 1 0 0,-1 1 0 0 0,0 0 0 0 0,-3-14 0 0 0,3 20-551 0 0,1 0 1 0 0,-1 0-1 0 0,0 0 0 0 0,0 0 0 0 0,0 0 1 0 0,0 1-1 0 0,0-1 0 0 0,0 0 1 0 0,0 0-1 0 0,-1 1 0 0 0,1-1 1 0 0,-1 1-1 0 0,1-1 0 0 0,-1 1 1 0 0,1 0-1 0 0,-1-1 0 0 0,0 1 1 0 0,0 0-1 0 0,-2-1 0 0 0,1 1-17 0 0,0 0-1 0 0,-1 1 1 0 0,1-1-1 0 0,0 0 1 0 0,-1 1-1 0 0,1 0 0 0 0,0 0 1 0 0,-1 0-1 0 0,1 0 1 0 0,-7 2-1 0 0,-3 1-2 0 0,-1 2-1 0 0,1-1 1 0 0,-1 2-1 0 0,-16 9 1 0 0,-1 2-16 0 0,1 1 1 0 0,1 1-1 0 0,-38 33 1 0 0,51-38-30 0 0,1 0 1 0 0,1 1-1 0 0,0 0 1 0 0,1 1-1 0 0,1 1 0 0 0,1 0 1 0 0,-12 22-1 0 0,21-34 7 0 0,0 0 0 0 0,-1 0 0 0 0,2 0-1 0 0,-1 0 1 0 0,1 1 0 0 0,0-1 0 0 0,0 0 0 0 0,0 1-1 0 0,0-1 1 0 0,1 1 0 0 0,0-1 0 0 0,1 1 0 0 0,0 5-1 0 0,0-8-15 0 0,0 1-1 0 0,0 0 0 0 0,1-1 0 0 0,-1 1 0 0 0,1-1 0 0 0,0 1 1 0 0,0-1-1 0 0,1 0 0 0 0,-1 0 0 0 0,0 0 0 0 0,1 0 1 0 0,0 0-1 0 0,0-1 0 0 0,0 1 0 0 0,0-1 0 0 0,0 1 0 0 0,0-1 1 0 0,7 3-1 0 0,-2-1-84 0 0,1 0 0 0 0,0 0 1 0 0,0-1-1 0 0,0 0 0 0 0,0-1 1 0 0,1 0-1 0 0,-1 0 0 0 0,1-1 1 0 0,-1 0-1 0 0,1-1 0 0 0,15-1 1 0 0,-13-1 17 0 0,0 0 0 0 0,0 0 0 0 0,0-2 0 0 0,-1 1 0 0 0,1-2 1 0 0,-1 1-1 0 0,0-2 0 0 0,14-8 0 0 0,-7 1 139 0 0,0 0 0 0 0,-1-1 0 0 0,0-1 0 0 0,-1-1 0 0 0,-1 0 0 0 0,-1-1 0 0 0,0 0-1 0 0,-1-1 1 0 0,18-34 0 0 0,32-56 1949 0 0,-62 106-2024 0 0,1 19-31 0 0,-2 10 22 0 0,-95 448 528 0 0,33-176-13 0 0,38-170-219 0 0,-22 105 224 0 0,31-172-59 0 0,-40 101 0 0 0,47-143-175 0 0,-1-1 0 0 0,0-1-1 0 0,-2 1 1 0 0,0-1 0 0 0,-1-1 0 0 0,0 0-1 0 0,-25 24 1 0 0,31-35-162 0 0,-1 0-1 0 0,0-1 1 0 0,0 1 0 0 0,0-2 0 0 0,-1 1 0 0 0,1-1-1 0 0,-1 0 1 0 0,0 0 0 0 0,0-1 0 0 0,-1 0-1 0 0,1-1 1 0 0,-1 0 0 0 0,1 0 0 0 0,-1-1-1 0 0,0 0 1 0 0,1 0 0 0 0,-1-1 0 0 0,0 0 0 0 0,0-1-1 0 0,-14-2 1 0 0,10-1-44 0 0,1 0 0 0 0,0 0 0 0 0,0-1 0 0 0,0-1 0 0 0,1 0 0 0 0,0 0 1 0 0,0-1-1 0 0,0 0 0 0 0,1-1 0 0 0,0-1 0 0 0,1 1 0 0 0,-1-2 0 0 0,2 1 0 0 0,-11-15 0 0 0,7 7-24 0 0,0-1-1 0 0,1 0 1 0 0,0-1-1 0 0,2 0 1 0 0,0-1-1 0 0,1 0 1 0 0,-9-39-1 0 0,14 43-59 0 0,1-1 1 0 0,0 1-1 0 0,1-1 0 0 0,1 0 1 0 0,0 1-1 0 0,1-1 0 0 0,1 0 0 0 0,1 1 1 0 0,6-24-1 0 0,-2 18-111 0 0,1 1 1 0 0,1-1-1 0 0,1 2 1 0 0,1-1-1 0 0,1 2 0 0 0,17-24 1 0 0,0 8-618 0 0,2 2 0 0 0,0 0 0 0 0,2 3 1 0 0,2 0-1 0 0,1 2 0 0 0,59-35 0 0 0,75-26-3860 0 0,-54 39-2591 0 0,-65 28 420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2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87 2048 0 0,'-1'-3'1896'0'0,"-11"-78"6415"0"0,12 79-7782 0 0,2 3-486 0 0,1 2-37 0 0,0 0 0 0 0,0 0 0 0 0,0 0 1 0 0,-1 0-1 0 0,1 0 0 0 0,-1 0 1 0 0,0 1-1 0 0,0-1 0 0 0,0 1 1 0 0,-1 0-1 0 0,2 3 0 0 0,16 52 5 0 0,-13-35-43 0 0,1-1 109 0 0,-1 1 0 0 0,-1 0 1 0 0,-1 1-1 0 0,-1-1 1 0 0,-2 1-1 0 0,0-1 1 0 0,-1 1-1 0 0,-2 0 1 0 0,-6 32-1 0 0,2-14 1701 0 0,6-42-1037 0 0,-5-16-568 0 0,5 8-156 0 0,0 0-1 0 0,1 0 1 0 0,0-1 0 0 0,0 1 0 0 0,0 0 0 0 0,1 0 0 0 0,5-12-1 0 0,25-49-2 0 0,-19 42 2 0 0,0 1-32 0 0,0 0 0 0 0,2 2 0 0 0,20-26 0 0 0,-24 36-18 0 0,0 1 1 0 0,0 0 0 0 0,1 0-1 0 0,1 1 1 0 0,0 1 0 0 0,23-14-1 0 0,-31 21 24 0 0,-1 1 0 0 0,1 0 0 0 0,-1 0 0 0 0,1 1 0 0 0,0-1-1 0 0,0 1 1 0 0,0 0 0 0 0,0 0 0 0 0,0 1 0 0 0,0 0 0 0 0,0-1-1 0 0,0 2 1 0 0,0-1 0 0 0,0 0 0 0 0,0 1 0 0 0,0 0-1 0 0,-1 0 1 0 0,1 1 0 0 0,0 0 0 0 0,0-1 0 0 0,-1 1 0 0 0,1 1-1 0 0,-1-1 1 0 0,0 1 0 0 0,1-1 0 0 0,-1 1 0 0 0,0 1 0 0 0,-1-1-1 0 0,1 0 1 0 0,-1 1 0 0 0,1 0 0 0 0,-1 0 0 0 0,5 8-1 0 0,-2-2 19 0 0,1 0-1 0 0,-2 1 1 0 0,1-1-1 0 0,-2 1 1 0 0,1 1-1 0 0,-1-1 1 0 0,-1 1-1 0 0,0-1 1 0 0,-1 1-1 0 0,1 13 1 0 0,-2-10 54 0 0,-1 1 1 0 0,-1-1-1 0 0,0 1 1 0 0,-1-1-1 0 0,-1 1 1 0 0,0-1-1 0 0,-7 19 1 0 0,6-21 190 0 0,3-10-123 0 0,1 0-1 0 0,-1 1 1 0 0,0-1-1 0 0,0 0 1 0 0,-1 0-1 0 0,1 0 1 0 0,0 0-1 0 0,-1 0 1 0 0,0 0-1 0 0,0 0 1 0 0,0-1-1 0 0,0 1 1 0 0,0 0-1 0 0,-3 1 1 0 0,3-3-8 0 0,2-38 130 0 0,6 19-245 0 0,0 0-1 0 0,1 1 0 0 0,1 0 1 0 0,1 0-1 0 0,0 1 1 0 0,14-18-1 0 0,5-3-48 0 0,41-41 0 0 0,-56 63 3 0 0,1 1 0 0 0,0 1 0 0 0,1 0 0 0 0,0 1 0 0 0,1 0 0 0 0,0 1-1 0 0,24-11 1 0 0,-38 21 33 0 0,0 0-1 0 0,1 0 1 0 0,-1 1-1 0 0,0-1 0 0 0,0 1 1 0 0,1-1-1 0 0,-1 1 1 0 0,0 0-1 0 0,1 0 0 0 0,-1 0 1 0 0,0 0-1 0 0,1 1 0 0 0,-1-1 1 0 0,0 0-1 0 0,0 1 1 0 0,1 0-1 0 0,-1-1 0 0 0,0 1 1 0 0,0 0-1 0 0,0 0 1 0 0,0 1-1 0 0,0-1 0 0 0,0 0 1 0 0,0 0-1 0 0,0 1 1 0 0,0-1-1 0 0,-1 1 0 0 0,1 0 1 0 0,-1 0-1 0 0,1-1 1 0 0,-1 1-1 0 0,1 0 0 0 0,-1 0 1 0 0,0 0-1 0 0,1 3 1 0 0,2 3 2 0 0,-1 0 1 0 0,0 1 0 0 0,0-1 0 0 0,0 1 0 0 0,-1 0 0 0 0,-1 0 0 0 0,2 15 0 0 0,-3 18 27 0 0,-5 45 0 0 0,0 15-7 0 0,4-99-12 0 0,1 0 1 0 0,0 0-1 0 0,0 0 1 0 0,1 0-1 0 0,-1 0 1 0 0,1 0-1 0 0,-1 1 1 0 0,1-1-1 0 0,0 0 1 0 0,0-1-1 0 0,1 1 1 0 0,-1 0-1 0 0,0 0 1 0 0,1 0-1 0 0,0-1 1 0 0,0 1-1 0 0,0-1 0 0 0,0 1 1 0 0,0-1-1 0 0,3 3 1 0 0,-1-3 0 0 0,-1 0-1 0 0,1 0 1 0 0,-1-1 0 0 0,1 1-1 0 0,0-1 1 0 0,0 0 0 0 0,0 0 0 0 0,-1 0-1 0 0,1-1 1 0 0,0 1 0 0 0,0-1 0 0 0,0 0-1 0 0,0 0 1 0 0,5-1 0 0 0,3-1 4 0 0,1 0 0 0 0,0-1 0 0 0,-1-1 0 0 0,0 0 0 0 0,1-1 0 0 0,-2 0 0 0 0,1 0 0 0 0,-1-2 0 0 0,13-7 0 0 0,-9 1-1 0 0,0 0 1 0 0,0 0-1 0 0,-2-1 0 0 0,0-1 1 0 0,20-29-1 0 0,-12 12 20 0 0,-2-1 0 0 0,16-38 0 0 0,-28 56 20 0 0,-2 0 0 0 0,0-1 0 0 0,4-24 0 0 0,-8 38-50 0 0,0 0 0 0 0,-1 0 0 0 0,0 0 0 0 0,1 0 0 0 0,-1 0 0 0 0,0 0 0 0 0,0 0 0 0 0,0 0 0 0 0,0 0 0 0 0,0 0 0 0 0,-1 0 0 0 0,1 0-1 0 0,-1 0 1 0 0,1 1 0 0 0,-2-4 0 0 0,-1-7-96 0 0,-1 14 51 0 0,-5 3 32 0 0,1 0 1 0 0,0 0-1 0 0,0 1 1 0 0,0-1-1 0 0,1 2 1 0 0,0-1-1 0 0,0 1 0 0 0,1 0 1 0 0,-1 1-1 0 0,2 0 1 0 0,-1 0-1 0 0,-5 10 0 0 0,-3 7-10 0 0,1 0-1 0 0,1 2 0 0 0,-8 27 0 0 0,17-46 27 0 0,0 1 0 0 0,1-1 0 0 0,0 1 0 0 0,1 0 0 0 0,0 0 0 0 0,0 0 0 0 0,1 0 0 0 0,0 0 0 0 0,0 0 0 0 0,1 0 0 0 0,1 0 0 0 0,3 14 0 0 0,-3-17 2 0 0,1-1-1 0 0,-1 1 1 0 0,1-1 0 0 0,0 0-1 0 0,0 0 1 0 0,1 0 0 0 0,-1 0-1 0 0,1 0 1 0 0,0-1 0 0 0,1 0-1 0 0,-1 1 1 0 0,1-2 0 0 0,-1 1-1 0 0,1-1 1 0 0,0 1 0 0 0,1-1-1 0 0,-1-1 1 0 0,0 1 0 0 0,11 3-1 0 0,-1-2-13 0 0,1 0 0 0 0,0 0 0 0 0,0-1 0 0 0,0-1 0 0 0,0-1 0 0 0,0 0 0 0 0,0-2 0 0 0,1 1 0 0 0,-1-2 0 0 0,0 0 0 0 0,0-1 0 0 0,0-1 0 0 0,-1 0 0 0 0,1-1 0 0 0,20-10 0 0 0,14-10-23 0 0,-1-2 1 0 0,-2-2 0 0 0,51-40 0 0 0,-27 18-44 0 0,-67 48 53 0 0,-1 0-1 0 0,1 1 1 0 0,-1 0-1 0 0,1 0 1 0 0,0 0-1 0 0,0 0 1 0 0,0 1 0 0 0,0 0-1 0 0,0-1 1 0 0,1 1-1 0 0,-1 1 1 0 0,0-1-1 0 0,1 1 1 0 0,3 0 0 0 0,-5 0 15 0 0,0 1 0 0 0,0-1 0 0 0,-1 1 1 0 0,1 0-1 0 0,-1 0 0 0 0,1 1 0 0 0,-1-1 1 0 0,1 0-1 0 0,-1 1 0 0 0,1 0 0 0 0,-1-1 0 0 0,0 1 1 0 0,0 0-1 0 0,0 0 0 0 0,0 0 0 0 0,0 0 1 0 0,-1 1-1 0 0,1-1 0 0 0,-1 0 0 0 0,1 1 1 0 0,1 5-1 0 0,1 0 15 0 0,-1 1 0 0 0,0 1 1 0 0,0-1-1 0 0,-1 0 0 0 0,0 1 0 0 0,-1-1 1 0 0,0 1-1 0 0,-1 0 0 0 0,0-1 0 0 0,0 1 1 0 0,-1-1-1 0 0,0 1 0 0 0,0-1 0 0 0,-6 18 1 0 0,4-18 23 0 0,0 0 0 0 0,0 0 0 0 0,-1 0 1 0 0,0 0-1 0 0,-1-1 0 0 0,0 0 1 0 0,0 0-1 0 0,-1 0 0 0 0,0-1 1 0 0,0 1-1 0 0,-1-1 0 0 0,1-1 0 0 0,-2 1 1 0 0,-12 8-1 0 0,18-14-13 0 0,-1 0 0 0 0,0 0 0 0 0,1 0 0 0 0,-1 0 0 0 0,0 0 0 0 0,0-1 0 0 0,0 1 1 0 0,0-1-1 0 0,1 0 0 0 0,-1 0 0 0 0,-4 0 0 0 0,5 0-18 0 0,1 0 2 0 0,0 0-1 0 0,0-1 1 0 0,0 1-1 0 0,0 0 1 0 0,0-1-1 0 0,0 1 0 0 0,0-1 1 0 0,0 1-1 0 0,0-1 1 0 0,0 0-1 0 0,0 1 0 0 0,0-1 1 0 0,0 0-1 0 0,0 0 1 0 0,1 1-1 0 0,-1-1 1 0 0,0 0-1 0 0,1 0 0 0 0,-1 0 1 0 0,1 0-1 0 0,-1 0 1 0 0,1 0-1 0 0,-1 0 1 0 0,1 0-1 0 0,-1 0 0 0 0,1 0 1 0 0,0-1-1 0 0,0 1 1 0 0,-1-1-1 0 0,-1-33-17 0 0,3 19 8 0 0,2 0-1 0 0,0 1 1 0 0,1-1-1 0 0,0 1 1 0 0,1 0-1 0 0,1 0 1 0 0,1 0-1 0 0,8-15 1 0 0,1 3-17 0 0,1 1 0 0 0,1 1 0 0 0,26-29 0 0 0,-17 25-11 0 0,2 1 0 0 0,52-40 0 0 0,-65 56 7 0 0,2 0 0 0 0,0 1-1 0 0,0 1 1 0 0,1 1 0 0 0,0 1 0 0 0,37-12-1 0 0,-48 19 14 0 0,-1-1-1 0 0,1 1 0 0 0,0 0 0 0 0,-1 0 0 0 0,1 1 1 0 0,-1 0-1 0 0,1 1 0 0 0,0-1 0 0 0,-1 2 0 0 0,1-1 1 0 0,-1 1-1 0 0,1 0 0 0 0,-1 0 0 0 0,0 1 0 0 0,0 0 1 0 0,7 4-1 0 0,-9-3 14 0 0,1-1 0 0 0,-1 1 0 0 0,0 1 1 0 0,0-1-1 0 0,-1 1 0 0 0,1 0 0 0 0,-1 0 0 0 0,0 0 1 0 0,-1 0-1 0 0,1 1 0 0 0,-1-1 0 0 0,0 1 1 0 0,0 0-1 0 0,-1 0 0 0 0,1 0 0 0 0,-2 1 0 0 0,1-1 1 0 0,0 0-1 0 0,-1 8 0 0 0,1 1 14 0 0,-1 0 0 0 0,-1 1 0 0 0,-1-1 0 0 0,0 0 0 0 0,-6 28 0 0 0,-26 71 273 0 0,21-81-964 0 0,2 1-1 0 0,-7 46 0 0 0,17-77 503 0 0,-1 0 0 0 0,1 0 1 0 0,0-1-1 0 0,0 1 0 0 0,1 0 1 0 0,-1 0-1 0 0,1 0 0 0 0,-1 0 1 0 0,1 0-1 0 0,0-1 0 0 0,2 5 1 0 0,-3-6-5 0 0,1 1 1 0 0,0-1 0 0 0,0 0-1 0 0,0 0 1 0 0,0 0-1 0 0,0 0 1 0 0,0 0 0 0 0,0 0-1 0 0,0 0 1 0 0,1 0-1 0 0,-1 0 1 0 0,0 0 0 0 0,0-1-1 0 0,1 1 1 0 0,-1 0-1 0 0,1-1 1 0 0,-1 1 0 0 0,0-1-1 0 0,1 1 1 0 0,-1-1-1 0 0,1 0 1 0 0,-1 0 0 0 0,1 0-1 0 0,-1 0 1 0 0,1 0-1 0 0,-1 0 1 0 0,4-1-1 0 0,22-3-2685 0 0,-2-4-837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2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305 147 1432 0 0,'57'-144'14379'0'0,"-56"142"-13839"0"0,-14 31-55 0 0,-118 323 1575 0 0,51-131-1214 0 0,63-175-707 0 0,-24 61 196 0 0,-29 124 1 0 0,70-229-335 0 0,-3 9 11 0 0,0 1 1 0 0,1 0-1 0 0,1 0 0 0 0,0 23 1 0 0,1-33-74 0 0,0 0 0 0 0,0 0 1 0 0,0 0-1 0 0,1 0 0 0 0,-1 0 1 0 0,0 0-1 0 0,1 0 0 0 0,0 0 1 0 0,-1-1-1 0 0,1 1 0 0 0,0 0 1 0 0,0 0-1 0 0,0 0 0 0 0,0-1 1 0 0,0 1-1 0 0,1-1 0 0 0,-1 1 0 0 0,0-1 1 0 0,1 1-1 0 0,-1-1 0 0 0,1 0 1 0 0,0 1-1 0 0,-1-1 0 0 0,1 0 1 0 0,0 0-1 0 0,0 0 0 0 0,-1-1 1 0 0,1 1-1 0 0,0 0 0 0 0,0-1 1 0 0,0 1-1 0 0,0-1 0 0 0,0 0 1 0 0,0 1-1 0 0,0-1 0 0 0,4 0 1 0 0,5-1-722 0 0,-1 0-1 0 0,1-1 1 0 0,0 0 0 0 0,-1-1 0 0 0,1 0 0 0 0,-1 0 0 0 0,0-1 0 0 0,0-1 0 0 0,-1 0-1 0 0,1 0 1 0 0,-1-1 0 0 0,9-6 0 0 0,16-15-5016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3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65 2572 0 0,'-210'-47'14532'0'0,"207"47"-13876"0"0,10-1-415 0 0,238-1-639 0 0,-47 2-2221 0 0,42-8-4626 0 0,-162 1 1910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4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452 113 1392 0 0,'-33'-110'11689'0'0,"32"108"-11039"0"0,-13 15-21 0 0,10-6-486 0 0,1-1 0 0 0,0 1-1 0 0,0 0 1 0 0,0 0 0 0 0,1 0 0 0 0,0 1 0 0 0,-2 11-1 0 0,-4 12 166 0 0,-106 357 2148 0 0,57-189-1974 0 0,-29 93 204 0 0,71-242-254 0 0,15-48-392 0 0,1-3-35 0 0,1-1 0 0 0,-1 1 0 0 0,1-1 0 0 0,-1 1 0 0 0,0-1 0 0 0,0 0 0 0 0,1 1 0 0 0,-1-1 0 0 0,0 0 0 0 0,-1 0 0 0 0,2-2 0 0 0,1-1 4 0 0,27-48-35 0 0,69-90 1 0 0,-83 123-8 0 0,1 1 0 0 0,0 1 0 0 0,2 0 0 0 0,0 1 1 0 0,1 2-1 0 0,1 0 0 0 0,28-16 0 0 0,-43 28 15 0 0,0 0 1 0 0,0 1-1 0 0,0-1 0 0 0,0 1 0 0 0,1 1 1 0 0,-1-1-1 0 0,1 1 0 0 0,0 0 0 0 0,-1 1 1 0 0,1-1-1 0 0,-1 1 0 0 0,1 1 0 0 0,0-1 1 0 0,-1 1-1 0 0,1 0 0 0 0,-1 1 0 0 0,1 0 1 0 0,-1 0-1 0 0,0 0 0 0 0,0 0 1 0 0,8 5-1 0 0,-6-2 8 0 0,0 1 1 0 0,0-1 0 0 0,0 1 0 0 0,-1 1-1 0 0,0-1 1 0 0,0 1 0 0 0,-1 1-1 0 0,0-1 1 0 0,0 1 0 0 0,0 0-1 0 0,-1 1 1 0 0,-1-1 0 0 0,1 1-1 0 0,2 10 1 0 0,-3-9 68 0 0,-1 0 0 0 0,0 0 0 0 0,-1 0-1 0 0,0 1 1 0 0,-1-1 0 0 0,0 0 0 0 0,0 1 0 0 0,-1 0 0 0 0,-1-1-1 0 0,0 1 1 0 0,0-1 0 0 0,-1 0 0 0 0,-1 1 0 0 0,1-1 0 0 0,-1 0-1 0 0,-1 0 1 0 0,0 0 0 0 0,-9 14 0 0 0,5-12 100 0 0,0 1-1 0 0,-1-2 1 0 0,0 1 0 0 0,-1-1-1 0 0,0-1 1 0 0,-1 0-1 0 0,0 0 1 0 0,-1-1 0 0 0,0-1-1 0 0,-1 1 1 0 0,1-2 0 0 0,-26 11-1 0 0,16-10-73 0 0,0-1 0 0 0,0-1 0 0 0,-1-1 0 0 0,0-1-1 0 0,0-1 1 0 0,0-1 0 0 0,0-1 0 0 0,0-1 0 0 0,0-1 0 0 0,0-1-1 0 0,0-1 1 0 0,0-1 0 0 0,0-1 0 0 0,1-1 0 0 0,0 0 0 0 0,0-2-1 0 0,-23-12 1 0 0,40 17-239 0 0,-1 0-1 0 0,1 0 1 0 0,0-1-1 0 0,0 0 1 0 0,0 0 0 0 0,1 0-1 0 0,-1 0 1 0 0,-5-8-1 0 0,9 10-26 0 0,-1 0 1 0 0,1 0-1 0 0,0 0 0 0 0,0 0 0 0 0,0 0 0 0 0,0 0 0 0 0,1-1 0 0 0,-1 1 1 0 0,0 0-1 0 0,1 0 0 0 0,0-1 0 0 0,-1 1 0 0 0,1 0 0 0 0,0-1 1 0 0,0 1-1 0 0,0 0 0 0 0,1-1 0 0 0,-1 1 0 0 0,1 0 0 0 0,-1-1 1 0 0,1 1-1 0 0,0 0 0 0 0,-1 0 0 0 0,1 0 0 0 0,2-4 0 0 0,3-3-874 0 0,1 1 1 0 0,-1-1-1 0 0,1 1 0 0 0,1 0 0 0 0,0 1 0 0 0,0 0 0 0 0,0 0 1 0 0,12-7-1 0 0,9-7-4794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4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22 2960 0 0,'82'-22'14215'0'0,"-80"22"-13132"0"0,14 2-555 0 0,-12-2-446 0 0,-3 0-66 0 0,-1 0 0 0 0,1 1 0 0 0,-1-1 0 0 0,1 0 0 0 0,-1 1 0 0 0,1-1 0 0 0,0 0 0 0 0,-1 1 0 0 0,1-1 0 0 0,-1 1 0 0 0,0-1 0 0 0,1 1 0 0 0,-1-1 0 0 0,1 1 0 0 0,-1-1 1 0 0,0 1-1 0 0,1-1 0 0 0,-1 1 0 0 0,0 0 0 0 0,0-1 0 0 0,1 1 0 0 0,-1 0 0 0 0,0-1 0 0 0,0 1 0 0 0,0 0 0 0 0,0-1 0 0 0,0 1 0 0 0,0 1 0 0 0,0 16 105 0 0,0-18-115 0 0,0 36 97 0 0,1 0 0 0 0,1 0 0 0 0,3-1 1 0 0,11 52-1 0 0,-13-77-80 0 0,1 1 1 0 0,0-1-1 0 0,0 0 1 0 0,1 0 0 0 0,1-1-1 0 0,-1 0 1 0 0,1 0-1 0 0,10 11 1 0 0,-11-14-1 0 0,0-1-1 0 0,1 0 1 0 0,0-1 0 0 0,0 1-1 0 0,0-1 1 0 0,0-1 0 0 0,1 1 0 0 0,-1-1-1 0 0,1 0 1 0 0,0 0 0 0 0,0-1-1 0 0,0 0 1 0 0,12 2 0 0 0,-13-3-3 0 0,-1-1 1 0 0,1 1 0 0 0,0-1-1 0 0,0 0 1 0 0,0-1-1 0 0,0 1 1 0 0,-1-1 0 0 0,1-1-1 0 0,0 1 1 0 0,-1-1-1 0 0,10-3 1 0 0,-6 0-11 0 0,-1 1 0 0 0,0-1 0 0 0,0-1 0 0 0,0 1 0 0 0,-1-1 0 0 0,11-11 0 0 0,1-5 147 0 0,-1-1 0 0 0,-1-1 0 0 0,23-42 0 0 0,-8 2 877 0 0,-20 39-594 0 0,18-30 0 0 0,-28 52-501 0 0,-2 4 56 0 0,1-1 1 0 0,-1 0-1 0 0,0 0 0 0 0,1 1 1 0 0,-1-1-1 0 0,0 0 0 0 0,1 0 0 0 0,-1 1 1 0 0,0-1-1 0 0,0 0 0 0 0,1 1 1 0 0,-1-1-1 0 0,0 1 0 0 0,0-1 0 0 0,1 0 1 0 0,-1 1-1 0 0,0-1 0 0 0,0 0 1 0 0,0 1-1 0 0,0-1 0 0 0,0 1 0 0 0,0-1 1 0 0,0 1-1 0 0,0-1 0 0 0,0 0 1 0 0,0 1-1 0 0,0 0 0 0 0,1 13-40 0 0,-13 99 50 0 0,-36 151 1 0 0,28-170 137 0 0,-1 12 186 0 0,-79 355 1130 0 0,72-359-847 0 0,-5-1-1 0 0,-64 139 0 0 0,79-204-196 0 0,-2-1 0 0 0,-1 0 0 0 0,-2-2 0 0 0,-47 55-1 0 0,55-72-124 0 0,-1 0 0 0 0,0-1 0 0 0,-1-1 0 0 0,-1-1 0 0 0,0 0 0 0 0,-1-2 0 0 0,0 0 0 0 0,0-1-1 0 0,-1-1 1 0 0,-29 9 0 0 0,40-15-267 0 0,0-1 0 0 0,1-1 0 0 0,-1 0 0 0 0,0 0 0 0 0,0-1 0 0 0,0 0 0 0 0,0-1 0 0 0,0 1 0 0 0,1-2 0 0 0,-1 1 0 0 0,0-1 0 0 0,1-1 0 0 0,-1 0 0 0 0,1 0 0 0 0,0 0 0 0 0,0-1 0 0 0,0 0 0 0 0,-8-6 0 0 0,10 6-16 0 0,1 0 0 0 0,0 0 0 0 0,-1-1-1 0 0,1 0 1 0 0,1 0 0 0 0,-1 0 0 0 0,1-1 0 0 0,0 0 0 0 0,0 1-1 0 0,0-1 1 0 0,1-1 0 0 0,0 1 0 0 0,0 0 0 0 0,1-1 0 0 0,0 1-1 0 0,0-1 1 0 0,0 0 0 0 0,1 0 0 0 0,0 0 0 0 0,0 0 0 0 0,1 0-1 0 0,0 0 1 0 0,1-9 0 0 0,2-1-7 0 0,0 0 0 0 0,2 1 0 0 0,0-1 0 0 0,0 1 0 0 0,2 0 0 0 0,0 1 0 0 0,1-1 0 0 0,0 1 0 0 0,1 1 0 0 0,13-16 0 0 0,7-5 0 0 0,0 1 0 0 0,58-49 0 0 0,-29 35-812 0 0,81-53-1 0 0,-63 54-1407 0 0,3 3 0 0 0,93-37 0 0 0,-57 36-1909 0 0,3 5 0 0 0,242-48 1 0 0,-271 74-5564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6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5 169 2284 0 0,'-1'-8'767'0'0,"-1"-1"0"0"0,1 1 0 0 0,0-1 0 0 0,1 1-1 0 0,0-1 1 0 0,1 1 0 0 0,-1-1 0 0 0,2 1 0 0 0,-1 0 0 0 0,4-11-1 0 0,-4 16-704 0 0,0-1-1 0 0,0 1 0 0 0,0-1 0 0 0,1 1 0 0 0,0-1 1 0 0,-1 1-1 0 0,1 0 0 0 0,0 0 0 0 0,1 0 0 0 0,-1 0 1 0 0,1 0-1 0 0,-1 1 0 0 0,1-1 0 0 0,0 1 0 0 0,0-1 0 0 0,0 1 1 0 0,0 0-1 0 0,0 0 0 0 0,0 1 0 0 0,1-1 0 0 0,-1 0 1 0 0,1 1-1 0 0,-1 0 0 0 0,6-1 0 0 0,-2 1-43 0 0,0 1 0 0 0,0 0 1 0 0,1 0-1 0 0,-1 1 0 0 0,0 0 0 0 0,0 0 0 0 0,0 0 0 0 0,0 1 0 0 0,-1 0 1 0 0,1 1-1 0 0,0 0 0 0 0,8 4 0 0 0,6 6 35 0 0,-1 0 1 0 0,24 19-1 0 0,-30-20-15 0 0,0-2 2 0 0,-2 2 1 0 0,1-1-1 0 0,-2 2 0 0 0,0-1 1 0 0,0 2-1 0 0,-1-1 0 0 0,0 1 0 0 0,-2 1 1 0 0,12 25-1 0 0,-15-29 38 0 0,-1 1 1 0 0,0-1-1 0 0,-1 1 0 0 0,0 0 1 0 0,-1 0-1 0 0,0 0 0 0 0,-1 0 0 0 0,0 1 1 0 0,-1-1-1 0 0,-1 0 0 0 0,0 0 1 0 0,0 0-1 0 0,-1 0 0 0 0,-4 13 1 0 0,2-11 152 0 0,-1 0 1 0 0,-12 24 0 0 0,14-33-119 0 0,0-1 0 0 0,0 1 0 0 0,0 0 0 0 0,-1-1 0 0 0,0 0-1 0 0,1 0 1 0 0,-2 0 0 0 0,1 0 0 0 0,0 0 0 0 0,-6 2 0 0 0,9-5-98 0 0,0 0 0 0 0,1-1 0 0 0,-2 1 0 0 0,1-1 0 0 0,0 1 0 0 0,0-1 0 0 0,0 1 0 0 0,0-1 0 0 0,0 1 0 0 0,0-1 0 0 0,0 0 1 0 0,-1 0-1 0 0,1 0 0 0 0,0 0 0 0 0,0 1 0 0 0,0-2 0 0 0,0 1 0 0 0,-1 0 0 0 0,1 0 0 0 0,0 0 0 0 0,0 0 0 0 0,0-1 0 0 0,0 1 0 0 0,0-1 0 0 0,-1 1 0 0 0,1-1 0 0 0,0 1 0 0 0,0-1 0 0 0,0 1 0 0 0,0-1 0 0 0,1 0 0 0 0,-1 0 0 0 0,0 1 0 0 0,0-1 0 0 0,0 0 0 0 0,0 0 0 0 0,1 0 0 0 0,-1 0 0 0 0,0 0 0 0 0,1 0 0 0 0,-1 0 0 0 0,1 0 0 0 0,-1 0 0 0 0,1-1 1 0 0,0 1-1 0 0,-1 0 0 0 0,1-2 0 0 0,-2-4-3 0 0,1 0 1 0 0,-1 0-1 0 0,1 0 0 0 0,1 0 1 0 0,-1 0-1 0 0,2-10 1 0 0,1-2-21 0 0,2 0 1 0 0,0 0 0 0 0,2 0-1 0 0,0 1 1 0 0,0-1-1 0 0,2 1 1 0 0,0 1 0 0 0,16-24-1 0 0,-9 17-22 0 0,1 1 0 0 0,2 0 0 0 0,0 2 0 0 0,1 0 0 0 0,26-21 0 0 0,-30 29-5 0 0,0 2 0 0 0,1 0 0 0 0,0 1 1 0 0,1 0-1 0 0,0 2 0 0 0,1 0 1 0 0,19-7-1 0 0,-29 13 18 0 0,0 0 1 0 0,0 0-1 0 0,0 1 0 0 0,0 0 1 0 0,0 1-1 0 0,0 0 0 0 0,0 0 0 0 0,13 2 1 0 0,-16-1 13 0 0,1 0 0 0 0,-1 1 0 0 0,0 0 0 0 0,0 0 0 0 0,0 0 0 0 0,0 0 0 0 0,-1 1 0 0 0,1 0 0 0 0,0 0 0 0 0,-1 0 0 0 0,0 1 0 0 0,0-1 0 0 0,7 9 0 0 0,-6-6 15 0 0,-1 1-1 0 0,0-1 0 0 0,0 1 1 0 0,0 0-1 0 0,-1 0 1 0 0,0 1-1 0 0,-1-1 0 0 0,1 1 1 0 0,-1-1-1 0 0,-1 1 1 0 0,0 0-1 0 0,0 0 0 0 0,0-1 1 0 0,-1 1-1 0 0,0 0 1 0 0,0 0-1 0 0,-4 15 0 0 0,-1 2 36 0 0,-1-1-1 0 0,-1 0 0 0 0,-1 0 1 0 0,-14 30-1 0 0,6-24 54 0 0,15-29-114 0 0,1-4-103 0 0,2-5 79 0 0,0 1 0 0 0,0-1 1 0 0,1 1-1 0 0,0-1 1 0 0,1 1-1 0 0,-1 0 1 0 0,1 0-1 0 0,1 0 1 0 0,5-6-1 0 0,51-59-185 0 0,-29 38 71 0 0,70-58-1 0 0,-85 79 99 0 0,0 1 0 0 0,1 1-1 0 0,0 0 1 0 0,1 1-1 0 0,0 2 1 0 0,33-12-1 0 0,-45 20 18 0 0,24 4 35 0 0,-23 1 21 0 0,-4-1-3 0 0,-1-2 14 0 0,1 1-1 0 0,-1 0 0 0 0,0 0 0 0 0,0 0 0 0 0,0 0 0 0 0,-1 0 0 0 0,1 1 0 0 0,-1-1 0 0 0,0 1 0 0 0,0 0 0 0 0,0 0 1 0 0,0 0-1 0 0,-1 0 0 0 0,1 0 0 0 0,-1 0 0 0 0,0 0 0 0 0,0 0 0 0 0,-1 0 0 0 0,1 8 0 0 0,0 7 42 0 0,-1 1-1 0 0,-2-1 1 0 0,-3 20-1 0 0,2-16-46 0 0,-18 95 166 0 0,12-79-1649 0 0,-6 60 0 0 0,15-97 1100 0 0,0 0 0 0 0,0 0 0 0 0,0 0 0 0 0,0 0 0 0 0,1 0 0 0 0,-1-1 0 0 0,0 1 0 0 0,1 0 0 0 0,-1 0 0 0 0,1 0 0 0 0,0-1 0 0 0,0 1 0 0 0,-1 0 0 0 0,1-1 0 0 0,0 1 0 0 0,1-1 0 0 0,-1 1 0 0 0,0-1 0 0 0,3 3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7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528 688 1140 0 0,'6'-12'2530'0'0,"0"0"1"0"0,6-23-1 0 0,-11 31-2095 0 0,0 0-1 0 0,0 1 1 0 0,-1-1-1 0 0,1 0 1 0 0,-1 0-1 0 0,0 1 1 0 0,0-1-1 0 0,-1 0 1 0 0,1 0 0 0 0,-1 1-1 0 0,0-1 1 0 0,0 0-1 0 0,-2-6 1 0 0,2 9-377 0 0,0 0 1 0 0,1 0 0 0 0,-1 0 0 0 0,0 0 0 0 0,0 0-1 0 0,0 0 1 0 0,0 0 0 0 0,0 0 0 0 0,0 0-1 0 0,0 0 1 0 0,0 1 0 0 0,0-1 0 0 0,0 0-1 0 0,-1 1 1 0 0,1-1 0 0 0,0 1 0 0 0,0-1 0 0 0,-1 1-1 0 0,1-1 1 0 0,0 1 0 0 0,-1 0 0 0 0,-1 0-1 0 0,-1 0 4 0 0,0-1-1 0 0,0 1 1 0 0,0 1-1 0 0,0-1 0 0 0,-7 2 1 0 0,-3 2 10 0 0,1 1-1 0 0,0 0 1 0 0,1 1 0 0 0,0 0-1 0 0,-1 1 1 0 0,-15 12 0 0 0,-64 57 135 0 0,81-66-183 0 0,-32 28 2 0 0,2 3 1 0 0,2 1-1 0 0,1 1 0 0 0,-45 72 0 0 0,75-103-26 0 0,1 0-1 0 0,-9 25 1 0 0,15-33 5 0 0,-1 0 1 0 0,1 0-1 0 0,0 0 0 0 0,0 0 1 0 0,0 0-1 0 0,1 0 1 0 0,-1 0-1 0 0,1 0 0 0 0,0 0 1 0 0,0 0-1 0 0,1 1 1 0 0,-1-1-1 0 0,3 7 1 0 0,-2-9-5 0 0,-1-1 0 0 0,1 1 0 0 0,0-1-1 0 0,0 0 1 0 0,0 1 0 0 0,0-1 0 0 0,0 0 0 0 0,0 0 0 0 0,0 0 0 0 0,1 0 0 0 0,-1 0 0 0 0,0 0 0 0 0,1 0 0 0 0,-1 0 0 0 0,0-1 0 0 0,1 1 0 0 0,-1 0 0 0 0,1-1 0 0 0,-1 1 0 0 0,1-1 0 0 0,0 0 0 0 0,-1 1 0 0 0,1-1 0 0 0,2 0 0 0 0,2 0-19 0 0,-1 0 0 0 0,1-1 0 0 0,-1 1 1 0 0,1-1-1 0 0,-1 0 0 0 0,8-3 0 0 0,5-2-36 0 0,0-1 0 0 0,0-2 0 0 0,-1 1-1 0 0,0-2 1 0 0,-1 0 0 0 0,0-1 0 0 0,0-1 0 0 0,-1-1 0 0 0,18-19 0 0 0,-11 9 265 0 0,-2-2 1 0 0,0-1-1 0 0,-2 0 1 0 0,29-57-1 0 0,-8 8 1458 0 0,-38 73-1671 0 0,1 4-25 0 0,-1-1 26 0 0,-1-1 1 0 0,1 1 0 0 0,-1-1-1 0 0,1 1 1 0 0,-1 0-1 0 0,1-1 1 0 0,-1 1 0 0 0,0 0-1 0 0,1 0 1 0 0,-1-1 0 0 0,0 1-1 0 0,1 0 1 0 0,-1 0-1 0 0,0 0 1 0 0,0 0 0 0 0,0-1-1 0 0,0 2 1 0 0,-14 64 4 0 0,-12 65 16 0 0,23-110-17 0 0,1 0 0 0 0,0 0 0 0 0,2-1 0 0 0,3 28-1 0 0,6-14-49 0 0,-8-32 26 0 0,-1-1-1 0 0,1 0 1 0 0,-1 1 0 0 0,1-1 0 0 0,0 0 0 0 0,-1 1-1 0 0,1-1 1 0 0,0 0 0 0 0,0 0 0 0 0,0 0-1 0 0,0 0 1 0 0,0 0 0 0 0,0 0 0 0 0,0 0 0 0 0,1 0-1 0 0,-1-1 1 0 0,0 1 0 0 0,0 0 0 0 0,1-1-1 0 0,-1 1 1 0 0,0 0 0 0 0,1-1 0 0 0,-1 0 0 0 0,3 1-1 0 0,4-2-101 0 0,1 0-1 0 0,0 0 0 0 0,-1-1 0 0 0,0 0 0 0 0,1-1 0 0 0,-1 1 1 0 0,0-2-1 0 0,0 1 0 0 0,0-1 0 0 0,-1 0 0 0 0,11-8 0 0 0,11-10-434 0 0,38-36 0 0 0,-62 53 499 0 0,41-41-325 0 0,-1-1-1 0 0,-3-3 0 0 0,67-103 0 0 0,76-186 110 0 0,-96 124 2148 0 0,-38 82 1016 0 0,-45 119-2687 0 0,0-2-47 0 0,-6 30-141 0 0,-5 18 3 0 0,-2 0-1 0 0,-14 41 0 0 0,8-28 7 0 0,-35 113 127 0 0,-37 141 60 0 0,70-231-177 0 0,2 1 0 0 0,-5 98 0 0 0,18-158-26 0 0,0 0-1 0 0,0 1 1 0 0,1-1 0 0 0,0 0-1 0 0,0 0 1 0 0,1 0-1 0 0,1 0 1 0 0,-1-1-1 0 0,1 1 1 0 0,7 13 0 0 0,-8-18-6 0 0,0-1 0 0 0,0 0 0 0 0,1 0 0 0 0,-1-1 0 0 0,0 1 0 0 0,1 0 0 0 0,0-1 0 0 0,0 0 1 0 0,0 0-1 0 0,0 1 0 0 0,0-2 0 0 0,0 1 0 0 0,0 0 0 0 0,0-1 0 0 0,1 1 0 0 0,-1-1 0 0 0,1 0 0 0 0,-1 0 0 0 0,1 0 1 0 0,0-1-1 0 0,-1 1 0 0 0,1-1 0 0 0,0 0 0 0 0,-1 0 0 0 0,1 0 0 0 0,0-1 0 0 0,-1 1 0 0 0,1-1 0 0 0,3-1 1 0 0,6-1-43 0 0,0-1 0 0 0,-1-1 0 0 0,0-1 0 0 0,1 1 0 0 0,-2-2 0 0 0,1 0 0 0 0,-1 0 0 0 0,0-1 0 0 0,0 0 0 0 0,-1-1 0 0 0,0 0 0 0 0,-1-1 0 0 0,0 0 0 0 0,13-19 0 0 0,-10 12 26 0 0,-1-2 0 0 0,0 1 0 0 0,-1-2 0 0 0,-1 1-1 0 0,-1-1 1 0 0,-1 0 0 0 0,0-1 0 0 0,5-32 0 0 0,-9 29 56 0 0,-2 0 0 0 0,0-1 1 0 0,-1 1-1 0 0,-6-41 0 0 0,5 63-86 0 0,1 2-67 0 0,0 1 106 0 0,-1-1 0 0 0,1 0 0 0 0,0 1 1 0 0,0-1-1 0 0,0 1 0 0 0,-1-1 0 0 0,1 0 0 0 0,0 1 1 0 0,0-1-1 0 0,0 1 0 0 0,0-1 0 0 0,0 0 0 0 0,0 1 1 0 0,0-1-1 0 0,0 1 0 0 0,0-1 0 0 0,0 1 0 0 0,0-1 1 0 0,0 0-1 0 0,0 1 0 0 0,0-1 0 0 0,0 1 0 0 0,0-1 1 0 0,1 0-1 0 0,-1 1 0 0 0,0-1 0 0 0,0 1 1 0 0,1-1-1 0 0,5 16-215 0 0,-1-10 128 0 0,0-1 0 0 0,1 0 0 0 0,0 0 1 0 0,0 0-1 0 0,0-1 0 0 0,0 0 0 0 0,0 0 1 0 0,1-1-1 0 0,0 0 0 0 0,-1 0 0 0 0,1 0 1 0 0,1-1-1 0 0,-1 0 0 0 0,0-1 0 0 0,0 1 0 0 0,10-1 1 0 0,17 3-258 0 0,1-3-1 0 0,37-2 1 0 0,-69 1 328 0 0,5 0-4 0 0,12-1-110 0 0,0 0 0 0 0,34-7 1 0 0,-48 7 181 0 0,-1-1-1 0 0,0 1 1 0 0,0-1 0 0 0,0 0 0 0 0,0-1 0 0 0,0 1 0 0 0,-1-1-1 0 0,1 0 1 0 0,-1 0 0 0 0,0 0 0 0 0,1 0 0 0 0,-2-1 0 0 0,1 0 0 0 0,0 0-1 0 0,4-5 1 0 0,-7 6 54 0 0,1 1-1 0 0,-1 0 0 0 0,1 0 1 0 0,-1 0-1 0 0,0-1 1 0 0,0 1-1 0 0,0-1 0 0 0,0 1 1 0 0,-1-1-1 0 0,1 1 1 0 0,-1-1-1 0 0,1 1 0 0 0,-1-1 1 0 0,0 0-1 0 0,0 1 1 0 0,0-1-1 0 0,0 0 0 0 0,0 1 1 0 0,-1-1-1 0 0,1 1 1 0 0,-1-1-1 0 0,0 1 0 0 0,0-1 1 0 0,-1-2-1 0 0,1 2-58 0 0,-2 5-19 0 0,-4 1-24 0 0,0 0 0 0 0,0 1 0 0 0,1 0 0 0 0,0 1-1 0 0,-1 0 1 0 0,1 0 0 0 0,1 0 0 0 0,-1 0-1 0 0,1 1 1 0 0,0 0 0 0 0,-7 11 0 0 0,-5 9-3 0 0,-22 45 0 0 0,19-32 14 0 0,3 0 0 0 0,0 1 0 0 0,3 1 0 0 0,2 1 0 0 0,1 0 0 0 0,-7 60-1 0 0,17-97-11 0 0,1 1 0 0 0,-1-1 0 0 0,1 1 0 0 0,1-1 0 0 0,-1 1-1 0 0,1-1 1 0 0,0 1 0 0 0,0-1 0 0 0,1 0 0 0 0,-1 0-1 0 0,1 1 1 0 0,0-1 0 0 0,1 0 0 0 0,4 7 0 0 0,-5-9-70 0 0,1 0 1 0 0,0 0 0 0 0,0 0-1 0 0,0-1 1 0 0,0 1 0 0 0,0-1 0 0 0,0 1-1 0 0,1-1 1 0 0,-1 0 0 0 0,1-1-1 0 0,-1 1 1 0 0,1-1 0 0 0,0 1-1 0 0,0-1 1 0 0,-1 0 0 0 0,1 0 0 0 0,0-1-1 0 0,0 1 1 0 0,0-1 0 0 0,6 0-1 0 0,5-1-271 0 0,1-1 0 0 0,-1 0-1 0 0,0-1 1 0 0,0-1 0 0 0,0 0-1 0 0,0-1 1 0 0,-1-1-1 0 0,0 0 1 0 0,0-1 0 0 0,0 0-1 0 0,14-11 1 0 0,4-5-173 0 0,-1-1 0 0 0,-1-2 0 0 0,32-34 0 0 0,-36 31 787 0 0,-1-1-1 0 0,25-40 1 0 0,32-67 6553 0 0,-78 130-6320 0 0,-4 7-477 0 0,0-1 1 0 0,0 1-1 0 0,0-1 0 0 0,1 1 0 0 0,-1-1 1 0 0,0 1-1 0 0,1-1 0 0 0,-1 1 0 0 0,0-1 1 0 0,1 1-1 0 0,-1-1 0 0 0,1 1 0 0 0,-1-1 1 0 0,1 1-1 0 0,-1 0 0 0 0,1-1 0 0 0,-1 1 1 0 0,1 0-1 0 0,-1 0 0 0 0,1-1 0 0 0,3 8 79 0 0,-2 12-134 0 0,-5 24 37 0 0,-1-14-31 0 0,3 1 1 0 0,0 0-1 0 0,2-1 1 0 0,7 47-1 0 0,-7-72-114 0 0,0 1 0 0 0,1-1-1 0 0,-1 0 1 0 0,1 0 0 0 0,0 1-1 0 0,0-1 1 0 0,4 4 0 0 0,-5-6-42 0 0,0 0 1 0 0,0-1 0 0 0,1 1-1 0 0,-1-1 1 0 0,1 1 0 0 0,0-1-1 0 0,-1 0 1 0 0,1 1 0 0 0,0-1-1 0 0,-1 0 1 0 0,1 0 0 0 0,0 0 0 0 0,0 0-1 0 0,0-1 1 0 0,0 1 0 0 0,0 0-1 0 0,0-1 1 0 0,0 0 0 0 0,0 1-1 0 0,4-1 1 0 0,29-5-2508 0 0,-8-8-2145 0 0,-6 1-706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160 116 3100 0 0,'-95'-74'12865'0'0,"32"33"-11456"0"0,62 40-2035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8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15 3752 0 0,'-137'21'11789'0'0,"119"-18"-10336"0"0,24-2-404 0 0,33-3-472 0 0,266-22-1945 0 0,-100 16-4315 0 0,-151 6 3059 0 0,34-2-3917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09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31 267 2452 0 0,'-3'0'2358'0'0,"-24"-8"5402"0"0,38 16-6239 0 0,-5-3-1379 0 0,1 0 0 0 0,0 1 0 0 0,-1 0 0 0 0,0 0 0 0 0,-1 0 0 0 0,1 1 0 0 0,-1 0 0 0 0,0 0 0 0 0,-1 0 0 0 0,0 0 0 0 0,0 1 0 0 0,0-1 1 0 0,-1 1-1 0 0,0 0 0 0 0,2 10 0 0 0,-1 0 85 0 0,0 0 1 0 0,-2 1 0 0 0,0-1 0 0 0,-1 1 0 0 0,-2 32 0 0 0,-3-15-2 0 0,-3 0 1 0 0,-1-1-1 0 0,-1 0 1 0 0,-2 0-1 0 0,-16 33 1 0 0,24-60-142 0 0,4-8-61 0 0,8-17-100 0 0,3-9-100 0 0,43-59-359 0 0,90-107 0 0 0,-38 53 419 0 0,-43 60 1008 0 0,-63 77-897 0 0,-1 6-35 0 0,-1 0 38 0 0,0 0-1 0 0,0 0 1 0 0,0 0 0 0 0,-1-1 0 0 0,1 1-1 0 0,-3 4 1 0 0,-4 10 9 0 0,-3 13 17 0 0,2 0-1 0 0,0 0 1 0 0,-5 47-1 0 0,13-65-48 0 0,1-1 0 0 0,0 0-1 0 0,0 1 1 0 0,1-1 0 0 0,4 16 0 0 0,-4-21-74 0 0,1-1 1 0 0,0 1 0 0 0,1 0 0 0 0,-1-1 0 0 0,1 0-1 0 0,1 0 1 0 0,-1 1 0 0 0,1-2 0 0 0,0 1 0 0 0,7 6 0 0 0,-6-7-235 0 0,0 0 1 0 0,1-1-1 0 0,-1 0 1 0 0,1 0-1 0 0,0 0 1 0 0,1-1-1 0 0,-1 0 1 0 0,0 0-1 0 0,11 3 1 0 0,37 7-5000 0 0,-10-8-1069 0 0</inkml:trace>
  <inkml:trace contextRef="#ctx0" brushRef="#br0" timeOffset="1">2217 82 432 0 0,'-15'-28'5774'0'0,"-17"-25"5058"0"0,26 58-10636 0 0,5-5-184 0 0,1 1 0 0 0,-1-1 1 0 0,0 1-1 0 0,1 0 0 0 0,-1-1 0 0 0,1 1 0 0 0,-1-1 0 0 0,1 1 0 0 0,0 0 0 0 0,-1 0 0 0 0,1-1 0 0 0,-1 1 0 0 0,1 0 0 0 0,0 0 0 0 0,0-1 0 0 0,0 1 0 0 0,-1 0 0 0 0,1 0 0 0 0,0 0 0 0 0,0-1 0 0 0,0 1 1 0 0,0 1-1 0 0,-18 339 874 0 0,15-305-883 0 0,-7 120-808 0 0,14-54-3493 0 0,1-67-1441 0 0,-4-22 584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0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26 222 2664 0 0,'3'-21'1875'0'0,"2"0"0"0"0,0 0-1 0 0,9-20 1 0 0,-11 34-1671 0 0,0 0 0 0 0,0 1 0 0 0,1-1-1 0 0,0 1 1 0 0,1 0 0 0 0,-1 0 0 0 0,1 0 0 0 0,0 1-1 0 0,1 0 1 0 0,-1 0 0 0 0,1 0 0 0 0,9-5 0 0 0,-5 4-121 0 0,0 1 1 0 0,0 0 0 0 0,0 1 0 0 0,1 0 0 0 0,0 1 0 0 0,0 0 0 0 0,0 1-1 0 0,0 0 1 0 0,0 0 0 0 0,0 2 0 0 0,1-1 0 0 0,-1 1 0 0 0,21 3 0 0 0,-24-2-65 0 0,1 1 0 0 0,-1-1 0 0 0,0 2 0 0 0,0-1 0 0 0,-1 1 0 0 0,1 0 0 0 0,-1 0 0 0 0,1 1 0 0 0,-1 0 0 0 0,0 1 0 0 0,0 0 0 0 0,-1 0 0 0 0,0 0 0 0 0,1 0 0 0 0,-2 1 0 0 0,1 0 0 0 0,-1 1 0 0 0,0-1 0 0 0,7 12 0 0 0,-10-14 36 0 0,0 1-1 0 0,0 0 1 0 0,0 0 0 0 0,-1 0 0 0 0,1 0 0 0 0,-1 0 0 0 0,0 0 0 0 0,-1 0-1 0 0,1 1 1 0 0,-1-1 0 0 0,0 0 0 0 0,-2 10 0 0 0,1-6 16 0 0,-2 0 0 0 0,1 0 0 0 0,-1 0 0 0 0,0-1 0 0 0,-1 0 0 0 0,-8 15 0 0 0,-4 1 146 0 0,-1-1 0 0 0,-2-1 0 0 0,-32 32 1 0 0,-18 11 1142 0 0,67-63-1327 0 0,4 4-34 0 0,-2-6 1 0 0,0 0-1 0 0,0 1 1 0 0,0-1-1 0 0,0 0 0 0 0,0 0 1 0 0,0 1-1 0 0,0-1 1 0 0,0 0-1 0 0,0 1 1 0 0,0-1-1 0 0,0 0 1 0 0,0 1-1 0 0,0-1 0 0 0,1 0 1 0 0,-1 0-1 0 0,0 1 1 0 0,0-1-1 0 0,0 0 1 0 0,0 0-1 0 0,1 1 0 0 0,-1-1 1 0 0,0 0-1 0 0,0 0 1 0 0,1 1-1 0 0,-1-1 1 0 0,0 0-1 0 0,0 0 0 0 0,1 0 1 0 0,-1 0-1 0 0,0 1 1 0 0,0-1-1 0 0,1 0 1 0 0,41 17-71 0 0,-32-14 55 0 0,-1 1 0 0 0,1 1 1 0 0,16 10-1 0 0,-9-3 89 0 0,-1 0-1 0 0,0 1 0 0 0,-1 1 1 0 0,0 1-1 0 0,-2 0 1 0 0,1 1-1 0 0,-2 0 0 0 0,0 1 1 0 0,-1 0-1 0 0,10 23 0 0 0,-16-29 123 0 0,-1 0-1 0 0,0 0 0 0 0,0 0 0 0 0,-1 1 1 0 0,-1-1-1 0 0,0 1 0 0 0,-1 0 0 0 0,0 16 0 0 0,-1-19 13 0 0,-1 0-1 0 0,0 0 0 0 0,-1 0 0 0 0,0 0 0 0 0,0 0 1 0 0,-1-1-1 0 0,0 1 0 0 0,-1-1 0 0 0,0 0 0 0 0,0 0 1 0 0,-10 15-1 0 0,6-13-5 0 0,-1 1 1 0 0,0-1-1 0 0,0-1 0 0 0,-1 0 1 0 0,-1 0-1 0 0,1-1 1 0 0,-1 0-1 0 0,0-1 1 0 0,-1 0-1 0 0,0-1 0 0 0,0 0 1 0 0,0-1-1 0 0,-1-1 1 0 0,0 0-1 0 0,0 0 1 0 0,0-1-1 0 0,-14 1 0 0 0,12-2-266 0 0,0-2 0 0 0,0 1 0 0 0,0-2-1 0 0,-1 0 1 0 0,1-1 0 0 0,0 0-1 0 0,0-2 1 0 0,1 1 0 0 0,-1-2-1 0 0,1 0 1 0 0,0 0 0 0 0,0-2 0 0 0,0 0-1 0 0,-23-16 1 0 0,34 21-255 0 0,0 0 1 0 0,0-1-1 0 0,0 1 0 0 0,0-1 0 0 0,0 0 1 0 0,1 0-1 0 0,-1 0 0 0 0,1 0 1 0 0,0 0-1 0 0,0 0 0 0 0,0-1 1 0 0,0 1-1 0 0,1-1 0 0 0,-1 1 0 0 0,1-1 1 0 0,0 1-1 0 0,-1-9 0 0 0,1 8-687 0 0,1-1 0 0 0,0 0-1 0 0,1 0 1 0 0,-1 0-1 0 0,1 1 1 0 0,0-1-1 0 0,0 0 1 0 0,1 1 0 0 0,1-6-1 0 0,5-10-6110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0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76 1944 0 0,'-26'-56'13541'0'0,"17"37"-9780"0"0,6 25-3633 0 0,1 1-1 0 0,0 0 1 0 0,0 0-1 0 0,0 0 1 0 0,1 0-1 0 0,0 0 1 0 0,1 15-1 0 0,-3 16 138 0 0,-56 331-510 0 0,56-349-545 0 0,-5 51-1918 0 0,8-63 771 0 0,0-1 0 0 0,0 0 1 0 0,3 15-1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1 112 600 0 0,'16'-38'11523'0'0,"-3"7"-5829"0"0,-12 29-4998 0 0,5-14 1756 0 0,-5 15-2283 0 0,-1-1-1 0 0,1 1 1 0 0,0-1 0 0 0,0 0-1 0 0,-1 1 1 0 0,1-1 0 0 0,-1 0-1 0 0,1 0 1 0 0,0-3-1 0 0,-3 0-1371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48 1884 0 0,'0'0'1492'0'0,"2"-13"3437"0"0,0-5-2617 0 0,-2 17-2244 0 0,0 1-1 0 0,0-1 0 0 0,0 0 0 0 0,0 0 0 0 0,0 1 0 0 0,0-1 0 0 0,0 0 0 0 0,0 1 0 0 0,0-1 1 0 0,0 0-1 0 0,0 0 0 0 0,0 1 0 0 0,0-1 0 0 0,-1 0 0 0 0,1 1 0 0 0,0-1 0 0 0,-1 0 1 0 0,1 1-1 0 0,0-1 0 0 0,-1 1 0 0 0,1-1 0 0 0,-1-1 130 0 0,-2 3-187 0 0,-6 3-28 0 0,1 0 1 0 0,0 0-1 0 0,0 1 0 0 0,1 0 1 0 0,-1 1-1 0 0,1 0 0 0 0,0 0 1 0 0,1 0-1 0 0,-1 1 0 0 0,-8 12 0 0 0,13-16 15 0 0,0-1 0 0 0,0 1 0 0 0,0 0 0 0 0,1 0 0 0 0,-1 0 0 0 0,1 0 0 0 0,0 0 0 0 0,0 0 0 0 0,0 0 0 0 0,0 0 0 0 0,0 5 0 0 0,2 9 3 0 0,5 2 4 0 0,-2-11-8 0 0,1 0-1 0 0,0 0 1 0 0,1 0-1 0 0,0-1 1 0 0,0 1-1 0 0,1-1 1 0 0,-1-1-1 0 0,10 8 0 0 0,-7-7 0 0 0,-1 0 0 0 0,-1 1 0 0 0,1 0 0 0 0,11 18 0 0 0,-17-22 124 0 0,0 0-1 0 0,0 0 1 0 0,0 0-1 0 0,-1 1 1 0 0,0-1-1 0 0,0 1 0 0 0,0-1 1 0 0,0 1-1 0 0,-1-1 1 0 0,0 1-1 0 0,0-1 1 0 0,0 1-1 0 0,0-1 1 0 0,-1 1-1 0 0,0-1 0 0 0,0 1 1 0 0,0-1-1 0 0,0 1 1 0 0,-1-1-1 0 0,0 0 1 0 0,0 0-1 0 0,0 0 0 0 0,0 0 1 0 0,0 0-1 0 0,-1 0 1 0 0,-5 6-1 0 0,0-2 187 0 0,1 0-1 0 0,-1 0 0 0 0,0 0 1 0 0,-1-1-1 0 0,0-1 1 0 0,0 1-1 0 0,0-2 1 0 0,-1 1-1 0 0,0-1 1 0 0,-11 4-1 0 0,16-7-277 0 0,1-1-1 0 0,0 0 1 0 0,0 0-1 0 0,-1 0 1 0 0,1 0-1 0 0,0-1 1 0 0,-1 1 0 0 0,1-1-1 0 0,-1-1 1 0 0,1 1-1 0 0,0 0 1 0 0,-1-1-1 0 0,1 0 1 0 0,0 0-1 0 0,-1 0 1 0 0,1-1 0 0 0,0 0-1 0 0,0 1 1 0 0,0-1-1 0 0,0-1 1 0 0,1 1-1 0 0,-1 0 1 0 0,0-1 0 0 0,1 0-1 0 0,0 0 1 0 0,-6-6-1 0 0,2 1-410 0 0,1-1-1 0 0,0 0 0 0 0,0 0 0 0 0,1 0 1 0 0,1-1-1 0 0,-1 0 0 0 0,1 0 1 0 0,1 0-1 0 0,0 0 0 0 0,-2-14 1 0 0,-10-70-7084 0 0,10 62 2299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5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31 117 2680 0 0,'-21'-75'12037'0'0,"12"36"-8246"0"0,9 37-4076 0 0,37 25-10271 0 0,-18-14 5293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6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499 208 992 0 0,'10'-40'3929'0'0,"5"-36"2687"0"0,-14 70-6074 0 0,0 0-1 0 0,-1 0 0 0 0,0 0 1 0 0,0-1-1 0 0,0 1 1 0 0,-1 0-1 0 0,0 0 1 0 0,0 0-1 0 0,-3-8 1 0 0,4 12-490 0 0,-1 1 0 0 0,0 0 1 0 0,1 0-1 0 0,-1-1 0 0 0,0 1 1 0 0,1 0-1 0 0,-1 0 0 0 0,0 0 1 0 0,0 0-1 0 0,0 0 0 0 0,0 0 1 0 0,0 0-1 0 0,0 0 0 0 0,0 0 1 0 0,0 0-1 0 0,-1 1 0 0 0,1-1 1 0 0,0 0-1 0 0,0 1 0 0 0,-1-1 1 0 0,1 1-1 0 0,0-1 0 0 0,-1 1 1 0 0,1 0-1 0 0,-2-1 0 0 0,-1 1-34 0 0,0 0 1 0 0,-1 1-1 0 0,1-1 0 0 0,0 1 0 0 0,0 0 0 0 0,-5 1 0 0 0,6-1 39 0 0,-11 4-24 0 0,0 0 0 0 0,0 0 1 0 0,1 2-1 0 0,-1-1 0 0 0,-13 11 1 0 0,-57 46 22 0 0,68-50-46 0 0,-28 23 4 0 0,-46 48 0 0 0,71-63-12 0 0,1 0-1 0 0,0 1 0 0 0,2 1 1 0 0,-19 34-1 0 0,32-51 0 0 0,0 0 0 0 0,1-1 0 0 0,0 1 1 0 0,0 0-1 0 0,0 0 0 0 0,1 0 0 0 0,0 1 0 0 0,0-1 0 0 0,1 0 0 0 0,0 0 0 0 0,0 11 0 0 0,1-13-42 0 0,0 0 0 0 0,-1 0 0 0 0,2 0-1 0 0,-1 0 1 0 0,0 0 0 0 0,1 0-1 0 0,0 0 1 0 0,-1-1 0 0 0,2 1-1 0 0,-1-1 1 0 0,0 1 0 0 0,1-1-1 0 0,-1 0 1 0 0,1 1 0 0 0,0-1 0 0 0,0-1-1 0 0,1 1 1 0 0,3 3 0 0 0,8 3-375 0 0,1-1 1 0 0,0-1 0 0 0,0 0-1 0 0,1-1 1 0 0,-1 0 0 0 0,1-1-1 0 0,1-2 1 0 0,26 4-1 0 0,2-3-1919 0 0,0-2-1 0 0,52-5 1 0 0,-19-2-2542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7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487 703 2124 0 0,'5'-6'940'0'0,"0"-2"-1"0"0,-1 1 0 0 0,0 0 1 0 0,0-1-1 0 0,-1 0 0 0 0,3-8 1 0 0,-5 13-699 0 0,-1 1 0 0 0,1-1 0 0 0,-1 1 1 0 0,1-1-1 0 0,-1 0 0 0 0,0 1 0 0 0,0-1 0 0 0,0 1 1 0 0,-1-1-1 0 0,1 0 0 0 0,0 1 0 0 0,-1-1 0 0 0,0 1 1 0 0,1-1-1 0 0,-1 1 0 0 0,0-1 0 0 0,-1 1 0 0 0,1 0 1 0 0,0-1-1 0 0,-1 1 0 0 0,1 0 0 0 0,-4-4 0 0 0,4 5-188 0 0,0 1 0 0 0,0-1 1 0 0,0 0-1 0 0,0 1 0 0 0,0-1 0 0 0,0 0 0 0 0,0 1 0 0 0,0-1 0 0 0,0 1 0 0 0,0-1 0 0 0,0 1 0 0 0,0 0 0 0 0,0 0 1 0 0,0-1-1 0 0,-2 1 0 0 0,0 0 82 0 0,1-1-94 0 0,0 0 1 0 0,1 1-1 0 0,-1 0 0 0 0,0-1 1 0 0,1 1-1 0 0,-1 0 0 0 0,0 0 1 0 0,0 0-1 0 0,1 0 0 0 0,-1 0 1 0 0,0 0-1 0 0,0 0 0 0 0,1 1 0 0 0,-1-1 1 0 0,-2 1-1 0 0,-3 1 73 0 0,-10 1 85 0 0,1 1 0 0 0,-1 1-1 0 0,1 0 1 0 0,0 2-1 0 0,-22 11 1 0 0,-69 47 292 0 0,0 15-210 0 0,92-67-252 0 0,1 0-1 0 0,0 1 1 0 0,1 1 0 0 0,-19 29-1 0 0,28-39-16 0 0,2-1 0 0 0,-1 1 1 0 0,0 0-1 0 0,1 0 0 0 0,0 1 0 0 0,0-1 0 0 0,1 0 0 0 0,-1 1 0 0 0,1-1 0 0 0,1 1 0 0 0,-1 0 0 0 0,1 9 0 0 0,0-11-7 0 0,1-1 0 0 0,-1 0-1 0 0,1 0 1 0 0,0 0 0 0 0,0 0-1 0 0,1 0 1 0 0,-1 0 0 0 0,0 0 0 0 0,1 0-1 0 0,0 0 1 0 0,0-1 0 0 0,0 1-1 0 0,0 0 1 0 0,0-1 0 0 0,0 0 0 0 0,1 0-1 0 0,-1 1 1 0 0,1-2 0 0 0,0 1-1 0 0,-1 0 1 0 0,1 0 0 0 0,0-1 0 0 0,4 2-1 0 0,5 2-106 0 0,0-1-1 0 0,0 0 0 0 0,1-1 1 0 0,-1 0-1 0 0,1-1 1 0 0,-1-1-1 0 0,1 0 0 0 0,0 0 1 0 0,-1-2-1 0 0,1 1 0 0 0,0-2 1 0 0,-1 1-1 0 0,1-2 0 0 0,-1 0 1 0 0,0 0-1 0 0,18-8 1 0 0,-13 4 33 0 0,0-1 1 0 0,0-1-1 0 0,-1-1 1 0 0,0 0-1 0 0,-1-1 1 0 0,0-1-1 0 0,-1 0 1 0 0,0-1-1 0 0,-1 0 1 0 0,16-22-1 0 0,-8 4 890 0 0,-1-1-1 0 0,-2-1 0 0 0,26-65 1 0 0,-43 96-731 0 0,-14 20-20 0 0,-2 5-53 0 0,1 1 0 0 0,1 0 0 0 0,1 1 0 0 0,1 1 0 0 0,2 0 0 0 0,0 0 0 0 0,2 1 0 0 0,1 0 0 0 0,-3 29 0 0 0,8-48-2 0 0,1 1 0 0 0,0-1-1 0 0,0 0 1 0 0,0 0-1 0 0,1 0 1 0 0,1 0-1 0 0,-1 0 1 0 0,6 15-1 0 0,-5-19-8 0 0,-1 0 0 0 0,1 0 0 0 0,1 0 0 0 0,-1 0 0 0 0,0-1 0 0 0,1 1 0 0 0,0-1 0 0 0,0 0 0 0 0,0 1-1 0 0,0-1 1 0 0,0-1 0 0 0,1 1 0 0 0,0 0 0 0 0,-1-1 0 0 0,1 0 0 0 0,0 0 0 0 0,7 3 0 0 0,0-2-63 0 0,0 0 1 0 0,0-1-1 0 0,0 0 0 0 0,0-1 1 0 0,0 0-1 0 0,0-1 0 0 0,0 0 1 0 0,1-1-1 0 0,-1 0 1 0 0,0-1-1 0 0,0 0 0 0 0,12-4 1 0 0,2-2-132 0 0,0-1 1 0 0,-1-2 0 0 0,0 0-1 0 0,24-15 1 0 0,-12 2-5 0 0,0-2 0 0 0,-2-1 0 0 0,-1-1 1 0 0,-1-2-1 0 0,-2-1 0 0 0,-1-2 0 0 0,34-49 0 0 0,-14 8 48 0 0,-3-2 0 0 0,57-131-1 0 0,-79 152 444 0 0,21-75-1 0 0,-37 100 245 0 0,-1-1-1 0 0,-2 0 1 0 0,0-1 0 0 0,-1-38 0 0 0,-4 69-524 0 0,0-1 1 0 0,0 0-1 0 0,0 1 1 0 0,0-1-1 0 0,0 1 0 0 0,-1-1 1 0 0,1 0-1 0 0,-1 1 1 0 0,1-1-1 0 0,-1 1 1 0 0,1-1-1 0 0,-1 1 0 0 0,0 0 1 0 0,0-1-1 0 0,-1-1 1 0 0,1 3-17 0 0,0-1 1 0 0,0 0 0 0 0,1 1 0 0 0,-1-1-1 0 0,0 1 1 0 0,0-1 0 0 0,0 1-1 0 0,0 0 1 0 0,0-1 0 0 0,0 1-1 0 0,0 0 1 0 0,0 0 0 0 0,0 0-1 0 0,0 0 1 0 0,0 0 0 0 0,0 0 0 0 0,0 0-1 0 0,0 0 1 0 0,0 0 0 0 0,0 0-1 0 0,0 0 1 0 0,0 1 0 0 0,0-1-1 0 0,0 0 1 0 0,0 1 0 0 0,-1 0-1 0 0,-11 5 6 0 0,1 1-1 0 0,0 0 0 0 0,0 1 1 0 0,0 0-1 0 0,1 1 0 0 0,-14 14 1 0 0,-57 67 41 0 0,73-78-38 0 0,-40 50 4 0 0,2 2 0 0 0,4 2-1 0 0,2 2 1 0 0,-56 129 0 0 0,79-152-8 0 0,-20 72 0 0 0,33-96 9 0 0,1 0 0 0 0,0 0 0 0 0,2 0 0 0 0,1 0 0 0 0,2 42 1 0 0,0-56-16 0 0,0 0 1 0 0,0 0-1 0 0,1 0 1 0 0,0-1-1 0 0,0 1 1 0 0,0 0-1 0 0,1-1 1 0 0,0 1-1 0 0,1-1 1 0 0,-1 0 0 0 0,1 0-1 0 0,0 0 1 0 0,1-1-1 0 0,-1 0 1 0 0,1 1-1 0 0,0-2 1 0 0,1 1-1 0 0,10 8 1 0 0,-5-7-78 0 0,1 0 1 0 0,-1-1-1 0 0,1 0 1 0 0,0 0-1 0 0,0-2 1 0 0,0 1-1 0 0,1-1 1 0 0,-1-1-1 0 0,23 1 1 0 0,12-2-190 0 0,0-1 1 0 0,0-3 0 0 0,0-2 0 0 0,0-2-1 0 0,-1-2 1 0 0,0-2 0 0 0,-1-1-1 0 0,0-3 1 0 0,-1-2 0 0 0,0-2 0 0 0,-2-1-1 0 0,-1-3 1 0 0,0-1 0 0 0,-2-2-1 0 0,-1-2 1 0 0,-1-1 0 0 0,-1-2 0 0 0,-2-1-1 0 0,31-38 1 0 0,-22 18 263 0 0,-2-3 0 0 0,64-113 0 0 0,-88 134 686 0 0,-1-1 0 0 0,-1 0 0 0 0,-2-1-1 0 0,-2-1 1 0 0,-1 0 0 0 0,7-65-1 0 0,-16 96-537 0 0,-1-1-1 0 0,0 0 0 0 0,0 0 0 0 0,-1 1 0 0 0,0-1 1 0 0,0 0-1 0 0,0 1 0 0 0,-5-12 0 0 0,5 17-139 0 0,1 0-1 0 0,-1 1 1 0 0,0-1-1 0 0,0 0 1 0 0,1 1-1 0 0,-1 0 1 0 0,0-1-1 0 0,0 1 1 0 0,0-1-1 0 0,0 1 1 0 0,0 0-1 0 0,0-1 1 0 0,0 1-1 0 0,0 0 1 0 0,1 0-1 0 0,-1 0 1 0 0,0 0-1 0 0,0 0 1 0 0,-2 0-1 0 0,2 0 6 0 0,-2 0-8 0 0,1 1 0 0 0,-1-1 0 0 0,0 1 1 0 0,0-1-1 0 0,0 1 0 0 0,0 0 0 0 0,1 0 0 0 0,-1 0 1 0 0,0 1-1 0 0,1-1 0 0 0,-1 0 0 0 0,1 1 0 0 0,-4 2 1 0 0,-29 29 25 0 0,30-29-25 0 0,-33 37 47 0 0,1 2 0 0 0,3 2 0 0 0,1 0 0 0 0,-35 67 0 0 0,24-27 50 0 0,-57 155 0 0 0,90-209-79 0 0,2-1 1 0 0,0 2 0 0 0,-5 46 0 0 0,13-68-10 0 0,0 0 1 0 0,0 0-1 0 0,1 0 1 0 0,0 0-1 0 0,1-1 0 0 0,0 1 1 0 0,1 0-1 0 0,0 0 1 0 0,0-1-1 0 0,1 1 1 0 0,0-1-1 0 0,1 0 0 0 0,0 1 1 0 0,1-2-1 0 0,8 14 1 0 0,-7-15-23 0 0,1 0 1 0 0,1 0-1 0 0,-1-1 1 0 0,1 0-1 0 0,0 0 1 0 0,1-1 0 0 0,-1 0-1 0 0,1 0 1 0 0,0-1-1 0 0,0 0 1 0 0,1-1-1 0 0,-1 0 1 0 0,1-1 0 0 0,0 1-1 0 0,17 0 1 0 0,5 0-234 0 0,0-1-1 0 0,0-2 1 0 0,51-7 0 0 0,-44 1 59 0 0,1-2-1 0 0,-1-2 1 0 0,0-1 0 0 0,-1-2-1 0 0,-1-2 1 0 0,0-2 0 0 0,-1-1-1 0 0,-1-1 1 0 0,0-2 0 0 0,-2-2-1 0 0,-1-1 1 0 0,0-1 0 0 0,-2-2-1 0 0,42-48 1 0 0,-55 56 323 0 0,-2-1 1 0 0,0 0-1 0 0,12-26 0 0 0,-22 39 1 0 0,-1-1 0 0 0,-1 0 0 0 0,1-1 0 0 0,-1 1 0 0 0,-1-1 0 0 0,0 1 0 0 0,0-1 0 0 0,0 0 0 0 0,-1 0 0 0 0,0 1 0 0 0,-1-1 0 0 0,-1-9 0 0 0,1 15-118 0 0,0 1 0 0 0,-1 0 1 0 0,1 0-1 0 0,0 0 0 0 0,-1 0 1 0 0,0 0-1 0 0,0-1 1 0 0,0 1-1 0 0,0 0 0 0 0,0 1 1 0 0,0-1-1 0 0,0 0 1 0 0,0 0-1 0 0,-1 0 0 0 0,1 1 1 0 0,-1-1-1 0 0,1 1 1 0 0,-1-1-1 0 0,0 1 0 0 0,-1-2 1 0 0,0 2-11 0 0,0 0 1 0 0,0 0-1 0 0,0 0 1 0 0,0 0 0 0 0,0 1-1 0 0,1-1 1 0 0,-1 1-1 0 0,0-1 1 0 0,0 1-1 0 0,0 0 1 0 0,0 1-1 0 0,0-1 1 0 0,-4 1 0 0 0,-2 1-15 0 0,-1 1 1 0 0,0 0 0 0 0,1 0 0 0 0,0 1 0 0 0,0 0-1 0 0,0 1 1 0 0,1 0 0 0 0,-9 6 0 0 0,1 2-6 0 0,0 0 1 0 0,1 1-1 0 0,1 1 1 0 0,1 0-1 0 0,0 1 1 0 0,0 0-1 0 0,-13 26 1 0 0,20-32-10 0 0,1 1 1 0 0,0-1 0 0 0,0 1-1 0 0,1 0 1 0 0,1 0-1 0 0,0 0 1 0 0,0 1 0 0 0,1-1-1 0 0,1 1 1 0 0,0-1-1 0 0,0 1 1 0 0,1 0 0 0 0,1-1-1 0 0,2 18 1 0 0,-1-22-115 0 0,0-1 1 0 0,1 0-1 0 0,0 0 1 0 0,0 0 0 0 0,0 0-1 0 0,1 0 1 0 0,-1 0-1 0 0,1-1 1 0 0,1 0-1 0 0,-1 0 1 0 0,1 0-1 0 0,0-1 1 0 0,0 1-1 0 0,0-1 1 0 0,1 0-1 0 0,-1 0 1 0 0,1-1-1 0 0,0 0 1 0 0,11 4 0 0 0,7 3-509 0 0,1-2 0 0 0,0-1 1 0 0,45 8-1 0 0,-15-7-647 0 0,0-2 1 0 0,1-2-1 0 0,-1-3 0 0 0,1-3 1 0 0,0-1-1 0 0,-1-3 0 0 0,96-24 0 0 0,-83 11-1576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8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333 980 5032 0 0,'19'-20'1180'0'0,"-6"6"135"0"0,0-1 1 0 0,16-21 0 0 0,-27 32-1015 0 0,1 0 0 0 0,-1 0 0 0 0,0 0 0 0 0,0 0 0 0 0,0-1 1 0 0,0 1-1 0 0,-1-1 0 0 0,0 1 0 0 0,0-1 0 0 0,0 1 0 0 0,0-1 0 0 0,-1 0 0 0 0,0 1 0 0 0,0-1 1 0 0,0-5-1 0 0,-1 8-198 0 0,1-1 1 0 0,-1 1-1 0 0,0 0 1 0 0,0-1 0 0 0,0 1-1 0 0,0 0 1 0 0,0 0-1 0 0,0 0 1 0 0,0 0 0 0 0,-1 0-1 0 0,1 0 1 0 0,-1 0-1 0 0,0 1 1 0 0,1-1 0 0 0,-1 0-1 0 0,0 1 1 0 0,0-1-1 0 0,0 1 1 0 0,0 0-1 0 0,0 0 1 0 0,0 0 0 0 0,0 0-1 0 0,-1 0 1 0 0,1 0-1 0 0,0 0 1 0 0,-1 1 0 0 0,1-1-1 0 0,0 1 1 0 0,-1 0-1 0 0,1 0 1 0 0,0 0 0 0 0,-4 0-1 0 0,-2 0-26 0 0,0 1 0 0 0,0-1 0 0 0,1 1 0 0 0,-1 1 0 0 0,0 0 0 0 0,1 0 0 0 0,-1 0 0 0 0,-12 7 0 0 0,-3 4-3 0 0,0 1 1 0 0,1 2-1 0 0,0 0 0 0 0,1 1 0 0 0,1 1 0 0 0,-33 38 0 0 0,41-42-58 0 0,1 0 0 0 0,1 1 1 0 0,0 0-1 0 0,1 1 0 0 0,0 0 0 0 0,2 0 0 0 0,0 1 0 0 0,1 0 1 0 0,0 0-1 0 0,1 1 0 0 0,-2 22 0 0 0,6-35-6 0 0,1-1-1 0 0,-1 0 0 0 0,1 0 1 0 0,1 0-1 0 0,-1 1 0 0 0,1-1 1 0 0,-1 0-1 0 0,1 0 0 0 0,0 0 1 0 0,0 0-1 0 0,1 0 1 0 0,0 0-1 0 0,-1 0 0 0 0,1-1 1 0 0,0 1-1 0 0,1-1 0 0 0,-1 1 1 0 0,1-1-1 0 0,-1 0 1 0 0,1 1-1 0 0,0-1 0 0 0,0-1 1 0 0,0 1-1 0 0,1 0 0 0 0,-1-1 1 0 0,1 0-1 0 0,-1 0 1 0 0,7 3-1 0 0,-3-2-37 0 0,0-1 0 0 0,1 1 0 0 0,0-1-1 0 0,0-1 1 0 0,-1 1 0 0 0,1-1 0 0 0,0-1 0 0 0,0 0 0 0 0,0 0 0 0 0,0 0 0 0 0,0-1-1 0 0,0 0 1 0 0,0-1 0 0 0,10-3 0 0 0,3-2-132 0 0,-1-2 0 0 0,-1-1-1 0 0,0 0 1 0 0,0-1 0 0 0,-1-1 0 0 0,0-1 0 0 0,-1-1-1 0 0,28-29 1 0 0,-8 3-100 0 0,-1-2-1 0 0,39-64 1 0 0,-21 23 67 0 0,-3-3 0 0 0,47-114 1 0 0,-74 141 438 0 0,-2 0 1 0 0,-3-2 0 0 0,-3 0 0 0 0,14-104 0 0 0,-28 151-68 0 0,0-9 231 0 0,1-30 1 0 0,-3 48-363 0 0,0 0-1 0 0,-1 0 1 0 0,1 0 0 0 0,-1 0 0 0 0,0 0-1 0 0,0 0 1 0 0,-1 0 0 0 0,1 1 0 0 0,-1-1-1 0 0,0 0 1 0 0,0 1 0 0 0,-4-5-1 0 0,5 8-38 0 0,0-1 0 0 0,0 1 0 0 0,-1-1 0 0 0,1 1 0 0 0,-1 0 0 0 0,1-1 0 0 0,-1 1 0 0 0,1 0 0 0 0,-1 0-1 0 0,0 0 1 0 0,1 1 0 0 0,-1-1 0 0 0,0 0 0 0 0,0 0 0 0 0,0 1 0 0 0,1-1 0 0 0,-1 1 0 0 0,0 0 0 0 0,-3 0-1 0 0,1 0-2 0 0,0 0 0 0 0,1 1 0 0 0,-1-1 0 0 0,0 1-1 0 0,0 0 1 0 0,1 0 0 0 0,-1 1 0 0 0,1-1-1 0 0,-5 3 1 0 0,-3 3 0 0 0,0 0 1 0 0,0 1-1 0 0,1 0 0 0 0,-17 17 0 0 0,2 3 35 0 0,1 2 0 0 0,1 1 0 0 0,2 0 0 0 0,1 2 0 0 0,1 0 0 0 0,2 1 0 0 0,-16 45 0 0 0,14-22 13 0 0,1 1 0 0 0,4 0 0 0 0,-14 112 0 0 0,24-137-100 0 0,2-1 1 0 0,2 0-1 0 0,1 1 1 0 0,1-1 0 0 0,2 1-1 0 0,8 35 1 0 0,-8-53-292 0 0,1 0 0 0 0,1 0 1 0 0,0-1-1 0 0,0 0 0 0 0,2 0 1 0 0,10 15-1 0 0,-11-19-292 0 0,1-1-1 0 0,0 1 1 0 0,0-2 0 0 0,1 1-1 0 0,0-2 1 0 0,1 1-1 0 0,-1-1 1 0 0,21 11 0 0 0,17 3-3396 0 0,4-2-1722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19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1139 940 0 0,'-3'1'1966'0'0,"1"1"-1474"0"0,-1 0 1 0 0,1 0 0 0 0,0 0 0 0 0,0 0-1 0 0,0 1 1 0 0,0-1 0 0 0,0 0 0 0 0,0 1 0 0 0,1 0-1 0 0,-1-1 1 0 0,1 1 0 0 0,0 0 0 0 0,-2 3-1 0 0,3-4-278 0 0,0 0 0 0 0,-1 0 0 0 0,1-1 0 0 0,0 1 0 0 0,0 0 0 0 0,0 0 0 0 0,0-1 0 0 0,0 1 0 0 0,1 0 0 0 0,-1 0 0 0 0,1-1 0 0 0,-1 1 0 0 0,1 0 0 0 0,-1-1 0 0 0,1 1-1 0 0,0-1 1 0 0,0 1 0 0 0,0-1 0 0 0,0 1 0 0 0,0-1 0 0 0,0 1 0 0 0,0-1 0 0 0,0 0 0 0 0,1 0 0 0 0,-1 0 0 0 0,0 1 0 0 0,3 0 0 0 0,0 1 11 0 0,0-1 0 0 0,1 0 0 0 0,-1 0 0 0 0,0 0 0 0 0,1 0 0 0 0,-1-1 0 0 0,1 1 0 0 0,-1-1 0 0 0,1-1 0 0 0,9 2 0 0 0,-4-2-36 0 0,1 0 1 0 0,-1-1-1 0 0,0 0 0 0 0,17-5 0 0 0,0-1-26 0 0,-1-2-1 0 0,49-25 1 0 0,-48 19-134 0 0,-1-1 0 0 0,0-2 1 0 0,-1 0-1 0 0,-1-2 0 0 0,-1-1 1 0 0,-1-1-1 0 0,0 0 0 0 0,-2-2 0 0 0,32-47 1 0 0,-3-10-338 0 0,74-165 0 0 0,-87 156 197 0 0,-4-1 0 0 0,33-151 0 0 0,-62 227 130 0 0,-1 0 0 0 0,2-29-1 0 0,-4 44-21 0 0,0-1 0 0 0,0 1 0 0 0,0-1 0 0 0,0 1 0 0 0,0-1 0 0 0,0 1 0 0 0,0-1 0 0 0,0 1 0 0 0,0-1 0 0 0,-1 0 0 0 0,1 1 0 0 0,0-1 0 0 0,0 1-1 0 0,0-1 1 0 0,-1 1 0 0 0,1-1 0 0 0,0 1 0 0 0,0 0 0 0 0,-1-1 0 0 0,1 1 0 0 0,0-1 0 0 0,-1 1 0 0 0,1-1 0 0 0,-1 1 0 0 0,1 0 0 0 0,-1-1 0 0 0,1 1-1 0 0,0 0 1 0 0,-1 0 0 0 0,1-1 0 0 0,-1 1 0 0 0,1 0 0 0 0,-1 0 0 0 0,0 0 0 0 0,1 0 0 0 0,-1-1 0 0 0,1 1 0 0 0,-1 0 0 0 0,1 0 0 0 0,-1 0 0 0 0,1 0-1 0 0,-1 0 1 0 0,1 0 0 0 0,-1 0 0 0 0,1 1 0 0 0,-1-1 0 0 0,0 0 0 0 0,1 0 0 0 0,-1 0 0 0 0,0 1 0 0 0,-3 0-7 0 0,0 1-1 0 0,1 0 1 0 0,-1 0 0 0 0,1 0 0 0 0,-6 4-1 0 0,-10 10 5 0 0,1 1 0 0 0,1 0 0 0 0,0 1-1 0 0,-26 40 1 0 0,-47 90 128 0 0,83-135-109 0 0,7-13-13 0 0,-138 267 138 0 0,122-231-116 0 0,1 1 0 0 0,3 1 0 0 0,1 1 0 0 0,1-1 0 0 0,-6 61 0 0 0,15-85-2 0 0,0 0 0 0 0,1 0 0 0 0,1 1 0 0 0,0-1 0 0 0,1 0-1 0 0,0 0 1 0 0,1 0 0 0 0,1-1 0 0 0,10 26 0 0 0,-11-33-54 0 0,0 1 0 0 0,1-1 1 0 0,0 0-1 0 0,0 0 0 0 0,1 0 1 0 0,-1-1-1 0 0,1 0 0 0 0,1 0 1 0 0,-1 0-1 0 0,1 0 0 0 0,-1-1 1 0 0,1 0-1 0 0,1 0 0 0 0,-1 0 1 0 0,0-1-1 0 0,1 0 0 0 0,0 0 1 0 0,0-1-1 0 0,0 0 0 0 0,13 3 1 0 0,-4-3-108 0 0,1-1 0 0 0,-1-1 1 0 0,0 0-1 0 0,0-1 0 0 0,1-1 1 0 0,-1 0-1 0 0,0-1 0 0 0,0-1 1 0 0,-1 0-1 0 0,1-1 0 0 0,-1-1 1 0 0,28-15-1 0 0,-12 3-42 0 0,-1-1 1 0 0,0-1-1 0 0,-2-2 1 0 0,50-48-1 0 0,-13 0-68 0 0,107-147 0 0 0,28-98-7 0 0,-6-31 3009 0 0,-190 337-2553 0 0,5-9 218 0 0,17-27-1 0 0,-25 44-321 0 0,-11 19-62 0 0,-147 298 299 0 0,-136 314 24 0 0,278-592-312 0 0,9-26 1 0 0,1-1 1 0 0,0 1-1 0 0,1 0 1 0 0,1 0-1 0 0,0 1 1 0 0,0-1-1 0 0,0 14 1 0 0,4-26-41 0 0,0 1 1 0 0,0-1-1 0 0,1 0 1 0 0,-1 0-1 0 0,0 0 1 0 0,0 0-1 0 0,0 0 1 0 0,1 0 0 0 0,-1-1-1 0 0,0 1 1 0 0,0 0-1 0 0,0-1 1 0 0,2 0-1 0 0,-3 1 2 0 0,8-4 1 0 0,-1-1 0 0 0,1 0 0 0 0,-1 0 0 0 0,0-1 0 0 0,0 0 0 0 0,-1 0 0 0 0,6-7 0 0 0,6-5-10 0 0,27-25-23 0 0,236-213-295 0 0,-279 255 307 0 0,0 0 0 0 0,-1 0 1 0 0,1 0-1 0 0,0 1 0 0 0,0-1 1 0 0,0 0-1 0 0,0 1 0 0 0,0 0 1 0 0,0-1-1 0 0,1 1 0 0 0,-1 0 1 0 0,0 0-1 0 0,0 0 0 0 0,0 0 1 0 0,3 1-1 0 0,-3 0 10 0 0,-1 0 0 0 0,0 0-1 0 0,1 0 1 0 0,-1 0 0 0 0,0 0 0 0 0,0 0-1 0 0,0 0 1 0 0,0 1 0 0 0,0-1 0 0 0,0 0-1 0 0,0 1 1 0 0,-1-1 0 0 0,1 1 0 0 0,0-1-1 0 0,-1 0 1 0 0,1 1 0 0 0,-1 0 0 0 0,1 2-1 0 0,1 9 9 0 0,-1 0-1 0 0,0 0 1 0 0,-1 0-1 0 0,-1 1 1 0 0,0-1-1 0 0,-1 0 1 0 0,-5 20-1 0 0,0 13 17 0 0,-1-1-18 0 0,4-24 21 0 0,0-1 1 0 0,0 27-1 0 0,4-42-13 0 0,0 0 1 0 0,1 0-1 0 0,-1 0 0 0 0,1 0 1 0 0,0 0-1 0 0,0 0 0 0 0,0 0 0 0 0,1 0 1 0 0,0 0-1 0 0,0 0 0 0 0,0-1 1 0 0,0 1-1 0 0,1-1 0 0 0,3 5 0 0 0,-3-6-1 0 0,0 0 0 0 0,1 0-1 0 0,-1 0 1 0 0,1 0-1 0 0,0-1 1 0 0,0 1 0 0 0,0-1-1 0 0,0 0 1 0 0,0 0-1 0 0,0-1 1 0 0,1 1 0 0 0,-1-1-1 0 0,0 0 1 0 0,1 0-1 0 0,-1-1 1 0 0,1 1 0 0 0,0-1-1 0 0,-1 0 1 0 0,1 0-1 0 0,-1 0 1 0 0,1-1 0 0 0,-1 0-1 0 0,8-2 1 0 0,1 0 1 0 0,1-1 0 0 0,-1-1 0 0 0,0 0 0 0 0,-1 0 0 0 0,0-1 0 0 0,19-13 0 0 0,-10 4-16 0 0,0-2 0 0 0,-1-1 1 0 0,-1 0-1 0 0,0-2 0 0 0,31-42 1 0 0,-25 24-9 0 0,-1-1 0 0 0,32-71 0 0 0,-48 91 35 0 0,0 0 1 0 0,6-27 0 0 0,-12 37-3 0 0,-1 0 0 0 0,1 0 0 0 0,-1 1 0 0 0,-1-1 1 0 0,0 0-1 0 0,0 0 0 0 0,-3-15 0 0 0,3 23-22 0 0,-1 0 0 0 0,1 1 0 0 0,-1-1 0 0 0,0 0 0 0 0,0 1 0 0 0,1-1 0 0 0,-1 1 0 0 0,0-1 0 0 0,0 0 0 0 0,1 1 0 0 0,-1 0 0 0 0,0-1 0 0 0,0 1 0 0 0,0 0 0 0 0,0-1 0 0 0,-1 1 0 0 0,0-1 1 0 0,1 1 0 0 0,0 0 0 0 0,0 0 1 0 0,0-1-1 0 0,0 1 0 0 0,-1 0 0 0 0,1 0 0 0 0,0 0 0 0 0,0 0 1 0 0,0 0-1 0 0,-1 0 0 0 0,1 1 0 0 0,0-1 0 0 0,0 0 0 0 0,0 1 1 0 0,0-1-1 0 0,0 0 0 0 0,-3 2 0 0 0,1-1-2 0 0,-3 2 4 0 0,0-1 0 0 0,0 1 0 0 0,0 0 1 0 0,1 0-1 0 0,-1 1 0 0 0,1 0 0 0 0,0 0 0 0 0,0 0 0 0 0,-5 5 0 0 0,-36 46 66 0 0,45-55-64 0 0,-15 22 26 0 0,1 0 0 0 0,1 1 0 0 0,0 0 0 0 0,-13 34 0 0 0,22-44-3 0 0,0 1 1 0 0,1 0 0 0 0,1-1 0 0 0,0 1 0 0 0,1 1 0 0 0,0-1 0 0 0,1 0 0 0 0,1 0 0 0 0,2 28 0 0 0,-1-37-6 0 0,0 0-1 0 0,0 0 1 0 0,0 0 0 0 0,1 0-1 0 0,-1 0 1 0 0,1 0-1 0 0,0-1 1 0 0,1 1-1 0 0,-1-1 1 0 0,1 1 0 0 0,0-1-1 0 0,0 0 1 0 0,0 0-1 0 0,1 0 1 0 0,7 6 0 0 0,-5-6-21 0 0,0 0 0 0 0,0-1 1 0 0,0 1-1 0 0,0-1 1 0 0,1-1-1 0 0,-1 1 1 0 0,1-1-1 0 0,0 0 0 0 0,0-1 1 0 0,10 2-1 0 0,1-2-305 0 0,0 0 0 0 0,0-2 0 0 0,0 0 0 0 0,-1-1 0 0 0,1-1-1 0 0,0 0 1 0 0,-1-1 0 0 0,22-9 0 0 0,-23 7-502 0 0,-1-1 0 0 0,0 0 0 0 0,26-19 0 0 0,12-16-5265 0 0,-21 11-557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0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1 508 0 0,'-364'17'13444'0'0,"276"-13"-10746"0"0,51 2-395 0 0,71-1-2403 0 0,-1-1 0 0 0,0-2 1 0 0,43-1-1 0 0,-25-1-396 0 0,141-1-2701 0 0,-64-2-1784 0 0,-3-2-2495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1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503 291 1352 0 0,'9'-14'1587'0'0,"4"-7"612"0"0,-1 0 1 0 0,11-26-1 0 0,-20 40-1787 0 0,0-1 0 0 0,-1 0 0 0 0,1 1 0 0 0,-2-1 0 0 0,1 0 0 0 0,-1 0 0 0 0,-1 0 0 0 0,0 0 0 0 0,0 0 0 0 0,-1-13 0 0 0,0 19-347 0 0,1-1-1 0 0,0 1 0 0 0,-1-1 0 0 0,0 1 1 0 0,1-1-1 0 0,-1 1 0 0 0,0 0 0 0 0,0-1 1 0 0,-1 1-1 0 0,1 0 0 0 0,0 0 0 0 0,-1 0 1 0 0,1 0-1 0 0,-1 0 0 0 0,0 0 0 0 0,1 0 1 0 0,-1 0-1 0 0,0 1 0 0 0,0-1 0 0 0,-4-1 1 0 0,2 1-29 0 0,1 1 0 0 0,-1 0 1 0 0,0 0-1 0 0,0 0 1 0 0,0 0-1 0 0,0 1 0 0 0,0-1 1 0 0,0 1-1 0 0,0 0 1 0 0,0 0-1 0 0,-7 2 0 0 0,-6 1-16 0 0,1 1-1 0 0,-1 1 0 0 0,2 1 0 0 0,-1 0 0 0 0,-16 10 0 0 0,-6 5-23 0 0,1 1-1 0 0,2 2 1 0 0,0 2 0 0 0,2 1-1 0 0,1 1 1 0 0,1 2 0 0 0,-53 67-1 0 0,76-87 6 0 0,2 0-1 0 0,-1 0 0 0 0,2 1 0 0 0,-1 0 1 0 0,1 1-1 0 0,1-1 0 0 0,-4 15 0 0 0,7-22 4 0 0,1 0 0 0 0,-1 0 0 0 0,1-1 0 0 0,0 1 0 0 0,0 0 0 0 0,0 0 0 0 0,0-1 0 0 0,1 1 0 0 0,-1 0 0 0 0,1 0 0 0 0,0-1 0 0 0,1 5 0 0 0,0-6 0 0 0,-1 0 0 0 0,0 1-1 0 0,1-1 1 0 0,0 0 0 0 0,-1 0 0 0 0,1 0 0 0 0,0 0 0 0 0,0 0-1 0 0,0 0 1 0 0,0 0 0 0 0,1-1 0 0 0,-1 1 0 0 0,0-1-1 0 0,1 0 1 0 0,-1 0 0 0 0,1 1 0 0 0,-1-2 0 0 0,5 2-1 0 0,2 0 7 0 0,-1 0 0 0 0,1-1 0 0 0,0 0 0 0 0,0-1 1 0 0,-1 0-1 0 0,1 0 0 0 0,0-1 0 0 0,11-2 0 0 0,3-2 6 0 0,39-14-1 0 0,-40 11-14 0 0,-1-1-1 0 0,-1-1 1 0 0,0-1-1 0 0,0-1 0 0 0,-1 0 1 0 0,-1-1-1 0 0,0-2 1 0 0,24-23-1 0 0,-21 15 50 0 0,-1 0 1 0 0,-1-2-1 0 0,-1 0 1 0 0,-2-1-1 0 0,24-49 1 0 0,0-6 746 0 0,-39 78-788 0 0,-2 6-9 0 0,-84 183-62 0 0,75-160 73 0 0,1 1 0 0 0,1 1 0 0 0,1-1 0 0 0,2 1 0 0 0,-3 36 0 0 0,8-59-65 0 0,0 1-1 0 0,0-1 1 0 0,0 0 0 0 0,1 1 0 0 0,-1-1 0 0 0,1 0 0 0 0,0 1 0 0 0,1-1 0 0 0,-1 0 0 0 0,1 0 0 0 0,0 0 0 0 0,1 0 0 0 0,-1 0 0 0 0,1-1 0 0 0,0 1 0 0 0,0-1-1 0 0,0 1 1 0 0,1-1 0 0 0,-1 0 0 0 0,1-1 0 0 0,0 1 0 0 0,0-1 0 0 0,1 1 0 0 0,-1-1 0 0 0,1 0 0 0 0,-1-1 0 0 0,1 1 0 0 0,0-1 0 0 0,0 0 0 0 0,0 0 0 0 0,0 0 0 0 0,1-1-1 0 0,9 2 1 0 0,0-2-194 0 0,-1 0 0 0 0,1-1-1 0 0,-1-1 1 0 0,1 0 0 0 0,-1 0 0 0 0,1-2-1 0 0,-1 0 1 0 0,0-1 0 0 0,16-6-1 0 0,-11 2 41 0 0,-1 0-1 0 0,0-2 1 0 0,0 0 0 0 0,-1-1-1 0 0,-1-1 1 0 0,16-14-1 0 0,-5 0 391 0 0,0-1-1 0 0,-2-1 1 0 0,-2-1 0 0 0,0-2-1 0 0,-2 0 1 0 0,29-59 0 0 0,18-68 4838 0 0,-67 155-4780 0 0,-13 18-205 0 0,-3 7-25 0 0,1 1 0 0 0,1 0-1 0 0,1 1 1 0 0,1 1 0 0 0,1-1 0 0 0,2 2-1 0 0,0-1 1 0 0,-7 45 0 0 0,14-63-31 0 0,1 0 0 0 0,-1 1 0 0 0,1-1 0 0 0,0 0 0 0 0,1 1 0 0 0,0-1 1 0 0,0 0-1 0 0,0 1 0 0 0,1-1 0 0 0,0 0 0 0 0,1 0 0 0 0,0 0 0 0 0,0 0 1 0 0,0-1-1 0 0,0 1 0 0 0,8 9 0 0 0,-6-11-100 0 0,0 0 0 0 0,0 0 0 0 0,0-1 0 0 0,0 0 0 0 0,1 0 0 0 0,0 0 0 0 0,0 0 0 0 0,0-1 0 0 0,0 0 0 0 0,0 0 0 0 0,1-1 0 0 0,-1 0 0 0 0,1 0 0 0 0,-1 0 0 0 0,1-1 0 0 0,0 0 0 0 0,13 0 0 0 0,-5-1-94 0 0,0 0-1 0 0,0-1 1 0 0,0-1-1 0 0,0 0 0 0 0,0-2 1 0 0,-1 1-1 0 0,1-2 1 0 0,-1 1-1 0 0,19-11 1 0 0,-15 5 33 0 0,1-1 0 0 0,-1 0 0 0 0,-1-2 0 0 0,0 0 0 0 0,30-30 0 0 0,-19 10 587 0 0,-1-1 0 0 0,-1-1 1 0 0,-2-1-1 0 0,-2-1 1 0 0,35-78-1 0 0,-3-20 3752 0 0,-52 132-3841 0 0,-5 5-307 0 0,-1 0 0 0 0,1 0 0 0 0,0 1 0 0 0,0-1-1 0 0,0 1 1 0 0,0 0 0 0 0,1 0 0 0 0,-1 0 0 0 0,1 0 0 0 0,0 0 0 0 0,0 0 0 0 0,0 1-1 0 0,0-1 1 0 0,-1 6 0 0 0,-3 1 9 0 0,2-3-43 0 0,-82 159 172 0 0,78-147-330 0 0,0 0 1 0 0,2 1-1 0 0,0 0 1 0 0,1 0-1 0 0,2 0 1 0 0,0 0-1 0 0,-1 24 1 0 0,4-40-5 0 0,0 0 0 0 0,1 1 0 0 0,-1-1 0 0 0,1 1 0 0 0,-1-1 0 0 0,1 0 1 0 0,1 0-1 0 0,-1 1 0 0 0,1-1 0 0 0,-1 0 0 0 0,1 0 0 0 0,0-1 0 0 0,0 1 0 0 0,1 0 1 0 0,-1 0-1 0 0,1-1 0 0 0,0 0 0 0 0,0 0 0 0 0,0 1 0 0 0,0-2 0 0 0,1 1 1 0 0,-1 0-1 0 0,1-1 0 0 0,0 1 0 0 0,0-1 0 0 0,0 0 0 0 0,4 1 0 0 0,5 2-652 0 0,0-1 0 0 0,1-1 0 0 0,0 0 0 0 0,-1-1 0 0 0,1-1 0 0 0,0 0 0 0 0,19-1 0 0 0,12-2-2924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2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706 251 1624 0 0,'14'-16'1164'0'0,"3"-5"865"0"0,-1 0 0 0 0,16-27-1 0 0,-28 42-1559 0 0,-1-1-1 0 0,1 1 0 0 0,-2-1 1 0 0,1 0-1 0 0,-1 0 0 0 0,0 0 1 0 0,0 0-1 0 0,-1 0 0 0 0,0 0 0 0 0,0 0 1 0 0,-1 0-1 0 0,0 0 0 0 0,-1-8 1 0 0,1 13-393 0 0,0 0 1 0 0,0 0 0 0 0,-1 0-1 0 0,1 1 1 0 0,-1-1-1 0 0,1 0 1 0 0,-1 0-1 0 0,0 1 1 0 0,0-1 0 0 0,0 0-1 0 0,0 1 1 0 0,0-1-1 0 0,0 1 1 0 0,0-1 0 0 0,0 1-1 0 0,-1 0 1 0 0,1-1-1 0 0,0 1 1 0 0,-1 0 0 0 0,-2-2-1 0 0,1 2-19 0 0,0 0 0 0 0,1 0-1 0 0,-1 0 1 0 0,0 1 0 0 0,0-1 0 0 0,0 1-1 0 0,0-1 1 0 0,0 1 0 0 0,0 0 0 0 0,0 0-1 0 0,-5 1 1 0 0,-5 2 20 0 0,0 0 0 0 0,0 1 0 0 0,0 0 0 0 0,-19 10-1 0 0,-8 6-29 0 0,1 1 0 0 0,1 3 0 0 0,1 1 0 0 0,2 1-1 0 0,0 2 1 0 0,2 2 0 0 0,1 1 0 0 0,1 1 0 0 0,-39 54-1 0 0,61-74-42 0 0,1 1 0 0 0,1 0 0 0 0,-9 19-1 0 0,14-26 3 0 0,0 0-1 0 0,0 0 1 0 0,0 0-1 0 0,1 0 1 0 0,0 0 0 0 0,0 0-1 0 0,1 0 1 0 0,0 1-1 0 0,0-1 1 0 0,2 12-1 0 0,-1-15-9 0 0,0 0 0 0 0,0 0 0 0 0,0 0-1 0 0,0 0 1 0 0,1-1 0 0 0,0 1-1 0 0,-1 0 1 0 0,1-1 0 0 0,0 1 0 0 0,0-1-1 0 0,0 0 1 0 0,1 1 0 0 0,-1-1 0 0 0,1 0-1 0 0,-1 0 1 0 0,1-1 0 0 0,0 1 0 0 0,-1 0-1 0 0,1-1 1 0 0,0 0 0 0 0,0 0-1 0 0,0 1 1 0 0,4-1 0 0 0,3 2-79 0 0,0-1-1 0 0,0 0 1 0 0,-1 0-1 0 0,1-1 1 0 0,0-1 0 0 0,14 0-1 0 0,-8-2-23 0 0,0 0-1 0 0,0-1 0 0 0,0-1 1 0 0,-1 0-1 0 0,1-1 0 0 0,-1-1 1 0 0,0 0-1 0 0,16-10 1 0 0,-10 4-18 0 0,-2-1 1 0 0,0-1-1 0 0,-1-1 1 0 0,33-33-1 0 0,-8-4 499 0 0,-1-3-1 0 0,63-109 0 0 0,-79 123-134 0 0,-26 41-239 0 0,0-1 0 0 0,0 1 0 0 0,0 0-1 0 0,0 0 1 0 0,0 0 0 0 0,0-1 0 0 0,0 1 0 0 0,0 0-1 0 0,0 0 1 0 0,0 0 0 0 0,1-1 0 0 0,-1 1 0 0 0,0 0-1 0 0,0 0 1 0 0,0 0 0 0 0,0 0 0 0 0,0 0 0 0 0,1-1-1 0 0,-1 1 1 0 0,0 0 0 0 0,0 0 0 0 0,0 0 0 0 0,0 0-1 0 0,1 0 1 0 0,-1 0 0 0 0,0 0 0 0 0,0-1 0 0 0,0 1-1 0 0,1 0 1 0 0,-1 0 0 0 0,0 0 0 0 0,0 0 0 0 0,0 0-1 0 0,1 0 1 0 0,-1 0 0 0 0,0 0 0 0 0,0 0-1 0 0,1 0 1 0 0,-1 0 0 0 0,0 0 0 0 0,0 0 0 0 0,0 1-1 0 0,1-1 1 0 0,-1 0 0 0 0,0 0 0 0 0,0 0 0 0 0,0 0-1 0 0,0 0 1 0 0,1 0 0 0 0,-1 0 0 0 0,0 0 0 0 0,0 1-1 0 0,0-1 1 0 0,0 0 0 0 0,1 0 0 0 0,-1 0 0 0 0,0 0-1 0 0,0 1 1 0 0,0-1 0 0 0,0 0 0 0 0,0 0 0 0 0,0 0-1 0 0,0 1 1 0 0,0-1 0 0 0,0 0 0 0 0,1 0-1 0 0,0 11 6 0 0,-1-11-6 0 0,-1 13-4 0 0,1 0 0 0 0,-2 1 0 0 0,1-1-1 0 0,-7 22 1 0 0,0-1-1 0 0,-167 574 1052 0 0,55-273-97 0 0,86-255-472 0 0,-3-1 1 0 0,-49 78-1 0 0,72-136-180 0 0,0 0 0 0 0,-1-1 1 0 0,-33 33-1 0 0,41-47-220 0 0,1 1 0 0 0,-2-2 1 0 0,1 1-1 0 0,-1-1 0 0 0,0 0 1 0 0,0-1-1 0 0,0 1 0 0 0,0-2 1 0 0,-1 1-1 0 0,1-1 0 0 0,-1-1 1 0 0,0 1-1 0 0,-13 0 0 0 0,15-2-44 0 0,0-2 0 0 0,0 1 0 0 0,0-1 0 0 0,0 0 0 0 0,0 0 0 0 0,0-1 1 0 0,0 0-1 0 0,1 0 0 0 0,-1 0 0 0 0,1-1 0 0 0,-1 0 0 0 0,1-1 0 0 0,0 1 0 0 0,0-1 0 0 0,0 0 0 0 0,1-1 0 0 0,0 1 0 0 0,-1-1 0 0 0,2 0 0 0 0,-1 0 0 0 0,-4-7 0 0 0,3 5-57 0 0,1 0-1 0 0,0-1 0 0 0,1 0 1 0 0,0 0-1 0 0,0 0 0 0 0,0-1 0 0 0,1 1 1 0 0,1-1-1 0 0,-1 0 0 0 0,1 0 1 0 0,1 0-1 0 0,0 0 0 0 0,0 0 1 0 0,1 0-1 0 0,1-16 0 0 0,3 4-174 0 0,0 1-1 0 0,2 0 1 0 0,1 0 0 0 0,0 1-1 0 0,1 0 1 0 0,1 0-1 0 0,1 1 1 0 0,12-18 0 0 0,18-20-813 0 0,49-53 1 0 0,-9 21-1384 0 0,153-130-1 0 0,115-49-6081 0 0,-261 204 4248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3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200 818 1932 0 0,'2'-5'1077'0'0,"0"1"0"0"0,0-1 0 0 0,-1 0 0 0 0,0 0 0 0 0,0 1 0 0 0,0-1-1 0 0,0 0 1 0 0,-1 0 0 0 0,0-8 0 0 0,-4 14-644 0 0,1 0-373 0 0,-1 1 1 0 0,1 0 0 0 0,0-1-1 0 0,-1 2 1 0 0,1-1-1 0 0,0 0 1 0 0,0 1 0 0 0,0-1-1 0 0,1 1 1 0 0,-1 0-1 0 0,1 0 1 0 0,-1 0-1 0 0,1 0 1 0 0,0 0 0 0 0,0 0-1 0 0,0 1 1 0 0,-1 5-1 0 0,-7 12 132 0 0,-10 34 0 0 0,-76 295 455 0 0,66-236 87 0 0,29-111-360 0 0,2-11-371 0 0,1 1 0 0 0,0-1 0 0 0,0 1 0 0 0,1-1 0 0 0,0 1 0 0 0,0 0 0 0 0,1 0 0 0 0,8-12 0 0 0,-2 2-33 0 0,11-20-29 0 0,2 1 0 0 0,2 1 0 0 0,56-62 0 0 0,-62 77 19 0 0,1 2 1 0 0,1-1 0 0 0,1 2-1 0 0,0 1 1 0 0,1 1-1 0 0,1 1 1 0 0,31-14 0 0 0,-46 25 19 0 0,-1-1 0 0 0,1 2 0 0 0,-1-1 0 0 0,1 1 0 0 0,0 0 0 0 0,0 1 0 0 0,0 0 0 0 0,0 1 0 0 0,0 0 0 0 0,0 0 0 0 0,1 1 0 0 0,-1 0 0 0 0,14 4 0 0 0,-17-3 16 0 0,-1 0 0 0 0,1 0 0 0 0,0 1 0 0 0,-1 0 1 0 0,1 0-1 0 0,-1 0 0 0 0,0 1 0 0 0,0 0 1 0 0,0 0-1 0 0,-1 0 0 0 0,1 1 0 0 0,-1-1 1 0 0,0 1-1 0 0,0 0 0 0 0,-1 0 0 0 0,1 1 0 0 0,-1-1 1 0 0,0 1-1 0 0,-1-1 0 0 0,3 9 0 0 0,-2-5 63 0 0,-1 0 0 0 0,0 0 0 0 0,-1 1-1 0 0,0-1 1 0 0,-1 0 0 0 0,1 1 0 0 0,-2-1-1 0 0,1 0 1 0 0,-1 1 0 0 0,-1-1 0 0 0,0 0-1 0 0,0 0 1 0 0,-6 15 0 0 0,2-10 59 0 0,0 0 1 0 0,-1 0 0 0 0,-1-1-1 0 0,0 0 1 0 0,-1 0 0 0 0,0-1-1 0 0,-18 19 1 0 0,22-26-31 0 0,-1 1-1 0 0,1-2 1 0 0,-1 1 0 0 0,-8 4 0 0 0,-2-12-18 0 0,15 2-70 0 0,1 0 1 0 0,0 1 0 0 0,-1-1 0 0 0,1 1 0 0 0,-1-1-1 0 0,1 0 1 0 0,0 1 0 0 0,0-1 0 0 0,-1 0-1 0 0,1 0 1 0 0,0 1 0 0 0,0-1 0 0 0,0 0-1 0 0,0 1 1 0 0,0-1 0 0 0,0 0 0 0 0,0 0 0 0 0,0 1-1 0 0,0-1 1 0 0,0 0 0 0 0,0 1 0 0 0,1-1-1 0 0,-1-1 1 0 0,0 2-1 0 0,3-12-21 0 0,-1 1-1 0 0,1-1 0 0 0,1 1 0 0 0,0 0 1 0 0,1 0-1 0 0,0 1 0 0 0,10-17 0 0 0,53-66-207 0 0,-59 82 218 0 0,17-21-71 0 0,1 1 0 0 0,37-31 0 0 0,-45 46 10 0 0,0 0 1 0 0,1 2-1 0 0,0 1 1 0 0,45-22-1 0 0,-63 33 61 0 0,1 1 0 0 0,0 0 0 0 0,0 0 0 0 0,0 0 0 0 0,0 0 0 0 0,0 0 0 0 0,0 1-1 0 0,0-1 1 0 0,1 1 0 0 0,-1 0 0 0 0,0 0 0 0 0,0 0 0 0 0,0 1 0 0 0,0-1 0 0 0,0 0 0 0 0,0 1 0 0 0,0 0-1 0 0,0 0 1 0 0,0 0 0 0 0,4 2 0 0 0,-5-1 14 0 0,0-1 0 0 0,1 1 0 0 0,-1 0 0 0 0,0 1 0 0 0,0-1 0 0 0,0 0 0 0 0,0 1 0 0 0,0-1 0 0 0,-1 1 0 0 0,1-1 0 0 0,-1 1 0 0 0,0 0 0 0 0,1-1-1 0 0,-1 1 1 0 0,-1 0 0 0 0,1 0 0 0 0,0 0 0 0 0,-1 0 0 0 0,1 5 0 0 0,0 9 63 0 0,0 0-1 0 0,-2 0 0 0 0,0-1 1 0 0,-1 1-1 0 0,-4 18 0 0 0,-26 82 137 0 0,3-15-98 0 0,24-81-94 0 0,2-12 8 0 0,0-1 1 0 0,2 1-1 0 0,-1 0 0 0 0,1 1 0 0 0,0 10 1 0 0,1-18-15 0 0,0 0 1 0 0,0 0-1 0 0,0 0 1 0 0,1 0-1 0 0,-1 0 1 0 0,1 0-1 0 0,0 0 1 0 0,-1 0-1 0 0,1 0 1 0 0,0 0-1 0 0,0 0 1 0 0,0 0-1 0 0,1-1 1 0 0,-1 1-1 0 0,0 0 1 0 0,0-1-1 0 0,1 1 1 0 0,-1-1-1 0 0,1 0 1 0 0,0 1-1 0 0,-1-1 1 0 0,1 0-1 0 0,0 0 1 0 0,0 0-1 0 0,0 0 1 0 0,-1 0-1 0 0,1 0 1 0 0,3 0-1 0 0,2 1-19 0 0,1-1-1 0 0,-1 0 1 0 0,0 0-1 0 0,1-1 1 0 0,-1 0 0 0 0,0 0-1 0 0,1-1 1 0 0,-1 0-1 0 0,0 0 1 0 0,1-1-1 0 0,-1 0 1 0 0,8-3-1 0 0,3-2-124 0 0,0-1-1 0 0,0 0 1 0 0,22-16 0 0 0,-11 5 90 0 0,-2-1 1 0 0,-1-2 0 0 0,-1-1-1 0 0,0 0 1 0 0,-2-2 0 0 0,-1-1 0 0 0,-1-1-1 0 0,-1 0 1 0 0,-1-2 0 0 0,-2 0-1 0 0,-1-1 1 0 0,-1-1 0 0 0,18-55-1 0 0,-32 83 87 0 0,6-19 437 0 0,5-29-1 0 0,-11 46-423 0 0,-1 0-1 0 0,1 1 1 0 0,-1-1-1 0 0,1 0 1 0 0,-1 0-1 0 0,-1 1 1 0 0,1-1-1 0 0,-1 0 1 0 0,0 1-1 0 0,0-1 1 0 0,0 1-1 0 0,0-1 1 0 0,-3-4-1 0 0,3 8-48 0 0,0 0 1 0 0,1 1-1 0 0,-1-1 0 0 0,0 0 0 0 0,1 1 0 0 0,-1-1 0 0 0,0 1 0 0 0,0-1 1 0 0,0 1-1 0 0,0-1 0 0 0,1 1 0 0 0,-1 0 0 0 0,0-1 0 0 0,0 1 1 0 0,0 0-1 0 0,0 0 0 0 0,0 0 0 0 0,0-1 0 0 0,0 1 0 0 0,0 0 0 0 0,0 0 1 0 0,0 1-1 0 0,0-1 0 0 0,0 0 0 0 0,0 0 0 0 0,0 0 0 0 0,1 1 0 0 0,-3-1 1 0 0,-24 12 33 0 0,27-12-35 0 0,-16 10 9 0 0,0 0 0 0 0,1 1 0 0 0,0 1 1 0 0,0 0-1 0 0,2 2 0 0 0,0-1 0 0 0,-21 28 0 0 0,9-6-14 0 0,2 1 0 0 0,-25 50-1 0 0,38-65 6 0 0,1 0 1 0 0,0 1-1 0 0,-8 38 0 0 0,14-50 8 0 0,1 1 1 0 0,1 0-1 0 0,0 0 1 0 0,1 0-1 0 0,0-1 1 0 0,0 1-1 0 0,1 0 1 0 0,1 0-1 0 0,5 20 1 0 0,-5-25-31 0 0,1 0-1 0 0,-1-1 1 0 0,2 1 0 0 0,-1-1 0 0 0,0 0 0 0 0,1 0 0 0 0,0 0 0 0 0,0-1 0 0 0,1 1 0 0 0,0-1 0 0 0,-1 0-1 0 0,1 0 1 0 0,0-1 0 0 0,1 1 0 0 0,-1-1 0 0 0,1 0 0 0 0,-1 0 0 0 0,1-1 0 0 0,6 2 0 0 0,5 1-187 0 0,-1 0 1 0 0,1-1 0 0 0,-1-1-1 0 0,1-1 1 0 0,31 1-1 0 0,-22-5-51 0 0,-1 0 0 0 0,1-1 0 0 0,-1-2-1 0 0,0-1 1 0 0,0 0 0 0 0,-1-2 0 0 0,0-1-1 0 0,0-1 1 0 0,-1-1 0 0 0,27-17 0 0 0,14-13 67 0 0,-3-3 0 0 0,64-59 1 0 0,25-30 1578 0 0,-131 122-1356 0 0,-19 11-29 0 0,1 0 0 0 0,-1 0 0 0 0,1-1 0 0 0,-1 1 0 0 0,1 0 0 0 0,-1 0 0 0 0,1 0 0 0 0,0 0 0 0 0,-1 0 0 0 0,1 0 0 0 0,-1 0 0 0 0,1 0 0 0 0,-1 0 0 0 0,1 0 0 0 0,0 0 0 0 0,-1 0 0 0 0,1 0 0 0 0,-1 0 0 0 0,1 0 0 0 0,-1 1 0 0 0,1-1 0 0 0,0 0 0 0 0,-1 0 0 0 0,1 1 0 0 0,-1-1 0 0 0,0 0 0 0 0,1 1 0 0 0,-1-1 0 0 0,1 0 0 0 0,-1 1 0 0 0,1-1 0 0 0,-1 1 0 0 0,0-1 0 0 0,1 1 0 0 0,-1-1 0 0 0,0 1 0 0 0,1-1 0 0 0,-1 1 0 0 0,0-1 0 0 0,0 1 0 0 0,0-1 0 0 0,0 1 0 0 0,1 0 0 0 0,-1-1 0 0 0,0 1 0 0 0,0 0 0 0 0,4 27 60 0 0,-5-14 21 0 0,-1 0 0 0 0,0 0 0 0 0,0 0 0 0 0,-1-1 0 0 0,-1 1 0 0 0,-6 14 1 0 0,-38 76 474 0 0,47-102-549 0 0,-14 25 304 0 0,-1 0-1 0 0,-1 0 1 0 0,-1-2-1 0 0,-2 0 0 0 0,-28 27 1 0 0,47-51-294 0 0,0 0 1 0 0,0 0 0 0 0,1 0 0 0 0,-1-1 0 0 0,0 1 0 0 0,-1 0 0 0 0,1-1 0 0 0,0 1 0 0 0,0-1-1 0 0,0 1 1 0 0,0-1 0 0 0,0 1 0 0 0,0-1 0 0 0,-2 0 0 0 0,-1 1 92 0 0,-12-6 22 0 0,16 4-131 0 0,-1 1 1 0 0,1 0-1 0 0,-1-1 0 0 0,1 0 1 0 0,-1 1-1 0 0,1-1 0 0 0,-1 1 1 0 0,1-1-1 0 0,-1 1 0 0 0,1-1 1 0 0,0 0-1 0 0,-1 1 0 0 0,1-1 1 0 0,0 0-1 0 0,0 0 0 0 0,0 1 1 0 0,-1-1-1 0 0,1 0 0 0 0,0 1 1 0 0,0-1-1 0 0,0 0 0 0 0,0 0 1 0 0,0 1-1 0 0,1-2 0 0 0,-1 1 4 0 0,0-5-14 0 0,0 0 1 0 0,1 0-1 0 0,0 0 0 0 0,0 0 0 0 0,0 0 1 0 0,1 0-1 0 0,0 1 0 0 0,3-8 1 0 0,24-43-165 0 0,-25 49 152 0 0,16-25-80 0 0,1 2 1 0 0,1 0-1 0 0,1 1 1 0 0,2 2-1 0 0,1 0 1 0 0,1 1 0 0 0,1 2-1 0 0,1 1 1 0 0,1 1-1 0 0,1 2 1 0 0,1 1-1 0 0,0 1 1 0 0,54-20-1 0 0,-76 35 71 0 0,0 0 0 0 0,1 0 0 0 0,-1 1 0 0 0,1 0 0 0 0,-1 1 0 0 0,1 0-1 0 0,0 1 1 0 0,0 0 0 0 0,-1 1 0 0 0,1 0 0 0 0,0 0 0 0 0,-1 1 0 0 0,21 7-1 0 0,-26-7 47 0 0,0 0 0 0 0,1 1 0 0 0,-1-1 0 0 0,0 1-1 0 0,0 1 1 0 0,-1-1 0 0 0,1 0 0 0 0,-1 1 0 0 0,0 0-1 0 0,0 0 1 0 0,0 0 0 0 0,0 1 0 0 0,0 0-1 0 0,-1-1 1 0 0,0 1 0 0 0,0 0 0 0 0,-1 0 0 0 0,1 1-1 0 0,-1-1 1 0 0,0 0 0 0 0,-1 1 0 0 0,1-1 0 0 0,-1 1-1 0 0,0 0 1 0 0,0 0 0 0 0,-1-1 0 0 0,0 8-1 0 0,0 3 86 0 0,-2-1-1 0 0,0 0 1 0 0,0 0-1 0 0,-2-1 1 0 0,0 1-1 0 0,0 0 1 0 0,-2-1-1 0 0,-6 14 1 0 0,-12 17 132 0 0,-30 45-1 0 0,12-22 38 0 0,33-54-78 0 0,-1 1-728 0 0,13-13 170 0 0,7-7 96 0 0,13-10-175 0 0,-2-1 0 0 0,0-1 1 0 0,35-37-1 0 0,-16 15 1 0 0,97-92-930 0 0,166-207 1 0 0,-224 237 1711 0 0,-5-3-1 0 0,-5-3 1 0 0,57-120 0 0 0,-85 141 2256 0 0,32-92 1 0 0,-72 175-2440 0 0,-3 5-108 0 0,-5 4-39 0 0,0 0-1 0 0,1 1 1 0 0,0 0-1 0 0,0 0 1 0 0,0 1 0 0 0,1 0-1 0 0,-7 15 1 0 0,-6 7 0 0 0,-334 568 145 0 0,306-508-99 0 0,-64 188 0 0 0,104-259-39 0 0,0 0 0 0 0,1 1 1 0 0,2 0-1 0 0,0 0 0 0 0,0 0 1 0 0,2 1-1 0 0,1-1 0 0 0,2 21 1 0 0,-1-31-5 0 0,1-1 1 0 0,0 0-1 0 0,0 0 1 0 0,1 0 0 0 0,0 0-1 0 0,1 0 1 0 0,0 0-1 0 0,0-1 1 0 0,1 0-1 0 0,0 0 1 0 0,0 0-1 0 0,1-1 1 0 0,0 1 0 0 0,0-1-1 0 0,1-1 1 0 0,0 1-1 0 0,0-1 1 0 0,0 0-1 0 0,12 6 1 0 0,-9-6-1 0 0,0 0 1 0 0,1-1 0 0 0,0-1-1 0 0,0 0 1 0 0,0 0 0 0 0,0-1-1 0 0,1 0 1 0 0,-1-1-1 0 0,1 0 1 0 0,-1-1 0 0 0,16-1-1 0 0,-11-1-4 0 0,-1 0 0 0 0,0-1-1 0 0,0-1 1 0 0,0-1 0 0 0,0 0-1 0 0,-1-1 1 0 0,26-12 0 0 0,-12 1 2 0 0,-2 0 0 0 0,1-2 0 0 0,-2-1 0 0 0,0 0 0 0 0,-2-2 0 0 0,0-1-1 0 0,35-44 1 0 0,44-74 381 0 0,-89 119 56 0 0,-1-1 0 0 0,-1 0-1 0 0,0-1 1 0 0,13-44 0 0 0,-23 63-393 0 0,0-1-1 0 0,-1 0 1 0 0,1 1 0 0 0,-1-1 0 0 0,0-6-1 0 0,0 10-52 0 0,0 0-1 0 0,0 1 0 0 0,0-1 1 0 0,0 0-1 0 0,0 0 0 0 0,0 1 1 0 0,0-1-1 0 0,0 0 0 0 0,-1 0 1 0 0,1 1-1 0 0,0-1 0 0 0,0 0 1 0 0,-1 0-1 0 0,1 1 0 0 0,-1-1 1 0 0,1 1-1 0 0,0-1 0 0 0,-1 0 1 0 0,1 1-1 0 0,-1-1 0 0 0,0 1 1 0 0,1-1-1 0 0,-1 1 0 0 0,1-1 1 0 0,-1 1-1 0 0,0-1 0 0 0,1 1 1 0 0,-1 0-1 0 0,0-1 0 0 0,1 1 1 0 0,-1 0-1 0 0,0 0 0 0 0,0-1 0 0 0,1 1 1 0 0,-1 0-1 0 0,0 0 0 0 0,0 0 1 0 0,0 0-1 0 0,1 0 0 0 0,-1 0 1 0 0,0 0-1 0 0,0 0 0 0 0,1 1 1 0 0,-2-1-1 0 0,-9 4-10 0 0,-1 0 0 0 0,1 0 0 0 0,1 2 0 0 0,-1-1 0 0 0,1 1 0 0 0,0 1 0 0 0,0-1 0 0 0,-16 17 1 0 0,-6 7-8 0 0,-31 38 0 0 0,43-45 2 0 0,1 1 0 0 0,-19 34 0 0 0,32-48-170 0 0,0 1-1 0 0,1 0 0 0 0,0 0 0 0 0,1 0 0 0 0,0 1 0 0 0,0 0 1 0 0,2-1-1 0 0,-3 22 0 0 0,5-27-25 0 0,0-1 0 0 0,1 0-1 0 0,-1 1 1 0 0,1-1 0 0 0,1 0 0 0 0,-1 0 0 0 0,1 0-1 0 0,-1 0 1 0 0,2 0 0 0 0,-1 0 0 0 0,0-1 0 0 0,1 1-1 0 0,0-1 1 0 0,0 1 0 0 0,0-1 0 0 0,1 0 0 0 0,-1 0-1 0 0,1 0 1 0 0,0-1 0 0 0,0 0 0 0 0,0 1 0 0 0,8 3 0 0 0,3 2-437 0 0,1 0 0 0 0,1-1 0 0 0,0-1 0 0 0,0 0 1 0 0,22 4-1 0 0,-13-4-2046 0 0,55 7 1 0 0,-25-11-1728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4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1634 912 200 0 0,'6'-7'1033'0'0,"0"0"1"0"0,-1-1-1 0 0,1 0 0 0 0,-2 0 1 0 0,1 0-1 0 0,-1 0 0 0 0,-1-1 1 0 0,1 0-1 0 0,2-11 0 0 0,-5 17-834 0 0,-1 0-1 0 0,1 0 1 0 0,0 0-1 0 0,-1 0 1 0 0,0 0-1 0 0,0 0 1 0 0,0 0 0 0 0,0-1-1 0 0,0 1 1 0 0,-1 0-1 0 0,1 0 1 0 0,-1 0-1 0 0,0 0 1 0 0,0 0-1 0 0,0 1 1 0 0,0-1-1 0 0,0 0 1 0 0,-1 0-1 0 0,1 1 1 0 0,-1-1-1 0 0,0 1 1 0 0,0-1-1 0 0,0 1 1 0 0,0-1-1 0 0,0 1 1 0 0,0 0-1 0 0,-1 0 1 0 0,1 0-1 0 0,-1 1 1 0 0,-4-3 0 0 0,6 3-172 0 0,-1 0 0 0 0,1 1 0 0 0,-1 0 1 0 0,1-1-1 0 0,-1 1 0 0 0,0 0 1 0 0,1-1-1 0 0,-1 1 0 0 0,1 0 1 0 0,-1 0-1 0 0,0 1 0 0 0,1-1 1 0 0,-1 0-1 0 0,1 0 0 0 0,-3 1 1 0 0,-1 0 37 0 0,-3 0-23 0 0,0 1 0 0 0,0 0 0 0 0,0 0 0 0 0,0 1 0 0 0,1 0 0 0 0,-1 0 0 0 0,1 0 0 0 0,0 1 0 0 0,-9 6 0 0 0,-5 5 4 0 0,-27 25 1 0 0,25-20-35 0 0,2 2-1 0 0,-39 47 1 0 0,52-57 0 0 0,0 0 1 0 0,0 0 0 0 0,1 1-1 0 0,1 0 1 0 0,0 0-1 0 0,1 0 1 0 0,0 1-1 0 0,-4 20 1 0 0,9-31-4 0 0,-1 1 0 0 0,0-1-1 0 0,1 0 1 0 0,0 0 0 0 0,-1 1 0 0 0,1-1 0 0 0,1 0 0 0 0,-1 0-1 0 0,0 1 1 0 0,1-1 0 0 0,0 0 0 0 0,-1 0 0 0 0,1 0-1 0 0,1 0 1 0 0,-1 1 0 0 0,0-2 0 0 0,1 1 0 0 0,-1 0 0 0 0,1 0-1 0 0,0 0 1 0 0,0-1 0 0 0,0 1 0 0 0,0-1 0 0 0,1 1 0 0 0,-1-1-1 0 0,1 0 1 0 0,-1 0 0 0 0,1 0 0 0 0,0-1 0 0 0,0 1-1 0 0,0 0 1 0 0,-1-1 0 0 0,2 0 0 0 0,-1 0 0 0 0,0 0 0 0 0,0 0-1 0 0,0 0 1 0 0,6 0 0 0 0,2 1-4 0 0,1-2-1 0 0,-1 1 0 0 0,1-1 1 0 0,-1-1-1 0 0,1 0 1 0 0,-1 0-1 0 0,0-2 1 0 0,0 1-1 0 0,22-9 1 0 0,-5-1-76 0 0,-1-2 1 0 0,0-1 0 0 0,-1-1-1 0 0,-1-2 1 0 0,-1 0 0 0 0,31-30 0 0 0,120-143-316 0 0,-116 117 319 0 0,-4-2 0 0 0,-3-2-1 0 0,64-130 1 0 0,-77 123 1873 0 0,48-154 0 0 0,-85 235-1780 0 0,0-2 84 0 0,0-1 1 0 0,0 0 0 0 0,-1 1 0 0 0,0-1-1 0 0,1-10 1 0 0,-3 14-73 0 0,-4 5-25 0 0,-5 4-12 0 0,0-1-1 0 0,0 2 1 0 0,1-1-1 0 0,0 2 1 0 0,0-1 0 0 0,0 1-1 0 0,1 0 1 0 0,-13 17-1 0 0,-57 88-34 0 0,59-81 17 0 0,-15 23 26 0 0,3 1-1 0 0,2 1 1 0 0,-21 62 0 0 0,33-70 10 0 0,2-1 0 0 0,2 2 0 0 0,3 0 0 0 0,-6 67 1 0 0,14-96-43 0 0,1-1 1 0 0,1 1 0 0 0,1-1-1 0 0,1 0 1 0 0,1 1-1 0 0,9 36 1 0 0,-9-50-161 0 0,-1-1-1 0 0,1 0 1 0 0,0 1 0 0 0,0-1-1 0 0,1-1 1 0 0,0 1 0 0 0,0 0 0 0 0,0-1-1 0 0,0 0 1 0 0,8 7 0 0 0,-7-9-178 0 0,-1 1 0 0 0,1-1 0 0 0,0-1 1 0 0,0 1-1 0 0,0-1 0 0 0,1 1 0 0 0,-1-2 1 0 0,0 1-1 0 0,1 0 0 0 0,-1-1 1 0 0,1 0-1 0 0,0 0 0 0 0,-1-1 0 0 0,8 0 1 0 0,14-2-4211 0 0,3-4-2401 0 0</inkml:trace>
  <inkml:trace contextRef="#ctx0" brushRef="#br0" timeOffset="1">363 230 1952 0 0,'-73'4'2973'0'0,"-6"-1"1265"0"0,-97 16 1 0 0,143-7-3162 0 0,33-12-1054 0 0,-1 1 0 0 0,1-1 0 0 0,0 1 1 0 0,0-1-1 0 0,0 1 0 0 0,0-1 0 0 0,0 1 0 0 0,0-1 1 0 0,0 1-1 0 0,0-1 0 0 0,0 1 0 0 0,0-1 1 0 0,0 1-1 0 0,0-1 0 0 0,0 1 0 0 0,0 0 1 0 0,1-1-1 0 0,-1 1 0 0 0,0-1 0 0 0,0 0 0 0 0,1 1 1 0 0,-1-1-1 0 0,0 1 0 0 0,1-1 0 0 0,-1 1 1 0 0,0-1-1 0 0,1 0 0 0 0,-1 1 0 0 0,0-1 0 0 0,1 1 1 0 0,3 1 2 0 0,0 0 0 0 0,-1 0 0 0 0,1 0 0 0 0,0 0 0 0 0,0-1 0 0 0,0 0 1 0 0,0 1-1 0 0,0-2 0 0 0,1 1 0 0 0,4 0 0 0 0,5 2-51 0 0,194 24-2201 0 0,3-19-3790 0 0,-106-7 1201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5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55 248 876 0 0,'-4'0'3672'0'0,"-10"0"-2361"0"0,10 0-196 0 0,2-1-146 0 0,0-1-804 0 0,-1 1-1 0 0,1-1 1 0 0,0 0-1 0 0,0 0 1 0 0,0 0-1 0 0,0 0 1 0 0,0 0-1 0 0,1 0 1 0 0,-1 0-1 0 0,1-1 1 0 0,-1 1-1 0 0,1 0 0 0 0,0-1 1 0 0,0 1-1 0 0,0-1 1 0 0,0 0-1 0 0,0 1 1 0 0,1-1-1 0 0,-1 0 1 0 0,1 1-1 0 0,0-1 1 0 0,0 0-1 0 0,0 0 1 0 0,0 1-1 0 0,0-1 1 0 0,0 0-1 0 0,1 0 0 0 0,-1 1 1 0 0,1-1-1 0 0,0 0 1 0 0,0 1-1 0 0,0-1 1 0 0,2-2-1 0 0,-2 3-117 0 0,1 0-17 0 0,-2 1-29 0 0,1 1 0 0 0,-1-1 0 0 0,1 0 0 0 0,0 1-1 0 0,0-1 1 0 0,-1 1 0 0 0,1-1 0 0 0,0 1 0 0 0,0-1 0 0 0,0 1 0 0 0,-1-1 0 0 0,1 1 0 0 0,0 0 0 0 0,0 0 0 0 0,0-1-1 0 0,0 1 1 0 0,0 0 0 0 0,0 0 0 0 0,0 0 0 0 0,0 0 0 0 0,0 0 0 0 0,0 0 0 0 0,0 0 0 0 0,-1 0 0 0 0,1 1 0 0 0,0-1-1 0 0,0 0 1 0 0,0 0 0 0 0,0 1 0 0 0,0-1 0 0 0,0 1 0 0 0,-1-1 0 0 0,1 1 0 0 0,0-1 0 0 0,1 2 0 0 0,7 6 10 0 0,-1 0 1 0 0,0 0 0 0 0,-1 1 0 0 0,0 0-1 0 0,0 1 1 0 0,-1-1 0 0 0,0 1 0 0 0,-1 0 0 0 0,0 1-1 0 0,0-1 1 0 0,-1 1 0 0 0,-1 0 0 0 0,4 16-1 0 0,-3-7 48 0 0,-1 0 0 0 0,-1 0 0 0 0,0 0 0 0 0,-2 0 0 0 0,0 0 0 0 0,-1 0 0 0 0,-4 22 0 0 0,-4-3 271 0 0,5-64-341 0 0,12-15-32 0 0,2 0-1 0 0,16-39 1 0 0,-18 59 17 0 0,1 1 0 0 0,0 0-1 0 0,2 1 1 0 0,0 0 0 0 0,26-31 0 0 0,-27 37-3 0 0,1 0-1 0 0,1 1 1 0 0,0 0-1 0 0,0 1 0 0 0,1 0 1 0 0,0 1-1 0 0,26-14 1 0 0,-32 20 17 0 0,0 1 1 0 0,0-1 0 0 0,0 1-1 0 0,0 0 1 0 0,0 1 0 0 0,0 0 0 0 0,1 0-1 0 0,-1 0 1 0 0,0 1 0 0 0,1 0-1 0 0,-1 0 1 0 0,0 1 0 0 0,0 0-1 0 0,1 1 1 0 0,-1-1 0 0 0,0 1 0 0 0,0 1-1 0 0,0-1 1 0 0,7 5 0 0 0,-7-4 12 0 0,1 1 1 0 0,-2 1 0 0 0,1-1 0 0 0,0 1 0 0 0,-1 0-1 0 0,0 1 1 0 0,0 0 0 0 0,0 0 0 0 0,-1 0-1 0 0,0 0 1 0 0,0 1 0 0 0,-1 0 0 0 0,0 0 0 0 0,0 0-1 0 0,3 9 1 0 0,-2-1 26 0 0,0 0 0 0 0,-1 1 0 0 0,-1-1-1 0 0,-1 1 1 0 0,0 0 0 0 0,-1 27 0 0 0,-1-30 102 0 0,-1 1 0 0 0,0-1 0 0 0,-1 1 0 0 0,-1-1 0 0 0,-4 15 0 0 0,6-26 89 0 0,-1-16-157 0 0,3 7-55 0 0,0 0 0 0 0,1 0-1 0 0,-1 0 1 0 0,1 0-1 0 0,1 0 1 0 0,5-11 0 0 0,-1 1-6 0 0,3-7-10 0 0,2 0 0 0 0,0 1 1 0 0,1 0-1 0 0,24-29 1 0 0,-8 16-29 0 0,56-53 1 0 0,-75 79 21 0 0,0 1-1 0 0,1 1 0 0 0,0 0 1 0 0,1 0-1 0 0,0 1 1 0 0,0 1-1 0 0,0 0 0 0 0,16-5 1 0 0,-25 10 16 0 0,0 0 1 0 0,0 0 0 0 0,-1 1-1 0 0,1 0 1 0 0,0 0 0 0 0,0-1 0 0 0,0 2-1 0 0,0-1 1 0 0,0 0 0 0 0,-1 0-1 0 0,1 1 1 0 0,0 0 0 0 0,0 0-1 0 0,-1-1 1 0 0,1 1 0 0 0,0 1 0 0 0,-1-1-1 0 0,1 0 1 0 0,-1 1 0 0 0,1-1-1 0 0,-1 1 1 0 0,0 0 0 0 0,0 0-1 0 0,0 0 1 0 0,0 0 0 0 0,0 0 0 0 0,0 0-1 0 0,0 0 1 0 0,-1 1 0 0 0,1-1-1 0 0,-1 1 1 0 0,2 3 0 0 0,3 8 29 0 0,0 1 1 0 0,-1-1-1 0 0,-1 1 1 0 0,4 24-1 0 0,-6-29-24 0 0,7 37-365 0 0,12 51-2137 0 0,-17-83 560 0 0,2 0 0 0 0,8 18 0 0 0,-1-13-2150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6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349 190 1236 0 0,'4'-9'1108'0'0,"0"-1"0"0"0,0 1-1 0 0,-1-1 1 0 0,0 1 0 0 0,-1-1 0 0 0,0 0-1 0 0,-1 0 1 0 0,0 0 0 0 0,0 0 0 0 0,-1 0-1 0 0,0 0 1 0 0,-3-13 0 0 0,2 16-430 0 0,-6-20 1066 0 0,7 26-1696 0 0,0 0 1 0 0,0 0-1 0 0,-1 1 1 0 0,1-1-1 0 0,-1 0 1 0 0,1 0-1 0 0,-1 0 0 0 0,1 1 1 0 0,-1-1-1 0 0,1 0 1 0 0,-1 0-1 0 0,0 1 1 0 0,1-1-1 0 0,-1 1 1 0 0,0-1-1 0 0,0 1 0 0 0,1-1 1 0 0,-1 1-1 0 0,0-1 1 0 0,0 1-1 0 0,0 0 1 0 0,0-1-1 0 0,1 1 1 0 0,-1 0-1 0 0,-2-1 0 0 0,-3 2-1 0 0,0 0 0 0 0,-1 0 0 0 0,1 1 0 0 0,0 0-1 0 0,0 0 1 0 0,1 0 0 0 0,-1 1 0 0 0,0 0 0 0 0,1 0-1 0 0,0 0 1 0 0,-1 1 0 0 0,1-1 0 0 0,1 1 0 0 0,-10 9-1 0 0,-7 9 18 0 0,-31 43 0 0 0,46-57-48 0 0,-30 40 28 0 0,-33 59-1 0 0,58-86-71 0 0,0 0-1 0 0,1 0 0 0 0,2 1 0 0 0,0 1 0 0 0,-9 43 1 0 0,16-64 1 0 0,1 0 1 0 0,-1 1 0 0 0,1-1-1 0 0,0 1 1 0 0,0-1 0 0 0,0 1 0 0 0,0-1-1 0 0,0 0 1 0 0,0 1 0 0 0,1-1 0 0 0,-1 1-1 0 0,1-1 1 0 0,-1 0 0 0 0,1 1 0 0 0,0-1-1 0 0,0 0 1 0 0,0 0 0 0 0,0 0-1 0 0,1 0 1 0 0,-1 0 0 0 0,1 0 0 0 0,2 3-1 0 0,-2-4-13 0 0,0 0 0 0 0,1 0-1 0 0,-1 0 1 0 0,0 0 0 0 0,1 0-1 0 0,-1 0 1 0 0,1-1-1 0 0,-1 1 1 0 0,1-1 0 0 0,-1 0-1 0 0,1 0 1 0 0,0 0 0 0 0,-1 0-1 0 0,1 0 1 0 0,-1-1-1 0 0,1 1 1 0 0,-1-1 0 0 0,1 1-1 0 0,-1-1 1 0 0,0 0-1 0 0,1 0 1 0 0,3-2 0 0 0,11-5-87 0 0,-1-1 0 0 0,1-1 1 0 0,-2-1-1 0 0,1 0 0 0 0,-2-1 1 0 0,1 0-1 0 0,-2-1 0 0 0,1-1 1 0 0,14-20-1 0 0,11-18-25 0 0,41-77 1 0 0,-71 114 127 0 0,57-94 313 0 0,-65 106-328 0 0,1 5 25 0 0,-1 1 21 0 0,1-1-1 0 0,-1 1 1 0 0,1-1-1 0 0,-1 1 1 0 0,0-1 0 0 0,0 1-1 0 0,0 0 1 0 0,0-1-1 0 0,-1 1 1 0 0,1 0-1 0 0,-1 0 1 0 0,0 0 0 0 0,0 5-1 0 0,-4 50 88 0 0,0-19-33 0 0,4-10-104 0 0,-1-9 84 0 0,1 0 0 0 0,1 0 0 0 0,1 0 1 0 0,5 20-1 0 0,-6-35-189 0 0,0 1 1 0 0,1-1 0 0 0,0 0-1 0 0,0-1 1 0 0,0 1-1 0 0,1 0 1 0 0,-1 0-1 0 0,1-1 1 0 0,0 0 0 0 0,1 0-1 0 0,-1 1 1 0 0,1-2-1 0 0,0 1 1 0 0,0 0 0 0 0,0-1-1 0 0,0 0 1 0 0,0 0-1 0 0,1 0 1 0 0,-1 0-1 0 0,6 1 1 0 0,0 0-652 0 0,-1-2 0 0 0,1 1 0 0 0,0-1 1 0 0,0-1-1 0 0,0 0 0 0 0,0 0 0 0 0,0-1 0 0 0,0 0 0 0 0,17-3 0 0 0,12-1-3310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7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399 231 1144 0 0,'13'-228'19321'0'0,"-13"225"-19073"0"0,0 5-51 0 0,-9 24-20 0 0,2-1 0 0 0,1 1 1 0 0,-4 40-1 0 0,1-8-36 0 0,-52 422 72 0 0,43-157-4165 0 0,19-254 1153 0 0,0-22-2834 0 0,-1-16-1552 0 0</inkml:trace>
  <inkml:trace contextRef="#ctx0" brushRef="#br0" timeOffset="1">8 842 2432 0 0,'-2'-8'582'0'0,"0"0"-1"0"0,1 0 1 0 0,0 0-1 0 0,0 1 1 0 0,1-1-1 0 0,0 0 1 0 0,0 0-1 0 0,1 0 1 0 0,0 0-1 0 0,0 0 1 0 0,1 0-1 0 0,0 1 0 0 0,6-14 1 0 0,-4 12-377 0 0,1 0-1 0 0,0 1 1 0 0,0-1 0 0 0,1 1-1 0 0,0 1 1 0 0,1-1 0 0 0,0 1-1 0 0,0 0 1 0 0,0 0 0 0 0,15-9 0 0 0,-5 5-64 0 0,1 0 1 0 0,0 2 0 0 0,1 0 0 0 0,0 1 0 0 0,0 0 0 0 0,1 2 0 0 0,0 0 0 0 0,0 2-1 0 0,0 0 1 0 0,1 1 0 0 0,-1 1 0 0 0,32 1 0 0 0,-36 1-120 0 0,0 1 0 0 0,-1 1 0 0 0,1 1 0 0 0,0 0 0 0 0,-1 1 0 0 0,0 1 0 0 0,0 0 0 0 0,0 1 0 0 0,-1 1 0 0 0,0 0 0 0 0,0 1 0 0 0,0 0 0 0 0,-1 1 0 0 0,-1 1 0 0 0,1 0 0 0 0,19 21 0 0 0,-22-18 66 0 0,0 0 1 0 0,-1 0-1 0 0,-1 0 1 0 0,0 2-1 0 0,0-1 1 0 0,-2 1 0 0 0,1 0-1 0 0,-2 0 1 0 0,0 0-1 0 0,-1 1 1 0 0,-1 0-1 0 0,0-1 1 0 0,0 23-1 0 0,-2-17 201 0 0,-1 0 0 0 0,-2 0-1 0 0,0-1 1 0 0,-1 1-1 0 0,-1 0 1 0 0,-1-1 0 0 0,0 0-1 0 0,-2 0 1 0 0,-17 36-1 0 0,18-43 454 0 0,-1 0 1 0 0,-17 23-1 0 0,23-34-316 0 0,0-3-411 0 0,1 1 0 0 0,-1-1 0 0 0,1 0 0 0 0,-1 0 0 0 0,1 0 1 0 0,0 0-1 0 0,-1 0 0 0 0,1 0 0 0 0,0 0 0 0 0,0 0 0 0 0,0 0 0 0 0,0 0 0 0 0,0 0 0 0 0,0 0 0 0 0,0 0 0 0 0,0 0 0 0 0,0 0 0 0 0,0 0 0 0 0,0 0 0 0 0,1 0 0 0 0,-1 1 0 0 0,0-1 0 0 0,1 0 0 0 0,0-1 0 0 0,14-26 41 0 0,-11 21-26 0 0,24-36-43 0 0,3 0 0 0 0,1 2 0 0 0,2 2 0 0 0,2 1 0 0 0,1 1 0 0 0,2 2 0 0 0,55-38 0 0 0,-89 70-9 0 0,-1 0 0 0 0,0 0 1 0 0,0 1-1 0 0,1-1 0 0 0,0 1 0 0 0,-1 0 1 0 0,1 0-1 0 0,0 0 0 0 0,8-1 0 0 0,-12 3 22 0 0,1 0-1 0 0,0 0 0 0 0,0 1 0 0 0,0-1 0 0 0,-1 0 0 0 0,1 1 0 0 0,0-1 0 0 0,0 1 1 0 0,-1-1-1 0 0,1 1 0 0 0,0 0 0 0 0,-1 0 0 0 0,1 0 0 0 0,-1 0 0 0 0,1 0 0 0 0,-1 0 0 0 0,0 0 1 0 0,1 1-1 0 0,-1-1 0 0 0,0 0 0 0 0,0 1 0 0 0,0-1 0 0 0,0 1 0 0 0,0-1 0 0 0,0 1 0 0 0,0 0 1 0 0,0-1-1 0 0,-1 1 0 0 0,1 0 0 0 0,0 1 0 0 0,3 11 52 0 0,0-1 0 0 0,-1 1-1 0 0,0 0 1 0 0,-1 0 0 0 0,0 0 0 0 0,-2 25 0 0 0,-10 88 162 0 0,8-109-181 0 0,-1 8-31 0 0,-7 85-559 0 0,11-108 337 0 0,-1 1 0 0 0,0-1 0 0 0,1 0 0 0 0,0 0 1 0 0,0 0-1 0 0,0 0 0 0 0,0 0 0 0 0,0 0 0 0 0,4 6 0 0 0,-4-7-832 0 0,4-3-290 0 0,20-9-1072 0 0,3-11-3560 0 0,-13-1-604 0 0</inkml:trace>
  <inkml:trace contextRef="#ctx0" brushRef="#br0" timeOffset="2">1385 114 3308 0 0,'-39'-67'10221'0'0,"8"28"-6230"0"0,30 38-3853 0 0,-3 5-797 0 0,4-4 621 0 0,-1 0 1 0 0,1 0-1 0 0,0 0 1 0 0,0 0-1 0 0,0 0 1 0 0,-1 0-1 0 0,1 0 1 0 0,0 0-1 0 0,0 1 1 0 0,-1-1-1 0 0,1 0 1 0 0,0 0 0 0 0,0 0-1 0 0,0 0 1 0 0,0 1-1 0 0,-1-1 1 0 0,1 0-1 0 0,0 0 1 0 0,0 0-1 0 0,0 1 1 0 0,0-1-1 0 0,0 0 1 0 0,0 0-1 0 0,-1 1 1 0 0,1-1-1 0 0,0 0 1 0 0,0 0-1 0 0,0 1 1 0 0,0-1-1 0 0,0 0 1 0 0,0 0-1 0 0,0 1 1 0 0,0-1-1 0 0,0 0 1 0 0,0 0-1 0 0,0 1 1 0 0,0-1-1 0 0,0 0 1 0 0,1 1-1 0 0,0 7-722 0 0,10 32-6182 0 0,-3-25 1549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27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114 209 2340 0 0,'-35'-2'4563'0'0,"-23"-4"1969"0"0,37-1-4162 0 0,24 2-1913 0 0,-3 5-448 0 0,0 0-1 0 0,0 0 1 0 0,0-1 0 0 0,0 1-1 0 0,0 0 1 0 0,0-1-1 0 0,0 1 1 0 0,0 0 0 0 0,0-1-1 0 0,0 1 1 0 0,0 0-1 0 0,0 0 1 0 0,1-1 0 0 0,-1 1-1 0 0,0 0 1 0 0,0 0-1 0 0,0-1 1 0 0,0 1 0 0 0,1 0-1 0 0,-1 0 1 0 0,0-1-1 0 0,0 1 1 0 0,0 0 0 0 0,1 0-1 0 0,-1 0 1 0 0,0-1-1 0 0,0 1 1 0 0,1 0-1 0 0,-1 0 1 0 0,0 0 0 0 0,1 0-1 0 0,-1 0 1 0 0,0 0-1 0 0,0 0 1 0 0,1-1 0 0 0,-1 1-1 0 0,1 0 1 0 0,9 1 50 0 0,-1 1 0 0 0,1-1 0 0 0,0 2 0 0 0,-1-1 0 0 0,0 1 0 0 0,1 1 0 0 0,-1-1 0 0 0,-1 2 0 0 0,1-1-1 0 0,0 1 1 0 0,-1 0 0 0 0,0 1 0 0 0,0 0 0 0 0,9 10 0 0 0,-7-7-25 0 0,0 1 1 0 0,-1 1-1 0 0,0-1 0 0 0,0 1 0 0 0,-1 1 0 0 0,-1 0 0 0 0,0 0 1 0 0,0 0-1 0 0,7 23 0 0 0,-10-21 2 0 0,-2 0 0 0 0,0 0 1 0 0,0 0-1 0 0,-1 0 0 0 0,-1 0 1 0 0,0 0-1 0 0,-1 0 0 0 0,-1 0 0 0 0,0 0 1 0 0,-1 0-1 0 0,0-1 0 0 0,-1 1 0 0 0,-7 15 1 0 0,3-11 27 0 0,0-1 1 0 0,0 0 0 0 0,-2 0 0 0 0,0-1 0 0 0,-1-1-1 0 0,-1 0 1 0 0,0 0 0 0 0,-1-1 0 0 0,-20 17-1 0 0,30-29-41 0 0,1 0 0 0 0,-1-1-1 0 0,0 1 1 0 0,0-1-1 0 0,0 1 1 0 0,-7 1-1 0 0,10-3-21 0 0,-1 0 1 0 0,1-1-1 0 0,0 1 0 0 0,-1 0 0 0 0,1 0 0 0 0,0 0 0 0 0,-1 0 0 0 0,1 0 0 0 0,-1-1 0 0 0,1 1 0 0 0,0 0 0 0 0,0 0 0 0 0,-1-1 0 0 0,1 1 0 0 0,0 0 0 0 0,-1 0 0 0 0,1-1 0 0 0,0 1 0 0 0,0 0 1 0 0,-1-1-1 0 0,1 1 0 0 0,0 0 0 0 0,0-1 0 0 0,0 1 0 0 0,0 0 0 0 0,-1-1 0 0 0,1 1 0 0 0,0-1 0 0 0,0 1 0 0 0,0 0 0 0 0,0-1 0 0 0,0 1 0 0 0,0-1 0 0 0,0 1 0 0 0,0-1 0 0 0,0-14-15 0 0,5 0-3 0 0,1-1 0 0 0,0 1 1 0 0,1 1-1 0 0,1-1 0 0 0,0 1 0 0 0,14-18 0 0 0,-2 3-27 0 0,42-62-110 0 0,83-92-1 0 0,89-73 62 0 0,-227 248 97 0 0,0 1 5 0 0,-3 4-11 0 0,-1 0 1 0 0,0 0-1 0 0,0 0 1 0 0,0-1-1 0 0,0 1 0 0 0,-1-1 1 0 0,1 1-1 0 0,-1-1 1 0 0,0 0-1 0 0,0 0 1 0 0,0 0-1 0 0,-1 0 1 0 0,2-7-1 0 0,-7 12-13 0 0,-2 1 28 0 0,-1 1 0 0 0,0 1 1 0 0,1-1-1 0 0,0 1 1 0 0,0 0-1 0 0,0 0 0 0 0,0 1 1 0 0,1 0-1 0 0,-6 5 1 0 0,-48 57 297 0 0,48-54-234 0 0,-23 29 166 0 0,2 1-1 0 0,1 2 1 0 0,3 1-1 0 0,1 1 1 0 0,-39 99-1 0 0,61-133-205 0 0,2-1 0 0 0,-1 1 0 0 0,2 0-1 0 0,0-1 1 0 0,0 1 0 0 0,1 0 0 0 0,1 0 0 0 0,0 0-1 0 0,1 0 1 0 0,2 17 0 0 0,-1-22-11 0 0,0 0-1 0 0,0 0 1 0 0,1-1 0 0 0,0 1-1 0 0,1-1 1 0 0,-1 0 0 0 0,1 0-1 0 0,0 0 1 0 0,1-1 0 0 0,0 1-1 0 0,0-1 1 0 0,0 0 0 0 0,1 0-1 0 0,0-1 1 0 0,0 0 0 0 0,0 0-1 0 0,14 8 1 0 0,2-2-152 0 0,0-1 0 0 0,1 0 0 0 0,0-2 0 0 0,0-1 0 0 0,1-1 0 0 0,-1-1 0 0 0,29 3 0 0 0,20-2-1567 0 0,80-4 0 0 0,24-15-5629 0 0,-82 1 34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2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1659 28 1056 0 0,'-9'-11'12193'0'0,"-24"5"-12051"0"0,0 1 0 0 0,0 2 0 0 0,0 1 0 0 0,-39 2 0 0 0,-10 0-78 0 0,-278 8 189 0 0,351-7-294 0 0,7-2 32 0 0,0 1 1 0 0,0 1-1 0 0,-1-1 0 0 0,1 0 0 0 0,0 0 1 0 0,0 1-1 0 0,0-1 0 0 0,0 1 1 0 0,0 0-1 0 0,0 0 0 0 0,1-1 0 0 0,-1 1 1 0 0,0 0-1 0 0,0 1 0 0 0,0-1 0 0 0,1 0 1 0 0,-3 3-1 0 0,0 0-10 0 0,0 1 1 0 0,1 0-1 0 0,-1 1 0 0 0,1-1 1 0 0,1 0-1 0 0,-1 1 1 0 0,1 0-1 0 0,0-1 0 0 0,0 1 1 0 0,0 0-1 0 0,0 11 0 0 0,-2 12 7 0 0,0 36 0 0 0,1-13 2 0 0,-14 216 253 0 0,-85 410 69 0 0,60-445-123 0 0,-120 655 691 0 0,-8 68-461 0 0,109-592-435 0 0,-84 471 8 0 0,112-653 10 0 0,-90 551-200 0 0,104-570 220 0 0,-14 89 22 0 0,30-232 240 0 0,1 1 0 0 0,1-1 0 0 0,1 1 0 0 0,0-1 0 0 0,6 31 0 0 0,-5-46-256 0 0,0 0 0 0 0,1 0 1 0 0,0 0-1 0 0,0-1 0 0 0,0 1 1 0 0,1 0-1 0 0,-1-1 0 0 0,1 0 0 0 0,0 0 1 0 0,0 0-1 0 0,0 0 0 0 0,1 0 1 0 0,0 0-1 0 0,-1-1 0 0 0,1 0 0 0 0,0 0 1 0 0,1 0-1 0 0,-1 0 0 0 0,0-1 0 0 0,1 1 1 0 0,0-1-1 0 0,-1 0 0 0 0,1-1 1 0 0,0 1-1 0 0,0-1 0 0 0,5 1 0 0 0,13 2 39 0 0,0-2-1 0 0,-1-1 0 0 0,1 0 0 0 0,33-5 1 0 0,-55 4-67 0 0,390-47-1133 0 0,-4-24-2761 0 0,-364 67 3564 0 0,189-46-5552 0 0,-112 20 1017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2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42 1384 0 0,'-12'-21'11195'0'0,"11"19"-10916"0"0,-1 0 0 0 0,0 0 0 0 0,0 1 0 0 0,1-1 0 0 0,-1 1 0 0 0,-1-1 0 0 0,1 1 0 0 0,0 0 0 0 0,0-1 0 0 0,0 1 0 0 0,-1 1 0 0 0,-3-2-1 0 0,3 1-60 0 0,-1 1-39 0 0,0 0-154 0 0,-1 1 0 0 0,1-1 1 0 0,0 1-1 0 0,-1 0 0 0 0,1 0 1 0 0,0 0-1 0 0,0 1 1 0 0,0 0-1 0 0,0 0 0 0 0,0 0 1 0 0,0 0-1 0 0,0 0 1 0 0,-5 5-1 0 0,-11 13-16 0 0,1 1 1 0 0,0 0-1 0 0,2 1 0 0 0,1 1 1 0 0,0 1-1 0 0,2 0 0 0 0,1 1 1 0 0,-16 41-1 0 0,24-54-9 0 0,1-1 0 0 0,0 1 0 0 0,1-1 1 0 0,0 1-1 0 0,1 0 0 0 0,-1 14 0 0 0,3-25 4 0 0,0 0-1 0 0,0 0 1 0 0,0 0-1 0 0,0 0 1 0 0,0 0-1 0 0,0 0 1 0 0,0 0-1 0 0,0 0 1 0 0,0 0-1 0 0,0 0 1 0 0,1 0 0 0 0,-1 0-1 0 0,0 0 1 0 0,1 0-1 0 0,-1 0 1 0 0,0-1-1 0 0,1 1 1 0 0,-1 0-1 0 0,1 0 1 0 0,0 0-1 0 0,-1-1 1 0 0,1 1-1 0 0,0 0 1 0 0,-1 0-1 0 0,1-1 1 0 0,0 1-1 0 0,0-1 1 0 0,-1 1 0 0 0,1-1-1 0 0,0 1 1 0 0,0-1-1 0 0,0 1 1 0 0,0-1-1 0 0,0 0 1 0 0,0 0-1 0 0,0 1 1 0 0,0-1-1 0 0,0 0 1 0 0,0 0-1 0 0,0 0 1 0 0,-1 0-1 0 0,1 0 1 0 0,0 0-1 0 0,0 0 1 0 0,0 0-1 0 0,0-1 1 0 0,0 1 0 0 0,0 0-1 0 0,0 0 1 0 0,0-1-1 0 0,0 1 1 0 0,1-1-1 0 0,3-1 10 0 0,0-1 1 0 0,0 1-1 0 0,0-1 0 0 0,0 0 1 0 0,-1 0-1 0 0,1 0 0 0 0,7-8 1 0 0,8-14 653 0 0,-1-1 1 0 0,-2-1 0 0 0,0 0 0 0 0,-2-1 0 0 0,21-54 0 0 0,-35 80-485 0 0,-1 3-177 0 0,1-1 1 0 0,-1 1-1 0 0,1 0 1 0 0,0 0-1 0 0,-1-1 1 0 0,0 1-1 0 0,1 0 1 0 0,-1 0-1 0 0,1 0 1 0 0,-1 0-1 0 0,0 0 0 0 0,0 0 1 0 0,0-1-1 0 0,1 1 1 0 0,-1 2-1 0 0,-21 154 160 0 0,-3 24-1353 0 0,22-142-1457 0 0,2 43 0 0 0,5-50-203 0 0,1-11-1825 0 0,-2-8-725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3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48 2148 0 0,'47'-48'17968'0'0,"-43"61"-16813"0"0,-13 27-624 0 0,-2 0-1 0 0,-18 44 0 0 0,5-18-1253 0 0,15-40-405 0 0,-12 43-2565 0 0,15-24-4738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4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1848 0 0,'42'-48'17402'0'0,"-42"48"-17329"0"0,0-1 0 0 0,0 1 0 0 0,1 0 0 0 0,-1 0 0 0 0,0-1 0 0 0,0 1 0 0 0,0 0 0 0 0,0 0 0 0 0,0 0 0 0 0,0-1 0 0 0,1 1 0 0 0,-1 0 0 0 0,0 0 0 0 0,0 0 0 0 0,0 0 0 0 0,0 0 0 0 0,1-1 0 0 0,-1 1 0 0 0,0 0 0 0 0,0 0 0 0 0,1 0 0 0 0,-1 0 0 0 0,0 0 0 0 0,0 0 0 0 0,0 0 0 0 0,1 0 0 0 0,-1 0 0 0 0,0 0 0 0 0,0 0 0 0 0,1 0 0 0 0,-1 0 0 0 0,0 0-1 0 0,0 0 1 0 0,1 0 0 0 0,-1 0 0 0 0,0 0 0 0 0,1 0 0 0 0,0 1-40 0 0,0 1 0 0 0,0-1-1 0 0,0 1 1 0 0,0-1-1 0 0,0 1 1 0 0,0-1-1 0 0,0 1 1 0 0,-1 0 0 0 0,1-1-1 0 0,0 1 1 0 0,-1 0-1 0 0,0 0 1 0 0,1-1 0 0 0,-1 1-1 0 0,0 0 1 0 0,0 0-1 0 0,0 0 1 0 0,0-1 0 0 0,0 4-1 0 0,-7 46 182 0 0,5-33-130 0 0,-16 90 47 0 0,-4 39-2678 0 0,20-117-1127 0 0,1 38 0 0 0,3-48-751 0 0,2 0-1955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5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463 222 704 0 0,'3'-11'1544'0'0,"1"-1"0"0"0,-2 1-1 0 0,1 0 1 0 0,-1-1 0 0 0,-1 1 0 0 0,0-1-1 0 0,-1 0 1 0 0,-2-16 0 0 0,1 20-933 0 0,0-1 0 0 0,0 1 0 0 0,-1 0 0 0 0,-1 1 0 0 0,0-1 0 0 0,0 0 0 0 0,-7-12 0 0 0,9 18-546 0 0,-1 0-1 0 0,1 0 1 0 0,-1 1-1 0 0,0-1 0 0 0,1 0 1 0 0,-1 1-1 0 0,0 0 1 0 0,0-1-1 0 0,0 1 0 0 0,0 0 1 0 0,0 0-1 0 0,-1 0 0 0 0,1 0 1 0 0,0 0-1 0 0,-4 0 1 0 0,0 0-8 0 0,0 0 1 0 0,1 0-1 0 0,-1 1 1 0 0,0-1-1 0 0,-6 2 1 0 0,2 0-32 0 0,1 1 0 0 0,-1 0 0 0 0,0 1 0 0 0,1 0 0 0 0,-1 1 0 0 0,1 0 0 0 0,0 0 0 0 0,0 1 0 0 0,1 0 0 0 0,-13 10 0 0 0,-7 7-5 0 0,-38 40 0 0 0,60-56-17 0 0,-22 23-6 0 0,-44 57 0 0 0,64-75-27 0 0,0 2-1 0 0,0-1 0 0 0,1 1 0 0 0,1 0 0 0 0,0 1 0 0 0,1-1 1 0 0,0 1-1 0 0,-3 18 0 0 0,8-29 18 0 0,-1 0 0 0 0,0 0 0 0 0,1 1 1 0 0,0-1-1 0 0,0 0 0 0 0,0 0 0 0 0,0 0 0 0 0,0 0 0 0 0,1 0 1 0 0,-1 0-1 0 0,1 0 0 0 0,0 0 0 0 0,0 0 0 0 0,0 0 0 0 0,0 0 0 0 0,0 0 1 0 0,1 0-1 0 0,-1-1 0 0 0,1 1 0 0 0,0-1 0 0 0,0 1 0 0 0,0-1 1 0 0,0 0-1 0 0,0 1 0 0 0,0-1 0 0 0,1 0 0 0 0,-1 0 0 0 0,1-1 1 0 0,0 1-1 0 0,-1-1 0 0 0,1 1 0 0 0,3 0 0 0 0,0 0 11 0 0,0-1-1 0 0,1 0 1 0 0,-1-1-1 0 0,0 0 1 0 0,1 0-1 0 0,-1 0 1 0 0,0-1-1 0 0,1 0 1 0 0,-1 0-1 0 0,0 0 1 0 0,0-1-1 0 0,0 0 1 0 0,0 0-1 0 0,0 0 0 0 0,-1-1 1 0 0,1 0-1 0 0,9-7 1 0 0,7-5 13 0 0,-1-1 0 0 0,34-34-1 0 0,-48 43-9 0 0,35-38 379 0 0,-2-2 1 0 0,42-64-1 0 0,-65 87 191 0 0,-15 22-547 0 0,-1-1 0 0 0,1 1-1 0 0,-1 0 1 0 0,1 0 0 0 0,0 0-1 0 0,0 0 1 0 0,0 0 0 0 0,4-2-1 0 0,-5 3-7 0 0,0 20 5 0 0,-2 0 0 0 0,0 0 1 0 0,-1 0-1 0 0,-2 0 0 0 0,-8 32 0 0 0,5-22-3 0 0,-24 129-324 0 0,23-77-2731 0 0,7-56-1500 0 0,4 30 0 0 0,0-35-3295 0 0</inkml:trace>
  <inkml:trace contextRef="#ctx0" brushRef="#br0" timeOffset="1">865 549 608 0 0,'11'-32'13948'0'0,"-3"10"-6005"0"0,-8 16-5981 0 0,0 23-1513 0 0,-30 129 143 0 0,0-4-6187 0 0,28-128 4148 0 0,-2 18-8174 0 0</inkml:trace>
  <inkml:trace contextRef="#ctx0" brushRef="#br0" timeOffset="2">1035 721 1084 0 0,'16'-25'5473'0'0,"-1"2"-1172"0"0,21-26 1 0 0,-29 41-3867 0 0,0 1-1 0 0,1 0 1 0 0,0 0 0 0 0,0 1 0 0 0,0 0 0 0 0,16-9 0 0 0,-11 8-127 0 0,0 1 0 0 0,1 0 0 0 0,-1 1 0 0 0,18-4-1 0 0,-25 8-262 0 0,-1 0 0 0 0,0 0-1 0 0,1 0 1 0 0,-1 1-1 0 0,1 0 1 0 0,-1 0-1 0 0,0 1 1 0 0,1-1-1 0 0,-1 1 1 0 0,0 0-1 0 0,1 1 1 0 0,-1-1-1 0 0,0 1 1 0 0,7 3-1 0 0,-10-3-4 0 0,0-1-1 0 0,1 0 0 0 0,-1 1 1 0 0,0 0-1 0 0,0-1 1 0 0,0 1-1 0 0,0 0 0 0 0,0 0 1 0 0,-1 0-1 0 0,1 0 0 0 0,-1 1 1 0 0,1-1-1 0 0,-1 0 1 0 0,0 1-1 0 0,0-1 0 0 0,1 3 1 0 0,-1 0 72 0 0,0 0 0 0 0,0-1-1 0 0,0 1 1 0 0,-1 0 0 0 0,1 0 0 0 0,-2 0 0 0 0,1-1 0 0 0,-1 8 0 0 0,-2 1 244 0 0,0-1 0 0 0,-1 1 1 0 0,0-1-1 0 0,-1 1 0 0 0,-10 18 1 0 0,-76 114 2683 0 0,73-119-2653 0 0,16-22-328 0 0,-10 17 346 0 0,12-21-394 0 0,0 1 0 0 0,0-1 0 0 0,0 1 0 0 0,0 0 0 0 0,0-1 0 0 0,-1 1-1 0 0,1-1 1 0 0,0 1 0 0 0,0 0 0 0 0,1-1 0 0 0,-1 1 0 0 0,0 0 0 0 0,0-1 0 0 0,0 1 0 0 0,0-1 0 0 0,0 1-1 0 0,1-1 1 0 0,-1 1 0 0 0,0 0 0 0 0,0-1 0 0 0,1 1 0 0 0,-1-1 0 0 0,1 1 0 0 0,-1-1 0 0 0,0 1 0 0 0,1-1-1 0 0,-1 1 1 0 0,1-1 0 0 0,0 1-4 0 0,0-1 0 0 0,0 1 0 0 0,0-1 0 0 0,0 1-1 0 0,0-1 1 0 0,0 0 0 0 0,0 0 0 0 0,0 0 0 0 0,0 0-1 0 0,0 1 1 0 0,0-1 0 0 0,0 0 0 0 0,0-1 0 0 0,0 1-1 0 0,0 0 1 0 0,0 0 0 0 0,2-1 0 0 0,0 1 14 0 0,56-7-1480 0 0,0-2 0 0 0,111-33 1 0 0,-114 26-136 0 0,60-15-2668 0 0,-37 8-2331 0 0,-8 0-2755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6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141 485 3548 0 0,'-33'6'4980'0'0,"-33"6"5088"0"0,29-5-7487 0 0,33-6-2125 0 0,21-4-1413 0 0,1 0 0 0 0,-1 2-1 0 0,21 0 1 0 0,16-1-3290 0 0,-21-1-259 0 0,1-1-2141 0 0</inkml:trace>
  <inkml:trace contextRef="#ctx0" brushRef="#br0" timeOffset="1">1074 500 3736 0 0,'23'16'17060'0'0,"34"-16"-16903"0"0,-13-2-2936 0 0,2-1-5002 0 0,-18 1-208 0 0</inkml:trace>
  <inkml:trace contextRef="#ctx0" brushRef="#br0" timeOffset="2">3385 173 408 0 0,'-5'-15'4911'0'0,"-9"-27"4407"0"0,12 35-8731 0 0,0 0 1 0 0,0 1-1 0 0,-1 0 0 0 0,0 0 0 0 0,-1 0 0 0 0,1 0 0 0 0,-1 0 1 0 0,-6-7-1 0 0,6 9-408 0 0,0 0 1 0 0,-1 0-1 0 0,1 0 1 0 0,-1 0-1 0 0,0 0 1 0 0,-1 1-1 0 0,1 0 1 0 0,-7-3 0 0 0,1 3-148 0 0,0-1 1 0 0,0 1 0 0 0,0 1-1 0 0,-1 0 1 0 0,1 1 0 0 0,0 0 0 0 0,-1 1-1 0 0,1 0 1 0 0,-19 3 0 0 0,8 0-26 0 0,1 1 1 0 0,0 2 0 0 0,0 0 0 0 0,0 1-1 0 0,0 1 1 0 0,1 1 0 0 0,1 1 0 0 0,0 0-1 0 0,0 2 1 0 0,1 0 0 0 0,0 1-1 0 0,1 1 1 0 0,0 0 0 0 0,-20 26 0 0 0,32-35-14 0 0,0 1 0 0 0,1 0 0 0 0,0 1 0 0 0,0-1 0 0 0,1 1 0 0 0,-1-1 0 0 0,2 1 1 0 0,-1 0-1 0 0,-2 11 0 0 0,5-15 2 0 0,-1 0 0 0 0,1-1 0 0 0,0 1 1 0 0,0 0-1 0 0,0 0 0 0 0,0-1 0 0 0,0 1 1 0 0,1 0-1 0 0,-1 0 0 0 0,1-1 0 0 0,0 1 0 0 0,0 0 1 0 0,0-1-1 0 0,0 1 0 0 0,0-1 0 0 0,1 1 0 0 0,-1-1 1 0 0,1 0-1 0 0,0 1 0 0 0,-1-1 0 0 0,1 0 1 0 0,0 0-1 0 0,0 0 0 0 0,0-1 0 0 0,1 1 0 0 0,-1 0 1 0 0,0-1-1 0 0,4 2 0 0 0,2 1-48 0 0,0 0 0 0 0,0-1 0 0 0,1 0 0 0 0,-1-1 0 0 0,1 1 0 0 0,-1-2 0 0 0,1 1 0 0 0,0-1 0 0 0,0-1 0 0 0,-1 0 0 0 0,1 0 0 0 0,0 0-1 0 0,0-1 1 0 0,0-1 0 0 0,-1 1 0 0 0,1-2 0 0 0,-1 1 0 0 0,1-1 0 0 0,14-7 0 0 0,-7 0 150 0 0,-1-1-1 0 0,-1-1 0 0 0,0 0 0 0 0,0-1 1 0 0,-2 0-1 0 0,1-1 0 0 0,-2-1 0 0 0,0 1 1 0 0,10-19-1 0 0,-8 13 696 0 0,13-17 79 0 0,-25 36-824 0 0,1 17 36 0 0,-4 17-12 0 0,-2-1-1 0 0,-2 0 1 0 0,-13 46-1 0 0,0-2 28 0 0,12-41-227 0 0,-18 100-1776 0 0,23-117-763 0 0,1 1 1 0 0,3 34 0 0 0,2-34-1997 0 0,0-3-2165 0 0</inkml:trace>
  <inkml:trace contextRef="#ctx0" brushRef="#br0" timeOffset="3">3544 513 1416 0 0,'37'-54'16704'0'0,"-33"49"-15286"0"0,6-7 1378 0 0,-5 13-2042 0 0,-3 10-599 0 0,0 7 91 0 0,2 12 6 0 0,-2 0-1 0 0,-1 0 0 0 0,-4 41 0 0 0,-2-19-62 0 0,4-35-144 0 0,0 0 0 0 0,-1-1 0 0 0,-7 25-1 0 0,7-14-78 0 0,1-16 17 0 0,1-9 8 0 0,1-4-393 0 0,13-34 317 0 0,2 1 0 0 0,1 0 0 0 0,34-49 0 0 0,-38 65 117 0 0,1 1 0 0 0,1 0 0 0 0,1 1-1 0 0,0 0 1 0 0,1 2 0 0 0,0 0 0 0 0,28-18 0 0 0,-42 31-26 0 0,1 0 0 0 0,-1 1 0 0 0,0-1-1 0 0,1 0 1 0 0,-1 1 0 0 0,1 0 0 0 0,0 0 0 0 0,-1 0 0 0 0,1 0 0 0 0,0 1 0 0 0,0 0 0 0 0,-1-1-1 0 0,1 1 1 0 0,0 1 0 0 0,0-1 0 0 0,0 0 0 0 0,-1 1 0 0 0,1 0 0 0 0,0 0 0 0 0,-1 0 0 0 0,1 0-1 0 0,-1 1 1 0 0,1-1 0 0 0,3 3 0 0 0,-3-1 42 0 0,1 0-1 0 0,-1 1 0 0 0,0-1 1 0 0,0 1-1 0 0,-1 0 1 0 0,1 0-1 0 0,-1 0 1 0 0,0 0-1 0 0,0 0 1 0 0,0 1-1 0 0,-1 0 1 0 0,0-1-1 0 0,1 1 0 0 0,-2 0 1 0 0,1 0-1 0 0,0 0 1 0 0,0 6-1 0 0,0 11 64 0 0,-1 0 0 0 0,-1 1 1 0 0,-1-1-1 0 0,-1 0 0 0 0,-1 0 0 0 0,-9 34 0 0 0,8-38-487 0 0,2 20-4314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7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130 146 1580 0 0,'0'-3'4097'0'0,"-1"-7"-2006"0"0,-1-1-1 0 0,1 1 1 0 0,-5-14-1 0 0,5 20-1258 0 0,-3-7 1946 0 0,1 0 0 0 0,-11-18 1 0 0,11 24-1339 0 0,-4-7 1282 0 0,7 11-2511 0 0,0 0 1 0 0,-1 1 0 0 0,1-1-1 0 0,0 0 1 0 0,-1 0 0 0 0,1 0-1 0 0,-1 0 1 0 0,1 0 0 0 0,-1 1 0 0 0,1-1-1 0 0,-1 0 1 0 0,1 0 0 0 0,-1 1-1 0 0,0-1 1 0 0,1 1 0 0 0,-1-1-1 0 0,0 0 1 0 0,0 1 0 0 0,-1-1 0 0 0,0 3-197 0 0,0 0 0 0 0,0 0 0 0 0,0 0 0 0 0,0 0 0 0 0,1 1 0 0 0,-1-1 0 0 0,0 1 0 0 0,1-1 1 0 0,0 1-1 0 0,0 0 0 0 0,0-1 0 0 0,-1 4 0 0 0,-12 44 25 0 0,10-34-44 0 0,-7 31-1688 0 0,-10 89 0 0 0,17-75-3516 0 0,4 2-4039 0 0,2-28-2344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8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75 120 0 0,'9'-8'14463'0'0,"-8"6"-14272"0"0,-1 0 1 0 0,1-1-1 0 0,-1 1 0 0 0,0 0 1 0 0,1 0-1 0 0,-1 0 1 0 0,0-1-1 0 0,-1 1 1 0 0,1 0-1 0 0,0 0 1 0 0,-1 0-1 0 0,1-1 1 0 0,-1 1-1 0 0,1 0 1 0 0,-1 0-1 0 0,0 0 0 0 0,0 0 1 0 0,0 0-1 0 0,0 0 1 0 0,0 0-1 0 0,-1 0 1 0 0,1 1-1 0 0,-1-1 1 0 0,1 0-1 0 0,-1 1 1 0 0,-2-3-1 0 0,1 2-181 0 0,-1 1 1 0 0,1 0-1 0 0,0-1 1 0 0,0 1-1 0 0,-1 0 1 0 0,1 1-1 0 0,-1-1 1 0 0,1 1-1 0 0,-1-1 1 0 0,1 1-1 0 0,-1 0 1 0 0,1 0-1 0 0,-1 1 0 0 0,1-1 1 0 0,-1 1-1 0 0,-5 1 1 0 0,-2 2-13 0 0,1-1 0 0 0,0 2 0 0 0,0-1 0 0 0,1 1 0 0 0,-1 1 0 0 0,1 0 1 0 0,-14 12-1 0 0,-54 55-13 0 0,67-63 13 0 0,-23 25-32 0 0,-47 64-1 0 0,70-86 24 0 0,2 0-1 0 0,-1 1 1 0 0,2 0 0 0 0,0 0-1 0 0,1 1 1 0 0,0 0 0 0 0,1 0-1 0 0,1 1 1 0 0,-3 15 0 0 0,7-28 11 0 0,-1 0 0 0 0,1 0 0 0 0,0 0 0 0 0,0 1 0 0 0,0-1 0 0 0,0 0 0 0 0,0 0 0 0 0,1 0 0 0 0,0 0 0 0 0,-1 0 0 0 0,1 0 0 0 0,0 0 0 0 0,1 0 1 0 0,-1 0-1 0 0,0 0 0 0 0,1-1 0 0 0,-1 1 0 0 0,1 0 0 0 0,0-1 0 0 0,0 1 0 0 0,0-1 0 0 0,0 0 0 0 0,1 0 0 0 0,-1 0 0 0 0,1 0 0 0 0,-1 0 0 0 0,1 0 0 0 0,-1 0 0 0 0,1-1 0 0 0,0 0 0 0 0,0 1 0 0 0,0-1 0 0 0,0 0 1 0 0,0 0-1 0 0,0-1 0 0 0,0 1 0 0 0,4 0 0 0 0,5 0 1 0 0,-1 0 0 0 0,0-1 0 0 0,0 0 0 0 0,0-1 0 0 0,0 0 1 0 0,0-1-1 0 0,0 0 0 0 0,0 0 0 0 0,14-6 0 0 0,-11 2 5 0 0,-1 0-1 0 0,-1-1 1 0 0,1 0-1 0 0,-1-1 1 0 0,-1-1-1 0 0,1 0 1 0 0,-1 0-1 0 0,-1-1 1 0 0,10-11-1 0 0,-3 0 325 0 0,-1 0 0 0 0,-1-1-1 0 0,24-47 1 0 0,-35 62-151 0 0,0-2 7 0 0,1 0 1 0 0,0 1 0 0 0,1 0-1 0 0,10-12 1 0 0,-15 18-165 0 0,4 9-4 0 0,-5-7-18 0 0,1 0 0 0 0,-1 1 0 0 0,1-1 0 0 0,-1 0 0 0 0,0 0 0 0 0,1 1 0 0 0,-1-1 0 0 0,0 0 0 0 0,1 1 0 0 0,-1-1 0 0 0,0 0 0 0 0,0 1 0 0 0,1-1 0 0 0,-1 0 0 0 0,0 1 0 0 0,0-1 0 0 0,0 1 0 0 0,1-1 0 0 0,-1 1 0 0 0,0-1 0 0 0,0 0 0 0 0,0 1 0 0 0,0-1 0 0 0,0 1 0 0 0,0-1 0 0 0,0 1 0 0 0,0-1 0 0 0,0 1 0 0 0,0 0 0 0 0,-2 116 30 0 0,0 14-3217 0 0,4-46-6329 0 0,0-65 2338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39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113 183 392 0 0,'5'-34'11899'0'0,"-3"27"-9835"0"0,2-8 1069 0 0,-4 14-3090 0 0,1 0 0 0 0,0 0 0 0 0,0 1 0 0 0,0-1 0 0 0,0 0 0 0 0,0 0 0 0 0,0 1 0 0 0,0-1 0 0 0,1 1 0 0 0,-1-1 0 0 0,0 1 0 0 0,0-1 0 0 0,0 1 0 0 0,1-1 0 0 0,-1 1 0 0 0,0 0 0 0 0,0 0 0 0 0,1 0 0 0 0,-1 0 0 0 0,0 0 0 0 0,0 0 0 0 0,1 0 0 0 0,-1 0 0 0 0,0 0 0 0 0,0 1 0 0 0,1-1-1 0 0,-1 0 1 0 0,0 1 0 0 0,0-1 0 0 0,0 1 0 0 0,0-1 0 0 0,0 1 0 0 0,0 0 0 0 0,1-1 0 0 0,-1 1 0 0 0,-1 0 0 0 0,1 0 0 0 0,0 0 0 0 0,1 1 0 0 0,0 1-9 0 0,0-1 0 0 0,0 1 0 0 0,0 0 0 0 0,0 0 0 0 0,-1 0 0 0 0,1 0 0 0 0,-1 0 0 0 0,0 0 0 0 0,0 0 0 0 0,0 0 0 0 0,0 1 0 0 0,-1-1 0 0 0,1 0 0 0 0,-1 1 0 0 0,0 6-1 0 0,-1 0 113 0 0,-1 0 0 0 0,0 0-1 0 0,-1-1 1 0 0,0 1-1 0 0,0 0 1 0 0,-1-1 0 0 0,-8 14-1 0 0,-41 61 713 0 0,39-65-686 0 0,-72 91 506 0 0,86-110-675 0 0,0 1 0 0 0,-1-1 0 0 0,1 0 0 0 0,0 1-1 0 0,-1-1 1 0 0,1 0 0 0 0,0 1 0 0 0,-1-1-1 0 0,1 1 1 0 0,0-1 0 0 0,0 1 0 0 0,0-1 0 0 0,-1 1-1 0 0,1-1 1 0 0,0 1 0 0 0,0-1 0 0 0,0 1 0 0 0,0-1-1 0 0,0 1 1 0 0,0-1 0 0 0,0 1 0 0 0,0-1 0 0 0,0 1-1 0 0,0-1 1 0 0,0 1 0 0 0,0-1 0 0 0,0 1-1 0 0,0-1 1 0 0,1 1 0 0 0,-1-1 0 0 0,0 0 0 0 0,0 1-1 0 0,1-1 1 0 0,-1 1 0 0 0,0-1 0 0 0,0 1 0 0 0,1-1-1 0 0,-1 0 1 0 0,1 1 0 0 0,-1-1 0 0 0,0 0-1 0 0,1 1 1 0 0,-1-1 0 0 0,1 0 0 0 0,-1 0 0 0 0,0 1-1 0 0,1-1 1 0 0,-1 0 0 0 0,1 0 0 0 0,-1 0 0 0 0,1 0-1 0 0,-1 1 1 0 0,1-1 0 0 0,27 2-76 0 0,-26-2 50 0 0,17-1-737 0 0,0-1 1 0 0,-1-1-1 0 0,31-9 1 0 0,-10 3-947 0 0,50-13-5974 0 0,-41 5-170 0 0</inkml:trace>
  <inkml:trace contextRef="#ctx0" brushRef="#br0" timeOffset="1">914 22 1288 0 0,'-3'-2'3610'0'0,"-3"-1"-2114"0"0,-29-14 13509 0 0,32 18-14401 0 0,-11 2-54 0 0,13-3-537 0 0,1 0 0 0 0,0 0 0 0 0,0 0 0 0 0,0 0 0 0 0,-1 0 0 0 0,1 0 0 0 0,0 0 1 0 0,0 0-1 0 0,0 0 0 0 0,-1 0 0 0 0,1 0 0 0 0,0 0 0 0 0,0 0 0 0 0,0 0 0 0 0,-1 1 0 0 0,1-1 1 0 0,0 0-1 0 0,0 0 0 0 0,0 0 0 0 0,0 0 0 0 0,0 0 0 0 0,-1 1 0 0 0,1-1 0 0 0,0 0 0 0 0,0 0 0 0 0,0 0 1 0 0,0 1-1 0 0,0-1 0 0 0,0 0 0 0 0,0 0 0 0 0,0 0 0 0 0,0 1 0 0 0,0-1 0 0 0,0 0 0 0 0,-17 54 450 0 0,3 1-1 0 0,3 0 1 0 0,2 0-1 0 0,-3 77 1 0 0,11-100-2309 0 0,5 57 1 0 0,-1-64-3324 0 0,8 29-1 0 0,-5-30-3720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41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362 253 408 0 0,'3'-11'1655'0'0,"-1"0"0"0"0,1 0-1 0 0,-2-1 1 0 0,1 1 0 0 0,-1-14 0 0 0,-1 14-990 0 0,-1-1 1 0 0,0 0-1 0 0,-1 0 1 0 0,0 1 0 0 0,0-1-1 0 0,-1 1 1 0 0,-1-1-1 0 0,-6-14 1 0 0,8 23-600 0 0,0-1 0 0 0,0 1 1 0 0,0 0-1 0 0,-1-1 0 0 0,1 1 0 0 0,-1 0 0 0 0,1 0 1 0 0,-1 1-1 0 0,0-1 0 0 0,0 0 0 0 0,0 1 1 0 0,-1 0-1 0 0,1 0 0 0 0,-1 0 0 0 0,1 0 0 0 0,-1 0 1 0 0,0 1-1 0 0,1 0 0 0 0,-1 0 0 0 0,-5-1 1 0 0,8 1-61 0 0,-1 1 0 0 0,0 0 0 0 0,1 0 0 0 0,-1 0 0 0 0,0 0 0 0 0,1 0 0 0 0,-1 0 0 0 0,0 0 0 0 0,1 0 0 0 0,-1 1 0 0 0,0-1 1 0 0,1 1-1 0 0,-1-1 0 0 0,0 1 0 0 0,-1 0 0 0 0,-2 2 9 0 0,-3 0-5 0 0,1 0 1 0 0,-1 0 0 0 0,1 1 0 0 0,0 0 0 0 0,0 1-1 0 0,0 0 1 0 0,0 0 0 0 0,-10 10 0 0 0,-2 5 14 0 0,-20 27 0 0 0,30-35-16 0 0,-11 13-4 0 0,2 1 0 0 0,-18 31 0 0 0,31-48 2 0 0,1 0 0 0 0,-1 1 0 0 0,2-1 0 0 0,-1 1 0 0 0,2 0 0 0 0,-1-1 0 0 0,1 1 0 0 0,1 1 0 0 0,-1-1 0 0 0,2 18 0 0 0,0-26-4 0 0,0 0-1 0 0,0 1 1 0 0,1-1 0 0 0,-1 0 0 0 0,1 0 0 0 0,-1 1 0 0 0,1-1 0 0 0,0 0 0 0 0,0 0-1 0 0,0 0 1 0 0,0 0 0 0 0,1 0 0 0 0,-1 0 0 0 0,0 0 0 0 0,1 0 0 0 0,-1-1 0 0 0,1 1 0 0 0,0 0-1 0 0,2 1 1 0 0,1 0-32 0 0,0 0 0 0 0,0-1-1 0 0,0 0 1 0 0,0 0-1 0 0,0 0 1 0 0,8 1 0 0 0,-11-2 11 0 0,0-1 0 0 0,0 0 1 0 0,0 1-1 0 0,0-1 0 0 0,0 0 1 0 0,0 0-1 0 0,0 0 1 0 0,0 0-1 0 0,0-1 0 0 0,0 1 1 0 0,0-1-1 0 0,3 0 0 0 0,3-1-26 0 0,3 0-2 0 0,0-1 0 0 0,0 0 1 0 0,-1 0-1 0 0,1-1 0 0 0,-1 0 0 0 0,0-1 1 0 0,0 0-1 0 0,0 0 0 0 0,0-1 1 0 0,-1-1-1 0 0,0 0 0 0 0,15-15 1 0 0,-1-3 306 0 0,-2-1 1 0 0,34-55-1 0 0,-33 48 530 0 0,-16 23-400 0 0,6-8-114 0 0,-12 18-271 0 0,0 0 0 0 0,0 0 0 0 0,0-1 0 0 0,1 1-1 0 0,-1 0 1 0 0,0 0 0 0 0,0 0 0 0 0,0 0 0 0 0,1-1 0 0 0,-1 1 0 0 0,0 0 0 0 0,0 0-1 0 0,1 0 1 0 0,-1 0 0 0 0,0 0 0 0 0,1 0 0 0 0,-1 0 0 0 0,0 0 0 0 0,0 0 0 0 0,1-1-1 0 0,-1 1 1 0 0,0 0 0 0 0,0 1 0 0 0,1-1 0 0 0,-1 0 0 0 0,0 0 0 0 0,1 0-1 0 0,-1 0 1 0 0,0 0 0 0 0,0 0 0 0 0,1 0 0 0 0,-1 0 0 0 0,0 0 0 0 0,0 0 0 0 0,1 1-1 0 0,-1-1 1 0 0,0 0 0 0 0,0 0 0 0 0,1 0 0 0 0,-1 1 0 0 0,0-1 0 0 0,0 0 0 0 0,0 0-1 0 0,0 0 1 0 0,1 1 0 0 0,-1-1 0 0 0,0 0 0 0 0,0 0 0 0 0,0 1 0 0 0,0-1-1 0 0,0 1-3 0 0,1 0-1 0 0,-1 0 0 0 0,0 0 1 0 0,0 0-1 0 0,0 0 0 0 0,0 0 1 0 0,0 0-1 0 0,0 0 0 0 0,0 0 1 0 0,0-1-1 0 0,0 1 0 0 0,0 0 1 0 0,-1 0-1 0 0,1 0 0 0 0,0 0 0 0 0,-1 0 1 0 0,0 1-1 0 0,0 1 2 0 0,-29 133-663 0 0,23-90-2385 0 0,3 0-3671 0 0,4-28-90 0 0</inkml:trace>
  <inkml:trace contextRef="#ctx0" brushRef="#br0" timeOffset="1">639 405 3176 0 0,'4'-5'1652'0'0,"1"-1"0"0"0,0 1 1 0 0,0 0-1 0 0,6-5 0 0 0,-7 6-1027 0 0,1 1 0 0 0,0-1 1 0 0,0 1-1 0 0,1 0 0 0 0,6-2 1 0 0,-8 3-550 0 0,-1 1 0 0 0,0 0 0 0 0,1 0 1 0 0,-1 0-1 0 0,1 1 0 0 0,-1-1 0 0 0,1 1 1 0 0,0 0-1 0 0,-1 0 0 0 0,1 0 0 0 0,-1 1 1 0 0,1-1-1 0 0,-1 1 0 0 0,1 0 0 0 0,-1 0 1 0 0,1 0-1 0 0,-1 0 0 0 0,0 0 0 0 0,1 1 0 0 0,-1 0 1 0 0,0-1-1 0 0,4 5 0 0 0,-4-4-50 0 0,0 0 0 0 0,-1 1 0 0 0,1-1 0 0 0,-1 1 0 0 0,0-1 0 0 0,0 1 0 0 0,0 0 0 0 0,0 0 0 0 0,0 0 0 0 0,0 0 0 0 0,-1 1 0 0 0,0-1 0 0 0,1 0 0 0 0,-1 0 0 0 0,0 5 0 0 0,0-2 25 0 0,-1-1 0 0 0,1 1 0 0 0,-1 0 0 0 0,-1 0-1 0 0,1-1 1 0 0,-1 1 0 0 0,0 0 0 0 0,-2 8 0 0 0,-3 3 62 0 0,-1-1 0 0 0,0 0 0 0 0,-1 0 0 0 0,-1-1 0 0 0,-11 16 0 0 0,17-27-95 0 0,-88 119 383 0 0,89-121-408 0 0,3 1-64 0 0,-1-2 15 0 0,0 0-1 0 0,1 0 1 0 0,-1 0-1 0 0,0 0 1 0 0,1 0-1 0 0,-1 0 1 0 0,1 0-1 0 0,-1-1 1 0 0,1 1-1 0 0,0 0 1 0 0,-1 0-1 0 0,1 0 1 0 0,0-1-1 0 0,-1 1 1 0 0,1 0-1 0 0,0-1 1 0 0,0 1-1 0 0,0-1 1 0 0,0 1-1 0 0,-1-1 1 0 0,1 1-1 0 0,0-1 1 0 0,0 1-1 0 0,0-1 1 0 0,0 0-1 0 0,0 0 1 0 0,0 1-1 0 0,0-1 1 0 0,0 0-1 0 0,0 0 1 0 0,0 0-1 0 0,0 0 1 0 0,0 0 0 0 0,1 0-1 0 0,0-1 1 0 0,57-8-3565 0 0,-17-3-2222 0 0,-21 3 909 0 0</inkml:trace>
  <inkml:trace contextRef="#ctx0" brushRef="#br0" timeOffset="2">1050 504 908 0 0,'-4'-9'1565'0'0,"-5"-9"6324"0"0,3 6-2816 0 0,3 4-3532 0 0,3 7-1339 0 0,0 0 1 0 0,-1 0-1 0 0,1 0 1 0 0,0-1 0 0 0,0 1-1 0 0,0 0 1 0 0,0 0 0 0 0,0 0-1 0 0,0 0 1 0 0,0-1-1 0 0,0 1 1 0 0,1 0 0 0 0,-1 0-1 0 0,0 0 1 0 0,1 0-1 0 0,-1 0 1 0 0,0 0 0 0 0,1 0-1 0 0,0 0 1 0 0,0-2 0 0 0,21-8 649 0 0,-20 10-661 0 0,3 2-23 0 0,2 0-114 0 0,-1 0-1 0 0,1 1 1 0 0,0 0 0 0 0,0 0-1 0 0,-1 0 1 0 0,1 1-1 0 0,-1 0 1 0 0,10 7 0 0 0,-11-7-45 0 0,-1 0 0 0 0,0 1-1 0 0,0 0 1 0 0,-1 0 0 0 0,1 0 0 0 0,-1 0 0 0 0,0 1 0 0 0,0-1 0 0 0,0 1 0 0 0,-1 0-1 0 0,1 0 1 0 0,-1 0 0 0 0,0 0 0 0 0,-1 0 0 0 0,1 0 0 0 0,-1 1 0 0 0,0-1 0 0 0,0 0-1 0 0,-1 1 1 0 0,1-1 0 0 0,-1 1 0 0 0,-1-1 0 0 0,1 0 0 0 0,-1 1 0 0 0,-1 6 0 0 0,-2 3 20 0 0,0 0 0 0 0,0 0 0 0 0,-2 0 0 0 0,0 0 0 0 0,-1-1 1 0 0,0 0-1 0 0,-14 20 0 0 0,-54 78 56 0 0,74-111-84 0 0,1-1 0 0 0,-1 1 0 0 0,1 0 0 0 0,0-1 0 0 0,-1 1 0 0 0,1 0 0 0 0,-1-1 0 0 0,1 1 0 0 0,0 0-1 0 0,0 0 1 0 0,0-1 0 0 0,-1 1 0 0 0,1 0 0 0 0,0 0 0 0 0,0-1 0 0 0,0 1 0 0 0,0 0 0 0 0,0 0 0 0 0,0 0 0 0 0,0-1 0 0 0,1 2 0 0 0,-1-1-2 0 0,1-1 1 0 0,-1 1 0 0 0,0-1 0 0 0,1 0 0 0 0,-1 1-1 0 0,1-1 1 0 0,-1 1 0 0 0,1-1 0 0 0,-1 0-1 0 0,1 0 1 0 0,0 1 0 0 0,-1-1 0 0 0,1 0 0 0 0,-1 0-1 0 0,1 1 1 0 0,0-1 0 0 0,-1 0 0 0 0,1 0 0 0 0,-1 0-1 0 0,2 0 1 0 0,34-4-240 0 0,160-50-3522 0 0,87-14-4988 0 0,-262 63 7369 0 0,78-18-5572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42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117 534 3268 0 0,'-28'3'4163'0'0,"-44"4"6248"0"0,68-7-9225 0 0,-8-5-142 0 0,20 1-1274 0 0,1 1 0 0 0,0 0 0 0 0,1 0 0 0 0,11-2 0 0 0,44-3-4257 0 0,-21 2-822 0 0,-6 0-1413 0 0</inkml:trace>
  <inkml:trace contextRef="#ctx0" brushRef="#br0" timeOffset="1">1050 475 1156 0 0,'-24'8'19728'0'0,"88"-16"-22459"0"0,-3 0-5414 0 0,-30 4 541 0 0</inkml:trace>
  <inkml:trace contextRef="#ctx0" brushRef="#br0" timeOffset="2">2631 189 936 0 0,'-16'-27'6349'0'0,"-20"-33"1995"0"0,28 48-7000 0 0,-1 0 1 0 0,-16-17 0 0 0,20 24-1239 0 0,0 1 1 0 0,0-1-1 0 0,-1 1 0 0 0,1 0 1 0 0,-1 1-1 0 0,1-1 0 0 0,-1 1 0 0 0,0 0 1 0 0,-1 0-1 0 0,1 1 0 0 0,0 0 1 0 0,-1 0-1 0 0,1 1 0 0 0,-1-1 0 0 0,0 1 1 0 0,1 1-1 0 0,-1-1 0 0 0,-8 1 1 0 0,0 2-77 0 0,0 0 0 0 0,0 1 1 0 0,1 0-1 0 0,-1 2 0 0 0,1-1 1 0 0,0 2-1 0 0,0 0 0 0 0,1 0 1 0 0,-1 1-1 0 0,-21 16 0 0 0,16-9-27 0 0,1 1 1 0 0,0 1-1 0 0,1 1 0 0 0,1 0 0 0 0,0 1 0 0 0,-13 22 0 0 0,25-35-1 0 0,1 0-1 0 0,0 1 0 0 0,0-1 1 0 0,0 1-1 0 0,1-1 1 0 0,0 1-1 0 0,0 0 1 0 0,0 0-1 0 0,1 0 1 0 0,0 0-1 0 0,0 0 1 0 0,0 0-1 0 0,1 1 1 0 0,0-1-1 0 0,1 6 1 0 0,-1-8-3 0 0,1 0 0 0 0,0 1 0 0 0,1-2-1 0 0,-1 1 1 0 0,1 0 0 0 0,0 0 0 0 0,0 0 0 0 0,0-1 0 0 0,0 1 0 0 0,0-1 0 0 0,1 0 0 0 0,0 1 0 0 0,0-1 0 0 0,0 0-1 0 0,0-1 1 0 0,0 1 0 0 0,0 0 0 0 0,1-1 0 0 0,-1 0 0 0 0,1 0 0 0 0,0 0 0 0 0,6 2 0 0 0,3 2-44 0 0,1-1 1 0 0,0 0 0 0 0,0-2 0 0 0,0 1-1 0 0,0-2 1 0 0,0 0 0 0 0,1 0 0 0 0,-1-1-1 0 0,1-1 1 0 0,-1-1 0 0 0,1 0 0 0 0,-1-1-1 0 0,0 0 1 0 0,1-1 0 0 0,-1-1-1 0 0,0 0 1 0 0,-1-1 0 0 0,1 0 0 0 0,-1-1-1 0 0,0-1 1 0 0,-1 0 0 0 0,17-12 0 0 0,-10 2 164 0 0,0-1 0 0 0,22-27 0 0 0,5-5 1388 0 0,-15 21-445 0 0,-30 27-1005 0 0,0 2-52 0 0,-1-1 0 0 0,0 1-1 0 0,1 0 1 0 0,-1-1 0 0 0,0 1 0 0 0,1 0 0 0 0,-1 0-1 0 0,1 0 1 0 0,-1-1 0 0 0,0 1 0 0 0,1 0-1 0 0,-1 0 1 0 0,1 0 0 0 0,-1 0 0 0 0,0 0-1 0 0,1 0 1 0 0,-1 0 0 0 0,1 0 0 0 0,-1 0-1 0 0,0 0 1 0 0,1 0 0 0 0,-1 0 0 0 0,1 0-1 0 0,-1 0 1 0 0,1 0 0 0 0,-1 1 0 0 0,1-1 0 0 0,1 12 17 0 0,-1 1 0 0 0,-1 0 0 0 0,0-1 0 0 0,0 1 0 0 0,-1-1 0 0 0,-5 21 0 0 0,1 9 6 0 0,2-9-1453 0 0,2 61 0 0 0,7-53-2556 0 0,4-1-3309 0 0</inkml:trace>
  <inkml:trace contextRef="#ctx0" brushRef="#br0" timeOffset="3">2928 480 2892 0 0,'12'-22'5066'0'0,"-6"12"-2763"0"0,0 0 0 0 0,11-14 0 0 0,-14 20-1986 0 0,0 1-1 0 0,0 0 1 0 0,0 0 0 0 0,1 1-1 0 0,-1-1 1 0 0,1 1 0 0 0,-1-1-1 0 0,1 1 1 0 0,0 0 0 0 0,7-2-1 0 0,-4 2-122 0 0,0 0-1 0 0,0 0 1 0 0,0 1-1 0 0,0 0 1 0 0,0 1-1 0 0,1-1 1 0 0,-1 1-1 0 0,0 1 1 0 0,0-1-1 0 0,0 1 1 0 0,0 0-1 0 0,0 1 1 0 0,0 0-1 0 0,11 4 1 0 0,-15-5-148 0 0,0 1 0 0 0,0 0 1 0 0,0-1-1 0 0,0 1 0 0 0,0 0 1 0 0,-1 1-1 0 0,1-1 1 0 0,-1 0-1 0 0,1 1 0 0 0,-1-1 1 0 0,0 1-1 0 0,0 0 0 0 0,0 0 1 0 0,0-1-1 0 0,0 1 1 0 0,-1 1-1 0 0,1-1 0 0 0,-1 0 1 0 0,0 0-1 0 0,0 1 0 0 0,0-1 1 0 0,0 0-1 0 0,-1 1 1 0 0,1-1-1 0 0,-1 1 0 0 0,0-1 1 0 0,0 0-1 0 0,0 1 0 0 0,-1-1 1 0 0,-1 7-1 0 0,0-2 48 0 0,0 1 0 0 0,-1-1 0 0 0,0 0 0 0 0,-1 0 0 0 0,0 0 1 0 0,0 0-1 0 0,-1-1 0 0 0,0 1 0 0 0,0-1 0 0 0,-10 9 0 0 0,-8 8 200 0 0,-38 29 0 0 0,26-23-69 0 0,-77 56 446 0 0,110-84-544 0 0,6 1-77 0 0,-4-3-49 0 0,1 1 0 0 0,-1-1-1 0 0,0 0 1 0 0,0 0 0 0 0,0 1-1 0 0,1-1 1 0 0,-1 0 0 0 0,0 0 0 0 0,0 0-1 0 0,1 1 1 0 0,-1-1 0 0 0,0 0-1 0 0,1 0 1 0 0,-1 0 0 0 0,0 0-1 0 0,1 1 1 0 0,-1-1 0 0 0,0 0-1 0 0,0 0 1 0 0,1 0 0 0 0,-1 0-1 0 0,0 0 1 0 0,1 0 0 0 0,-1 0-1 0 0,0 0 1 0 0,1 0 0 0 0,-1 0 0 0 0,0 0-1 0 0,1 0 1 0 0,-1 0 0 0 0,0 0-1 0 0,1-1 1 0 0,-1 1 0 0 0,1 0-1 0 0,142-38-2532 0 0,-34 7-1266 0 0,79-17-6787 0 0,-140 34 4494 0 0</inkml:trace>
  <inkml:trace contextRef="#ctx0" brushRef="#br0" timeOffset="4">3733 407 3032 0 0,'-1'-3'2465'0'0,"-24"-44"9724"0"0,20 42-10454 0 0,5 4-1661 0 0,0 1-1 0 0,0-1 1 0 0,0 1 0 0 0,-1-1 0 0 0,1 1 0 0 0,0-1 0 0 0,-1 1 0 0 0,1-1-1 0 0,0 1 1 0 0,-1 0 0 0 0,1-1 0 0 0,-1 1 0 0 0,1-1 0 0 0,-1 1 0 0 0,1 0-1 0 0,0 0 1 0 0,-1-1 0 0 0,0 1 0 0 0,1 0 0 0 0,-1 0 0 0 0,1-1 0 0 0,-1 1-1 0 0,0 0 1 0 0,0 50 467 0 0,-3 0 1 0 0,-1 0-1 0 0,-3-1 0 0 0,-2 0 0 0 0,-2 0 0 0 0,-25 66 1 0 0,7-36 560 0 0,29-76-277 0 0,2-7-795 0 0,0 0-1 0 0,0 0 0 0 0,0 1 1 0 0,1-1-1 0 0,-1 1 0 0 0,1-1 1 0 0,0 1-1 0 0,0-1 1 0 0,0 1-1 0 0,4-4 0 0 0,4-9 21 0 0,7-12 11 0 0,1 0 0 0 0,1 2-1 0 0,2 0 1 0 0,45-44 0 0 0,-26 34-110 0 0,1 1 0 0 0,59-35 0 0 0,-93 65 20 0 0,0 1 1 0 0,1 0 0 0 0,0 0-1 0 0,0 0 1 0 0,11-2 0 0 0,-17 5 25 0 0,-1 1-1 0 0,1-1 1 0 0,0 1 0 0 0,-1 0 0 0 0,1-1 0 0 0,0 1 0 0 0,-1 0 0 0 0,1 0 0 0 0,0 0 0 0 0,-1 0 0 0 0,1 0 0 0 0,0 1 0 0 0,-1-1-1 0 0,1 0 1 0 0,0 1 0 0 0,-1-1 0 0 0,1 1 0 0 0,-1 0 0 0 0,1-1 0 0 0,-1 1 0 0 0,1 0 0 0 0,-1 0 0 0 0,0 0 0 0 0,1 0 0 0 0,-1 0-1 0 0,0 0 1 0 0,0 1 0 0 0,1-1 0 0 0,-1 0 0 0 0,0 1 0 0 0,-1-1 0 0 0,1 0 0 0 0,1 4 0 0 0,3 10-124 0 0,-1 0-1 0 0,-1 1 1 0 0,0-1 0 0 0,-1 1 0 0 0,-1 0-1 0 0,-1 0 1 0 0,0 0 0 0 0,-3 16 0 0 0,2 34-1930 0 0,5 42-2631 0 0,-1-35-3132 0 0,0-26-1230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43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58 139 596 0 0,'4'-13'2124'0'0,"4"-13"4447"0"0,3-28 1 0 0,-8 20-3519 0 0,-3 32-2525 0 0,1-4-275 0 0,-1 6-250 0 0,0 0 0 0 0,0 0 1 0 0,0 0-1 0 0,0 0 0 0 0,0-1 0 0 0,0 1 0 0 0,0 0 0 0 0,0 0 0 0 0,0 0 0 0 0,0 0 0 0 0,0 0 1 0 0,0 0-1 0 0,0 0 0 0 0,0 0 0 0 0,0 0 0 0 0,0 0 0 0 0,0 0 0 0 0,0-1 0 0 0,0 1 0 0 0,0 0 1 0 0,0 0-1 0 0,0 0 0 0 0,0 0 0 0 0,0 0 0 0 0,0 0 0 0 0,0 0 0 0 0,0 0 0 0 0,0 0 1 0 0,0 0-1 0 0,0-1 0 0 0,0 1 0 0 0,0 0 0 0 0,0 0 0 0 0,0 0 0 0 0,0 0 0 0 0,0 0 0 0 0,0 0 1 0 0,0 0-1 0 0,0 0 0 0 0,0 0 0 0 0,-1 0 0 0 0,1 0 0 0 0,0 0 0 0 0,0 0 0 0 0,0 0 0 0 0,0 0 1 0 0,0 0-1 0 0,0 0 0 0 0,0-1 0 0 0,0 1 0 0 0,0 0 0 0 0,0 0 0 0 0,0 0 0 0 0,-1 0 0 0 0,1 0 1 0 0,0 0-1 0 0,0 0 0 0 0,0 0 0 0 0,0 0 0 0 0,0 0 0 0 0,0 0 0 0 0,0 1 0 0 0,0-1 0 0 0,0 0 1 0 0,0 0-1 0 0,-1 0 0 0 0,-5 7-438 0 0,1 0 0 0 0,0 1 0 0 0,0-1 0 0 0,0 1 0 0 0,-5 14 0 0 0,-17 48-4801 0 0,26-67 5011 0 0,-8 24-3632 0 0,0-1-1717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55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1 148 0 0,'5'13'7273'0'0,"-2"-4"-5424"0"0,2 27 8259 0 0,-5-35-10145 0 0,1-1-1 0 0,0 1 1 0 0,-1-1 0 0 0,1 1 0 0 0,0-1 0 0 0,-1 1 0 0 0,1-1-1 0 0,0 1 1 0 0,0-1 0 0 0,0 1 0 0 0,-1-1 0 0 0,1 0 0 0 0,0 0-1 0 0,0 1 1 0 0,0-1 0 0 0,0 0 0 0 0,-1 0 0 0 0,1 0 0 0 0,0 0-1 0 0,1 0 1 0 0,19 1-963 0 0,-20 0 1043 0 0,119 13-9658 0 0,-88-11 3994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55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48 196 0 0,'4'0'3160'0'0,"8"1"-1345"0"0,28-1 8980 0 0,-29-1-8609 0 0,-8 0-1534 0 0,35-12 644 0 0,11-3-4834 0 0,19 3-4395 0 0,-39 9 1708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56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47 120 0 0,'30'-18'17456'0'0,"-17"6"-15467"0"0,12 3-5836 0 0,-5 5 1438 0 0,-5 0-1808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58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482 142 1636 0 0,'-1'-3'2124'0'0,"-25"-35"4466"0"0,13 20-4291 0 0,-22-22 1 0 0,30 36-2173 0 0,1 0 0 0 0,-1 0 0 0 0,0 0-1 0 0,0 1 1 0 0,-1-1 0 0 0,1 1 0 0 0,-1 0 0 0 0,1 1-1 0 0,-1 0 1 0 0,0 0 0 0 0,0 0 0 0 0,0 0-1 0 0,0 1 1 0 0,0 0 0 0 0,-1 0 0 0 0,1 1 0 0 0,0 0-1 0 0,0 0 1 0 0,-1 0 0 0 0,1 1 0 0 0,0 0-1 0 0,-11 3 1 0 0,5-1-103 0 0,0 1 0 0 0,1 1 0 0 0,0 0 0 0 0,0 1 0 0 0,0 0 0 0 0,1 0 0 0 0,0 1 0 0 0,0 1 0 0 0,1 0 0 0 0,-16 16 0 0 0,11-7-19 0 0,0 0 1 0 0,1 0-1 0 0,1 1 1 0 0,1 1-1 0 0,0 0 0 0 0,2 1 1 0 0,0 0-1 0 0,1 0 0 0 0,1 1 1 0 0,1 0-1 0 0,1 0 1 0 0,0 0-1 0 0,2 1 0 0 0,1 0 1 0 0,0 25-1 0 0,2-42 2 0 0,0 0 0 0 0,1-1 0 0 0,0 1 0 0 0,0-1 0 0 0,0 1 0 0 0,0-1 0 0 0,0 1 0 0 0,1-1 0 0 0,0 0 0 0 0,0 0 0 0 0,0 0 0 0 0,1 0 0 0 0,-1 0 0 0 0,1 0 0 0 0,0-1 0 0 0,0 1 0 0 0,0-1 0 0 0,0 0 0 0 0,1 0 0 0 0,0 0 0 0 0,-1 0 0 0 0,1-1 0 0 0,0 1 0 0 0,0-1 0 0 0,0 0 0 0 0,7 2-1 0 0,-4-2 1 0 0,0 0 0 0 0,0 0 0 0 0,0-1 0 0 0,0 0 0 0 0,1-1 0 0 0,-1 1 0 0 0,0-1 0 0 0,0-1 0 0 0,1 1 0 0 0,-1-1 0 0 0,0-1 0 0 0,0 1 0 0 0,0-1 0 0 0,0-1 0 0 0,0 1 0 0 0,7-4 0 0 0,-2-1-6 0 0,1-1 1 0 0,-1 0 0 0 0,-1-1-1 0 0,0 0 1 0 0,0-1-1 0 0,-1 0 1 0 0,0 0-1 0 0,0-1 1 0 0,8-14 0 0 0,-1-1 195 0 0,-1 0 0 0 0,-1-2 0 0 0,13-33 0 0 0,-2 2 694 0 0,-25 57-815 0 0,1 4-49 0 0,-2-2-26 0 0,1 0 0 0 0,-1 0 1 0 0,1 1-1 0 0,-1-1 0 0 0,0 0 1 0 0,1 1-1 0 0,-1-1 0 0 0,1 0 1 0 0,-1 1-1 0 0,0-1 0 0 0,0 1 1 0 0,1-1-1 0 0,-1 0 0 0 0,0 1 1 0 0,0-1-1 0 0,1 1 0 0 0,-1-1 1 0 0,0 1-1 0 0,0-1 1 0 0,0 1-1 0 0,0-1 0 0 0,0 1 1 0 0,0 0-1 0 0,-18 222-338 0 0,16-147-3115 0 0,4-1-4696 0 0,0-55 2137 0 0</inkml:trace>
  <inkml:trace contextRef="#ctx0" brushRef="#br0" timeOffset="1">637 563 2028 0 0,'0'-4'2857'0'0,"0"-3"-1084"0"0,-3-35 4991 0 0,3 31-3754 0 0,3 22-1452 0 0,-3 6-1429 0 0,0 0-1 0 0,-1 0 1 0 0,0 0 0 0 0,-8 33 0 0 0,7-39-83 0 0,-55 230 582 0 0,51-218-399 0 0,10-37-76 0 0,13-41-105 0 0,-5 25-68 0 0,2-1-1 0 0,19-30 1 0 0,-23 45-3 0 0,0 1 0 0 0,1 0 1 0 0,0 1-1 0 0,1 0 0 0 0,21-17 0 0 0,-27 26 7 0 0,0 1 0 0 0,1 0-1 0 0,-1 0 1 0 0,1 0-1 0 0,14-5 1 0 0,-18 8 12 0 0,0 1 1 0 0,0-1-1 0 0,-1 1 1 0 0,1 0-1 0 0,0 0 1 0 0,0 0 0 0 0,0 0-1 0 0,-1 1 1 0 0,1-1-1 0 0,0 1 1 0 0,0-1-1 0 0,-1 1 1 0 0,1 0-1 0 0,-1 0 1 0 0,1 0-1 0 0,0 1 1 0 0,-1-1 0 0 0,0 0-1 0 0,5 4 1 0 0,-2-1 0 0 0,1 1 1 0 0,-1 0 0 0 0,1 0-1 0 0,-1 1 1 0 0,8 11-1 0 0,-3-1 19 0 0,-1-1 1 0 0,-1 1-1 0 0,-1 1 0 0 0,0 0 0 0 0,-1 0 0 0 0,0 0 0 0 0,-2 0 0 0 0,0 1 0 0 0,-1 0 0 0 0,0 0 0 0 0,-2 0 0 0 0,0 0 0 0 0,-1 0 0 0 0,-5 35 0 0 0,4-48 7 0 0,-5 15 43 0 0,4-17-57 0 0,-1-1 2 0 0,2 0 7 0 0,1-2-16 0 0,-1 0 0 0 0,1 0 0 0 0,-1 0-1 0 0,1-1 1 0 0,0 1 0 0 0,0 0 0 0 0,-1 0-1 0 0,1 0 1 0 0,0-1 0 0 0,-1 1-1 0 0,1 0 1 0 0,0 0 0 0 0,0-1 0 0 0,-1 1-1 0 0,1 0 1 0 0,0-1 0 0 0,0 1 0 0 0,0 0-1 0 0,0-1 1 0 0,-1 1 0 0 0,1 0 0 0 0,0-1-1 0 0,0 1 1 0 0,0 0 0 0 0,0-1-1 0 0,0 1 1 0 0,0 0 0 0 0,0-1 0 0 0,0 1-1 0 0,0-1 1 0 0,0 1 0 0 0,0 0 0 0 0,0-1-1 0 0,0 1 1 0 0,2-15 2 0 0,-2 15 0 0 0,4-20-13 0 0,2 0-1 0 0,0 0 0 0 0,1 1 1 0 0,0 0-1 0 0,2 0 0 0 0,0 1 1 0 0,20-28-1 0 0,-11 22-9 0 0,0 0 0 0 0,2 1-1 0 0,1 1 1 0 0,35-29 0 0 0,-52 47 14 0 0,-2 3 3 0 0,-1-1-1 0 0,1 1 1 0 0,-1 0-1 0 0,1 0 0 0 0,-1 0 1 0 0,1 0-1 0 0,-1 0 1 0 0,1 1-1 0 0,0-1 1 0 0,-1 0-1 0 0,1 1 0 0 0,3-1 1 0 0,12-1-3 0 0,3 6 6 0 0,-17-2-2 0 0,0 1 0 0 0,0-1 0 0 0,0 1 0 0 0,0-1-1 0 0,-1 1 1 0 0,1 0 0 0 0,-1 0 0 0 0,1 0-1 0 0,-1 1 1 0 0,0-1 0 0 0,0 0 0 0 0,-1 1-1 0 0,1-1 1 0 0,-1 1 0 0 0,0 0 0 0 0,0-1-1 0 0,1 8 1 0 0,2 10-66 0 0,2 43 0 0 0,-4-40-25 0 0,1 44-1991 0 0,1 6-6747 0 0,-2-56 2815 0 0</inkml:trace>
  <inkml:trace contextRef="#ctx0" brushRef="#br0" timeOffset="2">1472 712 364 0 0,'17'-75'13157'0'0,"-9"47"-10389"0"0,-7 25-1951 0 0,0 4-756 0 0,1-1-1 0 0,-1 1 1 0 0,1-1-1 0 0,-1 1 1 0 0,0 0-1 0 0,1 0 1 0 0,-1 0-1 0 0,0-1 1 0 0,1 1-1 0 0,-1 0 1 0 0,0 0-1 0 0,0 1 1 0 0,0-1-1 0 0,0 0 1 0 0,0 0-1 0 0,0 1 1 0 0,0-1-1 0 0,0 0 1 0 0,-1 1-1 0 0,1-1 1 0 0,0 0-1 0 0,0 4 1 0 0,11 33 595 0 0,-8-12-345 0 0,0 0 1 0 0,-2 0 0 0 0,-1 49-1 0 0,-17 76 387 0 0,14-126-98 0 0,2-26-586 0 0,1 1 0 0 0,-1 0 0 0 0,0 0 0 0 0,1 0 0 0 0,-1 0 1 0 0,0 0-1 0 0,0 0 0 0 0,1 0 0 0 0,-1 0 0 0 0,0-1 0 0 0,0 1 0 0 0,1 0 0 0 0,-1 0 0 0 0,0 0 0 0 0,0 0 1 0 0,1-1-1 0 0,-1 1 0 0 0,0 0 0 0 0,0 0 0 0 0,0-1 0 0 0,0 1 0 0 0,1 0 0 0 0,-1 0 0 0 0,0-1 1 0 0,0 1-1 0 0,0 0 0 0 0,0 0 0 0 0,0-1 0 0 0,0 1 0 0 0,0 0 0 0 0,0-1 0 0 0,0 1 0 0 0,0-1 0 0 0,19-47 324 0 0,-16 41-408 0 0,11-29 83 0 0,2 2-1 0 0,2-1 1 0 0,1 2 0 0 0,1 0 0 0 0,47-56-1 0 0,-60 83-10 0 0,-1-1 0 0 0,0 1 0 0 0,1 0 0 0 0,10-6 0 0 0,-15 11-1 0 0,0 0-1 0 0,-1 0 1 0 0,1 1-1 0 0,0-1 0 0 0,0 1 1 0 0,0 0-1 0 0,0-1 0 0 0,0 1 1 0 0,0 0-1 0 0,0 0 0 0 0,0 0 1 0 0,-1 0-1 0 0,1 0 1 0 0,0 1-1 0 0,0-1 0 0 0,0 0 1 0 0,0 1-1 0 0,0 0 0 0 0,-1-1 1 0 0,1 1-1 0 0,0 0 1 0 0,2 2-1 0 0,0-1-2 0 0,0 1 0 0 0,0 0 0 0 0,0 0 1 0 0,0 0-1 0 0,-1 0 0 0 0,0 1 0 0 0,1-1 0 0 0,3 6 0 0 0,-1 2 7 0 0,0 1-1 0 0,-1-1 0 0 0,0 1 0 0 0,0 0 1 0 0,4 20-1 0 0,10 65 53 0 0,-17-83-52 0 0,15 133-1470 0 0,-11-133-530 0 0,-4-12 1507 0 0,16-3-6768 0 0,-9 0 5224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22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11 848 0 0,'0'0'2384'0'0,"-13"-7"-256"0"0,1 3-2364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59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61 524 0 0,'9'-12'7824'0'0,"-5"-4"-2682"0"0,1-3 367 0 0,-6 6-4728 0 0,-5 32-2305 0 0,-1 3-2104 0 0,-2 0-1 0 0,-21 38 1 0 0,16-33-1339 0 0</inkml:trace>
  <inkml:trace contextRef="#ctx0" brushRef="#br0" timeOffset="1">0 726 1036 0 0,'6'21'4402'0'0,"4"30"13527"0"0,-8-33-15267 0 0,-1 1-5791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00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50 1908 0 0,'28'-50'27149'0'0,"-36"97"-47217"0"0</inkml:trace>
  <inkml:trace contextRef="#ctx0" brushRef="#br0" timeOffset="1">13 534 1348 0 0,'-2'54'17766'0'0,"1"-49"-17153"0"0,0 3 2907 0 0,-2 17 5837 0 0,1-12-9194 0 0,-1-4-253 0 0,2-7-666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01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22 608 0 0,'0'-21'19686'0'0,"-18"60"-29013"0"0,16-35 7780 0 0,-4 15-5469 0 0</inkml:trace>
  <inkml:trace contextRef="#ctx0" brushRef="#br0" timeOffset="1">17 925 2992 0 0,'-3'13'9198'0'0,"3"-13"-9154"0"0,-11 32 9730 0 0,8-28-10801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02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9 304 0 0,'4'-8'12152'0'0,"-26"124"-10961"0"0,-4 28-740 0 0,-24 245-112 0 0,50-387-338 0 0,-3 33 25 0 0,-14 57 1 0 0,13-52-12 0 0,-4 17 55 0 0,6-39 1923 0 0,1-6 1387 0 0,0-27-1552 0 0,2-8-1744 0 0,0 1 1 0 0,1 0-1 0 0,1-1 0 0 0,10-35 0 0 0,-9 46-87 0 0,0 1-1 0 0,0-1 0 0 0,1 1 1 0 0,1 0-1 0 0,0 0 0 0 0,0 1 1 0 0,1 0-1 0 0,1 0 0 0 0,0 0 1 0 0,11-10-1 0 0,-10 12-13 0 0,0 0 0 0 0,1 0 0 0 0,0 1 1 0 0,0 1-1 0 0,0 0 0 0 0,1 0 0 0 0,0 1 0 0 0,0 0 0 0 0,0 1 1 0 0,1 0-1 0 0,0 1 0 0 0,-1 0 0 0 0,1 1 0 0 0,24-1 0 0 0,-31 3 12 0 0,1 0 0 0 0,-1 0 0 0 0,0 1 0 0 0,1 0 0 0 0,-1 0 0 0 0,0 0 0 0 0,0 1 0 0 0,0-1 0 0 0,0 1 0 0 0,0 1 0 0 0,0-1 0 0 0,-1 1 0 0 0,1-1 0 0 0,-1 1 0 0 0,7 6 0 0 0,-6-4 0 0 0,0 0-1 0 0,-1 0 1 0 0,0 1-1 0 0,0 0 1 0 0,0 0 0 0 0,-1 0-1 0 0,0 0 1 0 0,0 0-1 0 0,0 1 1 0 0,2 11-1 0 0,-1-2 0 0 0,-2 0 0 0 0,0 1 0 0 0,0-1-1 0 0,-2 1 1 0 0,0-1 0 0 0,-1 1 0 0 0,0-1 0 0 0,-2 0 0 0 0,-4 20-1 0 0,1-12 83 0 0,-2-1-1 0 0,0 1 0 0 0,-22 42 1 0 0,27-59 38 0 0,-1-1 1 0 0,-1 1 0 0 0,1-1 0 0 0,-1 1 0 0 0,0-1 0 0 0,0-1 0 0 0,-1 1 0 0 0,0-1-1 0 0,0 0 1 0 0,0 0 0 0 0,-1-1 0 0 0,1 0 0 0 0,-1 0 0 0 0,0 0 0 0 0,0-1 0 0 0,-8 3 0 0 0,6-5-43 0 0,0 0 1 0 0,0 0 0 0 0,0-1-1 0 0,0 0 1 0 0,1-1 0 0 0,-1 0 0 0 0,0 0-1 0 0,0-1 1 0 0,-13-4 0 0 0,-8-6-5 0 0,0-1 0 0 0,1-2-1 0 0,-45-29 1 0 0,12 1-2745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04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56 468 0 0,'-5'-11'8862'0'0,"-5"-23"-1340"0"0,10 33-7478 0 0,0 1 0 0 0,0-1 0 0 0,0 1-1 0 0,0-1 1 0 0,0 0 0 0 0,0 1 0 0 0,0-1 0 0 0,-1 1 0 0 0,1-1-1 0 0,0 1 1 0 0,0-1 0 0 0,-1 1 0 0 0,1-1 0 0 0,0 1-1 0 0,-1-1 1 0 0,1 1 0 0 0,0 0 0 0 0,-1-1 0 0 0,1 1-1 0 0,-1-1 1 0 0,-2 11-31 0 0,0 0 0 0 0,0 0-1 0 0,2 0 1 0 0,-1 0 0 0 0,1 0-1 0 0,0 15 1 0 0,-1 14 29 0 0,-15 162-1174 0 0,14-66-6978 0 0,3-89 1853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05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65 1964 0 0,'25'-62'12539'0'0,"-24"59"-11791"0"0,-4 68 3548 0 0,-19 135-3148 0 0,5-82-793 0 0,10-57-201 0 0,-3-1-1 0 0,-17 60 1 0 0,10-32 1860 0 0,17-85-1304 0 0,-12-33-310 0 0,10 21-379 0 0,1 0 0 0 0,0 0 0 0 0,0 0 0 0 0,1-1 0 0 0,0 1 1 0 0,1 0-1 0 0,0 0 0 0 0,0 0 0 0 0,1-1 0 0 0,0 1 0 0 0,1 1 0 0 0,6-15 0 0 0,-1 6-19 0 0,0 1-1 0 0,1 0 0 0 0,0 1 0 0 0,2 0 1 0 0,15-18-1 0 0,-19 25-19 0 0,1 0-1 0 0,1 0 1 0 0,-1 1-1 0 0,1 0 1 0 0,0 0 0 0 0,1 1-1 0 0,0 1 1 0 0,0-1-1 0 0,15-5 1 0 0,-18 9 2 0 0,1-1 1 0 0,0 1-1 0 0,-1 1 1 0 0,1-1-1 0 0,0 1 0 0 0,0 1 1 0 0,0-1-1 0 0,0 1 1 0 0,0 1-1 0 0,0-1 1 0 0,0 2-1 0 0,0-1 0 0 0,15 5 1 0 0,-13-2-2 0 0,1 0 1 0 0,-1 1-1 0 0,-1 0 0 0 0,1 1 0 0 0,-1 0 1 0 0,1 1-1 0 0,-2 0 0 0 0,1 0 1 0 0,-1 0-1 0 0,0 1 0 0 0,12 17 1 0 0,-16-20 12 0 0,-1 0 1 0 0,1 0-1 0 0,-2 1 1 0 0,1-1-1 0 0,0 1 1 0 0,-1 0-1 0 0,0 0 0 0 0,-1 0 1 0 0,1 0-1 0 0,-1 0 1 0 0,0 0-1 0 0,-1 0 1 0 0,1 0-1 0 0,-1 0 1 0 0,0 0-1 0 0,-1 0 1 0 0,1 1-1 0 0,-1-1 1 0 0,-1 0-1 0 0,1 0 1 0 0,-1-1-1 0 0,-5 12 1 0 0,3-8 30 0 0,0 0 0 0 0,-1-1 1 0 0,-1 0-1 0 0,0 0 0 0 0,0 0 1 0 0,0-1-1 0 0,-1 0 0 0 0,0 0 1 0 0,0 0-1 0 0,0-1 0 0 0,-10 5 1 0 0,5-4 9 0 0,0 0 0 0 0,-1-1 0 0 0,1-1 0 0 0,-1 0 0 0 0,-1 0 0 0 0,-24 4 0 0 0,-5-4 50 0 0,1-2-1 0 0,-1-1 1 0 0,-77-8 0 0 0,54-4-2841 0 0</inkml:trace>
  <inkml:trace contextRef="#ctx0" brushRef="#br0" timeOffset="0.59">667 684 1624 0 0,'-3'-13'12941'0'0,"1"1"-10028"0"0,3 11-2810 0 0,-1 0 0 0 0,1 0 0 0 0,-1 0 0 0 0,0 0 0 0 0,1 0 1 0 0,0 1-1 0 0,-1-1 0 0 0,1 0 0 0 0,-1 0 0 0 0,1 1 0 0 0,0-1 0 0 0,0 0 1 0 0,0 0-1 0 0,6 0-27 0 0,0 0 0 0 0,0 0 0 0 0,0 0 0 0 0,0 1 0 0 0,1 0 0 0 0,-1 1-1 0 0,0-1 1 0 0,0 1 0 0 0,0 1 0 0 0,0-1 0 0 0,-1 1 0 0 0,1 0 0 0 0,0 1 0 0 0,-1 0 0 0 0,1 0 0 0 0,6 4 0 0 0,-8-4-67 0 0,-1 0 0 0 0,0-1 0 0 0,0 1-1 0 0,0 1 1 0 0,0-1 0 0 0,-1 0 0 0 0,0 1 0 0 0,1 0 0 0 0,-1 0-1 0 0,0 0 1 0 0,-1 0 0 0 0,1 0 0 0 0,-1 1 0 0 0,0-1 0 0 0,0 1-1 0 0,0-1 1 0 0,0 1 0 0 0,-1 0 0 0 0,0 0 0 0 0,0 0 0 0 0,0 0-1 0 0,-1 0 1 0 0,0 0 0 0 0,0 6 0 0 0,-2 0 46 0 0,0 1-1 0 0,-1-1 1 0 0,0 0 0 0 0,-1 0 0 0 0,0 0-1 0 0,-1 0 1 0 0,0-1 0 0 0,-1 0 0 0 0,0 0-1 0 0,-11 14 1 0 0,-10 8 193 0 0,-47 45 1 0 0,45-49-93 0 0,-97 89 673 0 0,125-117-824 0 0,1 0 1 0 0,-1 1-1 0 0,1-1 0 0 0,-1 0 0 0 0,1 1 1 0 0,-1-1-1 0 0,1 1 0 0 0,-1-1 1 0 0,1 1-1 0 0,0-1 0 0 0,-1 1 1 0 0,1-1-1 0 0,0 1 0 0 0,0-1 0 0 0,-1 1 1 0 0,1-1-1 0 0,0 1 0 0 0,0-1 1 0 0,0 1-1 0 0,0 0 0 0 0,0-1 0 0 0,0 1 1 0 0,0-1-1 0 0,0 1 0 0 0,0 0 1 0 0,0 0-1 0 0,0 0 0 0 0,1-1 0 0 0,-1 1 0 0 0,1-1 0 0 0,0 1 0 0 0,-1-1 0 0 0,1 1 0 0 0,0-1 0 0 0,0 1 0 0 0,-1-1 0 0 0,1 0 0 0 0,0 1 0 0 0,0-1 0 0 0,0 0 0 0 0,-1 0 0 0 0,1 1 0 0 0,0-1 0 0 0,0 0 0 0 0,0 0 0 0 0,0 0 0 0 0,-1 0-1 0 0,1 0 1 0 0,0 0 0 0 0,0 0 0 0 0,1-1 0 0 0,169-12-268 0 0,124-4-6137 0 0,-184 15-952 0 0,-58 0 986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07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170 333 764 0 0,'16'-75'6235'0'0,"43"-92"2117"0"0,-51 147-7029 0 0,-2 5-158 0 0,10-29 1165 0 0,-16 42-2188 0 0,4-4 9 0 0,-2 3-95 0 0,-2 4 287 0 0,-8 52-145 0 0,-26 80 0 0 0,13-52-131 0 0,-20 90 20 0 0,-24 93 105 0 0,48-194 736 0 0,17-68-700 0 0,-5 7 938 0 0,5-14-1153 0 0,-1 0 0 0 0,1 0 0 0 0,0 0 1 0 0,1 0-1 0 0,-1 1 0 0 0,1-1 0 0 0,1-5 1 0 0,1-7 8 0 0,-2 15-41 0 0,0 0 16 0 0,0 0 1 0 0,0 0-1 0 0,0 0 0 0 0,0 0 0 0 0,-1-1 1 0 0,1 1-1 0 0,-1 0 0 0 0,1 0 0 0 0,-1-1 1 0 0,0-2-1 0 0,2-6-77 0 0,1 5 77 0 0,0 1 1 0 0,0 0-1 0 0,1 1 0 0 0,-1-1 0 0 0,1 1 0 0 0,0-1 0 0 0,0 1 1 0 0,7-5-1 0 0,47-33 8 0 0,-32 23-16 0 0,112-70 12 0 0,-122 79-9 0 0,0 1-16 0 0,1 1 0 0 0,0 1 0 0 0,0 0 0 0 0,0 1 0 0 0,1 1 1 0 0,28-4-1 0 0,-37 9 4 0 0,-2 1 11 0 0,0 0 0 0 0,0 0-1 0 0,0 1 1 0 0,0 0 0 0 0,0 1 0 0 0,-1-1 0 0 0,1 2 0 0 0,-1-1 0 0 0,1 0 0 0 0,-1 1-1 0 0,0 0 1 0 0,-1 1 0 0 0,1-1 0 0 0,-1 1 0 0 0,0 0 0 0 0,0 0 0 0 0,0 1 0 0 0,-1 0-1 0 0,0 0 1 0 0,5 8 0 0 0,-4-2 7 0 0,0 0 1 0 0,-1 0-1 0 0,-1 0 0 0 0,0 1 0 0 0,0-1 1 0 0,-1 1-1 0 0,-1 0 0 0 0,0 23 0 0 0,-1-27 13 0 0,-1-1 0 0 0,0 1-1 0 0,0-1 1 0 0,0 1 0 0 0,-1-1-1 0 0,-1 0 1 0 0,1 0 0 0 0,-1 0-1 0 0,-1 0 1 0 0,1 0-1 0 0,-1 0 1 0 0,-1-1 0 0 0,-7 11-1 0 0,4-9 48 0 0,0 0-1 0 0,-1 0 0 0 0,0-1 0 0 0,-1-1 0 0 0,1 1 1 0 0,-1-1-1 0 0,-1-1 0 0 0,-20 10 0 0 0,12-8 20 0 0,-1-1-1 0 0,-1 0 0 0 0,0-2 1 0 0,1 0-1 0 0,-2-1 0 0 0,1-2 1 0 0,0 0-1 0 0,0-1 0 0 0,-1-1 1 0 0,-34-4-1 0 0,28 0-123 0 0,1-1-1 0 0,0-2 1 0 0,0 0-1 0 0,1-2 1 0 0,-1-1-1 0 0,2-1 1 0 0,0-1 0 0 0,-28-18-1 0 0,52 30-121 0 0,0-1-1 0 0,0 0 1 0 0,0 1-1 0 0,-1-1 1 0 0,1 0 0 0 0,0 0-1 0 0,0 0 1 0 0,0 0-1 0 0,0 0 1 0 0,0 0-1 0 0,1 0 1 0 0,-1-1-1 0 0,0 1 1 0 0,1 0-1 0 0,-1 0 1 0 0,0-1 0 0 0,1 1-1 0 0,-1 0 1 0 0,1-1-1 0 0,0 1 1 0 0,-1 0-1 0 0,1-1 1 0 0,0 1-1 0 0,0-1 1 0 0,0 1-1 0 0,0 0 1 0 0,0-3 0 0 0,1 2-388 0 0,0 0 1 0 0,0 0 0 0 0,0 1 0 0 0,0-1 0 0 0,1 0 0 0 0,-1 0 0 0 0,0 1 0 0 0,1-1 0 0 0,-1 1-1 0 0,1-1 1 0 0,-1 1 0 0 0,1 0 0 0 0,0 0 0 0 0,0 0 0 0 0,-1 0 0 0 0,1 0 0 0 0,4-2 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08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0 360 0 0,'-16'4'12249'0'0,"13"-5"-11581"0"0,-8 0 3626 0 0,10 3-4280 0 0,0-1-1 0 0,0 0 1 0 0,0 1 0 0 0,1-1-1 0 0,-1 1 1 0 0,0-1 0 0 0,1 1-1 0 0,-1-1 1 0 0,1 1 0 0 0,-1 0-1 0 0,1-1 1 0 0,0 1-1 0 0,0-1 1 0 0,-1 1 0 0 0,1 0-1 0 0,1 1 1 0 0,-1-2-9 0 0,-7 47 272 0 0,-1-1 0 0 0,-3-1 0 0 0,-32 90 0 0 0,14-54 1601 0 0,28-80-1503 0 0,-9 7 544 0 0,9-14-889 0 0,0 0 1 0 0,1 0-1 0 0,-1 0 0 0 0,1 1 0 0 0,0-1 1 0 0,1 0-1 0 0,-1 0 0 0 0,1 0 0 0 0,0 0 1 0 0,0 1-1 0 0,0-1 0 0 0,1 0 0 0 0,-1 1 1 0 0,1-1-1 0 0,4-6 0 0 0,4-8-17 0 0,1 0 1 0 0,14-19-1 0 0,-10 18-19 0 0,1 0 0 0 0,1 1 0 0 0,1 0-1 0 0,0 2 1 0 0,1 0 0 0 0,1 1 0 0 0,1 1 0 0 0,35-20 0 0 0,-51 32-7 0 0,1 1 0 0 0,-1 0 1 0 0,1 0-1 0 0,-1 0 0 0 0,1 1 1 0 0,-1-1-1 0 0,1 1 0 0 0,0 1 1 0 0,0-1-1 0 0,0 1 0 0 0,9 1 1 0 0,-10 0 7 0 0,-1-1 0 0 0,0 1 0 0 0,0 1 0 0 0,0-1 0 0 0,0 1 0 0 0,0-1 0 0 0,0 1 0 0 0,-1 0 0 0 0,1 1 0 0 0,-1-1 0 0 0,1 1 0 0 0,-1-1 0 0 0,0 1 0 0 0,0 0 0 0 0,0 0 0 0 0,5 7 0 0 0,-2-1 6 0 0,0 1 0 0 0,-1-1 0 0 0,0 1 0 0 0,0 1 0 0 0,-1-1 0 0 0,0 1 0 0 0,-1 0 0 0 0,0-1 0 0 0,-1 1 0 0 0,1 12 0 0 0,-2-7 11 0 0,0 1 0 0 0,-2-1 0 0 0,1 1 0 0 0,-2-1 0 0 0,0 0 0 0 0,-6 22 0 0 0,2-9 76 0 0,-3 9 168 0 0,9-36-186 0 0,-1-16-34 0 0,0 10-33 0 0,1 1 1 0 0,0-1-1 0 0,0 1 1 0 0,0-1-1 0 0,1 0 1 0 0,0-4-1 0 0,7-21-6 0 0,2 0 0 0 0,0 0-1 0 0,2 1 1 0 0,22-38-1 0 0,-24 48-23 0 0,2 1-1 0 0,0 0 1 0 0,1 0 0 0 0,1 1-1 0 0,0 1 1 0 0,1 0-1 0 0,22-17 1 0 0,-35 31 24 0 0,0-1 1 0 0,0 1 0 0 0,0 0 0 0 0,0-1-1 0 0,0 1 1 0 0,0 0 0 0 0,0 0-1 0 0,0 1 1 0 0,0-1 0 0 0,1 0 0 0 0,-1 1-1 0 0,0-1 1 0 0,0 1 0 0 0,1-1-1 0 0,-1 1 1 0 0,0 0 0 0 0,1 0 0 0 0,-1 0-1 0 0,0 1 1 0 0,1-1 0 0 0,-1 1-1 0 0,0-1 1 0 0,0 1 0 0 0,1-1 0 0 0,-1 1-1 0 0,0 0 1 0 0,0 0 0 0 0,0 0-1 0 0,0 1 1 0 0,0-1 0 0 0,0 0 0 0 0,0 1-1 0 0,-1-1 1 0 0,3 3 0 0 0,3 3-10 0 0,-2 0 0 0 0,1 0 0 0 0,-1 0 0 0 0,0 1 0 0 0,0 0 0 0 0,-1 0 1 0 0,0 0-1 0 0,-1 0 0 0 0,4 12 0 0 0,0 8 201 0 0,6 45 1 0 0,-10-50-1323 0 0,0-1 0 0 0,2 0-1 0 0,12 36 1 0 0,-16-55 345 0 0,6 10-263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09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1168 0 0,'0'0'5073'0'0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26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1134 47 1260 0 0,'0'0'6161'0'0,"-4"19"1682"0"0,5-19-7718 0 0,133-24 8 0 0,-51 12-96 0 0,-34 5-44 0 0,-13-1 33 0 0,-16 3 3 0 0,-8 2 20 0 0,0 1 0 0 0,0 0-1 0 0,0 0 1 0 0,12 1 0 0 0,-21 2-47 0 0,0 0 0 0 0,0 0 0 0 0,-1 1 0 0 0,1-1 0 0 0,-1 0 1 0 0,1 1-1 0 0,-1 0 0 0 0,0 0 0 0 0,1 0 0 0 0,2 3 0 0 0,-3-3 5 0 0,11 21 17 0 0,-7-5 116 0 0,0 0 1 0 0,-2 0-1 0 0,0 0 0 0 0,2 22 1 0 0,1 79 461 0 0,-6-72-434 0 0,-6 250 530 0 0,-22 1 380 0 0,12-147-563 0 0,-22 151 391 0 0,29-236-729 0 0,-98 592 1355 0 0,-14 48-548 0 0,86-491-633 0 0,-61 471 235 0 0,31-13 83 0 0,57-558-612 0 0,-15 257 83 0 0,5 585 683 0 0,19-768-477 0 0,-2-187-318 0 0,2 41 143 0 0,2-3-157 0 0,3 8-286 0 0,-7-45 280 0 0,2 23-56 0 0,-2-24 80 0 0,0 25-34 0 0,0-24 34 0 0,0 37 58 0 0,-2 21 572 0 0,-17 100 1 0 0,11-104-428 0 0,5-33 327 0 0,-9 41 1 0 0,6-45 40 0 0,0-1 0 0 0,-1 1 0 0 0,0-2 1 0 0,-14 24-1 0 0,20-40-282 0 0,0 0-99 0 0,-3 6-32 0 0,-3 1-149 0 0,-4-3-41 0 0,10-4 0 0 0,-1-1 0 0 0,0 0 0 0 0,1-1 0 0 0,-1 1 0 0 0,0 0 0 0 0,0-1 0 0 0,0 1 0 0 0,0-1 0 0 0,0 1 0 0 0,1-1 0 0 0,-1 0 0 0 0,0 0 0 0 0,0 1 0 0 0,0-2 0 0 0,-3 1 0 0 0,-2-1 0 0 0,-37 3 1 0 0,0-2 0 0 0,-60-8 0 0 0,22 1-39 0 0,-236-11-5482 0 0,103 8-6775 0 0,111 6-218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27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1 180 0 0,'-11'8'2728'0'0,"-1"-3"-2456"0"0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4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1064 0 4 0 0,'-1'3'3256'0'0,"-13"52"10752"0"0,14-51-13628 0 0,0 0 1 0 0,0 0-1 0 0,-1 0 0 0 0,0-1 0 0 0,0 1 1 0 0,0 0-1 0 0,-1 3 0 0 0,-2 7-5433 0 0</inkml:trace>
  <inkml:trace contextRef="#ctx0" brushRef="#br0" timeOffset="1">333 529 1508 0 0,'-5'-5'1263'0'0,"1"0"0"0"0,0 0 0 0 0,0-1 0 0 0,1 0 0 0 0,0 1 0 0 0,0-1-1 0 0,-4-11 1 0 0,4 10-588 0 0,1 0-1 0 0,-2 0 1 0 0,1 1-1 0 0,-1-1 1 0 0,0 1 0 0 0,-1-1-1 0 0,-8-9 1 0 0,12 16-664 0 0,0-2 35 0 0,-1 0 1 0 0,0 0 0 0 0,0 0-1 0 0,0 0 1 0 0,0 0-1 0 0,0 1 1 0 0,0-1 0 0 0,0 1-1 0 0,-1-1 1 0 0,1 1-1 0 0,0 0 1 0 0,-1 0 0 0 0,1 0-1 0 0,-1 0 1 0 0,0 0-1 0 0,1 1 1 0 0,-1-1-1 0 0,1 1 1 0 0,-1 0 0 0 0,0 0-1 0 0,1 0 1 0 0,-1 0-1 0 0,0 0 1 0 0,-3 1 0 0 0,-4 3-37 0 0,0 1 0 0 0,0 0 0 0 0,0 1 1 0 0,0 0-1 0 0,1 1 0 0 0,0 0 0 0 0,1 0 1 0 0,-1 1-1 0 0,1 0 0 0 0,1 0 0 0 0,-9 12 1 0 0,4-3-21 0 0,0 0 1 0 0,2 1 0 0 0,0 0 0 0 0,1 1-1 0 0,-11 28 1 0 0,18-40 8 0 0,0 0 0 0 0,1-1-1 0 0,-1 1 1 0 0,1 0 0 0 0,0 0 0 0 0,1 0 0 0 0,0 0-1 0 0,0 0 1 0 0,0 0 0 0 0,1 0 0 0 0,0-1-1 0 0,0 1 1 0 0,1 0 0 0 0,3 7 0 0 0,-4-10-10 0 0,1-1 1 0 0,0 1 0 0 0,0-1-1 0 0,0 0 1 0 0,0 0 0 0 0,1 0-1 0 0,-1 0 1 0 0,1 0 0 0 0,0 0-1 0 0,0-1 1 0 0,0 1 0 0 0,0-1-1 0 0,0 0 1 0 0,1 0 0 0 0,-1 0-1 0 0,0 0 1 0 0,1-1 0 0 0,0 0-1 0 0,-1 1 1 0 0,1-1 0 0 0,0 0-1 0 0,0-1 1 0 0,-1 1 0 0 0,1-1-1 0 0,0 0 1 0 0,6 0 0 0 0,3 0-32 0 0,0-1 1 0 0,-1 0 0 0 0,1-1 0 0 0,0-1 0 0 0,-1 0-1 0 0,1-1 1 0 0,-1 0 0 0 0,0 0 0 0 0,0-2 0 0 0,0 1-1 0 0,-1-2 1 0 0,0 1 0 0 0,0-2 0 0 0,-1 1-1 0 0,14-14 1 0 0,-5 2 307 0 0,-1-1-1 0 0,0-1 1 0 0,-2 0-1 0 0,-1-2 1 0 0,0 0-1 0 0,14-32 0 0 0,-12 23 507 0 0,-16 30-673 0 0,5-11 109 0 0,-5 16-205 0 0,-1 0 1 0 0,1 0-1 0 0,0 0 1 0 0,-1 0 0 0 0,1 0-1 0 0,-1 0 1 0 0,0 0-1 0 0,0 0 1 0 0,0 0-1 0 0,-1 5 1 0 0,-8 39 0 0 0,2-11-12 0 0,4-8-284 0 0,-8 84-1905 0 0,11-39-5708 0 0,4-48 437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46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102 112 652 0 0,'-2'-13'9726'0'0,"-2"-6"-5355"0"0,3 17-3953 0 0,1 18 390 0 0,-15 50-282 0 0,-45 121-1 0 0,41-133-311 0 0,19-52-154 0 0,10-17-48 0 0,21-34-39 0 0,64-92-19 0 0,-82 124 22 0 0,2 0-1 0 0,-1 2 0 0 0,2-1 0 0 0,0 2 1 0 0,32-22-1 0 0,-46 34 20 0 0,0 1 0 0 0,0 0 0 0 0,-1 0 0 0 0,1 0 0 0 0,0 0 0 0 0,0 0 0 0 0,0 0 0 0 0,0 1 0 0 0,1-1 0 0 0,-1 1 0 0 0,0 0 0 0 0,0-1 0 0 0,0 1 0 0 0,0 0 1 0 0,3 0-1 0 0,18 6-15 0 0,-19-2 18 0 0,-2-1-1 0 0,0 0 5 0 0,1 0 1 0 0,-1 0-1 0 0,0 1 1 0 0,0-1-1 0 0,-1 1 1 0 0,1-1-1 0 0,-1 1 0 0 0,1 0 1 0 0,-1-1-1 0 0,0 1 1 0 0,-1 0-1 0 0,2 6 1 0 0,-2-6 9 0 0,1 2 12 0 0,-1-1 1 0 0,0 1-1 0 0,0-1 1 0 0,0 1-1 0 0,0 0 1 0 0,-3 9-1 0 0,-1 12 152 0 0,4-24-115 0 0,0-1 4 0 0,1-2-59 0 0,-1 0-1 0 0,0 0 1 0 0,0 0 0 0 0,0 0-1 0 0,0 0 1 0 0,0 0-1 0 0,0 0 1 0 0,0 0-1 0 0,1 0 1 0 0,-1 0-1 0 0,0 0 1 0 0,0 0 0 0 0,0 0-1 0 0,0 0 1 0 0,0 0-1 0 0,0 0 1 0 0,0 0-1 0 0,1 0 1 0 0,-1 0 0 0 0,0 0-1 0 0,0 0 1 0 0,0 0-1 0 0,0 0 1 0 0,0 0-1 0 0,0 0 1 0 0,0 1-1 0 0,1-1 1 0 0,-1 0 0 0 0,0 0-1 0 0,0 0 1 0 0,0 0-1 0 0,0 0 1 0 0,0 0-1 0 0,0 0 1 0 0,0 0 0 0 0,0 0-1 0 0,0 1 1 0 0,0-1-1 0 0,0 0 1 0 0,0 0-1 0 0,0 0 1 0 0,0 0-1 0 0,10-21 8 0 0,4-10-15 0 0,-1 11 6 0 0,1 0 0 0 0,1 1-1 0 0,19-20 1 0 0,-24 29-2 0 0,1 0 0 0 0,-1 1 0 0 0,2 1 0 0 0,-1 0 0 0 0,1 0 0 0 0,20-9 0 0 0,-30 16-3 0 0,0 1 1 0 0,0-1 0 0 0,0 1-1 0 0,0-1 1 0 0,1 1-1 0 0,-1 0 1 0 0,0-1-1 0 0,0 1 1 0 0,1 1-1 0 0,-1-1 1 0 0,0 0-1 0 0,0 0 1 0 0,1 1-1 0 0,2 1 1 0 0,-3-2 1 0 0,0 1 1 0 0,-1-1-1 0 0,1 1 1 0 0,-1-1 0 0 0,1 1-1 0 0,-1 0 1 0 0,0 0 0 0 0,1 0-1 0 0,-1 0 1 0 0,0 0 0 0 0,0 0-1 0 0,0 0 1 0 0,0 0 0 0 0,0 0-1 0 0,0 1 1 0 0,0-1 0 0 0,0 0 0 0 0,1 3-1 0 0,9 25 32 0 0,-9-22-16 0 0,1 4 19 0 0,0-1-1 0 0,-1 1 1 0 0,-1-1-1 0 0,0 1 1 0 0,0-1 0 0 0,-2 15-1 0 0,-9 67-415 0 0,1-28-2563 0 0,3-23-3555 0 0,6-22 617 0 0</inkml:trace>
  <inkml:trace contextRef="#ctx0" brushRef="#br0" timeOffset="1">1121 325 4028 0 0,'3'-1'3105'0'0,"31"-16"6620"0"0,-28 15-9450 0 0,-3 1 416 0 0,0 5 79 0 0,-3-4-754 0 0,0 0 1 0 0,1 0 0 0 0,-1 0 0 0 0,0 0 0 0 0,1 0 0 0 0,-1 0 0 0 0,0 1 0 0 0,0-1 0 0 0,1 0 0 0 0,-1 0 0 0 0,0 0 0 0 0,0 1 0 0 0,1-1 0 0 0,-1 0 0 0 0,0 0 0 0 0,0 1-1 0 0,0-1 1 0 0,1 0 0 0 0,-1 0 0 0 0,0 1 0 0 0,0-1 0 0 0,0 0 0 0 0,0 1 0 0 0,0-1 0 0 0,1 0 0 0 0,-1 1 0 0 0,0-1 0 0 0,0 0 0 0 0,0 1 0 0 0,0-1 0 0 0,0 0-1 0 0,0 1 1 0 0,0 26 228 0 0,0-1-1 0 0,-2 1 0 0 0,-10 51 1 0 0,3-22-3123 0 0,4-1-4314 0 0,4-33-464 0 0</inkml:trace>
  <inkml:trace contextRef="#ctx0" brushRef="#br0" timeOffset="2">2160 478 1292 0 0,'-3'-1'2943'0'0,"-11"-1"110"0"0,0-1-1 0 0,1-1 1 0 0,0 0 0 0 0,-21-11-1 0 0,31 14-2537 0 0,-22-8-338 0 0,67 8-5535 0 0,-22 2 692 0 0,3-3-3096 0 0</inkml:trace>
  <inkml:trace contextRef="#ctx0" brushRef="#br0" timeOffset="3">3019 414 1628 0 0,'0'0'11345'0'0,"-5"10"-7028"0"0,23-10-6410 0 0,1-2-3839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3:48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483 137 968 0 0,'-2'-13'9051'0'0,"0"-37"-1987"0"0,2 48-6892 0 0,-1-1 0 0 0,0 0 0 0 0,1 1 0 0 0,-1-1 0 0 0,0 1 0 0 0,0-1 0 0 0,0 1 0 0 0,-1-1 0 0 0,1 1 0 0 0,0 0 0 0 0,-1-1 0 0 0,0 1 0 0 0,0 0 0 0 0,-2-3 0 0 0,0 2-94 0 0,1 0 1 0 0,-1 0 0 0 0,1 0-1 0 0,-1 0 1 0 0,0 1 0 0 0,0-1-1 0 0,0 1 1 0 0,-6-2 0 0 0,-1 1-60 0 0,0 1 0 0 0,1 0 0 0 0,-1 1 0 0 0,0 0 0 0 0,0 1 1 0 0,0 0-1 0 0,1 1 0 0 0,-1 0 0 0 0,0 1 0 0 0,0 0 1 0 0,1 0-1 0 0,-1 1 0 0 0,1 1 0 0 0,0 0 0 0 0,-16 8 1 0 0,3 1-28 0 0,0 0 1 0 0,1 1-1 0 0,0 2 1 0 0,1 0 0 0 0,-28 29-1 0 0,49-45 8 0 0,-12 12-9 0 0,1 0 0 0 0,0 0 0 0 0,-12 19 0 0 0,21-27 6 0 0,0 0 1 0 0,0 0-1 0 0,0 0 0 0 0,0 0 1 0 0,1 0-1 0 0,0 0 0 0 0,0 0 1 0 0,-1 5-1 0 0,2-7 2 0 0,0 0 0 0 0,0 0 0 0 0,0 0 0 0 0,0 0 0 0 0,0 0 0 0 0,1 0 0 0 0,-1 0 0 0 0,0 0-1 0 0,1 0 1 0 0,0 0 0 0 0,0 0 0 0 0,-1 0 0 0 0,1 0 0 0 0,0 0 0 0 0,0-1 0 0 0,1 1 0 0 0,1 2 0 0 0,1 0-53 0 0,0-1 0 0 0,0 0 0 0 0,1 0 0 0 0,-1 0 0 0 0,1-1 1 0 0,-1 0-1 0 0,1 1 0 0 0,0-2 0 0 0,0 1 0 0 0,0 0 0 0 0,0-1 0 0 0,0 0 0 0 0,0 0 1 0 0,9 0-1 0 0,5-1-255 0 0,0 1 1 0 0,31-5 0 0 0,-34 1 217 0 0,0 0 0 0 0,-1 0 0 0 0,1-2 1 0 0,-1 0-1 0 0,1 0 0 0 0,-1-2 0 0 0,-1 1 0 0 0,20-14 0 0 0,-11 4 130 0 0,-1-1 1 0 0,0 0-1 0 0,-2-2 0 0 0,20-23 0 0 0,29-35 1885 0 0,-69 76-1913 0 0,1 1 0 0 0,-1-1 1 0 0,0 1-1 0 0,1-1 0 0 0,-1 1 0 0 0,1-1 0 0 0,-1 1 0 0 0,1-1 1 0 0,-1 1-1 0 0,1 0 0 0 0,-1-1 0 0 0,1 1 0 0 0,-1 0 0 0 0,1 0 0 0 0,-1-1 1 0 0,1 1-1 0 0,0 0 0 0 0,-1 0 0 0 0,1 0 0 0 0,1-1 0 0 0,3 9 44 0 0,-3 14-42 0 0,-31 124 426 0 0,5-37-3517 0 0,15-35-6072 0 0,9-60 2918 0 0</inkml:trace>
  <inkml:trace contextRef="#ctx0" brushRef="#br0" timeOffset="1">894 402 848 0 0,'0'-34'17151'0'0,"0"52"-16824"0"0,-2 13-141 0 0,-2 1 1 0 0,-1-2 0 0 0,-1 1-1 0 0,-15 41 1 0 0,-7 36 125 0 0,25-95-253 0 0,0 1 28 0 0,6-14-81 0 0,5-7-46 0 0,9-15-158 0 0,26-38 0 0 0,-28 36 117 0 0,22-26-1 0 0,-6 14-33 0 0,2 0 0 0 0,68-56 1 0 0,-100 91 111 0 0,0 1 1 0 0,-1-1 0 0 0,1 1-1 0 0,0-1 1 0 0,0 1-1 0 0,0-1 1 0 0,0 1 0 0 0,0 0-1 0 0,0 0 1 0 0,0-1-1 0 0,0 1 1 0 0,0 0 0 0 0,0 0-1 0 0,0 0 1 0 0,2 0-1 0 0,-1 0-3 0 0,0 0 5 0 0,-1 0 0 0 0,0 0 0 0 0,0 0-1 0 0,0 0 1 0 0,1 1 0 0 0,-1-1 0 0 0,0 0 0 0 0,0 1 0 0 0,0-1 0 0 0,0 1-1 0 0,1-1 1 0 0,-1 1 0 0 0,0-1 0 0 0,0 1 0 0 0,0 0 0 0 0,0-1 0 0 0,0 1-1 0 0,1 1 1 0 0,13 17 7 0 0,-12-13 0 0 0,-1-1 0 0 0,1 1 1 0 0,-2 0-1 0 0,1 0 0 0 0,0 0 0 0 0,-1 0 0 0 0,0 0 0 0 0,-1 0 1 0 0,1 0-1 0 0,-1 0 0 0 0,-1 9 0 0 0,-2 9 114 0 0,-7 34 0 0 0,7-44-46 0 0,-6 11 208 0 0,8-23-137 0 0,4-11-127 0 0,6-11-20 0 0,1 1 0 0 0,0 0 0 0 0,2 0 0 0 0,0 1 0 0 0,1 1-1 0 0,1 0 1 0 0,0 1 0 0 0,2 1 0 0 0,-1 0 0 0 0,2 1 0 0 0,22-15 0 0 0,-36 27 1 0 0,1 0-1 0 0,-1 0 0 0 0,1 0 1 0 0,-1 0-1 0 0,1 1 1 0 0,0 0-1 0 0,0-1 1 0 0,0 1-1 0 0,0 1 1 0 0,0-1-1 0 0,0 0 0 0 0,0 1 1 0 0,0 0-1 0 0,0 0 1 0 0,0 0-1 0 0,5 2 1 0 0,-6-1 3 0 0,1 0 0 0 0,-1 0 0 0 0,0 0 0 0 0,0 1 0 0 0,-1-1 0 0 0,1 1 0 0 0,0 0 0 0 0,0 0 0 0 0,-1 0 0 0 0,1 0 0 0 0,-1 0 0 0 0,0 0 0 0 0,0 1 0 0 0,0-1 0 0 0,0 1 0 0 0,0 0 0 0 0,0-1-1 0 0,-1 1 1 0 0,1 0 0 0 0,1 4 0 0 0,2 6-168 0 0,-1 0 0 0 0,0 1 0 0 0,0-1 0 0 0,1 17 0 0 0,-3-2-2755 0 0,-3 0-3414 0 0</inkml:trace>
  <inkml:trace contextRef="#ctx0" brushRef="#br0" timeOffset="2">1703 574 2620 0 0,'16'-19'5909'0'0,"7"-7"-566"0"0,-15 19-4683 0 0,0 2 0 0 0,1-1 0 0 0,-1 1 0 0 0,1 0 0 0 0,0 1 0 0 0,0 0 0 0 0,1 0 0 0 0,-1 1 0 0 0,1 1 1 0 0,-1-1-1 0 0,17-1 0 0 0,-23 4-602 0 0,0 0 0 0 0,0 0 0 0 0,-1 0 1 0 0,1 1-1 0 0,0-1 0 0 0,-1 1 0 0 0,1 0 1 0 0,0-1-1 0 0,-1 1 0 0 0,1 0 0 0 0,-1 0 1 0 0,1 1-1 0 0,-1-1 0 0 0,0 0 0 0 0,0 1 1 0 0,1 0-1 0 0,-1-1 0 0 0,0 1 0 0 0,0 0 1 0 0,0 0-1 0 0,2 4 0 0 0,-2-3 76 0 0,0 0-1 0 0,0 0 0 0 0,0 0 1 0 0,0 1-1 0 0,-1-1 1 0 0,0 0-1 0 0,0 1 1 0 0,0-1-1 0 0,0 1 0 0 0,0-1 1 0 0,-1 1-1 0 0,1-1 1 0 0,-1 1-1 0 0,0 6 1 0 0,-2 3 258 0 0,-1 0 1 0 0,0 0 0 0 0,-1-1-1 0 0,-1 1 1 0 0,0-1 0 0 0,-7 14-1 0 0,-46 67 1392 0 0,1 1-751 0 0,56-94-1025 0 0,1 1-1 0 0,-1-1 1 0 0,1 1-1 0 0,0-1 1 0 0,-1 1-1 0 0,1-1 1 0 0,0 1-1 0 0,0-1 1 0 0,-1 1-1 0 0,1 0 1 0 0,0-1-1 0 0,0 1 1 0 0,0 0-1 0 0,0-1 1 0 0,0 1-1 0 0,0-1 1 0 0,0 1-1 0 0,0 0 1 0 0,0-1-1 0 0,0 1 1 0 0,0 0-1 0 0,0-1 1 0 0,0 1-1 0 0,0-1 1 0 0,0 1-1 0 0,1 0 1 0 0,-1-1-1 0 0,0 1 1 0 0,1-1-1 0 0,-1 1 0 0 0,0-1 1 0 0,1 1-1 0 0,-1-1 1 0 0,0 1-1 0 0,1-1 1 0 0,-1 1-1 0 0,1-1 1 0 0,-1 1-1 0 0,1-1 1 0 0,-1 0-1 0 0,1 1 1 0 0,-1-1-1 0 0,1 0 1 0 0,0 0-1 0 0,-1 1 1 0 0,1-1-1 0 0,-1 0 1 0 0,1 0-1 0 0,0 0 1 0 0,0 0-1 0 0,5 1-22 0 0,0-1 1 0 0,0 0-1 0 0,1 0 1 0 0,8-1-1 0 0,-5 0-87 0 0,65-9-2494 0 0,1-3 1 0 0,101-31-1 0 0,-72 16-726 0 0,104-28-5864 0 0,-98 22 1037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26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5 816 0 0,'0'0'2568'0'0,"15"-4"-1124"0"0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2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1 268 0 0,'-136'27'7296'0'0,"134"-27"-7129"0"0,-15 6-655 0 0,8-1-2316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30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1 828 0 0,'-3'1'1310'0'0,"-54"11"4968"0"0,-37 10 1147 0 0,91-21-6555 0 0,-2 0-577 0 0,1 0 0 0 0,-1 1 0 0 0,0-1-1 0 0,1 1 1 0 0,-1 0 0 0 0,-6 3 0 0 0,9-4-224 0 0,5 1-43 0 0,22 3 2 0 0,-1 0-1 0 0,0-2 0 0 0,1-1 0 0 0,30 0 0 0 0,-11-1-11 0 0,1490 57 156 0 0,-1192-52 282 0 0,-340-6-452 0 0,0 0-1 0 0,1 0 1 0 0,-1 0-1 0 0,0-1 1 0 0,1 0 0 0 0,-1 1-1 0 0,0-1 1 0 0,1 0-1 0 0,1-1 1 0 0,12-2-3664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31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31 166 1932 0 0,'-11'10'7806'0'0,"6"-6"-6260"0"0,-10 11 3292 0 0,19-12-3892 0 0,13-4-1036 0 0,133-23 341 0 0,-48 5-187 0 0,517-73-3988 0 0,-417 62-455 0 0,4-2-2207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3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833 340 1584 0 0,'-8'9'3833'0'0,"0"5"-2288"0"0,-1 0 0 0 0,-1-1-1 0 0,-17 20 1 0 0,-40 37 297 0 0,62-65-1670 0 0,-4 2 236 0 0,0 0 0 0 0,-15 9 0 0 0,21-15-285 0 0,0-1-16 0 0,1 0-96 0 0,-1-1 0 0 0,1 1 0 0 0,0-1-1 0 0,0 0 1 0 0,-1 1 0 0 0,1-1 0 0 0,0 0 0 0 0,0 0 0 0 0,0 0 0 0 0,0-1 0 0 0,0 1-1 0 0,0 0 1 0 0,1-1 0 0 0,-1 1 0 0 0,0-1 0 0 0,1 0 0 0 0,-1 1 0 0 0,1-1-1 0 0,0 0 1 0 0,-1 0 0 0 0,1 0 0 0 0,0 0 0 0 0,-1-4 0 0 0,-2-5-3 0 0,1 0 1 0 0,1 0-1 0 0,0 0 1 0 0,0-1-1 0 0,1 1 1 0 0,1-1-1 0 0,1-19 1 0 0,16-83-90 0 0,-17 110 78 0 0,6-24-34 0 0,0-1 1 0 0,2 2-1 0 0,1-1 0 0 0,2 1 1 0 0,0 0-1 0 0,25-41 1 0 0,-35 66 32 0 0,1-1 0 0 0,0 1 0 0 0,0 0 0 0 0,0 0 0 0 0,0-1 0 0 0,0 1 0 0 0,0 0-1 0 0,1 1 1 0 0,-1-1 0 0 0,0 0 0 0 0,1 1 0 0 0,0-1 0 0 0,-1 1 0 0 0,1 0 0 0 0,0 0 0 0 0,2-1 0 0 0,-3 2 4 0 0,0 0 0 0 0,0 0 0 0 0,0 0 0 0 0,0 0 0 0 0,0 0 0 0 0,0 0 0 0 0,0 0 0 0 0,0 1-1 0 0,0-1 1 0 0,0 1 0 0 0,-1-1 0 0 0,1 1 0 0 0,0 0 0 0 0,0 0 0 0 0,0-1 0 0 0,-1 1 0 0 0,1 1 0 0 0,-1-1 0 0 0,1 0 0 0 0,-1 0-1 0 0,1 0 1 0 0,-1 1 0 0 0,0-1 0 0 0,1 1 0 0 0,1 2 0 0 0,5 9 30 0 0,-1 0 1 0 0,0 0-1 0 0,-1 1 0 0 0,0 0 0 0 0,-1 0 1 0 0,-1 0-1 0 0,0 1 0 0 0,-1 0 0 0 0,2 20 1 0 0,-1 18 137 0 0,-3 66-1 0 0,-1-105-159 0 0,-4 87 276 0 0,-30 186-1 0 0,20-217 234 0 0,-4 0 0 0 0,-2-2 0 0 0,-43 97-1 0 0,52-141-187 0 0,-2-1-1 0 0,0-1 0 0 0,-22 28 1 0 0,26-39-94 0 0,0 0-1 0 0,-1 0 1 0 0,0-1 0 0 0,-1 0 0 0 0,0 0-1 0 0,-1-1 1 0 0,-18 10 0 0 0,22-15-172 0 0,0-1 1 0 0,-1 0-1 0 0,1 0 1 0 0,-1-1-1 0 0,1 0 1 0 0,-1-1-1 0 0,1 0 1 0 0,-1 0-1 0 0,0-1 1 0 0,0 0-1 0 0,1 0 1 0 0,-1-1-1 0 0,0 0 1 0 0,1-1-1 0 0,-1 0 1 0 0,1 0-1 0 0,-1-1 1 0 0,1 0-1 0 0,-9-5 1 0 0,-15-8 5 0 0,0-2 1 0 0,2-1-1 0 0,-39-31 1 0 0,32 22-34 0 0,15 12-36 0 0,-68-46-301 0 0,89 62 156 0 0,0-1 1 0 0,0 1 0 0 0,0-1-1 0 0,0 1 1 0 0,0-1 0 0 0,0 1-1 0 0,0 0 1 0 0,0 0 0 0 0,0 0-1 0 0,0-1 1 0 0,-1 1 0 0 0,1 0-1 0 0,0 0 1 0 0,0 0 0 0 0,0 1-1 0 0,0-1 1 0 0,0 0 0 0 0,0 0-1 0 0,0 0 1 0 0,-1 1-1 0 0,1-1 1 0 0,0 1 0 0 0,-2 0-1 0 0,33 19-11333 0 0,-12-17 6088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3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176 134 1244 0 0,'10'-21'4910'0'0,"15"-40"-1"0"0,-14 31-1194 0 0,-6 9 48 0 0,-11 36-2845 0 0,-65 283 2233 0 0,42-161-2688 0 0,22-106-352 0 0,-94 488 597 0 0,98-500-693 0 0,-6 63 34 0 0,8-72-46 0 0,1 1 1 0 0,1-1-1 0 0,-1 0 0 0 0,2 0 0 0 0,3 18 1 0 0,-4-26-51 0 0,0 0 0 0 0,-1 0 0 0 0,1 0 0 0 0,0 0 0 0 0,0 0 0 0 0,0 0 0 0 0,0-1 1 0 0,0 1-1 0 0,0 0 0 0 0,1-1 0 0 0,-1 1 0 0 0,1-1 0 0 0,-1 1 0 0 0,1-1 0 0 0,-1 0 1 0 0,1 0-1 0 0,0 0 0 0 0,-1 0 0 0 0,4 1 0 0 0,-2-1-143 0 0,0 0 1 0 0,0 0-1 0 0,0-1 0 0 0,0 1 0 0 0,0-1 0 0 0,0 0 1 0 0,1 0-1 0 0,-1 0 0 0 0,0 0 0 0 0,0 0 0 0 0,5-2 1 0 0,0 0-454 0 0,0-1 0 0 0,-1 0 0 0 0,1 0 0 0 0,-1 0 1 0 0,1-1-1 0 0,-1 0 0 0 0,0-1 0 0 0,-1 1 0 0 0,9-8 1 0 0,27-34-5894 0 0,-22 20 1143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38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270 138 1408 0 0,'-118'-23'7779'0'0,"-18"-5"-853"0"0,135 28-6880 0 0,1 0 1 0 0,-1 0 0 0 0,0 0-1 0 0,0-1 1 0 0,1 1 0 0 0,-1 0-1 0 0,0 0 1 0 0,0-1 0 0 0,1 1-1 0 0,-1 0 1 0 0,0-1-1 0 0,1 1 1 0 0,-1-1 0 0 0,0 1-1 0 0,1-1 1 0 0,-1 1 0 0 0,1-1-1 0 0,-1 1 1 0 0,1-1 0 0 0,-1 0-1 0 0,1 1 1 0 0,-1-1-1 0 0,1 0 1 0 0,0 0-29 0 0,0 0 0 0 0,0 1 0 0 0,0-1 0 0 0,1 0 0 0 0,-1 1 0 0 0,0-1 0 0 0,0 1-1 0 0,1-1 1 0 0,-1 1 0 0 0,0-1 0 0 0,1 1 0 0 0,-1-1 0 0 0,1 1 0 0 0,-1-1 0 0 0,1 1 0 0 0,-1-1 0 0 0,1 1 0 0 0,-1 0-1 0 0,1-1 1 0 0,0 0 0 0 0,34-14 172 0 0,12 3-758 0 0,-1 2 0 0 0,62-4-1 0 0,95 2-7444 0 0,-143 10 2337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3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268 161 244 0 0,'22'-27'7357'0'0,"1"-15"-1912"0"0,-15 26-3156 0 0,-8 15-1841 0 0,-3-3 61 0 0,3 3-500 0 0,0 1 0 0 0,0 0-1 0 0,0 0 1 0 0,-1-1 0 0 0,1 1 0 0 0,0 0-1 0 0,0-1 1 0 0,0 1 0 0 0,0 0 0 0 0,0 0 0 0 0,0-1-1 0 0,0 1 1 0 0,-1 0 0 0 0,1 0 0 0 0,0 0-1 0 0,0-1 1 0 0,0 1 0 0 0,-1 0 0 0 0,1 0-1 0 0,0 0 1 0 0,0 0 0 0 0,0-1 0 0 0,-1 1 0 0 0,1 0-1 0 0,0 0 1 0 0,0 0 0 0 0,-1 0 0 0 0,1 0-1 0 0,0 0 1 0 0,-1 0 0 0 0,1 0 0 0 0,0 0 0 0 0,0 0-1 0 0,-1 0 1 0 0,1 0 0 0 0,0 0 0 0 0,0 0-1 0 0,-1 0 1 0 0,-13 2 79 0 0,0 2 0 0 0,1 0-1 0 0,-1 0 1 0 0,1 2 0 0 0,0-1-1 0 0,1 2 1 0 0,-20 12 0 0 0,-5 6-43 0 0,-38 34 1 0 0,67-52-45 0 0,-1 0 0 0 0,2 0 0 0 0,-1 1-1 0 0,1 0 1 0 0,1 1 0 0 0,-1-1 0 0 0,-5 11 0 0 0,11-16 0 0 0,0-1-1 0 0,0 1 1 0 0,0 0 0 0 0,0-1 0 0 0,0 1-1 0 0,0 0 1 0 0,1 0 0 0 0,-1-1 0 0 0,1 1-1 0 0,0 0 1 0 0,0 0 0 0 0,0 0-1 0 0,0 0 1 0 0,0-1 0 0 0,1 1 0 0 0,-1 0-1 0 0,1 0 1 0 0,0 0 0 0 0,0-1-1 0 0,0 1 1 0 0,0 0 0 0 0,0-1 0 0 0,0 1-1 0 0,1-1 1 0 0,-1 1 0 0 0,1-1-1 0 0,0 0 1 0 0,0 0 0 0 0,0 0 0 0 0,3 3-1 0 0,14 10-2 0 0,-1-2 0 0 0,2 0 0 0 0,0-2-1 0 0,39 18 1 0 0,28 16-3 0 0,-76-39 13 0 0,-1 1 1 0 0,0 0-1 0 0,-1 1 1 0 0,0 0-1 0 0,15 17 1 0 0,-22-23 46 0 0,0 0 0 0 0,0 1-1 0 0,-1-1 1 0 0,1 1 0 0 0,-1-1 0 0 0,1 1-1 0 0,-1 0 1 0 0,0 0 0 0 0,0-1 0 0 0,0 1 0 0 0,-1 0-1 0 0,1 0 1 0 0,-1 0 0 0 0,1 0 0 0 0,-1 0 0 0 0,0 0-1 0 0,0 0 1 0 0,-1 5 0 0 0,0-3 11 0 0,-1 0-1 0 0,0-1 1 0 0,1 1 0 0 0,-1-1 0 0 0,-1 1 0 0 0,1-1-1 0 0,-1 0 1 0 0,1 1 0 0 0,-1-2 0 0 0,-5 7 0 0 0,-4 1 45 0 0,0 0 1 0 0,0-1-1 0 0,-1-1 1 0 0,0 0 0 0 0,-28 15-1 0 0,33-20-195 0 0,-1 1 0 0 0,1-2 1 0 0,-1 1-1 0 0,0-1 0 0 0,0-1 0 0 0,0 0 0 0 0,0 0 0 0 0,0 0 0 0 0,-1-1 0 0 0,-16-1 0 0 0,25 0-32 0 0,0 0-1 0 0,0 0 0 0 0,0 0 1 0 0,0 0-1 0 0,0 0 0 0 0,0 0 1 0 0,-1-1-1 0 0,1 1 0 0 0,0 0 1 0 0,0-1-1 0 0,0 1 0 0 0,0-1 1 0 0,0 1-1 0 0,-1-2 0 0 0,-1 0-271 0 0,2 1 198 0 0,0 0-1 0 0,0 0 0 0 0,1 0 1 0 0,-1 0-1 0 0,0 0 1 0 0,1 0-1 0 0,-1 0 0 0 0,1 0 1 0 0,-1 0-1 0 0,1 0 1 0 0,-1 0-1 0 0,1 0 1 0 0,0 0-1 0 0,0 0 0 0 0,-1 0 1 0 0,1 0-1 0 0,0-1 1 0 0,0 1-1 0 0,0 0 0 0 0,0 0 1 0 0,0 0-1 0 0,1 0 1 0 0,-1-1-1 0 0,0 1 0 0 0,0 0 1 0 0,1 0-1 0 0,-1 0 1 0 0,1-1-1 0 0,5-14-3518 0 0,6-2-1515 0 0</inkml:trace>
  <inkml:trace contextRef="#ctx0" brushRef="#br0" timeOffset="1">2001 340 16 0 0,'-15'-21'2609'0'0,"0"0"1"0"0,1-1-1 0 0,1-1 1 0 0,1 0-1 0 0,-15-42 1 0 0,24 57-2041 0 0,-1 1 0 0 0,0-1 0 0 0,-10-12 1 0 0,13 18-416 0 0,-12 9 61 0 0,8-5-180 0 0,-3 5 13 0 0,0 0 0 0 0,1 0 0 0 0,-1 1 0 0 0,2 0 0 0 0,-1 0 0 0 0,1 1 0 0 0,-8 13 0 0 0,-1 1 26 0 0,-4 6-26 0 0,1-1 0 0 0,1 2 0 0 0,2 0 0 0 0,1 1 0 0 0,1 1 0 0 0,-9 33 0 0 0,21-58-37 0 0,-1-1-1 0 0,1 1 0 0 0,0 0 1 0 0,1 0-1 0 0,-1 0 0 0 0,2 0 1 0 0,-1 0-1 0 0,1 0 0 0 0,-1 0 1 0 0,2-1-1 0 0,3 14 0 0 0,-3-16-2 0 0,0 0 0 0 0,0 0 0 0 0,0 0-1 0 0,1 0 1 0 0,-1 0 0 0 0,1-1-1 0 0,0 1 1 0 0,0-1 0 0 0,0 0-1 0 0,0 0 1 0 0,1 0 0 0 0,-1 0 0 0 0,1 0-1 0 0,0-1 1 0 0,0 0 0 0 0,0 0-1 0 0,0 0 1 0 0,0 0 0 0 0,5 1-1 0 0,6 1 6 0 0,1 0 0 0 0,-1-2 0 0 0,1 1 0 0 0,-1-2 0 0 0,1 0 0 0 0,0-1 0 0 0,-1-1 0 0 0,1 0-1 0 0,0-1 1 0 0,-1-1 0 0 0,1 0 0 0 0,-1-1 0 0 0,0-1 0 0 0,0 0 0 0 0,21-11 0 0 0,-18 7-5 0 0,-1-1-1 0 0,0-1 1 0 0,-1 0 0 0 0,0-1 0 0 0,-1-1 0 0 0,0 0 0 0 0,-1-1 0 0 0,0-1 0 0 0,-1 0-1 0 0,-1-1 1 0 0,19-31 0 0 0,-19 24 1 0 0,-2 1-1 0 0,0-1 1 0 0,-1 0-1 0 0,-2-1 1 0 0,8-39-1 0 0,-13 53 1 0 0,0 0 0 0 0,-1 0 0 0 0,0-1 0 0 0,-1 1 0 0 0,0 0 0 0 0,-1 0 0 0 0,0 0 0 0 0,0 0 0 0 0,-1 0 0 0 0,-1 0 0 0 0,0 0 0 0 0,0 0 0 0 0,-1 1 0 0 0,0-1 0 0 0,0 1 0 0 0,-9-12-1 0 0,10 16-7 0 0,-2 0 0 0 0,1 0-1 0 0,0 1 1 0 0,-1 0 0 0 0,1 0 0 0 0,-1 0-1 0 0,-1 1 1 0 0,1-1 0 0 0,0 1-1 0 0,-1 0 1 0 0,1 1 0 0 0,-11-4-1 0 0,7 4 1 0 0,-1 0 0 0 0,1 0 0 0 0,0 1 0 0 0,-1 0 0 0 0,1 1 0 0 0,-1 0 0 0 0,-15 2 0 0 0,4 2 0 0 0,0 1 0 0 0,0 0 0 0 0,0 2 0 0 0,1 0 0 0 0,0 2 0 0 0,-28 15 0 0 0,21-8-4 0 0,0 1 1 0 0,-36 30 0 0 0,53-39 1 0 0,2 0 1 0 0,-1 0-1 0 0,1 1 1 0 0,1 0 0 0 0,-1 0-1 0 0,2 1 1 0 0,-1 0-1 0 0,1 0 1 0 0,-8 21-1 0 0,13-28 2 0 0,0-1-1 0 0,0 1 1 0 0,0 0-1 0 0,0 0 1 0 0,0 0-1 0 0,1 0 1 0 0,0 0-1 0 0,-1 0 0 0 0,1 0 1 0 0,0 0-1 0 0,1 0 1 0 0,-1 1-1 0 0,0-1 1 0 0,1 0-1 0 0,0 0 0 0 0,0-1 1 0 0,0 1-1 0 0,0 0 1 0 0,0 0-1 0 0,0 0 1 0 0,1-1-1 0 0,-1 1 1 0 0,1 0-1 0 0,0-1 0 0 0,0 0 1 0 0,0 1-1 0 0,0-1 1 0 0,0 0-1 0 0,1 0 1 0 0,-1 0-1 0 0,0 0 0 0 0,1-1 1 0 0,0 1-1 0 0,-1 0 1 0 0,1-1-1 0 0,0 0 1 0 0,5 2-1 0 0,3 1 0 0 0,0-1-1 0 0,1 0 1 0 0,0-1-1 0 0,0 0 1 0 0,0-1-1 0 0,-1 0 1 0 0,1-1 0 0 0,20-2-1 0 0,0-3-8 0 0,0-1-1 0 0,0-2 1 0 0,0-1 0 0 0,-1-2-1 0 0,38-17 1 0 0,144-87-45 0 0,-88 44 24 0 0,-109 62 13 0 0,0 1 0 0 0,0 0 1 0 0,1 2-1 0 0,0 0 0 0 0,0 0 0 0 0,20-2 0 0 0,-31 7 15 0 0,-1 1-1 0 0,1-1 0 0 0,0 1 1 0 0,0 0-1 0 0,-1 1 0 0 0,1-1 1 0 0,0 1-1 0 0,-1 1 0 0 0,1-1 1 0 0,-1 1-1 0 0,1 0 0 0 0,-1 0 1 0 0,0 0-1 0 0,0 1 0 0 0,0-1 1 0 0,0 2-1 0 0,0-1 0 0 0,-1 0 0 0 0,1 1 1 0 0,-1 0-1 0 0,0 0 0 0 0,0 0 1 0 0,4 5-1 0 0,7 12 4 0 0,-1 1 0 0 0,-1-1 0 0 0,-1 2 0 0 0,-1 0 0 0 0,0 0 0 0 0,-2 1 0 0 0,10 42 0 0 0,-13-39 78 0 0,0 2 0 0 0,-2-1 0 0 0,-2 1-1 0 0,0-1 1 0 0,-2 1 0 0 0,-6 46 0 0 0,5-62 101 0 0,-2 1 0 0 0,0-1 0 0 0,-1 0-1 0 0,-7 17 1 0 0,8-23 19 0 0,0-1-1 0 0,-1 1 0 0 0,0-1 1 0 0,0 0-1 0 0,0 0 1 0 0,-1 0-1 0 0,0-1 1 0 0,0 0-1 0 0,-7 6 1 0 0,11-11-164 0 0,0 1 1 0 0,0-1-1 0 0,0 1 0 0 0,1-1 1 0 0,-1 1-1 0 0,0-1 1 0 0,0 0-1 0 0,0 0 1 0 0,0 1-1 0 0,-1-1 0 0 0,1 0 1 0 0,0 0-1 0 0,0 0 1 0 0,0 0-1 0 0,0 0 0 0 0,0 0 1 0 0,-2-1-1 0 0,2 1 58 0 0,0 0-70 0 0,-1 0 0 0 0,1 0 0 0 0,0 0 0 0 0,0 0 0 0 0,0-1 0 0 0,0 1 0 0 0,0 0 0 0 0,0-1 1 0 0,0 1-1 0 0,0 0 0 0 0,0-1 0 0 0,0 0 0 0 0,0 1 0 0 0,0-1 0 0 0,0 1 0 0 0,0-1 0 0 0,0 0 0 0 0,1 0 0 0 0,-1 1 0 0 0,-1-3 1 0 0,0 1 42 0 0,-2-2-4 0 0,-1 0 0 0 0,1-1 0 0 0,1 1 0 0 0,-1-1 0 0 0,1 0 0 0 0,-1 0 0 0 0,2-1 0 0 0,-1 1 0 0 0,0-1 0 0 0,-1-7 0 0 0,-3-7 90 0 0,-4-31 0 0 0,8 37-157 0 0,1 0-1 0 0,1 0 0 0 0,0 0 0 0 0,1 0 1 0 0,1 0-1 0 0,0 1 0 0 0,1-1 0 0 0,0 0 1 0 0,1 0-1 0 0,1 1 0 0 0,7-19 1 0 0,-8 24-213 0 0,2-1 0 0 0,-1 1 0 0 0,1 0 0 0 0,0 0 0 0 0,0 0 0 0 0,1 1 0 0 0,0 0 0 0 0,1 0 0 0 0,-1 0 1 0 0,1 1-1 0 0,1 0 0 0 0,-1 1 0 0 0,1-1 0 0 0,0 1 0 0 0,0 1 0 0 0,1-1 0 0 0,15-5 0 0 0,-5 5-834 0 0,-1 0-1 0 0,1 2 0 0 0,-1 0 1 0 0,1 1-1 0 0,23 0 1 0 0,51 6-6001 0 0,-48-1 1472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41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477 764 276 0 0,'2'-4'773'0'0,"-1"0"0"0"0,0 0 0 0 0,0 0 0 0 0,-1 0 1 0 0,1 0-1 0 0,-1 0 0 0 0,0 0 0 0 0,0 0 0 0 0,0 0 0 0 0,-1 0 0 0 0,1 0 0 0 0,-1 0 0 0 0,0 0 1 0 0,0 0-1 0 0,-2-4 0 0 0,1 4-394 0 0,0 0 1 0 0,0 0 0 0 0,-1 1-1 0 0,1-1 1 0 0,-1 0 0 0 0,0 1-1 0 0,0 0 1 0 0,0 0 0 0 0,-1 0-1 0 0,1 0 1 0 0,-1 0 0 0 0,-4-2-1 0 0,2 2-251 0 0,-1-1 0 0 0,1 1-1 0 0,-1 1 1 0 0,0-1-1 0 0,0 1 1 0 0,0 0-1 0 0,0 1 1 0 0,-1 0 0 0 0,1 0-1 0 0,0 0 1 0 0,0 1-1 0 0,-1 0 1 0 0,1 0 0 0 0,0 1-1 0 0,-1 0 1 0 0,-8 3-1 0 0,1 1-74 0 0,0 1 0 0 0,0 1-1 0 0,1 1 1 0 0,0 0 0 0 0,0 0-1 0 0,1 2 1 0 0,0 0-1 0 0,1 0 1 0 0,0 1 0 0 0,-20 23-1 0 0,14-10-23 0 0,0 0-1 0 0,1 1 0 0 0,2 0 1 0 0,1 2-1 0 0,-12 28 0 0 0,21-43-19 0 0,0 1 0 0 0,1 0 0 0 0,0 1 0 0 0,1-1 1 0 0,0 1-1 0 0,2-1 0 0 0,-1 1 0 0 0,2 0 0 0 0,0 14 0 0 0,1-22-5 0 0,-1 1 1 0 0,2-1-1 0 0,-1 1 1 0 0,1-1-1 0 0,0 0 0 0 0,0 1 1 0 0,0-1-1 0 0,1 0 1 0 0,0 0-1 0 0,0-1 1 0 0,1 1-1 0 0,0-1 1 0 0,0 1-1 0 0,0-1 1 0 0,0-1-1 0 0,1 1 0 0 0,0 0 1 0 0,0-1-1 0 0,0 0 1 0 0,10 6-1 0 0,-6-5-69 0 0,0 0 0 0 0,1-1 0 0 0,-1 0 0 0 0,1-1 0 0 0,0 0 1 0 0,0 0-1 0 0,0-1 0 0 0,0 0 0 0 0,0-1 0 0 0,0 0 0 0 0,1 0 0 0 0,11-2 0 0 0,-9 0-61 0 0,0-2 0 0 0,0 1-1 0 0,-1-2 1 0 0,1 1 0 0 0,-1-2 0 0 0,0 1 0 0 0,0-2 0 0 0,19-11 0 0 0,-10 2-23 0 0,0 0 0 0 0,-1-1 1 0 0,-1-2-1 0 0,0 0 1 0 0,-2 0-1 0 0,0-2 0 0 0,-1 0 1 0 0,-1-1-1 0 0,15-28 1 0 0,-2-5 32 0 0,-2-2 0 0 0,-3 0 0 0 0,-3-1 0 0 0,16-67 0 0 0,27-245 774 0 0,-55 251 246 0 0,2-11 66 0 0,-11 115-914 0 0,-5 16-15 0 0,-7 21-2 0 0,-10 51 59 0 0,-17 91 0 0 0,26-103-41 0 0,-8 43 26 0 0,5 0 0 0 0,5 1 0 0 0,1 160-1 0 0,12-231-27 0 0,2-1-1 0 0,12 66 0 0 0,-11-86-35 0 0,0 0-1 0 0,0 0 0 0 0,1-1 1 0 0,1 0-1 0 0,0 0 0 0 0,1 0 1 0 0,0-1-1 0 0,1 0 0 0 0,17 20 1 0 0,-21-28-12 0 0,1 1 1 0 0,-1-1 0 0 0,1 0-1 0 0,0-1 1 0 0,0 1 0 0 0,0-1-1 0 0,1 0 1 0 0,-1 0 0 0 0,1-1 0 0 0,-1 0-1 0 0,1 0 1 0 0,0 0 0 0 0,11 2-1 0 0,-9-4-3 0 0,1 1-1 0 0,-1-1 1 0 0,1 0 0 0 0,-1-1-1 0 0,1 0 1 0 0,-1 0-1 0 0,0-1 1 0 0,0 0-1 0 0,9-4 1 0 0,2-2-23 0 0,-1 0 0 0 0,0-2 0 0 0,-1 0 1 0 0,0-1-1 0 0,0 0 0 0 0,-1-2 0 0 0,24-23 0 0 0,-15 9-12 0 0,-1-1 0 0 0,-2 0 0 0 0,0-2 0 0 0,-2 0 1 0 0,16-35-1 0 0,-23 39 99 0 0,-1-2 0 0 0,-1 1 1 0 0,-1-2-1 0 0,-1 1 0 0 0,-2-1 1 0 0,6-48-1 0 0,-12 66-3 0 0,0 0 0 0 0,-1 0-1 0 0,0 0 1 0 0,-1 0 0 0 0,-1 0 0 0 0,0 0 0 0 0,-4-16 0 0 0,6 26-63 0 0,-1 0 1 0 0,1 0-1 0 0,0 0 1 0 0,-1 1-1 0 0,1-1 1 0 0,-1 0-1 0 0,1 0 1 0 0,-1 0-1 0 0,0 1 1 0 0,1-1-1 0 0,-1 0 1 0 0,0 1-1 0 0,0-1 1 0 0,1 1-1 0 0,-1-1 1 0 0,-1 0-1 0 0,0-1 5 0 0,1 2-5 0 0,0-1 0 0 0,0 1-1 0 0,0 0 1 0 0,1-1 0 0 0,-1 1 0 0 0,0 0 0 0 0,0 0 0 0 0,0 0-1 0 0,0 0 1 0 0,0-1 0 0 0,0 1 0 0 0,0 0 0 0 0,0 0 0 0 0,1 1-1 0 0,-1-1 1 0 0,0 0 0 0 0,0 0 0 0 0,0 0 0 0 0,0 1 0 0 0,0-1-1 0 0,0 0 1 0 0,1 1 0 0 0,-2 0 0 0 0,1-1 3 0 0,-3 2-3 0 0,0 0 1 0 0,0 0 0 0 0,0 0 0 0 0,0 1-1 0 0,0 0 1 0 0,0-1 0 0 0,1 1 0 0 0,-1 1-1 0 0,1-1 1 0 0,-6 7 0 0 0,-24 40 6 0 0,30-45-6 0 0,-18 31-7 0 0,2 0 0 0 0,-22 59 0 0 0,33-72 13 0 0,1-1 1 0 0,1 1-1 0 0,1 0 0 0 0,1 1 1 0 0,-1 43-1 0 0,5-59 1 0 0,0 1 0 0 0,1-1 0 0 0,0 1-1 0 0,0-1 1 0 0,1 0 0 0 0,0 1 0 0 0,1-1 0 0 0,0 0-1 0 0,0 0 1 0 0,1-1 0 0 0,-1 1 0 0 0,2-1 0 0 0,-1 1-1 0 0,11 11 1 0 0,-8-11-3 0 0,1-1-1 0 0,0 0 1 0 0,1 0-1 0 0,0 0 1 0 0,0-1-1 0 0,0-1 1 0 0,1 1-1 0 0,-1-2 1 0 0,1 1 0 0 0,1-1-1 0 0,11 3 1 0 0,1-1-6 0 0,1-1 1 0 0,-1-2 0 0 0,1 0-1 0 0,0-1 1 0 0,0-1 0 0 0,0-1 0 0 0,0-2-1 0 0,0 0 1 0 0,-1-1 0 0 0,1-2-1 0 0,-1 0 1 0 0,0-2 0 0 0,0 0-1 0 0,-1-1 1 0 0,0-2 0 0 0,0 0-1 0 0,-1-1 1 0 0,-1-2 0 0 0,1 0 0 0 0,-2-1-1 0 0,0 0 1 0 0,-1-2 0 0 0,17-19-1 0 0,-9 5-15 0 0,-1-2 1 0 0,-2-1-1 0 0,-1-1 0 0 0,33-70 0 0 0,-48 88 16 0 0,0-1 1 0 0,-2 0-1 0 0,0 0 0 0 0,0 0 1 0 0,1-22-1 0 0,-4 27 2 0 0,-2 0 0 0 0,1 1 0 0 0,-2-1-1 0 0,1 0 1 0 0,-2 1 0 0 0,1-1 0 0 0,-2 1 0 0 0,-6-22 0 0 0,6 27-1 0 0,-1 0 1 0 0,1 0-1 0 0,-1 0 1 0 0,0 0-1 0 0,0 1 1 0 0,-1 0-1 0 0,1 0 1 0 0,-1 0 0 0 0,-1 1-1 0 0,1-1 1 0 0,0 1-1 0 0,-1 0 1 0 0,0 1-1 0 0,0-1 1 0 0,0 1-1 0 0,0 0 1 0 0,-1 1 0 0 0,1 0-1 0 0,-9-2 1 0 0,11 2-5 0 0,0 1 0 0 0,0 0-1 0 0,0 1 1 0 0,-1-1 0 0 0,1 1 0 0 0,0 0 0 0 0,0 0 0 0 0,0 0 0 0 0,-1 0 0 0 0,1 1 0 0 0,0 0 0 0 0,0 0 0 0 0,0 0 0 0 0,0 0 0 0 0,0 1 0 0 0,0-1 0 0 0,0 1 0 0 0,1 0 0 0 0,-1 0 0 0 0,0 1 0 0 0,1-1 0 0 0,0 1 0 0 0,-1-1 0 0 0,1 1 0 0 0,0 0 0 0 0,1 0 0 0 0,-1 1 0 0 0,0-1-1 0 0,1 1 1 0 0,0-1 0 0 0,0 1 0 0 0,-2 4 0 0 0,3-5 1 0 0,-1 0 1 0 0,1 0-1 0 0,1 0 0 0 0,-1 1 0 0 0,0-1 0 0 0,1 0 0 0 0,-1 1 0 0 0,1-1 0 0 0,0 0 0 0 0,0 1 1 0 0,1-1-1 0 0,-1 0 0 0 0,1 0 0 0 0,-1 1 0 0 0,3 4 0 0 0,-1-3 1 0 0,0 0 0 0 0,1 0-1 0 0,0 0 1 0 0,0 0 0 0 0,0 0-1 0 0,1 0 1 0 0,-1-1 0 0 0,7 6 0 0 0,2 1 0 0 0,1-1 1 0 0,0 0 0 0 0,1 0 0 0 0,0-2-1 0 0,20 10 1 0 0,-14-10-43 0 0,0 0 0 0 0,0-1 0 0 0,1-1 0 0 0,0-1 0 0 0,0-1 1 0 0,0-1-1 0 0,1-1 0 0 0,-1-1 0 0 0,43-2 0 0 0,-40-1-6 0 0,-1-2 0 0 0,0 0 0 0 0,0-1 0 0 0,0-1 0 0 0,0-2 0 0 0,-1 0 0 0 0,0-1 0 0 0,37-22 0 0 0,-35 16 59 0 0,29-26 0 0 0,-45 34 66 0 0,0 0 0 0 0,-1 0 0 0 0,0-1-1 0 0,0 0 1 0 0,-1 0 0 0 0,10-17 0 0 0,-15 25-71 0 0,-1-1 0 0 0,1 0 0 0 0,-1 0 0 0 0,1 1 0 0 0,-1-1 0 0 0,0 0 0 0 0,1 0 0 0 0,-1 0 0 0 0,0 0 0 0 0,1 0 0 0 0,-1 0 0 0 0,0 0 0 0 0,0 1 0 0 0,0-1 0 0 0,0 0 0 0 0,0 0 0 0 0,0 0 0 0 0,0 0 0 0 0,0 0 0 0 0,0 0 0 0 0,-1-2 0 0 0,0 3-5 0 0,1 0 0 0 0,-1 0 1 0 0,0-1-1 0 0,1 1 1 0 0,-1 0-1 0 0,1 0 1 0 0,-1 0-1 0 0,0 0 1 0 0,1-1-1 0 0,-1 1 1 0 0,0 0-1 0 0,1 0 1 0 0,-1 1-1 0 0,0-1 0 0 0,1 0 1 0 0,-1 0-1 0 0,0 0 1 0 0,1 0-1 0 0,-1 0 1 0 0,1 1-1 0 0,-1-1 1 0 0,0 1-1 0 0,-6 2 6 0 0,0 0-1 0 0,1 0 0 0 0,-12 9 1 0 0,-6 9 21 0 0,2 1 1 0 0,1 1 0 0 0,0 0 0 0 0,2 2-1 0 0,0 0 1 0 0,2 2 0 0 0,1-1 0 0 0,1 2-1 0 0,2 0 1 0 0,1 1 0 0 0,0 0 0 0 0,-6 31-1 0 0,15-48-32 0 0,1-1-1 0 0,0 1 0 0 0,0-1 0 0 0,1 1 1 0 0,1-1-1 0 0,0 1 0 0 0,0 0 0 0 0,1 0 0 0 0,1-1 1 0 0,5 21-1 0 0,-4-24-263 0 0,0 1 0 0 0,1-1 0 0 0,0 0 1 0 0,0 0-1 0 0,1 0 0 0 0,0-1 0 0 0,0 0 0 0 0,1 0 1 0 0,0 0-1 0 0,0-1 0 0 0,1 1 0 0 0,-1-1 0 0 0,1-1 0 0 0,13 8 1 0 0,3 2-3582 0 0,36 14 1 0 0,-9-10-3900 0 0</inkml:trace>
  <inkml:trace contextRef="#ctx0" brushRef="#br0" timeOffset="1">4162 1717 2848 0 0,'0'0'14186'0'0,"7"6"-14006"0"0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42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2288 0 0,'1'-3'1718'0'0,"0"1"-1270"0"0,1-1-1 0 0,-1 1 0 0 0,1-1 0 0 0,-1 1 0 0 0,1 0 0 0 0,0 0 1 0 0,0 0-1 0 0,0 0 0 0 0,3-2 0 0 0,-4 3-394 0 0,0 1-1 0 0,0-1 0 0 0,0 1 1 0 0,0 0-1 0 0,0 0 1 0 0,0 0-1 0 0,0 0 0 0 0,1-1 1 0 0,-1 2-1 0 0,0-1 1 0 0,0 0-1 0 0,0 0 0 0 0,0 0 1 0 0,0 0-1 0 0,0 1 0 0 0,0-1 1 0 0,0 0-1 0 0,0 1 1 0 0,0-1-1 0 0,0 1 0 0 0,0-1 1 0 0,0 1-1 0 0,0 0 1 0 0,0-1-1 0 0,0 1 0 0 0,0 0 1 0 0,0 0-1 0 0,1 1 1 0 0,5 5 87 0 0,-1 1 0 0 0,0-1 0 0 0,0 1 0 0 0,0 1 1 0 0,-1-1-1 0 0,0 1 0 0 0,-1 0 0 0 0,0 0 0 0 0,4 14 1 0 0,3 12 271 0 0,6 41 0 0 0,-10-33 166 0 0,-1 1-1 0 0,-3-1 1 0 0,-1 1-1 0 0,-3 0 0 0 0,-1 0 1 0 0,-2-1-1 0 0,-15 62 1 0 0,16-98 890 0 0,1-19-1124 0 0,3-23-281 0 0,5 2-4 0 0,1 0-1 0 0,1 0 0 0 0,2 1 1 0 0,2 1-1 0 0,26-54 1 0 0,-36 81-55 0 0,45-82 3 0 0,-42 78-24 0 0,1-1 0 0 0,0 1 0 0 0,1 0 0 0 0,0 1 0 0 0,0 0-1 0 0,1 0 1 0 0,9-7 0 0 0,-15 13 11 0 0,0 0 0 0 0,0 0-1 0 0,1 0 1 0 0,-1 0 0 0 0,0 0-1 0 0,0 1 1 0 0,1-1 0 0 0,-1 1-1 0 0,0 0 1 0 0,1-1-1 0 0,-1 1 1 0 0,1 0 0 0 0,-1 0-1 0 0,0 1 1 0 0,1-1 0 0 0,3 1-1 0 0,-2 1 1 0 0,0-1 0 0 0,0 0-1 0 0,0 1 1 0 0,0 0 0 0 0,0-1 0 0 0,-1 2-1 0 0,1-1 1 0 0,4 4 0 0 0,5 6-4 0 0,0 1 0 0 0,-1 0 0 0 0,0 1 0 0 0,-1 0 0 0 0,-1 1 0 0 0,0 0 0 0 0,14 31 0 0 0,-9-9 22 0 0,-1 1 0 0 0,13 56 0 0 0,-8-29 924 0 0,-19-63-311 0 0,1-6-534 0 0,4-45 60 0 0,21-86 0 0 0,-20 113-155 0 0,2-1 1 0 0,0 1-1 0 0,1 1 1 0 0,1 0-1 0 0,1 0 1 0 0,16-22-1 0 0,-24 39-1 0 0,1-1-1 0 0,0 1 1 0 0,0 0 0 0 0,0 0-1 0 0,0 0 1 0 0,1 1-1 0 0,0 0 1 0 0,-1 0 0 0 0,1 0-1 0 0,0 0 1 0 0,1 1-1 0 0,-1-1 1 0 0,0 1 0 0 0,1 1-1 0 0,-1-1 1 0 0,1 1-1 0 0,-1 0 1 0 0,10-1 0 0 0,-13 2 4 0 0,0 0 0 0 0,-1 0 0 0 0,1 0 0 0 0,0 0 0 0 0,-1 0-1 0 0,1 0 1 0 0,0 0 0 0 0,-1 1 0 0 0,1-1 0 0 0,0 1 0 0 0,-1-1 0 0 0,1 1 0 0 0,2 1 0 0 0,3 1 0 0 0,0 0-1 0 0,1 1 0 0 0,-1-1-1 0 0,0 1 1 0 0,0 1 0 0 0,0 0 0 0 0,0 0 0 0 0,-1 0-1 0 0,0 0 1 0 0,0 1 0 0 0,0 0 0 0 0,-1 1-1 0 0,0-1 1 0 0,0 1 0 0 0,0 0 0 0 0,-1 0-1 0 0,0 0 1 0 0,3 10 0 0 0,1 1 10 0 0,-2 0 1 0 0,0 1 0 0 0,-1-1-1 0 0,-1 1 1 0 0,-1 0 0 0 0,1 23-1 0 0,-3 2 42 0 0,-1-30-728 0 0,0 0 1 0 0,1 1-1 0 0,0-1 1 0 0,7 28 0 0 0,-8-40 215 0 0,1-1 1 0 0,0 1 0 0 0,-1 0 0 0 0,1-1-1 0 0,0 1 1 0 0,0-1 0 0 0,0 1 0 0 0,0-1-1 0 0,0 0 1 0 0,1 1 0 0 0,-1-1 0 0 0,0 0 0 0 0,0 0-1 0 0,1 1 1 0 0,-1-1 0 0 0,1 0 0 0 0,-1-1-1 0 0,4 2 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43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1412 0 0,'8'-7'18789'0'0,"-8"9"-18773"0"0,-1-1 0 0 0,1 1 0 0 0,0-1 0 0 0,0 1 0 0 0,0 0 0 0 0,0-1 0 0 0,0 1 0 0 0,0-1 0 0 0,0 1 0 0 0,1 0 0 0 0,-1-1 1 0 0,0 1-1 0 0,1-1 0 0 0,0 1 0 0 0,-1-1 0 0 0,1 1 0 0 0,1 2 0 0 0,21 29 364 0 0,-6-10-16 0 0,55 82 372 0 0,-63-93-689 0 0,18 23 42 0 0,-3 1 0 0 0,22 42 1 0 0,-24-40-58 0 0,-11-20 33 0 0,17 38 1 0 0,-11-22 32 0 0,-16-31-144 0 0,2 3 728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45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61 1968 0 0,'-22'-60'11993'0'0,"18"60"-11549"0"0,-13 0 19 0 0,9 3 12 0 0,-27 31 506 0 0,1 2 1 0 0,-30 40 0 0 0,-57 89-34 0 0,116-158-914 0 0,-9 13-9 0 0,-143 224-40 0 0,137-192-4912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46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65 224 0 0,'0'-3'2754'0'0,"-9"-59"9432"0"0,-6 68-11563 0 0,10-2-454 0 0,1 0 0 0 0,0 0 1 0 0,0 1-1 0 0,1-1 0 0 0,-1 1 0 0 0,1 0 1 0 0,0 0-1 0 0,0 0 0 0 0,-2 8 1 0 0,-5 6 156 0 0,-47 83 404 0 0,5 3 1 0 0,-44 128 0 0 0,74-170-655 0 0,4 1 1 0 0,2 1 0 0 0,3 0 0 0 0,2 1 0 0 0,-1 86 0 0 0,12-116-89 0 0,2 0 0 0 0,1 0 0 0 0,2 0 0 0 0,1 0 0 0 0,20 61 0 0 0,-16-70-896 0 0,1-1 1 0 0,28 50-1 0 0,-28-58-748 0 0,1 0 0 0 0,2-1-1 0 0,0 0 1 0 0,21 20 0 0 0,-5-12-5323 0 0</inkml:trace>
  <inkml:trace contextRef="#ctx0" brushRef="#br0" timeOffset="1">512 745 3040 0 0,'-44'-47'5532'0'0,"23"24"-2207"0"0,-26-24 1 0 0,45 45-2781 0 0,1 3-515 0 0,0 1 0 0 0,1-1 0 0 0,-1 0 0 0 0,1 0 0 0 0,-1 0 1 0 0,1 0-1 0 0,0 0 0 0 0,-1 1 0 0 0,1-1 0 0 0,0 0 0 0 0,0 0 0 0 0,0 0 0 0 0,0 1 0 0 0,0-1 0 0 0,0 0 0 0 0,0 0 0 0 0,0 0 0 0 0,1 1 0 0 0,-1-1 0 0 0,0 0 1 0 0,2 2-1 0 0,10 27 282 0 0,-9-26-253 0 0,23 52 423 0 0,26 78 0 0 0,-46-117-354 0 0,-1 1-1 0 0,-1 0 0 0 0,-1 0 1 0 0,0 0-1 0 0,-2 1 1 0 0,0-1-1 0 0,-1 0 1 0 0,0 1-1 0 0,-4 18 1 0 0,1-16 207 0 0,3-18-259 0 0,0 0 0 0 0,0 0 0 0 0,0 0 0 0 0,0 0 0 0 0,0 0 0 0 0,-1-1 0 0 0,0 1 0 0 0,1 0-1 0 0,-1 0 1 0 0,0-1 0 0 0,0 1 0 0 0,-1-1 0 0 0,1 1 0 0 0,-1-1 0 0 0,1 1 0 0 0,-1-1 0 0 0,0 0-1 0 0,1 0 1 0 0,-5 4 0 0 0,5-5 36 0 0,-9-18 67 0 0,8 10-161 0 0,1 0-1 0 0,0 0 1 0 0,0-1 0 0 0,1 1-1 0 0,-1 0 1 0 0,1-1 0 0 0,1 1 0 0 0,0-1-1 0 0,0 1 1 0 0,0 0 0 0 0,3-8-1 0 0,0-2 4 0 0,2-16 1 0 0,2 1-1 0 0,1 0 1 0 0,2 1-1 0 0,15-31 1 0 0,-16 41-9 0 0,1 1 0 0 0,1 0 0 0 0,0 1 0 0 0,2 0 0 0 0,0 1 0 0 0,26-25 0 0 0,-34 38-16 0 0,-1 0-1 0 0,1 1 1 0 0,0-1-1 0 0,1 1 1 0 0,-1 1-1 0 0,1-1 1 0 0,11-3 0 0 0,1 3 11 0 0,-14 4-7 0 0,0 0-1 0 0,0 0 1 0 0,0 1-1 0 0,0-1 0 0 0,0 1 1 0 0,0 0-1 0 0,0 1 1 0 0,-1-1-1 0 0,1 1 0 0 0,0 0 1 0 0,-1 0-1 0 0,1 1 1 0 0,-1-1-1 0 0,0 1 0 0 0,0 0 1 0 0,0 0-1 0 0,0 1 1 0 0,0-1-1 0 0,-1 1 0 0 0,1-1 1 0 0,-1 1-1 0 0,0 0 1 0 0,3 6-1 0 0,2 3 28 0 0,-1 0 0 0 0,0 0-1 0 0,-1 0 1 0 0,-1 1 0 0 0,0 0 0 0 0,6 28-1 0 0,-6-6 53 0 0,-2 0-1 0 0,-2 0 0 0 0,-3 49 0 0 0,-1-7-1452 0 0,3-76 1165 0 0,0-1 0 0 0,0 1-1 0 0,1 0 1 0 0,-1 0 0 0 0,0-1-1 0 0,1 1 1 0 0,-1 0 0 0 0,1 0 0 0 0,-1-1-1 0 0,1 1 1 0 0,1 1 0 0 0,19 12-8453 0 0</inkml:trace>
  <inkml:trace contextRef="#ctx0" brushRef="#br0" timeOffset="2">1318 880 660 0 0,'-37'-46'11875'0'0,"18"26"-7335"0"0,-13-11-105 0 0,37 32-4259 0 0,317 31 1040 0 0,-184-22-3762 0 0,-101-8 931 0 0,-33-1 526 0 0,16-3-1132 0 0</inkml:trace>
  <inkml:trace contextRef="#ctx0" brushRef="#br0" timeOffset="3">1630 626 1624 0 0,'-23'-16'8319'0'0,"-7"-4"-1086"0"0,29 19-7025 0 0,0 1 1 0 0,0-1-1 0 0,0 0 0 0 0,1 1 0 0 0,-1-1 1 0 0,0 1-1 0 0,0-1 0 0 0,0 1 0 0 0,0-1 0 0 0,0 1 1 0 0,0 0-1 0 0,0 0 0 0 0,0-1 0 0 0,0 1 0 0 0,0 0 1 0 0,-2 0-1 0 0,1 3 23 0 0,0-1 0 0 0,0 1 0 0 0,1 0 0 0 0,-1-1 0 0 0,0 1 0 0 0,1 0 0 0 0,0 0 0 0 0,0 0 0 0 0,0 1 1 0 0,0-1-1 0 0,0 0 0 0 0,1 0 0 0 0,-1 0 0 0 0,1 1 0 0 0,0 4 0 0 0,2 61 1792 0 0,0-45-1411 0 0,11 295 2414 0 0,-4-200-3155 0 0,-4-71-4344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4:47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65 878 704 0 0,'11'-42'7844'0'0,"3"-18"4594"0"0,-6 40-5711 0 0,-8 19-6689 0 0,4 30 1159 0 0,-2 52-360 0 0,-3 0-1 0 0,-3 0 1 0 0,-18 91-1 0 0,9-101-1227 0 0,-8 48-6377 0 0,18-102 4551 0 0,1-3-1691 0 0</inkml:trace>
  <inkml:trace contextRef="#ctx0" brushRef="#br0" timeOffset="1">247 212 2528 0 0,'-122'-211'22068'0'0,"129"214"-21187"0"0,11 6-485 0 0,0 1 0 0 0,-1 0 0 0 0,0 2 0 0 0,-1 0 0 0 0,23 22 0 0 0,72 81 623 0 0,-54-49-663 0 0,-3 1-1 0 0,-3 3 1 0 0,-3 2-1 0 0,-3 2 1 0 0,46 104-1 0 0,-69-125-308 0 0,-2 1 0 0 0,-2 1 1 0 0,-2 0-1 0 0,-3 2 0 0 0,-3-1 0 0 0,-2 1 0 0 0,-2 0 0 0 0,-5 115 1 0 0,-8-105-269 0 0,-3-1 1 0 0,-2 0 0 0 0,-4-1 0 0 0,-2-1 0 0 0,-3 0 0 0 0,-3-2 0 0 0,-3 0 0 0 0,-58 97 0 0 0,36-81-2185 0 0,-112 137 0 0 0,90-136-2823 0 0,-110 95 1 0 0,35-52-6553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24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1056 0 0,'-10'10'6195'0'0,"5"1"-4216"0"0,-7 12 3327 0 0,11-21-5170 0 0,0 0 1 0 0,0 0-1 0 0,0 0 0 0 0,0 0 1 0 0,0 0-1 0 0,1 0 1 0 0,-1 0-1 0 0,1 0 0 0 0,-1 1 1 0 0,1-1-1 0 0,0 0 0 0 0,0 4 1 0 0,0-4-97 0 0,38 9 186 0 0,-6-10-190 0 0,0-1 0 0 0,0-2 1 0 0,58-11-1 0 0,30-3-4316 0 0,-114 16 3781 0 0,1 0-417 0 0,2-1-2894 0 0,12-3-1001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25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31 668 0 0,'-84'69'16444'0'0,"84"-69"-16388"0"0,-1 0 0 0 0,1 0 0 0 0,0 1 0 0 0,-1-1 0 0 0,1 0 0 0 0,0 0 0 0 0,-1 1 0 0 0,1-1 0 0 0,0 0 0 0 0,0 0 0 0 0,-1 1 0 0 0,1-1 0 0 0,0 0 0 0 0,0 1 0 0 0,-1-1 0 0 0,1 0 1 0 0,0 1-1 0 0,0-1 0 0 0,0 1 0 0 0,0-1 0 0 0,0 0 0 0 0,0 1 0 0 0,0-1 0 0 0,0 0 0 0 0,0 1 0 0 0,0-1 0 0 0,0 1 0 0 0,5 0-7 0 0,0 0 1 0 0,0 0-1 0 0,0 0 0 0 0,0-1 1 0 0,1 0-1 0 0,-1 0 1 0 0,0 0-1 0 0,10-3 0 0 0,51-11 43 0 0,-36 6-164 0 0,17-2-528 0 0,114-26-2943 0 0,-56 7-3697 0 0,-68 17 1882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2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960 141 332 0 0,'9'-19'4203'0'0,"-5"11"-1617"0"0,0-1 0 0 0,-1 1 0 0 0,0 0 0 0 0,2-13 1741 0 0,-4 20-4198 0 0,-1 0-1 0 0,0 0 1 0 0,0 1 0 0 0,1-1-1 0 0,-1 0 1 0 0,0 1-1 0 0,0-1 1 0 0,0 0-1 0 0,0 0 1 0 0,0 1-1 0 0,0-1 1 0 0,0 0-1 0 0,0 0 1 0 0,0 1-1 0 0,0-1 1 0 0,-1 0-1 0 0,1 1 1 0 0,0-1-1 0 0,0 0 1 0 0,-1 0 0 0 0,1 1-1 0 0,0-1 1 0 0,-1 1-1 0 0,1-1 1 0 0,-1 0-1 0 0,0 0 1 0 0,-20-14 1630 0 0,-22-2-896 0 0,18 12-779 0 0,0 0 1 0 0,0 2-1 0 0,-1 1 0 0 0,1 1 0 0 0,0 1 1 0 0,-1 1-1 0 0,-28 6 0 0 0,25-1-75 0 0,1 1 0 0 0,0 1 0 0 0,1 1 0 0 0,0 2 0 0 0,0 1 0 0 0,1 1 0 0 0,1 1 0 0 0,0 1 0 0 0,-36 31 0 0 0,25-17 8 0 0,3 2-1 0 0,0 1 1 0 0,2 2-1 0 0,2 1 1 0 0,-36 54-1 0 0,42-51 22 0 0,2 0-1 0 0,1 2 1 0 0,2 1-1 0 0,2 0 0 0 0,2 1 1 0 0,2 0-1 0 0,1 1 1 0 0,-9 81-1 0 0,17-82 12 0 0,1 0-1 0 0,8 80 1 0 0,-4-105-46 0 0,0 0 1 0 0,2-1-1 0 0,0 1 1 0 0,1-1-1 0 0,0 0 0 0 0,1 0 1 0 0,1-1-1 0 0,1 1 1 0 0,0-2-1 0 0,11 16 0 0 0,-10-20 21 0 0,0-1-1 0 0,0 0 1 0 0,1 0-1 0 0,1-1 1 0 0,-1 0-1 0 0,1-1 1 0 0,0 0-1 0 0,1-1 0 0 0,0 0 1 0 0,0-1-1 0 0,0 0 1 0 0,0-1-1 0 0,1 0 1 0 0,22 3-1 0 0,14 0 21 0 0,0-2 0 0 0,75-2-1 0 0,-100-3-47 0 0,80-4 303 0 0,-1-3 0 0 0,122-26 0 0 0,-121 17 3538 0 0,-101 15-3417 0 0,0 1-75 0 0,13-2-246 0 0,1-2-91 0 0,-3-2-8 0 0,-7-4 0 0 0,-7 10-317 0 0,0-1 0 0 0,0 0 0 0 0,0 0 0 0 0,0 0 0 0 0,1 0 0 0 0,-1 0 0 0 0,0 0 0 0 0,0 1-1 0 0,-1-1 1 0 0,1 0 0 0 0,0 0 0 0 0,0 0 0 0 0,0 0 0 0 0,-1 0 0 0 0,1 1 0 0 0,0-1 0 0 0,-1 0 0 0 0,1 0 0 0 0,0 0 0 0 0,-1 1 0 0 0,-1-3-317 0 0,-17-6-7588 0 0,17 9 7475 0 0,0 0-1 0 0,0 0 1 0 0,1-1-1 0 0,-5 2 1 0 0,-30-1-10365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07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1037 1612 0 0,'-3'-2'1364'0'0,"-64"-21"4573"0"0,64 22-5618 0 0,3 1-305 0 0,0-1 1 0 0,-1 1 0 0 0,1 0 0 0 0,0 0 0 0 0,0-1 0 0 0,0 1 0 0 0,0 0 0 0 0,-1 0 0 0 0,1-1 0 0 0,0 1 0 0 0,0 0 0 0 0,-1 0 0 0 0,1 0 0 0 0,0 0 0 0 0,0-1 0 0 0,-1 1 0 0 0,1 0 0 0 0,0 0 0 0 0,-1 0 0 0 0,1 0 0 0 0,0 0 0 0 0,-1 0 0 0 0,1 0-1 0 0,0 0 1 0 0,0 0 0 0 0,-1 0 0 0 0,1 0 0 0 0,0 0 0 0 0,-1 0 0 0 0,1 0 0 0 0,0 0 0 0 0,-1 0 0 0 0,1 0 0 0 0,0 0 0 0 0,-1 0 0 0 0,1 0 0 0 0,0 0 0 0 0,0 1 0 0 0,-1-1 0 0 0,-14 5 281 0 0,13-4-312 0 0,1 0 39 0 0,0 0 0 0 0,0 0-1 0 0,1 0 1 0 0,-1 0 0 0 0,0 0-1 0 0,0 0 1 0 0,1 0-1 0 0,-1 0 1 0 0,1 1 0 0 0,-1-1-1 0 0,1 0 1 0 0,-1 0 0 0 0,1 1-1 0 0,0-1 1 0 0,-1 0 0 0 0,1 1-1 0 0,0-1 1 0 0,0 2 0 0 0,2 28 110 0 0,2-15-103 0 0,1 0 0 0 0,0 0 1 0 0,1 0-1 0 0,1-1 0 0 0,15 26 1 0 0,-21-40-14 0 0,0 1-1 0 0,0-1 1 0 0,1 0 0 0 0,-1 0 0 0 0,0 0 0 0 0,0 0 0 0 0,1 0 0 0 0,-1 0 0 0 0,0-1 0 0 0,1 1 0 0 0,-1 0 0 0 0,1-1-1 0 0,-1 1 1 0 0,1-1 0 0 0,0 1 0 0 0,-1-1 0 0 0,1 0 0 0 0,-1 0 0 0 0,1 0 0 0 0,1 0 0 0 0,29-5 221 0 0,-25 2-194 0 0,1-1 0 0 0,-1 1 0 0 0,1-2 0 0 0,-1 1 0 0 0,0-1 0 0 0,-1 0 0 0 0,1 0 0 0 0,-1-1 0 0 0,0 0 0 0 0,7-8 0 0 0,5-9 70 0 0,23-37-1 0 0,-8 5-122 0 0,-3-1 0 0 0,30-78 0 0 0,32-126-210 0 0,-1 5 23 0 0,-90 251 180 0 0,0 0 0 0 0,1 0 0 0 0,-1 1 0 0 0,1-1 0 0 0,0 1 1 0 0,0-1-1 0 0,1 1 0 0 0,-1-1 0 0 0,1 1 0 0 0,0 0 0 0 0,-1 0 0 0 0,1 1 0 0 0,0-1 1 0 0,5-3-1 0 0,-7 6 14 0 0,0-1-1 0 0,1 1 1 0 0,-1 0 0 0 0,0-1 0 0 0,0 1 0 0 0,0 0-1 0 0,1 0 1 0 0,-1 0 0 0 0,0 0 0 0 0,1 0 0 0 0,-1 0-1 0 0,0 0 1 0 0,0 1 0 0 0,0-1 0 0 0,1 0 0 0 0,-1 1-1 0 0,0-1 1 0 0,0 0 0 0 0,0 1 0 0 0,0 0 0 0 0,1-1-1 0 0,-1 1 1 0 0,0 0 0 0 0,0-1 0 0 0,0 1 0 0 0,0 0-1 0 0,-1 0 1 0 0,1 0 0 0 0,1 1 0 0 0,21 30 100 0 0,-15-17-67 0 0,-1 0 1 0 0,0 1-1 0 0,-1 0 1 0 0,-1 0-1 0 0,5 26 1 0 0,6 86 143 0 0,-7 161 101 0 0,-6-91-317 0 0,8-84 27 0 0,-5-61 339 0 0,-6-53-293 0 0,0 1 0 0 0,0-1 0 0 0,0 0 0 0 0,0 1 0 0 0,0-1 0 0 0,0 1 0 0 0,0-1 0 0 0,0 0 0 0 0,0 1 0 0 0,0-1 0 0 0,0 0 0 0 0,0 1 0 0 0,0-1 0 0 0,0 1 0 0 0,0-1 0 0 0,1 0 0 0 0,-1 1 0 0 0,0-1 0 0 0,0 0 1 0 0,0 1-1 0 0,1-1 0 0 0,-1 0 0 0 0,0 1 0 0 0,0-1 0 0 0,1 0 0 0 0,-1 0 0 0 0,0 1 0 0 0,0-1 0 0 0,1 0 0 0 0,-1 0 0 0 0,0 0 0 0 0,1 1 0 0 0,8-11 263 0 0,4-22-140 0 0,44-194 139 0 0,-20 69-346 0 0,54-147-211 0 0,-57 208 242 0 0,52-101 0 0 0,-34 104 36 0 0,-45 83-79 0 0,0 1 1 0 0,0 0-1 0 0,0 0 0 0 0,1 1 0 0 0,1 0 0 0 0,17-13 1 0 0,-25 20 0 0 0,0 0-1 0 0,0 0 1 0 0,0 1 0 0 0,1-1 0 0 0,-1 0 0 0 0,1 1 0 0 0,-1-1 0 0 0,0 1 0 0 0,1 0 0 0 0,-1-1 0 0 0,1 1 0 0 0,-1 0 0 0 0,1 0 0 0 0,-1 0 0 0 0,1 0 0 0 0,-1 0 0 0 0,0 0-1 0 0,1 0 1 0 0,-1 0 0 0 0,1 1 0 0 0,-1-1 0 0 0,1 1 0 0 0,-1-1 0 0 0,0 1 0 0 0,1-1 0 0 0,-1 1 0 0 0,0 0 0 0 0,1 0 0 0 0,-1-1 0 0 0,0 1 0 0 0,0 0 0 0 0,0 0 0 0 0,0 0 0 0 0,0 0-1 0 0,0 1 1 0 0,1 0 0 0 0,1 2-459 0 0,-1 0-1 0 0,1 0 0 0 0,-1 1 1 0 0,0-1-1 0 0,0 0 1 0 0,0 1-1 0 0,0 0 0 0 0,-1-1 1 0 0,1 6-1 0 0,1 11-2948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0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278 228 1676 0 0,'-1'-2'1903'0'0,"-10"-31"4427"0"0,10 32-5597 0 0,-6-11 607 0 0,7 12-1309 0 0,0-1 0 0 0,0 1 0 0 0,-1-1 0 0 0,1 1 0 0 0,0 0 0 0 0,-1-1 0 0 0,1 1 0 0 0,-1 0 0 0 0,1 0 0 0 0,0-1 0 0 0,-1 1 0 0 0,1 0 0 0 0,-1 0 0 0 0,1-1 0 0 0,-1 1 0 0 0,1 0-1 0 0,0 0 1 0 0,-1 0 0 0 0,1 0 0 0 0,-1 0 0 0 0,1 0 0 0 0,-1 0 0 0 0,1 0 0 0 0,-1 0 0 0 0,1 0 0 0 0,-1 0 0 0 0,1 0 0 0 0,-1 0 0 0 0,1 0 0 0 0,-1 0 0 0 0,1 0 0 0 0,-1 1 0 0 0,-5 4 12 0 0,1 1 1 0 0,-1 0-1 0 0,1 1 0 0 0,1-1 1 0 0,-1 1-1 0 0,1 0 1 0 0,0 0-1 0 0,1 0 0 0 0,-5 15 1 0 0,-20 78-80 0 0,24-83 41 0 0,-2 8-13 0 0,1 1 0 0 0,-2 32 0 0 0,7-48 10 0 0,0 0 0 0 0,0 0 0 0 0,1 0 0 0 0,0 0 0 0 0,0 0 0 0 0,1-1 0 0 0,1 1 0 0 0,6 18 0 0 0,-7-25 3 0 0,0 1 0 0 0,-1-1 0 0 0,1 0 1 0 0,0 0-1 0 0,1 0 0 0 0,-1-1 1 0 0,0 1-1 0 0,1-1 0 0 0,0 1 0 0 0,-1-1 1 0 0,1 0-1 0 0,0 0 0 0 0,0 0 1 0 0,0 0-1 0 0,6 2 0 0 0,-3-2-2 0 0,0 0 0 0 0,0-1 0 0 0,0 1 0 0 0,0-1 0 0 0,0-1 0 0 0,0 1 0 0 0,1-1 0 0 0,8-1 0 0 0,2-1 3 0 0,-1-1-1 0 0,1-1 1 0 0,-1 0-1 0 0,0-1 0 0 0,28-13 1 0 0,-30 11 7 0 0,0-1 1 0 0,0 0 0 0 0,-1 0-1 0 0,0-2 1 0 0,-1 0 0 0 0,0 0 0 0 0,0-1-1 0 0,-1 0 1 0 0,0-1 0 0 0,-1-1 0 0 0,-1 1-1 0 0,0-2 1 0 0,0 1 0 0 0,6-16-1 0 0,-9 15-18 0 0,-1 1 0 0 0,0-1 0 0 0,-1 0-1 0 0,-1 0 1 0 0,0-1 0 0 0,-1 1-1 0 0,0-1 1 0 0,-1 1 0 0 0,-1-1 0 0 0,0 1-1 0 0,-1-1 1 0 0,-1 1 0 0 0,0-1-1 0 0,-1 1 1 0 0,-7-21 0 0 0,6 23 0 0 0,-1-1 0 0 0,0 1-1 0 0,-1 0 1 0 0,0 1 0 0 0,-1 0 0 0 0,0 0 0 0 0,-1 0-1 0 0,0 1 1 0 0,0 0 0 0 0,-16-13 0 0 0,18 18 1 0 0,0 0 0 0 0,0 1 0 0 0,0 0 0 0 0,-1 0 0 0 0,1 1 0 0 0,-1 0 0 0 0,0 0 0 0 0,0 0-1 0 0,0 1 1 0 0,-1 0 0 0 0,1 1 0 0 0,-1-1 0 0 0,1 1 0 0 0,-1 1 0 0 0,1 0 0 0 0,-1 0 0 0 0,1 0 0 0 0,-1 1 0 0 0,-12 2 0 0 0,5 1 15 0 0,0 1 0 0 0,0 1 1 0 0,0 0-1 0 0,1 1 0 0 0,0 0 0 0 0,0 1 1 0 0,0 1-1 0 0,1 0 0 0 0,1 1 0 0 0,0 0 0 0 0,-19 20 1 0 0,13-9-20 0 0,0 1 1 0 0,1 1-1 0 0,2 0 0 0 0,0 1 1 0 0,-21 47-1 0 0,28-49 3 0 0,0 0 0 0 0,1 0 0 0 0,-6 33 0 0 0,10-42 3 0 0,2 0 0 0 0,-1 1 0 0 0,2-1 0 0 0,0 0 0 0 0,0 1 0 0 0,2-1 0 0 0,3 19 0 0 0,-4-27 4 0 0,0 0-1 0 0,1 0 0 0 0,-1-1 1 0 0,1 1-1 0 0,1 0 1 0 0,-1-1-1 0 0,1 1 0 0 0,-1-1 1 0 0,1 0-1 0 0,1 0 1 0 0,-1 0-1 0 0,0 0 0 0 0,1-1 1 0 0,0 1-1 0 0,8 5 1 0 0,-6-6 2 0 0,0 0 0 0 0,0 0 0 0 0,0-1 1 0 0,0 1-1 0 0,1-1 0 0 0,-1-1 0 0 0,1 1 1 0 0,0-1-1 0 0,-1 0 0 0 0,13-1 1 0 0,1-1 1 0 0,-1-1 0 0 0,0-1 0 0 0,0-1 0 0 0,0 0 0 0 0,0-1 1 0 0,-1-1-1 0 0,26-13 0 0 0,-10 2-117 0 0,-1-1 1 0 0,-1-2-1 0 0,-1-1 0 0 0,-1-1 0 0 0,0-2 1 0 0,41-44-1 0 0,-30 22-82 0 0,-3 0-1 0 0,-2-3 1 0 0,42-72 0 0 0,6-21 321 0 0,-82 139-170 0 0,0 5 28 0 0,1 0 24 0 0,-1 0-1 0 0,0 0 0 0 0,0 0 0 0 0,0 0 1 0 0,0 1-1 0 0,0-1 0 0 0,-1 1 0 0 0,1-1 0 0 0,-1 1 1 0 0,0 0-1 0 0,1-1 0 0 0,-1 1 0 0 0,0 0 1 0 0,-1 0-1 0 0,1 0 0 0 0,0 0 0 0 0,-1 5 1 0 0,2 9 67 0 0,-2 35 1 0 0,0-29-117 0 0,-11 171 9 0 0,4-107 71 0 0,3-16 1030 0 0,4-69-873 0 0,9-30 124 0 0,7-20-288 0 0,3 0 0 0 0,1 1 0 0 0,3 2 0 0 0,1 0 0 0 0,36-48 0 0 0,-46 74-91 0 0,21-21 0 0 0,-30 35 45 0 0,-1 1 0 0 0,1-1 0 0 0,0 1 0 0 0,1 1 0 0 0,-1-1 0 0 0,1 1 0 0 0,-1 0 0 0 0,1 0 0 0 0,9-3 0 0 0,-13 6 12 0 0,0-1-1 0 0,0 1 1 0 0,0 0-1 0 0,0 0 1 0 0,0 0-1 0 0,0 0 0 0 0,0 0 1 0 0,0 1-1 0 0,0-1 1 0 0,0 0-1 0 0,0 1 1 0 0,0 0-1 0 0,0-1 1 0 0,0 1-1 0 0,0 0 1 0 0,3 2-1 0 0,-2 0 14 0 0,1-1-1 0 0,-1 1 1 0 0,1 0 0 0 0,-1 0-1 0 0,0 0 1 0 0,4 5 0 0 0,-2 0 1 0 0,0-1 0 0 0,-1 1 1 0 0,0-1-1 0 0,-1 1 1 0 0,1 1-1 0 0,-1-1 0 0 0,-1 0 1 0 0,2 12-1 0 0,1 10-14 0 0,0 32 1 0 0,4 20-3 0 0,-5-56 9 0 0,-3-18 22 0 0,0 1-1 0 0,1 0 1 0 0,0-1-1 0 0,0 1 0 0 0,1-1 1 0 0,6 12-1 0 0,-9-19-20 0 0,1 0 0 0 0,0-1-1 0 0,0 1 1 0 0,0 0-1 0 0,0-1 1 0 0,0 1 0 0 0,0-1-1 0 0,0 1 1 0 0,0-1-1 0 0,0 0 1 0 0,0 1 0 0 0,0-1-1 0 0,0 0 1 0 0,1 0-1 0 0,-1 0 1 0 0,0 0 0 0 0,0 0-1 0 0,0 0 1 0 0,0 0-1 0 0,0 0 1 0 0,0 0 0 0 0,2-1-1 0 0,25-6 87 0 0,5-8-533 0 0,-1-2 1 0 0,52-37-1 0 0,-20 12-2201 0 0,-14 8-2153 0 0,-23 17 1184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09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72 2168 0 0,'-3'-1'7216'0'0,"3"1"-7148"0"0,0 0 0 0 0,0 0 0 0 0,0 0 0 0 0,-1 0 0 0 0,1 0 0 0 0,0 0 0 0 0,0 0 0 0 0,0 0 0 0 0,-1 0 0 0 0,1 0 0 0 0,0 0 0 0 0,0 0 0 0 0,0 0 0 0 0,-1 0 0 0 0,1 0 0 0 0,0 0 0 0 0,-2-1 680 0 0,2 0-680 0 0,0 1 0 0 0,0 0 0 0 0,0 0 0 0 0,0 0 0 0 0,0 0 0 0 0,0-1 0 0 0,0 1 0 0 0,0 0 0 0 0,-1 0 0 0 0,1 0 0 0 0,0-1 0 0 0,0 1 0 0 0,0 0 0 0 0,0 0 0 0 0,0 0-1 0 0,0-1 1 0 0,0 1 0 0 0,0 0 0 0 0,0 0 0 0 0,0 0 0 0 0,1-1 0 0 0,-1 1 0 0 0,0 0 0 0 0,0 0 0 0 0,1-2 680 0 0,-1 2-680 0 0,0 0 0 0 0,1 0 0 0 0,-1 0 0 0 0,0-1 0 0 0,24-10 466 0 0,34-5-2501 0 0,24-8-4052 0 0,-49 14 1800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0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72 483 1540 0 0,'-3'1'4510'0'0,"-1"1"-3757"0"0,-17 6 4834 0 0,20-8-5402 0 0,0 0 1 0 0,0 1-1 0 0,1-1 0 0 0,-1 0 1 0 0,0 0-1 0 0,0 0 0 0 0,0 0 1 0 0,0 0-1 0 0,0 0 0 0 0,0 0 1 0 0,0 0-1 0 0,0 0 0 0 0,1-1 1 0 0,-1 1-1 0 0,0 0 0 0 0,0 0 1 0 0,0-1-1 0 0,0 1 0 0 0,1-1 1 0 0,-1 1-1 0 0,-1-2 0 0 0,6-5-153 0 0,1 2-23 0 0,5-5-115 0 0,-2 0 0 0 0,1-1 1 0 0,-1-1-1 0 0,-1 1 1 0 0,0-1-1 0 0,7-16 1 0 0,23-76-1247 0 0,-36 102 1330 0 0,16-59-401 0 0,-2 0-1 0 0,9-91 1 0 0,-24 149 349 0 0,-2 6-47 0 0,-4 8 120 0 0,1 1 0 0 0,1 0 0 0 0,0 0 0 0 0,0 0 1 0 0,1 1-1 0 0,-3 22 0 0 0,-1 4 16 0 0,-72 441 299 0 0,53-304-292 0 0,-2 41 1260 0 0,25-207-796 0 0,-2-13-201 0 0,-2-16-156 0 0,7 4-107 0 0,0-1 0 0 0,1 0 0 0 0,1 1 0 0 0,0-1 0 0 0,1 0-1 0 0,1 1 1 0 0,0 0 0 0 0,9-20 0 0 0,-1 8-40 0 0,1 1 0 0 0,0 1 0 0 0,30-40 0 0 0,-34 54-3 0 0,0 0 0 0 0,0 1 0 0 0,1 0 0 0 0,0 1 0 0 0,1 0 0 0 0,0 1 0 0 0,1 0 1 0 0,-1 1-1 0 0,1 0 0 0 0,1 0 0 0 0,24-8 0 0 0,-30 15-1 0 0,28 0 11 0 0,-28 3 9 0 0,0 0-1 0 0,-3-2 4 0 0,0 1-1 0 0,0-1 1 0 0,0 1-1 0 0,0 0 0 0 0,0 0 1 0 0,-1 1-1 0 0,1-1 1 0 0,-1 1-1 0 0,1 0 0 0 0,-1 0 1 0 0,0 0-1 0 0,0 0 0 0 0,-1 0 1 0 0,1 1-1 0 0,0-1 1 0 0,-1 1-1 0 0,0 0 0 0 0,0 0 1 0 0,0 0-1 0 0,2 7 1 0 0,1 5 8 0 0,-1 1 1 0 0,0 1 0 0 0,2 27 0 0 0,-5-34-4 0 0,1 21-268 0 0,-1-14-798 0 0,5 30 0 0 0,-5-45 754 0 0,-1 0-1 0 0,1 0 0 0 0,0 0 1 0 0,0 0-1 0 0,0 0 0 0 0,0 0 0 0 0,0-1 1 0 0,1 1-1 0 0,-1 0 0 0 0,1-1 1 0 0,0 1-1 0 0,0-1 0 0 0,0 0 0 0 0,0 1 1 0 0,0-1-1 0 0,3 2 0 0 0,17 2-5040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1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92 324 688 0 0,'4'-13'1817'0'0,"0"-1"-1"0"0,-1 1 0 0 0,0-1 1 0 0,-1 1-1 0 0,0-1 1 0 0,-1-20-1 0 0,-1 29-1420 0 0,0 0 1 0 0,0 0-1 0 0,-1 0 0 0 0,0 0 0 0 0,-2-8 0 0 0,2 11-243 0 0,-17 24 163 0 0,12-11-280 0 0,0 2-1 0 0,1-1 1 0 0,0 1 0 0 0,1-1-1 0 0,-5 28 1 0 0,4-6-21 0 0,-2 39 0 0 0,7-65-15 0 0,0 0 0 0 0,0 0 1 0 0,1 0-1 0 0,0 0 0 0 0,0 0 0 0 0,1-1 1 0 0,0 1-1 0 0,0 0 0 0 0,1-1 0 0 0,0 0 1 0 0,0 1-1 0 0,1-1 0 0 0,7 11 0 0 0,-8-15 4 0 0,0 1-1 0 0,0 0 0 0 0,1-1 1 0 0,-1 0-1 0 0,1 0 0 0 0,0 0 1 0 0,0 0-1 0 0,0 0 0 0 0,0-1 1 0 0,0 0-1 0 0,1 0 0 0 0,-1 0 1 0 0,0 0-1 0 0,1-1 0 0 0,0 0 1 0 0,-1 0-1 0 0,1 0 0 0 0,0 0 1 0 0,0-1-1 0 0,0 0 0 0 0,-1 0 1 0 0,1 0-1 0 0,8-2 0 0 0,-2 0 3 0 0,1-1-1 0 0,-1 0 1 0 0,0-1-1 0 0,0 0 1 0 0,0-1-1 0 0,-1 0 1 0 0,1-1-1 0 0,-1 0 1 0 0,0-1 0 0 0,-1 0-1 0 0,0 0 1 0 0,0-1-1 0 0,0 0 1 0 0,-1 0-1 0 0,0-1 1 0 0,-1-1-1 0 0,0 1 1 0 0,-1-1-1 0 0,9-15 1 0 0,-7 10-12 0 0,-1-1 0 0 0,0 0 0 0 0,-1 0 1 0 0,-1-1-1 0 0,-1 1 0 0 0,0-1 0 0 0,-1 0 0 0 0,0-1 0 0 0,-2 1 0 0 0,0 0 1 0 0,-1 0-1 0 0,-3-27 0 0 0,1 33 0 0 0,0 1 0 0 0,0 0 0 0 0,-1 0 0 0 0,-1 0 0 0 0,0 1 0 0 0,0-1 0 0 0,-1 1 0 0 0,0 0 0 0 0,0 0 0 0 0,-1 0 0 0 0,-11-12 0 0 0,13 17 1 0 0,0 0 1 0 0,0 1 0 0 0,-1-1-1 0 0,1 1 1 0 0,-1-1 0 0 0,1 1-1 0 0,-1 1 1 0 0,0-1 0 0 0,-1 1 0 0 0,1 0-1 0 0,0 0 1 0 0,0 0 0 0 0,-1 1-1 0 0,1-1 1 0 0,-1 2 0 0 0,0-1-1 0 0,1 0 1 0 0,-1 1 0 0 0,1 0-1 0 0,-1 1 1 0 0,0-1 0 0 0,-9 3 0 0 0,3 1 4 0 0,0 0 1 0 0,0 1-1 0 0,0 0 1 0 0,0 1 0 0 0,1 0-1 0 0,0 1 1 0 0,0 1 0 0 0,1-1-1 0 0,0 2 1 0 0,0-1 0 0 0,1 1-1 0 0,0 1 1 0 0,1 0 0 0 0,-10 14-1 0 0,9-12-4 0 0,1 1-1 0 0,0 1 1 0 0,1-1-1 0 0,0 1 0 0 0,1 0 1 0 0,1 1-1 0 0,0 0 1 0 0,1 0-1 0 0,1 0 0 0 0,0 0 1 0 0,-1 28-1 0 0,4-37-75 0 0,0 1-1 0 0,0-1 1 0 0,1 1 0 0 0,0 0-1 0 0,1-1 1 0 0,-1 1 0 0 0,1-1-1 0 0,1 0 1 0 0,-1 0 0 0 0,1 0-1 0 0,0 0 1 0 0,0 0 0 0 0,1 0-1 0 0,0-1 1 0 0,0 0-1 0 0,0 1 1 0 0,7 5 0 0 0,-5-6-105 0 0,0 0 0 0 0,1-1 0 0 0,-1 1 1 0 0,1-2-1 0 0,0 1 0 0 0,0-1 0 0 0,0 0 0 0 0,0-1 1 0 0,1 1-1 0 0,-1-1 0 0 0,1-1 0 0 0,-1 1 0 0 0,1-1 1 0 0,14-1-1 0 0,1-1-140 0 0,-1 0 0 0 0,1-2 0 0 0,-1-1-1 0 0,0-1 1 0 0,-1-1 0 0 0,1 0 0 0 0,-1-2 0 0 0,0-1 0 0 0,-1 0 0 0 0,0-1 0 0 0,-1-1 0 0 0,0-1 0 0 0,19-16 0 0 0,-11 6 421 0 0,-1-1 0 0 0,44-49 0 0 0,-43 38 2513 0 0,43-67 1 0 0,-66 93-2109 0 0,-3 6-420 0 0,0 0 0 0 0,0 0 0 0 0,0 0 0 0 0,0 0 0 0 0,0 0 1 0 0,1 0-1 0 0,-1 1 0 0 0,1-1 0 0 0,-1 0 0 0 0,3-1 0 0 0,7 16 91 0 0,-9-8-149 0 0,-1 1-1 0 0,0-1 0 0 0,0 1 0 0 0,0 0 0 0 0,0-1 1 0 0,-1 1-1 0 0,0 0 0 0 0,-1-1 0 0 0,1 1 1 0 0,-3 9-1 0 0,2-4-11 0 0,-18 241 142 0 0,15-205 338 0 0,3-45-322 0 0,8-25-43 0 0,3-22-94 0 0,28-74 0 0 0,-33 105-65 0 0,1 0 1 0 0,1 1-1 0 0,1 0 1 0 0,-1 0 0 0 0,2 1-1 0 0,0 0 1 0 0,0 1-1 0 0,1 0 1 0 0,18-16-1 0 0,-17 19-29 0 0,6 2 8 0 0,-14 5 54 0 0,0 1 1 0 0,1-1-1 0 0,-1 1 0 0 0,0 0 0 0 0,1 0 0 0 0,-1 0 0 0 0,1 1 0 0 0,-1-1 0 0 0,0 1 0 0 0,1 0 0 0 0,-1-1 0 0 0,0 2 0 0 0,0-1 0 0 0,0 0 0 0 0,4 3 0 0 0,-1-1 1 0 0,-1 1 0 0 0,-1 0 0 0 0,1 0 0 0 0,0 0 0 0 0,-1 1 0 0 0,0-1 0 0 0,7 10 0 0 0,1 6 7 0 0,-1 1 0 0 0,-1 0 0 0 0,12 32 0 0 0,-20-48-5 0 0,8 26 100 0 0,-2 1-1 0 0,-1-1 1 0 0,4 40 0 0 0,-10-58 50 0 0,-3-21-135 0 0,-3-25-82 0 0,7 13 19 0 0,0-1 0 0 0,0 1 0 0 0,2-1 0 0 0,1 1 0 0 0,0 0 0 0 0,2 1-1 0 0,0 0 1 0 0,1 0 0 0 0,1 0 0 0 0,1 1 0 0 0,0 0 0 0 0,2 1-1 0 0,0 0 1 0 0,21-23 0 0 0,-31 39 36 0 0,0 0 0 0 0,-1-1-1 0 0,2 1 1 0 0,-1 0 0 0 0,0 0 0 0 0,0 0-1 0 0,0 0 1 0 0,0 0 0 0 0,1 1 0 0 0,-1-1-1 0 0,5 0 1 0 0,-6 1 10 0 0,1 0 0 0 0,-1-1 0 0 0,1 1 1 0 0,-1 0-1 0 0,1 0 0 0 0,-1 0 0 0 0,1 1 0 0 0,-1-1 0 0 0,1 0 0 0 0,-1 1 0 0 0,1-1 0 0 0,-1 1 0 0 0,0-1 1 0 0,1 1-1 0 0,-1-1 0 0 0,0 1 0 0 0,1 0 0 0 0,-1 0 0 0 0,0 0 0 0 0,0 0 0 0 0,2 1 0 0 0,2 6 13 0 0,0 0-1 0 0,0 1 1 0 0,0 0-1 0 0,-1 0 0 0 0,-1 0 1 0 0,1 0-1 0 0,-1 0 0 0 0,-1 1 1 0 0,0-1-1 0 0,0 1 1 0 0,-1 0-1 0 0,0 0 0 0 0,-1 13 1 0 0,-2 24-1 0 0,0 34-1033 0 0,3-74 459 0 0,-1 0 0 0 0,1 1 0 0 0,1-1 0 0 0,-1 0 0 0 0,1 0 0 0 0,1 0 0 0 0,-1 0 0 0 0,6 9 1 0 0,0-4-2437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1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94 2204 0 0,'1'-6'1280'0'0,"0"-1"-1"0"0,-1 0 1 0 0,0 0-1 0 0,0 0 0 0 0,0 0 1 0 0,-1 0-1 0 0,-2-9 1 0 0,-9-8 693 0 0,11 22-1661 0 0,-16 11 332 0 0,8 2-566 0 0,2 1 1 0 0,0 0-1 0 0,0 0 1 0 0,1 0-1 0 0,0 1 1 0 0,1 0-1 0 0,-4 17 1 0 0,-2 12-24 0 0,-5 46 0 0 0,12-69-36 0 0,2 0 1 0 0,0 0 0 0 0,2 0-1 0 0,0 0 1 0 0,4 28-1 0 0,-3-42-9 0 0,0 0 1 0 0,0 1-1 0 0,1-1 0 0 0,0 0 0 0 0,0 0 0 0 0,1 0 1 0 0,-1 0-1 0 0,1 0 0 0 0,0 0 0 0 0,4 4 0 0 0,-4-6-1 0 0,0 0 0 0 0,0-1 1 0 0,0 1-1 0 0,0-1 0 0 0,0 1 0 0 0,1-1 0 0 0,-1 0 0 0 0,1 0 0 0 0,0-1 0 0 0,-1 1 0 0 0,1-1 0 0 0,0 0 0 0 0,0 0 0 0 0,0 0 0 0 0,6 0 1 0 0,-2 0 0 0 0,0-1 0 0 0,0-1 0 0 0,0 1 1 0 0,0-1-1 0 0,0 0 0 0 0,-1-1 1 0 0,1 0-1 0 0,0 0 0 0 0,-1-1 1 0 0,1 0-1 0 0,-1 0 0 0 0,0-1 1 0 0,0 0-1 0 0,0 0 0 0 0,0-1 1 0 0,-1 0-1 0 0,0 0 0 0 0,0 0 1 0 0,10-12-1 0 0,-3 2 15 0 0,-1-1 0 0 0,0-1 1 0 0,-1 0-1 0 0,-1 0 0 0 0,0-1 1 0 0,12-33-1 0 0,-19 41-19 0 0,0 0-1 0 0,0-1 1 0 0,-1 1-1 0 0,0-1 1 0 0,-1 0 0 0 0,0 1-1 0 0,-1-1 1 0 0,0 0 0 0 0,0 1-1 0 0,-1-1 1 0 0,-3-11 0 0 0,2 15-8 0 0,0-1 0 0 0,0 1 1 0 0,-1-1-1 0 0,0 1 0 0 0,0 0 0 0 0,-1 0 1 0 0,0 0-1 0 0,0 1 0 0 0,0-1 1 0 0,-1 1-1 0 0,0 0 0 0 0,-1 0 1 0 0,1 1-1 0 0,-1-1 0 0 0,-11-7 1 0 0,12 10-2 0 0,0 0 1 0 0,0 0-1 0 0,0 1 1 0 0,0 0 0 0 0,0 0-1 0 0,-1 0 1 0 0,1 1 0 0 0,-1-1-1 0 0,1 1 1 0 0,-1 1 0 0 0,0-1-1 0 0,-9 1 1 0 0,6 1 4 0 0,0 0 1 0 0,1 0-1 0 0,-1 1 1 0 0,1 1-1 0 0,-1-1 1 0 0,1 1-1 0 0,-13 7 1 0 0,6-2 1 0 0,0 1 0 0 0,1 1 1 0 0,0 0-1 0 0,0 1 1 0 0,1 1-1 0 0,1 0 0 0 0,-20 24 1 0 0,26-27-185 0 0,0-1 0 0 0,0 2 0 0 0,1-1 0 0 0,0 1 0 0 0,1-1 0 0 0,0 1 0 0 0,0 0 0 0 0,1 1 0 0 0,-2 13 0 0 0,4-19-207 0 0,0 0 0 0 0,1 0 0 0 0,-1 0 0 0 0,1 0 0 0 0,1 0 0 0 0,-1 1 0 0 0,1-1 0 0 0,0-1 0 0 0,0 1 0 0 0,0 0 0 0 0,0 0 0 0 0,1 0 0 0 0,0 0-1 0 0,0-1 1 0 0,0 1 0 0 0,1-1 0 0 0,0 0 0 0 0,-1 0 0 0 0,2 0 0 0 0,-1 0 0 0 0,6 6 0 0 0,10 3-3824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4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783 174 1964 0 0,'1'-3'392'0'0,"0"0"0"0"0,1 1-1 0 0,-1-1 1 0 0,0 0 0 0 0,0 0-1 0 0,-1 0 1 0 0,1 0 0 0 0,-1 0-1 0 0,1 0 1 0 0,-1 0 0 0 0,0 0-1 0 0,0 0 1 0 0,0 0 0 0 0,-1 0-1 0 0,1 1 1 0 0,-1-1 0 0 0,1 0-1 0 0,-1 0 1 0 0,-2-4 0 0 0,2 5-233 0 0,0-1 0 0 0,-1 1 0 0 0,1 0 0 0 0,-1 0 0 0 0,0 0 0 0 0,0 0 0 0 0,0 0 0 0 0,0 0 0 0 0,0 1 0 0 0,0-1 0 0 0,0 1 0 0 0,-1-1 0 0 0,1 1 0 0 0,-4-2 0 0 0,1 2-45 0 0,1-1-1 0 0,-1 1 1 0 0,0-1-1 0 0,1 1 0 0 0,-1 1 1 0 0,0-1-1 0 0,0 1 1 0 0,0-1-1 0 0,0 2 1 0 0,0-1-1 0 0,0 0 1 0 0,-7 2-1 0 0,4 1-21 0 0,0-1-1 0 0,0 1 1 0 0,1 0 0 0 0,-1 1-1 0 0,1 0 1 0 0,-13 8-1 0 0,5-1-34 0 0,1 1 0 0 0,0 0 0 0 0,1 1 0 0 0,1 1 0 0 0,-22 29 0 0 0,17-17-23 0 0,0 0 0 0 0,2 2 0 0 0,-20 50 0 0 0,29-63-27 0 0,1 1 1 0 0,1-1-1 0 0,1 1 0 0 0,0 0 1 0 0,1 0-1 0 0,0 0 1 0 0,1 0-1 0 0,1 0 0 0 0,3 19 1 0 0,-3-31-6 0 0,1 0-1 0 0,0 0 1 0 0,0 0 0 0 0,0 0 0 0 0,0 0 0 0 0,1 0 0 0 0,0 0 0 0 0,0 0-1 0 0,0-1 1 0 0,0 1 0 0 0,0 0 0 0 0,1-1 0 0 0,0 0 0 0 0,-1 0 0 0 0,1 0-1 0 0,0 0 1 0 0,1 0 0 0 0,-1 0 0 0 0,0-1 0 0 0,1 0 0 0 0,7 4 0 0 0,-6-4-48 0 0,0 0 1 0 0,0-1 0 0 0,0 0-1 0 0,0 0 1 0 0,0 0 0 0 0,0 0-1 0 0,1-1 1 0 0,-1 0 0 0 0,0 0-1 0 0,0-1 1 0 0,1 1 0 0 0,-1-1 0 0 0,0 0-1 0 0,0 0 1 0 0,0-1 0 0 0,0 0-1 0 0,6-2 1 0 0,0-2-50 0 0,0 0 0 0 0,-1 0 0 0 0,0-1 0 0 0,0-1 1 0 0,0 0-1 0 0,-1 0 0 0 0,-1 0 0 0 0,1-1 0 0 0,-1-1 0 0 0,-1 1 0 0 0,0-1 0 0 0,0 0 1 0 0,8-17-1 0 0,-7 9 167 0 0,0-1 0 0 0,-1 0 1 0 0,-1 0-1 0 0,-1 0 0 0 0,0-1 1 0 0,-2 1-1 0 0,2-32 1 0 0,-1-47 1218 0 0,-4 95-1188 0 0,-1 4-92 0 0,-1 0-1 0 0,1 0 1 0 0,-1 1 0 0 0,1-1-1 0 0,-1 0 1 0 0,1 1-1 0 0,0-1 1 0 0,0 1-1 0 0,0-1 1 0 0,0 1-1 0 0,0 0 1 0 0,0-1-1 0 0,0 1 1 0 0,1 0 0 0 0,-1 0-1 0 0,0 2 1 0 0,-9 32 12 0 0,2 0 0 0 0,1 0 0 0 0,-3 65 0 0 0,6-58 9 0 0,-32 697 555 0 0,26-414-362 0 0,10-305-191 0 0,-16 185 156 0 0,13-183 124 0 0,-2 0 0 0 0,0-1 1 0 0,-2 1-1 0 0,0-1 0 0 0,-1 0 1 0 0,-20 35-1 0 0,25-52-216 0 0,0-1-1 0 0,0 1 1 0 0,0-1-1 0 0,-1 1 1 0 0,0-1-1 0 0,1 0 1 0 0,-2-1-1 0 0,1 1 1 0 0,0-1 0 0 0,-1 0-1 0 0,1 0 1 0 0,-1 0-1 0 0,0 0 1 0 0,0-1-1 0 0,-9 3 1 0 0,6-3-11 0 0,0-1 0 0 0,0 1-1 0 0,0-2 1 0 0,0 1 0 0 0,0-1 0 0 0,0 0-1 0 0,0-1 1 0 0,0 0 0 0 0,0 0 0 0 0,-10-4 0 0 0,-3-1 70 0 0,0-1 1 0 0,1-2-1 0 0,0 0 1 0 0,0-1-1 0 0,1 0 1 0 0,-35-27 0 0 0,27 15-32 0 0,0-1 1 0 0,2-2 0 0 0,-36-43 0 0 0,52 56-111 0 0,0 0 0 0 0,1 0 0 0 0,1 0 1 0 0,0-1-1 0 0,0 0 0 0 0,1-1 0 0 0,1 1 1 0 0,1-1-1 0 0,-5-19 0 0 0,7 21-15 0 0,1 0-1 0 0,0 0 1 0 0,1 0-1 0 0,0 0 1 0 0,1 0-1 0 0,0 0 1 0 0,1 1-1 0 0,0-1 1 0 0,1 0-1 0 0,0 1 1 0 0,8-20-1 0 0,3 3-44 0 0,1 1-1 0 0,1 1 1 0 0,1 0-1 0 0,2 1 1 0 0,0 1-1 0 0,31-30 0 0 0,147-116-904 0 0,73-28-914 0 0,45-36-746 0 0,-245 175 2095 0 0,-2-2-1 0 0,77-90 1 0 0,-131 133 510 0 0,0-1 1 0 0,-1 0 0 0 0,0-1 0 0 0,-2 0-1 0 0,0-1 1 0 0,-2 0 0 0 0,10-32-1 0 0,-15 41 87 0 0,-2 0 0 0 0,1 0-1 0 0,-2 0 1 0 0,1 0 0 0 0,-2 0-1 0 0,-1-23 1 0 0,0 27-29 0 0,0 0 0 0 0,-1 0 0 0 0,0 0 0 0 0,-1 0 0 0 0,1 0 0 0 0,-1 1 1 0 0,-1-1-1 0 0,1 1 0 0 0,-2 0 0 0 0,1 0 0 0 0,-6-7 0 0 0,9 13-52 0 0,0 0 0 0 0,0 0-1 0 0,0-1 1 0 0,0 1 0 0 0,-1 0 0 0 0,1 0-1 0 0,0 0 1 0 0,-1 0 0 0 0,1 1 0 0 0,-1-1-1 0 0,1 0 1 0 0,0 1 0 0 0,-1-1-1 0 0,0 1 1 0 0,1-1 0 0 0,-1 1 0 0 0,1-1-1 0 0,-1 1 1 0 0,0 0 0 0 0,-1 0 0 0 0,-1 0-1 0 0,1 1 1 0 0,0 0 0 0 0,-1-1 0 0 0,1 1 0 0 0,0 0-1 0 0,0 1 1 0 0,0-1 0 0 0,0 0 0 0 0,-4 4 0 0 0,-3 1 11 0 0,1 1 0 0 0,1 0 1 0 0,-1 1-1 0 0,-13 15 1 0 0,7-3-8 0 0,0 1 1 0 0,1 0 0 0 0,2 1 0 0 0,0 0 0 0 0,1 1 0 0 0,-13 40 0 0 0,18-44-10 0 0,0 1 1 0 0,2-1-1 0 0,0 1 0 0 0,1 1 0 0 0,2-1 1 0 0,0 0-1 0 0,0 0 0 0 0,5 35 1 0 0,-2-48 12 0 0,-1 0 0 0 0,1 1 0 0 0,0-1 0 0 0,0 0 0 0 0,1-1 0 0 0,0 1 0 0 0,0 0 0 0 0,1-1 0 0 0,0 1 0 0 0,0-1 0 0 0,1 0 0 0 0,-1-1 0 0 0,1 1 0 0 0,0-1 1 0 0,1 0-1 0 0,-1 0 0 0 0,1 0 0 0 0,0-1 0 0 0,11 6 0 0 0,-9-6-23 0 0,0-1 1 0 0,0 0-1 0 0,0 0 0 0 0,0-1 1 0 0,0 0-1 0 0,1-1 0 0 0,-1 0 1 0 0,1 0-1 0 0,-1-1 0 0 0,0 0 1 0 0,1 0-1 0 0,-1-1 0 0 0,1 0 1 0 0,-1-1-1 0 0,0 0 0 0 0,0 0 1 0 0,9-3-1 0 0,1-3-104 0 0,-1-1 0 0 0,1 0 0 0 0,-2-1-1 0 0,0-1 1 0 0,0-1 0 0 0,-1 0 0 0 0,0-1 0 0 0,-1 0 0 0 0,16-20 0 0 0,-3 0 61 0 0,-2-1 0 0 0,-1-1 1 0 0,24-46-1 0 0,-39 61 206 0 0,-5 12-106 0 0,0 0 0 0 0,0 0 0 0 0,1 0 1 0 0,0 0-1 0 0,10-11 0 0 0,-9 13-54 0 0,-5 6 11 0 0,-1 0-1 0 0,0 1 0 0 0,1-1 1 0 0,-1 0-1 0 0,1 0 1 0 0,-1 0-1 0 0,1 0 1 0 0,-1 1-1 0 0,0-1 1 0 0,1 0-1 0 0,-1 0 1 0 0,0 1-1 0 0,1-1 1 0 0,-1 0-1 0 0,0 0 1 0 0,1 1-1 0 0,-1-1 1 0 0,0 0-1 0 0,1 1 0 0 0,-1-1 1 0 0,0 1-1 0 0,0-1 1 0 0,0 0-1 0 0,1 1 1 0 0,-1-1-1 0 0,0 1 1 0 0,0-1-1 0 0,0 1 1 0 0,0-1-1 0 0,0 1 1 0 0,5 12 4 0 0,0 7-8 0 0,0 0 0 0 0,-2 0 0 0 0,0 0 0 0 0,-2 0 0 0 0,0 24 0 0 0,0-2-1 0 0,4 65 237 0 0,-1-89-45 0 0,-4-15-62 0 0,1-2 6 0 0,-1-1-125 0 0,0 0 0 0 0,-1 1 0 0 0,1-1 0 0 0,0 0 0 0 0,0 0-1 0 0,0 1 1 0 0,0-1 0 0 0,0 0 0 0 0,1 1 0 0 0,-1-1 0 0 0,0 0 0 0 0,0 0 0 0 0,0 1 0 0 0,0-1 0 0 0,0 0 0 0 0,0 0 0 0 0,0 1 0 0 0,0-1 0 0 0,1 0 0 0 0,-1 0 0 0 0,0 0-1 0 0,0 1 1 0 0,0-1 0 0 0,0 0 0 0 0,1 0 0 0 0,-1 0 0 0 0,0 0 0 0 0,0 1 0 0 0,1-1 0 0 0,-1 0 0 0 0,0 0 0 0 0,11-15 28 0 0,-1 0-1 0 0,-1-1 1 0 0,-1 0 0 0 0,7-17 0 0 0,-4 8-24 0 0,14-22 0 0 0,68-88-208 0 0,-92 134 193 0 0,0 0 0 0 0,-1 0 0 0 0,1 0 0 0 0,0 0 1 0 0,-1 0-1 0 0,1 0 0 0 0,0 0 0 0 0,0 0 1 0 0,0 0-1 0 0,0 0 0 0 0,0 0 0 0 0,0 0 1 0 0,0 1-1 0 0,0-1 0 0 0,1 0 0 0 0,-1 1 1 0 0,0-1-1 0 0,0 1 0 0 0,0-1 0 0 0,1 1 1 0 0,-1 0-1 0 0,0 0 0 0 0,0-1 0 0 0,1 1 1 0 0,-1 0-1 0 0,0 0 0 0 0,1 0 0 0 0,-1 0 0 0 0,0 1 1 0 0,1-1-1 0 0,-1 0 0 0 0,0 0 0 0 0,0 1 1 0 0,1-1-1 0 0,-1 1 0 0 0,0-1 0 0 0,0 1 1 0 0,0-1-1 0 0,0 1 0 0 0,0 0 0 0 0,0 0 1 0 0,1 0-1 0 0,-2-1 0 0 0,1 1 0 0 0,0 0 1 0 0,0 0-1 0 0,0 0 0 0 0,1 2 0 0 0,2 3 0 0 0,0 0-1 0 0,0 0 1 0 0,0 1-1 0 0,-1 0 1 0 0,0-1-1 0 0,0 1 0 0 0,1 8 1 0 0,2 12 26 0 0,3 37 0 0 0,-7-41-3 0 0,2 0 0 0 0,10 38 0 0 0,-13-57-9 0 0,1 0 0 0 0,-1 1 0 0 0,1-1 0 0 0,0 0 0 0 0,1 0-1 0 0,-1-1 1 0 0,1 1 0 0 0,0 0 0 0 0,-1-1 0 0 0,2 0 0 0 0,-1 1 0 0 0,0-1 0 0 0,1-1 0 0 0,-1 1-1 0 0,1 0 1 0 0,0-1 0 0 0,0 0 0 0 0,0 0 0 0 0,0 0 0 0 0,7 2 0 0 0,-5-2-18 0 0,0-1-1 0 0,1 0 1 0 0,-1 0 0 0 0,1-1 0 0 0,-1 1 0 0 0,1-1-1 0 0,0-1 1 0 0,-1 0 0 0 0,1 0 0 0 0,-1 0-1 0 0,0 0 1 0 0,1-1 0 0 0,10-5 0 0 0,4-2-113 0 0,1-2 1 0 0,-2-1-1 0 0,1 0 1 0 0,-2-2-1 0 0,1 0 0 0 0,-2-1 1 0 0,26-27-1 0 0,-33 29 178 0 0,1 0 0 0 0,-2 0 0 0 0,0-1 0 0 0,0-1 0 0 0,-2 1 1 0 0,1-1-1 0 0,-2-1 0 0 0,0 0 0 0 0,-1 0 0 0 0,-1 0 0 0 0,5-22 0 0 0,-9 29 105 0 0,0 0-1 0 0,0 0 1 0 0,-1 0 0 0 0,0 0-1 0 0,0 0 1 0 0,-1 0 0 0 0,0 0-1 0 0,-1 0 1 0 0,0 0 0 0 0,0 0-1 0 0,-1 0 1 0 0,0 1 0 0 0,-6-11-1 0 0,8 18-157 0 0,1 1 0 0 0,-1-1 0 0 0,1 0 0 0 0,-1 1 0 0 0,0-1-1 0 0,0 0 1 0 0,1 1 0 0 0,-1-1 0 0 0,0 1 0 0 0,0 0 0 0 0,0-1-1 0 0,1 1 1 0 0,-1 0 0 0 0,0-1 0 0 0,0 1 0 0 0,0 0 0 0 0,0 0-1 0 0,0 0 1 0 0,0 0 0 0 0,0 0 0 0 0,0 0 0 0 0,1 0 0 0 0,-1 0-1 0 0,0 0 1 0 0,0 0 0 0 0,0 0 0 0 0,0 0 0 0 0,0 1 0 0 0,-1-1-1 0 0,-23 12 20 0 0,16-5-11 0 0,1 1-1 0 0,-1 0 1 0 0,1 0-1 0 0,0 1 0 0 0,1-1 1 0 0,-8 14-1 0 0,-33 62 7 0 0,38-64-11 0 0,0 1 1 0 0,2 1-1 0 0,0-1 1 0 0,1 1 0 0 0,2 0-1 0 0,0 1 1 0 0,1 0-1 0 0,1-1 1 0 0,2 1-1 0 0,1 32 1 0 0,0-49-38 0 0,1-1-1 0 0,-1 0 0 0 0,2 0 1 0 0,-1 0-1 0 0,0 0 1 0 0,1 0-1 0 0,0-1 1 0 0,0 1-1 0 0,1 0 1 0 0,-1-1-1 0 0,1 1 1 0 0,0-1-1 0 0,0 0 1 0 0,0 0-1 0 0,1 0 0 0 0,0-1 1 0 0,-1 1-1 0 0,1-1 1 0 0,0 0-1 0 0,1 0 1 0 0,7 5-1 0 0,-3-4-184 0 0,0-1 0 0 0,0 0-1 0 0,0 0 1 0 0,0-1 0 0 0,1 0 0 0 0,-1 0-1 0 0,1-1 1 0 0,0 0 0 0 0,-1-1 0 0 0,19-2-1 0 0,-4-1-243 0 0,0-1 0 0 0,0-1 1 0 0,-1-2-1 0 0,0 0 0 0 0,0-1 0 0 0,-1-2 0 0 0,0 0 0 0 0,-1-1 0 0 0,0-1 0 0 0,-1-1 0 0 0,25-21 0 0 0,-24 17 500 0 0,-2 0 1 0 0,0-2-1 0 0,-1 0 1 0 0,0-1-1 0 0,-2-1 0 0 0,-1-1 1 0 0,0 0-1 0 0,-2-1 1 0 0,0 0-1 0 0,10-31 1 0 0,-16 36 780 0 0,-2 0 0 0 0,0 0 0 0 0,-1-1 0 0 0,-1 0 1 0 0,2-32-1 0 0,-5 49-713 0 0,-1 3-101 0 0,0-1 0 0 0,1 0 0 0 0,-1 0 0 0 0,0 1 1 0 0,1-1-1 0 0,-1 1 0 0 0,0-1 0 0 0,1 0 0 0 0,-1 1 0 0 0,1-1 0 0 0,-1 1 0 0 0,0 0 0 0 0,1-1 0 0 0,-1 1 0 0 0,1-1 1 0 0,0 1-1 0 0,-1 0 0 0 0,1-1 0 0 0,0 1 0 0 0,-1 0 0 0 0,1-1 0 0 0,-1 2 0 0 0,-6 21 64 0 0,5-17-67 0 0,-6 21 5 0 0,0 0 0 0 0,2 1 0 0 0,1-1-1 0 0,1 1 1 0 0,1 1 0 0 0,2-1 0 0 0,2 35 0 0 0,-1-58 4 0 0,1 1 0 0 0,0-1-1 0 0,0 0 1 0 0,1 0 0 0 0,-1 0 0 0 0,1 0-1 0 0,0 0 1 0 0,0 0 0 0 0,1-1 0 0 0,0 1-1 0 0,-1-1 1 0 0,2 1 0 0 0,-1-1 0 0 0,0 0-1 0 0,1 0 1 0 0,7 6 0 0 0,-7-8-1 0 0,0 1 1 0 0,0-1 0 0 0,0 0-1 0 0,1 0 1 0 0,-1 0-1 0 0,1 0 1 0 0,-1-1-1 0 0,1 0 1 0 0,0 0 0 0 0,-1 0-1 0 0,1 0 1 0 0,0-1-1 0 0,0 0 1 0 0,0 0-1 0 0,0 0 1 0 0,-1 0 0 0 0,9-3-1 0 0,-6 1 1 0 0,1 0 0 0 0,-1-1 0 0 0,0 0 1 0 0,0-1-1 0 0,0 1 0 0 0,0-1 0 0 0,-1 0 0 0 0,0-1 0 0 0,0 0 0 0 0,0 0 0 0 0,0 0 0 0 0,-1-1 0 0 0,1 0 0 0 0,-2 0 0 0 0,1 0 1 0 0,-1 0-1 0 0,0-1 0 0 0,6-11 0 0 0,-4 6-7 0 0,-1 0 0 0 0,-1 0 0 0 0,0-1 0 0 0,0 1 0 0 0,-1-1 1 0 0,0 0-1 0 0,-2 1 0 0 0,1-1 0 0 0,-1 0 0 0 0,-2-17 0 0 0,0 17-7 0 0,-2 0-1 0 0,1 0 1 0 0,-2 1-1 0 0,0-1 1 0 0,0 1-1 0 0,-1 0 1 0 0,0 0-1 0 0,-11-15 1 0 0,12 20-1 0 0,0 1 0 0 0,0 0-1 0 0,-1 0 1 0 0,0 0 0 0 0,0 0 0 0 0,-1 1 0 0 0,0 0 0 0 0,0 0 0 0 0,0 0-1 0 0,0 1 1 0 0,-1 0 0 0 0,1 0 0 0 0,-1 0 0 0 0,0 1 0 0 0,-10-3 0 0 0,11 5-2 0 0,0 0 1 0 0,1 1-1 0 0,-1 0 1 0 0,0 0-1 0 0,0 0 1 0 0,1 0 0 0 0,-1 1-1 0 0,0 0 1 0 0,1 0-1 0 0,-1 1 1 0 0,1-1-1 0 0,-1 1 1 0 0,1 1 0 0 0,0-1-1 0 0,0 1 1 0 0,0 0-1 0 0,0 0 1 0 0,-8 7-1 0 0,9-8 1 0 0,1 1 0 0 0,0 0 0 0 0,0 0 0 0 0,0 1 0 0 0,0-1 0 0 0,0 1 0 0 0,1-1 0 0 0,-1 1 0 0 0,1 0 0 0 0,0 0 0 0 0,0 0 0 0 0,1 0 0 0 0,-1 0 0 0 0,1 0 0 0 0,0 0 0 0 0,0 0 0 0 0,0 1 0 0 0,0-1 0 0 0,1 0 0 0 0,0 1 0 0 0,0-1 0 0 0,0 1 0 0 0,1-1 0 0 0,1 9 0 0 0,0-8-69 0 0,0 0-1 0 0,1 0 1 0 0,-1 0-1 0 0,1-1 1 0 0,1 1 0 0 0,-1 0-1 0 0,0-1 1 0 0,1 0 0 0 0,0 0-1 0 0,0 0 1 0 0,0-1 0 0 0,1 1-1 0 0,-1-1 1 0 0,1 0 0 0 0,0 0-1 0 0,0-1 1 0 0,0 1-1 0 0,0-1 1 0 0,0 0 0 0 0,10 2-1 0 0,3 1-358 0 0,1-1 0 0 0,-1-1 0 0 0,1 0 0 0 0,34 0 0 0 0,-27-4 108 0 0,0 0 1 0 0,0-1-1 0 0,-1-2 1 0 0,1 0-1 0 0,-1-2 1 0 0,0-1-1 0 0,25-10 1 0 0,-35 10 492 0 0,0 0 0 0 0,0-1 0 0 0,-1 0 0 0 0,0-1 1 0 0,-1-1-1 0 0,0 0 0 0 0,0-1 0 0 0,-1 0 0 0 0,-1-1 1 0 0,0-1-1 0 0,0 1 0 0 0,9-17 0 0 0,-13 18 422 0 0,-1 1 0 0 0,0-1 0 0 0,4-15 0 0 0,-9 24-311 0 0,-2 20-219 0 0,-1 0 0 0 0,-1-1 1 0 0,0 1-1 0 0,-7 17 0 0 0,-5 31-24 0 0,10-38-18 0 0,-10 87 39 0 0,14-97-15 0 0,0 0 0 0 0,1 1-1 0 0,2-1 1 0 0,3 24 0 0 0,-4-38-31 0 0,0 0 1 0 0,1 0-1 0 0,-1 0 0 0 0,1 0 1 0 0,0-1-1 0 0,0 1 0 0 0,0 0 1 0 0,3 3-1 0 0,-4-5-4 0 0,1 0 0 0 0,-1 0 0 0 0,1-1 0 0 0,-1 1 1 0 0,1-1-1 0 0,0 1 0 0 0,0-1 0 0 0,0 0 0 0 0,0 0 0 0 0,0 0 0 0 0,0 0 0 0 0,0 0 0 0 0,0 0 1 0 0,0 0-1 0 0,0 0 0 0 0,0-1 0 0 0,1 1 0 0 0,-1-1 0 0 0,3 0 0 0 0,2 0-19 0 0,-1 0-1 0 0,1-1 1 0 0,0 0-1 0 0,-1-1 1 0 0,1 1 0 0 0,-1-1-1 0 0,1-1 1 0 0,-1 1-1 0 0,0-1 1 0 0,9-5-1 0 0,-5 2-76 0 0,-1-1-1 0 0,1-1 1 0 0,-1 1 0 0 0,0-2-1 0 0,10-12 1 0 0,0-4-119 0 0,-1 0 1 0 0,-1-2-1 0 0,25-52 1 0 0,24-92 2846 0 0,-65 168-2605 0 0,0-7-9 0 0,2 17 6 0 0,1 16 20 0 0,-13 116 31 0 0,5-99-95 0 0,1 1-1 0 0,5 78 1 0 0,-2-114-221 0 0,1 0 1 0 0,0-1-1 0 0,0 1 1 0 0,0 0-1 0 0,0-1 0 0 0,1 1 1 0 0,0-1-1 0 0,0 0 0 0 0,0 1 1 0 0,0-1-1 0 0,1 0 1 0 0,0 0-1 0 0,4 5 0 0 0,-5-7-7 0 0,0-1 0 0 0,1 1 0 0 0,-1 0 0 0 0,1-1 0 0 0,-1 1-1 0 0,1-1 1 0 0,-1 0 0 0 0,1 0 0 0 0,0 0 0 0 0,-1 0 0 0 0,1-1 0 0 0,0 1-1 0 0,0-1 1 0 0,0 1 0 0 0,0-1 0 0 0,-1 0 0 0 0,1 0 0 0 0,0 0 0 0 0,0-1-1 0 0,0 1 1 0 0,0-1 0 0 0,-1 0 0 0 0,5-1 0 0 0,15-6-2594 0 0,3-4-827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384 151 420 0 0,'5'-10'1569'0'0,"1"0"0"0"0,-1 0 1 0 0,-1 0-1 0 0,0 0 0 0 0,0-1 0 0 0,4-19 0 0 0,-8 28-1449 0 0,0 0-1 0 0,0-1 1 0 0,0 1-1 0 0,0 0 1 0 0,0-1-1 0 0,-1 1 1 0 0,1 0-1 0 0,-1-1 1 0 0,0 1-1 0 0,1 0 0 0 0,-1 0 1 0 0,0 0-1 0 0,0-1 1 0 0,-1 1-1 0 0,1 0 1 0 0,0 0-1 0 0,-1 1 1 0 0,1-1-1 0 0,-1 0 1 0 0,1 0-1 0 0,-1 1 1 0 0,0-1-1 0 0,0 1 0 0 0,0-1 1 0 0,1 1-1 0 0,-2 0 1 0 0,1 0-1 0 0,0 0 1 0 0,0 0-1 0 0,0 0 1 0 0,0 0-1 0 0,-1 1 1 0 0,1-1-1 0 0,0 1 1 0 0,0 0-1 0 0,-1-1 0 0 0,1 1 1 0 0,-1 0-1 0 0,-3 1 1 0 0,-5 0-41 0 0,1 1 0 0 0,0 0 1 0 0,-1 1-1 0 0,1 0 0 0 0,0 1 1 0 0,1 0-1 0 0,-13 7 0 0 0,17-8-64 0 0,0 0 1 0 0,1 0-1 0 0,-1 1 0 0 0,1-1 0 0 0,0 1 1 0 0,0 0-1 0 0,0 1 0 0 0,1-1 0 0 0,0 0 1 0 0,-1 1-1 0 0,2 0 0 0 0,-1 0 0 0 0,0 0 1 0 0,1 0-1 0 0,0 0 0 0 0,-2 9 0 0 0,2-5 6 0 0,1-1-1 0 0,0 1 1 0 0,1 0-1 0 0,0 0 0 0 0,0 0 1 0 0,1 0-1 0 0,0-1 1 0 0,0 1-1 0 0,1 0 1 0 0,0-1-1 0 0,6 16 1 0 0,5 5 100 0 0,30 53 1 0 0,-36-70-98 0 0,24 37 44 0 0,-19-32 17 0 0,-1 1 0 0 0,-1 1 1 0 0,14 32-1 0 0,-21-21 495 0 0,-3-29-566 0 0,0 0 0 0 0,0 0-1 0 0,0 0 1 0 0,0 0-1 0 0,0 0 1 0 0,0 0 0 0 0,0 0-1 0 0,-1 0 1 0 0,1 0-1 0 0,0 0 1 0 0,-1 0 0 0 0,1 0-1 0 0,-1 0 1 0 0,1 0-1 0 0,-1 0 1 0 0,0 0 0 0 0,1 0-1 0 0,-2 1 1 0 0,0 1 25 0 0,-1 0-13 0 0,1 0-1 0 0,0 0 0 0 0,-1-1 1 0 0,1 1-1 0 0,-1-1 1 0 0,0 1-1 0 0,0-1 0 0 0,0 0 1 0 0,0 0-1 0 0,0 0 0 0 0,0 0 1 0 0,0-1-1 0 0,-1 0 0 0 0,-4 2 1 0 0,-1 0-7 0 0,-1 0 1 0 0,1-1-1 0 0,-20 2 0 0 0,2-3-940 0 0,0-1-1 0 0,-48-6 1 0 0,-10-10-6229 0 0,44 6 134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5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460 293 2664 0 0,'-4'0'2086'0'0,"-14"0"1360"0"0,-2 0-1013 0 0,16 0-1548 0 0,1 0-192 0 0,-32 0 1534 0 0,35 0-2222 0 0,0 0 1 0 0,0 0-1 0 0,0 0 0 0 0,0 0 0 0 0,0 0 1 0 0,0 0-1 0 0,0 0 0 0 0,1 0 0 0 0,-1 1 1 0 0,0-1-1 0 0,0 0 0 0 0,0 0 0 0 0,0 0 1 0 0,0 0-1 0 0,0 0 0 0 0,0 0 0 0 0,0 1 1 0 0,0-1-1 0 0,0 0 0 0 0,0 0 0 0 0,0 0 1 0 0,0 0-1 0 0,0 0 0 0 0,0 1 0 0 0,0-1 1 0 0,0 0-1 0 0,0 0 0 0 0,0 0 0 0 0,0 0 1 0 0,0 0-1 0 0,0 0 0 0 0,0 1 1 0 0,0-1-1 0 0,-1 0 0 0 0,1 0 0 0 0,0 0 1 0 0,0 0-1 0 0,0 0 0 0 0,0 0 0 0 0,0 0 1 0 0,0 1-1 0 0,0-1 0 0 0,0 0 0 0 0,-1 0 1 0 0,1 0-1 0 0,0 0 0 0 0,0 0 0 0 0,0 0 1 0 0,0 0-1 0 0,0 0 0 0 0,0 0 0 0 0,-1 0 1 0 0,1 0-1 0 0,0 0 0 0 0,0 0 0 0 0,0 0 1 0 0,0 0-1 0 0,0 0 0 0 0,0 0 1 0 0,-1 0-1 0 0,1 0 0 0 0,0 0 0 0 0,0 0 1 0 0,0 0-1 0 0,9 8 182 0 0,-7-7-213 0 0,0 0 102 0 0,3-1-52 0 0,1 0 0 0 0,-1 0 1 0 0,0 0-1 0 0,0-1 1 0 0,0 1-1 0 0,0-1 0 0 0,-1-1 1 0 0,1 1-1 0 0,7-3 0 0 0,0-1 32 0 0,-1 1 1 0 0,21-13-1 0 0,-25 12-43 0 0,-1 0-1 0 0,0 0 1 0 0,0 0 0 0 0,0-1 0 0 0,-1 0 0 0 0,0 0 0 0 0,0 0 0 0 0,-1-1 0 0 0,1 1-1 0 0,-1-1 1 0 0,-1 0 0 0 0,0 0 0 0 0,1-1 0 0 0,2-11 0 0 0,-4 10-6 0 0,0 0 0 0 0,0 0 0 0 0,-1-1 0 0 0,0 1 0 0 0,-1 0 0 0 0,0-1 0 0 0,0 1 0 0 0,-1 0 0 0 0,0-1-1 0 0,-1 1 1 0 0,-5-18 0 0 0,5 25-10 0 0,1-1 0 0 0,0 0 1 0 0,-1 0-1 0 0,0 1 0 0 0,0-1 0 0 0,0 1 0 0 0,0 0 0 0 0,0-1 0 0 0,0 1 0 0 0,0 0 0 0 0,-1 0 0 0 0,1 0 0 0 0,-1 1 0 0 0,1-1 0 0 0,-5-1 0 0 0,6 2 2 0 0,-6 0-19 0 0,-6 3 10 0 0,-1 1 1 0 0,1 0 0 0 0,-1 1-1 0 0,1 0 1 0 0,0 1-1 0 0,1 1 1 0 0,-1 0 0 0 0,1 0-1 0 0,0 1 1 0 0,0 1 0 0 0,-16 14-1 0 0,-6 7 13 0 0,2 2 1 0 0,-41 48-1 0 0,53-54 6 0 0,1-1-1 0 0,-30 55 1 0 0,41-64 4 0 0,1-1 1 0 0,1 1 0 0 0,0 0-1 0 0,2 0 1 0 0,-1 1-1 0 0,2-1 1 0 0,-4 27 0 0 0,7-38-6 0 0,0 1-1 0 0,0-1 1 0 0,0 0 0 0 0,1 0 0 0 0,-1 0 0 0 0,1 1-1 0 0,0-1 1 0 0,0 0 0 0 0,0 0 0 0 0,1 0 0 0 0,-1 0-1 0 0,1-1 1 0 0,0 1 0 0 0,0 0 0 0 0,1-1 0 0 0,-1 1-1 0 0,3 2 1 0 0,0-1 2 0 0,0-1-1 0 0,-1 0 1 0 0,2-1-1 0 0,-1 1 1 0 0,0-1-1 0 0,1 0 1 0 0,-1 0-1 0 0,1 0 0 0 0,0-1 1 0 0,8 2-1 0 0,8 1 5 0 0,0-1-1 0 0,0-1 0 0 0,0-2 0 0 0,0 0 0 0 0,30-2 0 0 0,-18-1-109 0 0,-1-2-1 0 0,0-1 0 0 0,1-1 1 0 0,-2-2-1 0 0,45-16 1 0 0,-73 23 87 0 0,-1-1-1 0 0,0 0 1 0 0,1 1 0 0 0,-1-1 0 0 0,0-1 0 0 0,0 1-1 0 0,0 0 1 0 0,4-5 0 0 0,-6 6 5 0 0,0 0 0 0 0,-1 0 0 0 0,1 0 0 0 0,0 0 0 0 0,-1 0 0 0 0,1 0 1 0 0,0 0-1 0 0,-1 0 0 0 0,0 0 0 0 0,1-1 0 0 0,-1 1 0 0 0,1 0 0 0 0,-1 0 0 0 0,0 0 0 0 0,0-1 0 0 0,0 1 0 0 0,0 0 0 0 0,0-1 0 0 0,0 1 1 0 0,0 0-1 0 0,0 0 0 0 0,-1-1 0 0 0,1 1 0 0 0,0 0 0 0 0,-1-2 0 0 0,0 2 1 0 0,0 0 0 0 0,0-1 0 0 0,0 1 0 0 0,0 0-1 0 0,0 0 1 0 0,-1 0 0 0 0,1 0 0 0 0,0 0 0 0 0,0 0 0 0 0,-1 0 0 0 0,1 0-1 0 0,-1 1 1 0 0,1-1 0 0 0,0 0 0 0 0,-1 1 0 0 0,0-1 0 0 0,1 1 0 0 0,-1 0 0 0 0,-2-1-1 0 0,-31-1-43 0 0,15 3 45 0 0,0 1 0 0 0,1 0 0 0 0,0 2 1 0 0,-1 1-1 0 0,1 0 0 0 0,0 1 0 0 0,1 1 0 0 0,0 1 0 0 0,0 0 0 0 0,-18 13 1 0 0,3-1 6 0 0,2 2 1 0 0,0 2 0 0 0,1 1 0 0 0,-31 34 0 0 0,37-34-35 0 0,-39 54-1 0 0,56-68 23 0 0,0 0-1 0 0,0 1 0 0 0,1 0 1 0 0,0 0-1 0 0,1 0 0 0 0,1 1 1 0 0,0 0-1 0 0,-3 13 0 0 0,7-22 12 0 0,-1 1 0 0 0,1-1 0 0 0,0 0 0 0 0,0 1 0 0 0,0-1 0 0 0,0 1 0 0 0,1-1 0 0 0,0 0-1 0 0,0 1 1 0 0,0-1 0 0 0,0 0 0 0 0,1 0 0 0 0,0 0 0 0 0,-1 0 0 0 0,1 0 0 0 0,4 5 0 0 0,-2-5 2 0 0,0 1 0 0 0,0 0 0 0 0,1-1 0 0 0,0 0 0 0 0,0 0 0 0 0,0 0 0 0 0,0-1 0 0 0,0 1 0 0 0,1-1 0 0 0,7 2 0 0 0,7 3-214 0 0,1-2-1 0 0,0-1 0 0 0,0 0 0 0 0,0-1 1 0 0,34 0-1 0 0,2-2-1671 0 0,0-4-1 0 0,0-1 1 0 0,106-22 0 0 0,-89 9-2071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388 160 1428 0 0,'-1'-8'791'0'0,"-1"-1"-1"0"0,0 1 0 0 0,-1 0 1 0 0,0 0-1 0 0,0 0 1 0 0,-1 0-1 0 0,1 1 0 0 0,-2 0 1 0 0,1-1-1 0 0,-1 1 1 0 0,-10-10-1 0 0,10 11-575 0 0,0 1 0 0 0,0 0 0 0 0,-1 0 1 0 0,1 1-1 0 0,-1 0 0 0 0,0 0 0 0 0,0 0 0 0 0,0 1 0 0 0,-1 0 1 0 0,1 0-1 0 0,-1 0 0 0 0,0 1 0 0 0,-13-3 0 0 0,12 5-189 0 0,0 0 0 0 0,1 0-1 0 0,-1 0 1 0 0,1 1 0 0 0,-1 0 0 0 0,1 1-1 0 0,0 0 1 0 0,-1 0 0 0 0,1 0-1 0 0,0 1 1 0 0,0 0 0 0 0,1 1-1 0 0,-1-1 1 0 0,0 1 0 0 0,1 1 0 0 0,0-1-1 0 0,0 1 1 0 0,1 0 0 0 0,-6 6-1 0 0,0 1 28 0 0,0 0 0 0 0,1 1 0 0 0,1 0-1 0 0,0 0 1 0 0,0 1 0 0 0,2 0 0 0 0,-11 26-1 0 0,15-32-45 0 0,1-1 0 0 0,0 1-1 0 0,0 0 1 0 0,0 0 0 0 0,1 0 0 0 0,0 0-1 0 0,1 0 1 0 0,-1 0 0 0 0,2 0-1 0 0,-1 0 1 0 0,1 0 0 0 0,0 1-1 0 0,5 13 1 0 0,-4-17-4 0 0,0 0-1 0 0,0 0 1 0 0,1 0-1 0 0,0-1 1 0 0,0 1-1 0 0,0-1 1 0 0,1 0-1 0 0,-1 0 1 0 0,1 0-1 0 0,0 0 1 0 0,0 0-1 0 0,0-1 1 0 0,1 0-1 0 0,-1 0 1 0 0,1 0 0 0 0,0 0-1 0 0,0-1 1 0 0,0 0-1 0 0,0 0 1 0 0,0 0-1 0 0,6 1 1 0 0,1 0-105 0 0,1-1 0 0 0,-1-1 0 0 0,0 0 1 0 0,1 0-1 0 0,-1-1 0 0 0,0-1 0 0 0,1 0 1 0 0,-1-1-1 0 0,0 0 0 0 0,0 0 0 0 0,0-2 0 0 0,0 1 1 0 0,-1-2-1 0 0,1 1 0 0 0,16-11 0 0 0,-14 7 182 0 0,-1 0 0 0 0,0-2 0 0 0,0 1 0 0 0,-1-2-1 0 0,-1 0 1 0 0,1 0 0 0 0,-2-1 0 0 0,0 0 0 0 0,0-1-1 0 0,-1 0 1 0 0,11-22 0 0 0,-14 24 260 0 0,0-1 415 0 0,0 0 0 0 0,8-24 1 0 0,-11 26-474 0 0,-1 13-65 0 0,-4 18-117 0 0,-106 569 1473 0 0,46 7-807 0 0,62-361-834 0 0,8-136-2721 0 0,-5-87 2159 0 0,0-2-1284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6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26 184 616 0 0,'-2'-94'9596'0'0,"0"7"-3828"0"0,2 85-5397 0 0,-1 4-274 0 0,-4 16-5 0 0,0 1 0 0 0,2 0 0 0 0,-2 31 0 0 0,2 60-32 0 0,3-109-59 0 0,0 0-1 0 0,5 114 77 0 0,-3-102-58 0 0,0 0 0 0 0,1-1 0 0 0,0 0 0 0 0,1 1 0 0 0,0-1 0 0 0,1 0 0 0 0,7 11 0 0 0,-11-20-30 0 0,0-1 0 0 0,1 1 1 0 0,0-1-1 0 0,0 1 0 0 0,0-1 1 0 0,0 0-1 0 0,0 0 1 0 0,0 0-1 0 0,1 0 0 0 0,-1 0 1 0 0,1-1-1 0 0,-1 1 1 0 0,1 0-1 0 0,-1-1 0 0 0,1 0 1 0 0,0 0-1 0 0,3 1 1 0 0,-1-1-44 0 0,-1 0 0 0 0,0-1 1 0 0,1 0-1 0 0,-1 0 0 0 0,0 0 1 0 0,1 0-1 0 0,-1-1 0 0 0,1 0 1 0 0,-1 0-1 0 0,7-2 1 0 0,0-1-58 0 0,-1-1 0 0 0,1 0 0 0 0,-1 0 0 0 0,-1-1-1 0 0,1-1 1 0 0,-1 1 0 0 0,0-2 0 0 0,10-10 0 0 0,-2-1 10 0 0,-1 0 0 0 0,-1-1 0 0 0,-1-1-1 0 0,-1 0 1 0 0,15-32 0 0 0,-7 4 1448 0 0,22-75 0 0 0,-27 70-305 0 0,-15 52-965 0 0,-3 24-17 0 0,-6 40-1 0 0,-1 11-10 0 0,8-57-282 0 0,1 0-1 0 0,0-1 0 0 0,2 1 1 0 0,0-1-1 0 0,0 1 1 0 0,7 18-1 0 0,-8-28-67 0 0,1-1-1 0 0,1 1 1 0 0,-1-1-1 0 0,1 1 1 0 0,-1-1 0 0 0,2 0-1 0 0,-1 0 1 0 0,0-1-1 0 0,1 1 1 0 0,0-1-1 0 0,0 1 1 0 0,0-1-1 0 0,1 0 1 0 0,0-1-1 0 0,-1 1 1 0 0,1-1-1 0 0,0 0 1 0 0,1 0-1 0 0,8 3 1 0 0,-7-4-293 0 0,-1 0-1 0 0,1 0 1 0 0,1 0-1 0 0,-1-1 1 0 0,0 0-1 0 0,0-1 1 0 0,0 1 0 0 0,9-2-1 0 0,10-4-2686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8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1187 1396 0 0,'6'-9'934'0'0,"-1"0"-1"0"0,0 0 1 0 0,-1 0 0 0 0,1-1-1 0 0,-2 1 1 0 0,0-1 0 0 0,0 0-1 0 0,0 0 1 0 0,0-15 0 0 0,-2 20-684 0 0,-1 0 0 0 0,0-1 0 0 0,0 1 0 0 0,0 0 0 0 0,-1-1 0 0 0,0 1 0 0 0,0 0 0 0 0,0 0 0 0 0,-1-1 0 0 0,0 1 1 0 0,0 0-1 0 0,0 1 0 0 0,-1-1 0 0 0,1 0 0 0 0,-1 1 0 0 0,0-1 0 0 0,0 1 0 0 0,-1 0 0 0 0,-6-7 0 0 0,7 9-222 0 0,0 0-1 0 0,1 0 1 0 0,-1 1-1 0 0,0-1 1 0 0,0 1-1 0 0,1-1 1 0 0,-1 1-1 0 0,0 0 1 0 0,0 0-1 0 0,-1 1 1 0 0,1-1-1 0 0,0 0 1 0 0,0 1-1 0 0,0 0 1 0 0,0 0-1 0 0,-1 0 1 0 0,1 0-1 0 0,0 0 1 0 0,0 1-1 0 0,0 0 1 0 0,0-1-1 0 0,0 1 1 0 0,0 0-1 0 0,0 0 1 0 0,0 1-1 0 0,0-1 1 0 0,0 1-1 0 0,0-1 1 0 0,1 1-1 0 0,-1 0 1 0 0,1 0-1 0 0,-1 0 1 0 0,-1 3 0 0 0,-6 5-23 0 0,0 0 0 0 0,0 1 0 0 0,2 1 0 0 0,-1 0 0 0 0,1 0 0 0 0,1 0 0 0 0,0 1 1 0 0,1 0-1 0 0,1 0 0 0 0,0 1 0 0 0,0-1 0 0 0,1 1 0 0 0,1 0 0 0 0,1 1 1 0 0,0-1-1 0 0,0 15 0 0 0,2-24-39 0 0,0-1-1 0 0,0 0 1 0 0,1 1 0 0 0,0-1 0 0 0,0 0-1 0 0,0 0 1 0 0,0 0 0 0 0,1 0 0 0 0,-1 0-1 0 0,1 0 1 0 0,0 0 0 0 0,0 0 0 0 0,1 0-1 0 0,-1-1 1 0 0,1 1 0 0 0,0-1 0 0 0,0 0 0 0 0,0 0-1 0 0,0 0 1 0 0,0 0 0 0 0,1-1 0 0 0,-1 1-1 0 0,1-1 1 0 0,0 0 0 0 0,0 0 0 0 0,0 0-1 0 0,0 0 1 0 0,0-1 0 0 0,0 0 0 0 0,0 0-1 0 0,0 0 1 0 0,1 0 0 0 0,-1 0 0 0 0,0-1-1 0 0,1 0 1 0 0,-1 0 0 0 0,0 0 0 0 0,9-2-1 0 0,-6 1-31 0 0,0-1 0 0 0,0 0 0 0 0,0 0-1 0 0,0-1 1 0 0,0 0 0 0 0,-1 0-1 0 0,1-1 1 0 0,-1 0 0 0 0,0 0-1 0 0,0 0 1 0 0,0-1 0 0 0,-1 1-1 0 0,9-10 1 0 0,3-6 66 0 0,-1 0 0 0 0,19-30 0 0 0,-23 30 814 0 0,-1 0 1 0 0,-1-1 0 0 0,10-27 0 0 0,-9 27-304 0 0,-5 18-404 0 0,-3 14-81 0 0,-3 13-35 0 0,3 102 50 0 0,-1-103-45 0 0,1 0 0 0 0,1-1 0 0 0,10 36 0 0 0,-12-54-61 0 0,0 1 1 0 0,0-1-1 0 0,0 1 1 0 0,1-1-1 0 0,3 6 1 0 0,-5-8-32 0 0,1-1 1 0 0,-1 1 0 0 0,0-1-1 0 0,1 1 1 0 0,-1-1 0 0 0,1 0-1 0 0,-1 0 1 0 0,1 0 0 0 0,-1 0-1 0 0,1 0 1 0 0,0 0 0 0 0,0 0-1 0 0,-1 0 1 0 0,1 0 0 0 0,0-1-1 0 0,0 1 1 0 0,0-1 0 0 0,3 1-1 0 0,2-2-81 0 0,-1 0 0 0 0,1 0-1 0 0,-1-1 1 0 0,0 0-1 0 0,0 0 1 0 0,1 0-1 0 0,-2-1 1 0 0,1 0-1 0 0,0 0 1 0 0,0 0-1 0 0,-1-1 1 0 0,0 1-1 0 0,0-2 1 0 0,0 1-1 0 0,0 0 1 0 0,-1-1-1 0 0,1 0 1 0 0,3-6-1 0 0,11-15-96 0 0,0 0 0 0 0,19-41 0 0 0,-32 57 220 0 0,23-48-84 0 0,-2 0-1 0 0,-3-2 1 0 0,-2 0-1 0 0,22-105 0 0 0,-26 70 1186 0 0,-5-1 0 0 0,3-137 0 0 0,-15 149 890 0 0,-4 1-1 0 0,-16-92 1 0 0,19 175-1931 0 0,0-1 0 0 0,1 1 0 0 0,-1 0 1 0 0,-1-1-1 0 0,1 1 0 0 0,0 0 0 0 0,0-1 1 0 0,0 1-1 0 0,0-1 0 0 0,0 1 1 0 0,0 0-1 0 0,0-1 0 0 0,0 1 0 0 0,-1 0 1 0 0,1-1-1 0 0,0 1 0 0 0,0-1 0 0 0,0 1 1 0 0,-1 0-1 0 0,1 0 0 0 0,0-1 1 0 0,-1 1-1 0 0,1 0 0 0 0,0 0 0 0 0,-1-1 1 0 0,1 1-1 0 0,-1 0 0 0 0,-5 7 38 0 0,-5 18-16 0 0,-1 19 19 0 0,1 1 1 0 0,-4 52-1 0 0,-2 94 25 0 0,13-139-35 0 0,-3 74 15 0 0,6 1-1 0 0,19 165 0 0 0,-15-262-438 0 0,1 0-1 0 0,1-1 1 0 0,2 0-1 0 0,1 0 0 0 0,2-1 1 0 0,25 54-1 0 0,-31-75-55 0 0,0 1-1 0 0,1-2 0 0 0,10 13 1 0 0,-13-17 262 0 0,0-1 0 0 0,-1 1 0 0 0,1 0 0 0 0,0-1 0 0 0,0 1 0 0 0,0-1 0 0 0,0 0 0 0 0,0 0 0 0 0,0 1 1 0 0,0-1-1 0 0,0-1 0 0 0,1 1 0 0 0,-1 0 0 0 0,0 0 0 0 0,1-1 0 0 0,-1 0 0 0 0,0 1 0 0 0,1-1 0 0 0,-1 0 1 0 0,0 0-1 0 0,4 0 0 0 0,0-2-103 0 0,1 0 1 0 0,-1-1-1 0 0,1 1 1 0 0,-1-1-1 0 0,0 0 0 0 0,0-1 1 0 0,0 1-1 0 0,0-1 1 0 0,0-1-1 0 0,-1 1 1 0 0,0-1-1 0 0,5-5 0 0 0,11-14-1 0 0,-2-1 0 0 0,-1-1 0 0 0,22-41-1 0 0,-22 30 2138 0 0,-1 0-1 0 0,15-49 1 0 0,-24 59 746 0 0,6-36 1 0 0,-26 202-1505 0 0,11-121-1320 0 0,1 0 0 0 0,1 0-1 0 0,1 0 1 0 0,0 0-1 0 0,1 0 1 0 0,1 0-1 0 0,9 22 1 0 0,-12-36-27 0 0,1-1 0 0 0,0 1-1 0 0,0 0 1 0 0,0-1 0 0 0,1 1 0 0 0,-1-1 0 0 0,1 0 0 0 0,0 0 0 0 0,0 0-1 0 0,0 0 1 0 0,0-1 0 0 0,0 1 0 0 0,1-1 0 0 0,-1 0 0 0 0,1 0 0 0 0,-1 0-1 0 0,1 0 1 0 0,0 0 0 0 0,0-1 0 0 0,0 0 0 0 0,0 0 0 0 0,0 0-1 0 0,0 0 1 0 0,0-1 0 0 0,8 1 0 0 0,-2-2-111 0 0,0-1 0 0 0,0 0 0 0 0,-1 0 1 0 0,1-1-1 0 0,0 0 0 0 0,-1-1 0 0 0,0 0 0 0 0,0 0 0 0 0,0-1 1 0 0,0 0-1 0 0,-1-1 0 0 0,1 0 0 0 0,11-12 0 0 0,-6 4 787 0 0,-1 0-1 0 0,-1-1 1 0 0,-1-1-1 0 0,16-27 0 0 0,26-76 7384 0 0,-49 115-7367 0 0,-4 12-243 0 0,-3 22-137 0 0,2-23-17 0 0,-2 20-12 0 0,1 0 0 0 0,2 0 0 0 0,4 41 0 0 0,-3-60-14 0 0,0-1 1 0 0,0 0-1 0 0,1 1 1 0 0,0-1-1 0 0,0 0 1 0 0,1 0 0 0 0,0 0-1 0 0,0-1 1 0 0,1 1-1 0 0,-1-1 1 0 0,1 1-1 0 0,1-1 1 0 0,-1 0 0 0 0,1-1-1 0 0,0 1 1 0 0,1-1-1 0 0,7 6 1 0 0,-10-9-36 0 0,0 0 1 0 0,1 0-1 0 0,-1 0 1 0 0,0-1 0 0 0,0 0-1 0 0,1 1 1 0 0,-1-1-1 0 0,1-1 1 0 0,-1 1-1 0 0,1 0 1 0 0,-1-1-1 0 0,1 0 1 0 0,0 0-1 0 0,-1 0 1 0 0,1 0-1 0 0,-1 0 1 0 0,1-1-1 0 0,0 1 1 0 0,-1-1-1 0 0,0 0 1 0 0,1 0-1 0 0,-1-1 1 0 0,1 1 0 0 0,3-3-1 0 0,0 0-101 0 0,-1 0 1 0 0,0-1-1 0 0,0 0 0 0 0,-1 0 1 0 0,0 0-1 0 0,1-1 0 0 0,-2 1 1 0 0,1-1-1 0 0,-1 0 0 0 0,8-14 1 0 0,-4 1 29 0 0,0 0 0 0 0,-1-1 0 0 0,-1 0 0 0 0,-1 0 0 0 0,-1-1 0 0 0,-1 0 0 0 0,0 0 0 0 0,-2 1 0 0 0,0-1 1 0 0,-2 0-1 0 0,0 0 0 0 0,-1 0 0 0 0,-1 0 0 0 0,-11-35 0 0 0,12 49 103 0 0,0 0-1 0 0,-1 0 1 0 0,0 0 0 0 0,-1 0 0 0 0,1 1-1 0 0,-1 0 1 0 0,0 0 0 0 0,-1 0 0 0 0,0 0-1 0 0,0 0 1 0 0,0 1 0 0 0,0 0 0 0 0,-1 0-1 0 0,-12-8 1 0 0,12 10-10 0 0,1 1-1 0 0,-1-1 1 0 0,1 1 0 0 0,-1 0-1 0 0,0 1 1 0 0,0-1 0 0 0,0 1-1 0 0,0 1 1 0 0,0-1 0 0 0,0 1-1 0 0,0 0 1 0 0,0 0 0 0 0,0 0 0 0 0,0 1-1 0 0,0 0 1 0 0,0 0 0 0 0,0 1-1 0 0,-10 4 1 0 0,5-1 7 0 0,1 0 1 0 0,-1 1-1 0 0,1 0 1 0 0,0 1-1 0 0,1 0 1 0 0,0 1-1 0 0,0 0 1 0 0,0 0-1 0 0,1 1 0 0 0,1 0 1 0 0,-1 0-1 0 0,-10 20 1 0 0,14-22-4 0 0,0 1 0 0 0,1-1 0 0 0,0 0 0 0 0,0 1 0 0 0,1 0 0 0 0,0 0 1 0 0,0 0-1 0 0,-1 15 0 0 0,3-18-11 0 0,0 1 0 0 0,0-1-1 0 0,1 1 1 0 0,0-1 0 0 0,0 0 0 0 0,0 1 0 0 0,1-1 0 0 0,-1 0 0 0 0,1 0 0 0 0,1 0-1 0 0,-1 0 1 0 0,1-1 0 0 0,-1 1 0 0 0,5 5 0 0 0,-3-6-92 0 0,-1 0 1 0 0,1 0-1 0 0,0 0 0 0 0,0 0 0 0 0,0-1 1 0 0,1 0-1 0 0,-1 0 0 0 0,1 0 0 0 0,0 0 1 0 0,0-1-1 0 0,0 0 0 0 0,9 4 1 0 0,-5-4-56 0 0,0-1 0 0 0,-1 1 0 0 0,1-1 1 0 0,0-1-1 0 0,0 0 0 0 0,0 0 1 0 0,11-2-1 0 0,0-2-51 0 0,-1 0-1 0 0,0-1 1 0 0,0-1 0 0 0,-1-1-1 0 0,1-1 1 0 0,22-13 0 0 0,14-13 541 0 0,53-41 0 0 0,-106 73-321 0 0,20-12 97 0 0,-21 13-112 0 0,0 1 1 0 0,0-1-1 0 0,1 1 0 0 0,-1-1 1 0 0,0 1-1 0 0,0 0 0 0 0,0-1 0 0 0,1 1 1 0 0,-1 0-1 0 0,0 0 0 0 0,0 0 1 0 0,1 0-1 0 0,-1 0 0 0 0,0 0 1 0 0,0 1-1 0 0,1-1 0 0 0,-1 0 1 0 0,0 0-1 0 0,0 1 0 0 0,0-1 0 0 0,0 1 1 0 0,2 0-1 0 0,2 4 20 0 0,0 0 0 0 0,0 0 0 0 0,-1 0 0 0 0,0 1 0 0 0,0-1 0 0 0,0 1 0 0 0,-1 0 0 0 0,0 0 1 0 0,0 1-1 0 0,0-1 0 0 0,-1 1 0 0 0,3 9 0 0 0,1 8-17 0 0,-1 1 0 0 0,3 29 1 0 0,0 101 2954 0 0,-8-156-2952 0 0,-1 1-1 0 0,1 0 0 0 0,-1 0 1 0 0,1-1-1 0 0,-1 1 0 0 0,1-1 1 0 0,-1 1-1 0 0,1 0 0 0 0,-1-1 1 0 0,1 1-1 0 0,0-1 1 0 0,-1 1-1 0 0,1-1 0 0 0,0 1 1 0 0,0-1-1 0 0,-1 1 0 0 0,1-1 1 0 0,0 1-1 0 0,0-1 0 0 0,0 1 1 0 0,-1-1-1 0 0,1 1 0 0 0,0-1 1 0 0,0 0-1 0 0,0 1 0 0 0,0-1 1 0 0,0 1-1 0 0,0-1 1 0 0,0 1-1 0 0,0-1 0 0 0,1 0 1 0 0,-1 0-1 0 0,3-22 105 0 0,-3 22-97 0 0,6-30-22 0 0,1 1 0 0 0,2 1 0 0 0,1-1 0 0 0,1 1 0 0 0,1 1 0 0 0,2 0 0 0 0,1 1 1 0 0,1 0-1 0 0,1 2 0 0 0,40-48 0 0 0,-53 70-5 0 0,-1-1 1 0 0,1 0-1 0 0,0 1 1 0 0,0 0-1 0 0,0 0 1 0 0,1 0-1 0 0,-1 0 1 0 0,1 1-1 0 0,-1 0 1 0 0,1 0-1 0 0,0 0 1 0 0,10-2 0 0 0,-12 3 8 0 0,0 1 0 0 0,0 0 0 0 0,0 0 0 0 0,0 0 1 0 0,0 0-1 0 0,0 1 0 0 0,0-1 0 0 0,0 1 0 0 0,0-1 1 0 0,-1 1-1 0 0,1 0 0 0 0,0 0 0 0 0,0 1 0 0 0,0-1 1 0 0,-1 0-1 0 0,1 1 0 0 0,-1 0 0 0 0,1 0 0 0 0,-1-1 1 0 0,0 2-1 0 0,1-1 0 0 0,-1 0 0 0 0,2 3 0 0 0,2 4 27 0 0,0 0 0 0 0,-1 0 0 0 0,0 0 0 0 0,0 0-1 0 0,-1 1 1 0 0,-1 0 0 0 0,0-1 0 0 0,0 2-1 0 0,0-1 1 0 0,-2 0 0 0 0,1 0 0 0 0,-1 1 0 0 0,-1 18-1 0 0,-2 11-74 0 0,-1 0-1 0 0,-12 48 0 0 0,8-46-360 0 0,6-40 212 0 0,1 0 0 0 0,-1 1-1 0 0,1-1 1 0 0,-1 0 0 0 0,1 0 0 0 0,0 1 0 0 0,0-1 0 0 0,0 0 0 0 0,1 1 0 0 0,-1-1 0 0 0,0 0 0 0 0,1 1 0 0 0,-1-1 0 0 0,1 0 0 0 0,0 0 0 0 0,0 0 0 0 0,2 4 0 0 0,-3-6 69 0 0,1 1 1 0 0,0-1 0 0 0,0 1-1 0 0,-1-1 1 0 0,1 1 0 0 0,0-1-1 0 0,0 1 1 0 0,-1-1 0 0 0,1 0-1 0 0,0 1 1 0 0,0-1 0 0 0,0 0-1 0 0,0 0 1 0 0,0 0-1 0 0,-1 1 1 0 0,1-1 0 0 0,0 0-1 0 0,0 0 1 0 0,1-1 0 0 0,7 1-2471 0 0,16-8-735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8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424 141 2048 0 0,'7'-10'1811'0'0,"-1"-1"-1"0"0,-1 0 0 0 0,6-15 1 0 0,-9 22-1415 0 0,-1-1 0 0 0,0 1 1 0 0,0-1-1 0 0,0 1 0 0 0,-1-1 1 0 0,1 1-1 0 0,-1-1 0 0 0,0 0 0 0 0,-1 1 1 0 0,1-1-1 0 0,-2-5 0 0 0,2 9-352 0 0,-1 0 0 0 0,1-1 0 0 0,-1 1 0 0 0,0 0 0 0 0,1-1 1 0 0,-1 1-1 0 0,0 0 0 0 0,0 0 0 0 0,0 0 0 0 0,0 0 0 0 0,0 0 0 0 0,0 0 0 0 0,0 0 0 0 0,-1 0 0 0 0,1 0 0 0 0,0 1 0 0 0,0-1 0 0 0,-1 0 0 0 0,1 1 0 0 0,0-1 0 0 0,-1 1 0 0 0,1-1 0 0 0,-1 1 0 0 0,1 0 0 0 0,-1-1 0 0 0,-1 1 0 0 0,-32 1 179 0 0,32-1-183 0 0,-1 0-34 0 0,0 1-1 0 0,1 0 1 0 0,-1 0 0 0 0,1 0 0 0 0,-1 0 0 0 0,1 0 0 0 0,-1 1-1 0 0,1 0 1 0 0,0-1 0 0 0,0 1 0 0 0,-1 0 0 0 0,2 1-1 0 0,-1-1 1 0 0,0 0 0 0 0,0 1 0 0 0,1 0 0 0 0,-1 0 0 0 0,1 0-1 0 0,-3 4 1 0 0,2-2 2 0 0,0 1-1 0 0,0-1 0 0 0,1 0 1 0 0,0 1-1 0 0,0-1 1 0 0,0 1-1 0 0,1 0 1 0 0,0 0-1 0 0,0 0 0 0 0,0 9 1 0 0,3 6 0 0 0,0 0 0 0 0,2 0-1 0 0,1 0 1 0 0,0 0 0 0 0,2-1 0 0 0,13 31 0 0 0,-8-22 56 0 0,12 47-1 0 0,-24-74-9 0 0,1 0 0 0 0,-1 1 0 0 0,1-1 0 0 0,-1 1-1 0 0,0-1 1 0 0,0 1 0 0 0,0-1 0 0 0,0 0 0 0 0,0 1-1 0 0,-1-1 1 0 0,1 1 0 0 0,-1-1 0 0 0,0 0 0 0 0,0 1-1 0 0,1-1 1 0 0,-1 0 0 0 0,-1 0 0 0 0,1 0 0 0 0,-2 3-1 0 0,1-2-6 0 0,-1-1 0 0 0,0 1 0 0 0,1-1 0 0 0,-1 0-1 0 0,0 0 1 0 0,0 0 0 0 0,0-1 0 0 0,0 1 0 0 0,0-1-1 0 0,-1 1 1 0 0,1-1 0 0 0,-4 1 0 0 0,-5 0-60 0 0,-1 0 1 0 0,1 0 0 0 0,-1-1-1 0 0,0-1 1 0 0,1 0-1 0 0,-15-2 1 0 0,-7-5-2299 0 0,1-1-1 0 0,0-1 1 0 0,-46-21 0 0 0,76 29 2000 0 0,-44-18-5204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24 1556 0 0,'-3'0'3012'0'0,"-49"-13"8524"0"0,45 10-11424 0 0,-6-3 6 0 0,-20 5-14048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18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56 2156 0 0,'-80'15'13252'0'0,"97"-23"-12425"0"0,4 2-671 0 0,-1 1 1 0 0,2 1 0 0 0,37-2-1 0 0,-10 1-366 0 0,261-18-3950 0 0,-199 17-201 0 0,-19-2-1365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66 149 380 0 0,'-48'-32'8870'0'0,"47"31"-8361"0"0,0 1-455 0 0,0 0-1 0 0,0-1 1 0 0,0 1 0 0 0,0-1-1 0 0,0 1 1 0 0,1-1 0 0 0,-1 1-1 0 0,0-1 1 0 0,0 1 0 0 0,0-1-1 0 0,1 0 1 0 0,-1 1-1 0 0,0-1 1 0 0,1 0 0 0 0,-1 0-1 0 0,1 0 1 0 0,-1 1 0 0 0,1-1-1 0 0,-1 0 1 0 0,1 0 0 0 0,0 0-1 0 0,-1 0 1 0 0,1 0 0 0 0,0 0-1 0 0,0 0 1 0 0,0 0 0 0 0,0 0-1 0 0,-1 0 1 0 0,1 0 0 0 0,1 0-1 0 0,-1 1 1 0 0,0-3 0 0 0,9-1-51 0 0,-3 4-16 0 0,60-5-88 0 0,85 3 1 0 0,-53 3 59 0 0,1509-46 185 0 0,-36 10-42 0 0,600 90 29 0 0,-275-3 188 0 0,572-40 346 0 0,2-25-89 0 0,-1383 6-402 0 0,1521 7 1001 0 0,-1939 0 372 0 0,-538-4 697 0 0,-130 4-2359 0 0,-1 0 1 0 0,1 0-1 0 0,0 0 0 0 0,0 0 1 0 0,0 0-1 0 0,0 0 0 0 0,-1-1 1 0 0,1 1-1 0 0,0 0 1 0 0,0 0-1 0 0,0-1 0 0 0,-1 1 1 0 0,1 0-1 0 0,0-1 0 0 0,-1 1 1 0 0,1-1-1 0 0,0 1 0 0 0,-1-1 1 0 0,1 1-1 0 0,0-1 0 0 0,-1 0 1 0 0,1 1-1 0 0,-1-1 0 0 0,1 1 1 0 0,-1-1-1 0 0,1 0 1 0 0,-1 0-1 0 0,0 1 0 0 0,1-1 1 0 0,-1 0-1 0 0,0 0 0 0 0,0 0 1 0 0,1 0-1 0 0,-1-1-505 0 0,0 0-1 0 0,0 1 1 0 0,0-1 0 0 0,0 0-1 0 0,0 1 1 0 0,0-1-1 0 0,0 0 1 0 0,0 0 0 0 0,-1 1-1 0 0,1-1 1 0 0,-2-2 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0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1580 0 0,'11'-13'6234'0'0,"4"-6"-417"0"0,-3 5-3733 0 0,-7 33-9470 0 0,-5-15 6722 0 0,-1 0 0 0 0,1 0 1 0 0,-2 5-1 0 0,-1 8-2606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0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1 408 0 0,'0'2'2236'0'0,"-9"46"6911"0"0,1-12-5122 0 0,8-34-3870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8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43 152 0 0,'3'-2'2180'0'0,"31"-39"10270"0"0,-35 56-12309 0 0,-6 20-2 0 0,-3-1 0 0 0,-26 67 0 0 0,15-45-67 0 0,-106 285 237 0 0,70-196-5000 0 0,50-129 1166 0 0,0-4-1576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8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1 144 268 0 0,'29'-102'12228'0'0,"-28"100"-12165"0"0,-1 0 0 0 0,1-1 1 0 0,0 1-1 0 0,0 0 0 0 0,0 0 1 0 0,0 0-1 0 0,0 0 0 0 0,0 0 1 0 0,1 0-1 0 0,-1 1 0 0 0,1-1 1 0 0,-1 0-1 0 0,1 1 0 0 0,-1-1 1 0 0,1 1-1 0 0,0-1 0 0 0,0 1 1 0 0,0 0-1 0 0,0 0 0 0 0,0 0 1 0 0,0 0-1 0 0,0 0 0 0 0,0 0 1 0 0,0 0-1 0 0,1 1 0 0 0,-1-1 1 0 0,0 1-1 0 0,0 0 0 0 0,1 0 1 0 0,-1-1-1 0 0,0 2 0 0 0,5-1 1 0 0,0 1-42 0 0,0 0 0 0 0,0 1 0 0 0,0-1-1 0 0,0 1 1 0 0,0 1 0 0 0,0-1 0 0 0,0 1 0 0 0,11 8 0 0 0,-2-1 59 0 0,-1 2 1 0 0,-1 0-1 0 0,0 1 0 0 0,-1 0 0 0 0,0 1 0 0 0,-1 1 0 0 0,18 28 0 0 0,-12-12 49 0 0,-1 1 0 0 0,-1 0 0 0 0,12 39-1 0 0,-14-25 22 0 0,-2 1-1 0 0,-3 0 1 0 0,-1 0-1 0 0,2 88 1 0 0,-4 16 66 0 0,-5-132-172 0 0,-1-14-345 0 0,1 1 0 0 0,-1-1 0 0 0,1 1 0 0 0,0 0 0 0 0,3 8 0 0 0,-3-12-599 0 0,-1-2 739 0 0,9 5-3665 0 0,-9-5 3665 0 0,0 0 1 0 0,2-1 0 0 0,8-6-2997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82 556 0 0,'-109'19'13669'0'0,"106"-19"-13013"0"0,-2 0-256 0 0,-3-2 1338 0 0,19-7-1513 0 0,0 4-244 0 0,-1 0-1 0 0,1 0 1 0 0,0 1 0 0 0,0 1 0 0 0,19-4 0 0 0,-4 0-470 0 0,159-32-5606 0 0,-151 33 3087 0 0,7-3-2125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27 2548 0 0,'-21'-16'11174'0'0,"19"14"-11117"0"0,-10-6 3810 0 0,11 8-3834 0 0,1 0-1 0 0,0 0 1 0 0,0 0 0 0 0,-1 0 0 0 0,1 0 0 0 0,0 0 0 0 0,0 0 0 0 0,-1 0 0 0 0,1 0 0 0 0,0 0 0 0 0,0 1 0 0 0,-1-1-1 0 0,1 0 1 0 0,0 0 0 0 0,0 0 0 0 0,0 0 0 0 0,-1 0 0 0 0,1 1 0 0 0,0-1 0 0 0,0 0 0 0 0,0 0 0 0 0,-1 0-1 0 0,1 1 1 0 0,0-1 0 0 0,0 0 0 0 0,0 0 0 0 0,0 0 0 0 0,0 1 0 0 0,0-1 0 0 0,0 0 0 0 0,0 0 0 0 0,-1 1 0 0 0,1-1-1 0 0,0 0 1 0 0,0 0 0 0 0,0 1 0 0 0,0-1 0 0 0,0 0 0 0 0,0 0 0 0 0,0 1 0 0 0,0-1 0 0 0,1 0 0 0 0,-1 0-1 0 0,0 1 1 0 0,0-1 0 0 0,0 0 0 0 0,0 1 0 0 0,0-1-26 0 0,1 1-1 0 0,-1 0 1 0 0,1 0 0 0 0,-1 0-1 0 0,1-1 1 0 0,-1 1 0 0 0,1 0-1 0 0,-1-1 1 0 0,1 1-1 0 0,0 0 1 0 0,-1-1 0 0 0,1 1-1 0 0,0-1 1 0 0,-1 1 0 0 0,1-1-1 0 0,0 1 1 0 0,0-1-1 0 0,1 1 1 0 0,-1 0 11 0 0,108 100 297 0 0,-1 6-96 0 0,2 1-4065 0 0,-72-76 191 0 0,-11-12-1744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9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60 2684 0 0,'-15'-49'12593'0'0,"15"48"-12552"0"0,0 1 0 0 0,-1-1 0 0 0,1 1-1 0 0,0-1 1 0 0,0 1 0 0 0,0 0-1 0 0,0-1 1 0 0,0 1 0 0 0,0-1 0 0 0,-1 1-1 0 0,1 0 1 0 0,0-1 0 0 0,0 1-1 0 0,0 0 1 0 0,-1-1 0 0 0,1 1 0 0 0,0 0-1 0 0,-1-1 1 0 0,1 1 0 0 0,0 0-1 0 0,-1 0 1 0 0,1-1 0 0 0,0 1 0 0 0,-1 0-1 0 0,1 0 1 0 0,0 0 0 0 0,-1 0 0 0 0,1-1-1 0 0,-1 1 1 0 0,1 0 0 0 0,0 0-1 0 0,-1 0 1 0 0,1 0 0 0 0,-1 0 0 0 0,1 0-1 0 0,-1 0 1 0 0,1 0 0 0 0,0 0-1 0 0,-1 0 1 0 0,1 0 0 0 0,-1 0 0 0 0,1 0-1 0 0,0 1 1 0 0,-1-1 0 0 0,0 0-1 0 0,-19 9 440 0 0,4 6-232 0 0,-28 33 0 0 0,23-25-162 0 0,-18 25 31 0 0,3 1-1 0 0,-33 58 1 0 0,68-105-115 0 0,-133 228 183 0 0,81-129-2492 0 0,42-72-607 0 0,9-15-2907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29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82 2732 0 0,'0'0'15987'0'0,"0"0"-15914"0"0,-1 0 0 0 0,1 0 0 0 0,-1-1-1 0 0,1 1 1 0 0,-1 0 0 0 0,1 0 0 0 0,-1 0 0 0 0,1-1-1 0 0,0 1 1 0 0,-1 0 0 0 0,1-1 0 0 0,-1 1 0 0 0,1 0 0 0 0,0-1-1 0 0,-1 1 1 0 0,1 0 0 0 0,0-1 0 0 0,-1 1 0 0 0,1-1 0 0 0,0 1-1 0 0,-1-1 1 0 0,193-50-1343 0 0,-126 38-2589 0 0,-3 3-3846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0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 2192 0 0,'-14'9'2668'0'0,"1"1"-1"0"0,-19 19 0 0 0,-4 3 2042 0 0,35-31-4559 0 0,-1 0 0 0 0,1 0 0 0 0,0 0 0 0 0,0 0 0 0 0,0 0 0 0 0,0 0 0 0 0,0 0-1 0 0,0 0 1 0 0,0 1 0 0 0,0-1 0 0 0,0 2 0 0 0,1-3-118 0 0,0 1 0 0 0,0-1 0 0 0,0 0 0 0 0,0 0 0 0 0,0 1 0 0 0,0-1 0 0 0,0 0 0 0 0,0 0 0 0 0,0 1 0 0 0,0-1 0 0 0,0 0 0 0 0,0 0 0 0 0,0 1 0 0 0,0-1 0 0 0,0 0 0 0 0,0 0-1 0 0,1 1 1 0 0,-1-1 0 0 0,0 0 0 0 0,0 0 0 0 0,0 0 0 0 0,0 1 0 0 0,1-1 0 0 0,-1 0 0 0 0,0 0 0 0 0,0 0 0 0 0,0 0 0 0 0,1 0 0 0 0,-1 1 0 0 0,0-1 0 0 0,0 0 0 0 0,1 0 0 0 0,-1 0 0 0 0,0 0 0 0 0,1 0 0 0 0,2 1 44 0 0,0-1 1 0 0,0 1-1 0 0,0-1 1 0 0,0 0-1 0 0,1 0 0 0 0,-1 0 1 0 0,4-1-1 0 0,49-10-1044 0 0,74-22 0 0 0,-8-7-6628 0 0,-114 38 6798 0 0,36-13-4932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0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31 2944 0 0,'-17'-21'17135'0'0,"17"21"-16918"0"0,0-1 1 0 0,0 1-1 0 0,-1-1 1 0 0,1 0-1 0 0,-1 1 1 0 0,1-1-1 0 0,-1 1 1 0 0,1-1-1 0 0,-1 1 1 0 0,1-1-1 0 0,-1 1 1 0 0,1-1-1 0 0,-1 1 1 0 0,1 0 0 0 0,-1-1-1 0 0,0 1 1 0 0,1 0-1 0 0,-1 0 1 0 0,1-1-1 0 0,-1 1 1 0 0,0 0-1 0 0,0 0 1 0 0,1 0-1 0 0,-2 0 1 0 0,2 0-156 0 0,-1 0 1 0 0,0 1-1 0 0,1-1 1 0 0,-1 1-1 0 0,1-1 1 0 0,-1 1-1 0 0,1-1 1 0 0,0 1-1 0 0,-1 0 1 0 0,1-1-1 0 0,0 1 1 0 0,-1-1-1 0 0,1 1 1 0 0,0 0-1 0 0,-1-1 1 0 0,1 1-1 0 0,0 0 1 0 0,0-1-1 0 0,0 2 1 0 0,-3 43-589 0 0,3-43 662 0 0,-3 60-193 0 0,-16 88 0 0 0,-1 15-4719 0 0,14-122 910 0 0,1-22-4170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0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20 201 2856 0 0,'-5'-11'3364'0'0,"2"4"-1434"0"0,0-1 0 0 0,0 1 0 0 0,-2-13 1 0 0,5 17-1700 0 0,0 0 1 0 0,0 0-1 0 0,0 0 0 0 0,0 0 1 0 0,0 0-1 0 0,1-1 1 0 0,-1 1-1 0 0,1 0 1 0 0,0 0-1 0 0,0 0 1 0 0,3-5-1 0 0,-1 1-117 0 0,1 1-1 0 0,0 0 0 0 0,0 0 0 0 0,0 0 1 0 0,1 1-1 0 0,0 0 0 0 0,0-1 1 0 0,1 2-1 0 0,-1-1 0 0 0,1 1 1 0 0,0 0-1 0 0,10-6 0 0 0,-5 5-72 0 0,0 0 0 0 0,0 0 0 0 0,1 1 0 0 0,-1 1-1 0 0,1 0 1 0 0,16-2 0 0 0,-20 4-31 0 0,0 0 1 0 0,0 1-1 0 0,0 0 0 0 0,-1 1 0 0 0,1 0 1 0 0,0 0-1 0 0,0 0 0 0 0,-1 1 1 0 0,1 0-1 0 0,-1 1 0 0 0,1 0 0 0 0,-1 0 1 0 0,0 0-1 0 0,0 1 0 0 0,-1 0 1 0 0,1 1-1 0 0,-1-1 0 0 0,8 8 0 0 0,-11-8 2 0 0,0 0 0 0 0,0 0 0 0 0,-1 0 0 0 0,0 0-1 0 0,0 0 1 0 0,0 0 0 0 0,0 1 0 0 0,0-1 0 0 0,-1 1 0 0 0,0 0-1 0 0,0-1 1 0 0,0 1 0 0 0,-1 0 0 0 0,1 0 0 0 0,-1-1-1 0 0,0 1 1 0 0,-1 0 0 0 0,1 0 0 0 0,-1-1 0 0 0,0 1-1 0 0,0 0 1 0 0,-2 4 0 0 0,-5 12 47 0 0,0 0 0 0 0,-1-1 0 0 0,-19 30 0 0 0,5-9 181 0 0,4-13 757 0 0,10-18-197 0 0,8-8-397 0 0,1-2-332 0 0,0 0 0 0 0,-1 1 0 0 0,1-1 0 0 0,0 0 0 0 0,0 0 0 0 0,0 1 0 0 0,0-1 0 0 0,-1 0 0 0 0,1 0 0 0 0,0 1 1 0 0,0-1-1 0 0,0 0 0 0 0,0 1 0 0 0,0-1 0 0 0,0 0 0 0 0,0 1 0 0 0,0-1 0 0 0,0 0 0 0 0,0 1 0 0 0,0-1 0 0 0,0 0 0 0 0,0 1 0 0 0,0-1 0 0 0,0 0 0 0 0,0 0 0 0 0,0 1 0 0 0,0-1 0 0 0,0 0 0 0 0,1 1 0 0 0,-1-1 0 0 0,0 0 1 0 0,8-2-27 0 0,-3 0-34 0 0,1-1-1 0 0,0 2 1 0 0,0-1-1 0 0,0 1 0 0 0,0 0 1 0 0,0 0-1 0 0,0 0 0 0 0,0 1 1 0 0,0 0-1 0 0,11 2 1 0 0,5 3-11 0 0,1 1 0 0 0,-2 0 0 0 0,1 2 0 0 0,39 20 0 0 0,-51-22 22 0 0,1 0 0 0 0,-1 1 1 0 0,0 0-1 0 0,-1 0 0 0 0,0 1 0 0 0,0 1 0 0 0,0-1 0 0 0,-1 1 0 0 0,-1 1 0 0 0,1-1 0 0 0,9 18 1 0 0,-16-24 44 0 0,1 0 0 0 0,-1 0 0 0 0,0 0 0 0 0,0 1 0 0 0,0-1 0 0 0,-1 0 0 0 0,1 0 0 0 0,-1 1-1 0 0,1-1 1 0 0,-1 0 0 0 0,0 0 0 0 0,0 1 0 0 0,-1-1 0 0 0,1 0 0 0 0,-1 1 0 0 0,0-1 0 0 0,-1 4 0 0 0,0-2 54 0 0,0 0-1 0 0,-1 0 1 0 0,0-1-1 0 0,0 1 0 0 0,0-1 1 0 0,0 1-1 0 0,-1-1 0 0 0,0 0 1 0 0,-6 6-1 0 0,-3-1 117 0 0,1 0 0 0 0,-1-1 0 0 0,0-1 0 0 0,-1 1 0 0 0,1-2 1 0 0,-24 8-1 0 0,20-10-100 0 0,1 0-1 0 0,0-1 1 0 0,-1 0 0 0 0,0-2 0 0 0,-25 0 0 0 0,-83-12-2486 0 0,74 4-1775 0 0,43 7 2332 0 0,-1 0 0 0 0,1 0-1 0 0,-13 3 1 0 0,3-1-3000 0 0,-5 0-3580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1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80 2536 0 0,'2'-15'5412'0'0,"-7"-32"4367"0"0,2 29-6175 0 0,2 20-3603 0 0,0 0 0 0 0,0-1-1 0 0,1 1 1 0 0,-1 0 0 0 0,1 0 0 0 0,-1 0 0 0 0,1-1 0 0 0,0 1 0 0 0,-1 0 0 0 0,1 0 0 0 0,0 0 0 0 0,0 0 0 0 0,1 3 0 0 0,0 4-64 0 0,17 280 186 0 0,-15-163-2909 0 0,-2-101 1305 0 0,0 10-1522 0 0,-4-9-3670 0 0,0-10 1616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2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0 485 276 0 0,'0'-36'3574'0'0,"2"0"1"0"0,8-47-1 0 0,-7 65-3099 0 0,2 1 0 0 0,0 0-1 0 0,0 0 1 0 0,2 0 0 0 0,0 1-1 0 0,16-26 1 0 0,-12 26-313 0 0,0 0 1 0 0,1 1-1 0 0,1 0 1 0 0,1 1-1 0 0,0 1 0 0 0,25-19 1 0 0,-28 24-123 0 0,1 0 0 0 0,0 0 1 0 0,1 2-1 0 0,-1 0 0 0 0,1 0 1 0 0,1 1-1 0 0,-1 0 0 0 0,1 1 1 0 0,25-3-1 0 0,-34 6-31 0 0,1 0 1 0 0,0 1-1 0 0,-1 0 0 0 0,1 0 0 0 0,-1 1 0 0 0,1 0 1 0 0,-1 0-1 0 0,1 0 0 0 0,-1 0 0 0 0,1 1 0 0 0,-1 0 1 0 0,0 0-1 0 0,0 0 0 0 0,0 1 0 0 0,0 0 1 0 0,0 0-1 0 0,-1 0 0 0 0,1 0 0 0 0,-1 1 0 0 0,0 0 1 0 0,0 0-1 0 0,0 0 0 0 0,0 0 0 0 0,-1 1 0 0 0,0-1 1 0 0,0 1-1 0 0,0 0 0 0 0,0 0 0 0 0,-1 0 1 0 0,0 0-1 0 0,0 0 0 0 0,0 1 0 0 0,-1-1 0 0 0,1 0 1 0 0,-2 1-1 0 0,1 0 0 0 0,0-1 0 0 0,-1 7 0 0 0,-1 7 13 0 0,-1 0-1 0 0,0 0 0 0 0,-2 0 0 0 0,0 0 0 0 0,-1-1 0 0 0,0 1 1 0 0,-2-1-1 0 0,-15 30 0 0 0,4-16 58 0 0,-1-1-1 0 0,-2 0 1 0 0,-39 45-1 0 0,46-62 45 0 0,-7 13 676 0 0,19-25-436 0 0,17-10-304 0 0,1 3-61 0 0,0 0 1 0 0,1 1-1 0 0,0 1 1 0 0,-1 1-1 0 0,1 0 1 0 0,0 1-1 0 0,0 1 1 0 0,0 0-1 0 0,0 2 1 0 0,0 0-1 0 0,30 7 1 0 0,-32-5 7 0 0,0 0 0 0 0,-1 1 0 0 0,1 0 0 0 0,-1 1-1 0 0,0 1 1 0 0,0 1 0 0 0,-1 0 0 0 0,0 0 0 0 0,0 1 0 0 0,-1 1 0 0 0,0 0 0 0 0,-1 1-1 0 0,14 16 1 0 0,-22-23 12 0 0,-1-1-1 0 0,1 1 0 0 0,-1 0 0 0 0,0 0 1 0 0,0 0-1 0 0,0 0 0 0 0,-1 0 0 0 0,1 0 1 0 0,-1 0-1 0 0,0 1 0 0 0,0-1 0 0 0,-1 0 1 0 0,1 1-1 0 0,-1-1 0 0 0,0 1 0 0 0,-1 4 1 0 0,0-4 56 0 0,0 1 0 0 0,0-1 0 0 0,-1 1 0 0 0,0-1 0 0 0,0 0 0 0 0,-1 0 0 0 0,1 0 0 0 0,-1 0 0 0 0,0 0 0 0 0,0-1 0 0 0,-6 6 0 0 0,0 0 136 0 0,-1-1 0 0 0,0 0 0 0 0,0 0 1 0 0,-1-1-1 0 0,-1-1 0 0 0,1 0 0 0 0,-1-1 1 0 0,0 0-1 0 0,-24 8 0 0 0,20-10-222 0 0,0-1 1 0 0,-1 0-1 0 0,1-1 0 0 0,-1-1 1 0 0,0-1-1 0 0,1-1 0 0 0,-1 0 1 0 0,0-1-1 0 0,1 0 1 0 0,0-1-1 0 0,-1-1 0 0 0,-23-10 1 0 0,40 14-116 0 0,-1 0 0 0 0,0 0 0 0 0,1 0 0 0 0,-1 0 0 0 0,0-1-1 0 0,1 1 1 0 0,-1 0 0 0 0,0 0 0 0 0,1-1 0 0 0,-1 1 0 0 0,1 0 0 0 0,-1-1 0 0 0,0 1 0 0 0,1-1 0 0 0,-1 1 0 0 0,1-1 0 0 0,-1 1 0 0 0,1-1 0 0 0,0 1 0 0 0,-1-1 0 0 0,1 0 0 0 0,-1 1 0 0 0,1-1 0 0 0,0 1 0 0 0,0-1 0 0 0,-1 0 0 0 0,1 1 0 0 0,0-1 0 0 0,0 0 0 0 0,0 1 0 0 0,0-1 0 0 0,0 0 0 0 0,0 1 0 0 0,0-1 0 0 0,0 0 0 0 0,0 0 0 0 0,0 1 0 0 0,0-1 0 0 0,0 0 0 0 0,0 1 0 0 0,0-1 0 0 0,1 0 0 0 0,-1 1 0 0 0,0-1 0 0 0,1 1 0 0 0,-1-1 0 0 0,1-1 0 0 0,2-1-980 0 0,0 0 0 0 0,0 0 0 0 0,0 0 0 0 0,0 0 0 0 0,7-3 0 0 0,-9 4 460 0 0,14-8-4830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61 1428 0 0,'32'-46'16402'0'0,"-26"32"-11803"0"0,-2 13-2817 0 0,-2 10-1950 0 0,-3 16 242 0 0,-1-1 0 0 0,-9 35 0 0 0,0 8-23 0 0,-1 15-137 0 0,-5 53-2384 0 0,16-112-2747 0 0,3 40 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224 100 1608 0 0,'31'-93'15847'0'0,"-31"93"-15828"0"0,0 0 1 0 0,0 0-1 0 0,0-1 1 0 0,0 1-1 0 0,-1 0 1 0 0,1-1-1 0 0,0 1 1 0 0,0 0-1 0 0,0-1 1 0 0,0 1-1 0 0,0 0 1 0 0,0 0-1 0 0,0-1 1 0 0,-1 1-1 0 0,1 0 1 0 0,0 0-1 0 0,0-1 1 0 0,0 1-1 0 0,-1 0 1 0 0,1 0-1 0 0,0 0 1 0 0,0-1-1 0 0,-1 1 1 0 0,1 0-1 0 0,0 0 1 0 0,0 0-1 0 0,-1 0 1 0 0,1 0-1 0 0,0-1 1 0 0,-1 1-1 0 0,1 0 1 0 0,0 0-1 0 0,0 0 1 0 0,-1 0-1 0 0,1 0 1 0 0,0 0-1 0 0,-1 0 1 0 0,1 0-1 0 0,0 0 1 0 0,-1 0-1 0 0,1 0 1 0 0,0 0-1 0 0,0 0 1 0 0,-1 0-1 0 0,1 1 1 0 0,0-1-1 0 0,-1 0 1 0 0,1 0-1 0 0,0 0 1 0 0,0 0-1 0 0,-1 0 0 0 0,1 1 1 0 0,0-1-1 0 0,0 0 1 0 0,-1 0-1 0 0,1 1 1 0 0,0-1-1 0 0,0 0 1 0 0,0 1-1 0 0,-18 12 272 0 0,3 1-225 0 0,0 0 1 0 0,1 1-1 0 0,1 1 1 0 0,0 0-1 0 0,1 1 0 0 0,1 1 1 0 0,1-1-1 0 0,0 2 1 0 0,-10 28-1 0 0,19-42-66 0 0,-1 1-1 0 0,2-1 1 0 0,-1 1 0 0 0,0 0-1 0 0,1-1 1 0 0,1 8-1 0 0,-1-3 0 0 0,0-8 0 0 0,0 0 1 0 0,0 0-1 0 0,1 0 1 0 0,-1 0-1 0 0,1-1 0 0 0,-1 1 1 0 0,1 0-1 0 0,0 0 0 0 0,-1 0 1 0 0,1-1-1 0 0,0 1 1 0 0,0 0-1 0 0,1-1 0 0 0,-1 1 1 0 0,0-1-1 0 0,3 3 0 0 0,2 3 1 0 0,0 0-1 0 0,1 0 0 0 0,0-1 1 0 0,0 0-1 0 0,1 0 0 0 0,-1-1 0 0 0,1 0 1 0 0,1 0-1 0 0,-1-1 0 0 0,15 5 1 0 0,0 1-16 0 0,-7-2-8 0 0,26 16 1 0 0,-18-7 13 0 0,-16-8 0 0 0,-6-7 20 0 0,0 0 0 0 0,-1 1 0 0 0,1-1 0 0 0,0 0 0 0 0,0 1 0 0 0,-1-1 0 0 0,0 1 0 0 0,1-1-1 0 0,-1 1 1 0 0,0-1 0 0 0,0 1 0 0 0,-1 0 0 0 0,1 0 0 0 0,0-1 0 0 0,-1 1 0 0 0,1 6-1 0 0,-2-5 3 0 0,1 0 0 0 0,-1 0-1 0 0,0 0 1 0 0,-1 0-1 0 0,1 0 1 0 0,0-1 0 0 0,-1 1-1 0 0,0 0 1 0 0,0-1-1 0 0,0 1 1 0 0,-1-1-1 0 0,1 1 1 0 0,-1-1 0 0 0,1 0-1 0 0,-6 4 1 0 0,2-3 6 0 0,1 0 0 0 0,-1 0 0 0 0,0 0 1 0 0,-1-1-1 0 0,1 0 0 0 0,0 0 0 0 0,-1-1 1 0 0,-11 3-1 0 0,5-2-404 0 0,0 0-1 0 0,-1-1 1 0 0,-26-1 0 0 0,26-1-850 0 0,-1-1 0 0 0,1-1 1 0 0,-16-3-1 0 0,-8-7-3221 0 0,-2-6-2186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3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18 153 1168 0 0,'-14'-79'11251'0'0,"10"27"-7393"0"0,4 51-3904 0 0,0 0 1 0 0,0 0-1 0 0,0 1 1 0 0,0-1-1 0 0,0 0 1 0 0,1 0-1 0 0,-1 0 1 0 0,0 1 0 0 0,0-1-1 0 0,0 0 1 0 0,1 0-1 0 0,-1 1 1 0 0,0-1-1 0 0,1 0 1 0 0,-1 0-1 0 0,1 1 1 0 0,-1-1-1 0 0,1 0 1 0 0,-1 1-1 0 0,1-1 1 0 0,-1 1-1 0 0,1-1 1 0 0,-1 1-1 0 0,1-1 1 0 0,0 1-1 0 0,-1-1 1 0 0,1 1-1 0 0,0 0 1 0 0,0-1 0 0 0,-1 1-1 0 0,1 0 1 0 0,0 0-1 0 0,0-1 1 0 0,0 1-1 0 0,1 0 1 0 0,26 3-6216 0 0,-11 2 286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55 205 1124 0 0,'-3'-1'2112'0'0,"-1"-1"-1689"0"0,1 1 1 0 0,0-1-1 0 0,0 0 1 0 0,0 0 0 0 0,0 0-1 0 0,0-1 1 0 0,0 1-1 0 0,0 0 1 0 0,1-1 0 0 0,0 0-1 0 0,-1 0 1 0 0,1 0-1 0 0,0 0 1 0 0,0 0 0 0 0,0 0-1 0 0,1-1 1 0 0,-1 1-1 0 0,1 0 1 0 0,0-1 0 0 0,-2-5-1 0 0,3 6-356 0 0,0 0 0 0 0,0 0 0 0 0,0 1 0 0 0,0-1 0 0 0,0 0 0 0 0,1 1 0 0 0,-1-1 0 0 0,1 0 0 0 0,0 1 1 0 0,-1-1-1 0 0,1 1 0 0 0,0-1 0 0 0,1 1 0 0 0,-1-1 0 0 0,3-3 0 0 0,-1 1-11 0 0,0 1 0 0 0,1 0 0 0 0,0 0 0 0 0,-1 0 0 0 0,1 0 0 0 0,7-4 0 0 0,-4 3-38 0 0,1 1 1 0 0,-1 0-1 0 0,1 1 1 0 0,0 0-1 0 0,0 0 1 0 0,0 0-1 0 0,0 1 0 0 0,1 1 1 0 0,-1-1-1 0 0,1 1 1 0 0,-1 1-1 0 0,1 0 1 0 0,-1 0-1 0 0,1 0 0 0 0,-1 1 1 0 0,1 0-1 0 0,-1 1 1 0 0,0 0-1 0 0,0 0 1 0 0,11 5-1 0 0,-6-2 1 0 0,0 1-1 0 0,0 1 1 0 0,0 0 0 0 0,-1 0 0 0 0,-1 1-1 0 0,1 1 1 0 0,-1-1 0 0 0,-1 2-1 0 0,1 0 1 0 0,-2 0 0 0 0,13 17-1 0 0,-14-15 68 0 0,-1 0-1 0 0,-1 0 0 0 0,0 1 1 0 0,-1 0-1 0 0,0 0 0 0 0,-1 0 0 0 0,-1 1 1 0 0,0-1-1 0 0,-1 1 0 0 0,0 0 1 0 0,-1 0-1 0 0,0-1 0 0 0,-1 1 1 0 0,-1 0-1 0 0,0 0 0 0 0,-1 0 1 0 0,-1-1-1 0 0,0 1 0 0 0,0-1 1 0 0,-2 1-1 0 0,-8 17 0 0 0,13-29-13 0 0,-1-1 0 0 0,0 0 0 0 0,0 0 0 0 0,1 0 0 0 0,-1 1 0 0 0,0-1 0 0 0,0 0 0 0 0,-1 0 0 0 0,1-1 0 0 0,0 1 0 0 0,0 0 0 0 0,0 0 0 0 0,0 0 0 0 0,-1-1 0 0 0,1 1 0 0 0,0-1 0 0 0,-1 1 0 0 0,1-1 0 0 0,-3 1 0 0 0,3-1-98 0 0,0 0 41 0 0,0 0 0 0 0,0 0-1 0 0,1-1 1 0 0,-1 1 0 0 0,0 0-1 0 0,0-1 1 0 0,1 1 0 0 0,-1-1-1 0 0,0 1 1 0 0,1-1 0 0 0,-1 1-1 0 0,0-1 1 0 0,1 1 0 0 0,-1-1-1 0 0,1 0 1 0 0,-1 1 0 0 0,1-1-1 0 0,-1 0 1 0 0,1 1 0 0 0,0-1-1 0 0,-1 0 1 0 0,1 0 0 0 0,0 1-1 0 0,0-1 1 0 0,-1 0 0 0 0,1 0-1 0 0,0 0 1 0 0,0 1 0 0 0,0-1-1 0 0,0 0 1 0 0,0-1 0 0 0,-3-27 94 0 0,4 7-84 0 0,1 1 1 0 0,1-1-1 0 0,0 1 1 0 0,2 0-1 0 0,1 0 0 0 0,0 1 1 0 0,13-27-1 0 0,-8 23-20 0 0,2 0 0 0 0,0 1 0 0 0,1 1 0 0 0,1 0 0 0 0,29-32 0 0 0,-36 46-8 0 0,0 0 1 0 0,1 0-1 0 0,0 1 0 0 0,0 0 0 0 0,1 1 0 0 0,-1 0 0 0 0,1 1 1 0 0,1 0-1 0 0,-1 0 0 0 0,14-4 0 0 0,-19 8 3 0 0,0 1 1 0 0,0-1-1 0 0,0 1 0 0 0,0 0 0 0 0,0 0 1 0 0,0 0-1 0 0,0 1 0 0 0,0-1 1 0 0,0 1-1 0 0,0 0 0 0 0,0 1 1 0 0,0-1-1 0 0,0 1 0 0 0,-1 0 0 0 0,1 1 1 0 0,-1-1-1 0 0,0 1 0 0 0,1-1 1 0 0,-1 1-1 0 0,0 0 0 0 0,0 1 1 0 0,-1-1-1 0 0,1 1 0 0 0,3 5 0 0 0,3 3 10 0 0,-1 1 0 0 0,0 0-1 0 0,-1 0 1 0 0,-1 1-1 0 0,0 0 1 0 0,7 20 0 0 0,-5-4 134 0 0,-2 1 1 0 0,8 59 0 0 0,-3-11-879 0 0,-8-60-667 0 0,1 1-1 0 0,8 17 0 0 0,-13-34 720 0 0,3 3 30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4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60 1360 0 0,'2'-50'14037'0'0,"-2"50"-13958"0"0,0-1 0 0 0,0 1 1 0 0,-1-1-1 0 0,1 1 0 0 0,0 0 0 0 0,0-1 1 0 0,0 1-1 0 0,0-1 0 0 0,0 1 0 0 0,-1 0 1 0 0,1-1-1 0 0,0 1 0 0 0,0-1 0 0 0,-1 1 1 0 0,1 0-1 0 0,0-1 0 0 0,0 1 0 0 0,-1 0 1 0 0,1 0-1 0 0,0-1 0 0 0,-1 1 0 0 0,1 0 1 0 0,0 0-1 0 0,-1-1 0 0 0,1 1 0 0 0,-1 0 1 0 0,1 0-1 0 0,0 0 0 0 0,-1 0 0 0 0,1-1 1 0 0,-1 1-1 0 0,1 0 0 0 0,-1 0 0 0 0,1 0 1 0 0,0 0-1 0 0,-1 0 0 0 0,1 0 0 0 0,-1 0 1 0 0,1 0-1 0 0,-1 1 0 0 0,1-1 0 0 0,-3 1 7 0 0,1 0 0 0 0,0 0 0 0 0,0 0 1 0 0,1 1-1 0 0,-1-1 0 0 0,0 1 0 0 0,0-1 0 0 0,-2 4 0 0 0,-4 5-66 0 0,0 0 0 0 0,-9 17 0 0 0,0 5 79 0 0,1 0 0 0 0,-21 66 0 0 0,32-81-85 0 0,1 0 1 0 0,0 1-1 0 0,2-1 0 0 0,0 1 1 0 0,0 0-1 0 0,2 0 0 0 0,3 34 1 0 0,-2-47-2 0 0,0 1-1 0 0,1 0 1 0 0,-1-1 0 0 0,1 0-1 0 0,0 1 1 0 0,1-1 0 0 0,-1 0-1 0 0,1 0 1 0 0,0 0 0 0 0,0-1-1 0 0,1 1 1 0 0,-1-1 0 0 0,1 1-1 0 0,0-1 1 0 0,0 0 0 0 0,1-1-1 0 0,-1 1 1 0 0,1-1 0 0 0,0 0 0 0 0,0 0-1 0 0,0 0 1 0 0,0-1 0 0 0,0 0-1 0 0,0 0 1 0 0,1 0 0 0 0,-1 0-1 0 0,1-1 1 0 0,0 0 0 0 0,-1 0-1 0 0,1-1 1 0 0,0 1 0 0 0,-1-1-1 0 0,1-1 1 0 0,0 1 0 0 0,-1-1-1 0 0,1 0 1 0 0,0 0 0 0 0,-1 0 0 0 0,11-5-1 0 0,-7 1 3 0 0,0 0 0 0 0,0-1 0 0 0,-1 1 0 0 0,0-2 0 0 0,0 1 0 0 0,0-1 0 0 0,-1-1 0 0 0,0 1 0 0 0,-1-1 0 0 0,1 0 0 0 0,-1-1 0 0 0,-1 1 0 0 0,0-1 1 0 0,0 0-1 0 0,-1-1 0 0 0,0 1 0 0 0,0-1 0 0 0,-1 0 0 0 0,-1 0 0 0 0,3-12 0 0 0,-3 7-1 0 0,0 1 0 0 0,0-1 0 0 0,-2 1 1 0 0,0-1-1 0 0,0 1 0 0 0,-2-1 0 0 0,0 1 0 0 0,0-1 1 0 0,-1 1-1 0 0,-1 0 0 0 0,0 0 0 0 0,-1 1 0 0 0,-1-1 1 0 0,-7-12-1 0 0,9 20-15 0 0,0-1 0 0 0,0 1 0 0 0,0 1 0 0 0,-1-1 0 0 0,0 1 0 0 0,0-1 0 0 0,0 1 1 0 0,-1 1-1 0 0,1-1 0 0 0,-1 1 0 0 0,-1 0 0 0 0,1 1 0 0 0,0-1 0 0 0,-1 1 0 0 0,0 0 0 0 0,1 1 0 0 0,-15-4 0 0 0,16 6-44 0 0,1-1 0 0 0,-1 1 0 0 0,1 0 0 0 0,-1 1 0 0 0,1-1 0 0 0,-1 1 0 0 0,1 0 0 0 0,0 0 0 0 0,-1 1 0 0 0,1-1 0 0 0,0 1 0 0 0,0 0 0 0 0,0 0 0 0 0,0 0 0 0 0,0 0 0 0 0,0 1 0 0 0,1 0 0 0 0,-1-1 0 0 0,1 1 0 0 0,0 1 0 0 0,0-1 0 0 0,0 0 0 0 0,0 1 0 0 0,0 0 0 0 0,-1 3 0 0 0,0 0-465 0 0,0-1-1 0 0,1 1 0 0 0,0-1 1 0 0,1 1-1 0 0,0 0 0 0 0,-3 9 1 0 0,4-10-644 0 0,0 1 0 0 0,1-1 0 0 0,-1 0 0 0 0,1 0 0 0 0,0 1 0 0 0,3 11 0 0 0,0-4-4611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373 115 784 0 0,'2'-22'7945'0'0,"-3"-34"0"0"0,0 20-3012 0 0,-5 127-4061 0 0,-11 293 594 0 0,4 130-1098 0 0,19-461-530 0 0,-5-49-5 0 0,0 0 0 0 0,0 0 0 0 0,1-1 0 0 0,-1 1-1 0 0,1 0 1 0 0,0-1 0 0 0,0 1 0 0 0,0-1 0 0 0,0 1 0 0 0,4 4 0 0 0,-5-8 28 0 0,0 1 1 0 0,1-1 0 0 0,-1 1-1 0 0,0-1 1 0 0,0 0-1 0 0,0 1 1 0 0,1-1 0 0 0,-1 0-1 0 0,0 0 1 0 0,0 1-1 0 0,1-1 1 0 0,-1 0 0 0 0,0-1-1 0 0,0 1 1 0 0,1 0-1 0 0,-1 0 1 0 0,2-1 0 0 0,-1 1-269 0 0,3-1-287 0 0,0-1 0 0 0,-1 1 0 0 0,0-1 0 0 0,1 0 0 0 0,-1 0 1 0 0,0 0-1 0 0,0-1 0 0 0,0 1 0 0 0,0-1 0 0 0,0 0 0 0 0,-1 0 0 0 0,1 0 0 0 0,4-7 0 0 0,-6 9 306 0 0,22-25-6520 0 0</inkml:trace>
  <inkml:trace contextRef="#ctx0" brushRef="#br0" timeOffset="1">126 272 2820 0 0,'-125'0'14077'0'0,"135"-9"-13330"0"0,4 2-608 0 0,0 2 1 0 0,0-1-1 0 0,1 2 1 0 0,-1 0-1 0 0,22-3 1 0 0,-8 1-39 0 0,387-70 185 0 0,-135 44-6036 0 0,-215 24-199 0 0,-41 6 1184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5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341 219 548 0 0,'6'-19'3522'0'0,"0"0"-1"0"0,-1 0 1 0 0,2-21 0 0 0,-7 33-3139 0 0,1 1 0 0 0,-1-1 1 0 0,0 1-1 0 0,-1-1 0 0 0,1 0 1 0 0,-1 1-1 0 0,0-1 1 0 0,-1 1-1 0 0,0 0 0 0 0,0-1 1 0 0,0 1-1 0 0,-7-11 0 0 0,8 15-370 0 0,0 0-1 0 0,0 0 0 0 0,-1 1 0 0 0,1-1 0 0 0,0 0 0 0 0,-1 1 1 0 0,1-1-1 0 0,-1 1 0 0 0,0-1 0 0 0,0 1 0 0 0,1 0 0 0 0,-1 0 1 0 0,0 0-1 0 0,0 0 0 0 0,0 0 0 0 0,0 0 0 0 0,0 1 0 0 0,0-1 1 0 0,-1 0-1 0 0,1 1 0 0 0,0 0 0 0 0,0 0 0 0 0,0-1 0 0 0,0 1 1 0 0,-1 0-1 0 0,1 1 0 0 0,0-1 0 0 0,0 0 0 0 0,0 1 0 0 0,0-1 1 0 0,0 1-1 0 0,0 0 0 0 0,0-1 0 0 0,0 1 0 0 0,0 0 0 0 0,-3 2 1 0 0,-5 3 42 0 0,0 0-1 0 0,1 1 1 0 0,-1 0 0 0 0,2 0 0 0 0,-12 12 0 0 0,-7 9-61 0 0,1 1 1 0 0,-42 63 0 0 0,55-70 2 0 0,0 0 1 0 0,1 1-1 0 0,1 1 1 0 0,2 0-1 0 0,-11 37 1 0 0,18-52-1 0 0,0 1 0 0 0,1-1 1 0 0,0 0-1 0 0,0 1 0 0 0,1-1 1 0 0,0 0-1 0 0,0 1 0 0 0,1-1 1 0 0,1 1-1 0 0,2 9 1 0 0,-2-14 3 0 0,-1 0 1 0 0,1-1-1 0 0,0 1 1 0 0,1-1 0 0 0,-1 0-1 0 0,1 0 1 0 0,0 0 0 0 0,0 0-1 0 0,0 0 1 0 0,0-1-1 0 0,0 1 1 0 0,1-1 0 0 0,0 0-1 0 0,0 0 1 0 0,0 0 0 0 0,0-1-1 0 0,0 1 1 0 0,0-1-1 0 0,1 0 1 0 0,-1 0 0 0 0,7 1-1 0 0,3 1-34 0 0,0-2 0 0 0,0 0 1 0 0,0-1-1 0 0,0 0 0 0 0,0-1 0 0 0,0 0 0 0 0,0-2 0 0 0,0 1 0 0 0,0-2 0 0 0,0 0 1 0 0,0 0-1 0 0,-1-1 0 0 0,0-1 0 0 0,26-13 0 0 0,-21 9-69 0 0,-1-1 0 0 0,0 0 0 0 0,0-2 0 0 0,-1 0 0 0 0,0-1-1 0 0,-1 0 1 0 0,-1-1 0 0 0,0-1 0 0 0,23-32 0 0 0,-21 19 34 0 0,22-51 0 0 0,-24 49 243 0 0,10-33 354 0 0,-23 61-500 0 0,-1 4-27 0 0,3 13 4 0 0,-1 0-1 0 0,-1 31 1 0 0,-1-29-3 0 0,1 0 0 0 0,5 32 0 0 0,-2-33-67 0 0,0 0 0 0 0,2 0 0 0 0,0 0-1 0 0,0 0 1 0 0,12 18 0 0 0,-14-28-346 0 0,0 0 1 0 0,1 0-1 0 0,-1 0 0 0 0,1-1 1 0 0,0 0-1 0 0,8 6 1 0 0,-9-8-357 0 0,0 0 1 0 0,1 0 0 0 0,-1-1-1 0 0,1 1 1 0 0,0-1 0 0 0,0-1-1 0 0,0 1 1 0 0,0 0-1 0 0,9 0 1 0 0,9 1-5409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6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49 271 524 0 0,'-8'-12'1735'0'0,"0"-1"0"0"0,2-1 1 0 0,-1 1-1 0 0,2-1 0 0 0,-6-18 0 0 0,10 27-1645 0 0,0 1 1 0 0,0-1-1 0 0,1 0 0 0 0,0 1 0 0 0,0-1 0 0 0,0 0 1 0 0,0 0-1 0 0,0 1 0 0 0,1-1 0 0 0,0 1 1 0 0,0-1-1 0 0,1 1 0 0 0,-1-1 0 0 0,1 1 0 0 0,0-1 1 0 0,0 1-1 0 0,0 0 0 0 0,0 0 0 0 0,1 0 0 0 0,0 0 1 0 0,4-4-1 0 0,-3 4-71 0 0,1-1 0 0 0,-1 1-1 0 0,1 0 1 0 0,0 0 0 0 0,1 1 0 0 0,-1-1 0 0 0,0 1 0 0 0,1 0-1 0 0,0 1 1 0 0,0-1 0 0 0,0 1 0 0 0,0 1 0 0 0,0-1 0 0 0,0 1 0 0 0,0 0-1 0 0,1 0 1 0 0,-1 0 0 0 0,0 1 0 0 0,13 1 0 0 0,-10 1-12 0 0,-1-1 0 0 0,1 1 0 0 0,-1 1 0 0 0,1-1 0 0 0,-1 1 0 0 0,0 1 0 0 0,0 0-1 0 0,-1 0 1 0 0,1 0 0 0 0,-1 1 0 0 0,0 0 0 0 0,0 1 0 0 0,0-1 0 0 0,6 8 0 0 0,-4-3 2 0 0,-1 0-1 0 0,0 1 1 0 0,0 0 0 0 0,-1 0-1 0 0,-1 1 1 0 0,0-1-1 0 0,0 1 1 0 0,-1 1-1 0 0,-1-1 1 0 0,0 1 0 0 0,-1 0-1 0 0,0 0 1 0 0,1 23-1 0 0,-3-13 188 0 0,-1 1 1 0 0,-1 0-1 0 0,-1 0 0 0 0,-1-1 0 0 0,-2 1 0 0 0,-11 39 0 0 0,14-57 113 0 0,0 1-1 0 0,-1 0 1 0 0,-6 11-1 0 0,7-15 268 0 0,-1-6-407 0 0,2 3-166 0 0,1 0-1 0 0,0 0 1 0 0,-1 0-1 0 0,1 0 1 0 0,0 0-1 0 0,0 0 1 0 0,-1 0-1 0 0,1 0 1 0 0,0 0 0 0 0,0 0-1 0 0,-1 0 1 0 0,1 0-1 0 0,0 0 1 0 0,0-1-1 0 0,0 1 1 0 0,-1 0 0 0 0,1 0-1 0 0,0 0 1 0 0,0 0-1 0 0,0-1 1 0 0,-1 1-1 0 0,1 0 1 0 0,0 0-1 0 0,0 0 1 0 0,0-1 0 0 0,0 1-1 0 0,0 0 1 0 0,-1 0-1 0 0,1-1 1 0 0,0 1-1 0 0,0 0 1 0 0,0 0 0 0 0,0-1-1 0 0,0 1 1 0 0,0 0-1 0 0,0 0 1 0 0,0-1-1 0 0,0 1 1 0 0,0 0-1 0 0,0 0 1 0 0,0-1 0 0 0,0 1-1 0 0,0 0 1 0 0,0-1-1 0 0,5-22 26 0 0,1 0 0 0 0,1 0 0 0 0,1 1 0 0 0,1 0 0 0 0,1 0 0 0 0,0 1 0 0 0,22-31 0 0 0,-15 27-41 0 0,2 2 0 0 0,0 0 1 0 0,1 1-1 0 0,1 1 1 0 0,43-33-1 0 0,-56 47-1 0 0,1 1 0 0 0,0 0 0 0 0,0 1 0 0 0,1 0 0 0 0,-1 1 0 0 0,1 0 0 0 0,14-4 0 0 0,4 4-26 0 0,-20 6 33 0 0,-3 0 1 0 0,0 0 5 0 0,0-1 1 0 0,-1 1-1 0 0,1 0 1 0 0,0 1-1 0 0,-1-1 1 0 0,0 1-1 0 0,0 0 1 0 0,0 0-1 0 0,0 0 1 0 0,0 0-1 0 0,0 1 1 0 0,-1 0-1 0 0,0-1 1 0 0,0 1-1 0 0,0 1 0 0 0,0-1 1 0 0,0 0-1 0 0,-1 1 1 0 0,0-1-1 0 0,0 1 1 0 0,0 0-1 0 0,2 9 1 0 0,1 7 4 0 0,-1 0 0 0 0,0 0 0 0 0,0 41 1 0 0,-2-7 6 0 0,-1-14-60 0 0,11 74 0 0 0,-12-112-60 0 0,1 0-1 0 0,-1 0 1 0 0,1 0 0 0 0,0 0 0 0 0,0 0-1 0 0,0 0 1 0 0,0 0 0 0 0,1-1 0 0 0,-1 1-1 0 0,1 0 1 0 0,-1-1 0 0 0,1 0 0 0 0,0 1-1 0 0,0-1 1 0 0,0 0 0 0 0,1 0 0 0 0,-1 0-1 0 0,0 0 1 0 0,1 0 0 0 0,3 2 0 0 0,-3-3-71 0 0,1 0 0 0 0,-1 0 1 0 0,1 0-1 0 0,0-1 0 0 0,0 1 0 0 0,-1-1 1 0 0,1 0-1 0 0,0 0 0 0 0,0 0 1 0 0,-1 0-1 0 0,1-1 0 0 0,0 1 1 0 0,0-1-1 0 0,3-2 0 0 0,8-2-378 0 0,0-1-1 0 0,-1-1 0 0 0,0 0 0 0 0,0-1 1 0 0,-1 0-1 0 0,19-16 0 0 0,-9 4 260 0 0,-1-1 0 0 0,0 0 0 0 0,-1-2 0 0 0,-2-1-1 0 0,24-37 1 0 0,-31 41 1145 0 0,0-2-1 0 0,-1 1 1 0 0,-1-2-1 0 0,8-28 1 0 0,8-63 5343 0 0,-25 112-5596 0 0,-2 4-578 0 0,0-1 0 0 0,1 1 0 0 0,-1 0 0 0 0,1 0 0 0 0,-1 0 0 0 0,1 0 0 0 0,0 0 0 0 0,-1-1 0 0 0,1 5 0 0 0,0-5-4 0 0,-3 34 47 0 0,-1 5-17 0 0,1 43 1 0 0,3-71-33 0 0,1 0 0 0 0,0 0 0 0 0,1 0 0 0 0,0 0-1 0 0,1 0 1 0 0,1 0 0 0 0,9 21 0 0 0,-11-29 8 0 0,0 0 0 0 0,0-1-1 0 0,0 1 1 0 0,1-1 0 0 0,-1 0-1 0 0,1 1 1 0 0,0-1 0 0 0,0-1-1 0 0,0 1 1 0 0,0 0-1 0 0,1-1 1 0 0,-1 1 0 0 0,1-1-1 0 0,-1 0 1 0 0,8 3 0 0 0,-5-4-29 0 0,-1 1 0 0 0,1-1 0 0 0,0 0 0 0 0,0 0 0 0 0,-1-1 1 0 0,1 0-1 0 0,0 0 0 0 0,0 0 0 0 0,0 0 0 0 0,7-3 0 0 0,0 0-131 0 0,0-1 0 0 0,-1 0-1 0 0,1-1 1 0 0,-1 0-1 0 0,0-1 1 0 0,0-1-1 0 0,-1 1 1 0 0,0-2 0 0 0,12-9-1 0 0,-11 6-6 0 0,-1-1 1 0 0,0 0-1 0 0,-1-1 0 0 0,0 0 1 0 0,-1 0-1 0 0,0-1 0 0 0,-1 0 0 0 0,9-23 1 0 0,0-7 1052 0 0,17-76 0 0 0,-31 111-652 0 0,-1 1 1 0 0,-1-1 0 0 0,0 0-1 0 0,0 0 1 0 0,0-10-1 0 0,-15 47-129 0 0,9-20-108 0 0,-7 26 26 0 0,1 1 0 0 0,-12 67 1 0 0,19-79-36 0 0,2 1 1 0 0,0-1-1 0 0,2 1 0 0 0,0-1 1 0 0,6 34-1 0 0,-5-50-80 0 0,0-1 1 0 0,1 0-1 0 0,0 0 1 0 0,0 0-1 0 0,1 0 1 0 0,-1 0-1 0 0,1 0 1 0 0,0-1-1 0 0,1 1 1 0 0,-1-1-1 0 0,1 0 1 0 0,0 0-1 0 0,1 0 1 0 0,-1-1-1 0 0,1 1 0 0 0,0-1 1 0 0,0 0-1 0 0,0-1 1 0 0,1 1-1 0 0,-1-1 1 0 0,1 0-1 0 0,0 0 1 0 0,-1-1-1 0 0,1 0 1 0 0,1 0-1 0 0,-1 0 1 0 0,0-1-1 0 0,0 1 0 0 0,1-2 1 0 0,-1 1-1 0 0,0-1 1 0 0,1 0-1 0 0,9-1 1 0 0,4-1-730 0 0,0-1 0 0 0,-1-1 0 0 0,0 0 0 0 0,1-2 1 0 0,-2 0-1 0 0,1-1 0 0 0,-1-1 0 0 0,0-1 0 0 0,-1-1 0 0 0,0 0 0 0 0,23-18 1 0 0,3-7-3148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7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205 336 1904 0 0,'0'-31'1680'0'0,"-2"0"0"0"0,-1 0 1 0 0,-1 1-1 0 0,-2-1 0 0 0,-1 1 0 0 0,-1 0 0 0 0,-18-42 0 0 0,21 59-1225 0 0,-13-22 771 0 0,17 34-994 0 0,-2 2-48 0 0,-1 0-160 0 0,1 1-1 0 0,0 0 1 0 0,-1 0-1 0 0,1 0 1 0 0,0 1-1 0 0,0-1 1 0 0,1 1 0 0 0,-1 0-1 0 0,1-1 1 0 0,-1 1-1 0 0,1 0 1 0 0,0 1-1 0 0,0-1 1 0 0,0 0-1 0 0,0 1 1 0 0,1-1-1 0 0,-1 1 1 0 0,0 4-1 0 0,-6 14 59 0 0,-7 41-1 0 0,12-47-46 0 0,-14 66 59 0 0,4 1 0 0 0,-3 87-1 0 0,15-129-64 0 0,1 1-1 0 0,3-1 1 0 0,1 0-1 0 0,2 0 0 0 0,1 0 1 0 0,16 45-1 0 0,-19-74-101 0 0,0 0 1 0 0,1-1-1 0 0,1 1 1 0 0,0-1-1 0 0,0-1 0 0 0,1 1 1 0 0,0-1-1 0 0,16 16 1 0 0,-17-20-149 0 0,0-1 0 0 0,1 1 0 0 0,-1-2 0 0 0,1 1 1 0 0,0-1-1 0 0,1 0 0 0 0,-1 0 0 0 0,1 0 1 0 0,0-1-1 0 0,0-1 0 0 0,0 1 0 0 0,0-1 1 0 0,0-1-1 0 0,9 1 0 0 0,0-1-485 0 0,0 0 0 0 0,0-2 0 0 0,0 0 0 0 0,0-1 0 0 0,0-1 0 0 0,-1 0 0 0 0,1-1-1 0 0,-1-1 1 0 0,0-1 0 0 0,0 0 0 0 0,19-11 0 0 0,18-12-3019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8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145 325 2648 0 0,'0'-34'1926'0'0,"-1"1"-1"0"0,-1-1 1 0 0,-2 1-1 0 0,-1-1 1 0 0,-2 1-1 0 0,-1 1 1 0 0,-15-38-1 0 0,23 69-1862 0 0,0 0 0 0 0,0-1 0 0 0,-1 1-1 0 0,1 0 1 0 0,-1 0 0 0 0,1 0 0 0 0,-1 0-1 0 0,0-1 1 0 0,1 1 0 0 0,-1 0 0 0 0,0 0-1 0 0,0 0 1 0 0,1 0 0 0 0,-1 1 0 0 0,0-1-1 0 0,0 0 1 0 0,0 0 0 0 0,0 0 0 0 0,-2 0-1 0 0,2 1-45 0 0,1 0-1 0 0,-1 0 0 0 0,0 0 0 0 0,0 0 0 0 0,1 0 1 0 0,-1 1-1 0 0,0-1 0 0 0,1 0 0 0 0,-1 0 0 0 0,0 1 0 0 0,1-1 1 0 0,-1 0-1 0 0,1 1 0 0 0,-1-1 0 0 0,0 1 0 0 0,1-1 0 0 0,-1 0 1 0 0,1 1-1 0 0,-1-1 0 0 0,1 1 0 0 0,0 0 0 0 0,-1-1 0 0 0,1 1 1 0 0,-1 0-1 0 0,-2 5 17 0 0,-1 0-1 0 0,1 0 1 0 0,1 1 0 0 0,-1-1 0 0 0,-1 10-1 0 0,-13 66 95 0 0,4 1-1 0 0,4 0 0 0 0,3 1 1 0 0,10 159-1 0 0,0-185-325 0 0,12 57 0 0 0,-13-97-663 0 0,1 0 0 0 0,1-1-1 0 0,1 1 1 0 0,1-1 0 0 0,0 0 0 0 0,1-1 0 0 0,15 23 0 0 0,-1-13-3522 0 0,0-4-2073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8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31 177 2212 0 0,'-4'-8'1326'0'0,"-1"-1"-1"0"0,1 0 1 0 0,0 0 0 0 0,1 0-1 0 0,0-1 1 0 0,-2-13 0 0 0,4 21-1242 0 0,1 0 1 0 0,-1 0 0 0 0,1-1-1 0 0,0 1 1 0 0,0 0 0 0 0,0 0-1 0 0,0-1 1 0 0,0 1 0 0 0,1 0-1 0 0,-1 0 1 0 0,1 0 0 0 0,-1 0-1 0 0,1-1 1 0 0,0 1 0 0 0,0 0-1 0 0,0 0 1 0 0,0 0-1 0 0,0 0 1 0 0,0 1 0 0 0,0-1-1 0 0,1 0 1 0 0,-1 0 0 0 0,1 1-1 0 0,-1-1 1 0 0,1 1 0 0 0,0-1-1 0 0,0 1 1 0 0,-1 0 0 0 0,1 0-1 0 0,0-1 1 0 0,0 1 0 0 0,0 1-1 0 0,4-2 1 0 0,1 0-45 0 0,0 1 0 0 0,1 0-1 0 0,-1 1 1 0 0,0 0 0 0 0,0 0 0 0 0,0 1 0 0 0,1-1-1 0 0,-1 1 1 0 0,0 1 0 0 0,0 0 0 0 0,0 0 0 0 0,-1 0 0 0 0,1 1-1 0 0,0 0 1 0 0,-1 0 0 0 0,0 0 0 0 0,1 1 0 0 0,5 5-1 0 0,6 4-19 0 0,-2 0 1 0 0,0 1-1 0 0,-1 0 0 0 0,0 1 0 0 0,13 18 0 0 0,-17-19 36 0 0,-1 0 0 0 0,0 0 0 0 0,-1 1 1 0 0,-1 0-1 0 0,0 0 0 0 0,-1 1 0 0 0,-1 0 0 0 0,0 0 1 0 0,-2 1-1 0 0,1-1 0 0 0,-2 1 0 0 0,3 30 0 0 0,-6-45-37 0 0,0 0 0 0 0,0-1 0 0 0,0 1 0 0 0,0 0 0 0 0,0-1 0 0 0,-1 1 0 0 0,1 0 0 0 0,0-1 0 0 0,-1 1-1 0 0,1-1 1 0 0,-1 1 0 0 0,0-1 0 0 0,-1 4 0 0 0,2-5-13 0 0,-1 0 1 0 0,1 0-1 0 0,0 1 1 0 0,-1-1-1 0 0,1 0 0 0 0,-1 0 1 0 0,1 0-1 0 0,0 1 1 0 0,-1-1-1 0 0,1 0 0 0 0,0 0 1 0 0,-1 0-1 0 0,1 0 1 0 0,-1 0-1 0 0,1 0 0 0 0,-1 0 1 0 0,1 0-1 0 0,0 0 0 0 0,-1 0 1 0 0,1 0-1 0 0,-1 0 1 0 0,1 0-1 0 0,0 0 0 0 0,-1-1 1 0 0,1 1-1 0 0,0 0 1 0 0,-1 0-1 0 0,1 0 0 0 0,-1-1 1 0 0,1 1-1 0 0,0 0 0 0 0,-1-1 1 0 0,-1-1 2 0 0,0 1 0 0 0,0-1 0 0 0,0 0-1 0 0,1-1 1 0 0,-1 1 0 0 0,0 0 0 0 0,1 0 0 0 0,0-1 0 0 0,-1 1 0 0 0,1-1 0 0 0,0 1 0 0 0,0-1-1 0 0,1 1 1 0 0,-2-4 0 0 0,1-9-8 0 0,0-1 1 0 0,1 1-1 0 0,1 0 0 0 0,0 0 0 0 0,1 0 0 0 0,1 0 0 0 0,0 0 0 0 0,1 0 1 0 0,1 1-1 0 0,0-1 0 0 0,0 1 0 0 0,2 0 0 0 0,0 1 0 0 0,11-17 1 0 0,-12 22-7 0 0,0-1 0 0 0,0 1 1 0 0,1 1-1 0 0,0-1 0 0 0,0 1 1 0 0,0 0-1 0 0,1 1 0 0 0,1-1 1 0 0,-1 2-1 0 0,1-1 0 0 0,0 1 1 0 0,0 0-1 0 0,0 1 0 0 0,1 0 1 0 0,-1 1-1 0 0,1 0 0 0 0,0 0 1 0 0,0 1-1 0 0,0 1 0 0 0,0-1 1 0 0,21 1-1 0 0,-23 2 5 0 0,0 0 0 0 0,-1 0 0 0 0,1 1 1 0 0,0 0-1 0 0,-1 0 0 0 0,1 1 0 0 0,-1 0 0 0 0,0 0 0 0 0,0 1 1 0 0,0 0-1 0 0,-1 0 0 0 0,1 1 0 0 0,-1-1 0 0 0,0 1 1 0 0,0 1-1 0 0,9 10 0 0 0,-8-8 12 0 0,-1 1 1 0 0,0 0-1 0 0,0 1 0 0 0,-1-1 1 0 0,0 1-1 0 0,0 0 0 0 0,-1 0 1 0 0,-1 1-1 0 0,1-1 0 0 0,-2 1 1 0 0,2 13-1 0 0,-1-12 56 0 0,-2 0 0 0 0,0 0 0 0 0,-1 0-1 0 0,0 0 1 0 0,0 0 0 0 0,-4 18 0 0 0,3-28 51 0 0,0-5-149 0 0,0 0 29 0 0,1 0 0 0 0,-1-1 0 0 0,0 1 0 0 0,1-1 0 0 0,0 1 0 0 0,-1-1 0 0 0,1 1 0 0 0,1 0 0 0 0,-1-1 0 0 0,0 1 0 0 0,1-1 0 0 0,1-4 0 0 0,1-1-3 0 0,0 1 1 0 0,1-1 0 0 0,0 1 0 0 0,7-12-1 0 0,5-1-15 0 0,0 0 0 0 0,25-26 1 0 0,-25 30 0 0 0,1 0 0 0 0,0 2 0 0 0,2 0 1 0 0,-1 1-1 0 0,2 1 0 0 0,-1 0 1 0 0,2 2-1 0 0,37-16 0 0 0,-55 26 22 0 0,0 0 0 0 0,0-1 0 0 0,1 2 0 0 0,-1-1 0 0 0,0 0 0 0 0,1 1 0 0 0,-1-1 0 0 0,0 1 0 0 0,1 0-1 0 0,-1 0 1 0 0,1 0 0 0 0,-1 1 0 0 0,0-1 0 0 0,1 1 0 0 0,-1 0 0 0 0,0 0 0 0 0,1 0 0 0 0,-1 0 0 0 0,0 0 0 0 0,0 1 0 0 0,0 0-1 0 0,0-1 1 0 0,0 1 0 0 0,0 0 0 0 0,-1 0 0 0 0,1 1 0 0 0,-1-1 0 0 0,1 1 0 0 0,-1-1 0 0 0,0 1 0 0 0,0 0 0 0 0,0-1 0 0 0,0 1-1 0 0,-1 0 1 0 0,3 5 0 0 0,1 4 28 0 0,-1 1 0 0 0,0 0 0 0 0,-1-1-1 0 0,-1 1 1 0 0,0 0 0 0 0,0 0 0 0 0,-1 22 0 0 0,-1 107-2522 0 0,1-137 1596 0 0,-1 0 0 0 0,1-1 1 0 0,1 1-1 0 0,-1 0 0 0 0,1-1 0 0 0,-1 1 0 0 0,6 7 0 0 0,-1 1-4427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39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366 893 372 0 0,'4'-9'1558'0'0,"-1"0"-1"0"0,0-1 1 0 0,-1 1-1 0 0,0-1 1 0 0,-1 0 0 0 0,0 0-1 0 0,0-12 1 0 0,-1 18-1358 0 0,0 1 0 0 0,-1 0 0 0 0,1-1-1 0 0,-1 1 1 0 0,0-1 0 0 0,0 1 0 0 0,0 0 0 0 0,0 0 0 0 0,-1-1 0 0 0,1 1 0 0 0,-1 0 0 0 0,0 0 0 0 0,0 0 0 0 0,0 1 0 0 0,0-1 0 0 0,0 0 0 0 0,-1 1 0 0 0,1 0 0 0 0,-1-1 0 0 0,1 1 0 0 0,-1 0 0 0 0,0 0 0 0 0,-5-2 0 0 0,4 2-157 0 0,0 1 0 0 0,-1 0 1 0 0,1 0-1 0 0,0 0 1 0 0,-1 1-1 0 0,1 0 1 0 0,0-1-1 0 0,-1 1 0 0 0,1 1 1 0 0,0-1-1 0 0,-1 1 1 0 0,1-1-1 0 0,0 1 0 0 0,-1 1 1 0 0,1-1-1 0 0,-7 4 1 0 0,-4 1-9 0 0,0 2 1 0 0,0-1-1 0 0,1 2 1 0 0,0 0 0 0 0,1 1-1 0 0,0 1 1 0 0,0-1-1 0 0,-12 16 1 0 0,9-9-28 0 0,1 0 0 0 0,2 1 0 0 0,-1 1 0 0 0,2 0 0 0 0,-14 30 0 0 0,22-40-6 0 0,0 0 0 0 0,0 0-1 0 0,1 1 1 0 0,1-1-1 0 0,-1 1 1 0 0,2-1 0 0 0,-1 1-1 0 0,1 15 1 0 0,1-21 1 0 0,0-1 1 0 0,1 1-1 0 0,-1 0 0 0 0,1-1 1 0 0,0 1-1 0 0,0-1 0 0 0,0 0 1 0 0,1 1-1 0 0,-1-1 1 0 0,1 0-1 0 0,0 0 0 0 0,-1 0 1 0 0,1 0-1 0 0,1 0 1 0 0,-1 0-1 0 0,0 0 0 0 0,1-1 1 0 0,0 1-1 0 0,-1-1 1 0 0,1 0-1 0 0,0 0 0 0 0,0 0 1 0 0,0 0-1 0 0,0 0 1 0 0,1-1-1 0 0,3 2 0 0 0,5 1-124 0 0,1 0-1 0 0,-1-1 0 0 0,1-1 0 0 0,0 0 1 0 0,0-1-1 0 0,0 0 0 0 0,0-1 0 0 0,0 0 0 0 0,-1-1 1 0 0,1 0-1 0 0,0-1 0 0 0,14-4 0 0 0,-12 2-65 0 0,-1-1 0 0 0,1 0 0 0 0,-1-1-1 0 0,-1 0 1 0 0,1-1 0 0 0,-1-1-1 0 0,0 0 1 0 0,0-1 0 0 0,-1 0 0 0 0,11-11-1 0 0,-11 6 321 0 0,-1 1-1 0 0,0-2 0 0 0,-1 0 0 0 0,-1 0 0 0 0,0 0 0 0 0,-1-1 0 0 0,-1-1 0 0 0,-1 1 1 0 0,0-1-1 0 0,-1 0 0 0 0,5-31 0 0 0,-2-15 1355 0 0,-8 61-1282 0 0,-3 6-193 0 0,1 1 0 0 0,0 0 0 0 0,0 0 1 0 0,0 0-1 0 0,0 0 0 0 0,1 0 0 0 0,0 1 0 0 0,0-1 0 0 0,-1 11 0 0 0,0-1-15 0 0,-3 23 22 0 0,-3 69-1 0 0,8-88-7 0 0,1 0 0 0 0,1-1-1 0 0,0 1 1 0 0,2 0 0 0 0,9 31-1 0 0,-10-43-27 0 0,0 0 0 0 0,0 0 0 0 0,1 0 0 0 0,0-1-1 0 0,0 1 1 0 0,0-1 0 0 0,1 0 0 0 0,0-1 0 0 0,0 1-1 0 0,0-1 1 0 0,1 0 0 0 0,0 0 0 0 0,7 4 0 0 0,-4-3-197 0 0,0-2 1 0 0,0 1 0 0 0,0-1 0 0 0,1-1-1 0 0,-1 1 1 0 0,1-2 0 0 0,0 1-1 0 0,21 1 1 0 0,-16-3-220 0 0,1-1 0 0 0,0 0 0 0 0,0-2 0 0 0,0 1 0 0 0,0-2 0 0 0,-1 0 0 0 0,1-1 0 0 0,-1 0 0 0 0,0-2 0 0 0,0 1 0 0 0,0-2 0 0 0,18-11 0 0 0,-13 4-22 0 0,-1-1 1 0 0,0-1-1 0 0,-2 0 1 0 0,0-1-1 0 0,0-1 0 0 0,-2-1 1 0 0,0 0-1 0 0,-2-1 1 0 0,22-40-1 0 0,-11 10 519 0 0,-2-1 0 0 0,-3-1-1 0 0,16-65 1 0 0,-19 44 1320 0 0,-2-1 0 0 0,-3-1 1 0 0,-4 0-1 0 0,-3 0 0 0 0,-6-83 0 0 0,0 126-564 0 0,-11-128 2891 0 0,13 159-3695 0 0,0 1-1 0 0,0-1 1 0 0,0 0-1 0 0,0 1 1 0 0,0-1-1 0 0,0 0 1 0 0,0 1-1 0 0,0-1 0 0 0,0 0 1 0 0,0 1-1 0 0,-1-1 1 0 0,1 1-1 0 0,0-1 1 0 0,0 0-1 0 0,-1 1 0 0 0,1-1 1 0 0,0 1-1 0 0,-1-1 1 0 0,1 1-1 0 0,-1-1 1 0 0,1 1-1 0 0,-1-1 1 0 0,1 1-1 0 0,-1-1 0 0 0,1 1 1 0 0,-1-1-1 0 0,0 2-8 0 0,0-1-1 0 0,1 0 0 0 0,-1 1 1 0 0,0-1-1 0 0,1 1 0 0 0,-1-1 0 0 0,1 1 1 0 0,-1-1-1 0 0,1 1 0 0 0,-1-1 1 0 0,1 1-1 0 0,-1 0 0 0 0,1-1 0 0 0,-1 1 1 0 0,1 0-1 0 0,0-1 0 0 0,-1 2 1 0 0,-14 38 38 0 0,-20 134 115 0 0,-14 207-1 0 0,43-330-131 0 0,2 1-1 0 0,3 0 1 0 0,2 1 0 0 0,13 86-1 0 0,-11-125-13 0 0,0 0 0 0 0,1-1 0 0 0,1 0-1 0 0,0 1 1 0 0,1-1 0 0 0,0-1 0 0 0,1 1 0 0 0,0-1-1 0 0,1-1 1 0 0,0 1 0 0 0,1-1 0 0 0,1-1-1 0 0,-1 0 1 0 0,2 0 0 0 0,-1-1 0 0 0,1 0 0 0 0,1 0-1 0 0,-1-2 1 0 0,1 1 0 0 0,1-2 0 0 0,-1 1 0 0 0,1-2-1 0 0,1 0 1 0 0,-1 0 0 0 0,1-1 0 0 0,-1-1-1 0 0,17 2 1 0 0,-17-3-10 0 0,0-1 0 0 0,-1-1 0 0 0,1 0 0 0 0,0-1 0 0 0,0 0 0 0 0,-1-1 0 0 0,1-1 0 0 0,-1 0 1 0 0,1 0-1 0 0,-1-1 0 0 0,0-1 0 0 0,21-11 0 0 0,-19 7-2 0 0,-1 0 0 0 0,0-1 0 0 0,0 0 0 0 0,-1-1 0 0 0,0 0 0 0 0,-1-1 0 0 0,-1-1 0 0 0,0 0 0 0 0,14-23 0 0 0,-15 21 1 0 0,-1 0 0 0 0,0 0 0 0 0,-1-1 0 0 0,-1 0 0 0 0,-1 0 0 0 0,0-1 1 0 0,-1 1-1 0 0,-1-1 0 0 0,2-26 0 0 0,-5 28 25 0 0,0 1-1 0 0,-1-1 1 0 0,-1 1 0 0 0,0 0 0 0 0,-1 0 0 0 0,0 0 0 0 0,-1 0-1 0 0,-1 0 1 0 0,0 0 0 0 0,-1 1 0 0 0,-12-20 0 0 0,16 30-29 0 0,0 0 1 0 0,0 1 0 0 0,-1-1 0 0 0,1 0-1 0 0,-1 1 1 0 0,-4-4 0 0 0,7 6-2 0 0,-1-1 0 0 0,0 0 0 0 0,0 1-1 0 0,0-1 1 0 0,0 0 0 0 0,0 1 0 0 0,0-1 0 0 0,0 1 0 0 0,0-1 0 0 0,0 1-1 0 0,0 0 1 0 0,0 0 0 0 0,0-1 0 0 0,0 1 0 0 0,0 0 0 0 0,0 0 0 0 0,0 0-1 0 0,-1 0 1 0 0,1 0 0 0 0,0 0 0 0 0,0 0 0 0 0,0 1 0 0 0,0-1 0 0 0,0 0-1 0 0,-2 1 1 0 0,-12 12-19 0 0,14-6 21 0 0,1-5-1 0 0,-1 0 3 0 0,1 0 1 0 0,0-1 0 0 0,0 1 0 0 0,-1 0-1 0 0,1 0 1 0 0,1 0 0 0 0,-1 0 0 0 0,0 0 0 0 0,0 0-1 0 0,1 0 1 0 0,-1 0 0 0 0,1 0 0 0 0,-1 0-1 0 0,1-1 1 0 0,0 1 0 0 0,0 0 0 0 0,2 3 0 0 0,20 23 32 0 0,-12-19-148 0 0,1 0 1 0 0,0-1-1 0 0,1-1 0 0 0,0 1 1 0 0,0-2-1 0 0,1 0 1 0 0,0-1-1 0 0,0 0 0 0 0,0-1 1 0 0,0 0-1 0 0,16 1 0 0 0,10 0-408 0 0,0-2 1 0 0,74-3-1 0 0,-102 0 469 0 0,0-1 0 0 0,-1-1 0 0 0,1 0 0 0 0,-1 0 0 0 0,19-8 0 0 0,-25 8 108 0 0,0 0 1 0 0,0-1-1 0 0,0 1 0 0 0,0-1 1 0 0,-1 0-1 0 0,1-1 0 0 0,-1 1 1 0 0,0-1-1 0 0,0 0 0 0 0,-1 0 0 0 0,1 0 1 0 0,-1 0-1 0 0,5-8 0 0 0,-7 11 2 0 0,0-1 0 0 0,-1 1 0 0 0,1-1 0 0 0,0 0 0 0 0,-1 1 0 0 0,1-1 0 0 0,-1 0 0 0 0,0 0 0 0 0,0 1 0 0 0,0-1 0 0 0,0 0 0 0 0,0 0 0 0 0,0 1 0 0 0,0-1 0 0 0,0 0 0 0 0,-1 0 0 0 0,1 1 0 0 0,-1-1 0 0 0,1 0 0 0 0,-1 1 0 0 0,1-1 0 0 0,-1 0 0 0 0,-1-1 0 0 0,0 0 25 0 0,0 1 0 0 0,0-1 1 0 0,0 0-1 0 0,0 1 1 0 0,-1-1-1 0 0,1 1 1 0 0,-1 0-1 0 0,-5-4 1 0 0,6 5-70 0 0,0 1 0 0 0,-1-1 0 0 0,1 0 0 0 0,0 1 0 0 0,-1 0 0 0 0,1-1 0 0 0,0 1 0 0 0,-1 0 1 0 0,1 0-1 0 0,-1 1 0 0 0,1-1 0 0 0,0 0 0 0 0,-1 1 0 0 0,1-1 0 0 0,0 1 0 0 0,-1 0 0 0 0,1 0 1 0 0,0 0-1 0 0,0 0 0 0 0,0 0 0 0 0,0 0 0 0 0,0 1 0 0 0,0-1 0 0 0,0 1 0 0 0,-3 2 0 0 0,-3 4 5 0 0,0-1 0 0 0,0 1-1 0 0,1 0 1 0 0,-8 11 0 0 0,0 3-4 0 0,1 1 1 0 0,2 0-1 0 0,0 1 1 0 0,-9 26 0 0 0,16-35 7 0 0,0 0 1 0 0,1 0 0 0 0,0 1 0 0 0,1 0-1 0 0,1-1 1 0 0,1 1 0 0 0,1 32 0 0 0,0-41-3 0 0,1-1 0 0 0,1 1 0 0 0,-1-1 1 0 0,1 1-1 0 0,0-1 0 0 0,0 0 1 0 0,1 1-1 0 0,0-1 0 0 0,0 0 0 0 0,0-1 1 0 0,1 1-1 0 0,0-1 0 0 0,0 1 0 0 0,8 7 1 0 0,-5-7-94 0 0,0 0 1 0 0,0-1 0 0 0,1 0-1 0 0,0-1 1 0 0,0 1 0 0 0,0-2 0 0 0,0 1-1 0 0,0-1 1 0 0,18 4 0 0 0,-6-3-347 0 0,0-1 0 0 0,1-1 0 0 0,0-1 0 0 0,-1-1 1 0 0,1 0-1 0 0,0-2 0 0 0,-1-1 0 0 0,38-9 0 0 0,-40 7 157 0 0,0-1 0 0 0,0-1-1 0 0,-1 0 1 0 0,0-2-1 0 0,-1 0 1 0 0,0-1 0 0 0,0 0-1 0 0,-1-1 1 0 0,0-1 0 0 0,-1-1-1 0 0,0 0 1 0 0,-1 0-1 0 0,-1-2 1 0 0,21-29 0 0 0,-23 28 767 0 0,-1-1 1 0 0,-1 1 0 0 0,0-1 0 0 0,-2-1-1 0 0,0 0 1 0 0,0 1 0 0 0,-2-2 0 0 0,0 1-1 0 0,1-28 1 0 0,4-47 3645 0 0,-9 91-4004 0 0,-2-8 204 0 0,-2 19-333 0 0,0 1 0 0 0,1 0 0 0 0,0 1 0 0 0,1-1 0 0 0,-2 12 0 0 0,-4 60 172 0 0,4-22-61 0 0,-1-18-116 0 0,2 1 0 0 0,3 61 0 0 0,2-82-1245 0 0,8 35 0 0 0,-8-50 534 0 0,1-1 1 0 0,-1 0-1 0 0,1 0 1 0 0,1 0-1 0 0,-1 0 0 0 0,1 0 1 0 0,0-1-1 0 0,0 0 0 0 0,0 0 1 0 0,8 7-1 0 0,-11-12 422 0 0,-1 1 0 0 0,1 0-1 0 0,0-1 1 0 0,0 1 0 0 0,0-1 0 0 0,0 1-1 0 0,0-1 1 0 0,0 1 0 0 0,1-1 0 0 0,-1 0-1 0 0,0 1 1 0 0,0-1 0 0 0,0 0 0 0 0,0 0-1 0 0,0 0 1 0 0,0 0 0 0 0,1 0-1 0 0,1 0 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0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1572 0 0,'35'-65'7315'0'0,"-28"51"-6141"0"0,0 0-1 0 0,0 1 1 0 0,1-1 0 0 0,1 2 0 0 0,16-20 0 0 0,-23 31-1112 0 0,0-1 1 0 0,0 0-1 0 0,0 0 0 0 0,1 1 0 0 0,-1-1 1 0 0,0 1-1 0 0,1 0 0 0 0,-1 0 0 0 0,0 0 1 0 0,1 0-1 0 0,-1 0 0 0 0,1 0 0 0 0,0 0 1 0 0,-1 1-1 0 0,1 0 0 0 0,0-1 0 0 0,-1 1 1 0 0,1 0-1 0 0,0 0 0 0 0,-1 1 0 0 0,4-1 1 0 0,-2 1-38 0 0,-1 0 1 0 0,1 0-1 0 0,-1 1 1 0 0,1-1-1 0 0,-1 1 1 0 0,0 0-1 0 0,0 0 1 0 0,0 0-1 0 0,0 0 1 0 0,0 0-1 0 0,0 1 1 0 0,0-1-1 0 0,-1 1 1 0 0,5 5-1 0 0,-3-1 45 0 0,0-1 0 0 0,0 1 0 0 0,-1 1-1 0 0,0-1 1 0 0,0 0 0 0 0,-1 1 0 0 0,0 0-1 0 0,0-1 1 0 0,-1 1 0 0 0,0 0 0 0 0,0 0-1 0 0,-1 0 1 0 0,0 0 0 0 0,0 0 0 0 0,-1 0-1 0 0,0-1 1 0 0,0 1 0 0 0,-1 0 0 0 0,-4 10-1 0 0,-1 4 101 0 0,-1-1 0 0 0,-1 0 0 0 0,-1-1 0 0 0,-1 0 0 0 0,-21 29 0 0 0,27-42-161 0 0,-8 12 776 0 0,-21 23-1 0 0,32-41-299 0 0,3-3-468 0 0,-1 0 1 0 0,1 0-1 0 0,-1 0 0 0 0,1 1 1 0 0,0-1-1 0 0,-1 0 1 0 0,1 0-1 0 0,0 0 0 0 0,0 1 1 0 0,0-1-1 0 0,0 0 0 0 0,1 1 1 0 0,1-3-1 0 0,23-21 29 0 0,-14 14-30 0 0,239-257-132 0 0,-244 261 128 0 0,-1 1-1 0 0,0-1 1 0 0,0-1-1 0 0,0 1 1 0 0,-1-1-1 0 0,0 0 1 0 0,4-10-1 0 0,-9 18-12 0 0,0-1 1 0 0,0 1-1 0 0,0 0 0 0 0,0 0 0 0 0,0-1 0 0 0,0 1 0 0 0,0 0 0 0 0,0-1 0 0 0,0 1 0 0 0,0 0 1 0 0,0-1-1 0 0,0 1 0 0 0,0 0 0 0 0,0-1 0 0 0,0 1 0 0 0,-1 0 0 0 0,1-1 0 0 0,0 1 0 0 0,0 0 0 0 0,0 0 1 0 0,0-1-1 0 0,0 1 0 0 0,-1 0 0 0 0,1 0 0 0 0,0-1 0 0 0,0 1 0 0 0,-1 0 0 0 0,1 0 0 0 0,0-1 1 0 0,0 1-1 0 0,-1 0 0 0 0,1 0 0 0 0,0 0 0 0 0,-1 0 0 0 0,1 0 0 0 0,0-1 0 0 0,0 1 0 0 0,-1 0 0 0 0,1 0 1 0 0,-1 0-1 0 0,-5 2 1 0 0,1 0 1 0 0,-1 0 0 0 0,1 0-1 0 0,-1 1 1 0 0,1 0 0 0 0,0 0-1 0 0,0 1 1 0 0,1-1 0 0 0,-1 1-1 0 0,1 0 1 0 0,-1 0 0 0 0,1 1-1 0 0,0-1 1 0 0,1 1 0 0 0,-1 0-1 0 0,-4 8 1 0 0,-4 4 4 0 0,2-2-5 0 0,0 0 0 0 0,0 1 0 0 0,2 0 0 0 0,0 0 0 0 0,1 1 0 0 0,-8 24 0 0 0,13-32 16 0 0,-1 0-1 0 0,1 0 0 0 0,1 1 1 0 0,-1-1-1 0 0,2 1 1 0 0,-1-1-1 0 0,1 1 0 0 0,1-1 1 0 0,-1 1-1 0 0,2-1 1 0 0,-1 0-1 0 0,2 1 0 0 0,5 17 1 0 0,-6-23 6 0 0,0 0 0 0 0,0 0 0 0 0,1-1 0 0 0,-1 1 0 0 0,1 0 0 0 0,0-1 1 0 0,0 0-1 0 0,0 1 0 0 0,0-1 0 0 0,0-1 0 0 0,1 1 0 0 0,0 0 0 0 0,-1-1 1 0 0,1 1-1 0 0,0-1 0 0 0,4 1 0 0 0,-2-1-75 0 0,1 0 0 0 0,-1 0 0 0 0,0-1 0 0 0,0 0 1 0 0,1-1-1 0 0,-1 1 0 0 0,1-1 0 0 0,-1 0 0 0 0,0-1 0 0 0,9-1 0 0 0,-4 0-402 0 0,0-1-1 0 0,0 0 0 0 0,0-1 0 0 0,-1 0 1 0 0,16-8-1 0 0,-17 7-558 0 0,0-1 1 0 0,-1 1-1 0 0,0-1 0 0 0,0-1 0 0 0,12-13 1 0 0,0-6-3506 0 0,0 0-2173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1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2229 80 2344 0 0,'-190'-38'13578'0'0,"118"24"-7574"0"0,-25-7-1050 0 0,95 21-5152 0 0,-2-1-321 0 0,-4 0 557 0 0,-20-3-6331 0 0,-2 5-3750 0 0</inkml:trace>
  <inkml:trace contextRef="#ctx0" brushRef="#br0" timeOffset="1">259 288 2484 0 0,'-240'56'12629'0'0,"222"-51"-11507"0"0,18-5-1110 0 0,0 0 0 0 0,0 0 1 0 0,0 0-1 0 0,0 1 0 0 0,0-1 1 0 0,0 0-1 0 0,0 0 0 0 0,-1 0 1 0 0,1 0-1 0 0,0 0 0 0 0,0 0 1 0 0,0 0-1 0 0,0 0 0 0 0,0 0 1 0 0,0 0-1 0 0,0 1 0 0 0,0-1 1 0 0,0 0-1 0 0,0 0 0 0 0,0 0 1 0 0,0 0-1 0 0,0 0 0 0 0,0 0 1 0 0,0 0-1 0 0,0 0 0 0 0,0 0 1 0 0,0 1-1 0 0,0-1 1 0 0,0 0-1 0 0,1 0 0 0 0,-1 0 1 0 0,0 0-1 0 0,0 0 0 0 0,0 0 1 0 0,0 0-1 0 0,0 0 0 0 0,0 0 1 0 0,0 0-1 0 0,0 0 0 0 0,0 1 1 0 0,0-1-1 0 0,0 0 0 0 0,0 0 1 0 0,0 0-1 0 0,1 0 0 0 0,-1 0 1 0 0,0 0-1 0 0,0 0 0 0 0,0 0 1 0 0,0 0-1 0 0,0 0 0 0 0,0 0 1 0 0,0 0-1 0 0,0 0 0 0 0,0 0 1 0 0,1 0-1 0 0,-1 0 0 0 0,0 0 1 0 0,0 0-1 0 0,0 0 0 0 0,0 0 1 0 0,0 0-1 0 0,0 0 0 0 0,0 0 1 0 0,0 0-1 0 0,0 0 0 0 0,0 0 1 0 0,1-1-1 0 0,33 2 541 0 0,225-17-783 0 0,-82 13-3151 0 0,-72 1-1099 0 0,7-3-2664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46 344 0 0,'41'-39'11681'0'0,"-41"39"-11573"0"0,1-1 0 0 0,-1 1 0 0 0,0 0 1 0 0,0-1-1 0 0,1 1 0 0 0,-1-1 0 0 0,0 1 0 0 0,1 0 0 0 0,-1-1 0 0 0,1 1 0 0 0,-1 0 1 0 0,0-1-1 0 0,1 1 0 0 0,-1 0 0 0 0,1 0 0 0 0,-1 0 0 0 0,1-1 0 0 0,-1 1 1 0 0,1 0-1 0 0,-1 0 0 0 0,0 0 0 0 0,1 0 0 0 0,-1 0 0 0 0,1 0 0 0 0,-1 0 0 0 0,1 0 1 0 0,0 0-1 0 0,-1 12 514 0 0,-12 22-640 0 0,-49 88 261 0 0,-13 30-376 0 0,64-126-1617 0 0,0-1 0 0 0,2 2-1 0 0,1-1 1 0 0,-4 31 0 0 0,7-33-2862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3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95 912 1252 0 0,'-3'-1'2272'0'0,"-4"-2"-1205"0"0,0 0-1 0 0,-1 1 1 0 0,1 0-1 0 0,-1 1 1 0 0,0 0-1 0 0,1 0 1 0 0,-1 0-1 0 0,-13 1 1 0 0,21 1-1054 0 0,-1-1 0 0 0,0 1 0 0 0,0-1 0 0 0,1 1 1 0 0,-1 0-1 0 0,0-1 0 0 0,1 1 0 0 0,-1 0 1 0 0,0 0-1 0 0,1 0 0 0 0,-1-1 0 0 0,1 1 1 0 0,0 0-1 0 0,-1 0 0 0 0,1 0 0 0 0,0 0 0 0 0,-1 0 1 0 0,1 0-1 0 0,0 0 0 0 0,0-1 0 0 0,0 1 1 0 0,0 0-1 0 0,0 0 0 0 0,0 0 0 0 0,0 0 0 0 0,0 0 1 0 0,0 1-1 0 0,2 28 138 0 0,-1-27-136 0 0,0-1-1 0 0,0 1 1 0 0,0-1-1 0 0,0 0 1 0 0,1 1 0 0 0,-1-1-1 0 0,0 0 1 0 0,1 0 0 0 0,0 0-1 0 0,-1 0 1 0 0,1 0 0 0 0,0-1-1 0 0,0 1 1 0 0,0 0 0 0 0,0-1-1 0 0,0 0 1 0 0,1 1-1 0 0,-1-1 1 0 0,0 0 0 0 0,1 0-1 0 0,-1 0 1 0 0,0 0 0 0 0,1-1-1 0 0,-1 1 1 0 0,1-1 0 0 0,3 1-1 0 0,3-1 11 0 0,1-1 0 0 0,0 0 0 0 0,-1 0 0 0 0,1-1 0 0 0,-1-1 0 0 0,0 1 0 0 0,0-2 0 0 0,0 1 0 0 0,0-1 0 0 0,0 0 0 0 0,10-8 0 0 0,-6 3 0 0 0,-1 0-1 0 0,0-1 0 0 0,-1-1 1 0 0,0 0-1 0 0,0 0 0 0 0,13-20 1 0 0,-7 5-15 0 0,-1-1 0 0 0,-2 0 1 0 0,0-1-1 0 0,-2 0 0 0 0,-1-1 1 0 0,12-52-1 0 0,-12 24-35 0 0,-2-1 0 0 0,2-109 0 0 0,-13 74 451 0 0,-14-98 0 0 0,16 189-418 0 0,-1-9 7 0 0,-1 1 1 0 0,-5-20-1 0 0,-4 47-25 0 0,-1 26 30 0 0,2 1 0 0 0,-6 75 0 0 0,8-54 16 0 0,0 5 3 0 0,4 1-1 0 0,2-1 0 0 0,11 94 1 0 0,-7-149-19 0 0,0 1 0 0 0,1-1 0 0 0,0 0 0 0 0,2 0 0 0 0,0 0 0 0 0,0-1 0 0 0,1 1 0 0 0,12 17 0 0 0,-16-27-216 0 0,1-1-1 0 0,0 0 0 0 0,0 0 0 0 0,0 0 1 0 0,0 0-1 0 0,1-1 0 0 0,0 1 1 0 0,0-1-1 0 0,0 0 0 0 0,0 0 0 0 0,0 0 1 0 0,0-1-1 0 0,1 1 0 0 0,-1-1 0 0 0,1 0 1 0 0,0 0-1 0 0,0-1 0 0 0,-1 0 1 0 0,1 1-1 0 0,0-2 0 0 0,0 1 0 0 0,0 0 1 0 0,0-1-1 0 0,1 0 0 0 0,-1 0 0 0 0,0-1 1 0 0,0 1-1 0 0,0-1 0 0 0,7-2 1 0 0,12-6-2994 0 0,0-1-1148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4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166 325 564 0 0,'-166'36'12592'0'0,"169"-32"-12316"0"0,-3-3-267 0 0,0-1 0 0 0,0 1 0 0 0,0-1 0 0 0,1 1 0 0 0,-1-1 0 0 0,0 1 1 0 0,0-1-1 0 0,0 1 0 0 0,0-1 0 0 0,1 1 0 0 0,-1-1 0 0 0,0 1 0 0 0,0-1 0 0 0,1 0 0 0 0,-1 1 1 0 0,0-1-1 0 0,1 0 0 0 0,-1 1 0 0 0,0-1 0 0 0,1 0 0 0 0,-1 1 0 0 0,1-1 0 0 0,-1 0 1 0 0,1 0-1 0 0,-1 1 0 0 0,0-1 0 0 0,1 0 0 0 0,-1 0 0 0 0,1 0 0 0 0,-1 0 0 0 0,1 0 0 0 0,0 1 1 0 0,37-1 159 0 0,0-1 1 0 0,0-1 0 0 0,48-10 0 0 0,116-32 17 0 0,-164 35-148 0 0,-1-2 1 0 0,0-2 0 0 0,55-27 0 0 0,-78 33-62 0 0,0-1 0 0 0,0-1 0 0 0,-1 0 0 0 0,0-1 0 0 0,0 0 0 0 0,-1-1 0 0 0,-1-1 0 0 0,0 1 0 0 0,-1-2 0 0 0,0 0 1 0 0,11-17-1 0 0,-17 21 0 0 0,1 0 1 0 0,-2 0-1 0 0,6-19 1 0 0,2-5 13 0 0,-8 20-23 0 0,-8 16-38 0 0,-7 22 31 0 0,-4 44 99 0 0,3 1 1 0 0,-7 118-1 0 0,13-109 3 0 0,-9 198 73 0 0,11-155-25 0 0,0-20 3345 0 0,6-130-2987 0 0,4 6-451 0 0,0-1-1 0 0,2 2 1 0 0,0-1-1 0 0,2 1 1 0 0,0 0 0 0 0,1 1-1 0 0,1 0 1 0 0,1 0 0 0 0,1 1-1 0 0,1 1 1 0 0,26-28-1 0 0,-33 39-34 0 0,0 1 0 0 0,1-1 0 0 0,0 1-1 0 0,0 1 1 0 0,0-1 0 0 0,1 1 0 0 0,0 1-1 0 0,0 0 1 0 0,0 0 0 0 0,0 1 0 0 0,1 0-1 0 0,14-3 1 0 0,-20 6 14 0 0,1-1 1 0 0,-1 1-1 0 0,1 0 0 0 0,0 0 1 0 0,-1 0-1 0 0,1 1 0 0 0,-1 0 0 0 0,1 0 1 0 0,-1 0-1 0 0,1 0 0 0 0,-1 1 0 0 0,1 0 1 0 0,-1-1-1 0 0,0 2 0 0 0,0-1 1 0 0,0 0-1 0 0,0 1 0 0 0,-1 0 0 0 0,1 0 1 0 0,-1 0-1 0 0,1 0 0 0 0,-1 0 0 0 0,0 1 1 0 0,0 0-1 0 0,-1-1 0 0 0,1 1 0 0 0,-1 0 1 0 0,3 7-1 0 0,1 1 3 0 0,-1 1 0 0 0,0-1 0 0 0,-1 1 1 0 0,-1 0-1 0 0,2 17 0 0 0,3 67 3 0 0,-6-64-1 0 0,9 57 0 0 0,-11-87-11 0 0,1 0-1 0 0,0-1 1 0 0,0 1 0 0 0,0-1-1 0 0,0 1 1 0 0,0-1-1 0 0,0 0 1 0 0,1 1-1 0 0,-1-1 1 0 0,1 0-1 0 0,-1 0 1 0 0,1 0-1 0 0,0 0 1 0 0,0 0-1 0 0,0 0 1 0 0,0 0-1 0 0,0-1 1 0 0,1 1 0 0 0,-1-1-1 0 0,0 0 1 0 0,1 1-1 0 0,-1-1 1 0 0,1 0-1 0 0,-1-1 1 0 0,1 1-1 0 0,0 0 1 0 0,-1-1-1 0 0,1 1 1 0 0,0-1-1 0 0,-1 0 1 0 0,1 0-1 0 0,0 0 1 0 0,-1 0 0 0 0,6-1-1 0 0,4-1-152 0 0,-1 0 0 0 0,0-1 0 0 0,0 0 0 0 0,0 0 0 0 0,0-2 0 0 0,-1 1 0 0 0,12-7 0 0 0,6-6-187 0 0,-1-2 0 0 0,0 0 1 0 0,-1-2-1 0 0,-1 0 1 0 0,-1-2-1 0 0,-2-1 1 0 0,31-40-1 0 0,-37 43 399 0 0,-1-1-1 0 0,-2-1 1 0 0,0 0 0 0 0,-1-1 0 0 0,-1-1-1 0 0,-1 1 1 0 0,-2-2 0 0 0,0 1-1 0 0,7-48 1 0 0,-14 60 204 0 0,0-1 0 0 0,0 1 0 0 0,-3-20 0 0 0,2 33-252 0 0,0-1-1 0 0,0 1 1 0 0,0 0 0 0 0,0-1-1 0 0,-1 1 1 0 0,1-1 0 0 0,0 1-1 0 0,0 0 1 0 0,0-1 0 0 0,0 1-1 0 0,-1 0 1 0 0,1-1 0 0 0,0 1-1 0 0,0 0 1 0 0,-1-1 0 0 0,1 1-1 0 0,0 0 1 0 0,-1-1 0 0 0,1 1-1 0 0,0 0 1 0 0,-1 0 0 0 0,1-1 0 0 0,0 1-1 0 0,-1 0 1 0 0,1 0 0 0 0,0 0-1 0 0,-1 0 1 0 0,1 0 0 0 0,-1-1-1 0 0,1 1 1 0 0,0 0 0 0 0,-1 0-1 0 0,1 0 1 0 0,-1 0 0 0 0,1 0-1 0 0,-1 0 1 0 0,1 0 0 0 0,0 0-1 0 0,-1 0 1 0 0,1 1 0 0 0,-1-1-1 0 0,1 0 1 0 0,0 0 0 0 0,-1 0-1 0 0,1 0 1 0 0,-1 1 0 0 0,1-1-1 0 0,0 0 1 0 0,-1 0 0 0 0,1 0-1 0 0,0 1 1 0 0,0-1 0 0 0,-1 1-1 0 0,-17 13 39 0 0,3 6 1 0 0,0 1-1 0 0,2 0 1 0 0,0 1 0 0 0,-18 47-1 0 0,-26 100 89 0 0,51-146-119 0 0,1 0 0 0 0,1 0 0 0 0,-3 37 0 0 0,7-50 5 0 0,0 0 1 0 0,0 1-1 0 0,1-1 1 0 0,0 0-1 0 0,1 0 1 0 0,0 0 0 0 0,0-1-1 0 0,1 1 1 0 0,0 0-1 0 0,10 16 1 0 0,-11-21-8 0 0,1-1 0 0 0,0 0 0 0 0,0 0 1 0 0,1 0-1 0 0,-1-1 0 0 0,1 1 0 0 0,0-1 0 0 0,0 0 1 0 0,0 0-1 0 0,0 0 0 0 0,0-1 0 0 0,1 1 1 0 0,5 1-1 0 0,-2-1 6 0 0,-1-1 1 0 0,1 0 0 0 0,-1 0 0 0 0,1-1-1 0 0,0 0 1 0 0,0-1 0 0 0,15 0 0 0 0,-8-1-16 0 0,-1-2 0 0 0,1 1 1 0 0,0-2-1 0 0,-1 0 0 0 0,0 0 1 0 0,0-2-1 0 0,0 1 1 0 0,20-13-1 0 0,-12 3-103 0 0,-1 0-1 0 0,-1-1 1 0 0,-1-1 0 0 0,0-1 0 0 0,31-40-1 0 0,-13 9 89 0 0,42-74 0 0 0,-70 106 76 0 0,-6 11-77 0 0,1-1-1 0 0,0 1 1 0 0,0-1-1 0 0,9-9 1 0 0,-11 15-19 0 0,1 1-1 0 0,12 1 35 0 0,-15 0 1 0 0,1-1 1 0 0,0 0-1 0 0,-1 1 0 0 0,1-1 0 0 0,0 0 0 0 0,-1 1 1 0 0,1-1-1 0 0,-1 1 0 0 0,1-1 0 0 0,-1 1 0 0 0,1-1 1 0 0,-1 1-1 0 0,1-1 0 0 0,-1 1 0 0 0,1 0 1 0 0,-1-1-1 0 0,0 1 0 0 0,1 0 0 0 0,-1-1 0 0 0,0 1 1 0 0,0 0-1 0 0,1-1 0 0 0,-1 2 0 0 0,0 0 1 0 0,5 8 5 0 0,-1 1 1 0 0,-1-1-1 0 0,1 1 0 0 0,-2 0 0 0 0,0 0 1 0 0,0 0-1 0 0,0 13 0 0 0,-4 79 69 0 0,-2-69 211 0 0,-8 32 0 0 0,10-53 101 0 0,-8 11 282 0 0,7-19-552 0 0,2-3 149 0 0,0-2-253 0 0,0 0-1 0 0,1 0 1 0 0,-1 0-1 0 0,0 0 1 0 0,0 0-1 0 0,0 0 1 0 0,1-1-1 0 0,-1 1 1 0 0,0 0-1 0 0,0-1 1 0 0,1 1-1 0 0,-1 0 1 0 0,0-1-1 0 0,1 1 0 0 0,-1-1 1 0 0,0 1-1 0 0,1-1 1 0 0,-1 1-1 0 0,1-1 1 0 0,-1 1-1 0 0,1-1 1 0 0,-1 0-1 0 0,1 1 1 0 0,-1-2-1 0 0,0-1 2 0 0,0 1 0 0 0,0 0 0 0 0,1 0 0 0 0,-1-1 0 0 0,1 1 0 0 0,-1 0 0 0 0,1-1 0 0 0,0-3 0 0 0,1-4 5 0 0,0 0 1 0 0,4-18 0 0 0,0 10-33 0 0,1 1-1 0 0,1-1 1 0 0,0 2-1 0 0,1-1 1 0 0,1 1-1 0 0,1 0 1 0 0,0 1-1 0 0,1 0 1 0 0,0 1-1 0 0,1 0 1 0 0,1 1-1 0 0,0 0 1 0 0,1 1-1 0 0,1 1 1 0 0,-1 0-1 0 0,21-11 1 0 0,-27 18 2 0 0,-1 1 1 0 0,1 0-1 0 0,0 0 0 0 0,0 0 1 0 0,0 1-1 0 0,0 1 1 0 0,0-1-1 0 0,0 1 0 0 0,0 0 1 0 0,1 1-1 0 0,-1 0 1 0 0,0 1-1 0 0,0-1 1 0 0,11 4-1 0 0,-13-3 11 0 0,-1 1 0 0 0,0-1 0 0 0,1 1 0 0 0,-1 1 0 0 0,0-1 0 0 0,0 1 0 0 0,-1 0 0 0 0,1 0-1 0 0,-1 0 1 0 0,1 1 0 0 0,-1-1 0 0 0,0 1 0 0 0,0 0 0 0 0,0 1 0 0 0,-1-1 0 0 0,0 0 0 0 0,0 1 0 0 0,0 0 0 0 0,0 0 0 0 0,-1 0 0 0 0,4 10 0 0 0,-2-3 49 0 0,-2-1 1 0 0,1 1 0 0 0,-1 0-1 0 0,-1 0 1 0 0,0 0-1 0 0,-2 20 1 0 0,-13 72 373 0 0,2-16-184 0 0,8-44 120 0 0,4-41-279 0 0,4 0 24 0 0,-4-3-102 0 0,0 0 0 0 0,1 1 0 0 0,-1-1 0 0 0,0 0 1 0 0,0 0-1 0 0,0 1 0 0 0,1-1 0 0 0,-1 0 1 0 0,0 0-1 0 0,0 0 0 0 0,1 1 0 0 0,-1-1 0 0 0,0 0 1 0 0,0 0-1 0 0,1 0 0 0 0,-1 0 0 0 0,0 0 0 0 0,1 0 1 0 0,-1 0-1 0 0,0 0 0 0 0,0 1 0 0 0,1-1 1 0 0,-1 0-1 0 0,0 0 0 0 0,1 0 0 0 0,-1 0 0 0 0,0-1 1 0 0,1 1-1 0 0,-1 0 0 0 0,0 0 0 0 0,0 0 1 0 0,1 0-1 0 0,-1 0 0 0 0,1 0 0 0 0,9-3-108 0 0,1-1 1 0 0,0 0-1 0 0,-1 0 0 0 0,1-1 1 0 0,9-7-1 0 0,52-36-2330 0 0,-35 22 730 0 0,38-27-4650 0 0,-35 25-79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5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85 1368 0 0,'-1'-3'2538'0'0,"-1"-3"-1608"0"0,-6-17 3268 0 0,8 22-4102 0 0,-1 1 0 0 0,1-1 0 0 0,0 1 0 0 0,0-1 0 0 0,0 1 0 0 0,0 0 0 0 0,-1-1 0 0 0,1 1 0 0 0,0-1-1 0 0,-1 1 1 0 0,1 0 0 0 0,0-1 0 0 0,0 1 0 0 0,-1 0 0 0 0,1-1 0 0 0,-1 1 0 0 0,1 0 0 0 0,0 0 0 0 0,-1-1 0 0 0,1 1 0 0 0,-1 0 0 0 0,1 0-1 0 0,-1 0 1 0 0,1-1 0 0 0,0 1 0 0 0,-1 0 0 0 0,1 0 0 0 0,-1 0 0 0 0,1 0 0 0 0,-1 0 0 0 0,1 0 0 0 0,-1 0 0 0 0,1 0 0 0 0,-1 0 0 0 0,1 0-1 0 0,-1 0 1 0 0,1 0 0 0 0,0 1 0 0 0,-2-1 0 0 0,1 5 109 0 0,-1 105 1009 0 0,-17 133 1 0 0,-28 34-316 0 0,37-229 1865 0 0,1-55-2360 0 0,6 2-366 0 0,1 0-1 0 0,0 0 0 0 0,0 1 0 0 0,1-1 1 0 0,-1-1-1 0 0,1 1 0 0 0,0 0 0 0 0,1 0 0 0 0,-1 0 1 0 0,1-1-1 0 0,1-8 0 0 0,-2 1-1 0 0,1-21-17 0 0,1 1 0 0 0,1-1 0 0 0,2 1 0 0 0,10-38 0 0 0,0 18-49 0 0,35-89-1 0 0,-37 113 7 0 0,0 2 0 0 0,2 0 0 0 0,0 1 0 0 0,2 0 0 0 0,1 1 0 0 0,21-23 0 0 0,-7 24-66 0 0,-25 20 74 0 0,1 3-9 0 0,-2 1 20 0 0,0 0 1 0 0,0 1-1 0 0,0 0 1 0 0,0 0-1 0 0,0 0 1 0 0,-1 1-1 0 0,1-1 1 0 0,0 1-1 0 0,-1 0 1 0 0,1 1 0 0 0,-1-1-1 0 0,0 1 1 0 0,1-1-1 0 0,-1 2 1 0 0,-1-1-1 0 0,1 0 1 0 0,4 5-1 0 0,3 6 8 0 0,0 1 0 0 0,-1 0 0 0 0,-1 1 0 0 0,0 0 0 0 0,-2 0 0 0 0,1 0 0 0 0,-2 1 0 0 0,7 28 0 0 0,0 15 46 0 0,6 71 1 0 0,-17-109-42 0 0,8 175 290 0 0,-2-13-2254 0 0,-6-156 122 0 0,0 13-6872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5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137 110 1080 0 0,'-3'-1'564'0'0,"-120"-40"13355"0"0,120 40-13543 0 0,3 1-341 0 0,-1-1-1 0 0,1 1 0 0 0,-1 0 0 0 0,1 0 0 0 0,-1-1 0 0 0,1 1 0 0 0,0 0 0 0 0,-1-1 1 0 0,1 1-1 0 0,-1-1 0 0 0,1 1 0 0 0,0 0 0 0 0,-1-1 0 0 0,1 1 0 0 0,0-1 0 0 0,0 1 0 0 0,-1-1 1 0 0,1 1-1 0 0,0-1 0 0 0,0 1 0 0 0,0-1 0 0 0,-1 0 0 0 0,23-5-31 0 0,-1 1 1 0 0,1 1-1 0 0,41-2 0 0 0,-15 2-815 0 0,5-2-371 0 0,86-12-5625 0 0,-94 10 1278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6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23 1888 0 0,'-15'-12'8703'0'0,"4"6"-5453"0"0,11 6-3119 0 0,-1-1 1 0 0,1 1 0 0 0,-1 0 0 0 0,1-1 0 0 0,-1 1-1 0 0,1 0 1 0 0,-1-1 0 0 0,1 1 0 0 0,-1 0 0 0 0,1 0 0 0 0,-1-1-1 0 0,1 1 1 0 0,-1 0 0 0 0,0 0 0 0 0,1 0 0 0 0,-1 0-1 0 0,1 0 1 0 0,-1 0 0 0 0,-1 0 0 0 0,2 2-7 0 0,0 1 1 0 0,-1-1-1 0 0,1 1 0 0 0,0-1 0 0 0,0 1 1 0 0,1 0-1 0 0,-1-1 0 0 0,0 1 1 0 0,1-1-1 0 0,0 1 0 0 0,-1-1 1 0 0,1 1-1 0 0,0-1 0 0 0,0 0 1 0 0,0 1-1 0 0,3 3 0 0 0,26 42 1117 0 0,-30-47-1209 0 0,164 259 2184 0 0,-143-228-2178 0 0,2-1 0 0 0,41 43 1 0 0,-53-64-594 0 0,0 0 0 0 0,1-1 0 0 0,24 15 0 0 0,-28-19-317 0 0,1-1 0 0 0,0 0 1 0 0,1 0-1 0 0,-1-1 1 0 0,1 0-1 0 0,16 2 1 0 0,-3-4-3739 0 0,0-3-2285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566 74 3332 0 0,'-4'-7'1242'0'0,"-1"0"0"0"0,1 0 0 0 0,-1 0-1 0 0,0 1 1 0 0,-1 0 0 0 0,1 0 0 0 0,-1 0 0 0 0,-1 1-1 0 0,-6-5 1 0 0,11 9-1144 0 0,-1 0-1 0 0,1 0 1 0 0,0 0-1 0 0,-1 0 0 0 0,1 1 1 0 0,-1-1-1 0 0,1 1 1 0 0,-1 0-1 0 0,1 0 1 0 0,0 0-1 0 0,-1 0 1 0 0,1 0-1 0 0,-1 0 1 0 0,1 0-1 0 0,-1 1 1 0 0,1 0-1 0 0,-1-1 0 0 0,1 1 1 0 0,0 0-1 0 0,0 0 1 0 0,-5 3-1 0 0,-5 3 52 0 0,1 1-1 0 0,0 0 1 0 0,0 0 0 0 0,0 2-1 0 0,-9 10 1 0 0,-45 56 481 0 0,62-71-600 0 0,-155 213 696 0 0,129-170-624 0 0,2 1-1 0 0,-38 93 1 0 0,64-138-214 0 0,-5 12-161 0 0,0 1-1 0 0,-5 31 1 0 0,10-43-143 0 0,1 0 1 0 0,-1 0-1 0 0,1-1 1 0 0,0 1-1 0 0,1 0 0 0 0,0 7 1 0 0,0-10-74 0 0,-1 0 0 0 0,1 0 0 0 0,0 0 0 0 0,0 0 0 0 0,0 0 0 0 0,0 0 0 0 0,0 0 0 0 0,0 0 0 0 0,0 0 0 0 0,1 0 0 0 0,-1-1 0 0 0,1 1 0 0 0,-1 0 0 0 0,4 2 1 0 0</inkml:trace>
  <inkml:trace contextRef="#ctx0" brushRef="#br0" timeOffset="1">936 310 1392 0 0,'3'-10'1905'0'0,"7"-22"11779"0"0,-6 23-12053 0 0,-4 7-1332 0 0,1 0 0 0 0,-1 0 0 0 0,1 0 0 0 0,-1 0 0 0 0,1 1 0 0 0,0-1 0 0 0,0 0 0 0 0,0 1 0 0 0,2-4 0 0 0,8 1-194 0 0,0 1 0 0 0,0 0 0 0 0,1 1 0 0 0,-1 0 0 0 0,18-1 0 0 0,64 2-1220 0 0,-59 1-302 0 0,29 2-3022 0 0,-25 2-2660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7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123 504 680 0 0,'-90'63'12450'0'0,"86"-61"-11852"0"0,0 1 0 0 0,0 0 0 0 0,0 0 0 0 0,1 0 0 0 0,0 0 0 0 0,-1 0 0 0 0,-3 6 0 0 0,23-9 122 0 0,3-1-492 0 0,-1-1 1 0 0,1 0-1 0 0,23-8 0 0 0,-2 2-291 0 0,-20 4-237 0 0,138-27-3827 0 0,-54 5-2443 0 0,-50 11 487 0 0</inkml:trace>
  <inkml:trace contextRef="#ctx0" brushRef="#br0" timeOffset="1">1106 41 2268 0 0,'-16'-19'8112'0'0,"4"4"-1998"0"0,12 15-6028 0 0,0-1 1 0 0,0 1 0 0 0,0 0 0 0 0,0 0 0 0 0,0-1 0 0 0,-3-2 1389 0 0,3 3-1389 0 0,0 0 0 0 0,0 0-1 0 0,-1 0 1 0 0,1-1 0 0 0,0 1 0 0 0,0 0 0 0 0,0 0 0 0 0,-1 0 0 0 0,1 0-1 0 0,0 0 1 0 0,0 0 0 0 0,-1 0 0 0 0,1 0 0 0 0,0 0 0 0 0,0 0-1 0 0,-1 0 1 0 0,1 0 0 0 0,0 0 0 0 0,0 0 0 0 0,-1 0 0 0 0,1 0 0 0 0,0 0-1 0 0,0 1 1 0 0,0-1 0 0 0,-1 0 0 0 0,1 0 0 0 0,-1 0-53 0 0,1 1 0 0 0,-1-1 0 0 0,1 0-1 0 0,-1 1 1 0 0,1-1 0 0 0,-1 1 0 0 0,1-1 0 0 0,-1 1 0 0 0,1-1 0 0 0,0 1 0 0 0,-1-1 0 0 0,1 1 0 0 0,-1-1 0 0 0,1 1-1 0 0,0-1 1 0 0,0 1 0 0 0,-1-1 0 0 0,1 1 0 0 0,0 0 0 0 0,0-1 0 0 0,0 1 0 0 0,0 0 0 0 0,0-1 0 0 0,0 1 0 0 0,0-1-1 0 0,0 2 1 0 0,8 92 849 0 0,-5 0 0 0 0,-14 175 0 0 0,9-260-1146 0 0,-17 166 289 0 0,15-117-4593 0 0,3-2-6208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86 179 3068 0 0,'-2'-9'1359'0'0,"0"1"1"0"0,0-1-1 0 0,1 0 0 0 0,0-1 0 0 0,1 1 0 0 0,0 0 1 0 0,2-17-1 0 0,-2 23-1220 0 0,1-1 0 0 0,0 0 0 0 0,1 1 1 0 0,-1-1-1 0 0,1 1 0 0 0,-1-1 0 0 0,1 1 1 0 0,0 0-1 0 0,0-1 0 0 0,1 1 0 0 0,-1 0 1 0 0,0 0-1 0 0,1 1 0 0 0,0-1 0 0 0,0 0 0 0 0,0 1 1 0 0,0 0-1 0 0,0 0 0 0 0,0 0 0 0 0,1 0 1 0 0,4-2-1 0 0,4-1-73 0 0,1 1 1 0 0,-1 0 0 0 0,1 1-1 0 0,0 0 1 0 0,0 1-1 0 0,0 1 1 0 0,0 0-1 0 0,1 0 1 0 0,-1 2-1 0 0,22 2 1 0 0,-29-2-61 0 0,0 0 0 0 0,0 0 1 0 0,0 1-1 0 0,0-1 0 0 0,-1 1 0 0 0,1 1 1 0 0,0-1-1 0 0,-1 1 0 0 0,0 0 0 0 0,1 0 1 0 0,-1 0-1 0 0,0 1 0 0 0,-1 0 0 0 0,1 0 0 0 0,-1 0 1 0 0,0 1-1 0 0,0-1 0 0 0,0 1 0 0 0,0 0 1 0 0,-1 0-1 0 0,0 0 0 0 0,0 1 0 0 0,0-1 1 0 0,-1 1-1 0 0,3 7 0 0 0,-4-8 11 0 0,0 0 0 0 0,-1 0-1 0 0,1 0 1 0 0,-1 0 0 0 0,0 0 0 0 0,0 0-1 0 0,-1 0 1 0 0,0 0 0 0 0,1 0 0 0 0,-1 0-1 0 0,-1-1 1 0 0,1 1 0 0 0,-1 0 0 0 0,0-1 0 0 0,-4 9-1 0 0,-4 3 48 0 0,-1-1 0 0 0,-23 27 0 0 0,7-9 49 0 0,-14 10 83 0 0,40-41-178 0 0,3-2-12 0 0,9 3-8 0 0,-1-1 0 0 0,0-1 0 0 0,1 0 0 0 0,19 0 0 0 0,-10-1 8 0 0,-3 2-5 0 0,-1 1 0 0 0,1 1 1 0 0,-1 0-1 0 0,0 1 0 0 0,0 1 1 0 0,0 0-1 0 0,-1 1 0 0 0,0 1 1 0 0,0 1-1 0 0,19 14 0 0 0,-16-10 155 0 0,-1 2 0 0 0,0 0-1 0 0,-2 1 1 0 0,1 0-1 0 0,-2 1 1 0 0,0 1 0 0 0,13 23-1 0 0,-21-31 108 0 0,0 0 0 0 0,-2 1 1 0 0,1-1-1 0 0,-1 1 0 0 0,-1 0 0 0 0,0 0 0 0 0,0 0 0 0 0,-1 0 0 0 0,0 0 0 0 0,-1 23 1 0 0,-1-26-74 0 0,-1 0 0 0 0,0-1 0 0 0,0 1 1 0 0,-1 0-1 0 0,0 0 0 0 0,-1-1 0 0 0,1 0 1 0 0,-1 1-1 0 0,-1-1 0 0 0,1 0 0 0 0,-1 0 1 0 0,-1-1-1 0 0,1 1 0 0 0,-1-1 0 0 0,0 0 0 0 0,-11 10 1 0 0,4-6-57 0 0,0-1 0 0 0,0 0 1 0 0,-1-1-1 0 0,0 0 0 0 0,0-1 1 0 0,-1-1-1 0 0,-28 10 0 0 0,20-10-2 0 0,-1-1-1 0 0,1-1 1 0 0,-1-1 0 0 0,-40 0-1 0 0,27-3-739 0 0,-1-3 1 0 0,-48-9-1 0 0,38 2-2577 0 0,-53-18-1 0 0,52 10-3413 0 0,0 1-4012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49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8 976 0 0,'-15'-5'16542'0'0,"-5"3"-10136"0"0,13 2-6929 0 0,4 0 669 0 0,-6 9-62 0 0,-27 122 27 0 0,26-88-109 0 0,-22 129-1675 0 0,26-115-2672 0 0,5-2-5005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0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75 1436 0 0,'36'-75'18296'0'0,"-132"282"-17878"0"0,95-202-426 0 0,0-1-4 0 0,0 1 0 0 0,0-1 0 0 0,1 1 0 0 0,-1-1 0 0 0,1 0-1 0 0,0 1 1 0 0,1-1 0 0 0,0 5 0 0 0,-1-7 6 0 0,1-1-1 0 0,-1 0 1 0 0,1 0-1 0 0,-1 1 1 0 0,1-1-1 0 0,0 0 1 0 0,-1 0-1 0 0,1 0 1 0 0,0 0-1 0 0,0 0 1 0 0,0 1-1 0 0,0-2 0 0 0,0 1 1 0 0,0 0-1 0 0,0 0 1 0 0,0 0-1 0 0,2 1 1 0 0,6 2-4 0 0,1 0 1 0 0,1-1-1 0 0,-1 0 1 0 0,0 0-1 0 0,1-1 1 0 0,0 0-1 0 0,19 0 0 0 0,-11-1 6 0 0,33 8 0 0 0,-45-8 0 0 0,-1 1 0 0 0,1 0 0 0 0,-1 1 0 0 0,0 0 0 0 0,0 0 0 0 0,0 0 0 0 0,0 1 0 0 0,9 7 0 0 0,-12-9 13 0 0,-1 0 1 0 0,0 0-1 0 0,0 0 0 0 0,0 0 1 0 0,-1 1-1 0 0,1-1 0 0 0,0 0 1 0 0,-1 1-1 0 0,0 0 0 0 0,1-1 1 0 0,-1 1-1 0 0,0 0 0 0 0,0-1 1 0 0,-1 1-1 0 0,1 0 0 0 0,-1 0 1 0 0,1 0-1 0 0,-1 5 0 0 0,0-2 19 0 0,-1-1-1 0 0,0 0 0 0 0,0 1 0 0 0,0-1 0 0 0,-1 0 0 0 0,0 0 0 0 0,0 1 0 0 0,0-2 1 0 0,-5 9-1 0 0,1-2 13 0 0,-1-2 1 0 0,0 1 0 0 0,-1-1-1 0 0,0 0 1 0 0,-1 0-1 0 0,1-1 1 0 0,-2-1 0 0 0,-19 14-1 0 0,22-17-168 0 0,0 0-1 0 0,-1-1 1 0 0,1 0 0 0 0,-1 0-1 0 0,1-1 1 0 0,-1 0 0 0 0,0 0-1 0 0,0-1 1 0 0,0 0 0 0 0,0 0-1 0 0,0-1 1 0 0,-9-1 0 0 0,6 0-921 0 0,0-1 1 0 0,0-1-1 0 0,0 0 1 0 0,0 0-1 0 0,0-1 1 0 0,1-1-1 0 0,-1 0 1 0 0,-9-6-1 0 0,-18-13-6051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0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2940 0 0,'4'-69'11426'0'0,"-4"42"-9054"0"0,0 24-2149 0 0,1-1-281 0 0,-1 4-8 0 0,0 0 1 0 0,0 0-1 0 0,0 0 0 0 0,0-1 0 0 0,0 1 0 0 0,0 0 0 0 0,0 0 0 0 0,0-1 0 0 0,0 1 1 0 0,0 0-1 0 0,0 0 0 0 0,0-1 0 0 0,0 1 0 0 0,0 0 0 0 0,0 0 0 0 0,0 0 0 0 0,0-1 1 0 0,0 1-1 0 0,0 0 0 0 0,0 0 0 0 0,1 0 0 0 0,-1-1 0 0 0,0 1 0 0 0,0 0 0 0 0,0 0 1 0 0,0 0-1 0 0,1-1 0 0 0,-1 1 0 0 0,0 0 0 0 0,0 0 0 0 0,0 0 0 0 0,0 0 0 0 0,1 0 0 0 0,-1-1 1 0 0,0 1-1 0 0,0 0 0 0 0,1 0 0 0 0,-1 0 0 0 0,0 0 0 0 0,0 0 0 0 0,0 0 0 0 0,1 0 1 0 0,3-1-528 0 0,3 1-70 0 0,22 7-9748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2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203 116 2124 0 0,'0'-23'4119'0'0,"1"14"-2901"0"0,-1 0 1 0 0,0 0 0 0 0,-1 0-1 0 0,0 0 1 0 0,0 0 0 0 0,-1 1-1 0 0,-2-10 1 0 0,2 10-497 0 0,0 4 580 0 0,-2 11-1271 0 0,0 1 1 0 0,0 0-1 0 0,1 0 1 0 0,0 0-1 0 0,0 0 1 0 0,1 0-1 0 0,0 1 1 0 0,0-1-1 0 0,0 15 1 0 0,-3 9 15 0 0,-56 369 371 0 0,38-239-362 0 0,-40 329 193 0 0,58-460-194 0 0,0 21 505 0 0,7-102-544 0 0,2 0 0 0 0,2 1 0 0 0,2 0 0 0 0,19-63 0 0 0,-8 49-77 0 0,3 1 1 0 0,54-104-1 0 0,-53 124 24 0 0,2 1 0 0 0,50-63 0 0 0,-58 84 22 0 0,0 1 0 0 0,2 0 0 0 0,0 2 0 0 0,1 0 0 0 0,0 2 0 0 0,37-23 0 0 0,-49 35 7 0 0,-1-1 0 0 0,1 1 1 0 0,0 0-1 0 0,0 0 0 0 0,0 1 0 0 0,0 0 1 0 0,1 0-1 0 0,-1 1 0 0 0,0 0 1 0 0,1 1-1 0 0,-1 0 0 0 0,1 0 0 0 0,9 2 1 0 0,-14-1 8 0 0,0 0 0 0 0,-1 0-1 0 0,1 0 1 0 0,0 0 0 0 0,0 1 0 0 0,-1 0 0 0 0,1 0 0 0 0,-1 0 0 0 0,1 0 0 0 0,-1 0 0 0 0,0 1 0 0 0,0-1 0 0 0,0 1 0 0 0,0 0 0 0 0,-1 0 0 0 0,1 0 0 0 0,-1 0-1 0 0,1 0 1 0 0,-1 1 0 0 0,0-1 0 0 0,-1 1 0 0 0,1-1 0 0 0,0 1 0 0 0,-1 0 0 0 0,0 0 0 0 0,0-1 0 0 0,0 1 0 0 0,0 0 0 0 0,-1 6 0 0 0,1 1 9 0 0,-1 0 1 0 0,-1 1 0 0 0,0-1-1 0 0,-1 1 1 0 0,0-1-1 0 0,0 0 1 0 0,-1 0-1 0 0,-1 0 1 0 0,0-1 0 0 0,0 1-1 0 0,-1-1 1 0 0,-10 16-1 0 0,4-8 11 0 0,-1 0 0 0 0,-2-1 0 0 0,1-1-1 0 0,-2 0 1 0 0,-29 25 0 0 0,33-31-13 0 0,-1-2-1 0 0,1 1 1 0 0,-2-2 0 0 0,1 0-1 0 0,-1 0 1 0 0,0-1 0 0 0,-1 0 0 0 0,1-2-1 0 0,-26 7 1 0 0,28-10 1 0 0,-1 0 0 0 0,0 0-1 0 0,0-1 1 0 0,0 0 0 0 0,0-1 0 0 0,0-1-1 0 0,0 0 1 0 0,0 0 0 0 0,0-1 0 0 0,1-1-1 0 0,0 0 1 0 0,-1 0 0 0 0,-9-6 0 0 0,9 4-3 0 0,10 6-6 0 0,1 0 1 0 0,-1-1 0 0 0,0 1-1 0 0,1-1 1 0 0,-1 0 0 0 0,1 0 0 0 0,-1 1-1 0 0,1-1 1 0 0,0 0 0 0 0,-1 0 0 0 0,1 0-1 0 0,0-1 1 0 0,-1 1 0 0 0,1 0-1 0 0,0 0 1 0 0,-2-3 0 0 0,8 4-7 0 0,3 2 20 0 0,-1 1-1 0 0,1-1 1 0 0,0 1-1 0 0,-1 1 0 0 0,1 0 1 0 0,-1 0-1 0 0,0 0 0 0 0,0 1 1 0 0,11 9-1 0 0,59 62 75 0 0,-58-55-87 0 0,64 74 101 0 0,-49-53-1436 0 0,79 72 0 0 0,-100-103 106 0 0,1 0-1 0 0,15 8 1 0 0,-24-16 185 0 0,1 0-1 0 0,-1 0 1 0 0,1-1 0 0 0,-1 0 0 0 0,10 2 0 0 0,3-2-4058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2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1 266 392 0 0,'2'-21'2913'0'0,"0"2"816"0"0,7-31 0 0 0,-7 44-3333 0 0,-1 1-1 0 0,1 0 1 0 0,1-1-1 0 0,-1 1 1 0 0,0 0-1 0 0,1 0 1 0 0,0 0-1 0 0,1 1 0 0 0,-1-1 1 0 0,4-3-1 0 0,-4 6-330 0 0,-1 0-1 0 0,0 1 0 0 0,0-1 1 0 0,1 1-1 0 0,-1 0 0 0 0,1-1 1 0 0,-1 1-1 0 0,1 0 1 0 0,-1 1-1 0 0,1-1 0 0 0,0 0 1 0 0,-1 1-1 0 0,1-1 0 0 0,0 1 1 0 0,0 0-1 0 0,-1 0 0 0 0,1 0 1 0 0,0 0-1 0 0,0 1 0 0 0,-1-1 1 0 0,1 1-1 0 0,0 0 0 0 0,-1-1 1 0 0,1 1-1 0 0,0 0 0 0 0,-1 1 1 0 0,4 1-1 0 0,1 1 13 0 0,1 0 1 0 0,-1 1-1 0 0,0 0 0 0 0,0 0 1 0 0,-1 0-1 0 0,1 1 0 0 0,7 10 1 0 0,-6-6-24 0 0,-1 1 0 0 0,-1 0 0 0 0,1 0 0 0 0,-2 0 0 0 0,0 1 0 0 0,0 0 1 0 0,-1 0-1 0 0,0 1 0 0 0,-1-1 0 0 0,2 23 0 0 0,-3-14 25 0 0,-1 1-1 0 0,-1-1 0 0 0,-1 0 1 0 0,0 0-1 0 0,-8 33 1 0 0,8-51-67 0 0,0-1 0 0 0,0 0 0 0 0,0 1 0 0 0,0-1 0 0 0,0 0 0 0 0,-1 0 0 0 0,1 0 0 0 0,-3 3 0 0 0,4-5-11 0 0,0 0-1 0 0,0 1 1 0 0,-1-1 0 0 0,1 0-1 0 0,0 1 1 0 0,0-1 0 0 0,-1 0-1 0 0,1 0 1 0 0,0 0 0 0 0,0 1 0 0 0,-1-1-1 0 0,1 0 1 0 0,0 0 0 0 0,-1 0-1 0 0,1 0 1 0 0,0 1 0 0 0,0-1-1 0 0,-1 0 1 0 0,1 0 0 0 0,0 0 0 0 0,-1 0-1 0 0,1 0 1 0 0,0 0 0 0 0,-1 0-1 0 0,1 0 1 0 0,-1 0 0 0 0,1 0-1 0 0,0 0 1 0 0,-1 0 0 0 0,1 0-1 0 0,0 0 1 0 0,-1 0 0 0 0,1 0 0 0 0,0-1-1 0 0,0 1 1 0 0,-1 0 0 0 0,1 0-1 0 0,0 0 1 0 0,-1 0 0 0 0,1-1-1 0 0,0 1 1 0 0,0 0 0 0 0,-1 0-1 0 0,1-1 1 0 0,0 1 0 0 0,0 0 0 0 0,0 0-1 0 0,-1-1 1 0 0,1 1 0 0 0,0 0-1 0 0,0-1 1 0 0,0 1 0 0 0,0 0-1 0 0,0-1 1 0 0,-1 1 0 0 0,1 0-1 0 0,0-1 1 0 0,0 1 0 0 0,0 0 0 0 0,0-1-1 0 0,0 1 1 0 0,0 0 0 0 0,0-1-1 0 0,0 1 1 0 0,1-1 0 0 0,-3-7-1 0 0,0 0 0 0 0,1-1 0 0 0,0 1 0 0 0,1-1 0 0 0,0 1 0 0 0,2-12 0 0 0,1-3-15 0 0,2 0 0 0 0,1 1 1 0 0,0 0-1 0 0,2 1 0 0 0,1-1 1 0 0,0 1-1 0 0,1 1 0 0 0,2 0 1 0 0,0 1-1 0 0,1 0 0 0 0,15-18 1 0 0,-10 17 3 0 0,1 1 0 0 0,37-30 0 0 0,-45 41 12 0 0,1 0-1 0 0,-1 0 1 0 0,1 2-1 0 0,1-1 1 0 0,-1 2 0 0 0,1-1-1 0 0,15-3 1 0 0,-24 8 16 0 0,0 0 1 0 0,0 1-1 0 0,0-1 0 0 0,-1 1 1 0 0,1 0-1 0 0,0 0 1 0 0,0 0-1 0 0,0 0 0 0 0,0 1 1 0 0,0 0-1 0 0,0 0 1 0 0,-1 0-1 0 0,1 0 0 0 0,0 0 1 0 0,-1 1-1 0 0,1-1 1 0 0,-1 1-1 0 0,1 0 0 0 0,-1 0 1 0 0,0 1-1 0 0,6 4 1 0 0,-5-3 24 0 0,-1 0 0 0 0,1 1 0 0 0,0 0 1 0 0,-1-1-1 0 0,0 1 0 0 0,0 0 0 0 0,-1 1 0 0 0,1-1 1 0 0,-1 0-1 0 0,0 1 0 0 0,0-1 0 0 0,-1 1 1 0 0,1 7-1 0 0,1 27 124 0 0,-2 0 0 0 0,-1 0 0 0 0,-3 0 0 0 0,-8 50 0 0 0,4-43-1250 0 0,2 0 0 0 0,2 72 0 0 0,3-116 734 0 0,1 0 0 0 0,-1 0 0 0 0,1-1 0 0 0,-1 1 0 0 0,1 0 0 0 0,0 0 0 0 0,0-1 0 0 0,1 1 0 0 0,-1 0 0 0 0,0-1 0 0 0,1 1 0 0 0,-1-1 0 0 0,1 0 0 0 0,0 1 0 0 0,0-1 0 0 0,2 2 0 0 0,25 0-8398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3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312 124 1068 0 0,'-4'-34'7480'0'0,"2"27"-6400"0"0,0 0-1 0 0,-1 1 0 0 0,0 0 1 0 0,-6-11-1 0 0,8 16-983 0 0,0 0 0 0 0,0 0 0 0 0,0 0 0 0 0,0 0 0 0 0,-1 0-1 0 0,1 0 1 0 0,0 0 0 0 0,-1 1 0 0 0,1-1 0 0 0,-1 0 0 0 0,1 1 0 0 0,0-1 0 0 0,-1 1-1 0 0,1 0 1 0 0,-1-1 0 0 0,0 1 0 0 0,1 0 0 0 0,-1 0 0 0 0,1 0 0 0 0,-1 0-1 0 0,-2 1 1 0 0,3-1-136 0 0,-2 1 84 0 0,0 0 0 0 0,0 0-1 0 0,1 0 1 0 0,-1 0 0 0 0,0 0-1 0 0,1 1 1 0 0,-1-1 0 0 0,1 1 0 0 0,0 0-1 0 0,-1 0 1 0 0,1 0 0 0 0,0 0-1 0 0,0 0 1 0 0,-3 4 0 0 0,3-3 12 0 0,-10 12-9 0 0,1 1 0 0 0,1 0 0 0 0,0 0-1 0 0,1 1 1 0 0,1 0 0 0 0,0 0 0 0 0,2 1 0 0 0,0 0-1 0 0,1 0 1 0 0,0 1 0 0 0,2-1 0 0 0,0 1 0 0 0,2 0-1 0 0,-1 0 1 0 0,4 31 0 0 0,-2-44-36 0 0,1 0 0 0 0,0 0 0 0 0,0 0 0 0 0,1 0 0 0 0,0 0 0 0 0,0 0 0 0 0,0 0 0 0 0,1 0 0 0 0,0 0 0 0 0,0-1 0 0 0,0 0 0 0 0,1 1 0 0 0,4 4 0 0 0,-5-7-2 0 0,1 0 0 0 0,-1 0 0 0 0,1-1-1 0 0,0 1 1 0 0,0-1 0 0 0,0 0 0 0 0,0 1 0 0 0,0-2 0 0 0,0 1-1 0 0,1 0 1 0 0,-1-1 0 0 0,1 0 0 0 0,-1 0 0 0 0,1-1 0 0 0,-1 1-1 0 0,1-1 1 0 0,-1 0 0 0 0,8 0 0 0 0,-1-1 4 0 0,0-1 1 0 0,-1 0-1 0 0,1-1 1 0 0,-1 1-1 0 0,1-2 0 0 0,-1 0 1 0 0,0 0-1 0 0,0-1 1 0 0,-1 0-1 0 0,1-1 1 0 0,-1 0-1 0 0,0 0 0 0 0,-1-1 1 0 0,1 0-1 0 0,-1 0 1 0 0,-1-1-1 0 0,0 0 0 0 0,0-1 1 0 0,11-17-1 0 0,-12 16-9 0 0,0 0 0 0 0,0-1 0 0 0,-1 0 0 0 0,-1-1 1 0 0,1 1-1 0 0,-2-1 0 0 0,0 1 0 0 0,0-1 0 0 0,-1 0 0 0 0,-1 0 0 0 0,0 0 0 0 0,-1 0 0 0 0,0-1 0 0 0,0 1 0 0 0,-2 0 0 0 0,1 0 0 0 0,-7-20 0 0 0,6 24 1 0 0,-2-1 0 0 0,1 1-1 0 0,-1 0 1 0 0,-1 1-1 0 0,1-1 1 0 0,-1 1 0 0 0,-1 0-1 0 0,1 0 1 0 0,-1 0-1 0 0,0 1 1 0 0,-1 0 0 0 0,1 0-1 0 0,-1 0 1 0 0,0 1-1 0 0,-1 0 1 0 0,1 1 0 0 0,-1 0-1 0 0,0 0 1 0 0,0 0-1 0 0,-1 1 1 0 0,1 0 0 0 0,0 1-1 0 0,-1 0 1 0 0,0 0-1 0 0,-13 0 1 0 0,7 0-4 0 0,0 2 0 0 0,1 0 0 0 0,-1 0 0 0 0,0 2 0 0 0,0 0 1 0 0,1 0-1 0 0,-1 2 0 0 0,1-1 0 0 0,0 2 0 0 0,0 0 0 0 0,1 1 0 0 0,-1 0 0 0 0,1 1 0 0 0,-20 14 0 0 0,28-17-100 0 0,1 0-1 0 0,0 0 0 0 0,-1 0 0 0 0,2 1 0 0 0,-1-1 1 0 0,0 1-1 0 0,1 0 0 0 0,0 1 0 0 0,0-1 0 0 0,1 0 1 0 0,-5 12-1 0 0,6-13-343 0 0,0 1-1 0 0,0-1 1 0 0,0 1 0 0 0,1-1 0 0 0,-1 1-1 0 0,2 9 1 0 0,-1-11-172 0 0,1 0 0 0 0,-1 1 1 0 0,1-1-1 0 0,0 0 0 0 0,0 0 0 0 0,0 0 0 0 0,0 0 1 0 0,1 0-1 0 0,0 0 0 0 0,2 3 0 0 0,4 7-4192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167 338 904 0 0,'-3'-1'2394'0'0,"-7"-8"651"0"0,-1 1 0 0 0,1-1 0 0 0,-13-15 0 0 0,3 2 863 0 0,19 22-3890 0 0,1 0-1 0 0,0-1 1 0 0,-1 1 0 0 0,1 0-1 0 0,0-1 1 0 0,-1 1 0 0 0,1 0 0 0 0,0 0-1 0 0,-1-1 1 0 0,1 1 0 0 0,-1 0 0 0 0,1 0-1 0 0,-1 0 1 0 0,1 0 0 0 0,-1 0 0 0 0,1-1-1 0 0,-1 1 1 0 0,1 0 0 0 0,0 0 0 0 0,-1 0-1 0 0,1 0 1 0 0,-1 0 0 0 0,1 1 0 0 0,-1-1-1 0 0,1 0 1 0 0,-1 0 0 0 0,1 0-1 0 0,-1 0 1 0 0,1 0 0 0 0,0 1 0 0 0,-1-1-1 0 0,1 0 1 0 0,-1 0 0 0 0,1 1 0 0 0,0-1-1 0 0,-1 0 1 0 0,1 1 0 0 0,0-1 0 0 0,-1 0-1 0 0,1 1 1 0 0,0-1 0 0 0,-1 0 0 0 0,1 1-1 0 0,0-1 1 0 0,-1 1 0 0 0,-9 21 320 0 0,9-20-343 0 0,-9 32 320 0 0,-14 67-1 0 0,16-61-233 0 0,2-5-8 0 0,-4 39 0 0 0,9-63-69 0 0,1 0-1 0 0,0 0 1 0 0,0-1-1 0 0,1 1 0 0 0,1 0 1 0 0,-1-1-1 0 0,2 1 1 0 0,4 12-1 0 0,-6-21 4 0 0,0 1 0 0 0,1-1 0 0 0,-1 0 0 0 0,1 0 0 0 0,0 1 1 0 0,0-1-1 0 0,0 0 0 0 0,0-1 0 0 0,0 1 0 0 0,0 0 0 0 0,0 0 0 0 0,0-1 0 0 0,1 0 0 0 0,-1 1 0 0 0,1-1 1 0 0,-1 0-1 0 0,1 0 0 0 0,-1 0 0 0 0,1 0 0 0 0,0-1 0 0 0,-1 1 0 0 0,1-1 0 0 0,0 0 0 0 0,-1 1 0 0 0,1-1 0 0 0,0 0 1 0 0,0-1-1 0 0,-1 1 0 0 0,4-1 0 0 0,4 0 8 0 0,-1-1 0 0 0,0-1 0 0 0,0 1 0 0 0,0-1 0 0 0,0-1 0 0 0,0 1 0 0 0,13-9 0 0 0,-6 1-24 0 0,0-1 0 0 0,-1 0 0 0 0,0-1-1 0 0,-1 0 1 0 0,0-1 0 0 0,22-31 0 0 0,-17 17-16 0 0,-1-1 1 0 0,-2 0-1 0 0,15-37 1 0 0,-1-13 594 0 0,-30 77-470 0 0,0 5-83 0 0,0 7 0 0 0,3 94 26 0 0,-1-90-35 0 0,0 1 0 0 0,1-1 0 0 0,1 0 0 0 0,6 19 0 0 0,-8-29-1 0 0,0 0 1 0 0,0 0-1 0 0,0-1 0 0 0,0 1 0 0 0,0 0 1 0 0,1-1-1 0 0,0 0 0 0 0,-1 0 0 0 0,1 0 1 0 0,0 0-1 0 0,1 0 0 0 0,-1 0 0 0 0,0-1 0 0 0,1 1 1 0 0,0-1-1 0 0,-1 0 0 0 0,1 0 0 0 0,0-1 1 0 0,0 1-1 0 0,0-1 0 0 0,0 0 0 0 0,0 0 1 0 0,1 0-1 0 0,-1 0 0 0 0,0-1 0 0 0,0 0 1 0 0,0 0-1 0 0,1 0 0 0 0,-1 0 0 0 0,6-2 1 0 0,0 1 12 0 0,-1-1 1 0 0,0 0 0 0 0,0-1 0 0 0,-1 0 0 0 0,1 0 0 0 0,0-1-1 0 0,-1 0 1 0 0,0 0 0 0 0,0-1 0 0 0,0 0 0 0 0,-1-1-1 0 0,1 1 1 0 0,6-9 0 0 0,-5 5-36 0 0,-1-1-1 0 0,-1-1 1 0 0,0 1 0 0 0,0-1-1 0 0,-1 0 1 0 0,0 0-1 0 0,-1-1 1 0 0,0 0 0 0 0,-1 0-1 0 0,0 0 1 0 0,-1 0 0 0 0,-1-1-1 0 0,0 1 1 0 0,0-1-1 0 0,-1-22 1 0 0,-1 26 5 0 0,-1-1 0 0 0,0 0-1 0 0,-1 0 1 0 0,0 1 0 0 0,0-1 0 0 0,-1 1 0 0 0,-1 0 0 0 0,1 0-1 0 0,-1 0 1 0 0,-1 0 0 0 0,1 1 0 0 0,-2-1 0 0 0,1 1-1 0 0,-1 0 1 0 0,0 1 0 0 0,-1 0 0 0 0,0 0 0 0 0,0 0-1 0 0,0 1 1 0 0,-17-11 0 0 0,18 13 3 0 0,-1 0-1 0 0,1 1 1 0 0,-1-1-1 0 0,0 2 0 0 0,0-1 1 0 0,0 1-1 0 0,-1 0 1 0 0,1 0-1 0 0,0 1 1 0 0,-1 0-1 0 0,1 0 1 0 0,-1 1-1 0 0,0 0 1 0 0,1 1-1 0 0,-1-1 1 0 0,1 1-1 0 0,0 1 1 0 0,-1-1-1 0 0,1 1 1 0 0,0 1-1 0 0,0-1 1 0 0,0 1-1 0 0,0 0 1 0 0,0 1-1 0 0,-10 7 1 0 0,14-9 7 0 0,1 0 0 0 0,0 0 0 0 0,0 1 0 0 0,1-1 0 0 0,-1 1 0 0 0,0-1 0 0 0,1 1 0 0 0,-2 4 0 0 0,2-6 2 0 0,0 0 0 0 0,1 0 0 0 0,0 1 0 0 0,-1-1 0 0 0,1 0 0 0 0,0 0 0 0 0,-1 1 0 0 0,1-1 1 0 0,0 0-1 0 0,0 0 0 0 0,0 1 0 0 0,0-1 0 0 0,0 0 0 0 0,0 0 0 0 0,1 1 0 0 0,-1-1 0 0 0,0 0 0 0 0,1 0 0 0 0,-1 0 0 0 0,1 1 0 0 0,-1-1 1 0 0,1 0-1 0 0,0 1 0 0 0,3 1-4 0 0,0 0 1 0 0,0 0-1 0 0,1 0 1 0 0,-1 0-1 0 0,0-1 0 0 0,1 0 1 0 0,0 0-1 0 0,0 0 1 0 0,0-1-1 0 0,-1 1 1 0 0,1-1-1 0 0,0 0 1 0 0,1-1-1 0 0,-1 1 0 0 0,0-1 1 0 0,9-1-1 0 0,5 1-64 0 0,0-2 1 0 0,-1 0-1 0 0,28-8 0 0 0,272-81-382 0 0,-285 85 388 0 0,-2 5 10 0 0,-23 4 43 0 0,-2 0 1 0 0,-1-2 9 0 0,-1 1-1 0 0,1 0 1 0 0,-1 1 0 0 0,1-1 0 0 0,-1 1-1 0 0,0 0 1 0 0,0 0 0 0 0,0 0 0 0 0,0 1-1 0 0,-1-1 1 0 0,1 1 0 0 0,-1 0 0 0 0,0 0-1 0 0,0 0 1 0 0,0 0 0 0 0,-1 0 0 0 0,0 1-1 0 0,1 0 1 0 0,1 5 0 0 0,-1 0 23 0 0,1 1 0 0 0,-1-1 0 0 0,-1 1 0 0 0,0 0 0 0 0,0 0 0 0 0,-1 0 0 0 0,-1 17 0 0 0,-4 2 41 0 0,0 0 0 0 0,-2-1-1 0 0,-2 0 1 0 0,-21 56 0 0 0,25-75 11 0 0,3-7 32 0 0,0 0 0 0 0,0 0 0 0 0,0 0 0 0 0,-1-1-1 0 0,1 1 1 0 0,-1 0 0 0 0,1 0 0 0 0,-4 2 0 0 0,4-4-84 0 0,1-1-1 0 0,-1 0 1 0 0,1 1-1 0 0,-1-1 1 0 0,0 0-1 0 0,1 1 1 0 0,-1-1-1 0 0,0 0 1 0 0,0 0-1 0 0,1 1 1 0 0,-1-1-1 0 0,0 0 1 0 0,1 0-1 0 0,-1 0 1 0 0,0 0-1 0 0,0 0 1 0 0,1 0-1 0 0,-1 0 1 0 0,0-1-1 0 0,0 1 0 0 0,1 0 1 0 0,-1 0-1 0 0,0 0 1 0 0,1-1-1 0 0,-1 1 1 0 0,0 0-1 0 0,1-1 1 0 0,-1 1-1 0 0,0-1 1 0 0,0 0-19 0 0,1 1 0 0 0,-1-1 0 0 0,0 0 0 0 0,1 1 0 0 0,-1-1 1 0 0,1 0-1 0 0,-1 1 0 0 0,1-1 0 0 0,0 0 0 0 0,-1 0 0 0 0,1 1 0 0 0,0-1 0 0 0,-1 0 0 0 0,1 0 1 0 0,0 0-1 0 0,0 1 0 0 0,0-1 0 0 0,0 0 0 0 0,-1 0 0 0 0,1 0 0 0 0,1 0 0 0 0,-1-1 0 0 0,0 0 14 0 0,-2-9-23 0 0,1-1 0 0 0,1 0 1 0 0,0 0-1 0 0,0 0 0 0 0,1 0 1 0 0,1 0-1 0 0,0 1 0 0 0,6-22 1 0 0,2 5-19 0 0,1-1 1 0 0,19-33 0 0 0,-13 30 26 0 0,1 1 0 0 0,46-56 0 0 0,-50 70-5 0 0,1 1 1 0 0,1 0-1 0 0,0 1 1 0 0,1 1 0 0 0,0 1-1 0 0,23-13 1 0 0,-36 23-3 0 0,0 1 0 0 0,0 1 0 0 0,0-1 0 0 0,0 1 0 0 0,0-1 0 0 0,0 1 0 0 0,1 0 0 0 0,-1 0 0 0 0,0 1 0 0 0,0 0 0 0 0,1-1 0 0 0,-1 1 0 0 0,0 1 0 0 0,1-1 0 0 0,-1 0 0 0 0,0 1 0 0 0,1 0 0 0 0,-1 0 0 0 0,0 1 0 0 0,0-1 0 0 0,0 1 0 0 0,0 0 0 0 0,0 0 0 0 0,-1 0 0 0 0,1 0 0 0 0,0 1 0 0 0,-1-1 0 0 0,0 1 0 0 0,0 0 0 0 0,6 6 0 0 0,-3-2 1 0 0,0 1 0 0 0,0 0 1 0 0,-1 0-1 0 0,1 0 0 0 0,-2 1 0 0 0,1 0 0 0 0,-2 0 0 0 0,1 0 1 0 0,-1 0-1 0 0,0 0 0 0 0,-1 1 0 0 0,2 16 0 0 0,-3 14 131 0 0,-2 1 0 0 0,-1-1-1 0 0,-10 50 1 0 0,-1 14 162 0 0,11-92-202 0 0,0 9 82 0 0,2-20-164 0 0,0 0 0 0 0,1 0 0 0 0,-1-1 1 0 0,0 1-1 0 0,0 0 0 0 0,1 0 0 0 0,-1-1 0 0 0,0 1 1 0 0,1 0-1 0 0,-1-1 0 0 0,1 1 0 0 0,-1 0 0 0 0,1-1 1 0 0,-1 1-1 0 0,1-1 0 0 0,-1 1 0 0 0,1-1 0 0 0,-1 1 1 0 0,1-1-1 0 0,0 1 0 0 0,-1-1 0 0 0,1 0 0 0 0,1 1 1 0 0,0 0-3 0 0,-1-1 0 0 0,1 0 0 0 0,-1 0-1 0 0,1 0 1 0 0,-1 1 0 0 0,1-1 0 0 0,-1-1 0 0 0,0 1 0 0 0,1 0 0 0 0,-1 0 0 0 0,1 0 0 0 0,-1-1 0 0 0,1 1 0 0 0,-1-1 0 0 0,2 0 0 0 0,2-1 13 0 0,31-8-418 0 0,-1-2 1 0 0,62-29-1 0 0,-67 27-123 0 0,159-81-4618 0 0,-66 27-3429 0 0,-67 38 882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5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507 206 2484 0 0,'-28'-74'11300'0'0,"0"-1"-6154"0"0,27 74-5017 0 0,-1-5 286 0 0,0 0 0 0 0,-1 0 0 0 0,0 1 0 0 0,0-1 0 0 0,-7-9 0 0 0,9 14-393 0 0,0 0-1 0 0,0 0 1 0 0,0 0 0 0 0,0 0 0 0 0,-1 0 0 0 0,1 1 0 0 0,0-1-1 0 0,0 0 1 0 0,-1 1 0 0 0,1-1 0 0 0,0 1 0 0 0,-1-1 0 0 0,1 1 0 0 0,-1-1-1 0 0,1 1 1 0 0,0 0 0 0 0,-1 0 0 0 0,1 0 0 0 0,-1 0 0 0 0,1 0 0 0 0,-1 0-1 0 0,1 0 1 0 0,-1 0 0 0 0,1 1 0 0 0,0-1 0 0 0,-1 1 0 0 0,1-1-1 0 0,0 1 1 0 0,-1-1 0 0 0,0 2 0 0 0,-10 4 19 0 0,1 0 0 0 0,1 1 0 0 0,-1 0 0 0 0,1 0-1 0 0,-16 17 1 0 0,-40 50 36 0 0,50-55-57 0 0,-20 25 53 0 0,-57 92 0 0 0,75-104-36 0 0,2 1 1 0 0,0 0 0 0 0,2 1 0 0 0,-9 37 0 0 0,21-65-28 0 0,1 1-1 0 0,-1 0 0 0 0,1 0 0 0 0,1 0 0 0 0,-1 0 0 0 0,1 1 1 0 0,1-1-1 0 0,1 11 0 0 0,-2-15-6 0 0,1-1 1 0 0,0 0-1 0 0,-1 1 0 0 0,1-1 1 0 0,0 1-1 0 0,0-1 1 0 0,0 0-1 0 0,1 0 0 0 0,-1 1 1 0 0,0-1-1 0 0,1 0 0 0 0,0 0 1 0 0,-1-1-1 0 0,1 1 0 0 0,0 0 1 0 0,0 0-1 0 0,0-1 1 0 0,0 1-1 0 0,0-1 0 0 0,0 0 1 0 0,1 0-1 0 0,-1 1 0 0 0,0-1 1 0 0,1-1-1 0 0,-1 1 0 0 0,4 1 1 0 0,3-1-2 0 0,1-1 0 0 0,0 1-1 0 0,0-2 1 0 0,0 1 0 0 0,0-1 0 0 0,0-1 0 0 0,0 0 0 0 0,-1 0 0 0 0,1-1 0 0 0,-1 0-1 0 0,12-5 1 0 0,2-3-47 0 0,-1 0 0 0 0,0-2 0 0 0,25-19 0 0 0,-28 18 13 0 0,-1-1-1 0 0,-1-1 0 0 0,0-1 0 0 0,-1-1 1 0 0,-1 0-1 0 0,-1-1 0 0 0,19-33 0 0 0,-13 15 52 0 0,-2-1 0 0 0,-2-2 0 0 0,16-53 0 0 0,-30 87 10 0 0,7-23-4 0 0,-6 23-33 0 0,-5 18 0 0 0,-24 96-10 0 0,-2 8 149 0 0,24-96-91 0 0,1 0 1 0 0,1 0 0 0 0,2 36-1 0 0,0-50-126 0 0,1 1 0 0 0,0 0 1 0 0,0-1-1 0 0,0 1 0 0 0,1-1 0 0 0,0 1 0 0 0,3 5 0 0 0,-4-10-31 0 0,1 1-1 0 0,-1-1 0 0 0,0 0 1 0 0,1 0-1 0 0,-1-1 0 0 0,1 1 1 0 0,-1 0-1 0 0,1 0 1 0 0,0-1-1 0 0,-1 1 0 0 0,1-1 1 0 0,0 1-1 0 0,0-1 0 0 0,0 0 1 0 0,1 0-1 0 0,-1 0 0 0 0,0 0 1 0 0,0 0-1 0 0,1-1 1 0 0,-1 1-1 0 0,0 0 0 0 0,1-1 1 0 0,-1 0-1 0 0,5 1 0 0 0,4-2-327 0 0,-1 0 0 0 0,1 0-1 0 0,0-1 1 0 0,-1 0-1 0 0,0-1 1 0 0,18-7-1 0 0,-7 0-27 0 0,-1-2-1 0 0,0 0 1 0 0,-1-1 0 0 0,0-1-1 0 0,-1-1 1 0 0,-1-1-1 0 0,0 0 1 0 0,21-28 0 0 0,-11 8 609 0 0,-1-2 0 0 0,-2 0 0 0 0,28-60 0 0 0,-40 71 1345 0 0,-1-1-1 0 0,13-49 0 0 0,-23 77-1462 0 0,-1-1 1 0 0,0 1-1 0 0,0-1 0 0 0,1 1 0 0 0,-1-1 1 0 0,0 0-1 0 0,0 1 0 0 0,0-1 1 0 0,0 1-1 0 0,0-1 0 0 0,0 0 1 0 0,0 1-1 0 0,0-1 0 0 0,0 1 1 0 0,0-1-1 0 0,0 0 0 0 0,0 1 1 0 0,0-1-1 0 0,0 0 0 0 0,0 1 1 0 0,-1-1-1 0 0,1 1 0 0 0,0-1 1 0 0,0 1-1 0 0,-1-1 0 0 0,1 1 1 0 0,-1-1-1 0 0,1 1 0 0 0,0-1 0 0 0,-1 1 1 0 0,1-1-1 0 0,-1 1 0 0 0,1-1 1 0 0,-1 1-1 0 0,1 0 0 0 0,-1-1 1 0 0,1 1-1 0 0,-1 0 0 0 0,1 0 1 0 0,-1-1-1 0 0,0 1 0 0 0,1 0 1 0 0,-2 0-1 0 0,1 0-8 0 0,-1 1 1 0 0,0 0-1 0 0,1 0 0 0 0,-1 0 1 0 0,1 0-1 0 0,0 1 1 0 0,-1-1-1 0 0,1 0 0 0 0,0 0 1 0 0,0 1-1 0 0,0-1 0 0 0,0 1 1 0 0,0-1-1 0 0,0 1 0 0 0,-1 3 1 0 0,0-3 4 0 0,-1 3-10 0 0,0 0-1 0 0,0 0 1 0 0,1 0 0 0 0,0 1 0 0 0,0-1 0 0 0,0 1 0 0 0,1-1 0 0 0,0 1 0 0 0,0-1 0 0 0,0 1 0 0 0,1 0 0 0 0,-1-1 0 0 0,2 1-1 0 0,-1 0 1 0 0,0-1 0 0 0,1 1 0 0 0,0-1 0 0 0,0 1 0 0 0,1 0 0 0 0,0-1 0 0 0,0 0 0 0 0,0 1 0 0 0,0-1 0 0 0,1 0-1 0 0,0 0 1 0 0,0-1 0 0 0,0 1 0 0 0,1-1 0 0 0,7 9 0 0 0,45 40 1 0 0,-42-42 32 0 0,-1 0 0 0 0,-1 1-1 0 0,0 1 1 0 0,-1 0-1 0 0,14 20 1 0 0,-25-31 4 0 0,1 0 1 0 0,-1-1-1 0 0,1 1 0 0 0,-1 0 1 0 0,1-1-1 0 0,-1 1 0 0 0,0 0 1 0 0,0 0-1 0 0,0-1 0 0 0,0 1 1 0 0,0 0-1 0 0,0 0 0 0 0,0-1 1 0 0,-1 1-1 0 0,1 0 0 0 0,-1 0 1 0 0,1-1-1 0 0,-1 1 0 0 0,1-1 1 0 0,-1 1-1 0 0,0 0 0 0 0,-1 1 1 0 0,-1 2 133 0 0,-1 0 0 0 0,0 0 0 0 0,0 0 0 0 0,-9 8 0 0 0,6-7-58 0 0,0-1 1 0 0,-1 0-1 0 0,0 0 0 0 0,0-1 1 0 0,0 0-1 0 0,-1 0 0 0 0,1-1 0 0 0,-1 0 1 0 0,-16 3-1 0 0,6-3-29 0 0,0 0 0 0 0,-1-1 0 0 0,-31-2 0 0 0,27-1-101 0 0,-1-2-1 0 0,1-1 1 0 0,0 0 0 0 0,-30-11-1 0 0,33 7-1084 0 0,0 0 0 0 0,-31-18-1 0 0,48 24 623 0 0,1 0 0 0 0,0-1 0 0 0,-1 1-1 0 0,1-1 1 0 0,0 0 0 0 0,0 0 0 0 0,-4-6 0 0 0,5 6-288 0 0,1 1 0 0 0,0 0 0 0 0,-1 0 0 0 0,1-1 0 0 0,0 1 0 0 0,0 0 0 0 0,1-1 0 0 0,-2-2 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6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1 366 1052 0 0,'0'-16'4799'0'0,"2"3"-3546"0"0,0 1 0 0 0,1-1-1 0 0,1 1 1 0 0,8-22 0 0 0,-9 27-994 0 0,0 0 1 0 0,1 0-1 0 0,0 0 1 0 0,1 0 0 0 0,0 0-1 0 0,0 1 1 0 0,0 0-1 0 0,11-10 1 0 0,-13 14-224 0 0,0 0 1 0 0,0 0 0 0 0,0 0 0 0 0,0 1-1 0 0,0-1 1 0 0,0 1 0 0 0,0 0-1 0 0,0 0 1 0 0,1 0 0 0 0,-1 0 0 0 0,0 1-1 0 0,1-1 1 0 0,-1 1 0 0 0,6 0-1 0 0,-2 1-3 0 0,0 0-1 0 0,1 0 1 0 0,-1 0-1 0 0,0 1 1 0 0,12 5-1 0 0,-8-2 3 0 0,1 1 0 0 0,-1 1 0 0 0,-1 0 1 0 0,1 0-1 0 0,-1 1 0 0 0,0 0 0 0 0,-1 0 0 0 0,0 1 0 0 0,0 1 0 0 0,-1-1 0 0 0,0 2 0 0 0,-1-1 1 0 0,0 1-1 0 0,-1 0 0 0 0,0 0 0 0 0,-1 1 0 0 0,0-1 0 0 0,-1 1 0 0 0,0 0 0 0 0,4 21 0 0 0,-5-9 519 0 0,-1-1-1 0 0,0 1 0 0 0,-2 0 0 0 0,-1 0 0 0 0,-5 31 0 0 0,5-53 356 0 0,1-2-896 0 0,0-1-1 0 0,-1 1 1 0 0,1 0-1 0 0,-1-1 0 0 0,1 1 1 0 0,0 0-1 0 0,-1-1 1 0 0,1 1-1 0 0,-1-1 1 0 0,1 1-1 0 0,0 0 1 0 0,0-1-1 0 0,-1 1 1 0 0,1-1-1 0 0,0 1 0 0 0,0-1 1 0 0,0 1-1 0 0,-1-1 1 0 0,1 1-1 0 0,0-1 1 0 0,0 0-1 0 0,1-17 3 0 0,1-1-1 0 0,1 1 1 0 0,1 0-1 0 0,0 0 0 0 0,1 0 1 0 0,1 0-1 0 0,1 1 1 0 0,10-20-1 0 0,7-7-56 0 0,54-77-1 0 0,-54 90 29 0 0,1 0 0 0 0,34-31 1 0 0,-44 47-3 0 0,1 2 1 0 0,1-1-1 0 0,0 2 1 0 0,0 0-1 0 0,36-16 1 0 0,-49 26 10 0 0,1 0 0 0 0,-1 0 0 0 0,1 1 1 0 0,0 0-1 0 0,-1 0 0 0 0,1 0 0 0 0,0 0 0 0 0,0 1 0 0 0,0 0 0 0 0,0 0 1 0 0,0 0-1 0 0,-1 1 0 0 0,1-1 0 0 0,0 1 0 0 0,5 2 0 0 0,-6-2 6 0 0,0 1-1 0 0,0 0 1 0 0,-1 0-1 0 0,1 0 1 0 0,-1 1-1 0 0,1-1 1 0 0,-1 1-1 0 0,0-1 1 0 0,0 1-1 0 0,0 0 1 0 0,0 1-1 0 0,-1-1 0 0 0,1 0 1 0 0,-1 1-1 0 0,0-1 1 0 0,0 1-1 0 0,0 0 1 0 0,2 6-1 0 0,1 5 0 0 0,-1 0-1 0 0,0 0 1 0 0,-1 0-1 0 0,-1 0 1 0 0,1 25-1 0 0,-8 78 153 0 0,2-90-302 0 0,1 1 0 0 0,2 0 0 0 0,1 0 0 0 0,6 43 0 0 0,-6-69 32 0 0,0-1-1 0 0,0 1 1 0 0,0-1 0 0 0,0 1 0 0 0,0-1 0 0 0,0 1 0 0 0,0-1-1 0 0,1 0 1 0 0,-1 1 0 0 0,1-1 0 0 0,0 0 0 0 0,0 0 0 0 0,0 0-1 0 0,0 0 1 0 0,0-1 0 0 0,0 1 0 0 0,0-1 0 0 0,0 1-1 0 0,1-1 1 0 0,-1 0 0 0 0,1 1 0 0 0,-1-1 0 0 0,1 0 0 0 0,-1-1-1 0 0,1 1 1 0 0,4 0 0 0 0,0 0-172 0 0,0 0 1 0 0,0-1-1 0 0,-1 0 1 0 0,1 0-1 0 0,0-1 1 0 0,0 0-1 0 0,0 0 0 0 0,0 0 1 0 0,12-5-1 0 0,-8 0 118 0 0,1 1 1 0 0,-1-1-1 0 0,0-1 0 0 0,-1 0 0 0 0,0 0 0 0 0,0-1 0 0 0,0-1 0 0 0,-1 1 1 0 0,12-15-1 0 0,-5 3 207 0 0,-1-1 0 0 0,0-1-1 0 0,18-37 1 0 0,-19 27 1457 0 0,-2 0-1 0 0,11-45 0 0 0,-16 53-347 0 0,-6 21-595 0 0,-3 4-534 0 0,0 0 1 0 0,-1 0-1 0 0,1 1 0 0 0,0-1 0 0 0,0 0 1 0 0,1 1-1 0 0,-1-1 0 0 0,0 1 1 0 0,0 0-1 0 0,1 0 0 0 0,-1-1 0 0 0,-1 4 1 0 0,-9 15 13 0 0,0 0 1 0 0,2 1 0 0 0,0 1-1 0 0,2 0 1 0 0,0 0-1 0 0,-6 34 1 0 0,12-48-23 0 0,0 1 0 0 0,1-1 1 0 0,0 1-1 0 0,1-1 0 0 0,0 1 0 0 0,0 0 0 0 0,1-1 0 0 0,0 1 1 0 0,0-1-1 0 0,4 11 0 0 0,-4-15 3 0 0,1 0 0 0 0,-1-1 1 0 0,1 1-1 0 0,0 0 0 0 0,0-1 1 0 0,0 1-1 0 0,1-1 0 0 0,-1 1 0 0 0,1-1 1 0 0,0 0-1 0 0,0 0 0 0 0,0 0 1 0 0,0-1-1 0 0,1 1 0 0 0,-1-1 0 0 0,1 0 1 0 0,-1 0-1 0 0,1 0 0 0 0,0 0 1 0 0,0 0-1 0 0,0-1 0 0 0,6 2 0 0 0,2-1 6 0 0,0 0 0 0 0,0-1-1 0 0,0 0 1 0 0,1-1 0 0 0,-1 0-1 0 0,0-1 1 0 0,0 0 0 0 0,0-1-1 0 0,0-1 1 0 0,0 0 0 0 0,0 0 0 0 0,0-1-1 0 0,-1 0 1 0 0,0-1 0 0 0,0-1-1 0 0,0 0 1 0 0,-1 0 0 0 0,15-12-1 0 0,-16 11-8 0 0,0 0 0 0 0,-1-1-1 0 0,0 0 1 0 0,-1-1 0 0 0,1 1 0 0 0,-2-1-1 0 0,1-1 1 0 0,-1 0 0 0 0,-1 1 0 0 0,0-2-1 0 0,0 1 1 0 0,-1-1 0 0 0,0 1 0 0 0,-1-1-1 0 0,0 0 1 0 0,-1 0 0 0 0,0 0 0 0 0,0-1-1 0 0,-1-21 1 0 0,-2 25-6 0 0,0 0 1 0 0,0 0-1 0 0,0 0 0 0 0,-1 0 1 0 0,0 0-1 0 0,-1 0 0 0 0,0 0 1 0 0,0 0-1 0 0,-1 1 0 0 0,0 0 0 0 0,0 0 1 0 0,0 0-1 0 0,-1 0 0 0 0,0 0 1 0 0,-12-11-1 0 0,11 13-3 0 0,1 1-1 0 0,-1 0 1 0 0,0 0 0 0 0,0 0 0 0 0,-1 0-1 0 0,1 1 1 0 0,-1 0 0 0 0,0 1-1 0 0,0-1 1 0 0,0 1 0 0 0,0 1-1 0 0,0-1 1 0 0,0 1 0 0 0,0 0 0 0 0,-1 1-1 0 0,1 0 1 0 0,0 0 0 0 0,-11 2-1 0 0,1 0-3 0 0,0 2 1 0 0,0 0-1 0 0,0 1 0 0 0,0 1 0 0 0,-27 13 0 0 0,33-13 6 0 0,1 0 0 0 0,-1 0 1 0 0,1 1-1 0 0,1 1 1 0 0,-1 0-1 0 0,1 0 0 0 0,1 1 1 0 0,0 0-1 0 0,-8 11 0 0 0,14-19 1 0 0,1 1 0 0 0,0 0 0 0 0,-1 0 0 0 0,1 0 0 0 0,0 0 0 0 0,0 0 0 0 0,0 0 0 0 0,1 0 0 0 0,-1 1 0 0 0,0-1-1 0 0,1 0 1 0 0,0 0 0 0 0,-1 1 0 0 0,1-1 0 0 0,0 0 0 0 0,0 1 0 0 0,0-1 0 0 0,0 0 0 0 0,1 1 0 0 0,-1-1 0 0 0,1 0 0 0 0,-1 0-1 0 0,1 0 1 0 0,0 1 0 0 0,0-1 0 0 0,1 3 0 0 0,0-3 0 0 0,0 1-1 0 0,1-1 0 0 0,-1 1 1 0 0,1-1-1 0 0,-1 0 1 0 0,1 0-1 0 0,0 0 0 0 0,0 0 1 0 0,-1 0-1 0 0,1-1 1 0 0,1 1-1 0 0,-1-1 0 0 0,0 0 1 0 0,0 0-1 0 0,0 0 1 0 0,1 0-1 0 0,3 0 0 0 0,14 1-59 0 0,0 0 0 0 0,1-2 0 0 0,-1 0 0 0 0,1-2-1 0 0,-1 0 1 0 0,1-2 0 0 0,-1 0 0 0 0,0-1 0 0 0,-1-1-1 0 0,30-13 1 0 0,-12 2-32 0 0,-1-2 0 0 0,-1-1-1 0 0,-1-2 1 0 0,49-39 0 0 0,62-43-66 0 0,-144 103 155 0 0,0 0 1 0 0,0 0 0 0 0,-1 0 0 0 0,1 0-1 0 0,0 0 1 0 0,0 0 0 0 0,0 1 0 0 0,0-1-1 0 0,0 1 1 0 0,0-1 0 0 0,0 1 0 0 0,0 0 0 0 0,0 0-1 0 0,0 0 1 0 0,0 0 0 0 0,0 0 0 0 0,0 0-1 0 0,0 1 1 0 0,0-1 0 0 0,0 0 0 0 0,2 2-1 0 0,-1-1 14 0 0,-1 1 0 0 0,1 0-1 0 0,-1-1 1 0 0,0 1 0 0 0,0 0-1 0 0,0 0 1 0 0,0 0-1 0 0,0 0 1 0 0,0 1 0 0 0,0-1-1 0 0,-1 1 1 0 0,1-1 0 0 0,0 4-1 0 0,3 5 78 0 0,0 1-1 0 0,-1 0 1 0 0,-1 1-1 0 0,0-1 0 0 0,1 17 1 0 0,-3-12 32 0 0,-1 1 1 0 0,-1-1-1 0 0,0 0 1 0 0,-1 1 0 0 0,-9 30-1 0 0,1 4 1791 0 0,9-50-1142 0 0,1-2-755 0 0,-1-1 0 0 0,1 1 0 0 0,0-1-1 0 0,-1 1 1 0 0,1-1 0 0 0,0 1 0 0 0,0-1-1 0 0,-1 1 1 0 0,1-1 0 0 0,0 1 0 0 0,0-1-1 0 0,0 1 1 0 0,-1-1 0 0 0,1 0 0 0 0,0 1-1 0 0,0-1 1 0 0,0 1 0 0 0,0-1 0 0 0,0 0 0 0 0,0 1-1 0 0,0-1 1 0 0,1 1 0 0 0,-1-1 0 0 0,0 0-1 0 0,0 0 1 0 0,3-15 46 0 0,-3 16-59 0 0,5-15 16 0 0,0 1-1 0 0,0 0 1 0 0,2 0-1 0 0,0 1 1 0 0,0 0-1 0 0,1 0 1 0 0,11-14-1 0 0,-4 8-34 0 0,1 1-1 0 0,1 0 1 0 0,31-24 0 0 0,-37 34 3 0 0,0 0 1 0 0,1 0-1 0 0,-1 1 1 0 0,1 1-1 0 0,1 0 0 0 0,-1 0 1 0 0,1 2-1 0 0,0-1 1 0 0,0 2-1 0 0,17-3 1 0 0,-24 5 12 0 0,0 0 0 0 0,0 1 1 0 0,0 0-1 0 0,0 0 0 0 0,1 1 0 0 0,-1-1 1 0 0,0 1-1 0 0,0 1 0 0 0,-1-1 1 0 0,1 1-1 0 0,0 0 0 0 0,0 0 1 0 0,-1 1-1 0 0,1 0 0 0 0,-1 0 0 0 0,0 0 1 0 0,0 0-1 0 0,0 1 0 0 0,0 0 1 0 0,-1 0-1 0 0,0 0 0 0 0,1 1 1 0 0,-2-1-1 0 0,1 1 0 0 0,4 6 0 0 0,-4-3 17 0 0,0 0 0 0 0,-1 0 0 0 0,0 0-1 0 0,0 0 1 0 0,-1 0 0 0 0,1 1-1 0 0,-2 0 1 0 0,1-1 0 0 0,-2 1-1 0 0,1 0 1 0 0,-1-1 0 0 0,-2 18 0 0 0,-2 7 91 0 0,-17 66 0 0 0,15-78-70 0 0,-2 24-1785 0 0,8-43 523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89 680 0 0,'-8'-7'16830'0'0,"34"1"-13901"0"0,-23 5-3488 0 0,123-32 640 0 0,-106 26-3210 0 0,38-18 0 0 0,-44 16-1383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5:58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81 476 616 0 0,'-22'-2'4875'0'0,"-1"0"1186"0"0,19 2-5069 0 0,-4 0-575 0 0,-13 0 2272 0 0,18-3-1763 0 0,12-5-1193 0 0,10-4 444 0 0,37-15 0 0 0,-36 18-113 0 0,30-18 0 0 0,-21 8-14 0 0,-2-1 1 0 0,42-37-1 0 0,-59 47-51 0 0,-1 0-1 0 0,0-1 1 0 0,0 0-1 0 0,-1 0 1 0 0,-1-1-1 0 0,0 0 1 0 0,0 0-1 0 0,-1-1 1 0 0,5-16 0 0 0,-5 10-10 0 0,7-37 0 0 0,-12 51 9 0 0,-1 1-1 0 0,1 0 0 0 0,-1 0 1 0 0,0-1-1 0 0,0 1 0 0 0,0 0 1 0 0,-1 0-1 0 0,1-1 0 0 0,-1 1 1 0 0,0 0-1 0 0,0 0 0 0 0,0 0 1 0 0,-1 0-1 0 0,0 0 0 0 0,-2-4 1 0 0,4 7-1 0 0,-1 0 1 0 0,1 1 0 0 0,-1-1 0 0 0,0 0 0 0 0,1 0 0 0 0,-1 0 0 0 0,0 1 0 0 0,0-1 0 0 0,1 0-1 0 0,-1 1 1 0 0,0-1 0 0 0,0 1 0 0 0,0-1 0 0 0,0 1 0 0 0,0-1 0 0 0,0 1 0 0 0,0 0 0 0 0,0-1-1 0 0,0 1 1 0 0,0 0 0 0 0,0 0 0 0 0,0 0 0 0 0,0 0 0 0 0,0 0 0 0 0,0 0 0 0 0,0 0-1 0 0,0 0 1 0 0,0 0 0 0 0,0 0 0 0 0,0 1 0 0 0,0-1 0 0 0,0 0 0 0 0,0 1 0 0 0,0-1 0 0 0,0 0-1 0 0,0 1 1 0 0,0-1 0 0 0,1 1 0 0 0,-1 0 0 0 0,0-1 0 0 0,0 1 0 0 0,0 0 0 0 0,1 0 0 0 0,-2 0-1 0 0,-3 5 4 0 0,0 1 0 0 0,0-1 0 0 0,1 0 0 0 0,-6 12 0 0 0,8-15-2 0 0,-17 34 2 0 0,2 1 0 0 0,-16 50 0 0 0,-17 85-13 0 0,33-108 19 0 0,-132 649 392 0 0,146-698-335 0 0,-2 34 401 0 0,5-47-318 0 0,1-3-141 0 0,0 0-1 0 0,0-1 1 0 0,0 1-1 0 0,1-1 1 0 0,-1 1 0 0 0,0-1-1 0 0,0 1 1 0 0,0-1 0 0 0,0 1-1 0 0,0-1 1 0 0,0 0-1 0 0,0 0 1 0 0,0 1 0 0 0,0-1-1 0 0,0 0 1 0 0,-1 0-1 0 0,1 0 1 0 0,0 0 0 0 0,0-2-1 0 0,15-25 6 0 0,-11 17 4 0 0,25-45-29 0 0,3 1-1 0 0,1 2 1 0 0,66-76 0 0 0,-89 117 15 0 0,38-38-26 0 0,-44 46 15 0 0,0-1 0 0 0,0 1 1 0 0,1 1-1 0 0,-1-1 0 0 0,1 1 1 0 0,0 0-1 0 0,12-4 0 0 0,1 4-1 0 0,-14 3 10 0 0,-4 0 1 0 0,1 0 0 0 0,-1 0-1 0 0,0 0 1 0 0,0 0 0 0 0,0 0-1 0 0,1 1 1 0 0,-1-1 0 0 0,0 0 0 0 0,0 1-1 0 0,0-1 1 0 0,0 1 0 0 0,0-1-1 0 0,0 1 1 0 0,0 0 0 0 0,0-1-1 0 0,0 1 1 0 0,0 0 0 0 0,0 0-1 0 0,1 1 1 0 0,1 0 0 0 0,2 3 5 0 0,1 0 0 0 0,-1 0 0 0 0,0 0 0 0 0,-1 0 0 0 0,1 1 1 0 0,-1 0-1 0 0,0 0 0 0 0,-1 0 0 0 0,1 0 0 0 0,-1 1 0 0 0,-1-1 0 0 0,1 1 1 0 0,2 11-1 0 0,1 9 37 0 0,6 55 0 0 0,-11-79-42 0 0,0 6 16 0 0,0 5-32 0 0,0 1 0 0 0,1-1-1 0 0,1 0 1 0 0,1 0 0 0 0,8 22-1 0 0,-11-33-112 0 0,1 0-1 0 0,-1 0 0 0 0,1 0 0 0 0,0 0 0 0 0,0 0 0 0 0,0 0 0 0 0,1-1 0 0 0,-1 1 0 0 0,1-1 0 0 0,-1 0 0 0 0,1 1 1 0 0,0-1-1 0 0,0-1 0 0 0,0 1 0 0 0,0 0 0 0 0,0-1 0 0 0,0 1 0 0 0,0-1 0 0 0,1 0 0 0 0,-1 0 0 0 0,0 0 1 0 0,1-1-1 0 0,-1 1 0 0 0,1-1 0 0 0,-1 0 0 0 0,1 0 0 0 0,-1 0 0 0 0,1 0 0 0 0,3-1 0 0 0,5-1-262 0 0,0-1-1 0 0,0 0 0 0 0,-1-1 0 0 0,0 0 0 0 0,1-1 1 0 0,-2 0-1 0 0,1-1 0 0 0,-1 0 0 0 0,1-1 1 0 0,-2 0-1 0 0,1 0 0 0 0,10-11 0 0 0,3-5 167 0 0,0-1 0 0 0,-2-1-1 0 0,23-36 1 0 0,-31 42 1287 0 0,-1-1 1 0 0,-1 0-1 0 0,-1 0 0 0 0,0-1 0 0 0,-2 0 1 0 0,-1-1-1 0 0,8-37 0 0 0,-14 56-44 0 0,-4 5-870 0 0,-1 1-118 0 0,0 0 1 0 0,1 1 0 0 0,-1-1 0 0 0,1 1-1 0 0,0 0 1 0 0,0 0 0 0 0,0 0 0 0 0,0 0-1 0 0,1 1 1 0 0,-4 7 0 0 0,-18 55 165 0 0,16-44-137 0 0,-25 91 153 0 0,30-100-174 0 0,0 0 0 0 0,2 0 0 0 0,0 0-1 0 0,0 1 1 0 0,1-1 0 0 0,3 20-1 0 0,-2-31-18 0 0,-1 0 0 0 0,1 1-1 0 0,0-1 1 0 0,0 0-1 0 0,0 1 1 0 0,1-1 0 0 0,-1 0-1 0 0,1 0 1 0 0,-1 0-1 0 0,1 0 1 0 0,0 0 0 0 0,0 0-1 0 0,1-1 1 0 0,-1 1-1 0 0,0-1 1 0 0,1 1-1 0 0,5 3 1 0 0,-4-4-1 0 0,0 0 0 0 0,0 0-1 0 0,1 0 1 0 0,-1-1 0 0 0,1 0 0 0 0,-1 1 0 0 0,1-1-1 0 0,0-1 1 0 0,-1 1 0 0 0,1-1 0 0 0,8 0 0 0 0,-1-1-1 0 0,0-1-1 0 0,-1 0 1 0 0,0 0 0 0 0,1-1 0 0 0,-1-1 0 0 0,0 0 0 0 0,0 0 0 0 0,-1-1 0 0 0,20-13 0 0 0,-18 9-6 0 0,0-1 0 0 0,-1-1 0 0 0,0 0 0 0 0,0-1 0 0 0,-2 1 0 0 0,1-2 0 0 0,-2 0 0 0 0,0 0 0 0 0,0 0 0 0 0,-1-1 0 0 0,-1 0 0 0 0,0 0 0 0 0,7-28 0 0 0,-10 31 0 0 0,0 1 0 0 0,-1-1 1 0 0,-1 0-1 0 0,0 0 0 0 0,0 0 1 0 0,-1 0-1 0 0,0 0 0 0 0,-1 0 1 0 0,0 1-1 0 0,-1-1 0 0 0,0 0 1 0 0,-1 1-1 0 0,0-1 0 0 0,-1 1 1 0 0,0 0-1 0 0,0 0 0 0 0,-1 0 0 0 0,-1 0 1 0 0,1 1-1 0 0,-10-11 0 0 0,10 15-5 0 0,0-1-1 0 0,0 1 1 0 0,0 1 0 0 0,-1-1-1 0 0,0 1 1 0 0,0 0-1 0 0,0 0 1 0 0,0 1-1 0 0,-1 0 1 0 0,0 0-1 0 0,1 0 1 0 0,-1 1-1 0 0,0 0 1 0 0,0 0-1 0 0,0 1 1 0 0,0 0-1 0 0,-1 0 1 0 0,1 1-1 0 0,0 0 1 0 0,0 0-1 0 0,0 0 1 0 0,-8 2-1 0 0,3 1-3 0 0,-1 0 0 0 0,1 1 0 0 0,0 0 0 0 0,0 1 0 0 0,1 0 0 0 0,-1 1 0 0 0,1 0-1 0 0,0 0 1 0 0,0 2 0 0 0,1-1 0 0 0,-15 15 0 0 0,12-10-3 0 0,1 1-1 0 0,1 0 0 0 0,0 0 1 0 0,-14 24-1 0 0,21-31 6 0 0,1 0-1 0 0,0 0 1 0 0,0 1-1 0 0,0-1 1 0 0,1 1-1 0 0,0 0 1 0 0,1 0-1 0 0,-1-1 1 0 0,1 1-1 0 0,1 0 1 0 0,-1 0-1 0 0,1 0 1 0 0,0 0-1 0 0,2 9 1 0 0,-1-13-35 0 0,0 1 1 0 0,0-1 0 0 0,1 1-1 0 0,-1-1 1 0 0,1 0-1 0 0,0 1 1 0 0,0-1-1 0 0,0 0 1 0 0,0 0 0 0 0,1 0-1 0 0,-1-1 1 0 0,1 1-1 0 0,0-1 1 0 0,0 1-1 0 0,0-1 1 0 0,0 0 0 0 0,0 0-1 0 0,0 0 1 0 0,0 0-1 0 0,1-1 1 0 0,-1 1-1 0 0,1-1 1 0 0,6 2 0 0 0,4 0-250 0 0,0 0 0 0 0,0 0 1 0 0,1-1-1 0 0,26-1 0 0 0,19-3-530 0 0,0-4 0 0 0,0-2 0 0 0,0-2 1 0 0,-1-3-1 0 0,-1-3 0 0 0,84-34 0 0 0,-101 32 402 0 0,-1-2 0 0 0,0-1 0 0 0,67-50 0 0 0,-66 39 1728 0 0,50-50 0 0 0,-75 67 151 0 0,28-20 1 0 0,-42 33-1103 0 0,-1 2-357 0 0,0 0 0 0 0,1 0 0 0 0,-1 1 0 0 0,0-1 0 0 0,0 0 0 0 0,0 1 0 0 0,0-1 0 0 0,0 1 0 0 0,1-1 1 0 0,-1 1-1 0 0,0 0 0 0 0,0-1 0 0 0,-1 1 0 0 0,1 0 0 0 0,0 0 0 0 0,0 0 0 0 0,0 0 0 0 0,0 0 0 0 0,-1 0 0 0 0,1 0 0 0 0,0 0 0 0 0,-1 0 0 0 0,1 0 1 0 0,-1 0-1 0 0,1 0 0 0 0,-1 0 0 0 0,0 0 0 0 0,1 0 0 0 0,-1 1 0 0 0,0-1 0 0 0,0 0 0 0 0,0 2 0 0 0,1 7 19 0 0,0 0 0 0 0,-1 0 0 0 0,-1 10 0 0 0,1-6 23 0 0,-3 33 163 0 0,-2 0 0 0 0,-1 0 0 0 0,-3-1 0 0 0,-2 0 1 0 0,-18 48-1 0 0,27-86 44 0 0,-1 1 0 0 0,-1-1 0 0 0,1 0 0 0 0,-2 0 0 0 0,-4 8 0 0 0,8-15-25 0 0,-2-2-147 0 0,2 1-82 0 0,0-1 0 0 0,0 1 0 0 0,0-1 0 0 0,1 0 0 0 0,-1 1 0 0 0,0-1 0 0 0,0 0 0 0 0,0 0 0 0 0,1 0 0 0 0,-1 0 0 0 0,1 1 0 0 0,-1-1 0 0 0,0 0 0 0 0,1 0 0 0 0,0 0 0 0 0,-1 0 0 0 0,1 0 0 0 0,-1 0 0 0 0,1 0 0 0 0,0 0 0 0 0,0-2 0 0 0,0-30 8 0 0,3 19-67 0 0,0 0 0 0 0,9-24 0 0 0,1 4-41 0 0,2 1 0 0 0,37-62 1 0 0,-45 85 76 0 0,0 0 1 0 0,1 0 0 0 0,0 0-1 0 0,0 1 1 0 0,1 1-1 0 0,0-1 1 0 0,0 1 0 0 0,1 1-1 0 0,0 0 1 0 0,1 0 0 0 0,0 1-1 0 0,18-8 1 0 0,-24 12 11 0 0,1 1 0 0 0,0-1 1 0 0,-1 1-1 0 0,1 1 0 0 0,0-1 0 0 0,0 1 1 0 0,-1 0-1 0 0,1 0 0 0 0,0 0 1 0 0,0 1-1 0 0,-1 0 0 0 0,10 3 0 0 0,-6-1 3 0 0,0 0 0 0 0,0 1 0 0 0,-1 1 0 0 0,0-1 0 0 0,0 1 0 0 0,0 0-1 0 0,10 9 1 0 0,-8-4 7 0 0,1 0 0 0 0,-2 0 1 0 0,1 1-1 0 0,-1 0 0 0 0,-1 1 0 0 0,0 0 0 0 0,-1 0 0 0 0,0 1 0 0 0,-1 0 0 0 0,6 18 0 0 0,-8-19 33 0 0,-1 0 0 0 0,-1 0 0 0 0,0 0 0 0 0,0 1 0 0 0,-1-1 0 0 0,-1 1 0 0 0,-1 17-1 0 0,0-23 27 0 0,0 0 0 0 0,-1 0 1 0 0,0 0-1 0 0,0 0 0 0 0,0 0 0 0 0,-1 0 0 0 0,0 0 0 0 0,0-1 0 0 0,-1 1 0 0 0,0-1 0 0 0,0 0 0 0 0,0 0 0 0 0,-8 8 0 0 0,11-13-54 0 0,0 0 1 0 0,0-1 0 0 0,1 1-1 0 0,-1 0 1 0 0,0 0 0 0 0,0-1-1 0 0,0 1 1 0 0,0 0 0 0 0,0-1 0 0 0,0 1-1 0 0,0-1 1 0 0,0 1 0 0 0,0-1-1 0 0,0 0 1 0 0,0 1 0 0 0,0-1-1 0 0,-1 0 1 0 0,1 0 0 0 0,-2 1 0 0 0,3-2-9 0 0,-1 1 0 0 0,0 0 1 0 0,1-1-1 0 0,-1 1 0 0 0,0 0 1 0 0,1-1-1 0 0,-1 1 0 0 0,0-1 1 0 0,1 1-1 0 0,-1-1 0 0 0,1 1 1 0 0,-1-1-1 0 0,1 1 0 0 0,-1-1 1 0 0,1 0-1 0 0,0 1 0 0 0,-1-1 1 0 0,1 0-1 0 0,0 1 0 0 0,-1-1 1 0 0,1-1-1 0 0,-1-2-5 0 0,0 0 0 0 0,0 0 0 0 0,0 0 0 0 0,1 0-1 0 0,-1 0 1 0 0,1 0 0 0 0,0 0 0 0 0,1-6 0 0 0,4-8-9 0 0,0 0 1 0 0,1 0-1 0 0,1 0 0 0 0,0 1 0 0 0,1 0 1 0 0,17-25-1 0 0,-1 8-27 0 0,53-60-1 0 0,-59 74 20 0 0,2 2 0 0 0,35-28 0 0 0,-44 38 9 0 0,1 0 1 0 0,1 1 0 0 0,-1 0 0 0 0,1 1 0 0 0,1 0 0 0 0,19-6 0 0 0,-30 12 9 0 0,0-1-1 0 0,1 1 1 0 0,-1 0 0 0 0,0-1 0 0 0,1 2-1 0 0,-1-1 1 0 0,0 0 0 0 0,1 1 0 0 0,-1-1-1 0 0,0 1 1 0 0,0 0 0 0 0,0 0 0 0 0,0 0-1 0 0,0 0 1 0 0,0 1 0 0 0,0-1 0 0 0,0 1-1 0 0,0 0 1 0 0,0 0 0 0 0,-1 0 0 0 0,1 0-1 0 0,-1 0 1 0 0,0 1 0 0 0,3 3 0 0 0,-1-1 10 0 0,1 0 0 0 0,-2 1 1 0 0,1 0-1 0 0,-1 0 0 0 0,0 0 1 0 0,0 0-1 0 0,0 0 0 0 0,-1 1 1 0 0,0-1-1 0 0,1 8 0 0 0,0 6 51 0 0,-2 0 0 0 0,0 1 0 0 0,-2-1 0 0 0,-3 28 0 0 0,-19 78 7 0 0,19-108-108 0 0,3-13-297 0 0,0 0 0 0 0,0 0 0 0 0,1-1 0 0 0,-1 1 0 0 0,1 0 0 0 0,1 0 1 0 0,-1 0-1 0 0,1-1 0 0 0,-1 1 0 0 0,3 6 0 0 0,-2-9 136 0 0,-1-1 0 0 0,1 0 0 0 0,0 0 0 0 0,0 0 0 0 0,0-1 0 0 0,0 1-1 0 0,-1 0 1 0 0,1 0 0 0 0,0 0 0 0 0,0-1 0 0 0,1 1 0 0 0,-1 0 0 0 0,0-1 0 0 0,0 1-1 0 0,0-1 1 0 0,0 0 0 0 0,1 1 0 0 0,-1-1 0 0 0,0 0 0 0 0,0 1 0 0 0,0-1 0 0 0,1 0 0 0 0,0 0-1 0 0,32-2-5163 0 0,-14-2 649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0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156 113 3084 0 0,'8'-22'3835'0'0,"-6"17"-2339"0"0,0 0 1 0 0,0 0-1 0 0,0 0 0 0 0,-1-1 0 0 0,0 1 0 0 0,1-11 0 0 0,-6 18-1031 0 0,1 0-344 0 0,-1 1 1 0 0,0-1-1 0 0,1 1 1 0 0,0 0-1 0 0,0 0 1 0 0,0 0-1 0 0,0 0 0 0 0,0 1 1 0 0,0-1-1 0 0,1 1 1 0 0,-4 7-1 0 0,-24 54 805 0 0,20-41-618 0 0,-9 18 16 0 0,2 1 1 0 0,3 1-1 0 0,1 0 1 0 0,-14 86-1 0 0,27-127-308 0 0,-1 0 0 0 0,1 1 0 0 0,0-1 0 0 0,0 0 0 0 0,0 0 1 0 0,0 0-1 0 0,1 0 0 0 0,-1 0 0 0 0,1 0 0 0 0,0 0 0 0 0,0 0 0 0 0,0-1 0 0 0,0 1 0 0 0,0 0 0 0 0,0 0 0 0 0,1-1 0 0 0,0 1 0 0 0,-1-1 1 0 0,5 5-1 0 0,-3-4-3 0 0,1-1 1 0 0,-1 0 0 0 0,1 1-1 0 0,-1-1 1 0 0,1 0 0 0 0,0-1-1 0 0,0 1 1 0 0,0-1 0 0 0,0 0 0 0 0,0 0-1 0 0,0 0 1 0 0,8 0 0 0 0,3 0 2 0 0,1-1 1 0 0,-1-1 0 0 0,1 0-1 0 0,-1-1 1 0 0,0-1-1 0 0,26-8 1 0 0,-17 2-24 0 0,-1 0 1 0 0,0-2-1 0 0,0 0 0 0 0,-1-2 0 0 0,-1 0 1 0 0,0-1-1 0 0,-1-1 0 0 0,0-1 0 0 0,26-30 0 0 0,-37 36-2 0 0,0 0 0 0 0,-1-1-1 0 0,-1 0 1 0 0,0 0 0 0 0,0-1-1 0 0,-1 0 1 0 0,-1 0 0 0 0,7-22-1 0 0,-10 25 6 0 0,0-1 0 0 0,0 1 0 0 0,-1-1 0 0 0,-1 1 0 0 0,0-1 0 0 0,0 1 0 0 0,0-1 0 0 0,-1 1 0 0 0,-1-1 0 0 0,0 1 0 0 0,0-1 0 0 0,-1 1 0 0 0,-4-10 0 0 0,3 10 6 0 0,0 1 0 0 0,-1 0-1 0 0,0 1 1 0 0,0-1 0 0 0,0 1 0 0 0,-1 0 0 0 0,0 0-1 0 0,-1 0 1 0 0,0 1 0 0 0,0 0 0 0 0,0 1 0 0 0,0-1-1 0 0,-1 1 1 0 0,0 1 0 0 0,0 0 0 0 0,0 0 0 0 0,-1 0-1 0 0,0 1 1 0 0,1 0 0 0 0,-1 1 0 0 0,0 0 0 0 0,0 0-1 0 0,0 1 1 0 0,-19 0 0 0 0,16 0-97 0 0,0 2-1 0 0,0-1 1 0 0,0 2 0 0 0,0-1-1 0 0,0 2 1 0 0,0-1-1 0 0,1 2 1 0 0,-1 0 0 0 0,1 0-1 0 0,0 1 1 0 0,0 0 0 0 0,0 1-1 0 0,1 0 1 0 0,0 1 0 0 0,0 0-1 0 0,0 1 1 0 0,1-1 0 0 0,-13 16-1 0 0,19-20-156 0 0,1 1 1 0 0,-1 0-1 0 0,1 0 0 0 0,-1 0 0 0 0,1 0 1 0 0,1 0-1 0 0,-1 0 0 0 0,0 0 0 0 0,1 1 0 0 0,0-1 1 0 0,0 1-1 0 0,0 8 0 0 0,1-10-212 0 0,0 0 1 0 0,0 0-1 0 0,0 0 0 0 0,1 0 1 0 0,-1 0-1 0 0,1 0 0 0 0,0 0 1 0 0,0 0-1 0 0,0 0 1 0 0,0-1-1 0 0,1 1 0 0 0,-1 0 1 0 0,1-1-1 0 0,0 1 0 0 0,-1-1 1 0 0,1 1-1 0 0,0-1 0 0 0,1 0 1 0 0,-1 0-1 0 0,4 3 0 0 0,8 4-4933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914 291 1204 0 0,'2'-3'532'0'0,"-1"0"0"0"0,0 0 0 0 0,0 0 0 0 0,-1 0-1 0 0,1 0 1 0 0,-1-1 0 0 0,1 1 0 0 0,-1 0 0 0 0,0-1 0 0 0,0 1 0 0 0,0 0 0 0 0,-1-1-1 0 0,-1-4 1 0 0,1 5-300 0 0,0 1 0 0 0,0 0-1 0 0,0-1 1 0 0,-1 1 0 0 0,1 0-1 0 0,-1 0 1 0 0,0 0 0 0 0,1 0-1 0 0,-1 0 1 0 0,0 0 0 0 0,0 1-1 0 0,0-1 1 0 0,-1 0 0 0 0,1 1-1 0 0,0 0 1 0 0,0 0 0 0 0,-1-1-1 0 0,-2 0 1 0 0,-5-2 87 0 0,-1 1 0 0 0,0 0 0 0 0,1 0-1 0 0,-1 1 1 0 0,0 0 0 0 0,0 1 0 0 0,-1 0 0 0 0,1 1 0 0 0,0 0 0 0 0,-14 3 0 0 0,9-1-139 0 0,0 2 0 0 0,0 0 0 0 0,1 1 0 0 0,0 0 1 0 0,-1 1-1 0 0,-21 13 0 0 0,17-7-134 0 0,0 1 1 0 0,1 1-1 0 0,0 0 0 0 0,1 2 0 0 0,1 0 1 0 0,0 1-1 0 0,2 0 0 0 0,0 2 0 0 0,-23 35 1 0 0,33-44-30 0 0,0-1 1 0 0,0 1-1 0 0,1 0 1 0 0,0 0 0 0 0,1 1-1 0 0,0-1 1 0 0,-2 15 0 0 0,4-21-9 0 0,1-1 0 0 0,0 1 0 0 0,0 0 0 0 0,0 0 0 0 0,0-1 1 0 0,0 1-1 0 0,1 0 0 0 0,0-1 0 0 0,-1 1 0 0 0,1 0 0 0 0,1-1 1 0 0,-1 1-1 0 0,1-1 0 0 0,-1 0 0 0 0,1 1 0 0 0,0-1 0 0 0,0 0 1 0 0,0 0-1 0 0,1 0 0 0 0,-1 0 0 0 0,1 0 0 0 0,-1-1 0 0 0,1 1 1 0 0,4 2-1 0 0,4 1 5 0 0,0 0 0 0 0,0-1 0 0 0,0 0 1 0 0,1-1-1 0 0,0 0 0 0 0,0-1 0 0 0,0-1 1 0 0,0 0-1 0 0,0 0 0 0 0,0-1 0 0 0,1 0 0 0 0,-1-1 1 0 0,0-1-1 0 0,1 0 0 0 0,21-5 0 0 0,-18 3-11 0 0,-1-1-1 0 0,0-1 1 0 0,-1 0-1 0 0,1-1 1 0 0,-1 0-1 0 0,0-1 0 0 0,0-1 1 0 0,-1 0-1 0 0,0-1 1 0 0,-1-1-1 0 0,0 0 1 0 0,13-13-1 0 0,-9 3 11 0 0,-1-2-1 0 0,-1 0 1 0 0,-1-1-1 0 0,0 0 1 0 0,12-36-1 0 0,7-10-112 0 0,-31 67 70 0 0,6 17-17 0 0,-6-7 43 0 0,0 0 0 0 0,0 0 0 0 0,-1 0 0 0 0,0 0 0 0 0,0 0 0 0 0,-1 0-1 0 0,-3 11 1 0 0,1 4 8 0 0,-6 54 287 0 0,-46 361 1639 0 0,-32-6-60 0 0,73-377-1484 0 0,-3-1-1 0 0,-2-1 0 0 0,-49 94 0 0 0,56-126-190 0 0,-1-1 1 0 0,-1-1-1 0 0,-1 0 0 0 0,-32 32 0 0 0,35-40-87 0 0,0-1-1 0 0,-1 0 0 0 0,0-1 0 0 0,0-1 1 0 0,-1 0-1 0 0,-1 0 0 0 0,1-2 0 0 0,-20 7 1 0 0,17-9-47 0 0,0 0 0 0 0,0-1 0 0 0,0-1 0 0 0,0-1 1 0 0,0 0-1 0 0,-1-1 0 0 0,1-1 0 0 0,0-1 0 0 0,0 0 1 0 0,0-1-1 0 0,0-1 0 0 0,-26-10 0 0 0,30 10-17 0 0,1-1 0 0 0,0 0 0 0 0,0-1 0 0 0,1-1 0 0 0,-1 0 0 0 0,1 0 0 0 0,1-1 0 0 0,-1 0 0 0 0,1-1 0 0 0,1 0 0 0 0,0-1 0 0 0,0 0 0 0 0,1-1 0 0 0,0 1 0 0 0,1-1 0 0 0,0-1 0 0 0,-5-12 0 0 0,9 14-32 0 0,0 0-1 0 0,1 0 0 0 0,0-1 1 0 0,0 1-1 0 0,1-1 1 0 0,0 1-1 0 0,1-1 0 0 0,1 0 1 0 0,0 1-1 0 0,0-1 1 0 0,1 1-1 0 0,0 0 0 0 0,0-1 1 0 0,1 1-1 0 0,7-15 1 0 0,2-1-74 0 0,0 1 1 0 0,2 0 0 0 0,1 1-1 0 0,28-36 1 0 0,9-3-375 0 0,3 3-1 0 0,66-56 0 0 0,136-93-1058 0 0,18 10 98 0 0,-130 96 770 0 0,-41 29 200 0 0,74-54-197 0 0,-128 88 407 0 0,64-65 1 0 0,-100 90 209 0 0,-1-1-1 0 0,0 0 1 0 0,11-19-1 0 0,-20 29 8 0 0,-1-1 0 0 0,1 1 0 0 0,-1-1 0 0 0,0 0 0 0 0,-1 0 0 0 0,1 0 0 0 0,-2 0 1 0 0,1 0-1 0 0,-1 0 0 0 0,0-1 0 0 0,0-12 0 0 0,0 18-2 0 0,-2 1 1 0 0,1-1 0 0 0,0 1 0 0 0,0-1 0 0 0,0 1 0 0 0,-1-1-1 0 0,1 1 1 0 0,0-1 0 0 0,-1 1 0 0 0,0 0 0 0 0,1-1 0 0 0,-1 1-1 0 0,0 0 1 0 0,0-1 0 0 0,1 1 0 0 0,-1 0 0 0 0,0 0 0 0 0,0 0-1 0 0,0 0 1 0 0,-1 0 0 0 0,1 0 0 0 0,0 0 0 0 0,0 0 0 0 0,0 0-1 0 0,-1 0 1 0 0,1 1 0 0 0,0-1 0 0 0,-1 1 0 0 0,1-1 0 0 0,-1 1-1 0 0,1-1 1 0 0,-1 1 0 0 0,1 0 0 0 0,-1-1 0 0 0,1 1 0 0 0,-1 0-1 0 0,-2 0 1 0 0,-1 1-4 0 0,1 0 0 0 0,-1 0 0 0 0,0 0 1 0 0,1 0-1 0 0,0 0 0 0 0,-1 1 0 0 0,1 0 0 0 0,0 0 0 0 0,-1 0 0 0 0,-6 6 0 0 0,-4 4 4 0 0,2 1 0 0 0,-1 1 0 0 0,2 0 0 0 0,0 1 0 0 0,1 0 0 0 0,0 0 0 0 0,1 1 0 0 0,1 1 0 0 0,-10 21 0 0 0,2 4 1 0 0,2 1 0 0 0,-16 76 1 0 0,26-97 10 0 0,2 0 1 0 0,0 0 0 0 0,1 43-1 0 0,2-54 1 0 0,1-1 0 0 0,0 0-1 0 0,1 0 1 0 0,0 0 0 0 0,1 0-1 0 0,0-1 1 0 0,0 1 0 0 0,1-1 0 0 0,0 1-1 0 0,10 16 1 0 0,-11-23-6 0 0,0 0 0 0 0,0 0 0 0 0,0 0 1 0 0,0 0-1 0 0,0 0 0 0 0,1-1 0 0 0,-1 1 0 0 0,1-1 0 0 0,0 0 0 0 0,0 0 0 0 0,0 0 1 0 0,0-1-1 0 0,0 1 0 0 0,7 1 0 0 0,-8-2-2 0 0,0 0-1 0 0,0-1 1 0 0,0 1 0 0 0,0-1-1 0 0,0 1 1 0 0,0-1 0 0 0,0 0-1 0 0,0 0 1 0 0,1 0 0 0 0,-1 0-1 0 0,0-1 1 0 0,4 0 0 0 0,1-1 2 0 0,3 0-14 0 0,-1 0 0 0 0,0-1 1 0 0,1 0-1 0 0,-1 0 0 0 0,-1-1 0 0 0,1 0 0 0 0,-1-1 0 0 0,1 0 1 0 0,-1-1-1 0 0,-1 0 0 0 0,10-8 0 0 0,7-8-116 0 0,-1-1 0 0 0,22-28-1 0 0,-39 43 95 0 0,141-189-359 0 0,-55 69 268 0 0,-89 123 106 0 0,-1 1 1 0 0,1 0-1 0 0,0-1 0 0 0,0 1 0 0 0,0 1 0 0 0,0-1 1 0 0,1 0-1 0 0,-1 1 0 0 0,1 0 0 0 0,10-5 1 0 0,-15 8 13 0 0,1 0 1 0 0,0-1 0 0 0,0 1 0 0 0,0 0 0 0 0,0 0 0 0 0,0-1 0 0 0,0 1-1 0 0,0 0 1 0 0,0 0 0 0 0,0 0 0 0 0,0 0 0 0 0,0 0 0 0 0,0 0 0 0 0,0 0 0 0 0,1 1-1 0 0,1-1 1 0 0,-3 1 0 0 0,1-1-1 0 0,0 0 1 0 0,0 0 0 0 0,0 1 0 0 0,0-1-1 0 0,0 1 1 0 0,0-1 0 0 0,-1 1 0 0 0,1-1-1 0 0,0 1 1 0 0,0-1 0 0 0,-1 1 0 0 0,1 0 0 0 0,0-1-1 0 0,-1 1 1 0 0,1 0 0 0 0,-1-1 0 0 0,1 1-1 0 0,-1 0 1 0 0,2 1 0 0 0,-1 0 0 0 0,4 5 3 0 0,0 1 0 0 0,0 0 0 0 0,-1 0 0 0 0,0 0 0 0 0,0 0 0 0 0,-1 0 0 0 0,0 1 0 0 0,-1-1 0 0 0,1 1 0 0 0,0 10 0 0 0,0 4 89 0 0,-1 0 0 0 0,-2 40 0 0 0,-3-41 86 0 0,0 0-1 0 0,-1-1 1 0 0,-1 1 0 0 0,-1-1 0 0 0,-1 0 0 0 0,-1 0-1 0 0,-15 28 1 0 0,21-48-137 0 0,1 1-1 0 0,0 0 1 0 0,-1-1-1 0 0,1 1 1 0 0,-1-1-1 0 0,1 0 1 0 0,-1 1-1 0 0,1-1 1 0 0,-1 0-1 0 0,-3 1 1 0 0,-4-1 167 0 0,9-2-205 0 0,-1 1 0 0 0,1-1 0 0 0,0 1 0 0 0,0-1 0 0 0,-1 1 0 0 0,1-1 0 0 0,0 1 0 0 0,0-1 0 0 0,0 1 0 0 0,0-1 0 0 0,-1 1 0 0 0,1-1 0 0 0,0 1 0 0 0,0-1 0 0 0,0 0 0 0 0,0 1-1 0 0,0-1 1 0 0,1 1 0 0 0,-1-1 0 0 0,0 1 0 0 0,0-1 0 0 0,0 0 0 0 0,5-17-41 0 0,1 1 0 0 0,0 0 0 0 0,1 0 1 0 0,1 0-1 0 0,0 1 0 0 0,2 0 0 0 0,-1 1 0 0 0,2 0 0 0 0,15-17 0 0 0,0 3-36 0 0,1 1 0 0 0,2 1 0 0 0,44-32 0 0 0,-57 48 39 0 0,0 0-1 0 0,1 1 1 0 0,0 1 0 0 0,0 1 0 0 0,33-11 0 0 0,-48 18 34 0 0,-1 1-1 0 0,1-1 1 0 0,0 1-1 0 0,-1 0 1 0 0,1-1 0 0 0,-1 1-1 0 0,1 0 1 0 0,0 0-1 0 0,-1 0 1 0 0,1 1 0 0 0,1-1-1 0 0,2 1-2 0 0,-3-1 4 0 0,1 0-1 0 0,-1 1 1 0 0,0-1 0 0 0,0 1-1 0 0,0-1 1 0 0,0 1-1 0 0,0 0 1 0 0,0 0-1 0 0,0 0 1 0 0,0 0 0 0 0,0 0-1 0 0,0 0 1 0 0,0 1-1 0 0,-1-1 1 0 0,1 0-1 0 0,0 1 1 0 0,-1 0-1 0 0,1-1 1 0 0,-1 1 0 0 0,0 0-1 0 0,0 0 1 0 0,1 0-1 0 0,-1-1 1 0 0,1 5-1 0 0,1 2 18 0 0,0 0 0 0 0,0 0 0 0 0,-1 0 0 0 0,2 13 0 0 0,-3-6 46 0 0,0 1 0 0 0,-1-1 0 0 0,-1 0 0 0 0,-1 1 0 0 0,0-1 0 0 0,-1 0 0 0 0,-1 0 1 0 0,-10 28-1 0 0,-6 28 87 0 0,12-49-115 0 0,6-18-34 0 0,1 1 0 0 0,-1-1 1 0 0,1 0-1 0 0,0 1 0 0 0,0-1 0 0 0,-1 7 1 0 0,2-9 0 0 0,0-1 1 0 0,0 0-1 0 0,0 1 1 0 0,0-1-1 0 0,0 0 1 0 0,1 1-1 0 0,-1-1 1 0 0,0 0-1 0 0,1 0 1 0 0,-1 1 0 0 0,0-1-1 0 0,1 0 1 0 0,0 0-1 0 0,-1 0 1 0 0,1 1-1 0 0,0-1 1 0 0,-1 0-1 0 0,1 0 1 0 0,0 0-1 0 0,0 0 1 0 0,0 0-1 0 0,0-1 1 0 0,0 1-1 0 0,0 0 1 0 0,0 0-1 0 0,0-1 1 0 0,1 1-1 0 0,-1 0 1 0 0,0-1-1 0 0,0 1 1 0 0,0-1 0 0 0,1 0-1 0 0,-1 1 1 0 0,0-1-1 0 0,1 0 1 0 0,-1 0-1 0 0,0 0 1 0 0,1 0-1 0 0,-1 0 1 0 0,1 0-1 0 0,5 0-9 0 0,0-1 0 0 0,0 0 0 0 0,0-1 0 0 0,-1 1 0 0 0,9-5 0 0 0,-13 6 2 0 0,17-8-95 0 0,0 0-1 0 0,0-2 1 0 0,-1 0 0 0 0,0-1 0 0 0,-1 0-1 0 0,0-2 1 0 0,20-19 0 0 0,-2-3-183 0 0,60-76 0 0 0,-81 93 295 0 0,-1-1 0 0 0,-1 0 0 0 0,-1-1 0 0 0,0 0 0 0 0,-2-1 0 0 0,0 0 0 0 0,-1 0 0 0 0,8-37 0 0 0,-16 55 8 0 0,0-1 0 0 0,0 1 0 0 0,0 0 0 0 0,0 0 0 0 0,0-1 0 0 0,0 1 0 0 0,-1 0 0 0 0,0 0 0 0 0,0-1 0 0 0,0 1-1 0 0,0 0 1 0 0,0 0 0 0 0,0 0 0 0 0,-1 0 0 0 0,-2-3 0 0 0,2 4-25 0 0,-3 3-9 0 0,-4 2 14 0 0,1 0-1 0 0,-1 1 1 0 0,0 0 0 0 0,1 0 0 0 0,0 1 0 0 0,0 0-1 0 0,1 1 1 0 0,-1 0 0 0 0,1 0 0 0 0,0 0 0 0 0,1 1 0 0 0,-10 12-1 0 0,-11 16 23 0 0,-30 52-1 0 0,46-69-19 0 0,1-4 7 0 0,2 0 1 0 0,0 1 0 0 0,0 0 0 0 0,2 0 0 0 0,0 0-1 0 0,0 1 1 0 0,1 0 0 0 0,1 0 0 0 0,-2 22 0 0 0,6-35-17 0 0,0 1 1 0 0,1-1-1 0 0,-1 1 1 0 0,1-1-1 0 0,0 0 1 0 0,-1 1-1 0 0,2-1 0 0 0,-1 0 1 0 0,0 0-1 0 0,1 1 1 0 0,-1-1-1 0 0,1 0 1 0 0,0 0-1 0 0,0-1 1 0 0,0 1-1 0 0,0 0 1 0 0,1-1-1 0 0,-1 1 1 0 0,1-1-1 0 0,-1 0 1 0 0,1 0-1 0 0,0 0 1 0 0,0 0-1 0 0,0 0 1 0 0,0-1-1 0 0,0 1 0 0 0,4 0 1 0 0,9 4-322 0 0,-1 0-1 0 0,1-1 1 0 0,0-1-1 0 0,21 2 1 0 0,-7-2-395 0 0,-1-2 1 0 0,1-1-1 0 0,-1-2 0 0 0,1 0 1 0 0,-1-2-1 0 0,0-1 0 0 0,0-2 1 0 0,0-1-1 0 0,0-1 0 0 0,-1-1 1 0 0,-1-1-1 0 0,0-2 0 0 0,0-1 1 0 0,-1-1-1 0 0,44-32 1 0 0,-47 29 654 0 0,0-2 1 0 0,-2 0-1 0 0,0-2 1 0 0,-2 0-1 0 0,31-43 1 0 0,-37 44 1237 0 0,-1-1 0 0 0,0 0 0 0 0,-2-1 0 0 0,-1 0 0 0 0,0-1 0 0 0,8-38 1 0 0,-17 60-1127 0 0,0 1 1 0 0,0 0-1 0 0,1-1 1 0 0,-1 1-1 0 0,0-1 1 0 0,0 1 0 0 0,0-1-1 0 0,0 1 1 0 0,0-1-1 0 0,0 1 1 0 0,0-1 0 0 0,0 1-1 0 0,0-1 1 0 0,0 1-1 0 0,0-1 1 0 0,0 1 0 0 0,0 0-1 0 0,0-1 1 0 0,0 1-1 0 0,0-1 1 0 0,-1 1-1 0 0,1-1 1 0 0,0 1 0 0 0,0-1-1 0 0,0 1 1 0 0,-1 0-1 0 0,1-1 1 0 0,-1 0 0 0 0,-10 6 225 0 0,-14 21 48 0 0,-14 28 473 0 0,3 2-1 0 0,1 2 1 0 0,-31 72-1 0 0,66-129-787 0 0,-7 14 74 0 0,1 1 1 0 0,1 1-1 0 0,0-1 0 0 0,-2 18 0 0 0,6-30-61 0 0,1-1-1 0 0,-1 1 1 0 0,1 0-1 0 0,0 0 1 0 0,0-1-1 0 0,0 1 1 0 0,1 0-1 0 0,-1 0 1 0 0,1-1-1 0 0,0 1 0 0 0,0 0 1 0 0,0-1-1 0 0,1 1 1 0 0,-1-1-1 0 0,1 0 1 0 0,0 1-1 0 0,0-1 1 0 0,0 0-1 0 0,0 0 0 0 0,1 0 1 0 0,-1 0-1 0 0,1 0 1 0 0,-1-1-1 0 0,7 5 1 0 0,1-2-2 0 0,0 1 1 0 0,0-2-1 0 0,1 1 1 0 0,-1-1-1 0 0,1-1 1 0 0,0 0-1 0 0,0-1 1 0 0,0 0-1 0 0,1 0 1 0 0,-1-1-1 0 0,0-1 1 0 0,1 0-1 0 0,15-2 1 0 0,-12 0-8 0 0,0 0 0 0 0,0-1 0 0 0,0 0 0 0 0,0-2 0 0 0,-1 0 0 0 0,1 0-1 0 0,-1-1 1 0 0,0-1 0 0 0,17-12 0 0 0,-16 9-13 0 0,-2-1 0 0 0,1-1 0 0 0,-2 0 0 0 0,1-1 0 0 0,-2 0 0 0 0,0-1 0 0 0,0 0 0 0 0,-1-1 0 0 0,-1 0 0 0 0,-1-1 0 0 0,0 0 0 0 0,7-20 0 0 0,-10 22 4 0 0,-1 0-1 0 0,0 0 1 0 0,-2 0 0 0 0,1 0 0 0 0,-2-1 0 0 0,0 1 0 0 0,0-1 0 0 0,-1 1 0 0 0,-1-1 0 0 0,-1 1 0 0 0,0-1 0 0 0,-1 1 0 0 0,0 0 0 0 0,-1 0 0 0 0,-7-16 0 0 0,5 18 10 0 0,0 0-1 0 0,-1 1 0 0 0,-1 0 1 0 0,0 0-1 0 0,0 0 1 0 0,-1 1-1 0 0,-1 1 1 0 0,1-1-1 0 0,-2 2 1 0 0,1-1-1 0 0,-1 1 1 0 0,0 1-1 0 0,-1 0 0 0 0,1 1 1 0 0,-2 0-1 0 0,1 0 1 0 0,0 2-1 0 0,-1-1 1 0 0,-16-2-1 0 0,16 4-121 0 0,1 0-1 0 0,-1 2 1 0 0,0-1 0 0 0,1 2-1 0 0,-1-1 1 0 0,0 2 0 0 0,0 0-1 0 0,0 0 1 0 0,1 1-1 0 0,-1 1 1 0 0,1 0 0 0 0,-1 1-1 0 0,1 0 1 0 0,0 0-1 0 0,1 2 1 0 0,-1-1 0 0 0,1 2-1 0 0,0-1 1 0 0,0 2 0 0 0,-11 10-1 0 0,18-15-166 0 0,1 1 0 0 0,-1 0 1 0 0,1 0-1 0 0,0 0 0 0 0,1 0 0 0 0,-1 1 0 0 0,1-1 0 0 0,0 1 0 0 0,-2 5 0 0 0,3-7 42 0 0,0 0 0 0 0,0 0 0 0 0,0 0 0 0 0,1 0 0 0 0,0 0 0 0 0,-1 0 0 0 0,1 0-1 0 0,0 0 1 0 0,0 0 0 0 0,1 1 0 0 0,-1-1 0 0 0,1 0 0 0 0,-1 0 0 0 0,1-1-1 0 0,0 1 1 0 0,2 4 0 0 0,-2-4-55 0 0,1 2-460 0 0,1-1 0 0 0,-1 0 0 0 0,1 0 0 0 0,0 0 0 0 0,0 0 0 0 0,0 0 0 0 0,5 3 0 0 0,6 6-3899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1 193 2460 0 0,'63'-56'12917'0'0,"-62"54"-12348"0"0,3 0 72 0 0,-4 1-610 0 0,0 1 1 0 0,0 0 0 0 0,1-1-1 0 0,-1 1 1 0 0,0 0 0 0 0,0 0-1 0 0,1-1 1 0 0,-1 1 0 0 0,0 0-1 0 0,0 0 1 0 0,1-1 0 0 0,-1 1-1 0 0,0 0 1 0 0,1 0 0 0 0,-1 0-1 0 0,0 0 1 0 0,0-1-1 0 0,1 1 1 0 0,-1 0 0 0 0,1 0-1 0 0,-1 0 1 0 0,0 0 0 0 0,1 0-1 0 0,-1 0 1 0 0,0 0 0 0 0,1 0-1 0 0,0 0 1 0 0,0 2-5 0 0,0 1 0 0 0,0-1 1 0 0,0 1-1 0 0,-1-1 0 0 0,1 1 0 0 0,-1-1 0 0 0,1 1 0 0 0,-1 0 1 0 0,0-1-1 0 0,0 1 0 0 0,0 0 0 0 0,0-1 0 0 0,0 1 1 0 0,-1-1-1 0 0,0 6 0 0 0,-12 45 146 0 0,1-13-62 0 0,1-5-42 0 0,1 0 1 0 0,2 1 0 0 0,1-1-1 0 0,-2 51 1 0 0,9-82-50 0 0,0 0 1 0 0,0 0-1 0 0,0 0 1 0 0,1-1-1 0 0,-1 1 1 0 0,1 0 0 0 0,0-1-1 0 0,1 1 1 0 0,-1-1-1 0 0,0 1 1 0 0,1-1-1 0 0,3 6 1 0 0,-3-7-9 0 0,-1-1-1 0 0,1 1 1 0 0,0 0 0 0 0,0-1 0 0 0,0 0 0 0 0,0 1 0 0 0,0-1 0 0 0,0 0-1 0 0,0 0 1 0 0,0 0 0 0 0,0 0 0 0 0,0 0 0 0 0,1-1 0 0 0,-1 1-1 0 0,0 0 1 0 0,1-1 0 0 0,-1 0 0 0 0,0 0 0 0 0,1 0 0 0 0,-1 0 0 0 0,1 0-1 0 0,-1 0 1 0 0,4-1 0 0 0,3-1 4 0 0,0-1 1 0 0,0 0-1 0 0,0 0 0 0 0,0 0 0 0 0,-1-1 1 0 0,1-1-1 0 0,-1 0 0 0 0,0 0 1 0 0,0 0-1 0 0,-1-1 0 0 0,10-9 0 0 0,11-13 20 0 0,35-44 0 0 0,-43 48-20 0 0,99-129 2048 0 0,-95 125-1501 0 0,-23 27-535 0 0,0 3-4 0 0,0 1-19 0 0,0 0 0 0 0,-1-1 1 0 0,1 1-1 0 0,-1 0 0 0 0,0 0 1 0 0,0 0-1 0 0,0 0 0 0 0,0 0 1 0 0,0 0-1 0 0,-1 0 0 0 0,1 0 1 0 0,-1 0-1 0 0,-2 5 0 0 0,-17 44 18 0 0,13-36-7 0 0,-6 13-103 0 0,-2 7-340 0 0,1-1-1 0 0,-12 55 1 0 0,25-88 233 0 0,1 0 0 0 0,0 1 0 0 0,0-1 1 0 0,0 0-1 0 0,1 1 0 0 0,-1-1 0 0 0,1 1 1 0 0,-1-1-1 0 0,1 0 0 0 0,0 0 0 0 0,-1 1 1 0 0,1-1-1 0 0,0 0 0 0 0,1 0 1 0 0,-1 0-1 0 0,0 0 0 0 0,1 0 0 0 0,2 3 1 0 0,-3-4 105 0 0,0 0 0 0 0,0-1 1 0 0,0 1-1 0 0,0-1 0 0 0,-1 1 1 0 0,1-1-1 0 0,0 1 0 0 0,1-1 1 0 0,-1 1-1 0 0,0-1 0 0 0,0 0 1 0 0,0 0-1 0 0,0 1 0 0 0,0-1 1 0 0,0 0-1 0 0,2 0 0 0 0,-1 0-160 0 0,6 1-73 0 0,-1 1 0 0 0,0-1-1 0 0,1-1 1 0 0,-1 0-1 0 0,1 0 1 0 0,-1 0 0 0 0,1-1-1 0 0,-1 0 1 0 0,1 0 0 0 0,-1-1-1 0 0,8-3 1 0 0,5-2-413 0 0,-1-1-1 0 0,28-16 1 0 0,-9 2 302 0 0,-1-3-1 0 0,-1 0 1 0 0,58-57-1 0 0,84-104 3708 0 0,-173 179-3052 0 0,11-11 975 0 0,-1-1 0 0 0,0 0 1 0 0,14-29-1 0 0,-20 18 232 0 0,-8 29-1403 0 0,-1 0 1 0 0,0 0 0 0 0,0 0-1 0 0,0 0 1 0 0,0 0 0 0 0,0 0-1 0 0,0 0 1 0 0,0 0 0 0 0,0 0-1 0 0,0 0 1 0 0,0 0 0 0 0,0 1-1 0 0,-1-1 1 0 0,1 0 0 0 0,0 0-1 0 0,-1 0 1 0 0,1 0 0 0 0,-1 0-1 0 0,1 0 1 0 0,-1 0 0 0 0,1 1-1 0 0,-1-1 1 0 0,1 0 0 0 0,-1 0-1 0 0,0 1 1 0 0,1-1 0 0 0,-1 1-1 0 0,0-1 1 0 0,0 0 0 0 0,-1 0-1 0 0,-7-1 30 0 0,1 1 0 0 0,-1 0 0 0 0,0 0-1 0 0,0 1 1 0 0,0 0 0 0 0,1 1 0 0 0,-1 0-1 0 0,0 0 1 0 0,1 1 0 0 0,-1 0 0 0 0,-14 5 0 0 0,14-4-51 0 0,0 1 1 0 0,0 0 0 0 0,0 0-1 0 0,1 1 1 0 0,-1 0 0 0 0,1 1-1 0 0,0 0 1 0 0,1 0 0 0 0,0 0-1 0 0,-13 15 1 0 0,18-18-1 0 0,0 1-1 0 0,-1 0 1 0 0,2 0 0 0 0,-1 0-1 0 0,0 0 1 0 0,1 0 0 0 0,0 1-1 0 0,0-1 1 0 0,0 0 0 0 0,0 1-1 0 0,1-1 1 0 0,-1 0 0 0 0,1 1-1 0 0,1-1 1 0 0,-1 1 0 0 0,0-1-1 0 0,1 0 1 0 0,0 1 0 0 0,0-1-1 0 0,0 0 1 0 0,1 0 0 0 0,-1 0-1 0 0,1 0 1 0 0,0 0-1 0 0,4 5 1 0 0,5 10 17 0 0,1-1 0 0 0,1 0 0 0 0,28 28 0 0 0,-34-39-21 0 0,66 85 71 0 0,-72-91-72 0 0,0 1 44 0 0,1-1-1 0 0,-1 1 0 0 0,0 0 0 0 0,0 0 0 0 0,0 0 0 0 0,-1 1 0 0 0,1-1 0 0 0,0 0 0 0 0,-1 0 0 0 0,1 0 0 0 0,-1 1 1 0 0,0-1-1 0 0,0 0 0 0 0,0 0 0 0 0,0 1 0 0 0,0-1 0 0 0,0 0 0 0 0,0 0 0 0 0,-1 1 0 0 0,0-1 0 0 0,1 0 0 0 0,-1 0 1 0 0,0 0-1 0 0,0 0 0 0 0,0 0 0 0 0,0 0 0 0 0,0 0 0 0 0,0 0 0 0 0,-1 0 0 0 0,1 0 0 0 0,-3 2 0 0 0,-2 2 64 0 0,-1 1 1 0 0,0-1-1 0 0,0 0 0 0 0,-1 0 0 0 0,0-1 0 0 0,-10 6 0 0 0,-11 4-81 0 0,-2-2 0 0 0,0-1 0 0 0,0-1 0 0 0,-1-1 0 0 0,0-2 0 0 0,-1-2 0 0 0,-40 4 1 0 0,41-8-1486 0 0,0-1 0 0 0,0-1 0 0 0,-1-2 0 0 0,-39-8 0 0 0,33 0-3314 0 0,2-2-2383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3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7 745 1760 0 0,'0'0'4847'0'0,"0"0"-4733"0"0,-1 0 1 0 0,1-1-1 0 0,0 1 0 0 0,-1 0 0 0 0,1-1 0 0 0,-1 1 0 0 0,1 0 0 0 0,0-1 0 0 0,-1 1 1 0 0,1 0-1 0 0,0-1 0 0 0,-1 1 0 0 0,1-1 0 0 0,0 1 0 0 0,0-1 0 0 0,-1 1 1 0 0,1-1-1 0 0,0 1 0 0 0,0-1 0 0 0,0 1 0 0 0,0-2 0 0 0,115-66 1631 0 0,19-10-1373 0 0,182-140 0 0 0,-274 185 60 0 0,-2-2 0 0 0,-2-2 0 0 0,-1-1 0 0 0,-2-2 0 0 0,-2-2 0 0 0,33-53 0 0 0,-65 93-387 0 0,0 0 0 0 0,1 0 0 0 0,-1 0 0 0 0,0 0 0 0 0,-1 0-1 0 0,1-1 1 0 0,0 1 0 0 0,0 0 0 0 0,-1-1 0 0 0,0 1 0 0 0,1 0 0 0 0,-1-1 0 0 0,0 1 0 0 0,0 0 0 0 0,0-1 0 0 0,0 1 0 0 0,-1 0 0 0 0,1-1 0 0 0,-2-2 0 0 0,2 3-2 0 0,-4 3-8 0 0,-5 3-27 0 0,0-1 1 0 0,1 2-1 0 0,-1 0 0 0 0,1 0 0 0 0,0 0 1 0 0,1 1-1 0 0,-1 0 0 0 0,-8 10 0 0 0,3-4-20 0 0,1 1 0 0 0,1 1 0 0 0,-18 29 0 0 0,26-38 6 0 0,0 1 0 0 0,1-1 0 0 0,0 1 0 0 0,0 0 0 0 0,0 0 0 0 0,1 0 0 0 0,0 0 0 0 0,0 0 0 0 0,0 0 0 0 0,1 1 0 0 0,0-1 0 0 0,0 0 0 0 0,1 0 0 0 0,-1 0 0 0 0,3 9 0 0 0,4 8-12 0 0,0 0-1 0 0,19 39 1 0 0,-15-39-5 0 0,12 40 0 0 0,-21-54 76 0 0,0 0-1 0 0,0 1 0 0 0,-1-1 1 0 0,-1 0-1 0 0,0 1 0 0 0,0-1 1 0 0,0 0-1 0 0,-1 1 1 0 0,-1-1-1 0 0,0 0 0 0 0,0 0 1 0 0,0 0-1 0 0,-1 0 0 0 0,-8 15 1 0 0,7-16 217 0 0,0-1 0 0 0,-1 0 0 0 0,0 0 0 0 0,0 0 0 0 0,-1 0 0 0 0,0-1 0 0 0,0 0 0 0 0,0 0 0 0 0,-1-1 0 0 0,0 1 0 0 0,0-2 0 0 0,0 1 0 0 0,-1-1 0 0 0,1 0 0 0 0,-16 5 0 0 0,13-7-117 0 0,-1-1 1 0 0,1-1-1 0 0,0 0 1 0 0,-1 0 0 0 0,1-1-1 0 0,0 0 1 0 0,-1-1-1 0 0,1 0 1 0 0,-14-5 0 0 0,11 2-88 0 0,1 0-1 0 0,0-1 1 0 0,1-1 0 0 0,-1 0 0 0 0,-16-13 0 0 0,23 16-215 0 0,0 0 0 0 0,1-1 0 0 0,-1 1 0 0 0,1-1-1 0 0,0 0 1 0 0,1 0 0 0 0,-1 0 0 0 0,1-1 0 0 0,0 1 0 0 0,0-1 0 0 0,0 0 0 0 0,1 0 0 0 0,-3-11 0 0 0,5 13-161 0 0,-1 0 1 0 0,1 0-1 0 0,0 0 0 0 0,1 1 0 0 0,-1-1 0 0 0,1 0 1 0 0,-1 0-1 0 0,1 1 0 0 0,1-1 0 0 0,-1 0 0 0 0,0 1 1 0 0,1-1-1 0 0,-1 1 0 0 0,1-1 0 0 0,0 1 0 0 0,0 0 1 0 0,1 0-1 0 0,3-5 0 0 0,3 0-1293 0 0,-1-1 1 0 0,1 1 0 0 0,0 1-1 0 0,18-12 1 0 0,-5 8-2483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4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533 238 1576 0 0,'3'-2'2108'0'0,"-1"0"-1295"0"0,22-14 5342 0 0,-24 16-6099 0 0,0-1-1 0 0,1 1 0 0 0,-1 0 1 0 0,0 0-1 0 0,0 0 1 0 0,1 0-1 0 0,-1 0 0 0 0,0 0 1 0 0,0 0-1 0 0,1 0 1 0 0,-1 0-1 0 0,0 0 0 0 0,0 0 1 0 0,1 0-1 0 0,-1 0 1 0 0,0 0-1 0 0,0 0 0 0 0,1 0 1 0 0,-1 1-1 0 0,0-1 0 0 0,0 0 1 0 0,1 0-1 0 0,-1 0 1 0 0,0 0-1 0 0,0 0 0 0 0,1 1 1 0 0,-1-1-1 0 0,0 0 1 0 0,0 0-1 0 0,0 0 0 0 0,0 1 1 0 0,1-1-1 0 0,-1 18-13 0 0,-16 115 426 0 0,14-123-446 0 0,0 16 27 0 0,-1 33-1 0 0,4-52-34 0 0,-1-1 1 0 0,1 1-1 0 0,0-1 0 0 0,0 1 1 0 0,0-1-1 0 0,1 1 0 0 0,0-1 1 0 0,0 0-1 0 0,1 0 0 0 0,5 9 1 0 0,-7-13-8 0 0,1 0 0 0 0,-1 0 1 0 0,1 0-1 0 0,0 0 1 0 0,0 0-1 0 0,0-1 0 0 0,0 1 1 0 0,0-1-1 0 0,0 1 1 0 0,0-1-1 0 0,1 0 0 0 0,-1 0 1 0 0,1 0-1 0 0,-1 0 1 0 0,0 0-1 0 0,1 0 0 0 0,-1-1 1 0 0,1 1-1 0 0,0-1 1 0 0,-1 0-1 0 0,1 1 0 0 0,-1-1 1 0 0,1-1-1 0 0,0 1 1 0 0,-1 0-1 0 0,1-1 0 0 0,-1 1 1 0 0,1-1-1 0 0,-1 0 1 0 0,1 1-1 0 0,-1-1 0 0 0,1-1 1 0 0,3-1-1 0 0,3-2 10 0 0,0 0 0 0 0,0-1 1 0 0,-1 0-1 0 0,0 0 0 0 0,0-1 0 0 0,0 0 0 0 0,9-11 0 0 0,-6 2 173 0 0,0 0 1 0 0,-1 0-1 0 0,0-1 0 0 0,-2 0 0 0 0,12-30 0 0 0,22-94 2334 0 0,-38 126-2158 0 0,11-37 502 0 0,-15 49-753 0 0,0 7-78 0 0,-2 25-9 0 0,-1 0 0 0 0,-2 0 0 0 0,-8 29 1 0 0,1-6-16 0 0,-153 555 215 0 0,149-554-212 0 0,-209 552 334 0 0,152-457 130 0 0,59-125-133 0 0,0 0 0 0 0,-2-1 0 0 0,-36 40 1 0 0,47-58-286 0 0,1 1 0 0 0,-1-1 1 0 0,0-1-1 0 0,0 1 0 0 0,0-1 1 0 0,0 1-1 0 0,-1-1 0 0 0,1-1 1 0 0,-1 1-1 0 0,0-1 0 0 0,0 0 1 0 0,0-1-1 0 0,-8 2 0 0 0,10-2-42 0 0,0-1 0 0 0,0 0 1 0 0,0 0-1 0 0,0-1 0 0 0,0 1 0 0 0,0-1 0 0 0,0 0 0 0 0,0 0 0 0 0,0 0 0 0 0,0-1 0 0 0,0 1 0 0 0,0-1 1 0 0,1 0-1 0 0,-1 0 0 0 0,1 0 0 0 0,0-1 0 0 0,-1 1 0 0 0,1-1 0 0 0,0 0 0 0 0,0 0 0 0 0,-2-3 0 0 0,-4-5-5 0 0,0-1 0 0 0,1 0-1 0 0,0 0 1 0 0,1-1 0 0 0,1 1-1 0 0,0-2 1 0 0,0 1-1 0 0,1-1 1 0 0,-4-20 0 0 0,6 14 2 0 0,0 0 1 0 0,1 0-1 0 0,1-1 1 0 0,1 1-1 0 0,1 0 1 0 0,4-23-1 0 0,3 2-35 0 0,2 0-1 0 0,2 1 1 0 0,1 0-1 0 0,2 1 0 0 0,40-73 1 0 0,-15 44-148 0 0,3 2 0 0 0,3 1 0 0 0,3 3 0 0 0,2 2 0 0 0,92-83 1 0 0,-55 68-354 0 0,4 3 1 0 0,2 5 0 0 0,117-64-1 0 0,31 1-705 0 0,65-39-166 0 0,-293 162 1409 0 0,0-2 1 0 0,0 1-1 0 0,0-2 1 0 0,-1 0-1 0 0,-1 0 0 0 0,0-1 1 0 0,0-1-1 0 0,15-21 1 0 0,-25 31 14 0 0,-1-1 0 0 0,0 1 1 0 0,0-1-1 0 0,0 1 0 0 0,-1-1 0 0 0,1 0 0 0 0,-1 1 1 0 0,1-1-1 0 0,-1 0 0 0 0,0 1 0 0 0,0-1 0 0 0,-1-3 1 0 0,1 5-26 0 0,0-1 1 0 0,0 1 0 0 0,0-1 0 0 0,0 1-1 0 0,-1 0 1 0 0,1-1 0 0 0,-1 1 0 0 0,1 0 0 0 0,-1-1-1 0 0,1 1 1 0 0,-1 0 0 0 0,0 0 0 0 0,0-1 0 0 0,0 1-1 0 0,1 0 1 0 0,-1 0 0 0 0,0 0 0 0 0,0 0 0 0 0,0 0-1 0 0,-1 0 1 0 0,1 1 0 0 0,0-1 0 0 0,0 0-1 0 0,0 0 1 0 0,-1 1 0 0 0,1-1 0 0 0,-2 0 0 0 0,-8 0-1 0 0,0-1 0 0 0,-1 1 1 0 0,1 1-1 0 0,0 0 1 0 0,-1 1-1 0 0,1 0 0 0 0,0 1 1 0 0,0 0-1 0 0,0 1 0 0 0,0 0 1 0 0,0 0-1 0 0,0 1 0 0 0,1 1 1 0 0,0 0-1 0 0,-12 7 1 0 0,13-7-13 0 0,1 1 0 0 0,-1-1 1 0 0,1 1-1 0 0,0 1 0 0 0,1 0 1 0 0,-1 0-1 0 0,1 0 0 0 0,1 1 1 0 0,0 0-1 0 0,0 0 0 0 0,0 1 1 0 0,1-1-1 0 0,0 1 0 0 0,1 0 1 0 0,0 1-1 0 0,0-1 0 0 0,-3 16 1 0 0,6-16-4 0 0,0 1 1 0 0,1-1 0 0 0,1 0 0 0 0,-1 0 0 0 0,1 1-1 0 0,1-1 1 0 0,0 0 0 0 0,0 0 0 0 0,1 0 0 0 0,6 14-1 0 0,5 8 11 0 0,28 45-1 0 0,-22-44-2 0 0,-15-22 1 0 0,0-1 1 0 0,0 1-1 0 0,-1-1 0 0 0,0 1 1 0 0,-1 0-1 0 0,3 12 0 0 0,-5-18 8 0 0,-1 0-1 0 0,0 0 0 0 0,0 0 0 0 0,0 0 0 0 0,0 1 1 0 0,0-1-1 0 0,-1 0 0 0 0,0 0 0 0 0,0 0 0 0 0,0 0 1 0 0,0 0-1 0 0,-1 0 0 0 0,1 0 0 0 0,-1 0 0 0 0,0-1 1 0 0,0 1-1 0 0,-1-1 0 0 0,-3 5 0 0 0,-1 0 42 0 0,-1 0 0 0 0,0-1 0 0 0,0 0 0 0 0,0-1 0 0 0,-1 1 0 0 0,0-2 0 0 0,0 1 0 0 0,0-1 0 0 0,-1-1 0 0 0,-12 5 0 0 0,-5-1 4 0 0,-1 0-1 0 0,-38 5 0 0 0,64-12-241 0 0,-1-1-1 0 0,1 0 0 0 0,0 0 0 0 0,-1 0 1 0 0,1 0-1 0 0,-1 0 0 0 0,1 0 0 0 0,-1-1 0 0 0,1 1 1 0 0,0-1-1 0 0,-1 0 0 0 0,1 1 0 0 0,-3-3 1 0 0,5 3 109 0 0,-1 0 0 0 0,1-1 0 0 0,-1 1 0 0 0,1 0 1 0 0,0-1-1 0 0,-1 1 0 0 0,1 0 0 0 0,0-1 1 0 0,0 1-1 0 0,-1-1 0 0 0,1 1 0 0 0,0-1 1 0 0,0 1-1 0 0,0-1 0 0 0,-1 1 0 0 0,1-1 1 0 0,0 1-1 0 0,0-1 0 0 0,0 1 0 0 0,0-1 1 0 0,0 1-1 0 0,0-1 0 0 0,0 1 0 0 0,0-1 1 0 0,0 1-1 0 0,0-1 0 0 0,0 1 0 0 0,1-1 1 0 0,3-13-1369 0 0,-1 8 360 0 0,0 1 0 0 0,1-1-1 0 0,-1 1 1 0 0,6-6 0 0 0,12-14-3788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6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126 152 872 0 0,'25'-82'10258'0'0,"-4"12"-2754"0"0,-50 235-5527 0 0,-74 386-1697 0 0,98-523-420 0 0,-25 158 560 0 0,27-158-1157 0 0,2 1-1 0 0,1-1 1 0 0,1 0 0 0 0,7 45 0 0 0,-7-68 172 0 0,0 1 0 0 0,1 0 0 0 0,0-1-1 0 0,0 1 1 0 0,3 6 0 0 0,-4-10-83 0 0,1 0 1 0 0,-1 0-1 0 0,0 0 0 0 0,1 0 0 0 0,-1-1 0 0 0,1 1 1 0 0,0 0-1 0 0,3 2 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7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1098 407 2696 0 0,'2'-2'2312'0'0,"-2"1"-2049"0"0,1 0-1 0 0,-1 0 0 0 0,1 0 1 0 0,0 0-1 0 0,-1 0 0 0 0,1 0 0 0 0,0 0 1 0 0,0 0-1 0 0,0 0 0 0 0,0 0 1 0 0,0 0-1 0 0,0 0 0 0 0,0 1 1 0 0,0-1-1 0 0,0 0 0 0 0,0 1 0 0 0,0-1 1 0 0,0 1-1 0 0,1-1 0 0 0,-1 1 1 0 0,0 0-1 0 0,0-1 0 0 0,1 1 0 0 0,-1 0 1 0 0,0 0-1 0 0,0 0 0 0 0,1 0 1 0 0,-1 0-1 0 0,2 0 0 0 0,0 4-111 0 0,1 1 0 0 0,-1-1-1 0 0,0 1 1 0 0,5 9 0 0 0,-6-11-100 0 0,1 0-1 0 0,1 1 1 0 0,-1-1 0 0 0,0 0 0 0 0,1 0 0 0 0,-1-1 0 0 0,1 1 0 0 0,0-1 0 0 0,0 0 0 0 0,0 0 0 0 0,0 0 0 0 0,0 0 0 0 0,0-1 0 0 0,1 0 0 0 0,-1 0 0 0 0,0 0 0 0 0,1 0 0 0 0,4 0 0 0 0,-5-1 36 0 0,0-1-1 0 0,0 1 1 0 0,0-1 0 0 0,0 0 0 0 0,0 0 0 0 0,0 0 0 0 0,0-1 0 0 0,-1 1 0 0 0,1-1 0 0 0,0 0 0 0 0,-1 0-1 0 0,0 0 1 0 0,1-1 0 0 0,-1 1 0 0 0,0-1 0 0 0,0 1 0 0 0,3-5 0 0 0,-1-1 38 0 0,1-1 0 0 0,-1 0 0 0 0,0 0 0 0 0,-1-1 0 0 0,0 1-1 0 0,0-1 1 0 0,-1 0 0 0 0,0 0 0 0 0,1-15 0 0 0,-3 19-69 0 0,0 1-1 0 0,-1 0 1 0 0,0 0-1 0 0,0 0 1 0 0,-1-1-1 0 0,1 1 1 0 0,-1 0 0 0 0,0 0-1 0 0,0 0 1 0 0,-1 0-1 0 0,0 0 1 0 0,0 0-1 0 0,0 0 1 0 0,0 1-1 0 0,-1-1 1 0 0,1 1-1 0 0,-1-1 1 0 0,-1 1-1 0 0,1 0 1 0 0,-6-5-1 0 0,7 7-45 0 0,-1 0 0 0 0,1 1-1 0 0,0-1 1 0 0,-1 1 0 0 0,0 0-1 0 0,1 0 1 0 0,-1 0 0 0 0,0 0-1 0 0,1 0 1 0 0,-1 0 0 0 0,0 1-1 0 0,0-1 1 0 0,0 1 0 0 0,0 0-1 0 0,1 0 1 0 0,-1 0 0 0 0,0 0-1 0 0,0 1 1 0 0,0-1 0 0 0,-5 3-1 0 0,-1-1-3 0 0,1 1 0 0 0,0 1 0 0 0,0-1 0 0 0,0 1 0 0 0,0 1 0 0 0,-7 5-1 0 0,-14 12 8 0 0,1 2-1 0 0,1 1 0 0 0,2 1 0 0 0,0 2 0 0 0,2 0 0 0 0,1 1 0 0 0,1 2 0 0 0,2 0 1 0 0,-30 66-1 0 0,45-90 1 0 0,1 1-1 0 0,0 0 1 0 0,1 0 0 0 0,0 0 0 0 0,0 1 0 0 0,1-1 0 0 0,-1 0 0 0 0,1 16-1 0 0,2-20-37 0 0,-1 0-1 0 0,1 0 0 0 0,0-1 1 0 0,0 1-1 0 0,0 0 0 0 0,0-1 1 0 0,1 1-1 0 0,-1-1 0 0 0,1 0 0 0 0,0 1 1 0 0,0-1-1 0 0,0 0 0 0 0,0 0 1 0 0,1 0-1 0 0,-1 0 0 0 0,1-1 1 0 0,0 1-1 0 0,0-1 0 0 0,0 1 0 0 0,0-1 1 0 0,0 0-1 0 0,4 2 0 0 0,2 0-320 0 0,1 0 0 0 0,0-1 0 0 0,0 1 0 0 0,0-2 0 0 0,1 0-1 0 0,-1 0 1 0 0,1-1 0 0 0,-1 0 0 0 0,1 0 0 0 0,-1-1 0 0 0,16-3 0 0 0,-1 0-859 0 0,0-1 0 0 0,0-2 1 0 0,38-12-1 0 0,-16-1-1842 0 0,-1-3-998 0 0</inkml:trace>
  <inkml:trace contextRef="#ctx0" brushRef="#br0" timeOffset="1">1608 390 1204 0 0,'13'-27'5315'0'0,"-1"-2"0"0"0,16-58 1 0 0,-26 80-4562 0 0,0 8-297 0 0,1 15-159 0 0,-2 25-228 0 0,-11 52 110 0 0,-27 120-1 0 0,32-185-73 0 0,4-22-52 0 0,-4 15 298 0 0,3-20-218 0 0,2-12-125 0 0,0 3-10 0 0,1 0 0 0 0,0 0 0 0 0,1 0 0 0 0,-1 0 0 0 0,1 1 0 0 0,7-16 0 0 0,24-43-36 0 0,-18 40 14 0 0,-6 11 6 0 0,1 0-1 0 0,0 0 0 0 0,1 1 1 0 0,1 0-1 0 0,0 1 0 0 0,1 0 1 0 0,1 1-1 0 0,18-12 0 0 0,-30 22 11 0 0,1 0 1 0 0,0 0-1 0 0,1 1 0 0 0,-1-1 0 0 0,0 1 0 0 0,0 0 0 0 0,1 0 1 0 0,-1 0-1 0 0,1 0 0 0 0,-1 0 0 0 0,1 1 0 0 0,-1 0 1 0 0,1 0-1 0 0,-1 0 0 0 0,1 0 0 0 0,-1 0 0 0 0,1 1 1 0 0,-1-1-1 0 0,1 1 0 0 0,-1 0 0 0 0,0 0 0 0 0,5 2 1 0 0,-4-1 4 0 0,0 1 0 0 0,0-1 1 0 0,0 1-1 0 0,0-1 1 0 0,0 1-1 0 0,-1 1 0 0 0,1-1 1 0 0,-1 0-1 0 0,0 1 0 0 0,0 0 1 0 0,-1-1-1 0 0,1 1 1 0 0,-1 0-1 0 0,1 1 0 0 0,-1-1 1 0 0,2 8-1 0 0,-1-3 23 0 0,-1 1 0 0 0,0 0-1 0 0,-1 0 1 0 0,0 0 0 0 0,-1 0 0 0 0,0 0-1 0 0,-1 0 1 0 0,0 0 0 0 0,0 0 0 0 0,-1-1 0 0 0,0 1-1 0 0,-1 0 1 0 0,0-1 0 0 0,0 1 0 0 0,-1-1-1 0 0,0 0 1 0 0,-1 0 0 0 0,0 0 0 0 0,0-1-1 0 0,-12 14 1 0 0,16-21-17 0 0,1 0 0 0 0,-1-1 0 0 0,1 1 1 0 0,-1-1-1 0 0,0 1 0 0 0,1 0 0 0 0,-1-1 0 0 0,1 1 0 0 0,-1-1 0 0 0,0 0 0 0 0,0 1 0 0 0,1-1 0 0 0,-1 1 1 0 0,0-1-1 0 0,0 0 0 0 0,1 0 0 0 0,-1 1 0 0 0,0-1 0 0 0,0 0 0 0 0,0 0 0 0 0,1 0 0 0 0,-1 0 1 0 0,0 0-1 0 0,0 0 0 0 0,0 0 0 0 0,1 0 0 0 0,-1 0 0 0 0,0 0 0 0 0,0-1 0 0 0,0 1 0 0 0,1 0 0 0 0,-1 0 1 0 0,0-1-1 0 0,0 1 0 0 0,1-1 0 0 0,-2 0 0 0 0,0 0-11 0 0,2 1 6 0 0,0 0 1 0 0,0 0 0 0 0,-1 0-1 0 0,1 0 1 0 0,0 0 0 0 0,0 0-1 0 0,0 0 1 0 0,0 0-1 0 0,0 0 1 0 0,0-1 0 0 0,-1 1-1 0 0,1 0 1 0 0,0 0-1 0 0,0 0 1 0 0,0 0 0 0 0,0 0-1 0 0,0 0 1 0 0,0-1 0 0 0,0 1-1 0 0,0 0 1 0 0,-1 0-1 0 0,1 0 1 0 0,0 0 0 0 0,0 0-1 0 0,0-1 1 0 0,0 1 0 0 0,0 0-1 0 0,0 0 1 0 0,0 0-1 0 0,0 0 1 0 0,0-1 0 0 0,0 1-1 0 0,0 0 1 0 0,0 0-1 0 0,0 0 1 0 0,0 0 0 0 0,0 0-1 0 0,0-1 1 0 0,0 1 0 0 0,0 0-1 0 0,1 0 1 0 0,1-13-19 0 0,0 0 0 0 0,1 0 1 0 0,1 1-1 0 0,0-1 0 0 0,1 1 1 0 0,0 0-1 0 0,1 1 0 0 0,9-15 0 0 0,66-87-97 0 0,-71 101 115 0 0,3-5-22 0 0,1 1-1 0 0,1 0 1 0 0,0 1-1 0 0,1 0 0 0 0,0 2 1 0 0,1 0-1 0 0,1 0 1 0 0,0 2-1 0 0,21-10 0 0 0,-34 20 12 0 0,13 1-1 0 0,-17 1 17 0 0,1-1-1 0 0,0 1 1 0 0,-1 0-1 0 0,1 0 1 0 0,0-1 0 0 0,-1 1-1 0 0,1 0 1 0 0,-1 0-1 0 0,0 1 1 0 0,1-1-1 0 0,-1 0 1 0 0,0 0 0 0 0,1 1-1 0 0,-1-1 1 0 0,0 1-1 0 0,0-1 1 0 0,0 1-1 0 0,0-1 1 0 0,-1 1 0 0 0,1-1-1 0 0,0 1 1 0 0,-1 0-1 0 0,1 0 1 0 0,-1-1 0 0 0,1 1-1 0 0,-1 0 1 0 0,0 0-1 0 0,0 0 1 0 0,0 3-1 0 0,0 6 67 0 0,-1 0 0 0 0,0 0-1 0 0,-4 18 1 0 0,3-21-13 0 0,-6 28 178 0 0,-3-1 0 0 0,-19 46 0 0 0,-1 1-28 0 0,14-36-117 0 0,9-27-40 0 0,1 1-1 0 0,-5 21 1 0 0,12-40-48 0 0,0 0 1 0 0,0-1 0 0 0,0 1 0 0 0,-1 0 0 0 0,1 0 0 0 0,0 0-1 0 0,0-1 1 0 0,0 1 0 0 0,0 0 0 0 0,1 0 0 0 0,-1 0 0 0 0,0 0 0 0 0,0-1-1 0 0,0 1 1 0 0,1 0 0 0 0,-1 0 0 0 0,0-1 0 0 0,1 1 0 0 0,-1 0-1 0 0,0 0 1 0 0,1-1 0 0 0,-1 1 0 0 0,1 0 0 0 0,0-1 0 0 0,-1 1-1 0 0,1-1 1 0 0,-1 1 0 0 0,1-1 0 0 0,1 1 0 0 0,0 0-37 0 0,0 0-1 0 0,0 0 1 0 0,0 0 0 0 0,0-1 0 0 0,1 1 0 0 0,-1-1 0 0 0,0 0 0 0 0,1 0-1 0 0,-1 0 1 0 0,4 0 0 0 0,4-1-347 0 0,0-1-1 0 0,-1 0 1 0 0,1 0-1 0 0,9-4 1 0 0,-9 2-348 0 0,0-1 0 0 0,0 0 1 0 0,-1-1-1 0 0,14-9 0 0 0,12-16-5043 0 0,-10 5-1155 0 0</inkml:trace>
  <inkml:trace contextRef="#ctx0" brushRef="#br0" timeOffset="2">446 46 1648 0 0,'-408'24'13096'0'0,"397"-23"-12837"0"0,-14 0 801 0 0,24-2-647 0 0,16-2-333 0 0,339-39-2030 0 0,4 23-5202 0 0,-357 19 7119 0 0,127-6-4984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8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365 401 968 0 0,'-16'19'18533'0'0,"-1"0"-18276"0"0,2 1-1 0 0,-18 28 1 0 0,7-10-155 0 0,8-13-67 0 0,0 0 1 0 0,2 1-1 0 0,1 0 1 0 0,1 1 0 0 0,2 1-1 0 0,-11 32 1 0 0,22-57-26 0 0,1-1-1 0 0,-1 0 1 0 0,1 1 0 0 0,-1-1 0 0 0,1 0-1 0 0,0 1 1 0 0,0-1 0 0 0,0 1 0 0 0,0-1-1 0 0,0 0 1 0 0,0 1 0 0 0,1-1 0 0 0,-1 0-1 0 0,1 1 1 0 0,0-1 0 0 0,0 0 0 0 0,0 1-1 0 0,0-1 1 0 0,0 0 0 0 0,0 0 0 0 0,0 0-1 0 0,1 0 1 0 0,-1 0 0 0 0,1 0 0 0 0,0-1-1 0 0,-1 1 1 0 0,1 0 0 0 0,0-1 0 0 0,0 1-1 0 0,0-1 1 0 0,0 0 0 0 0,0 0 0 0 0,3 2-1 0 0,1-1 11 0 0,-1 0-1 0 0,0-1 1 0 0,1 1-1 0 0,-1-1 0 0 0,1 0 1 0 0,-1-1-1 0 0,1 0 1 0 0,-1 1-1 0 0,1-2 1 0 0,0 1-1 0 0,-1-1 0 0 0,1 0 1 0 0,7-2-1 0 0,-1-1-4 0 0,-1 0 0 0 0,0-1-1 0 0,0 0 1 0 0,-1-1 0 0 0,0-1-1 0 0,0 1 1 0 0,0-1 0 0 0,-1-1-1 0 0,0 0 1 0 0,0 0 0 0 0,-1-1-1 0 0,0 0 1 0 0,-1 0 0 0 0,0-1-1 0 0,0 0 1 0 0,-1 0 0 0 0,5-12 0 0 0,-5 8-4 0 0,0 0 0 0 0,-1-1 0 0 0,0 0 1 0 0,-1 1-1 0 0,-1-2 0 0 0,0 1 0 0 0,-1 0 1 0 0,-1 0-1 0 0,0-1 0 0 0,-1 1 0 0 0,-1-1 1 0 0,-5-28-1 0 0,5 38-13 0 0,0 0-1 0 0,-1 0 1 0 0,0 0-1 0 0,0-1 1 0 0,-1 2-1 0 0,1-1 1 0 0,-1 0-1 0 0,-1 0 1 0 0,1 1-1 0 0,-1 0 1 0 0,0 0 0 0 0,0 0-1 0 0,0 0 1 0 0,-1 0-1 0 0,0 1 1 0 0,0 0-1 0 0,0 0 1 0 0,0 0-1 0 0,0 1 1 0 0,-1 0 0 0 0,0 0-1 0 0,0 0 1 0 0,0 1-1 0 0,0 0 1 0 0,0 0-1 0 0,0 0 1 0 0,0 1-1 0 0,-1-1 1 0 0,1 2-1 0 0,0-1 1 0 0,-1 1 0 0 0,1 0-1 0 0,-13 2 1 0 0,3 0-8 0 0,0 1 0 0 0,1 1 0 0 0,-1 1 0 0 0,1 0 0 0 0,0 1 0 0 0,0 0 0 0 0,1 2 0 0 0,0-1 0 0 0,-16 13 0 0 0,23-15 5 0 0,0 0 0 0 0,1 0 0 0 0,0 0 0 0 0,0 1 0 0 0,0 0 0 0 0,1 0 0 0 0,0 1 0 0 0,0-1-1 0 0,0 1 1 0 0,1 1 0 0 0,0-1 0 0 0,1 0 0 0 0,-1 1 0 0 0,1 0 0 0 0,1-1 0 0 0,-1 1 0 0 0,2 0 0 0 0,-1 1-1 0 0,0 13 1 0 0,2-16 6 0 0,0 0-1 0 0,0 0 0 0 0,1-1 0 0 0,0 1 0 0 0,1 0 1 0 0,-1-1-1 0 0,1 1 0 0 0,0-1 0 0 0,0 0 1 0 0,1 1-1 0 0,-1-1 0 0 0,1 0 0 0 0,6 7 1 0 0,-4-6 3 0 0,2 1 0 0 0,-1-1 0 0 0,1 0 0 0 0,0 0 0 0 0,0-1 0 0 0,0 0 0 0 0,16 8 1 0 0,2-2-11 0 0,1-1 0 0 0,0-1 1 0 0,0-2-1 0 0,44 7 0 0 0,-21-7-80 0 0,0-3 0 0 0,0-2 0 0 0,0-3 0 0 0,0-1-1 0 0,0-2 1 0 0,-1-3 0 0 0,72-19 0 0 0,-87 18 16 0 0,-1-2 1 0 0,0-2 0 0 0,-1 0-1 0 0,0-3 1 0 0,-1 0-1 0 0,0-2 1 0 0,-2-1 0 0 0,50-41-1 0 0,-58 41 66 0 0,-1-1 0 0 0,0-1 0 0 0,-2 0-1 0 0,0-2 1 0 0,-2 0 0 0 0,0 0 0 0 0,-2-2-1 0 0,0 0 1 0 0,-2 0 0 0 0,0-1 0 0 0,11-42-1 0 0,-15 41 187 0 0,-2 0 0 0 0,-1-1 0 0 0,-1 1 0 0 0,-1 0-1 0 0,-1-1 1 0 0,-1 0 0 0 0,-5-27 0 0 0,5 53-182 0 0,0 1 1 0 0,0 0 0 0 0,0-1-1 0 0,0 1 1 0 0,0-1 0 0 0,0 1-1 0 0,0 0 1 0 0,0-1 0 0 0,-1 1-1 0 0,1 0 1 0 0,0-1 0 0 0,0 1 0 0 0,0 0-1 0 0,0-1 1 0 0,-1 1 0 0 0,1 0-1 0 0,0-1 1 0 0,-1 1 0 0 0,1 0-1 0 0,0 0 1 0 0,0-1 0 0 0,-1 1-1 0 0,1 0 1 0 0,0 0 0 0 0,-1 0-1 0 0,1 0 1 0 0,0-1 0 0 0,-1 1 0 0 0,1 0-1 0 0,-1 0 1 0 0,1 0 0 0 0,0 0-1 0 0,-1 0 1 0 0,1 0 0 0 0,0 0-1 0 0,-1 0 1 0 0,1 0 0 0 0,-1 0-1 0 0,1 0 1 0 0,0 0 0 0 0,-1 0-1 0 0,1 0 1 0 0,0 0 0 0 0,-1 0-1 0 0,1 1 1 0 0,-1-1 0 0 0,-13 8 7 0 0,14-8-8 0 0,-8 8 8 0 0,0 1-1 0 0,0 0 1 0 0,1 1-1 0 0,0-1 1 0 0,1 1-1 0 0,0 1 1 0 0,-6 14-1 0 0,4-9-3 0 0,-167 371 88 0 0,32 16 556 0 0,-7 206 1096 0 0,61-210-316 0 0,84-380-1059 0 0,-1-1 0 0 0,0 0 0 0 0,-1 0 0 0 0,-1 0 0 0 0,0-1 0 0 0,-12 16 0 0 0,14-24-213 0 0,0-1 1 0 0,-1 0-1 0 0,0-1 1 0 0,0 1-1 0 0,-1-1 1 0 0,0 0-1 0 0,0-1 1 0 0,-1 0 0 0 0,0-1-1 0 0,0 1 1 0 0,0-2-1 0 0,-17 7 1 0 0,5-4 46 0 0,0-1 0 0 0,-1-2 0 0 0,1 0 0 0 0,-1-1 0 0 0,0-1 0 0 0,-32-1 0 0 0,22-3 113 0 0,1-1-1 0 0,0-2 1 0 0,-58-16 0 0 0,82 19-316 0 0,0-1 0 0 0,0 1 0 0 0,0-1 0 0 0,0-1 0 0 0,0 1 0 0 0,1-1 0 0 0,0 0 0 0 0,0-1 0 0 0,-7-5 0 0 0,10 7 0 0 0,1 0 0 0 0,-1 0 0 0 0,1 0 0 0 0,0 0 0 0 0,0-1 0 0 0,0 1 0 0 0,0 0 0 0 0,0-1 0 0 0,1 1 0 0 0,0-1 0 0 0,-1 0 0 0 0,1 1 0 0 0,1-1 0 0 0,-1 0 0 0 0,0 0 0 0 0,1 0 0 0 0,0 0 0 0 0,0 1 0 0 0,1-6 0 0 0,1-6 0 0 0,1 1 0 0 0,1-1 0 0 0,0 1 0 0 0,1-1 0 0 0,0 1 0 0 0,2 1 0 0 0,-1-1 0 0 0,12-16 0 0 0,6-4 0 0 0,46-54 0 0 0,-20 36-462 0 0,1 2 0 0 0,3 3 0 0 0,1 1 0 0 0,92-55 0 0 0,-21 27-1194 0 0,160-70-1 0 0,159-37-8519 0 0,-340 141 4640 0 0,-5 0-3492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09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366 239 1116 0 0,'-5'-9'8357'0'0,"5"12"-8138"0"0,-1 0 0 0 0,1 0 0 0 0,0 0 1 0 0,0 1-1 0 0,0-1 0 0 0,0 0 0 0 0,0 0 0 0 0,1 0 0 0 0,-1 0 0 0 0,1 0 1 0 0,1 3-1 0 0,12 32 766 0 0,-13-36-925 0 0,0 0 0 0 0,1 0-1 0 0,-1 0 1 0 0,0-1 0 0 0,1 1 0 0 0,-1 0 0 0 0,1-1 0 0 0,-1 1 0 0 0,1-1 0 0 0,0 1-1 0 0,0-1 1 0 0,0 0 0 0 0,0 1 0 0 0,0-1 0 0 0,0 0 0 0 0,0 0 0 0 0,0-1 0 0 0,0 1-1 0 0,0 0 1 0 0,1-1 0 0 0,2 1 0 0 0,-1 0 9 0 0,1-1 0 0 0,-1 0 1 0 0,0-1-1 0 0,1 1 0 0 0,-1-1 0 0 0,0 1 0 0 0,0-1 0 0 0,0-1 1 0 0,8-2-1 0 0,1-2 4 0 0,0-1 0 0 0,-1 0 0 0 0,0-1 1 0 0,0 0-1 0 0,0-1 0 0 0,-1 0 0 0 0,0-1 1 0 0,-1 0-1 0 0,0 0 0 0 0,11-17 0 0 0,-16 21-3 0 0,-1 0 0 0 0,-1 0-1 0 0,1-1 1 0 0,-1 1-1 0 0,0-1 1 0 0,0 1 0 0 0,-1-1-1 0 0,0 0 1 0 0,0 0-1 0 0,0 0 1 0 0,-1 0-1 0 0,0-1 1 0 0,-1 1 0 0 0,0 0-1 0 0,0 0 1 0 0,0 0-1 0 0,-1-1 1 0 0,0 1 0 0 0,0 0-1 0 0,-1 0 1 0 0,0 0-1 0 0,-4-10 1 0 0,4 14-52 0 0,1-1-1 0 0,-1 1 1 0 0,0 0 0 0 0,0 0 0 0 0,0 1 0 0 0,-1-1-1 0 0,1 0 1 0 0,-1 1 0 0 0,1-1 0 0 0,-1 1-1 0 0,0 0 1 0 0,0 0 0 0 0,0 0 0 0 0,0 0 0 0 0,0 1-1 0 0,-1-1 1 0 0,1 1 0 0 0,0 0 0 0 0,-1 0-1 0 0,-6-2 1 0 0,3 2-14 0 0,1 1 0 0 0,-1 0 0 0 0,0 0 0 0 0,0 0 0 0 0,0 1 0 0 0,0-1 0 0 0,0 2 0 0 0,0-1 0 0 0,1 1 0 0 0,-8 3 0 0 0,-7 4-7 0 0,0 1 0 0 0,1 1 0 0 0,0 1 0 0 0,0 0 0 0 0,2 2 0 0 0,-1 0 0 0 0,-20 22 0 0 0,-3 8-18 0 0,-58 76 0 0 0,13 4 25 0 0,72-100 2 0 0,1 2 0 0 0,1 0 0 0 0,-12 33 0 0 0,23-53-4 0 0,0 1 0 0 0,0 0 0 0 0,1 0 0 0 0,0 0 0 0 0,0 0 0 0 0,1 0 0 0 0,-1 0 0 0 0,3 14 0 0 0,-2-18-2 0 0,1 1 1 0 0,0-1 0 0 0,-1 0 0 0 0,1 0 0 0 0,0 0-1 0 0,1 0 1 0 0,-1 0 0 0 0,1 0 0 0 0,-1 0-1 0 0,1-1 1 0 0,0 1 0 0 0,0-1 0 0 0,0 1 0 0 0,0-1-1 0 0,0 1 1 0 0,1-1 0 0 0,-1 0 0 0 0,1 0 0 0 0,-1 0-1 0 0,1-1 1 0 0,4 3 0 0 0,5 1-122 0 0,-1-2 1 0 0,1 1-1 0 0,0-2 0 0 0,0 0 1 0 0,0 0-1 0 0,0-1 0 0 0,0 0 1 0 0,0-1-1 0 0,21-3 0 0 0,12-3-1051 0 0,55-16 1 0 0,-78 17 793 0 0,44-13-1660 0 0,0-2 1 0 0,-1-4 0 0 0,67-33 0 0 0,-71 25-1399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0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407 119 1800 0 0,'1'-7'754'0'0,"1"0"0"0"0,-1 1 1 0 0,0-1-1 0 0,-1 0 0 0 0,1 0 0 0 0,-1 0 0 0 0,-1 0 0 0 0,1 0 1 0 0,-1 1-1 0 0,0-1 0 0 0,-1 0 0 0 0,0 0 0 0 0,-2-6 0 0 0,3 12-671 0 0,0 0 0 0 0,0 0 0 0 0,0 0-1 0 0,0 0 1 0 0,0 0 0 0 0,0 0-1 0 0,0 0 1 0 0,0 0 0 0 0,0 1-1 0 0,0-1 1 0 0,0 0 0 0 0,0 1-1 0 0,-1-1 1 0 0,1 1 0 0 0,0-1-1 0 0,0 1 1 0 0,-1 0 0 0 0,-1-1 0 0 0,-15-1 294 0 0,17 2-348 0 0,-1 0 0 0 0,1 0 1 0 0,-1-1-1 0 0,1 1 0 0 0,-1 1 0 0 0,1-1 0 0 0,-1 0 0 0 0,1 0 0 0 0,-1 0 0 0 0,1 1 0 0 0,-1-1 0 0 0,1 1 0 0 0,-1-1 0 0 0,1 1 0 0 0,-1 0 0 0 0,-1 1 0 0 0,-2 0 58 0 0,-5 3 72 0 0,0 0 0 0 0,1 0 0 0 0,-1 1 0 0 0,1 0 0 0 0,0 1 0 0 0,-12 11 0 0 0,-41 49 639 0 0,60-65-780 0 0,-32 39 401 0 0,-49 74 0 0 0,73-97-379 0 0,-1 0 0 0 0,2 1 0 0 0,1 0 0 0 0,0 0 0 0 0,1 1 0 0 0,1-1 1 0 0,-4 30-1 0 0,9-46-48 0 0,1 1 0 0 0,0 0 0 0 0,1-1 0 0 0,-1 1 0 0 0,0-1 0 0 0,1 1 0 0 0,0-1 0 0 0,2 7 0 0 0,-2-8-9 0 0,-1-1 1 0 0,1 1-1 0 0,0 0 1 0 0,0-1-1 0 0,0 1 1 0 0,0-1-1 0 0,0 1 1 0 0,0-1-1 0 0,0 0 0 0 0,0 1 1 0 0,1-1-1 0 0,-1 0 1 0 0,0 0-1 0 0,1 0 1 0 0,-1 0-1 0 0,1 0 1 0 0,-1 0-1 0 0,1 0 1 0 0,-1-1-1 0 0,1 1 1 0 0,0 0-1 0 0,2 0 1 0 0,7-1-58 0 0,1 1 0 0 0,0-2 1 0 0,-1 0-1 0 0,1 0 1 0 0,-1-1-1 0 0,0 0 1 0 0,1-1-1 0 0,-1 0 0 0 0,0-1 1 0 0,-1 0-1 0 0,1-1 1 0 0,-1 0-1 0 0,0 0 1 0 0,0-1-1 0 0,14-11 0 0 0,-5 2 19 0 0,-1 0-1 0 0,0-1 0 0 0,-1-1 0 0 0,0-1 1 0 0,-2 0-1 0 0,22-34 0 0 0,-22 27 475 0 0,-1-1-1 0 0,-2 0 0 0 0,-1-1 1 0 0,8-29-1 0 0,-13 37 201 0 0,-7 26-244 0 0,-10 32-58 0 0,-8 34 243 0 0,-111 426 1555 0 0,114-431-2023 0 0,-34 162 414 0 0,40-173-951 0 0,3 1 0 0 0,1 59 0 0 0,5-109 50 0 0,2-1 0 0 0,-1 0 0 0 0,1 0 0 0 0,0 0 1 0 0,4 14-1 0 0,-4-18-179 0 0,0 0-1 0 0,1-1 1 0 0,-1 1 0 0 0,1 0 0 0 0,-1-1 0 0 0,1 1 0 0 0,0-1 0 0 0,0 0 0 0 0,4 4 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2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96 764 2900 0 0,'5'-35'5163'0'0,"-2"-1"0"0"0,0-41 0 0 0,-3 74-4526 0 0,-2 5-592 0 0,1 0 0 0 0,0-1 0 0 0,0 1 0 0 0,0 0-1 0 0,0-1 1 0 0,0 1 0 0 0,1 0 0 0 0,-1 0-1 0 0,1 0 1 0 0,-2 3 0 0 0,1-1 52 0 0,-10 28 190 0 0,-12 34 4 0 0,3 2 0 0 0,-17 102 0 0 0,35-159-307 0 0,1 0 0 0 0,1 0 0 0 0,0 0 0 0 0,0 0 0 0 0,1 0 0 0 0,0 0 0 0 0,1 0 0 0 0,4 13 0 0 0,-5-21-31 0 0,0 0 1 0 0,0 0 0 0 0,0-1-1 0 0,1 1 1 0 0,-1 0-1 0 0,1 0 1 0 0,0-1 0 0 0,0 1-1 0 0,0-1 1 0 0,0 0 0 0 0,0 1-1 0 0,1-1 1 0 0,-1 0-1 0 0,1 0 1 0 0,-1-1 0 0 0,1 1-1 0 0,0 0 1 0 0,0-1-1 0 0,0 0 1 0 0,-1 1 0 0 0,1-1-1 0 0,0 0 1 0 0,1-1 0 0 0,-1 1-1 0 0,0-1 1 0 0,0 1-1 0 0,0-1 1 0 0,0 0 0 0 0,0 0-1 0 0,1 0 1 0 0,-1 0-1 0 0,4-1 1 0 0,5-2-160 0 0,0 1 0 0 0,0-2 0 0 0,0 0 0 0 0,-1 0 0 0 0,1-1 0 0 0,-1 0 0 0 0,0-1 0 0 0,-1 0 0 0 0,1-1-1 0 0,-1 0 1 0 0,17-16 0 0 0,-5 1-10 0 0,0-1 0 0 0,-1-1 0 0 0,25-38 0 0 0,-19 18 512 0 0,-2-2 0 0 0,-2-1 0 0 0,20-58 0 0 0,-28 66 1214 0 0,-14 37-1376 0 0,-2 4-3 0 0,-49 150 950 0 0,-6 17-642 0 0,47-135-765 0 0,1 1-1 0 0,-6 69 1 0 0,14-103 311 0 0,0 5-290 0 0,0 0-1 0 0,0 0 1 0 0,0 1-1 0 0,1-1 1 0 0,1 8 0 0 0,-1-12 122 0 0,-1-1 0 0 0,1 1 0 0 0,-1 0 1 0 0,1-1-1 0 0,0 1 0 0 0,-1-1 0 0 0,1 1 1 0 0,0-1-1 0 0,0 1 0 0 0,0-1 0 0 0,0 0 1 0 0,1 0-1 0 0,-1 1 0 0 0,0-1 0 0 0,0 0 1 0 0,1 0-1 0 0,-1 0 0 0 0,1 0 0 0 0,-1-1 1 0 0,1 1-1 0 0,-1 0 0 0 0,1 0 0 0 0,0-1 1 0 0,-1 1-1 0 0,1-1 0 0 0,2 1 0 0 0,5-1-389 0 0,-1-1-1 0 0,0 1 0 0 0,0-1 0 0 0,1-1 0 0 0,-1 0 0 0 0,0 0 0 0 0,0 0 0 0 0,-1-1 0 0 0,1 0 0 0 0,-1-1 0 0 0,10-5 0 0 0,15-10-2630 0 0</inkml:trace>
  <inkml:trace contextRef="#ctx0" brushRef="#br0" timeOffset="1">989 730 1248 0 0,'1'-2'359'0'0,"8"-16"2723"0"0,12-28 1 0 0,-19 41-2474 0 0,0 0 1 0 0,-1 0-1 0 0,1 0 1 0 0,-1-1-1 0 0,-1 1 1 0 0,1 0-1 0 0,-1-1 1 0 0,0 1-1 0 0,0-1 1 0 0,-1-7-1 0 0,1 12-526 0 0,-1-1 1 0 0,1 1-1 0 0,0-1 1 0 0,0 1-1 0 0,-1-1 1 0 0,1 1-1 0 0,-1-1 1 0 0,1 1-1 0 0,-1 0 1 0 0,0-1-1 0 0,0 1 1 0 0,1 0-1 0 0,-1 0 1 0 0,0 0-1 0 0,0-1 1 0 0,0 1-1 0 0,0 0 1 0 0,0 0-1 0 0,-1 0 1 0 0,1 1-1 0 0,0-1 1 0 0,0 0-1 0 0,-1 0 1 0 0,1 1-1 0 0,0-1 1 0 0,-1 0-1 0 0,1 1 1 0 0,-1 0-1 0 0,1-1 1 0 0,-1 1-1 0 0,1 0 1 0 0,0-1-1 0 0,-1 1 1 0 0,1 0-1 0 0,-1 0 1 0 0,1 1-1 0 0,-1-1 1 0 0,1 0-1 0 0,-1 0 1 0 0,1 1-1 0 0,-1-1 1 0 0,1 0-1 0 0,-1 1 1 0 0,1 0-1 0 0,-3 1 1 0 0,-5 2 21 0 0,0 0 1 0 0,1 1 0 0 0,-1 1-1 0 0,1 0 1 0 0,-11 8-1 0 0,-11 15 18 0 0,1 1 0 0 0,1 2-1 0 0,2 0 1 0 0,1 2-1 0 0,1 1 1 0 0,-26 52-1 0 0,46-81-126 0 0,1 1-1 0 0,0 0 0 0 0,0-1 0 0 0,1 1 0 0 0,-1 0 0 0 0,1 0 0 0 0,1 0 0 0 0,-1 1 0 0 0,1-1 0 0 0,0 13 0 0 0,2-19-9 0 0,-1 0-1 0 0,0 0 1 0 0,0 0-1 0 0,1 0 1 0 0,-1 0-1 0 0,1 0 1 0 0,-1 0-1 0 0,1 1 1 0 0,-1-1-1 0 0,1-1 1 0 0,-1 1-1 0 0,1 0 1 0 0,0 0-1 0 0,0 0 1 0 0,-1 0-1 0 0,1 0 1 0 0,0-1-1 0 0,0 1 1 0 0,0 0-1 0 0,0-1 1 0 0,0 1-1 0 0,0-1 1 0 0,0 1-1 0 0,0-1 1 0 0,0 1-1 0 0,0-1 1 0 0,0 0-1 0 0,1 1 0 0 0,-1-1 1 0 0,0 0-1 0 0,0 0 1 0 0,0 0-1 0 0,0 0 1 0 0,0 0-1 0 0,1 0 1 0 0,-1 0-1 0 0,0 0 1 0 0,0-1-1 0 0,2 1 1 0 0,11-4-143 0 0,0-1 0 0 0,-1 0 0 0 0,1 0 0 0 0,-1-1 1 0 0,0-1-1 0 0,-1 0 0 0 0,1-1 0 0 0,-1 0 0 0 0,-1-1 0 0 0,0 0 0 0 0,0-1 1 0 0,13-16-1 0 0,6-10 225 0 0,-2-2 0 0 0,37-64 1 0 0,-38 62 1123 0 0,-26 39-1032 0 0,0 3-99 0 0,1 3-24 0 0,-1 0 0 0 0,0 0 0 0 0,-1 0-1 0 0,1-1 1 0 0,-1 1 0 0 0,0 0 0 0 0,0 0 0 0 0,-1 7 0 0 0,-8 44 305 0 0,8-49-312 0 0,-8 39 105 0 0,-1 4-139 0 0,1 1 1 0 0,3 0-1 0 0,0 74 0 0 0,6-121-166 0 0,1 0 0 0 0,-1 1-1 0 0,1-1 1 0 0,0 0 0 0 0,0 0-1 0 0,0 1 1 0 0,0-1 0 0 0,1 0 0 0 0,0 0-1 0 0,0-1 1 0 0,0 1 0 0 0,0 0-1 0 0,0-1 1 0 0,1 1 0 0 0,3 3-1 0 0,-3-5-81 0 0,-1 1 0 0 0,1-2 0 0 0,0 1-1 0 0,0 0 1 0 0,0 0 0 0 0,0-1-1 0 0,0 0 1 0 0,0 1 0 0 0,0-1 0 0 0,0-1-1 0 0,0 1 1 0 0,0 0 0 0 0,1-1-1 0 0,-1 1 1 0 0,0-1 0 0 0,1 0 0 0 0,-1 0-1 0 0,0 0 1 0 0,0-1 0 0 0,7-1-1 0 0,52-17-4931 0 0,-28 5 1218 0 0</inkml:trace>
  <inkml:trace contextRef="#ctx0" brushRef="#br0" timeOffset="2">1767 280 2104 0 0,'7'-41'2473'0'0,"4"-21"4975"0"0,6-112 0 0 0,-17 171-6928 0 0,-28 139 1100 0 0,11-60-1216 0 0,-40 174 284 0 0,18-89-675 0 0,-22 210-1 0 0,59-350-689 0 0,1 1 1 0 0,2 23-1 0 0,0-38 153 0 0,0 0-1 0 0,0 0 1 0 0,0-1-1 0 0,1 1 1 0 0,0 0-1 0 0,0-1 1 0 0,0 1-1 0 0,1-1 1 0 0,0 0-1 0 0,6 9 1 0 0,-7-13-29 0 0,0 0 0 0 0,0 0 1 0 0,0 0-1 0 0,0 0 1 0 0,0-1-1 0 0,0 1 0 0 0,1-1 1 0 0,-1 1-1 0 0,1-1 0 0 0,-1 0 1 0 0,1 0-1 0 0,-1 0 1 0 0,6 1-1 0 0,-8-2 531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3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14 652 224 0 0,'6'-21'2730'0'0,"-1"7"157"0"0,0-1-1 0 0,-2 0 1 0 0,0 0-1 0 0,0 0 1 0 0,0-17-1 0 0,-7 69 2996 0 0,-3 15-3648 0 0,-11 94-1342 0 0,12-71-717 0 0,0 33-710 0 0,6-95-294 0 0,1-1-1 0 0,0 1 1 0 0,1 0-1 0 0,0 0 1 0 0,1-1-1 0 0,5 14 1 0 0,-7-24 458 0 0,0 0 1 0 0,-1 0 0 0 0,1 0-1 0 0,0 0 1 0 0,0 0 0 0 0,0 0-1 0 0,0 0 1 0 0,0-1-1 0 0,1 1 1 0 0,-1 0 0 0 0,1-1-1 0 0,-1 1 1 0 0,1-1 0 0 0,-1 0-1 0 0,1 0 1 0 0,0 1 0 0 0,-1-1-1 0 0,1 0 1 0 0,0 0-1 0 0,0 0 1 0 0,0-1 0 0 0,0 1-1 0 0,0 0 1 0 0,0-1 0 0 0,0 1-1 0 0,0-1 1 0 0,0 0-1 0 0,0 0 1 0 0,0 0 0 0 0,0 0-1 0 0,1 0 1 0 0,-1 0 0 0 0,0 0-1 0 0,0-1 1 0 0,0 1 0 0 0,0-1-1 0 0,3-1 1 0 0,13-6-6267 0 0</inkml:trace>
  <inkml:trace contextRef="#ctx0" brushRef="#br0" timeOffset="1">448 573 2228 0 0,'8'-34'4483'0'0,"-4"16"-668"0"0,-1 0 0 0 0,0 0 0 0 0,1-26 0 0 0,7 89-1480 0 0,14 159 313 0 0,-18-142-2383 0 0,-4-37-150 0 0,7 38 0 0 0,-8-56-102 0 0,-1 0-1 0 0,2-1 1 0 0,-1 0 0 0 0,1 1-1 0 0,0-1 1 0 0,0 0 0 0 0,0 0-1 0 0,1 0 1 0 0,0-1 0 0 0,7 8 0 0 0,-8-10-12 0 0,0 0 1 0 0,0 0 0 0 0,0-1 0 0 0,1 1 0 0 0,-1-1 0 0 0,1 0 0 0 0,0 0 0 0 0,0 0 0 0 0,0 0 0 0 0,0 0 0 0 0,0-1 0 0 0,0 0 0 0 0,0 0 0 0 0,0 0 0 0 0,0-1 0 0 0,7 1 0 0 0,-5-1-1 0 0,-1-1 0 0 0,1 1 0 0 0,-1-1 1 0 0,1-1-1 0 0,-1 1 0 0 0,1-1 0 0 0,-1 0 0 0 0,0 0 0 0 0,0-1 1 0 0,0 1-1 0 0,7-6 0 0 0,-4 3 0 0 0,-1-1 1 0 0,1-1-1 0 0,-1 0 1 0 0,0 0-1 0 0,-1 0 1 0 0,1-1-1 0 0,-1 1 1 0 0,-1-2-1 0 0,0 1 1 0 0,0 0-1 0 0,0-1 0 0 0,-1 0 1 0 0,-1 0-1 0 0,4-11 1 0 0,-5 10-20 0 0,0 0-1 0 0,-1 0 1 0 0,0 0 0 0 0,-1 0-1 0 0,0 0 1 0 0,0 0-1 0 0,-1 0 1 0 0,-1 0 0 0 0,1 0-1 0 0,-1 0 1 0 0,-1 0 0 0 0,0 1-1 0 0,-1-1 1 0 0,1 1 0 0 0,-2 0-1 0 0,1 0 1 0 0,-10-12 0 0 0,4 7-4 0 0,-1 1 1 0 0,0 0 0 0 0,-1 1 0 0 0,-1 1-1 0 0,0 0 1 0 0,-1 0 0 0 0,0 1 0 0 0,0 1-1 0 0,-24-12 1 0 0,-58-18 38 0 0,4 2-3077 0 0,90 36 2623 0 0,5-1-425 0 0,9-6 392 0 0,1 1 1 0 0,1 0 0 0 0,-1 1-1 0 0,1 1 1 0 0,0 0-1 0 0,20-4 1 0 0,10-4-298 0 0,5-3 413 0 0,1 2-1 0 0,0 2 1 0 0,1 2 0 0 0,1 2 0 0 0,-1 3 0 0 0,57 1 0 0 0,-92 4 369 0 0,-1 2 0 0 0,1-1 0 0 0,-1 2 1 0 0,1 0-1 0 0,-1 1 0 0 0,0 1 0 0 0,0 0 0 0 0,0 1 1 0 0,-1 0-1 0 0,16 10 0 0 0,-23-11 115 0 0,0-1 0 0 0,0 1-1 0 0,-1 1 1 0 0,0 0 0 0 0,0-1-1 0 0,0 2 1 0 0,-1-1 0 0 0,0 1 0 0 0,0 0-1 0 0,-1 0 1 0 0,0 0 0 0 0,0 0 0 0 0,0 1-1 0 0,-1 0 1 0 0,0-1 0 0 0,-1 1-1 0 0,0 1 1 0 0,0-1 0 0 0,-1 0 0 0 0,1 15-1 0 0,-2-4 253 0 0,-1-1 0 0 0,0 1 0 0 0,-2 0 0 0 0,-9 36-1 0 0,0-16 1014 0 0,-20 45 0 0 0,32-84-1361 0 0,0 1 0 0 0,0-1 1 0 0,0 1-1 0 0,0-1 0 0 0,-1 1 1 0 0,1-1-1 0 0,0 0 0 0 0,0 1 1 0 0,-1-1-1 0 0,1 1 0 0 0,0-1 1 0 0,-1 0-1 0 0,1 1 0 0 0,0-1 1 0 0,-1 0-1 0 0,1 1 0 0 0,-1-1 1 0 0,1 0-1 0 0,0 1 0 0 0,-1-1 1 0 0,1 0-1 0 0,-1 0 0 0 0,1 0 1 0 0,-1 1-1 0 0,0-2-25 0 0,1 1 0 0 0,0 0 0 0 0,0-1 0 0 0,-1 1 0 0 0,1 0 0 0 0,0-1 0 0 0,-1 1 0 0 0,1 0 0 0 0,0-1 0 0 0,0 1 1 0 0,0 0-1 0 0,0-1 0 0 0,-1 1 0 0 0,1-1 0 0 0,0 1 0 0 0,0 0 0 0 0,0-1 0 0 0,0 1 0 0 0,0-1 0 0 0,0 1 0 0 0,0-1 0 0 0,0 1 0 0 0,0 0 0 0 0,0-1 0 0 0,0 1 0 0 0,0-1 0 0 0,0 1 0 0 0,1 0 1 0 0,-1-1-1 0 0,0 0 0 0 0,7-27-24 0 0,0-1 0 0 0,2 1 0 0 0,2 1 0 0 0,13-28 0 0 0,-3 15-22 0 0,50-75-1 0 0,-54 93-28 0 0,0 0 0 0 0,24-22 0 0 0,-33 36 43 0 0,1 1 0 0 0,0 0-1 0 0,0 0 1 0 0,0 0 0 0 0,1 1-1 0 0,0 1 1 0 0,19-9 0 0 0,-26 14 25 0 0,0-1 1 0 0,1 1 0 0 0,-1-1-1 0 0,0 1 1 0 0,0 0 0 0 0,1 0 0 0 0,-1 0-1 0 0,0 1 1 0 0,0-1 0 0 0,0 1-1 0 0,1 0 1 0 0,-1 0 0 0 0,0 0 0 0 0,0 0-1 0 0,0 0 1 0 0,0 1 0 0 0,0 0-1 0 0,-1-1 1 0 0,1 1 0 0 0,0 0-1 0 0,-1 0 1 0 0,4 4 0 0 0,2 2-3 0 0,0 0 1 0 0,-1 0-1 0 0,0 1 0 0 0,-1 0 1 0 0,7 11-1 0 0,-5-3 38 0 0,0 0 0 0 0,-1 1 0 0 0,0 0 0 0 0,-2 0 0 0 0,0 1-1 0 0,4 36 1 0 0,-5-10-196 0 0,-3 80 0 0 0,-2-105-399 0 0,-4 61-2461 0 0,3-71 1239 0 0,1-1 0 0 0,-2 0 0 0 0,-3 12-1 0 0</inkml:trace>
  <inkml:trace contextRef="#ctx0" brushRef="#br0" timeOffset="2">543 127 276 0 0,'-171'-8'7404'0'0,"-104"-2"3444"0"0,271 10-10669 0 0,0 0 0 0 0,0-1 0 0 0,0 0 0 0 0,0 0 1 0 0,-6-2-1 0 0,9 2-197 0 0,1 1 35 0 0,0-1 0 0 0,0 1 0 0 0,0-1 0 0 0,0 1 0 0 0,0-1 0 0 0,1 1 0 0 0,-1-1-1 0 0,0 1 1 0 0,0-1 0 0 0,0 1 0 0 0,1-1 0 0 0,-1 1 0 0 0,0-1 0 0 0,0 1 0 0 0,1-1 0 0 0,-1 1 0 0 0,1 0 0 0 0,-1-1 0 0 0,0 1-1 0 0,1-1 1 0 0,-1 1 0 0 0,1 0 0 0 0,0-1 0 0 0,8-4 30 0 0,0-1 0 0 0,1 2 0 0 0,0 0 0 0 0,0 0-1 0 0,0 0 1 0 0,0 1 0 0 0,1 1 0 0 0,17-3 0 0 0,-1 0-36 0 0,77-14-1248 0 0,207-11 1 0 0,-33 32-7611 0 0,-209 1 2147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3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3 1992 0 0,'-3'0'7340'0'0,"-55"-3"2216"0"0,48 4-9374 0 0,1 0 1 0 0,-1 1 0 0 0,1 0-1 0 0,-1 0 1 0 0,1 1 0 0 0,0 0-1 0 0,0 1 1 0 0,0 0 0 0 0,-9 5-1 0 0,-77 53 79 0 0,88-57-222 0 0,4-3-39 0 0,0 1 1 0 0,-1-1-1 0 0,1 1 0 0 0,0 0 1 0 0,0 0-1 0 0,1 0 1 0 0,-1 0-1 0 0,1 1 0 0 0,-1-1 1 0 0,1 1-1 0 0,0-1 1 0 0,0 1-1 0 0,1 0 0 0 0,-1 0 1 0 0,1-1-1 0 0,0 1 1 0 0,0 0-1 0 0,0 0 0 0 0,0 1 1 0 0,1-1-1 0 0,0 0 1 0 0,0 0-1 0 0,0 0 0 0 0,0 0 1 0 0,0 0-1 0 0,1 0 1 0 0,0 0-1 0 0,0 0 0 0 0,0 0 1 0 0,0 0-1 0 0,1 0 1 0 0,0 0-1 0 0,-1 0 0 0 0,1-1 1 0 0,1 1-1 0 0,-1-1 1 0 0,0 1-1 0 0,6 4 0 0 0,13 11 12 0 0,1-1 0 0 0,1-1-1 0 0,1-1 1 0 0,26 13-1 0 0,37 25 30 0 0,-86-54-45 0 0,5 4 94 0 0,-1 0-1 0 0,0 0 0 0 0,0 0 1 0 0,0 0-1 0 0,4 7 0 0 0,-7-10-35 0 0,-1 1-1 0 0,-1-1 1 0 0,1 1-1 0 0,0-1 1 0 0,0 1-1 0 0,0 0 1 0 0,-1-1-1 0 0,1 1 1 0 0,-1 0-1 0 0,0-1 1 0 0,1 1-1 0 0,-1 0 1 0 0,0 0-1 0 0,0 0 1 0 0,0-1-1 0 0,0 1 1 0 0,0 0 0 0 0,0 0-1 0 0,-1-1 1 0 0,1 1-1 0 0,-1 0 1 0 0,1-1-1 0 0,-1 1 1 0 0,0 2-1 0 0,-4 4 129 0 0,0 1-1 0 0,-1-1 0 0 0,0 0 1 0 0,0-1-1 0 0,-1 1 1 0 0,1-1-1 0 0,-2 0 0 0 0,1-1 1 0 0,-1 0-1 0 0,0 0 1 0 0,-10 5-1 0 0,-8 4 101 0 0,-1-2 1 0 0,-39 16-1 0 0,44-22-133 0 0,0 0-1 0 0,-40 8 0 0 0,51-14-284 0 0,0 0-1 0 0,0 0 1 0 0,0-1 0 0 0,-1 0-1 0 0,1-1 1 0 0,0 0 0 0 0,-19-5-1 0 0,27 5-256 0 0,-1-1 0 0 0,1 1-1 0 0,0 0 1 0 0,0-1 0 0 0,0 0-1 0 0,0 1 1 0 0,0-1 0 0 0,1-1-1 0 0,-1 1 1 0 0,0 0 0 0 0,1 0-1 0 0,0-1 1 0 0,-4-4 0 0 0,6 6 118 0 0,-1 0 1 0 0,1 0-1 0 0,-1 0 0 0 0,1 0 1 0 0,0 0-1 0 0,0 0 0 0 0,0-1 1 0 0,-1 1-1 0 0,1 0 0 0 0,0 0 1 0 0,0 0-1 0 0,0 0 0 0 0,1 0 1 0 0,-1-1-1 0 0,0-1 0 0 0,1-2-806 0 0,0-14-3765 0 0,2 1-2298 0 0</inkml:trace>
  <inkml:trace contextRef="#ctx0" brushRef="#br0" timeOffset="1">3020 719 3704 0 0,'15'24'3417'0'0,"-2"-5"-1037"0"0,0 0-1124 0 0,-2 1-364 0 0,4-1-460 0 0,0 2-652 0 0,0 3-1204 0 0,0-7-1872 0 0,0 3-1441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30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47 513 1000 0 0,'0'0'8377'0'0,"-3"0"-7970"0"0,-8 0-65 0 0,8 0 421 0 0,2 1-705 0 0,1-1 0 0 0,-1 0 0 0 0,1 1 0 0 0,-1-1-1 0 0,0 0 1 0 0,1 1 0 0 0,-1-1 0 0 0,1 1 0 0 0,-1-1 0 0 0,1 1 0 0 0,-1-1 0 0 0,1 1-1 0 0,0 0 1 0 0,-1-1 0 0 0,0 2 0 0 0,-18 90 1945 0 0,18-87-1968 0 0,1 0 0 0 0,0 1 1 0 0,0-1-1 0 0,0 1 0 0 0,0-1 0 0 0,1 0 0 0 0,0 1 1 0 0,2 5-1 0 0,-2-8-23 0 0,0-1 0 0 0,0 0 0 0 0,0 0-1 0 0,1 0 1 0 0,-1 0 0 0 0,0-1 0 0 0,1 1 0 0 0,-1 0 0 0 0,1 0 0 0 0,-1-1 0 0 0,1 1 0 0 0,0-1 0 0 0,0 1-1 0 0,0-1 1 0 0,0 0 0 0 0,0 0 0 0 0,0 0 0 0 0,0 0 0 0 0,0 0 0 0 0,0 0 0 0 0,1-1 0 0 0,-1 1-1 0 0,0-1 1 0 0,0 1 0 0 0,1-1 0 0 0,2 0 0 0 0,7 0-6 0 0,0 0-1 0 0,1-1 1 0 0,-1 0 0 0 0,0-1-1 0 0,0 0 1 0 0,0-1 0 0 0,0 0-1 0 0,0-1 1 0 0,-1-1-1 0 0,1 0 1 0 0,-1 0 0 0 0,-1-1-1 0 0,1 0 1 0 0,-1-1 0 0 0,0 0-1 0 0,0-1 1 0 0,12-13 0 0 0,-5 4 3 0 0,-1-1 0 0 0,-1 0 1 0 0,-1-2-1 0 0,0 0 0 0 0,-2 0 0 0 0,0-1 1 0 0,-1-1-1 0 0,10-29 0 0 0,0-9 340 0 0,-3-2 0 0 0,13-78-1 0 0,-29 133-284 0 0,1-18 167 0 0,-4 21-152 0 0,-4 14-67 0 0,-4 16 0 0 0,2 1 0 0 0,0 0 0 0 0,2 1 0 0 0,-4 42 0 0 0,7-36-1 0 0,2-1 0 0 0,1 1 0 0 0,1-1 0 0 0,8 35 0 0 0,-10-63-28 0 0,1 0-1 0 0,1 0 0 0 0,-1 0 1 0 0,1 0-1 0 0,-1-1 1 0 0,1 1-1 0 0,1-1 0 0 0,-1 1 1 0 0,1-1-1 0 0,-1 0 1 0 0,1 0-1 0 0,0 0 1 0 0,1 0-1 0 0,6 6 0 0 0,-6-7-42 0 0,-1-1-1 0 0,0 0 0 0 0,1 0 1 0 0,0-1-1 0 0,-1 1 0 0 0,1-1 1 0 0,0 1-1 0 0,0-1 1 0 0,0-1-1 0 0,0 1 0 0 0,0 0 1 0 0,0-1-1 0 0,0 0 0 0 0,0 0 1 0 0,0 0-1 0 0,0 0 0 0 0,0-1 1 0 0,5-1-1 0 0,1 0-43 0 0,0-2 1 0 0,0 1-1 0 0,0-1 1 0 0,0-1-1 0 0,-1 0 0 0 0,1 0 1 0 0,-2-1-1 0 0,1 0 1 0 0,0 0-1 0 0,13-14 0 0 0,-3 0-6 0 0,-1-1 1 0 0,29-42-1 0 0,-15 13 76 0 0,-3 0 0 0 0,-2-2 0 0 0,23-62 0 0 0,-45 101 41 0 0,2-2 152 0 0,-1-1 0 0 0,-1 0 0 0 0,0 0 0 0 0,-1 0 0 0 0,0 0 0 0 0,0-19 0 0 0,-4 34-155 0 0,0 1 0 0 0,0-1 0 0 0,0 1 0 0 0,0 0 0 0 0,0-1 1 0 0,-1 1-1 0 0,1-1 0 0 0,0 1 0 0 0,0-1 0 0 0,-1 1 0 0 0,1-1 0 0 0,0 1 1 0 0,-1 0-1 0 0,1-1 0 0 0,0 1 0 0 0,-1-1 0 0 0,1 1 0 0 0,0 0 1 0 0,-1-1-1 0 0,1 1 0 0 0,-1 0 0 0 0,1 0 0 0 0,-1-1 0 0 0,1 1 0 0 0,-1 0 1 0 0,1 0-1 0 0,-1 0 0 0 0,1 0 0 0 0,-1 0 0 0 0,1 0 0 0 0,-1 0 1 0 0,1-1-1 0 0,-1 1 0 0 0,1 0 0 0 0,-1 1 0 0 0,1-1 0 0 0,-1 0 0 0 0,1 0 1 0 0,-1 0-1 0 0,1 0 0 0 0,-1 0 0 0 0,1 0 0 0 0,-1 1 0 0 0,1-1 1 0 0,0 0-1 0 0,-2 1 0 0 0,-18 8 61 0 0,16-5-63 0 0,0-1-1 0 0,1 1 1 0 0,0 0 0 0 0,-1 0 0 0 0,1 1 0 0 0,1-1 0 0 0,-1 1 0 0 0,1-1 0 0 0,0 1 0 0 0,0 0 0 0 0,0 0 0 0 0,0 0-1 0 0,1 0 1 0 0,0 0 0 0 0,-1 7 0 0 0,1 0 4 0 0,0 1 0 0 0,1 0 0 0 0,0 0 0 0 0,1-1 0 0 0,3 14 0 0 0,1-4 44 0 0,1-1 1 0 0,11 26-1 0 0,1 3 341 0 0,16 75 3698 0 0,-33-121-3831 0 0,-1 1 1 0 0,0-1-1 0 0,0 1 0 0 0,0 0 1 0 0,0-1-1 0 0,-1 1 1 0 0,0-1-1 0 0,0 1 1 0 0,0-1-1 0 0,0 0 0 0 0,-1 1 1 0 0,0-1-1 0 0,1 0 1 0 0,-2 0-1 0 0,1 0 0 0 0,0 0 1 0 0,-1-1-1 0 0,-5 7 1 0 0,1-2 96 0 0,0-1 0 0 0,-1 0 0 0 0,0 0 0 0 0,0 0 0 0 0,-1-1-1 0 0,-16 9 1 0 0,7-6-227 0 0,0-1-1 0 0,-1 0 1 0 0,0-2-1 0 0,0 0 1 0 0,0-1-1 0 0,-1-1 1 0 0,0-1-1 0 0,0-1 1 0 0,0 0-1 0 0,-30-2 0 0 0,38-1-488 0 0,0-1-1 0 0,0 0 0 0 0,0-1 0 0 0,1 0 0 0 0,-1 0 0 0 0,1-2 1 0 0,0 1-1 0 0,-12-8 0 0 0,15 7-441 0 0,0 0-1 0 0,0-1 1 0 0,0 0 0 0 0,1-1 0 0 0,0 0-1 0 0,0 0 1 0 0,0 0 0 0 0,1-1 0 0 0,0 0-1 0 0,-8-16 1 0 0,-1-8-4541 0 0,1-4-2856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30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16 163 2756 0 0,'-1'-23'5429'0'0,"-6"-29"-1"0"0,4 29-2084 0 0,-1-32 0 0 0,6 45-4620 0 0,2 34-8851 0 0,-10-8 3633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5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7 1376 0 0,'10'-6'14496'0'0,"-25"81"-14235"0"0,6-40-77 0 0,-5 46 1 0 0,-3 14 445 0 0,-22 114 138 0 0,33-171-704 0 0,-23 147-648 0 0,22-145-666 0 0,4-27-321 0 0,1 0 1 0 0,-1 17-1 0 0,6-18-2115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19 282 2032 0 0,'-1'-3'1850'0'0,"-1"0"-1483"0"0,0-1 271 0 0,0 0 0 0 0,0-1 1 0 0,0 1-1 0 0,0-1 1 0 0,1 1-1 0 0,-1-1 0 0 0,1 0 1 0 0,0 0-1 0 0,0-5 0 0 0,3 2-367 0 0,0 0 0 0 0,0 0 0 0 0,1 0 0 0 0,-1 1-1 0 0,2-1 1 0 0,-1 1 0 0 0,1-1 0 0 0,0 1 0 0 0,1 1-1 0 0,0-1 1 0 0,0 1 0 0 0,0-1 0 0 0,1 1 0 0 0,0 1 0 0 0,7-6-1 0 0,2-2-89 0 0,1 1 0 0 0,0 1 0 0 0,1 1 0 0 0,0 0 0 0 0,1 2 0 0 0,0 0 0 0 0,33-10 0 0 0,-35 13-140 0 0,0 1 0 0 0,0 1 0 0 0,1 0 0 0 0,0 1 0 0 0,-1 1 0 0 0,1 1-1 0 0,0 0 1 0 0,0 2 0 0 0,22 3 0 0 0,-34-4-31 0 0,-1 0 0 0 0,0 0-1 0 0,0 1 1 0 0,0-1 0 0 0,0 1 0 0 0,0 0-1 0 0,0 0 1 0 0,0 0 0 0 0,-1 0 0 0 0,1 1-1 0 0,-1-1 1 0 0,0 1 0 0 0,1 0 0 0 0,-1 0-1 0 0,-1 0 1 0 0,1 1 0 0 0,0-1 0 0 0,-1 1-1 0 0,1-1 1 0 0,-1 1 0 0 0,0 0 0 0 0,2 6 0 0 0,-2-3 4 0 0,-1 0 1 0 0,1 1 0 0 0,-1-1 0 0 0,-1 1 0 0 0,1 0 0 0 0,-1-1 0 0 0,0 1 0 0 0,-1-1 0 0 0,0 1 0 0 0,0 0-1 0 0,-1-1 1 0 0,-2 8 0 0 0,-5 13-3 0 0,-2-1 0 0 0,0 0 0 0 0,-2-1 0 0 0,-24 38 1 0 0,-76 86 2216 0 0,111-148-2049 0 0,-6 3 127 0 0,8-8-6 0 0,1 1-294 0 0,1 1-1 0 0,0-1 1 0 0,0 1-1 0 0,0-1 1 0 0,0 1 0 0 0,1 0-1 0 0,-1 0 1 0 0,0 0-1 0 0,0 0 1 0 0,1 0 0 0 0,-1 0-1 0 0,1 1 1 0 0,3-1 0 0 0,20-2-11 0 0,-20 3-1 0 0,0 0 1 0 0,-1 0-1 0 0,1 0 1 0 0,0 1-1 0 0,0 0 1 0 0,0 0 0 0 0,0 0-1 0 0,-1 1 1 0 0,1 0-1 0 0,-1 0 1 0 0,1 1-1 0 0,5 3 1 0 0,3 1-10 0 0,-6-3 48 0 0,0 0 1 0 0,0 0-1 0 0,-1 0 0 0 0,1 1 1 0 0,-1 0-1 0 0,0 1 0 0 0,-1 0 0 0 0,1 0 1 0 0,-1 0-1 0 0,-1 1 0 0 0,1-1 0 0 0,-1 2 1 0 0,0-1-1 0 0,-1 0 0 0 0,1 1 1 0 0,-2 0-1 0 0,1 0 0 0 0,-1 0 0 0 0,0 0 1 0 0,-1 1-1 0 0,1-1 0 0 0,-2 1 1 0 0,1-1-1 0 0,-1 1 0 0 0,-1 0 0 0 0,0 0 1 0 0,0-1-1 0 0,0 1 0 0 0,-1 0 0 0 0,-1-1 1 0 0,-2 11-1 0 0,-1-2 187 0 0,-1-1 1 0 0,0 0-1 0 0,-2 0 1 0 0,1 0-1 0 0,-2-1 1 0 0,0-1-1 0 0,-1 1 0 0 0,0-1 1 0 0,-1-1-1 0 0,-1 0 1 0 0,0-1-1 0 0,-1 0 1 0 0,0-1-1 0 0,0 0 0 0 0,-2-1 1 0 0,-20 11-1 0 0,30-18-170 0 0,0-1 0 0 0,0 0 0 0 0,0-1 0 0 0,0 1 0 0 0,-1-1 0 0 0,1 0 0 0 0,-1-1 0 0 0,1 1 0 0 0,0-1 0 0 0,-1 0 0 0 0,1 0 0 0 0,-11-2 0 0 0,1-2-165 0 0,0 0 0 0 0,-27-11-1 0 0,36 12-51 0 0,3 2-17 0 0,1-1 0 0 0,0 1 1 0 0,0-1-1 0 0,0 1 1 0 0,0-1-1 0 0,0 0 0 0 0,1 0 1 0 0,-1 0-1 0 0,0 0 1 0 0,1 0-1 0 0,0 0 0 0 0,-3-4 1 0 0,2 2-213 0 0,1 2 29 0 0,0 0 0 0 0,0 0 0 0 0,0 0 0 0 0,0 0 0 0 0,1 0 0 0 0,-1 0 0 0 0,1-1 0 0 0,0 1 0 0 0,-1 0 0 0 0,1 0 0 0 0,0-1 0 0 0,0 1 0 0 0,0 0 0 0 0,1 0 0 0 0,-1 0 0 0 0,0-1 0 0 0,1 1 0 0 0,1-4-1 0 0,5-10-5880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7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205 424 580 0 0,'17'-19'14632'0'0,"-17"10"-14533"0"0,-1 1 1 0 0,1 0-1 0 0,1 0 1 0 0,0 0-1 0 0,0 0 1 0 0,3-11-1 0 0,19-53 29 0 0,-15 48-88 0 0,2-6-23 0 0,0-4-53 0 0,2 0 1 0 0,2 0-1 0 0,28-51 0 0 0,-41 83 23 0 0,0 0 1 0 0,1 0-1 0 0,-1 0 1 0 0,1 1-1 0 0,0-1 0 0 0,-1 0 1 0 0,1 1-1 0 0,0-1 0 0 0,0 1 1 0 0,3-3-1 0 0,-4 4 9 0 0,0 0 1 0 0,0-1-1 0 0,0 1 0 0 0,0 0 1 0 0,0-1-1 0 0,0 1 0 0 0,0 0 1 0 0,0 0-1 0 0,0 0 0 0 0,0 0 1 0 0,0 0-1 0 0,0 0 0 0 0,0 0 1 0 0,0 0-1 0 0,0 0 0 0 0,0 1 1 0 0,0-1-1 0 0,1 1 0 0 0,1 0 6 0 0,-1 1 0 0 0,1 0 0 0 0,-1 0 0 0 0,1 0 0 0 0,-1 0-1 0 0,0 1 1 0 0,0-1 0 0 0,0 1 0 0 0,0-1 0 0 0,0 1-1 0 0,0 0 1 0 0,-1-1 0 0 0,1 1 0 0 0,0 4 0 0 0,5 10 21 0 0,-1 1 0 0 0,-1 0 0 0 0,0 0 0 0 0,-2 1 0 0 0,3 34 0 0 0,-5 97 193 0 0,-2-122-171 0 0,-2 28 275 0 0,-4 1 0 0 0,-1-1-1 0 0,-3 0 1 0 0,-26 77 0 0 0,31-114-53 0 0,-1 0 0 0 0,-1-1 0 0 0,-1 0 0 0 0,0 0 0 0 0,-18 25 0 0 0,21-35-160 0 0,0-1-1 0 0,0 0 0 0 0,0 0 0 0 0,-1 0 1 0 0,0-1-1 0 0,-1 0 0 0 0,0 0 1 0 0,0-1-1 0 0,0 0 0 0 0,0-1 0 0 0,-1 1 1 0 0,1-2-1 0 0,-16 6 0 0 0,12-7-83 0 0,1 0 0 0 0,-2 0-1 0 0,1-1 1 0 0,0 0-1 0 0,0-1 1 0 0,0 0 0 0 0,0-1-1 0 0,0-1 1 0 0,0 0-1 0 0,0 0 1 0 0,0-1 0 0 0,0-1-1 0 0,1 0 1 0 0,-13-7 0 0 0,23 11-87 0 0,0-1 0 0 0,1 1 1 0 0,-1-1-1 0 0,0 1 0 0 0,1-1 1 0 0,-1 1-1 0 0,1-1 0 0 0,-1 0 1 0 0,1 1-1 0 0,-1-1 1 0 0,1 0-1 0 0,-1 0 0 0 0,1 1 1 0 0,0-1-1 0 0,-1 0 0 0 0,1 0 1 0 0,0 0-1 0 0,0 1 0 0 0,0-1 1 0 0,-1 0-1 0 0,1 0 1 0 0,0 0-1 0 0,0 0 0 0 0,0 1 1 0 0,0-1-1 0 0,1 0 0 0 0,-1 0 1 0 0,0 0-1 0 0,1-1 0 0 0,8-20-2329 0 0,-4 15 1239 0 0,0 0-1 0 0,1 1 0 0 0,-1-1 1 0 0,12-8-1 0 0,1-3-2530 0 0,0-3-1347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8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93 432 0 0,'0'-5'1279'0'0,"0"-8"1834"0"0,0-1 0 0 0,-1 1 1 0 0,0 0-1 0 0,-6-22 1430 0 0,-2 49-3764 0 0,7-11-629 0 0,-4 8 89 0 0,2 1-1 0 0,0 0 0 0 0,0 0 0 0 0,1 1 0 0 0,1-1 0 0 0,-2 26 0 0 0,1-16-61 0 0,-50 807 1816 0 0,42-538-1616 0 0,-4-24-138 0 0,-5 397 158 0 0,20-631-404 0 0,-1-22 7 0 0,1 0 1 0 0,0 0-1 0 0,1 0 0 0 0,0 0 0 0 0,0 0 1 0 0,1 0-1 0 0,1 0 0 0 0,0-1 0 0 0,5 12 1 0 0,-8-20 3 0 0,1-1 0 0 0,0 0 0 0 0,0 0 0 0 0,-1 0 0 0 0,1 0 0 0 0,0 1 0 0 0,0-1 0 0 0,0 0 0 0 0,0 0 0 0 0,0-1 0 0 0,1 1 0 0 0,-1 0 0 0 0,0 0 0 0 0,0-1 0 0 0,0 1 0 0 0,1 0 0 0 0,-1-1 0 0 0,0 1 0 0 0,1-1 0 0 0,-1 0 0 0 0,0 1 0 0 0,1-1 0 0 0,1 0 0 0 0,0 0 4 0 0,0 0-1 0 0,1-1 1 0 0,-1 1-1 0 0,0-1 1 0 0,0 0-1 0 0,0 0 1 0 0,1 0-1 0 0,-1 0 1 0 0,5-3-1 0 0,4-3 25 0 0,-1-1-1 0 0,1 0 1 0 0,17-17 0 0 0,-7 3-24 0 0,0-1 1 0 0,-2-1-1 0 0,-1-1 1 0 0,-1 0-1 0 0,25-47 1 0 0,-32 53-1 0 0,-2-1 0 0 0,0-1-1 0 0,-2 0 1 0 0,0 0 0 0 0,-1 0 0 0 0,-1-1 0 0 0,-1 0 0 0 0,1-41 0 0 0,-5 51-18 0 0,-1 0 1 0 0,0 0 0 0 0,-1 0-1 0 0,0 0 1 0 0,-1 0 0 0 0,0 0-1 0 0,-1 1 1 0 0,0-1 0 0 0,-1 1-1 0 0,-1 0 1 0 0,1 0 0 0 0,-2 1-1 0 0,1 0 1 0 0,-2 0 0 0 0,1 0-1 0 0,-1 1 1 0 0,-1 0 0 0 0,1 1-1 0 0,-2-1 1 0 0,1 2 0 0 0,-1 0-1 0 0,0 0 1 0 0,-20-10 0 0 0,-12-2-17 0 0,-1 1 1 0 0,0 3-1 0 0,-59-13 0 0 0,-3-2-12 0 0,99 28 8 0 0,1 1 0 0 0,0-1 0 0 0,0 0 0 0 0,0-1 0 0 0,0 1 0 0 0,1-1 0 0 0,-1 0 1 0 0,-4-4-1 0 0,8 6-18 0 0,-1-1 0 0 0,1 1 1 0 0,0-1-1 0 0,0 0 0 0 0,-1 1 1 0 0,1-1-1 0 0,1 0 0 0 0,-1 0 1 0 0,0 0-1 0 0,0 0 0 0 0,1 1 1 0 0,-1-1-1 0 0,1 0 0 0 0,-1 0 1 0 0,1 0-1 0 0,0 0 0 0 0,0-1 0 0 0,0 1 1 0 0,0 0-1 0 0,0 0 0 0 0,0 0 1 0 0,1 0-1 0 0,-1 0 0 0 0,1 0 1 0 0,0-2-1 0 0,4-10-331 0 0,1 0 0 0 0,1 0 0 0 0,0 0 0 0 0,1 1 1 0 0,0 0-1 0 0,1 1 0 0 0,0 0 0 0 0,13-12 0 0 0,92-85-2423 0 0,155-95-5681 0 0,-164 133 2554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19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188 105 2320 0 0,'-11'-7'3195'0'0,"0"-1"0"0"0,1 0 0 0 0,-13-13 0 0 0,-11-9 1536 0 0,32 29-4418 0 0,2 0-284 0 0,0 1 0 0 0,-1 0 0 0 0,1-1 0 0 0,0 1-1 0 0,-1 0 1 0 0,1 0 0 0 0,-1 0 0 0 0,1-1 0 0 0,0 1 0 0 0,-1 0 0 0 0,1 0 0 0 0,-1 0 0 0 0,1 0 0 0 0,-1 0 0 0 0,1 0 0 0 0,-1 0 0 0 0,1 0 0 0 0,-1 0 0 0 0,1 0-1 0 0,-1 0 1 0 0,1 0 0 0 0,0 0 0 0 0,-1 0 0 0 0,1 0 0 0 0,-1 0 0 0 0,1 0 0 0 0,-1 1 0 0 0,-3 6 80 0 0,1 1 0 0 0,0 0 0 0 0,1 0 0 0 0,0-1 0 0 0,0 2 0 0 0,0-1 0 0 0,0 12 0 0 0,-3 12 90 0 0,-6 26-179 0 0,-27 153 157 0 0,28-69-5048 0 0,14-110 2154 0 0,-4-31 2464 0 0,0 0-1 0 0,0 0 1 0 0,1 0-1 0 0,-1 0 1 0 0,0 0 0 0 0,1 0-1 0 0,-1 0 1 0 0,1 0-1 0 0,-1 0 1 0 0,1 0-1 0 0,-1-1 1 0 0,1 1-1 0 0,0 0 1 0 0,-1 0-1 0 0,1 0 1 0 0,0-1 0 0 0,0 1-1 0 0,0 0 1 0 0,-1-1-1 0 0,1 1 1 0 0,0-1-1 0 0,0 1 1 0 0,0-1-1 0 0,0 1 1 0 0,0-1 0 0 0,0 0-1 0 0,0 1 1 0 0,0-1-1 0 0,0 0 1 0 0,2 0-1 0 0,17-1-4119 0 0</inkml:trace>
  <inkml:trace contextRef="#ctx0" brushRef="#br0" timeOffset="1">394 172 16 0 0,'22'-42'7942'0'0,"28"-75"0"0"0,-49 117-7870 0 0,-1 0 1 0 0,0-1-1 0 0,0 1 1 0 0,1-1-1 0 0,-1 1 0 0 0,0 0 1 0 0,0-1-1 0 0,0 1 0 0 0,0 0 1 0 0,1-1-1 0 0,-1 1 0 0 0,0-1 1 0 0,0 1-1 0 0,0 0 1 0 0,0-1-1 0 0,0 1 0 0 0,0-1 1 0 0,0 1-1 0 0,0-1 0 0 0,0 1 1 0 0,0 0-1 0 0,0-1 1 0 0,0 1-1 0 0,-1-1 0 0 0,1 1 1 0 0,0 0-1 0 0,0-1 0 0 0,0 1 1 0 0,0-1-1 0 0,-1 1 0 0 0,-10 5 565 0 0,-15 19-207 0 0,3 4 56 0 0,-34 51-1 0 0,49-67-441 0 0,2 0-1 0 0,-1 1 1 0 0,2 0-1 0 0,-1 0 0 0 0,2 0 1 0 0,0 1-1 0 0,-4 21 1 0 0,8-31-32 0 0,0 0 1 0 0,0 0-1 0 0,0 0 1 0 0,0 0 0 0 0,0 0-1 0 0,1 0 1 0 0,0 0 0 0 0,0-1-1 0 0,0 1 1 0 0,0 0-1 0 0,1 0 1 0 0,-1 0 0 0 0,1-1-1 0 0,0 1 1 0 0,0-1 0 0 0,0 0-1 0 0,1 1 1 0 0,-1-1-1 0 0,1 0 1 0 0,0 0 0 0 0,0-1-1 0 0,0 1 1 0 0,0 0-1 0 0,0-1 1 0 0,0 0 0 0 0,1 0-1 0 0,-1 0 1 0 0,6 2 0 0 0,11 5 9 0 0,0-2 1 0 0,0 0-1 0 0,1-1 1 0 0,24 3-1 0 0,-15-2-32 0 0,-10-2 57 0 0,-2 1 0 0 0,30 14 1 0 0,-47-20-14 0 0,1 1 0 0 0,-1 0 1 0 0,1-1-1 0 0,-1 1 0 0 0,1 0 1 0 0,-1 0-1 0 0,0 0 1 0 0,0 0-1 0 0,1 0 0 0 0,-1 0 1 0 0,0 1-1 0 0,0-1 0 0 0,0 0 1 0 0,0 1-1 0 0,0-1 1 0 0,-1 0-1 0 0,1 1 0 0 0,0-1 1 0 0,-1 1-1 0 0,1-1 0 0 0,0 1 1 0 0,-1 0-1 0 0,0-1 1 0 0,1 1-1 0 0,-1-1 0 0 0,0 1 1 0 0,0 0-1 0 0,0-1 0 0 0,0 1 1 0 0,0 0-1 0 0,-1-1 1 0 0,1 1-1 0 0,0-1 0 0 0,-1 1 1 0 0,1-1-1 0 0,-1 1 0 0 0,0 1 1 0 0,-1 2 17 0 0,-1 0 0 0 0,1 0 0 0 0,-1 0 0 0 0,0-1 0 0 0,0 0 0 0 0,-1 1 0 0 0,1-1 0 0 0,-1 0 0 0 0,-7 5 0 0 0,1-1-158 0 0,0-2 0 0 0,-1 1 0 0 0,0-1 0 0 0,0-1 0 0 0,-1 0 0 0 0,1 0 0 0 0,-1-2 0 0 0,0 1-1 0 0,0-1 1 0 0,-1-1 0 0 0,1 0 0 0 0,0-1 0 0 0,-1 0 0 0 0,1-1 0 0 0,-25-3 0 0 0,21 1-786 0 0,0-1 1 0 0,0-1 0 0 0,0 0-1 0 0,-28-13 1 0 0,28 10-753 0 0,1-1 0 0 0,-1-1 1 0 0,2-1-1 0 0,-20-15 0 0 0,-1-5-4544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20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1760 0 0,'21'-156'14590'0'0,"-21"155"-14579"0"0,0-1 0 0 0,0 1-1 0 0,0 0 1 0 0,1-1 0 0 0,-1 1-1 0 0,0 0 1 0 0,1 0 0 0 0,-1-1-1 0 0,1 1 1 0 0,-1 0 0 0 0,1 0-1 0 0,0 0 1 0 0,0-2 0 0 0,0 3-73 0 0,-1 0 0 0 0,1 0 0 0 0,-1 0 0 0 0,1-1 0 0 0,-1 1 0 0 0,1 0 0 0 0,-1 0 0 0 0,1 0 0 0 0,-1 0 1 0 0,1 0-1 0 0,-1 0 0 0 0,1 0 0 0 0,-1 0 0 0 0,1 0 0 0 0,-1 0 0 0 0,1 0 0 0 0,-1 0 0 0 0,1 0 0 0 0,-1 1 1 0 0,1-1-1 0 0,-1 0 0 0 0,1 0 0 0 0,-1 0 0 0 0,0 1 0 0 0,1-1 0 0 0,-1 0 0 0 0,1 1 0 0 0,-1-1 0 0 0,0 0 0 0 0,1 1 1 0 0,-1 0-1 0 0,25 27-7184 0 0,-13-14 2377 0 0</inkml:trace>
  <inkml:trace contextRef="#ctx0" brushRef="#br0" timeOffset="1">2158 642 1272 0 0,'-1'-13'1682'0'0,"-1"-8"1045"0"0,-1 0-1 0 0,-1 0 1 0 0,-12-35-1 0 0,14 52-2464 0 0,1-1-1 0 0,-2 0 0 0 0,1 1 1 0 0,0-1-1 0 0,-1 1 0 0 0,0 0 1 0 0,0 0-1 0 0,0 0 1 0 0,0 0-1 0 0,-1 0 0 0 0,0 1 1 0 0,1 0-1 0 0,-1-1 0 0 0,0 2 1 0 0,-1-1-1 0 0,1 0 1 0 0,-1 1-1 0 0,1 0 0 0 0,-1 0 1 0 0,-8-3-1 0 0,8 4-202 0 0,1 1 0 0 0,0 0-1 0 0,0 0 1 0 0,-1 0 0 0 0,1 0-1 0 0,0 1 1 0 0,0 0 0 0 0,0-1 0 0 0,0 2-1 0 0,-1-1 1 0 0,1 0 0 0 0,1 1 0 0 0,-1 0-1 0 0,0 0 1 0 0,-6 4 0 0 0,-3 2 58 0 0,1 1 1 0 0,-21 20 0 0 0,12-6-70 0 0,0 1 0 0 0,2 2 0 0 0,1 0 0 0 0,1 1-1 0 0,1 0 1 0 0,1 1 0 0 0,-19 54 0 0 0,29-71-43 0 0,2 1-1 0 0,-1 0 0 0 0,2 0 0 0 0,0-1 1 0 0,0 2-1 0 0,1-1 0 0 0,0 0 0 0 0,2 15 1 0 0,-1-23 1 0 0,0 0 0 0 0,0-1 0 0 0,1 1 0 0 0,0-1 0 0 0,0 1 0 0 0,0-1 0 0 0,0 1-1 0 0,1-1 1 0 0,-1 1 0 0 0,1-1 0 0 0,0 0 0 0 0,0 0 0 0 0,0 0 0 0 0,0 0 0 0 0,0 0 0 0 0,1 0 0 0 0,-1-1 0 0 0,1 1 0 0 0,0-1 0 0 0,0 0 0 0 0,0 0 0 0 0,0 0 0 0 0,0 0 0 0 0,0 0 0 0 0,1 0 0 0 0,-1-1 0 0 0,1 0 0 0 0,-1 0 0 0 0,1 0 0 0 0,6 1 0 0 0,1-1 4 0 0,0 0 1 0 0,0-1-1 0 0,0-1 0 0 0,0 1 0 0 0,0-2 0 0 0,-1 0 1 0 0,1 0-1 0 0,0-1 0 0 0,-1 0 0 0 0,0-1 0 0 0,1 0 1 0 0,-1 0-1 0 0,-1-1 0 0 0,1-1 0 0 0,-1 0 0 0 0,11-9 1 0 0,-1 0 13 0 0,-1 0 0 0 0,-1-2 0 0 0,-1 0 0 0 0,0-1 1 0 0,-1-1-1 0 0,17-29 0 0 0,-3-10-21 0 0,-23 43 46 0 0,1 1 1 0 0,0 0-1 0 0,10-15 1 0 0,-10 19 35 0 0,3-1 186 0 0,-8 14-193 0 0,-1 0 0 0 0,0 0 0 0 0,0 0 0 0 0,1 0 0 0 0,-2 1 0 0 0,1-1 0 0 0,0 6 0 0 0,0-8-66 0 0,4 72 213 0 0,-4-48-170 0 0,0 0 0 0 0,2 0 0 0 0,12 44 0 0 0,-13-61-364 0 0,0-1 1 0 0,1 0-1 0 0,0 0 0 0 0,1-1 0 0 0,0 1 0 0 0,0-1 0 0 0,0 1 1 0 0,1-1-1 0 0,-1-1 0 0 0,2 1 0 0 0,-1-1 0 0 0,0 1 1 0 0,1-2-1 0 0,0 1 0 0 0,0-1 0 0 0,1 1 0 0 0,7 2 1 0 0,-5-2-1599 0 0,1-1 0 0 0,-1-1 0 0 0,15 4 0 0 0,5-2-5733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21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143 311 1332 0 0,'-17'-2'1429'0'0,"2"0"-239"0"0,1 0 0 0 0,0-1 0 0 0,-22-8 0 0 0,33 11-1016 0 0,0-1-1 0 0,1 0 1 0 0,-1-1 0 0 0,1 1 0 0 0,-1 0-1 0 0,1-1 1 0 0,0 1 0 0 0,-1-1 0 0 0,1 0-1 0 0,0 0 1 0 0,0 0 0 0 0,0 0 0 0 0,0 0-1 0 0,1 0 1 0 0,-1 0 0 0 0,0-1 0 0 0,1 1-1 0 0,0-1 1 0 0,-1 1 0 0 0,1-1-1 0 0,0 1 1 0 0,1-1 0 0 0,-1 0 0 0 0,-1-4-1 0 0,2 4-27 0 0,1-1-1 0 0,-1 1 1 0 0,1 0-1 0 0,-1-1 0 0 0,1 1 1 0 0,0 0-1 0 0,0 0 1 0 0,1 0-1 0 0,-1-1 1 0 0,1 1-1 0 0,-1 1 0 0 0,1-1 1 0 0,0 0-1 0 0,0 0 1 0 0,0 1-1 0 0,0-1 0 0 0,1 1 1 0 0,-1-1-1 0 0,1 1 1 0 0,-1 0-1 0 0,1 0 0 0 0,3-2 1 0 0,3-1 96 0 0,-1 0 0 0 0,1 0 0 0 0,0 1-1 0 0,0 0 1 0 0,0 0 0 0 0,13-2 0 0 0,-12 4-121 0 0,0 1 0 0 0,0 0 0 0 0,0 1 0 0 0,0 0 0 0 0,0 1 0 0 0,0 0 0 0 0,0 0-1 0 0,0 1 1 0 0,0 0 0 0 0,-1 1 0 0 0,1 0 0 0 0,-1 0 0 0 0,17 10 0 0 0,-11-5-6 0 0,-1 1 1 0 0,-1 0 0 0 0,1 0-1 0 0,-2 2 1 0 0,1-1-1 0 0,-1 2 1 0 0,17 21-1 0 0,-17-17-23 0 0,-1 1 1 0 0,-1 0-1 0 0,-1 0 0 0 0,0 1 0 0 0,-1 1 0 0 0,-1-1 1 0 0,-1 1-1 0 0,6 32 0 0 0,-5-6 758 0 0,-1 1 1 0 0,-2 72-1 0 0,-4-107-355 0 0,1-14-140 0 0,2-16-227 0 0,11-24-95 0 0,2 1 0 0 0,2 0 0 0 0,1 1 0 0 0,2 0 0 0 0,2 2 1 0 0,2 1-1 0 0,1 1 0 0 0,36-38 0 0 0,-62 75-33 0 0,5-7-8 0 0,0 1 0 0 0,1 0 1 0 0,-1 0-1 0 0,1 0 0 0 0,0 1 0 0 0,1 0 0 0 0,-1 0 1 0 0,1 1-1 0 0,0 0 0 0 0,0 0 0 0 0,1 0 0 0 0,-1 1 1 0 0,9-3-1 0 0,12 3 44 0 0,-21 5-15 0 0,-2 1-9 0 0,-3-2-10 0 0,1 0 0 0 0,-1 1 0 0 0,0-1 0 0 0,1 1 0 0 0,-1-1 0 0 0,0 1 0 0 0,0 0 0 0 0,0 0 0 0 0,0 0 0 0 0,0 0 0 0 0,0 1 1 0 0,-1-1-1 0 0,1 0 0 0 0,-1 1 0 0 0,0-1 0 0 0,0 1 0 0 0,1 0 0 0 0,-2-1 0 0 0,1 1 0 0 0,1 3 0 0 0,1 8 8 0 0,0 0 0 0 0,2 22 1 0 0,-5-29-11 0 0,2 79-16 0 0,-2-64 4 0 0,0 1 0 0 0,1 0 1 0 0,5 27-1 0 0,-5-47-16 0 0,-1 0 0 0 0,1 0 1 0 0,0 0-1 0 0,0 0 0 0 0,0 0 0 0 0,0-1 0 0 0,1 1 1 0 0,-1 0-1 0 0,1-1 0 0 0,0 1 0 0 0,-1-1 0 0 0,1 1 1 0 0,0-1-1 0 0,1 0 0 0 0,-1 0 0 0 0,0 0 1 0 0,0 0-1 0 0,1 0 0 0 0,3 2 0 0 0,-2-3-72 0 0,0 1 0 0 0,0-1 0 0 0,0 0 0 0 0,0 0 0 0 0,1 0 0 0 0,-1-1 0 0 0,0 1 0 0 0,0-1 0 0 0,1 0 0 0 0,-1 0 0 0 0,0-1-1 0 0,6 0 1 0 0,5-3-250 0 0,1 0 0 0 0,-1-1 0 0 0,0-1-1 0 0,0-1 1 0 0,-1 1 0 0 0,17-12-1 0 0,-13 6 116 0 0,0-1 0 0 0,-1-1 0 0 0,-1 0 0 0 0,0-1 0 0 0,-2-1 0 0 0,1 0-1 0 0,12-19 1 0 0,-2-3 371 0 0,-2-1-1 0 0,25-54 0 0 0,-18 14 2665 0 0,-29 76-2082 0 0,-7 37 226 0 0,-1 2-459 0 0,-1 45 0 0 0,8-66-460 0 0,0 0 0 0 0,1 1 0 0 0,1-1 0 0 0,0-1 0 0 0,8 27 1 0 0,-9-36-31 0 0,1-1 1 0 0,-1 1-1 0 0,1-1 1 0 0,1 1 0 0 0,-1-1-1 0 0,1 0 1 0 0,-1 0 0 0 0,1 0-1 0 0,0 0 1 0 0,1 0 0 0 0,-1-1-1 0 0,1 1 1 0 0,-1-1 0 0 0,1 0-1 0 0,8 5 1 0 0,-6-5-36 0 0,1-1 1 0 0,-1 1-1 0 0,1-1 1 0 0,-1 0-1 0 0,1 0 1 0 0,0-1-1 0 0,-1 0 1 0 0,1 0-1 0 0,0-1 1 0 0,9 0-1 0 0,0-1-113 0 0,0-1-1 0 0,0-1 0 0 0,-1 0 1 0 0,1-2-1 0 0,-1 1 1 0 0,1-2-1 0 0,-2 0 1 0 0,28-15-1 0 0,-28 12 52 0 0,-1 0 1 0 0,0-1-1 0 0,-1-1 0 0 0,0 0 0 0 0,-1-1 0 0 0,0 0 0 0 0,-1-1 0 0 0,0 0 0 0 0,-1 0 0 0 0,0-1 0 0 0,-1 0 1 0 0,6-17-1 0 0,-2 2 367 0 0,-2 0 1 0 0,-1 0-1 0 0,-1-1 1 0 0,-2 0-1 0 0,4-46 1 0 0,-10 70-21 0 0,3-21 332 0 0,-4 24-393 0 0,-2 16-26 0 0,-8 37-8 0 0,-18 114 871 0 0,27-142-1684 0 0,0-1 0 0 0,2 0-1 0 0,0 1 1 0 0,2-1 0 0 0,6 37-1 0 0,-7-54 231 0 0,0 0 0 0 0,1 0-1 0 0,-1 0 1 0 0,1-1 0 0 0,0 1 0 0 0,0 0-1 0 0,0-1 1 0 0,0 1 0 0 0,1-1-1 0 0,2 4 1 0 0,-2-5-466 0 0,0 0-1 0 0,-1 1 1 0 0,1-1 0 0 0,0 0-1 0 0,0 0 1 0 0,0 0 0 0 0,4 1-1 0 0,10 2-5418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23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62 211 448 0 0,'74'-185'14541'0'0,"-73"182"-14335"0"0,0 1 0 0 0,-1 0 1 0 0,1 0-1 0 0,0 0 1 0 0,0 0-1 0 0,1 0 0 0 0,-1 0 1 0 0,0 1-1 0 0,1-1 0 0 0,2-3 1 0 0,-4 5-174 0 0,0 0 0 0 0,0 0 0 0 0,1 0 0 0 0,-1 0 0 0 0,0 0 0 0 0,0 0 0 0 0,0-1 0 0 0,0 1 0 0 0,1 0 0 0 0,-1 0 0 0 0,0 0 0 0 0,0 0 0 0 0,0 0 0 0 0,1 0 0 0 0,-1 0 0 0 0,0 0 0 0 0,0 0-1 0 0,0 0 1 0 0,1 0 0 0 0,-1 0 0 0 0,0 0 0 0 0,0 0 0 0 0,0 0 0 0 0,1 0 0 0 0,-1 0 0 0 0,0 0 0 0 0,0 1 0 0 0,0-1 0 0 0,0 0 0 0 0,1 0 0 0 0,-1 0 0 0 0,0 0 0 0 0,0 0 0 0 0,0 0 0 0 0,0 0 0 0 0,0 1 0 0 0,1-1 0 0 0,2 15 803 0 0,-5 31 485 0 0,-2 0-1 0 0,-11 60 1 0 0,-31 90-110 0 0,14-63-654 0 0,-19 140 4 0 0,45-223-1457 0 0,3 1-1 0 0,1 0 1 0 0,8 74 0 0 0,-5-116 201 0 0,1 0-1 0 0,-1 0 1 0 0,2 0 0 0 0,4 12-1 0 0,-6-18 249 0 0,0 0 0 0 0,0-1 0 0 0,1 1-1 0 0,-1 0 1 0 0,1-1 0 0 0,0 1 0 0 0,0-1-1 0 0,0 0 1 0 0,0 1 0 0 0,0-1-1 0 0,0 0 1 0 0,1 0 0 0 0,-1 0 0 0 0,1-1-1 0 0,4 3 1 0 0,23-7-8570 0 0</inkml:trace>
  <inkml:trace contextRef="#ctx0" brushRef="#br0" timeOffset="1">589 454 60 0 0,'65'-211'12238'0'0,"-38"116"-5384"0"0,-20 71-3549 0 0,-9 28-2404 0 0,-140 398 5907 0 0,121-324-6696 0 0,2 2 0 0 0,5 0 1 0 0,-7 104-1 0 0,19-155-896 0 0,2-1 0 0 0,5 38 0 0 0,-5-59 180 0 0,1 1-1 0 0,1-1 1 0 0,0 0 0 0 0,0 0-1 0 0,0 0 1 0 0,1 0-1 0 0,-1 0 1 0 0,2 0 0 0 0,-1-1-1 0 0,1 1 1 0 0,0-1-1 0 0,0 0 1 0 0,1 0 0 0 0,5 5-1 0 0,9 1-5897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2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76 240 1124 0 0,'-8'-9'1548'0'0,"-4"-5"499"0"0,1 0 1 0 0,0-1-1 0 0,1 0 1 0 0,-10-19-1 0 0,20 33-1964 0 0,-1 0-1 0 0,1 1 0 0 0,-1-1 0 0 0,1 0 1 0 0,0 0-1 0 0,-1 0 0 0 0,1-1 1 0 0,0 1-1 0 0,0 0 0 0 0,0 0 1 0 0,0 0-1 0 0,0 0 0 0 0,0 0 1 0 0,0 0-1 0 0,0 0 0 0 0,0 0 1 0 0,0 0-1 0 0,0 0 0 0 0,1 0 1 0 0,0-1-1 0 0,-1 1-15 0 0,1 0 1 0 0,-1 1-1 0 0,1-1 0 0 0,0 1 0 0 0,-1-1 1 0 0,1 1-1 0 0,0-1 0 0 0,-1 1 1 0 0,1-1-1 0 0,0 1 0 0 0,0 0 1 0 0,-1 0-1 0 0,1-1 0 0 0,0 1 0 0 0,0 0 1 0 0,0 0-1 0 0,-1 0 0 0 0,1 0 1 0 0,2 0-1 0 0,0 0 86 0 0,1 0 0 0 0,0 1 0 0 0,0-1 0 0 0,0 1 0 0 0,0 0 0 0 0,-1 0 0 0 0,1 0 0 0 0,6 4 0 0 0,1 2-40 0 0,0 1 0 0 0,-1 1 1 0 0,0 0-1 0 0,0 0 0 0 0,-1 1 1 0 0,0 0-1 0 0,-1 0 0 0 0,0 1 0 0 0,0 0 1 0 0,-1 1-1 0 0,-1-1 0 0 0,0 1 1 0 0,-1 1-1 0 0,0-1 0 0 0,6 26 0 0 0,-7-20-83 0 0,0 1 0 0 0,-1-1-1 0 0,-1 1 1 0 0,-1 0-1 0 0,-1-1 1 0 0,0 1-1 0 0,-1 0 1 0 0,-1 0-1 0 0,-1-1 1 0 0,-10 34-1 0 0,10-42-11 0 0,0 0-1 0 0,-1-1 0 0 0,0 1 1 0 0,-1-1-1 0 0,0 0 0 0 0,-1 0 1 0 0,0 0-1 0 0,0-1 0 0 0,0 0 1 0 0,-15 13-1 0 0,20-20-14 0 0,1 0-1 0 0,-1 0 1 0 0,1-1-1 0 0,-1 1 1 0 0,0-1 0 0 0,1 1-1 0 0,-1-1 1 0 0,0 1-1 0 0,0-1 1 0 0,0 1-1 0 0,1-1 1 0 0,-1 0 0 0 0,0 1-1 0 0,0-1 1 0 0,0 0-1 0 0,0 0 1 0 0,0 1-1 0 0,0-1 1 0 0,1 0 0 0 0,-1 0-1 0 0,0 0 1 0 0,0 0-1 0 0,0 0 1 0 0,0-1-1 0 0,0 1 1 0 0,0 0-1 0 0,0 0 1 0 0,1 0 0 0 0,-1-1-1 0 0,0 1 1 0 0,0 0-1 0 0,0-1 1 0 0,0 1-1 0 0,1-1 1 0 0,-1 1 0 0 0,0-1-1 0 0,1 0 1 0 0,-1 1-1 0 0,0-1 1 0 0,1 1-1 0 0,-1-1 1 0 0,1 0 0 0 0,-1 0-1 0 0,1 1 1 0 0,-1-1-1 0 0,1 0 1 0 0,-1 0-1 0 0,1 0 1 0 0,0 1 0 0 0,-1-1-1 0 0,1 0 1 0 0,0 0-1 0 0,0-2 1 0 0,-2-3-3 0 0,1 0 0 0 0,0 0 1 0 0,0 0-1 0 0,0 0 0 0 0,1 0 1 0 0,0-9-1 0 0,3-8-16 0 0,2 0 0 0 0,0 1 0 0 0,1-1 1 0 0,1 1-1 0 0,13-29 0 0 0,-4 19-24 0 0,1 0 0 0 0,36-51-1 0 0,-39 65 32 0 0,0 2-1 0 0,0 0 0 0 0,2 1 1 0 0,0 1-1 0 0,1 0 0 0 0,0 1 1 0 0,1 1-1 0 0,0 0 0 0 0,1 2 1 0 0,0 0-1 0 0,41-14 0 0 0,-47 20 7 0 0,1 0 1 0 0,0 1-1 0 0,1 1 0 0 0,-1 0 0 0 0,0 1 1 0 0,1 0-1 0 0,-1 1 0 0 0,18 3 0 0 0,-21-2 7 0 0,0 1 1 0 0,-1 1-1 0 0,1 0 0 0 0,-1 1 0 0 0,0 0 0 0 0,0 0 0 0 0,0 1 0 0 0,0 1 0 0 0,-1-1 0 0 0,0 1 0 0 0,14 13 0 0 0,-17-13 10 0 0,0 1-1 0 0,0-1 1 0 0,-1 1-1 0 0,0 1 1 0 0,0-1-1 0 0,-1 1 1 0 0,0-1-1 0 0,0 1 1 0 0,-1 0-1 0 0,0 1 1 0 0,-1-1-1 0 0,1 0 1 0 0,-1 1-1 0 0,-1 0 1 0 0,0-1-1 0 0,0 1 1 0 0,-1 0-1 0 0,0-1 1 0 0,-1 10-1 0 0,-1 0 11 0 0,0-1-1 0 0,-2 1 1 0 0,0-1 0 0 0,0 0-1 0 0,-2 0 1 0 0,0-1-1 0 0,-1 1 1 0 0,-12 20 0 0 0,17-34-10 0 0,0 0 1 0 0,0 0-1 0 0,0 0 1 0 0,0 0 0 0 0,0 0-1 0 0,-1-1 1 0 0,0 1-1 0 0,1-1 1 0 0,-6 4 0 0 0,7-7-13 0 0,0 1 0 0 0,0-1 0 0 0,0 1 1 0 0,0-1-1 0 0,0 1 0 0 0,1-1 1 0 0,-1 0-1 0 0,0 0 0 0 0,0 1 1 0 0,1-1-1 0 0,-1 0 0 0 0,1 0 1 0 0,-1 0-1 0 0,1 0 0 0 0,-1 0 1 0 0,0-1-1 0 0,4-14-5 0 0,1 0-1 0 0,0 0 1 0 0,1 0 0 0 0,0 0 0 0 0,2 1 0 0 0,0 0 0 0 0,12-19-1 0 0,71-96-65 0 0,-64 97 52 0 0,1 1 1 0 0,38-33-1 0 0,-45 47 9 0 0,0 2 0 0 0,1 0 0 0 0,0 1 0 0 0,41-20-1 0 0,-56 32 22 0 0,1 1-1 0 0,-1-1 0 0 0,1 1 0 0 0,0 0 1 0 0,0 1-1 0 0,0 0 0 0 0,-1 0 0 0 0,1 0 0 0 0,0 1 1 0 0,0 0-1 0 0,0 0 0 0 0,14 3 0 0 0,-17-2-4 0 0,-1 0 0 0 0,1 0 0 0 0,-1 0-1 0 0,1 1 1 0 0,-1-1 0 0 0,1 1 0 0 0,-1 0-1 0 0,0 0 1 0 0,0 0 0 0 0,0 1 0 0 0,0-1 0 0 0,0 1-1 0 0,-1-1 1 0 0,1 1 0 0 0,-1 0 0 0 0,1 0-1 0 0,-1 0 1 0 0,0 1 0 0 0,-1-1 0 0 0,1 0-1 0 0,0 1 1 0 0,-1-1 0 0 0,0 1 0 0 0,0-1-1 0 0,2 7 1 0 0,-1 3 27 0 0,-1 0 0 0 0,1 0 0 0 0,-2 0 0 0 0,0 1 0 0 0,-3 18 0 0 0,-15 67 340 0 0,12-77-727 0 0,1 0-1 0 0,1 1 1 0 0,1 0-1 0 0,2 0 1 0 0,0 36-1 0 0,2-56 147 0 0,-1 1 1 0 0,1 0-1 0 0,0-1 1 0 0,0 1-1 0 0,0-1 0 0 0,0 0 1 0 0,1 1-1 0 0,0-1 1 0 0,-1 0-1 0 0,1 0 0 0 0,0 0 1 0 0,0 0-1 0 0,1 0 0 0 0,-1 0 1 0 0,1 0-1 0 0,-1-1 1 0 0,1 1-1 0 0,0-1 0 0 0,0 0 1 0 0,0 0-1 0 0,0 0 1 0 0,0 0-1 0 0,1-1 0 0 0,-1 1 1 0 0,0-1-1 0 0,1 0 1 0 0,5 2-1 0 0,5-1-959 0 0,1 1 1 0 0,-1-2-1 0 0,0 0 0 0 0,1-1 1 0 0,25-2-1 0 0,1-2-2521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26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1298 2224 0 0,'19'-13'981'0'0,"-2"0"-1"0"0,0-1 0 0 0,-1-1 1 0 0,0-1-1 0 0,-1 0 1 0 0,-1-1-1 0 0,-1 0 0 0 0,0-1 1 0 0,-1-1-1 0 0,-1 0 1 0 0,-1 0-1 0 0,13-35 0 0 0,-22 51-776 0 0,0-1-1 0 0,0 0 1 0 0,0 0-1 0 0,0 1 1 0 0,-1-1-1 0 0,1 0 1 0 0,-1 0-1 0 0,0 0 1 0 0,0 0-1 0 0,-1 1 1 0 0,1-1-1 0 0,-1 0 1 0 0,0 0-1 0 0,0 0 0 0 0,0 1 1 0 0,0-1-1 0 0,-1 1 1 0 0,0-1-1 0 0,1 1 1 0 0,-1-1-1 0 0,-4-4 1 0 0,0 6 195 0 0,-3 2-255 0 0,-1 1 0 0 0,1 0-1 0 0,0 0 1 0 0,0 1 0 0 0,0 0 0 0 0,0 1-1 0 0,0 0 1 0 0,1 0 0 0 0,-1 1 0 0 0,1 0-1 0 0,0 1 1 0 0,-9 5 0 0 0,-18 14 186 0 0,-41 36 0 0 0,69-54-291 0 0,-15 13 141 0 0,1 2 0 0 0,-30 36 0 0 0,41-45-152 0 0,1 1 1 0 0,0 0-1 0 0,1 1 1 0 0,0 0-1 0 0,1 0 1 0 0,-7 21-1 0 0,13-30-29 0 0,0 0 1 0 0,-1 0-1 0 0,1 0 0 0 0,1 0 1 0 0,-1 1-1 0 0,1-1 0 0 0,0 0 1 0 0,0 0-1 0 0,1 0 0 0 0,-1 0 1 0 0,3 8-1 0 0,-2-10-2 0 0,0 0 0 0 0,0 0 0 0 0,1-1 0 0 0,-1 1 0 0 0,1 0 0 0 0,-1-1 0 0 0,1 0 0 0 0,0 1 0 0 0,0-1 0 0 0,0 0 1 0 0,0 0-1 0 0,1 0 0 0 0,-1 0 0 0 0,1 0 0 0 0,-1 0 0 0 0,1-1 0 0 0,-1 1 0 0 0,1-1 0 0 0,0 0 0 0 0,4 2 0 0 0,1-1-27 0 0,0 0 0 0 0,0 0 0 0 0,0-1 0 0 0,0 0 0 0 0,0-1 0 0 0,0 1 0 0 0,0-1 0 0 0,0-1 0 0 0,0 0 0 0 0,0 0 0 0 0,0 0 0 0 0,0-1 0 0 0,0 0 0 0 0,0-1 0 0 0,-1 0 0 0 0,1 0 0 0 0,-1-1 0 0 0,0 1 0 0 0,13-10 0 0 0,-8 3-10 0 0,0 0 0 0 0,0-1 1 0 0,-1 0-1 0 0,0 0 0 0 0,-1-1 1 0 0,0-1-1 0 0,-1 0 1 0 0,0 0-1 0 0,8-18 0 0 0,42-104-51 0 0,-44 98 0 0 0,-14 34 108 0 0,-1 5 52 0 0,-26 114 820 0 0,13-66-773 0 0,-6 55-1 0 0,17-91-115 0 0,1 1-1 0 0,0-1 1 0 0,1 0 0 0 0,1 1 0 0 0,0-1 0 0 0,4 18 0 0 0,-4-28-34 0 0,0-1 0 0 0,0 1-1 0 0,0-1 1 0 0,1 1 0 0 0,-1-1 0 0 0,1 0 0 0 0,0 0 0 0 0,0 0 0 0 0,0 0 0 0 0,0 0 0 0 0,1 0 0 0 0,-1 0 0 0 0,1-1 0 0 0,-1 1 0 0 0,1-1-1 0 0,0 0 1 0 0,0 0 0 0 0,0 0 0 0 0,0 0 0 0 0,1 0 0 0 0,-1-1 0 0 0,0 1 0 0 0,1-1 0 0 0,-1 0 0 0 0,1 0 0 0 0,-1 0 0 0 0,1-1 0 0 0,-1 1-1 0 0,8-1 1 0 0,4 0-295 0 0,1-1 0 0 0,0-1 0 0 0,-1 0 1 0 0,0-1-1 0 0,1-1 0 0 0,-1 0 0 0 0,0-1 0 0 0,-1-1 0 0 0,1 0 0 0 0,-1-1 0 0 0,15-10 0 0 0,10-8-615 0 0,-1-2 1 0 0,50-47-1 0 0,-47 36 483 0 0,-3-2-1 0 0,-1-2 0 0 0,-2-2 0 0 0,48-78 1 0 0,-40 47 207 0 0,-3-2 1 0 0,39-104-1 0 0,-48 95 983 0 0,-3-1 0 0 0,-4-1 0 0 0,-4-1-1 0 0,11-117 1 0 0,-27 169 134 0 0,-1 14-271 0 0,-1 0 0 0 0,-1-1-1 0 0,-1 1 1 0 0,-4-24 0 0 0,-11 68-292 0 0,-3 29-68 0 0,3 2-1 0 0,-14 88 0 0 0,11-50 126 0 0,-89 462 1381 0 0,107-550-1730 0 0,-8 41 109 0 0,-20 124 73 0 0,24-132-159 0 0,2 0 0 0 0,3 64-1 0 0,0-90-32 0 0,0 1-1 0 0,0 0 1 0 0,1-1-1 0 0,1 1 1 0 0,-1-1-1 0 0,1 0 1 0 0,1 0-1 0 0,0 0 1 0 0,0 0-1 0 0,1 0 1 0 0,0-1-1 0 0,0 0 1 0 0,1 0-1 0 0,0-1 1 0 0,0 1-1 0 0,1-1 1 0 0,0 0-1 0 0,0-1 1 0 0,1 0-1 0 0,0 0 1 0 0,0-1-1 0 0,0 1 1 0 0,1-2-1 0 0,-1 1 1 0 0,1-2-1 0 0,13 5 1 0 0,-7-3-53 0 0,1-2-1 0 0,-1 0 1 0 0,1 0 0 0 0,-1-2 0 0 0,1 0 0 0 0,0-1-1 0 0,0 0 1 0 0,-1-1 0 0 0,1-1 0 0 0,-1-1 0 0 0,1 0-1 0 0,-1-1 1 0 0,0 0 0 0 0,0-1 0 0 0,0-1 0 0 0,-1-1-1 0 0,0 0 1 0 0,0 0 0 0 0,-1-2 0 0 0,0 1 0 0 0,0-2-1 0 0,-1 0 1 0 0,0 0 0 0 0,-1-1 0 0 0,0-1 0 0 0,-1 0 0 0 0,12-16-1 0 0,-10 10 23 0 0,-1 0-1 0 0,0-1 1 0 0,-2 0-1 0 0,0 0 1 0 0,-1-1 0 0 0,-1 0-1 0 0,-1 0 1 0 0,-1-1-1 0 0,5-33 1 0 0,-9 43 67 0 0,0 0 1 0 0,-1 0-1 0 0,0 0 0 0 0,-1 0 1 0 0,0 0-1 0 0,0 0 0 0 0,-1 1 1 0 0,-1-1-1 0 0,0 0 1 0 0,0 1-1 0 0,-1 0 0 0 0,0 0 1 0 0,-1 0-1 0 0,0 0 0 0 0,-1 1 1 0 0,0-1-1 0 0,0 1 1 0 0,-1 1-1 0 0,0 0 0 0 0,-9-9 1 0 0,-6 3 24 0 0,20 13-58 0 0,-1 2 8 0 0,-9 7 8 0 0,12-8-16 0 0,0 1 0 0 0,-1-1-1 0 0,1 1 1 0 0,0-1-1 0 0,0 1 1 0 0,0-1-1 0 0,-1 1 1 0 0,1-1 0 0 0,0 1-1 0 0,0-1 1 0 0,0 1-1 0 0,0-1 1 0 0,0 1 0 0 0,0-1-1 0 0,0 1 1 0 0,0-1-1 0 0,0 1 1 0 0,0-1-1 0 0,0 1 1 0 0,0-1 0 0 0,1 1-1 0 0,-1-1 1 0 0,0 1-1 0 0,1 0 1 0 0,1 4-8 0 0,1-1 1 0 0,1 1-1 0 0,-1-1 0 0 0,1 0 1 0 0,-1 0-1 0 0,1 0 0 0 0,0-1 0 0 0,1 1 1 0 0,-1-1-1 0 0,1 0 0 0 0,-1 0 1 0 0,1 0-1 0 0,0-1 0 0 0,0 0 1 0 0,8 3-1 0 0,7 2-244 0 0,1-1 0 0 0,35 5 1 0 0,-12-5-161 0 0,0-2 0 0 0,0-3 1 0 0,1-1-1 0 0,-1-2 1 0 0,0-2-1 0 0,67-15 0 0 0,-100 16 357 0 0,0 0 0 0 0,-1 0 0 0 0,1-1 0 0 0,-1-1 0 0 0,1 0 0 0 0,-1 0 0 0 0,16-12-1 0 0,-22 14 151 0 0,1-1 0 0 0,-1 0 0 0 0,0 0 0 0 0,0 0-1 0 0,0 0 1 0 0,0-1 0 0 0,-1 1 0 0 0,0-1 0 0 0,0 0-1 0 0,0 0 1 0 0,0 0 0 0 0,-1-1 0 0 0,0 1-1 0 0,0 0 1 0 0,0-1 0 0 0,1-8 0 0 0,-3 13-33 0 0,0-1 0 0 0,0 1 0 0 0,0-1 0 0 0,0 1 0 0 0,0-1 0 0 0,0 1 0 0 0,0-1 0 0 0,0 1 0 0 0,0-1 0 0 0,-1 1 0 0 0,1-1 0 0 0,-1 1 0 0 0,1-1 0 0 0,-2-1 0 0 0,2 3-36 0 0,-1-1 0 0 0,1 1 0 0 0,0-1 0 0 0,-1 1 0 0 0,1-1 0 0 0,-1 1 0 0 0,1 0 0 0 0,-1-1 0 0 0,0 1 0 0 0,1 0 0 0 0,-1-1 0 0 0,1 1 0 0 0,-1 0 0 0 0,0 0 0 0 0,1-1 0 0 0,-1 1 0 0 0,1 0 0 0 0,-1 0 0 0 0,0 0 0 0 0,1 0 0 0 0,-1 0 0 0 0,-1 0 0 0 0,-1 1 32 0 0,0 0 1 0 0,1-1-1 0 0,-1 1 0 0 0,0 0 0 0 0,1 1 1 0 0,-1-1-1 0 0,0 0 0 0 0,1 1 0 0 0,0-1 0 0 0,-1 1 1 0 0,1 0-1 0 0,-3 3 0 0 0,-16 17 499 0 0,1 2 0 0 0,1 1 0 0 0,1 0 1 0 0,-22 43-1 0 0,19-27-201 0 0,1 2-1 0 0,-18 60 1 0 0,30-75-264 0 0,-7 43 0 0 0,13-60-96 0 0,1 0 0 0 0,0 0 0 0 0,1 1 0 0 0,0-1 0 0 0,1 0 0 0 0,3 21 0 0 0,-3-29-60 0 0,0 0 1 0 0,0 0 0 0 0,0 0-1 0 0,1 0 1 0 0,-1 0 0 0 0,1 0-1 0 0,-1 0 1 0 0,1 0 0 0 0,0 0-1 0 0,0-1 1 0 0,1 1 0 0 0,-1-1-1 0 0,0 0 1 0 0,1 0 0 0 0,-1 0-1 0 0,5 3 1 0 0,-2-2-121 0 0,0-1 0 0 0,0 0 0 0 0,1 0 0 0 0,-1 0 0 0 0,0 0 0 0 0,1-1 0 0 0,0 0 0 0 0,10 1 0 0 0,3-2-466 0 0,0-1-1 0 0,0-1 1 0 0,0 0 0 0 0,31-9-1 0 0,-6 0-374 0 0,-1-2-1 0 0,0-2 1 0 0,-2-2-1 0 0,1-2 1 0 0,-2-1-1 0 0,49-34 1 0 0,-68 39 1037 0 0,0-1 1 0 0,-1 0 0 0 0,-1-2-1 0 0,0 0 1 0 0,-1-1-1 0 0,-1 0 1 0 0,-2-2 0 0 0,1 0-1 0 0,-2-1 1 0 0,-1 0 0 0 0,-1-1-1 0 0,14-35 1 0 0,-19 34 1373 0 0,-1 0 1 0 0,-2 0-1 0 0,0-1 1 0 0,-1 1-1 0 0,-1-33 1 0 0,-2 54-1084 0 0,-4-1 573 0 0,2 2-424 0 0,-2 8-243 0 0,-6 11 429 0 0,1 0 1 0 0,1 0-1 0 0,-10 32 1 0 0,2-5-263 0 0,-5 11-453 0 0,2 1-1 0 0,3 0 0 0 0,2 1 0 0 0,-10 90 0 0 0,23-138-331 0 0,1-1-1 0 0,0 0 1 0 0,0 0-1 0 0,1 0 0 0 0,0 0 1 0 0,0 0-1 0 0,1 0 0 0 0,0 0 1 0 0,4 9-1 0 0,-4-13-80 0 0,-1 0 0 0 0,1-1 0 0 0,1 1 0 0 0,-1-1 0 0 0,1 1 0 0 0,-1-1-1 0 0,1 0 1 0 0,4 4 0 0 0,-4-5-234 0 0,0 1-1 0 0,0-1 0 0 0,1 0 1 0 0,-1-1-1 0 0,0 1 0 0 0,1-1 1 0 0,-1 1-1 0 0,1-1 0 0 0,-1 0 1 0 0,6 1-1 0 0,11-1-6096 0 0</inkml:trace>
  <inkml:trace contextRef="#ctx0" brushRef="#br0" timeOffset="1">3202 997 2800 0 0,'13'-37'3869'0'0,"-9"24"-2491"0"0,1 1 0 0 0,0 0 1 0 0,7-14-1 0 0,-9 22-1085 0 0,0 0 0 0 0,0 0-1 0 0,0 0 1 0 0,0 0 0 0 0,1 1 0 0 0,-1-1 0 0 0,1 1-1 0 0,0 0 1 0 0,0 0 0 0 0,1 0 0 0 0,-1 0-1 0 0,5-1 1 0 0,-3 1-85 0 0,0 1 0 0 0,-1 0 0 0 0,1 0-1 0 0,0 1 1 0 0,0 0 0 0 0,1 0 0 0 0,-1 0 0 0 0,0 1 0 0 0,0 0 0 0 0,0 0-1 0 0,0 0 1 0 0,1 1 0 0 0,5 1 0 0 0,-3 1-21 0 0,0-1 1 0 0,0 1-1 0 0,0 1 0 0 0,-1 0 1 0 0,0 0-1 0 0,0 1 1 0 0,0-1-1 0 0,10 9 0 0 0,-10-7-77 0 0,-1 1-1 0 0,1 0 1 0 0,-1 0-1 0 0,0 0 1 0 0,-1 1-1 0 0,0 0 0 0 0,0 0 1 0 0,-1 1-1 0 0,0 0 1 0 0,0 0-1 0 0,-1 0 1 0 0,0 0-1 0 0,-1 1 0 0 0,0-1 1 0 0,-1 1-1 0 0,3 18 1 0 0,-5-14-23 0 0,0 0 1 0 0,-2 0 0 0 0,0-1-1 0 0,0 1 1 0 0,-1-1 0 0 0,-1 1-1 0 0,0-1 1 0 0,-1 0-1 0 0,0-1 1 0 0,-1 1 0 0 0,-9 13-1 0 0,-5 5 19 0 0,-2 0 0 0 0,-46 49 0 0 0,41-49 252 0 0,25-30-196 0 0,4-3-114 0 0,4-8-82 0 0,0 1 1 0 0,1 1 0 0 0,0-1 0 0 0,0 1-1 0 0,1 0 1 0 0,15-11 0 0 0,-2 1-126 0 0,143-145-663 0 0,-20 20 524 0 0,-134 134 341 0 0,0-1 0 0 0,0 0-1 0 0,-1-1 1 0 0,-1 0 0 0 0,0 0 0 0 0,10-20-1 0 0,-17 31-39 0 0,-1 0-1 0 0,0-1 0 0 0,0 1 0 0 0,1 0 0 0 0,-1-1 0 0 0,0 1 1 0 0,0 0-1 0 0,0-1 0 0 0,0 1 0 0 0,0 0 0 0 0,1-1 0 0 0,-1 1 0 0 0,0-1 1 0 0,0 1-1 0 0,0 0 0 0 0,0-1 0 0 0,0 1 0 0 0,0 0 0 0 0,0-1 1 0 0,0 1-1 0 0,0-1 0 0 0,0 1 0 0 0,0 0 0 0 0,-1-1 0 0 0,1 1 0 0 0,0 0 1 0 0,0-1-1 0 0,0 1 0 0 0,0 0 0 0 0,-1-1 0 0 0,1 1 0 0 0,0 0 1 0 0,0-1-1 0 0,-1 1 0 0 0,1 0 0 0 0,0 0 0 0 0,0-1 0 0 0,-1 1 0 0 0,1 0 1 0 0,0 0-1 0 0,-1 0 0 0 0,1-1 0 0 0,0 1 0 0 0,-1 0 0 0 0,1 0 1 0 0,0 0-1 0 0,-1 0 0 0 0,1 0 0 0 0,0 0 0 0 0,-1 0 0 0 0,1-1 0 0 0,-1 1 1 0 0,1 0-1 0 0,0 0 0 0 0,-1 0 0 0 0,1 1 0 0 0,0-1 0 0 0,-1 0 1 0 0,1 0-1 0 0,0 0 0 0 0,-1 0 0 0 0,1 0 0 0 0,-1 0 0 0 0,1 1 0 0 0,-25 8 50 0 0,14-1 35 0 0,0 1-1 0 0,1 0 1 0 0,0 1 0 0 0,1 0 0 0 0,0 0 0 0 0,0 1 0 0 0,1 0-1 0 0,1 0 1 0 0,-8 15 0 0 0,7-10 55 0 0,1 0 0 0 0,1 0-1 0 0,0 1 1 0 0,1 0 0 0 0,0 0 0 0 0,-3 29 0 0 0,8-40-113 0 0,0 1 0 0 0,-1-1-1 0 0,2 1 1 0 0,-1 0 0 0 0,1-1 0 0 0,0 1 0 0 0,1-1 0 0 0,-1 0 0 0 0,1 1 0 0 0,0-1 0 0 0,1 0 0 0 0,0 0 0 0 0,0 0 0 0 0,0 0 0 0 0,0-1 0 0 0,1 1-1 0 0,0-1 1 0 0,8 8 0 0 0,-6-7-20 0 0,1 0 0 0 0,1 0 0 0 0,-1-1-1 0 0,1 0 1 0 0,0 0 0 0 0,0-1 0 0 0,0 0-1 0 0,1 0 1 0 0,-1-1 0 0 0,1 0 0 0 0,0-1-1 0 0,15 3 1 0 0,-9-3-237 0 0,1-1 0 0 0,-1 0 1 0 0,1-1-1 0 0,-1-1 0 0 0,1 0 0 0 0,-1-1 1 0 0,1-1-1 0 0,22-7 0 0 0,-28 7-520 0 0,0-1 0 0 0,0-1 0 0 0,-1 0 0 0 0,1 0 1 0 0,13-10-1 0 0,-17 10-446 0 0,1-1 1 0 0,-1 0 0 0 0,0 0 0 0 0,-1 0-1 0 0,1-1 1 0 0,-1 1 0 0 0,6-13 0 0 0,2-5-6205 0 0</inkml:trace>
  <inkml:trace contextRef="#ctx0" brushRef="#br0" timeOffset="2">3258 306 112 0 0,'-95'-26'8320'0'0,"-62"-20"7108"0"0,133 39-13336 0 0,-1-3-415 0 0,23 9-1433 0 0,2 1-222 0 0,-1-1 0 0 0,1 1 0 0 0,-1 0 1 0 0,1 0-1 0 0,0-1 0 0 0,-1 1 0 0 0,1 0 1 0 0,0 0-1 0 0,-1-1 0 0 0,1 1 0 0 0,0 0 1 0 0,-1-1-1 0 0,1 1 0 0 0,0 0 0 0 0,0-1 1 0 0,-1 1-1 0 0,1-1 0 0 0,0 1 1 0 0,0 0-1 0 0,0-1 0 0 0,-1 1 0 0 0,1-1 1 0 0,0 1-1 0 0,0-1 0 0 0,0 1 0 0 0,0 0 1 0 0,0-1-1 0 0,0 1 0 0 0,0-1 0 0 0,0 0 1 0 0,-2-7-1903 0 0</inkml:trace>
  <inkml:trace contextRef="#ctx0" brushRef="#br0" timeOffset="3">544 461 2140 0 0,'-268'43'17620'0'0,"264"-43"-16594"0"0,52-9-355 0 0,66-5 0 0 0,-66 9-719 0 0,492-24-7109 0 0,-366 24 1231 0 0,-52 0-667 0 0</inkml:trace>
  <inkml:trace contextRef="#ctx0" brushRef="#br0" timeOffset="4">5620 1326 3068 0 0,'-4'0'3152'0'0,"-67"12"7344"0"0,69-11-10285 0 0,0 0 0 0 0,0 0-1 0 0,0 0 1 0 0,0 0 0 0 0,0 0-1 0 0,0 1 1 0 0,1-1 0 0 0,-1 1-1 0 0,0-1 1 0 0,1 1 0 0 0,-1 0-1 0 0,1-1 1 0 0,-1 1 0 0 0,-1 3-1 0 0,-14 30 828 0 0,13-24-729 0 0,-158 290 1425 0 0,38-111-5793 0 0,77-126-3953 0 0,25-39-470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27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377 455 2228 0 0,'-4'-15'1469'0'0,"2"0"-1"0"0,0 0 1 0 0,1 0 0 0 0,0 0-1 0 0,3-25 1 0 0,1-32 5919 0 0,-3 77-6743 0 0,-3 22 178 0 0,-2 0 0 0 0,-11 42 1 0 0,-26 59 506 0 0,30-94-1093 0 0,-67 174 874 0 0,-22 70-252 0 0,33-71 843 0 0,67-206-1622 0 0,1 0-1 0 0,0 0 1 0 0,0 0-1 0 0,0 0 0 0 0,-1 0 1 0 0,1 0-1 0 0,-1 0 0 0 0,1 0 1 0 0,-1 0-1 0 0,1-1 1 0 0,-1 1-1 0 0,1 0 0 0 0,-1 0 1 0 0,0 0-1 0 0,0 0 0 0 0,0-1-52 0 0,1 0 0 0 0,0 0-1 0 0,-1-1 1 0 0,1 1 0 0 0,0 0 0 0 0,-1 0-1 0 0,1-1 1 0 0,0 1 0 0 0,0 0-1 0 0,-1-1 1 0 0,1 1 0 0 0,0 0-1 0 0,0-1 1 0 0,0 1 0 0 0,0 0-1 0 0,-1-1 1 0 0,1 1 0 0 0,0 0 0 0 0,0-1-1 0 0,0 1 1 0 0,0-1 0 0 0,0 1-1 0 0,0 0 1 0 0,0-1 0 0 0,0 0-1 0 0,-2-36 359 0 0,7-21-250 0 0,2-1 0 0 0,25-92-1 0 0,50-110-3 0 0,50-63-247 0 0,-106 272 58 0 0,2 1 1 0 0,2 2-1 0 0,2 1 1 0 0,41-46-1 0 0,-64 82 31 0 0,2 1-1 0 0,-1 1 1 0 0,2 0 0 0 0,21-15-1 0 0,-32 24 27 0 0,0 0-1 0 0,0 1 0 0 0,0-1 1 0 0,0 1-1 0 0,0 0 0 0 0,0-1 1 0 0,0 1-1 0 0,0 0 0 0 0,1 0 1 0 0,-1-1-1 0 0,0 1 0 0 0,0 0 0 0 0,0 0 1 0 0,1 0-1 0 0,-1 1 0 0 0,1-1 1 0 0,2 0-5 0 0,-1 0 8 0 0,0 1 0 0 0,1-1-1 0 0,-1 0 1 0 0,1 1-1 0 0,-1 0 1 0 0,0 0 0 0 0,1 0-1 0 0,-1 0 1 0 0,0 0-1 0 0,0 1 1 0 0,0 0-1 0 0,0-1 1 0 0,0 1 0 0 0,0 0-1 0 0,-1 0 1 0 0,5 4-1 0 0,1 2 30 0 0,0 1 0 0 0,0 0-1 0 0,7 11 1 0 0,-2 1 33 0 0,0 0 0 0 0,-1 1 0 0 0,-2 1 0 0 0,0-1 1 0 0,8 31-1 0 0,-5-4 198 0 0,12 77-1 0 0,27 314 176 0 0,-20-204-289 0 0,-31-224-936 0 0,1 0 0 0 0,5 19 1 0 0,9-25-6047 0 0,-15-6 6629 0 0,-1 0-1 0 0,1 0 0 0 0,-1-1 1 0 0,1 1-1 0 0,-1 0 0 0 0,1-1 1 0 0,3-3-1646 0 0,5-18-6194 0 0</inkml:trace>
  <inkml:trace contextRef="#ctx0" brushRef="#br0" timeOffset="1">258 829 744 0 0,'-82'-4'6594'0'0,"-84"-7"4992"0"0,163 11-11146 0 0,0-1-72 0 0,0-2 52 0 0,7 0-134 0 0,23-7-16 0 0,35-5-225 0 0,232-31-3620 0 0,-72 14-5097 0 0,-146 19 2570 0 0</inkml:trace>
  <inkml:trace contextRef="#ctx0" brushRef="#br0" timeOffset="2">1697 302 52 0 0,'-82'-46'16205'0'0,"48"25"-10564"0"0,34 22-5596 0 0,-1-1 0 0 0,1 1-1 0 0,-1-1 1 0 0,1 0 0 0 0,-1 1 0 0 0,1-1 0 0 0,-1 1-1 0 0,1-1 1 0 0,-1 1 0 0 0,1-1 0 0 0,0 1 0 0 0,-1 0-1 0 0,1-1 1 0 0,0 1 0 0 0,0-1 0 0 0,-1 1 0 0 0,1 0-1 0 0,0-1 1 0 0,0 1 0 0 0,0 0 0 0 0,0-1 0 0 0,0 1-1 0 0,0-1 1 0 0,0 1 0 0 0,0 0 0 0 0,0-1 0 0 0,0 1-1 0 0,0 0 1 0 0,0-1 0 0 0,1 1 0 0 0,-1 0 0 0 0,0-1 0 0 0,0 1-1 0 0,1-1 1 0 0,-1 1 0 0 0,0 0 0 0 0,1-1 0 0 0,0 1-1 0 0,19 27 879 0 0,-13-19-635 0 0,150 187 2213 0 0,-32-42-2014 0 0,-104-127-568 0 0,125 159 352 0 0,-38-71-3446 0 0,-93-100 1635 0 0,2-1 0 0 0,34 23 0 0 0,-42-31-492 0 0,1-1 0 0 0,0 0 0 0 0,0-1-1 0 0,14 5 1 0 0,-4-5-5642 0 0</inkml:trace>
  <inkml:trace contextRef="#ctx0" brushRef="#br0" timeOffset="3">2416 365 2240 0 0,'-23'-34'3608'0'0,"-1"1"0"0"0,-2 2-1 0 0,-1 1 1 0 0,-34-30 0 0 0,59 59-3514 0 0,0-1 0 0 0,1 1 1 0 0,-1 0-1 0 0,0 0 0 0 0,0 0 1 0 0,0 0-1 0 0,0 0 0 0 0,1 1 1 0 0,-1-1-1 0 0,0 1 1 0 0,0-1-1 0 0,0 1 0 0 0,0 0 1 0 0,-1-1-1 0 0,1 1 0 0 0,0 0 1 0 0,0 0-1 0 0,-2 1 1 0 0,0 0-16 0 0,0 0 1 0 0,0 0 0 0 0,0 0-1 0 0,0 1 1 0 0,1 0 0 0 0,-1 0-1 0 0,1 0 1 0 0,-7 4 0 0 0,-2 4 77 0 0,1 0 1 0 0,0 1-1 0 0,-16 21 1 0 0,-22 33 501 0 0,-44 75 1 0 0,-30 78 138 0 0,61-107-654 0 0,-119 230-456 0 0,157-288-4409 0 0,23-52 4574 0 0,1-1 0 0 0,0 1 1 0 0,-1 0-1 0 0,1 0 1 0 0,0 0-1 0 0,0 0 0 0 0,0 0 1 0 0,0-1-1 0 0,0 1 1 0 0,0 0-1 0 0,0 0 1 0 0,0 0-1 0 0,0 0 0 0 0,0 0 1 0 0,1 1-1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2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1 701 3172 0 0,'36'-43'16324'0'0,"-26"34"-12372"0"0,-8 7-3656 0 0,-1 0 0 0 0,0 0 0 0 0,1 1 0 0 0,-1-1 0 0 0,1 0-1 0 0,0 1 1 0 0,0 0 0 0 0,-1-1 0 0 0,4-1 0 0 0,40-8-10 0 0,0 1 0 0 0,74-6 0 0 0,-41 7-893 0 0,-75 9 438 0 0,96-12-2896 0 0,-64 10-1374 0 0,2 1-4810 0 0,-19 1 1917 0 0</inkml:trace>
  <inkml:trace contextRef="#ctx0" brushRef="#br0" timeOffset="1">126 865 3356 0 0,'-48'27'6823'0'0,"28"-16"-2289"0"0,-33 24 1029 0 0,69-30-4851 0 0,-14-4-681 0 0,0-1 0 0 0,0 1 1 0 0,0-1-1 0 0,0 1 0 0 0,0-1 0 0 0,0 0 0 0 0,-1 0 1 0 0,1 0-1 0 0,0 0 0 0 0,0 0 0 0 0,0-1 0 0 0,4 0 1 0 0,3 0 34 0 0,178-11-814 0 0,-4-6-3376 0 0,-175 17 3891 0 0,146-23-7132 0 0,-69 9 779 0 0</inkml:trace>
  <inkml:trace contextRef="#ctx0" brushRef="#br0" timeOffset="2">2277 75 2212 0 0,'-80'-56'20231'0'0,"57"42"-16094"0"0,20 13-3114 0 0,3 1-997 0 0,0 0 1 0 0,-1-1 0 0 0,1 1 0 0 0,0 0 0 0 0,-1-1-1 0 0,1 1 1 0 0,-1 0 0 0 0,1 0 0 0 0,-1-1 0 0 0,1 1 0 0 0,0 0-1 0 0,-1 0 1 0 0,1 0 0 0 0,-1 0 0 0 0,1-1 0 0 0,-1 1-1 0 0,1 0 1 0 0,-1 0 0 0 0,1 0 0 0 0,-1 0 0 0 0,1 0 0 0 0,-1 0-1 0 0,1 0 1 0 0,-1 1 0 0 0,1-1 0 0 0,-1 0 0 0 0,0 0-1 0 0,-16 5 204 0 0,4 5-167 0 0,1 0 0 0 0,0 1 0 0 0,0 0 0 0 0,1 1 0 0 0,-10 14 0 0 0,-48 73-15 0 0,66-94-43 0 0,-25 39 44 0 0,1 1 0 0 0,2 1 0 0 0,3 1 0 0 0,-30 88 0 0 0,46-113-49 0 0,0 0 1 0 0,1 1-1 0 0,2-1 1 0 0,0 1-1 0 0,1-1 1 0 0,1 1-1 0 0,2 0 1 0 0,0 0-1 0 0,1 0 1 0 0,1-1-1 0 0,1 1 0 0 0,1-1 1 0 0,12 31-1 0 0,-12-42 21 0 0,0 0 0 0 0,0-1-1 0 0,1 0 1 0 0,1 0-1 0 0,0-1 1 0 0,0 1-1 0 0,1-1 1 0 0,0-1 0 0 0,0 0-1 0 0,1 0 1 0 0,0 0-1 0 0,0-1 1 0 0,1-1 0 0 0,0 1-1 0 0,0-2 1 0 0,1 1-1 0 0,-1-2 1 0 0,1 1-1 0 0,15 3 1 0 0,-10-4 117 0 0,-1-1 0 0 0,1-1 0 0 0,0 0 0 0 0,0-1 0 0 0,0 0 1 0 0,0-2-1 0 0,0 0 0 0 0,0-1 0 0 0,0 0 0 0 0,0-1 0 0 0,0-1 0 0 0,-1 0 0 0 0,26-12 0 0 0,-23 7-107 0 0,0 0 0 0 0,-1-2-1 0 0,0 0 1 0 0,-1 0 0 0 0,0-2 0 0 0,-1 0-1 0 0,-1-1 1 0 0,0 0 0 0 0,15-21 0 0 0,-14 15 17 0 0,-1 0-1 0 0,-2-1 1 0 0,0 0 0 0 0,-1-1 0 0 0,-1-1 0 0 0,-1 1 0 0 0,9-35 0 0 0,-13 36-12 0 0,-1-1 1 0 0,-1 1-1 0 0,-1-1 1 0 0,-1 0-1 0 0,0 1 0 0 0,-2-1 1 0 0,0 0-1 0 0,-7-30 0 0 0,4 35-24 0 0,0 0 0 0 0,-2 1-1 0 0,0 0 1 0 0,0 0-1 0 0,-2 1 1 0 0,0 0-1 0 0,0 0 1 0 0,-2 0-1 0 0,0 1 1 0 0,0 1-1 0 0,-17-17 1 0 0,16 20-119 0 0,-1 0-1 0 0,0 1 1 0 0,-1 1 0 0 0,1 0 0 0 0,-2 0-1 0 0,1 1 1 0 0,-1 1 0 0 0,0 0-1 0 0,-1 1 1 0 0,1 1 0 0 0,-1 0 0 0 0,0 1-1 0 0,0 0 1 0 0,-18 0 0 0 0,-7 2-426 0 0,1 1 1 0 0,-1 2-1 0 0,1 1 1 0 0,-49 11-1 0 0,-212 66-4197 0 0,5 24-1487 0 0,163-55 1659 0 0,-98 33-6028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32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265 295 2084 0 0,'-19'-80'7546'0'0,"3"18"-3287"0"0,-26-59 0 0 0,35 109-3657 0 0,6 11-538 0 0,0-1-1 0 0,0 1 1 0 0,0-1-1 0 0,0 0 0 0 0,0 1 1 0 0,0-1-1 0 0,1 0 1 0 0,-1 1-1 0 0,0-4 0 0 0,-10 14 76 0 0,10-7-126 0 0,0 1-1 0 0,0 0 0 0 0,0-1 1 0 0,0 1-1 0 0,1 0 1 0 0,-1 0-1 0 0,1 0 1 0 0,0-1-1 0 0,0 1 0 0 0,0 0 1 0 0,0 5-1 0 0,0 3 30 0 0,-24 682 945 0 0,23-656-963 0 0,-8 103 288 0 0,9-137-255 0 0,-3-6-78 0 0,1-1 12 0 0,-1 0-1 0 0,1 0 0 0 0,0 0 1 0 0,0 0-1 0 0,1 0 0 0 0,-1-1 1 0 0,1 1-1 0 0,0-1 0 0 0,0 1 1 0 0,1-1-1 0 0,-1-5 1 0 0,0-61-150 0 0,1 49 105 0 0,1-60-89 0 0,4-1 1 0 0,16-87-1 0 0,-13 126 105 0 0,3-1 0 0 0,1 1 0 0 0,2 1 1 0 0,3 0-1 0 0,27-54 0 0 0,-40 90 21 0 0,0 1 1 0 0,0-1-1 0 0,0 1 0 0 0,1 0 1 0 0,-1 0-1 0 0,2 1 1 0 0,-1-1-1 0 0,0 1 0 0 0,1 0 1 0 0,0 1-1 0 0,0-1 0 0 0,1 1 1 0 0,7-3-1 0 0,-11 6 10 0 0,0 0 0 0 0,0 0 0 0 0,1 0-1 0 0,-1 1 1 0 0,0 0 0 0 0,0-1 0 0 0,1 1-1 0 0,-1 1 1 0 0,0-1 0 0 0,0 0 0 0 0,1 1 0 0 0,-1-1-1 0 0,0 1 1 0 0,0 0 0 0 0,0 0 0 0 0,0 1 0 0 0,0-1-1 0 0,0 0 1 0 0,0 1 0 0 0,0 0 0 0 0,-1 0 0 0 0,1-1-1 0 0,-1 2 1 0 0,1-1 0 0 0,-1 0 0 0 0,0 0 0 0 0,0 1-1 0 0,0-1 1 0 0,0 1 0 0 0,3 4 0 0 0,-1 1 2 0 0,1 0 0 0 0,-1 0 0 0 0,-1 1 1 0 0,0-1-1 0 0,0 1 0 0 0,0 0 0 0 0,-1 0 0 0 0,0 0 1 0 0,0 13-1 0 0,-2-8 10 0 0,0-1 0 0 0,-2 1 0 0 0,0-1 0 0 0,0 0 0 0 0,-1 0 0 0 0,0 0 1 0 0,-2 0-1 0 0,1 0 0 0 0,-1-1 0 0 0,-1 1 0 0 0,0-2 0 0 0,-1 1 0 0 0,-13 17 0 0 0,8-14 2 0 0,0-1 1 0 0,-1 0-1 0 0,0-1 0 0 0,-1 0 0 0 0,0-1 0 0 0,-1 0 0 0 0,-1-1 0 0 0,0-1 0 0 0,-19 9 0 0 0,24-15 34 0 0,0-1-1 0 0,0 0 1 0 0,0 0-1 0 0,0-1 0 0 0,0-1 1 0 0,-1 0-1 0 0,1 0 1 0 0,-1-1-1 0 0,1-1 0 0 0,0 0 1 0 0,-17-3-1 0 0,22 3-21 0 0,1 0-1 0 0,0 0 1 0 0,0 0 0 0 0,-1-1-1 0 0,1 0 1 0 0,0 0-1 0 0,-8-5 1 0 0,11 6-5 0 0,-4-5-39 0 0,13 8 22 0 0,-1 0 0 0 0,1 0-1 0 0,-1 1 1 0 0,0 0 0 0 0,0 0 0 0 0,11 9 0 0 0,37 28 4 0 0,49 60 40 0 0,-27-24-234 0 0,-68-69-32 0 0,84 70-2076 0 0,-79-68 730 0 0,-1 0-1 0 0,1-2 1 0 0,1 0-1 0 0,0 0 1 0 0,27 8-1 0 0,-15-9-4247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33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63 103 832 0 0,'-18'-28'4533'0'0,"-27"-47"6453"0"0,49 76-10778 0 0,-1 0-160 0 0,1 1 0 0 0,0-1 1 0 0,-1 1-1 0 0,0 0 0 0 0,1 1 0 0 0,-1-1 1 0 0,0 0-1 0 0,0 1 0 0 0,0 0 1 0 0,0 0-1 0 0,-1 0 0 0 0,1 0 0 0 0,-1 0 1 0 0,3 5-1 0 0,2 3 16 0 0,-1 0 0 0 0,-1 1 0 0 0,1-1 0 0 0,-2 1-1 0 0,0 1 1 0 0,0-1 0 0 0,-1 1 0 0 0,2 14 0 0 0,-3-5 24 0 0,0 0 0 0 0,-2 0-1 0 0,-4 42 1 0 0,-12 17 619 0 0,5-61-68 0 0,4-17-345 0 0,3-13-148 0 0,3-10-140 0 0,1 0 1 0 0,0 0-1 0 0,2 0 0 0 0,0 1 0 0 0,1-1 0 0 0,1 1 1 0 0,1-1-1 0 0,1 1 0 0 0,1 1 0 0 0,0-1 1 0 0,1 1-1 0 0,1 1 0 0 0,1-1 0 0 0,0 1 0 0 0,1 1 1 0 0,1 0-1 0 0,16-16 0 0 0,-24 28-10 0 0,0 0 0 0 0,0 1 0 0 0,0-1 0 0 0,1 1 0 0 0,-1 0 0 0 0,1 1 0 0 0,0-1 0 0 0,0 1 0 0 0,0 0 0 0 0,0 0 0 0 0,0 0 0 0 0,0 1 0 0 0,0-1 0 0 0,1 1 0 0 0,7 0 0 0 0,-9 1 5 0 0,0 0 0 0 0,1 0 0 0 0,-1 1-1 0 0,0 0 1 0 0,0 0 0 0 0,1 0 0 0 0,-1 0-1 0 0,0 1 1 0 0,0-1 0 0 0,0 1 0 0 0,-1 0-1 0 0,1 0 1 0 0,0 1 0 0 0,-1-1 0 0 0,1 1-1 0 0,-1 0 1 0 0,0 0 0 0 0,0 0 0 0 0,3 4 0 0 0,0 1 11 0 0,-1 0 0 0 0,0 0 0 0 0,0 0 1 0 0,-1 1-1 0 0,0 0 0 0 0,-1 0 1 0 0,0 0-1 0 0,0 0 0 0 0,2 16 1 0 0,0 11 5 0 0,0 43 1 0 0,-4-64-7 0 0,0 24-116 0 0,0-6-1926 0 0,7 45 0 0 0,-8-77 1887 0 0,0 0 0 0 0,0 0 0 0 0,0 0 0 0 0,0 0 0 0 0,0 0 0 0 0,0 0 0 0 0,1 0-1 0 0,-1 0 1 0 0,0 0 0 0 0,1-1 0 0 0,-1 1 0 0 0,1 0 0 0 0,-1 0 0 0 0,1 0-1 0 0,-1 0 1 0 0,1-1 0 0 0,0 1 0 0 0,-1 0 0 0 0,1-1 0 0 0,0 1 0 0 0,-1-1 0 0 0,1 1-1 0 0,0 0 1 0 0,0-1 0 0 0,0 0 0 0 0,-1 1 0 0 0,1-1 0 0 0,0 1 0 0 0,0-1 0 0 0,0 0-1 0 0,0 0 1 0 0,0 1 0 0 0,0-1 0 0 0,0 0 0 0 0,0 0 0 0 0,1 0 0 0 0,0-1-98 0 0,1 1 0 0 0,-1-1 0 0 0,0 0 0 0 0,0 0 0 0 0,0 0 0 0 0,0 0 0 0 0,0 0 0 0 0,0 0 0 0 0,0 0 0 0 0,-1-1 0 0 0,1 1 0 0 0,0-1 0 0 0,-1 1 0 0 0,1-1 0 0 0,1-2 0 0 0,10-13-1871 0 0,0-2-288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35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67 454 4392 0 0,'11'-24'1471'0'0,"-2"0"-1"0"0,0-1 0 0 0,-2 0 0 0 0,-1 0 0 0 0,-1 0 0 0 0,2-30 0 0 0,-3-9 3647 0 0,-6 54-4578 0 0,-3 18-156 0 0,-4 17-134 0 0,2 6-146 0 0,1 1 1 0 0,-2 55-1 0 0,7-74-101 0 0,2 1 1 0 0,-1 0-1 0 0,2-1 1 0 0,-1 1-1 0 0,2-1 1 0 0,0 1-1 0 0,1-1 1 0 0,10 25-1 0 0,-12-34 7 0 0,1 1 0 0 0,0-1 0 0 0,0 1 0 0 0,0-1 0 0 0,0 0 0 0 0,1 0 0 0 0,-1-1 0 0 0,1 1 0 0 0,0-1 0 0 0,0 1 0 0 0,0-1 0 0 0,1 0 0 0 0,-1-1 0 0 0,6 3 0 0 0,-3-2-1 0 0,0-1 0 0 0,0 0 1 0 0,1 0-1 0 0,-1 0 0 0 0,0-1 0 0 0,1 0 0 0 0,-1-1 0 0 0,1 0 1 0 0,8 0-1 0 0,-3-2 15 0 0,1 0-1 0 0,0 0 1 0 0,-1-2 0 0 0,0 0 0 0 0,1 0-1 0 0,-1-1 1 0 0,-1-1 0 0 0,1 0 0 0 0,-1 0-1 0 0,17-13 1 0 0,-22 14-12 0 0,-1-1 0 0 0,1 1 0 0 0,-1-1 0 0 0,-1-1 1 0 0,1 1-1 0 0,-1-1 0 0 0,0 0 0 0 0,0 0 0 0 0,-1-1 0 0 0,0 1 0 0 0,0-1 0 0 0,-1 0 1 0 0,0 0-1 0 0,0 0 0 0 0,-1-1 0 0 0,3-16 0 0 0,-4 14-6 0 0,-1-1-1 0 0,0 1 1 0 0,-1-1-1 0 0,0 1 1 0 0,-1 0 0 0 0,0-1-1 0 0,0 1 1 0 0,-2 0-1 0 0,1 0 1 0 0,-1 1 0 0 0,-1-1-1 0 0,-7-13 1 0 0,4 12 27 0 0,1 0 0 0 0,-2 0 0 0 0,0 1 0 0 0,0 0 0 0 0,-1 0 1 0 0,0 1-1 0 0,-1 1 0 0 0,0-1 0 0 0,-17-9 0 0 0,17 13-13 0 0,1 0 0 0 0,0 1-1 0 0,-1 0 1 0 0,0 0 0 0 0,0 2-1 0 0,0-1 1 0 0,-1 1 0 0 0,1 1 0 0 0,-1 0-1 0 0,0 1 1 0 0,-22 0 0 0 0,26 1-17 0 0,1 1 0 0 0,-1 0 0 0 0,1 1 0 0 0,0 0 0 0 0,0 0 0 0 0,0 0 0 0 0,0 1 1 0 0,0 0-1 0 0,0 0 0 0 0,1 1 0 0 0,-1 0 0 0 0,1 0 0 0 0,-7 6 0 0 0,6-3-53 0 0,-1 1-1 0 0,1 0 1 0 0,0 0-1 0 0,0 0 1 0 0,1 1-1 0 0,1 0 1 0 0,-1 0-1 0 0,-6 18 1 0 0,7-16-317 0 0,1 1 1 0 0,0-1-1 0 0,1 1 1 0 0,0 0-1 0 0,1 0 0 0 0,1 0 1 0 0,0 0-1 0 0,0 0 1 0 0,1 0-1 0 0,1 0 1 0 0,0 0-1 0 0,0 0 1 0 0,1 0-1 0 0,1 0 1 0 0,0 0-1 0 0,8 20 1 0 0,-8-26-552 0 0,1 0 0 0 0,-1 1 0 0 0,1-1 0 0 0,0-1 0 0 0,0 1 0 0 0,1-1 0 0 0,0 1 1 0 0,9 7-1 0 0,9 1-4290 0 0</inkml:trace>
  <inkml:trace contextRef="#ctx0" brushRef="#br0" timeOffset="1">833 161 2380 0 0,'-1'-19'6218'0'0,"-4"-4"-2155"0"0,1 1-675 0 0,4 22-3229 0 0,0-1 0 0 0,0 0 0 0 0,0 1 0 0 0,0-1 0 0 0,0 1 0 0 0,-1-1 0 0 0,1 0 0 0 0,0 1 0 0 0,0-1 0 0 0,0 0 0 0 0,-1 1 0 0 0,1-1 0 0 0,0 1 0 0 0,0-1 0 0 0,-1 1 0 0 0,1-1 0 0 0,-1 1 0 0 0,1-1 0 0 0,0 1 0 0 0,-1-1 0 0 0,-6 7 571 0 0,0 18-719 0 0,2 28 433 0 0,1 71 0 0 0,5-101-415 0 0,1 0 0 0 0,1 0 0 0 0,1 0 1 0 0,0 0-1 0 0,14 35 0 0 0,-17-53-28 0 0,1 0 1 0 0,0 0-1 0 0,0-1 1 0 0,0 1-1 0 0,0-1 1 0 0,0 0-1 0 0,1 1 1 0 0,0-1-1 0 0,0 0 1 0 0,0 0-1 0 0,0-1 1 0 0,0 1-1 0 0,0-1 1 0 0,1 1-1 0 0,-1-1 1 0 0,1 0-1 0 0,0 0 1 0 0,-1-1-1 0 0,1 1 1 0 0,0-1-1 0 0,0 0 1 0 0,0 0-1 0 0,8 1 1 0 0,-5-2-20 0 0,0 1 1 0 0,0-2-1 0 0,-1 1 0 0 0,1-1 1 0 0,0 0-1 0 0,0 0 1 0 0,0-1-1 0 0,-1 0 0 0 0,1 0 1 0 0,-1-1-1 0 0,0 1 0 0 0,1-1 1 0 0,8-7-1 0 0,-6 4-19 0 0,-1-1 1 0 0,0 0-1 0 0,0-1 0 0 0,-1 1 0 0 0,0-1 0 0 0,0-1 0 0 0,-1 1 1 0 0,0-1-1 0 0,0 0 0 0 0,-1-1 0 0 0,5-12 0 0 0,-1-4 1 0 0,0 0-1 0 0,-2 0 1 0 0,6-34-1 0 0,-8 19 89 0 0,-4 28-16 0 0,0 0-1 0 0,7-22 0 0 0,-8 33-52 0 0,2 4-9 0 0,-1 1 23 0 0,1-1-1 0 0,-1 1 0 0 0,0-1 1 0 0,0 1-1 0 0,0-1 0 0 0,0 1 1 0 0,0 0-1 0 0,-1 0 1 0 0,1-1-1 0 0,-1 6 0 0 0,1-1 9 0 0,6 25 15 0 0,0-2-16 0 0,0 1-1 0 0,2-1 1 0 0,1 0 0 0 0,14 28 0 0 0,-21-51-1 0 0,1 0 0 0 0,0 0 0 0 0,0-1 0 0 0,1 1 0 0 0,0-1 0 0 0,0 0 0 0 0,1 0 0 0 0,-1-1 0 0 0,1 1 0 0 0,0-1 1 0 0,1 0-1 0 0,-1-1 0 0 0,1 0 0 0 0,0 0 0 0 0,0 0 0 0 0,0-1 0 0 0,0 0 0 0 0,1 0 0 0 0,0-1 0 0 0,-1 0 0 0 0,10 1 0 0 0,1-1 2 0 0,-1-1 0 0 0,1-1 0 0 0,0 0 0 0 0,0-1-1 0 0,0-1 1 0 0,-1-1 0 0 0,1 0 0 0 0,-1-1 0 0 0,19-7 0 0 0,-29 8-4 0 0,1-1 1 0 0,-1 1 0 0 0,0-1-1 0 0,0-1 1 0 0,0 1 0 0 0,0-1-1 0 0,-1 0 1 0 0,0-1 0 0 0,9-9-1 0 0,-12 10-1 0 0,1 0-1 0 0,-1 0 0 0 0,0-1 0 0 0,0 1 0 0 0,0-1 0 0 0,-1 0 0 0 0,0 1 0 0 0,0-1 0 0 0,0 0 0 0 0,-1 0 0 0 0,0 0 0 0 0,0-1 0 0 0,0 1 0 0 0,-1-6 0 0 0,0 1-2 0 0,-1 1 0 0 0,0 0 0 0 0,-1 0 0 0 0,0-1 0 0 0,0 1 0 0 0,-1 0 0 0 0,0 1 0 0 0,-1-1 0 0 0,0 1 0 0 0,-1-1 0 0 0,0 1-1 0 0,0 0 1 0 0,-1 1 0 0 0,0-1 0 0 0,-12-11 0 0 0,8 10 3 0 0,-1-1 0 0 0,-1 2 0 0 0,0 0-1 0 0,-1 0 1 0 0,1 1 0 0 0,-1 1 0 0 0,-1 0-1 0 0,0 1 1 0 0,0 0 0 0 0,-15-4 0 0 0,14 5-18 0 0,0 1 1 0 0,0 1 0 0 0,0 0 0 0 0,-22-1 0 0 0,34 4-7 0 0,-6 5 3 0 0,14 0 35 0 0,-2-4-19 0 0,0 0 1 0 0,0 0-1 0 0,1 0 1 0 0,-1-1 0 0 0,0 1-1 0 0,0-1 1 0 0,6 0 0 0 0,212-33-507 0 0,-143 18 374 0 0,96-6 0 0 0,-163 20 120 0 0,0 1-1 0 0,0 0 1 0 0,0 1 0 0 0,0 0 0 0 0,0 1-1 0 0,-1 0 1 0 0,1 0 0 0 0,11 6 0 0 0,-16-6 13 0 0,-1 1 0 0 0,0 0 0 0 0,1 0 0 0 0,-1 0 0 0 0,-1 1 0 0 0,1-1 0 0 0,-1 1 0 0 0,1 1 0 0 0,-1-1 0 0 0,0 1 0 0 0,0-1 0 0 0,-1 1 1 0 0,0 0-1 0 0,0 0 0 0 0,0 0 0 0 0,4 10 0 0 0,-3-3 7 0 0,0 0 0 0 0,-1 0 1 0 0,0 1-1 0 0,-1-1 0 0 0,1 25 0 0 0,-6 66 53 0 0,1-75-49 0 0,0 2 155 0 0,-10 41 0 0 0,11-62 1039 0 0,7-22-920 0 0,6-24-282 0 0,2-5 31 0 0,1 1 0 0 0,34-63 0 0 0,-40 88-34 0 0,0 0 0 0 0,2 1 0 0 0,-1 0 0 0 0,2 0 0 0 0,0 2 0 0 0,1-1 0 0 0,0 1 0 0 0,1 1 0 0 0,15-10 0 0 0,-22 17 1 0 0,0 1 1 0 0,0 1-1 0 0,0-1 0 0 0,0 1 1 0 0,1 1-1 0 0,-1-1 1 0 0,1 1-1 0 0,0 1 1 0 0,-1-1-1 0 0,1 1 1 0 0,0 0-1 0 0,0 1 1 0 0,0 0-1 0 0,14 2 1 0 0,-15-1 3 0 0,-1 1 0 0 0,0-1 0 0 0,0 1 0 0 0,1 1 1 0 0,-1-1-1 0 0,-1 1 0 0 0,1 0 0 0 0,0 0 0 0 0,-1 1 1 0 0,1-1-1 0 0,-1 1 0 0 0,0 1 0 0 0,0-1 0 0 0,-1 1 1 0 0,1 0-1 0 0,-1 0 0 0 0,0 0 0 0 0,3 6 0 0 0,-1-1 27 0 0,-2-1 0 0 0,1 1-1 0 0,-1 0 1 0 0,-1 0 0 0 0,0 0-1 0 0,0 0 1 0 0,1 12 0 0 0,0 9 58 0 0,-1 33 0 0 0,-3-35-63 0 0,8 44-1 0 0,-8-71-81 0 0,0 0 0 0 0,1-1 0 0 0,-1 1 0 0 0,1 0 1 0 0,0-1-1 0 0,-1 1 0 0 0,1 0 0 0 0,0-1 0 0 0,0 1 0 0 0,0-1 0 0 0,0 0 0 0 0,0 1 0 0 0,0-1 1 0 0,1 0-1 0 0,-1 0 0 0 0,0 1 0 0 0,1-1 0 0 0,-1 0 0 0 0,1 0 0 0 0,-1 0 0 0 0,1-1 0 0 0,2 2 1 0 0,-1-1-209 0 0,0 0 0 0 0,1 0 0 0 0,-1 0 0 0 0,1-1 0 0 0,-1 0 0 0 0,1 1 0 0 0,-1-1 0 0 0,1 0 0 0 0,5-1 0 0 0,42-12-5351 0 0,-40 9 3679 0 0,23-8-5856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36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391 209 592 0 0,'-7'-32'5368'0'0,"-13"-34"0"0"0,16 54-4604 0 0,-1 1-1 0 0,0 0 0 0 0,-1 1 0 0 0,0-1 0 0 0,-1 1 1 0 0,-11-14-1 0 0,16 22-704 0 0,1 0-1 0 0,-1 0 1 0 0,0 1 0 0 0,0-1 0 0 0,0 1 0 0 0,0-1 0 0 0,0 1-1 0 0,0 0 1 0 0,0-1 0 0 0,-1 1 0 0 0,1 0 0 0 0,0 1-1 0 0,-1-1 1 0 0,1 0 0 0 0,-1 1 0 0 0,1-1 0 0 0,-1 1-1 0 0,-2 0 1 0 0,1 0-20 0 0,0 0 0 0 0,0 1 0 0 0,-1 0 0 0 0,1 0 0 0 0,0 0 0 0 0,1 1 0 0 0,-1-1 0 0 0,0 1 0 0 0,0 0 0 0 0,-3 2 0 0 0,-7 6-5 0 0,0 0 1 0 0,1 1-1 0 0,1 1 1 0 0,-15 16 0 0 0,7-5 2 0 0,1 0 0 0 0,1 1 0 0 0,-21 39 1 0 0,32-50-29 0 0,0 0 1 0 0,1 0-1 0 0,1 1 1 0 0,0 0-1 0 0,1 0 1 0 0,0 0 0 0 0,1 0-1 0 0,1 0 1 0 0,-1 18-1 0 0,3-29-3 0 0,0 1-1 0 0,0 0 0 0 0,1-1 1 0 0,-1 1-1 0 0,1 0 0 0 0,0-1 1 0 0,0 1-1 0 0,0-1 0 0 0,0 1 1 0 0,1-1-1 0 0,-1 1 0 0 0,1-1 1 0 0,0 0-1 0 0,0 0 0 0 0,0 0 1 0 0,0 0-1 0 0,1 0 0 0 0,3 3 1 0 0,-2-3-2 0 0,1 0 0 0 0,-1 0-1 0 0,1 0 1 0 0,0 0 0 0 0,0-1 0 0 0,0 0 0 0 0,0 0 0 0 0,1-1 0 0 0,-1 1 0 0 0,0-1-1 0 0,8 1 1 0 0,3-1-13 0 0,1-1 1 0 0,-1 0-1 0 0,1-1 0 0 0,-1-1 0 0 0,1 0 0 0 0,-1-1 0 0 0,20-7 0 0 0,-26 7-1 0 0,-1-1-1 0 0,1 0 1 0 0,-1-1-1 0 0,0 0 1 0 0,0-1 0 0 0,-1 1-1 0 0,0-2 1 0 0,0 1-1 0 0,0-1 1 0 0,-1 0 0 0 0,0-1-1 0 0,0 0 1 0 0,-1 0-1 0 0,0 0 1 0 0,9-17-1 0 0,0-6 36 0 0,-1-1-1 0 0,-2-1 0 0 0,11-42 0 0 0,-13 40 103 0 0,-3 17-37 0 0,-11 43-34 0 0,1-4-26 0 0,1-11-115 0 0,-2 12 145 0 0,1 1 0 0 0,2 0 1 0 0,0 25-1 0 0,1-43-281 0 0,0 1 0 0 0,1-1 0 0 0,0 1 1 0 0,0-1-1 0 0,0 1 0 0 0,1-1 0 0 0,0 0 0 0 0,0 0 0 0 0,0 0 1 0 0,0 0-1 0 0,1 0 0 0 0,0 0 0 0 0,0 0 0 0 0,0-1 0 0 0,1 0 1 0 0,-1 1-1 0 0,1-1 0 0 0,7 5 0 0 0,-6-6-534 0 0,1 0-1 0 0,1-1 1 0 0,-1 0 0 0 0,0 0-1 0 0,1 0 1 0 0,-1-1 0 0 0,1 1-1 0 0,-1-2 1 0 0,1 1 0 0 0,-1-1-1 0 0,13-1 1 0 0,4 0-2681 0 0</inkml:trace>
  <inkml:trace contextRef="#ctx0" brushRef="#br0" timeOffset="1">963 143 1800 0 0,'9'-16'2753'0'0,"0"-1"0"0"0,-2 1-1 0 0,7-21 1 0 0,-13 33-2102 0 0,4-20 2467 0 0,-5 23-3020 0 0,0 0 1 0 0,0 0 0 0 0,-1 0 0 0 0,1 0-1 0 0,0 0 1 0 0,-1 0 0 0 0,1 1 0 0 0,0-1-1 0 0,-1 0 1 0 0,1 0 0 0 0,-1 0 0 0 0,1 0-1 0 0,-1 0 1 0 0,0 1 0 0 0,1-1 0 0 0,-1 0 0 0 0,0 1-1 0 0,0-1 1 0 0,1 0 0 0 0,-1 1 0 0 0,-2-2-1 0 0,1 1 282 0 0,-1 2-77 0 0,-1 0-271 0 0,0 0 0 0 0,1 0 0 0 0,-1 0 0 0 0,0 0-1 0 0,1 1 1 0 0,-1-1 0 0 0,1 1 0 0 0,0 0 0 0 0,0 0 0 0 0,-1 0-1 0 0,1 1 1 0 0,1-1 0 0 0,-1 1 0 0 0,0 0 0 0 0,0-1 0 0 0,1 1 0 0 0,0 0-1 0 0,0 1 1 0 0,0-1 0 0 0,0 0 0 0 0,0 1 0 0 0,0-1 0 0 0,1 1-1 0 0,0-1 1 0 0,0 1 0 0 0,0 0 0 0 0,0-1 0 0 0,0 1 0 0 0,1 0 0 0 0,-1 0-1 0 0,1-1 1 0 0,0 1 0 0 0,1 0 0 0 0,-1 0 0 0 0,0 0 0 0 0,1 0 0 0 0,0-1-1 0 0,1 5 1 0 0,2 0-16 0 0,0 0 0 0 0,0 0 0 0 0,1 0 0 0 0,0 0 0 0 0,1-1 0 0 0,0 0 0 0 0,0 0 0 0 0,11 10 0 0 0,8 4 97 0 0,31 19 0 0 0,13 12-15 0 0,-55-42 4 0 0,-12-9-68 0 0,0 1 1 0 0,-1-1-1 0 0,1 0 0 0 0,0 1 0 0 0,-1-1 0 0 0,1 0 0 0 0,-1 1 0 0 0,1 0 0 0 0,-1-1 1 0 0,0 1-1 0 0,0 0 0 0 0,1 0 0 0 0,-1 0 0 0 0,-1 0 0 0 0,1 0 0 0 0,0 0 1 0 0,0 0-1 0 0,-1 0 0 0 0,1 3 0 0 0,-1-3-1 0 0,0-1 0 0 0,0 1 1 0 0,0 0-1 0 0,-1-1 0 0 0,1 1 0 0 0,-1 0 1 0 0,1-1-1 0 0,-1 1 0 0 0,1 0 0 0 0,-1-1 0 0 0,0 1 1 0 0,0-1-1 0 0,0 1 0 0 0,0-1 0 0 0,0 0 0 0 0,0 1 1 0 0,0-1-1 0 0,-3 2 0 0 0,-24 19 258 0 0,26-21-272 0 0,-16 10 92 0 0,0-1 1 0 0,-1-1-1 0 0,-1-1 1 0 0,1 0-1 0 0,-1-1 0 0 0,-28 5 1 0 0,13-5-860 0 0,-1-2-1 0 0,-68 1 1 0 0,92-6-717 0 0,0 0 1 0 0,-20-4-1 0 0,28 3 402 0 0,-1 0 1 0 0,1-1-1 0 0,0 1 0 0 0,-1-1 1 0 0,1 0-1 0 0,-4-2 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39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211 861 1680 0 0,'-189'-6'14441'0'0,"186"6"-13979"0"0,0-1-51 0 0,-10-2-39 0 0,10 2-76 0 0,4-2-56 0 0,0-2-186 0 0,1 1 1 0 0,0-1-1 0 0,0 1 0 0 0,1-1 0 0 0,-1 1 0 0 0,1 0 0 0 0,0 0 1 0 0,0 0-1 0 0,1 0 0 0 0,4-4 0 0 0,45-38 148 0 0,-26 24-137 0 0,27-27 38 0 0,-1-2 0 0 0,60-77 0 0 0,-90 98-76 0 0,-2-1 0 0 0,-1 0 1 0 0,-1-2-1 0 0,-2 0 0 0 0,-1-1 1 0 0,16-51-1 0 0,-23 57 71 0 0,-1-1 0 0 0,-2 0 0 0 0,-1 0 0 0 0,-1 0 0 0 0,0-46-1 0 0,-4 72-103 0 0,-14 19 38 0 0,7-4-34 0 0,1 1 1 0 0,0 0-1 0 0,1 0 1 0 0,0 0 0 0 0,1 1-1 0 0,-3 17 1 0 0,-1 1-2 0 0,-110 553-21 0 0,104-475 63 0 0,5 1 0 0 0,8 171 0 0 0,1-257 10 0 0,0-15 39 0 0,0-1 0 0 0,1 1 0 0 0,2 12 0 0 0,-3-21-80 0 0,0-1-1 0 0,0 0 0 0 0,0 1 1 0 0,0-1-1 0 0,0 1 0 0 0,0-1 1 0 0,0 0-1 0 0,0 1 0 0 0,1-1 1 0 0,-1 1-1 0 0,0-1 0 0 0,0 0 1 0 0,0 1-1 0 0,1-1 0 0 0,-1 0 1 0 0,0 1-1 0 0,0-1 0 0 0,1 0 1 0 0,-1 0-1 0 0,0 1 0 0 0,0-1 1 0 0,1 0-1 0 0,-1 0 0 0 0,0 1 1 0 0,1-1-1 0 0,-1 0 0 0 0,0 0 1 0 0,1 0-1 0 0,-1 0 0 0 0,1 1 1 0 0,-1-1-1 0 0,0 0 0 0 0,1 0 1 0 0,-1 0-1 0 0,1 0 0 0 0,-1 0 1 0 0,1 0-1 0 0,13-11 100 0 0,7-22-49 0 0,0-12-66 0 0,12-26-4 0 0,61-97-1 0 0,-89 160 2 0 0,1 0 0 0 0,-1 0 1 0 0,1 1-1 0 0,1-1 0 0 0,-1 2 0 0 0,1-1 1 0 0,0 1-1 0 0,10-7 0 0 0,-16 13 10 0 0,1-1-1 0 0,-1 1 0 0 0,0-1 1 0 0,1 1-1 0 0,-1-1 1 0 0,1 1-1 0 0,-1 0 0 0 0,0 0 1 0 0,1 0-1 0 0,-1 0 1 0 0,1 0-1 0 0,-1 0 0 0 0,1 0 1 0 0,-1 0-1 0 0,1 1 1 0 0,-1-1-1 0 0,0 1 1 0 0,1-1-1 0 0,-1 1 0 0 0,0-1 1 0 0,1 1-1 0 0,1 1 1 0 0,0 0 0 0 0,0 0 0 0 0,-1 0 0 0 0,1 0 0 0 0,0 0 0 0 0,-1 0 0 0 0,1 1 0 0 0,-1 0 0 0 0,3 4 0 0 0,6 13 13 0 0,-2-1-1 0 0,-1 2 1 0 0,0-1 0 0 0,5 27 0 0 0,-8-28-27 0 0,1 0-1 0 0,0-1 1 0 0,1 1 0 0 0,1-1 0 0 0,18 30 0 0 0,-23-44-144 0 0,1 1 0 0 0,-1-1 0 0 0,1 0-1 0 0,0 0 1 0 0,0 0 0 0 0,0-1 0 0 0,0 1 0 0 0,0-1 0 0 0,1 0 0 0 0,0-1 0 0 0,-1 1 0 0 0,1-1-1 0 0,0 0 1 0 0,0 0 0 0 0,1 0 0 0 0,-1-1 0 0 0,0 1 0 0 0,0-1 0 0 0,1-1 0 0 0,-1 1-1 0 0,1-1 1 0 0,-1 0 0 0 0,1 0 0 0 0,-1 0 0 0 0,0-1 0 0 0,1 0 0 0 0,-1 0 0 0 0,9-3 0 0 0,-3 0-106 0 0,0-1 0 0 0,-1 1 0 0 0,0-2 0 0 0,0 1 0 0 0,0-2 0 0 0,-1 1 1 0 0,0-1-1 0 0,0-1 0 0 0,-1 1 0 0 0,0-1 0 0 0,0-1 0 0 0,12-16 0 0 0,-8 5 165 0 0,0-1 0 0 0,-1 0 0 0 0,-1 0-1 0 0,13-41 1 0 0,4-42 3094 0 0,-19 55-605 0 0,-8 46-1821 0 0,-2 5-458 0 0,-3 3-81 0 0,1 0 0 0 0,0 0 0 0 0,0 0 1 0 0,0 0-1 0 0,1 1 0 0 0,0 0 0 0 0,0-1 1 0 0,1 1-1 0 0,-1 0 0 0 0,-1 7 1 0 0,-16 69 101 0 0,15-55-96 0 0,2-14-4 0 0,1 0 0 0 0,0 0 0 0 0,0 0 0 0 0,2 0 0 0 0,0 1 0 0 0,0-1 0 0 0,1 0 0 0 0,5 22 1 0 0,-5-31-10 0 0,0 1 0 0 0,1 0 1 0 0,0-1-1 0 0,0 1 0 0 0,0-1 1 0 0,0 1-1 0 0,1-1 0 0 0,0 0 1 0 0,0 0-1 0 0,0 0 0 0 0,0-1 1 0 0,1 1-1 0 0,-1-1 0 0 0,1 1 1 0 0,0-1-1 0 0,0 0 0 0 0,0-1 1 0 0,0 1-1 0 0,1-1 0 0 0,-1 0 1 0 0,1 0-1 0 0,-1 0 0 0 0,1 0 1 0 0,0-1-1 0 0,8 2 0 0 0,1-1 11 0 0,0 0 0 0 0,0-1-1 0 0,0-1 1 0 0,0 0-1 0 0,1-1 1 0 0,-1 0-1 0 0,0-1 1 0 0,0-1-1 0 0,0 0 1 0 0,-1-1 0 0 0,26-11-1 0 0,-31 11-25 0 0,0 0 1 0 0,0 0-1 0 0,0-1 0 0 0,-1 0 0 0 0,0-1 1 0 0,0 0-1 0 0,0 0 0 0 0,-1 0 1 0 0,1-1-1 0 0,-2 0 0 0 0,1 0 0 0 0,-1 0 1 0 0,0-1-1 0 0,0 0 0 0 0,-1 0 0 0 0,0 0 1 0 0,-1 0-1 0 0,0-1 0 0 0,4-14 1 0 0,-5 13-5 0 0,-1 0 0 0 0,0 1 0 0 0,-1-1 1 0 0,0 0-1 0 0,0 0 0 0 0,-1 0 0 0 0,0 1 1 0 0,-1-1-1 0 0,0 0 0 0 0,0 1 0 0 0,-1 0 1 0 0,0-1-1 0 0,-1 1 0 0 0,0 0 0 0 0,-1 1 1 0 0,1-1-1 0 0,-2 1 0 0 0,1 0 1 0 0,-8-8-1 0 0,8 10-3 0 0,-1 0 1 0 0,0 0 0 0 0,0 1 0 0 0,0 0-1 0 0,-1 0 1 0 0,1 1 0 0 0,-1 0 0 0 0,0 0-1 0 0,-1 0 1 0 0,1 1 0 0 0,-1 0-1 0 0,1 1 1 0 0,-1-1 0 0 0,0 2 0 0 0,0-1-1 0 0,0 1 1 0 0,0 0 0 0 0,0 1 0 0 0,0-1-1 0 0,0 2 1 0 0,0-1 0 0 0,0 1-1 0 0,-11 3 1 0 0,4 0-6 0 0,0 0 0 0 0,-1 2 0 0 0,2 0 0 0 0,-1 1 0 0 0,1 0-1 0 0,0 1 1 0 0,-25 19 0 0 0,31-21 2 0 0,0 1 0 0 0,0 0 0 0 0,1 1-1 0 0,0-1 1 0 0,0 1 0 0 0,1 1 0 0 0,0-1-1 0 0,0 1 1 0 0,1 0 0 0 0,0 1 0 0 0,1-1 0 0 0,0 1-1 0 0,-3 10 1 0 0,6-15-36 0 0,0-1 1 0 0,0 0-1 0 0,0 1 0 0 0,1-1 0 0 0,-1 1 1 0 0,1-1-1 0 0,0 1 0 0 0,1-1 0 0 0,-1 1 1 0 0,1-1-1 0 0,0 1 0 0 0,0-1 0 0 0,0 0 1 0 0,0 1-1 0 0,1-1 0 0 0,-1 0 0 0 0,1 0 1 0 0,1 0-1 0 0,-1 0 0 0 0,0-1 0 0 0,1 1 1 0 0,0 0-1 0 0,0-1 0 0 0,0 0 0 0 0,0 0 1 0 0,0 0-1 0 0,1 0 0 0 0,-1 0 0 0 0,1-1 1 0 0,0 1-1 0 0,0-1 0 0 0,0 0 0 0 0,0 0 1 0 0,5 1-1 0 0,6 2-263 0 0,0 0-1 0 0,0-2 1 0 0,0 0-1 0 0,0 0 1 0 0,1-2-1 0 0,-1 0 1 0 0,1 0-1 0 0,25-4 1 0 0,15-3-638 0 0,0-2 0 0 0,75-22 0 0 0,-103 21 754 0 0,0-1 0 0 0,-1-1 0 0 0,0-1 0 0 0,-1-2 1 0 0,-1 0-1 0 0,34-26 0 0 0,73-79 4278 0 0,-131 118-4080 0 0,-1 1-1 0 0,0 0 0 0 0,1-1 1 0 0,-1 1-1 0 0,0-1 1 0 0,1 1-1 0 0,-1-1 0 0 0,1 1 1 0 0,-1 0-1 0 0,0-1 1 0 0,1 1-1 0 0,-1 0 0 0 0,1-1 1 0 0,-1 1-1 0 0,1 0 1 0 0,0 0-1 0 0,-1-1 0 0 0,1 1 1 0 0,-1 0-1 0 0,1 0 1 0 0,-1 0-1 0 0,1 0 1 0 0,-1 0-1 0 0,1 0 0 0 0,0 0 1 0 0,-1 0-1 0 0,1 0 1 0 0,-1 0-1 0 0,1 0 0 0 0,-1 0 1 0 0,1 0-1 0 0,0 0 1 0 0,-1 1-1 0 0,1-1 0 0 0,-1 0 1 0 0,1 0-1 0 0,-1 1 1 0 0,1-1-1 0 0,-1 0 0 0 0,1 1 1 0 0,-1-1-1 0 0,1 0 1 0 0,-1 1-1 0 0,0-1 1 0 0,1 1-1 0 0,-1-1 0 0 0,0 1 1 0 0,1-1-1 0 0,-1 1 1 0 0,2 2 0 0 0,-1-1 1 0 0,0 1-1 0 0,0 0 1 0 0,0 0-1 0 0,-1 0 1 0 0,1 0-1 0 0,0 2 1 0 0,0 28 138 0 0,-1-1 0 0 0,-2 0 0 0 0,-1 1 0 0 0,-12 47 0 0 0,-1 19 7 0 0,14-80-41 0 0,-9 32 0 0 0,10-37 175 0 0,8-18-31 0 0,12-16-141 0 0,24-50-169 0 0,-16 24-84 0 0,40-50-1 0 0,-56 82 105 0 0,0 2 0 0 0,1-1 0 0 0,1 1 0 0 0,-1 1 0 0 0,2 1 0 0 0,0-1 0 0 0,29-14 0 0 0,-38 22 26 0 0,0 1 0 0 0,0 0 1 0 0,0 0-1 0 0,0 0 0 0 0,1 1 1 0 0,-1 0-1 0 0,0 0 0 0 0,1 1 0 0 0,-1-1 1 0 0,1 1-1 0 0,-1 0 0 0 0,1 0 0 0 0,-1 1 1 0 0,1 0-1 0 0,6 2 0 0 0,-3-1 3 0 0,-2 1-1 0 0,1 1 1 0 0,0 0 0 0 0,-1 0-1 0 0,1 0 1 0 0,-1 1 0 0 0,0 0-1 0 0,-1 0 1 0 0,8 8-1 0 0,0 1 14 0 0,-1 2 0 0 0,0 0 0 0 0,-1 0 0 0 0,-1 1 0 0 0,0 1 0 0 0,-2 0 0 0 0,12 29 0 0 0,-7-6 586 0 0,10 48 1 0 0,-21-91 73 0 0,2-12-373 0 0,10-32-313 0 0,-3 5 28 0 0,10-15-80 0 0,3 2 1 0 0,54-91-1 0 0,-78 144 64 0 0,-1 0 0 0 0,0 0-1 0 0,1 0 1 0 0,-1 1 0 0 0,1-1-1 0 0,-1 0 1 0 0,1 0 0 0 0,0 0-1 0 0,-1 1 1 0 0,1-1 0 0 0,0 0-1 0 0,0 1 1 0 0,-1-1 0 0 0,1 1-1 0 0,0-1 1 0 0,0 1 0 0 0,0-1-1 0 0,0 1 1 0 0,-1-1 0 0 0,1 1 0 0 0,0 0-1 0 0,0-1 1 0 0,0 1 0 0 0,1 0-1 0 0,0 0 2 0 0,-2 1-1 0 0,1-1 0 0 0,0 0 1 0 0,0 1-1 0 0,0-1 0 0 0,0 1 1 0 0,0 0-1 0 0,0-1 0 0 0,0 1 1 0 0,-1 0-1 0 0,1-1 1 0 0,0 1-1 0 0,0 0 0 0 0,-1 0 1 0 0,1 0-1 0 0,-1 0 0 0 0,1 0 1 0 0,0 1-1 0 0,2 5 1 0 0,0 0 0 0 0,0 0 1 0 0,0 1-1 0 0,1 10 0 0 0,-2 0 30 0 0,0 0 1 0 0,-1 1-1 0 0,-3 29 0 0 0,1 27-41 0 0,1-67-150 0 0,1 0 0 0 0,0 0 0 0 0,1 0 0 0 0,0 0 0 0 0,0-1 0 0 0,1 1 0 0 0,3 7 0 0 0,-4-12-55 0 0,-1 0 0 0 0,1-1 0 0 0,0 1-1 0 0,0-1 1 0 0,0 0 0 0 0,1 1 0 0 0,-1-1 0 0 0,0 0-1 0 0,1 0 1 0 0,-1 0 0 0 0,1-1 0 0 0,0 1 0 0 0,0-1 0 0 0,0 1-1 0 0,0-1 1 0 0,-1 0 0 0 0,1 0 0 0 0,1 0 0 0 0,-1-1 0 0 0,0 1-1 0 0,5-1 1 0 0,0 1-701 0 0,1-1 1 0 0,-1 0-1 0 0,0-1 0 0 0,0 0 1 0 0,0 0-1 0 0,0-1 0 0 0,10-3 0 0 0,7-5-3218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40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74 138 1276 0 0,'2'-16'3290'0'0,"0"0"-1"0"0,-2-1 1 0 0,-2-28 1647 0 0,-13 52-3881 0 0,12-5-927 0 0,1 1 0 0 0,0 0 0 0 0,0 0 0 0 0,0 0 0 0 0,1 0 0 0 0,-1 0 0 0 0,1 1 0 0 0,-1-1 0 0 0,1 0 0 0 0,0 1 0 0 0,0-1 0 0 0,0 5 0 0 0,-3 7 240 0 0,-5 16 9 0 0,1 0 0 0 0,2 0 1 0 0,1 0-1 0 0,1 1 0 0 0,1 39 0 0 0,3-61-311 0 0,0-1 1 0 0,1 0-1 0 0,0 1 1 0 0,0-1-1 0 0,1 0 1 0 0,0 0-1 0 0,6 14 1 0 0,-6-20-44 0 0,-1 1 1 0 0,2 0-1 0 0,-1-1 1 0 0,0 1-1 0 0,1-1 1 0 0,-1 0-1 0 0,1 0 0 0 0,0 0 1 0 0,0 0-1 0 0,0 0 1 0 0,1-1-1 0 0,-1 1 1 0 0,1-1-1 0 0,-1 0 1 0 0,1 0-1 0 0,0 0 1 0 0,0-1-1 0 0,0 1 1 0 0,4 0-1 0 0,5 2-8 0 0,1-2 0 0 0,-1 0 0 0 0,1-1 0 0 0,-1 0-1 0 0,1-1 1 0 0,-1 0 0 0 0,1-1 0 0 0,-1-1 0 0 0,1 0 0 0 0,-1-1 0 0 0,0 0 0 0 0,0-1-1 0 0,0-1 1 0 0,-1 0 0 0 0,1 0 0 0 0,-1-1 0 0 0,22-15 0 0 0,-26 15-14 0 0,0 0 1 0 0,-1 0-1 0 0,0-1 0 0 0,0 0 1 0 0,0 0-1 0 0,0-1 0 0 0,-1 0 1 0 0,-1 0-1 0 0,1 0 1 0 0,-1-1-1 0 0,-1 0 0 0 0,0 0 1 0 0,0 0-1 0 0,0 0 0 0 0,-1-1 1 0 0,-1 1-1 0 0,0-1 0 0 0,0 0 1 0 0,-1 0-1 0 0,0 0 1 0 0,0 0-1 0 0,-1 0 0 0 0,-1 1 1 0 0,0-1-1 0 0,-2-10 0 0 0,1 10-2 0 0,-2 0 0 0 0,1 0 0 0 0,-1 0 0 0 0,0 1 0 0 0,-1 0 0 0 0,0 0 0 0 0,-1 0 0 0 0,0 0 0 0 0,0 1 0 0 0,0 0-1 0 0,-1 0 1 0 0,-1 1 0 0 0,1 0 0 0 0,-1 0 0 0 0,0 1 0 0 0,-1 0 0 0 0,-14-8 0 0 0,12 8-113 0 0,-1 0 0 0 0,0 0 1 0 0,-1 1-1 0 0,1 1 0 0 0,-1 0 1 0 0,0 0-1 0 0,0 2 0 0 0,0 0 0 0 0,-1 0 1 0 0,1 1-1 0 0,0 0 0 0 0,-1 2 1 0 0,-17 1-1 0 0,26-1-111 0 0,1 0 1 0 0,-1 0-1 0 0,1 1 0 0 0,-1 0 0 0 0,1-1 1 0 0,0 1-1 0 0,-8 5 0 0 0,-5 11-2565 0 0,16-16 2087 0 0,0-1 1 0 0,0 1-1 0 0,1 0 0 0 0,-1 0 1 0 0,0 0-1 0 0,1 0 0 0 0,-1 0 1 0 0,1 0-1 0 0,0 0 0 0 0,-1 3 1 0 0,1 13-5848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4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745 2504 1984 0 0,'-13'-22'3384'0'0,"0"0"0"0"0,-13-33-1 0 0,18 37-2110 0 0,-1 0-1 0 0,0 0 1 0 0,-1 1-1 0 0,-25-32 1 0 0,33 46-1196 0 0,-1 0 0 0 0,1 1 0 0 0,-1-1-1 0 0,0 1 1 0 0,0 0 0 0 0,0 0 0 0 0,0 0 0 0 0,0 0 0 0 0,0 0 0 0 0,-1 1 0 0 0,1-1 0 0 0,-1 1 0 0 0,1 0 0 0 0,-1 0 0 0 0,1 1 0 0 0,-6-2 0 0 0,4 2-42 0 0,0 1 1 0 0,-1-1-1 0 0,1 1 1 0 0,0 0-1 0 0,0 0 1 0 0,0 0-1 0 0,0 1 1 0 0,0-1-1 0 0,0 1 1 0 0,-6 4-1 0 0,-4 3-15 0 0,1 1-1 0 0,0 0 1 0 0,1 1 0 0 0,0 1-1 0 0,-21 24 1 0 0,6-5 37 0 0,-43 66 1 0 0,63-85-43 0 0,1 1 1 0 0,1-1-1 0 0,0 1 1 0 0,0 0-1 0 0,1 1 1 0 0,1-1-1 0 0,0 1 1 0 0,1 0-1 0 0,-1 19 1 0 0,3-29-9 0 0,1-1 0 0 0,0 1 0 0 0,0 0 0 0 0,0-1 1 0 0,1 1-1 0 0,0-1 0 0 0,-1 1 0 0 0,1-1 0 0 0,0 1 0 0 0,0-1 1 0 0,1 0-1 0 0,-1 0 0 0 0,1 1 0 0 0,0-1 0 0 0,0 0 0 0 0,0 0 0 0 0,0-1 1 0 0,0 1-1 0 0,1 0 0 0 0,3 3 0 0 0,0-2 0 0 0,-1-1-1 0 0,0 0 1 0 0,1 0-1 0 0,-1-1 1 0 0,1 1-1 0 0,0-1 1 0 0,0-1-1 0 0,-1 1 1 0 0,2-1-1 0 0,-1 0 1 0 0,8 1 0 0 0,-2-2-6 0 0,0 1 1 0 0,0-2-1 0 0,0 1 1 0 0,0-2-1 0 0,0 1 0 0 0,0-2 1 0 0,0 0-1 0 0,0 0 1 0 0,-1-1-1 0 0,1 0 1 0 0,-1-1-1 0 0,0-1 1 0 0,-1 1-1 0 0,1-2 1 0 0,15-11-1 0 0,-14 8-4 0 0,0-1 0 0 0,-1 0 0 0 0,-1-1 0 0 0,0 0-1 0 0,0 0 1 0 0,-1-1 0 0 0,-1-1 0 0 0,0 1 0 0 0,-1-1-1 0 0,0 0 1 0 0,7-24 0 0 0,-1 1-5 0 0,6-24-106 0 0,-19 59 71 0 0,4 17 2 0 0,-3 2 45 0 0,-1 1 1 0 0,0 0-1 0 0,-1 0 1 0 0,-5 19-1 0 0,2-4 83 0 0,-58 818 3446 0 0,62-754-3258 0 0,1-30-9 0 0,-3 0-1 0 0,-11 71 1 0 0,11-126-156 0 0,-1-1 1 0 0,1 1 0 0 0,-2-1 0 0 0,0 0-1 0 0,0 1 1 0 0,-1-2 0 0 0,0 1 0 0 0,-1-1 0 0 0,0 0-1 0 0,-9 11 1 0 0,9-15-51 0 0,1 0-1 0 0,-1-1 1 0 0,0 1 0 0 0,0-1-1 0 0,-1-1 1 0 0,1 1 0 0 0,-1-1-1 0 0,0 0 1 0 0,0-1 0 0 0,-1 0-1 0 0,1 0 1 0 0,-1 0 0 0 0,0-1-1 0 0,1 0 1 0 0,-17 1 0 0 0,7-2-13 0 0,-1-1 0 0 0,0 0 0 0 0,1-2 0 0 0,-1 0 0 0 0,1-1 0 0 0,0 0 0 0 0,0-2 1 0 0,-22-8-1 0 0,15 4 20 0 0,-1-2 0 0 0,2-1 1 0 0,-1-1-1 0 0,-38-28 0 0 0,54 34-52 0 0,-1 0-1 0 0,1-1 1 0 0,0 0-1 0 0,1 0 1 0 0,0-1-1 0 0,0 0 1 0 0,0 0-1 0 0,2 0 1 0 0,-1-1-1 0 0,1 0 1 0 0,0 0-1 0 0,1-1 1 0 0,0 1-1 0 0,1-1 0 0 0,0 0 1 0 0,-1-12-1 0 0,2 7-26 0 0,1-1 0 0 0,1 1 0 0 0,1 0-1 0 0,0 0 1 0 0,1 0 0 0 0,1 1 0 0 0,0-1-1 0 0,1 0 1 0 0,1 1 0 0 0,10-25 0 0 0,6-3-139 0 0,2 2 0 0 0,1 0 0 0 0,3 2 0 0 0,1 1 0 0 0,1 0 1 0 0,3 3-1 0 0,44-41 0 0 0,274-203-1046 0 0,-216 181 829 0 0,-130 94 350 0 0,207-167-688 0 0,-180 144 621 0 0,-2-2 0 0 0,-2-2 0 0 0,0 0 0 0 0,35-57 0 0 0,-56 79 81 0 0,-1-1 0 0 0,-1 1 0 0 0,0-1 0 0 0,0-1 0 0 0,4-16 0 0 0,-7 23 0 0 0,0 0 0 0 0,-1 0-1 0 0,1-1 1 0 0,-1 1 0 0 0,0 0 0 0 0,0 0-1 0 0,0 0 1 0 0,-1 0 0 0 0,1 0-1 0 0,-1 0 1 0 0,0 0 0 0 0,0 0-1 0 0,-1 0 1 0 0,1 0 0 0 0,-1 0-1 0 0,0 1 1 0 0,-3-6 0 0 0,5 8 2 0 0,-1 0-1 0 0,0 1 1 0 0,0-1 0 0 0,0 0-1 0 0,0 1 1 0 0,0-1 0 0 0,0 0-1 0 0,0 1 1 0 0,0-1 0 0 0,0 1-1 0 0,0 0 1 0 0,0-1 0 0 0,0 1 0 0 0,-1 0-1 0 0,1 0 1 0 0,-2 0 0 0 0,2-1-4 0 0,-2 1 3 0 0,0-1-1 0 0,0 0 1 0 0,0 1-1 0 0,0 0 1 0 0,0 0-1 0 0,0 0 0 0 0,0 0 1 0 0,0 0-1 0 0,0 0 1 0 0,0 1-1 0 0,0 0 1 0 0,0 0-1 0 0,0-1 1 0 0,0 1-1 0 0,-4 3 1 0 0,-37 22 13 0 0,38-22-2 0 0,-8 7-23 0 0,0 0 1 0 0,1 1-1 0 0,1 1 1 0 0,-1 0-1 0 0,2 0 1 0 0,0 2 0 0 0,1-1-1 0 0,0 1 1 0 0,1 1-1 0 0,1-1 1 0 0,0 2-1 0 0,1-1 1 0 0,1 1-1 0 0,1 0 1 0 0,0 0 0 0 0,-4 30-1 0 0,8-41 15 0 0,1 1 0 0 0,0-1 0 0 0,0 1 0 0 0,0-1 0 0 0,1 0 0 0 0,0 1 0 0 0,0-1 0 0 0,1 0 0 0 0,0 0 0 0 0,0 0 0 0 0,0 0 0 0 0,1 0 0 0 0,0 0 0 0 0,0 0 0 0 0,0-1 0 0 0,0 0 0 0 0,1 1 0 0 0,0-1 0 0 0,5 4 0 0 0,-1-2 0 0 0,1 0 0 0 0,-1-1 1 0 0,1 0-1 0 0,0-1 1 0 0,0 0-1 0 0,1 0 1 0 0,0-1-1 0 0,-1 0 0 0 0,1-1 1 0 0,21 4-1 0 0,-8-3-156 0 0,0-2 0 0 0,0 0 0 0 0,1-1 0 0 0,-1-2 0 0 0,0 0-1 0 0,0-2 1 0 0,0 0 0 0 0,0-2 0 0 0,0 0 0 0 0,-1-2 0 0 0,0 0 0 0 0,0-1-1 0 0,-1-2 1 0 0,0 0 0 0 0,0-1 0 0 0,29-22 0 0 0,-32 18 83 0 0,0-1 0 0 0,-1-1 0 0 0,-1-1 0 0 0,-1 0 0 0 0,13-21 0 0 0,58-105 161 0 0,-57 92 207 0 0,-29 52-295 0 0,0-1 1 0 0,1 1-1 0 0,-1-1 1 0 0,0 1-1 0 0,0-1 1 0 0,1 1-1 0 0,-1-1 1 0 0,0 1-1 0 0,1 0 1 0 0,-1-1-1 0 0,1 1 1 0 0,-1 0-1 0 0,0-1 1 0 0,1 1-1 0 0,-1 0 1 0 0,1-1-1 0 0,-1 1 1 0 0,1 0-1 0 0,-1 0 1 0 0,1 0-1 0 0,-1-1 1 0 0,1 1-1 0 0,-1 0 1 0 0,1 0-1 0 0,-1 0 1 0 0,1 0-1 0 0,0 0 1 0 0,8 6 7 0 0,-7-2-4 0 0,1 0 0 0 0,-1 1-1 0 0,0-1 1 0 0,0 1 0 0 0,0-1-1 0 0,0 1 1 0 0,-1 0-1 0 0,0 0 1 0 0,0 0 0 0 0,0 0-1 0 0,-1 5 1 0 0,1 63 36 0 0,-2-44 1 0 0,0 3 72 0 0,-11 58 1 0 0,3-35 4 0 0,-5 14 172 0 0,14-65-185 0 0,1-6-104 0 0,1 1 1 0 0,-1 0-1 0 0,1-1 1 0 0,-1 1-1 0 0,0-1 0 0 0,1 0 1 0 0,-1 1-1 0 0,0-1 0 0 0,0 0 1 0 0,0 0-1 0 0,0 0 1 0 0,0 1-1 0 0,-1-1 0 0 0,1 0 1 0 0,0-4-1 0 0,3-5-12 0 0,89-170-366 0 0,-76 154 327 0 0,1 0 1 0 0,1 1-1 0 0,1 1 1 0 0,31-29-1 0 0,-47 51 44 0 0,-1 0 1 0 0,1 0-1 0 0,-1 0 1 0 0,1 0-1 0 0,0 0 0 0 0,0 1 1 0 0,1 0-1 0 0,-1 0 1 0 0,0 0-1 0 0,1 0 1 0 0,-1 1-1 0 0,1 0 0 0 0,8-2 1 0 0,-10 4 12 0 0,-1-1 1 0 0,1 0-1 0 0,0 1 1 0 0,-1-1-1 0 0,1 1 1 0 0,-1 0-1 0 0,1-1 1 0 0,-1 1-1 0 0,1 1 0 0 0,-1-1 1 0 0,1 0-1 0 0,-1 1 1 0 0,0-1-1 0 0,0 1 1 0 0,0-1-1 0 0,0 1 1 0 0,0 0-1 0 0,0 0 1 0 0,0 0-1 0 0,-1 0 1 0 0,1 0-1 0 0,-1 1 1 0 0,1-1-1 0 0,-1 0 1 0 0,2 5-1 0 0,3 8 65 0 0,-1 0 0 0 0,-1 0 0 0 0,0 1-1 0 0,0-1 1 0 0,-2 1 0 0 0,0 0 0 0 0,-1 25 0 0 0,0-19-17 0 0,1 0 0 0 0,8 40 0 0 0,-8-57-52 0 0,-1 1 1 0 0,1-1-1 0 0,0 0 1 0 0,1 1-1 0 0,-1-1 0 0 0,1-1 1 0 0,0 1-1 0 0,1 0 1 0 0,-1-1-1 0 0,1 1 1 0 0,0-1-1 0 0,0 0 0 0 0,0 0 1 0 0,0-1-1 0 0,1 1 1 0 0,-1-1-1 0 0,1 0 0 0 0,0 0 1 0 0,0-1-1 0 0,0 1 1 0 0,0-1-1 0 0,1 0 0 0 0,-1 0 1 0 0,1-1-1 0 0,-1 0 1 0 0,1 0-1 0 0,-1 0 0 0 0,11 0 1 0 0,-5-1-33 0 0,0-1 1 0 0,0 1-1 0 0,0-2 0 0 0,-1 1 1 0 0,1-2-1 0 0,0 1 1 0 0,-1-2-1 0 0,0 1 1 0 0,0-1-1 0 0,0-1 0 0 0,0 0 1 0 0,-1 0-1 0 0,0-1 1 0 0,12-9-1 0 0,-6 2-20 0 0,-2-1 1 0 0,0-1-1 0 0,0 0 0 0 0,-2-1 1 0 0,0 0-1 0 0,-1 0 1 0 0,0-1-1 0 0,9-24 0 0 0,-9 17 88 0 0,-1 0-1 0 0,-2-1 1 0 0,0 1-1 0 0,-2-2 1 0 0,5-47-1 0 0,-10 17 380 0 0,0 55-413 0 0,0 0-1 0 0,1 0 0 0 0,-1 0 1 0 0,0 0-1 0 0,0 0 0 0 0,-1 0 1 0 0,1 0-1 0 0,0 0 0 0 0,0 0 1 0 0,0 0-1 0 0,-1 0 0 0 0,1 0 0 0 0,0 0 1 0 0,-1 0-1 0 0,1 0 0 0 0,-1 0 1 0 0,1 0-1 0 0,-1 0 0 0 0,0 1 1 0 0,1-1-1 0 0,-1 0 0 0 0,0 0 1 0 0,0 1-1 0 0,1-1 0 0 0,-1 0 1 0 0,0 1-1 0 0,0-1 0 0 0,0 1 0 0 0,0-1 1 0 0,0 1-1 0 0,0-1 0 0 0,0 1 1 0 0,0 0-1 0 0,0-1 0 0 0,0 1 1 0 0,0 0-1 0 0,0 0 0 0 0,0 0 1 0 0,0 0-1 0 0,0 0 0 0 0,0 0 0 0 0,-2 0 1 0 0,0 1-2 0 0,0-1 0 0 0,-1 1 0 0 0,1 0 0 0 0,0 0 0 0 0,0 0 0 0 0,-1 0 0 0 0,1 1 0 0 0,0-1 1 0 0,0 1-1 0 0,-3 3 0 0 0,-7 7 1 0 0,1 0 0 0 0,1 1 0 0 0,0 1 0 0 0,1 0 0 0 0,0 1 1 0 0,1 0-1 0 0,1 0 0 0 0,0 0 0 0 0,1 1 0 0 0,1 1 0 0 0,0-1 0 0 0,2 1 0 0 0,-1 0 1 0 0,-2 28-1 0 0,7-41 0 0 0,0 0-1 0 0,-1 0 1 0 0,1 1 0 0 0,1-1 0 0 0,-1 0 0 0 0,1 0 0 0 0,0 0-1 0 0,0 0 1 0 0,0 0 0 0 0,0 0 0 0 0,1 0 0 0 0,-1 0 0 0 0,1 0-1 0 0,0 0 1 0 0,4 4 0 0 0,-2-3-19 0 0,0 0 0 0 0,1 0 1 0 0,0-1-1 0 0,0 0 0 0 0,0 0 0 0 0,0 0 0 0 0,0-1 1 0 0,1 1-1 0 0,7 2 0 0 0,6 2-172 0 0,0-2-1 0 0,0 0 1 0 0,1-1-1 0 0,-1-1 1 0 0,29 2-1 0 0,-16-3-359 0 0,0-2 0 0 0,0-1 1 0 0,0-1-1 0 0,0-2 0 0 0,0-1 0 0 0,0-2 0 0 0,0-1 0 0 0,30-11 0 0 0,-44 12 330 0 0,-1-1 1 0 0,1-1-1 0 0,-1 0 0 0 0,-1-2 1 0 0,0 0-1 0 0,0 0 0 0 0,-1-2 1 0 0,0 0-1 0 0,-1 0 0 0 0,0-2 1 0 0,-1 1-1 0 0,-1-2 1 0 0,0 0-1 0 0,18-30 0 0 0,-26 37 503 0 0,0-1-1 0 0,-1 0 0 0 0,1 0 1 0 0,-2 0-1 0 0,0 0 1 0 0,0 0-1 0 0,0-1 0 0 0,-1 1 1 0 0,-1-1-1 0 0,1 1 1 0 0,-2-1-1 0 0,1 1 0 0 0,-1-1 1 0 0,-1 1-1 0 0,0 0 1 0 0,-3-12-1 0 0,3 17-156 0 0,1 1 1 0 0,-1-1-1 0 0,0 0 0 0 0,0 1 1 0 0,-1-1-1 0 0,1 1 0 0 0,-5-5 1 0 0,6 7-28 0 0,-3 2-15 0 0,1 1-53 0 0,-1-1 0 0 0,1 1 0 0 0,-1 1 0 0 0,1-1 0 0 0,0 0 0 0 0,0 1 0 0 0,0-1 0 0 0,0 1 0 0 0,0 0 1 0 0,1 0-1 0 0,-1 0 0 0 0,1 0 0 0 0,0 1 0 0 0,0-1 0 0 0,0 0 0 0 0,-3 8 0 0 0,-3 11 336 0 0,-11 39 1 0 0,10-30-193 0 0,3-12-56 0 0,1 0 0 0 0,1 0 0 0 0,-3 28 0 0 0,7-41-77 0 0,-1 0 1 0 0,1 1-1 0 0,0-1 0 0 0,1 0 1 0 0,-1 0-1 0 0,1 0 0 0 0,0 0 1 0 0,1 0-1 0 0,-1 0 1 0 0,1 0-1 0 0,1 0 0 0 0,-1 0 1 0 0,1-1-1 0 0,6 11 0 0 0,-5-12-24 0 0,0 0-1 0 0,1 0 1 0 0,-1-1-1 0 0,1 1 1 0 0,0-1-1 0 0,0 0 1 0 0,0 0-1 0 0,0-1 1 0 0,1 1-1 0 0,-1-1 1 0 0,1 0-1 0 0,0-1 0 0 0,-1 1 1 0 0,1-1-1 0 0,0-1 1 0 0,0 1-1 0 0,-1-1 1 0 0,1 0-1 0 0,0 0 1 0 0,0 0-1 0 0,0-1 1 0 0,8-2-1 0 0,-1 1-31 0 0,1-1-1 0 0,-1-1 0 0 0,0 0 1 0 0,0-1-1 0 0,-1-1 1 0 0,0 0-1 0 0,1 0 1 0 0,15-13-1 0 0,-20 13-36 0 0,0-1 1 0 0,0 0-1 0 0,-1 0 0 0 0,0-1 1 0 0,0 0-1 0 0,-1 0 0 0 0,0-1 0 0 0,-1 0 1 0 0,0 0-1 0 0,0 0 0 0 0,6-17 1 0 0,-7 14 10 0 0,-1-1 1 0 0,0 0 0 0 0,-1 0-1 0 0,0 0 1 0 0,-1-1 0 0 0,0 1-1 0 0,-1 0 1 0 0,-3-20 0 0 0,1 16 25 0 0,-2 0 0 0 0,0 0 1 0 0,0 0-1 0 0,-2 1 0 0 0,0 0 0 0 0,-1 0 0 0 0,0 0 1 0 0,-1 1-1 0 0,-1 0 0 0 0,0 1 0 0 0,-2 0 1 0 0,1 0-1 0 0,-1 1 0 0 0,-19-16 0 0 0,27 25 5 0 0,-1 1 0 0 0,0 0 0 0 0,0 1 0 0 0,0-1 0 0 0,0 1-1 0 0,0-1 1 0 0,-1 1 0 0 0,1 0 0 0 0,-1 1 0 0 0,0-1 0 0 0,1 1 0 0 0,-1 0 0 0 0,0 0-1 0 0,-8 0 1 0 0,10 1 3 0 0,0 1 0 0 0,0-1-1 0 0,0 1 1 0 0,-1 0 0 0 0,1 0-1 0 0,0 0 1 0 0,1 0 0 0 0,-1 0-1 0 0,0 1 1 0 0,0-1 0 0 0,0 1-1 0 0,1 0 1 0 0,-1-1 0 0 0,1 1-1 0 0,-1 1 1 0 0,1-1 0 0 0,0 0-1 0 0,0 1 1 0 0,0-1 0 0 0,0 1-1 0 0,0-1 1 0 0,1 1 0 0 0,-2 3-1 0 0,0-2 3 0 0,1 0 0 0 0,0 1 0 0 0,1-1 0 0 0,-1 0 0 0 0,1 1 0 0 0,-1-1 1 0 0,1 1-1 0 0,1-1 0 0 0,-1 1 0 0 0,1-1 0 0 0,0 1 0 0 0,0 0 0 0 0,0-1 0 0 0,0 1 0 0 0,1-1 0 0 0,0 1 0 0 0,0-1 0 0 0,0 1 0 0 0,4 7 0 0 0,-2-6-32 0 0,0 0 0 0 0,1 0 0 0 0,0-1 1 0 0,0 0-1 0 0,0 0 0 0 0,1 0 0 0 0,-1 0 0 0 0,1-1 0 0 0,0 0 0 0 0,1 0 0 0 0,-1 0 1 0 0,1 0-1 0 0,9 3 0 0 0,7 3-266 0 0,2-1 0 0 0,-1-1 1 0 0,1-1-1 0 0,0-1 0 0 0,0-2 0 0 0,48 4 1 0 0,-6-6-626 0 0,90-8 1 0 0,-136 4 766 0 0,0-1 0 0 0,0 0 0 0 0,0-1 0 0 0,0-2-1 0 0,32-12 1 0 0,-41 13 378 0 0,0-1 0 0 0,1 0-1 0 0,-2-1 1 0 0,1 0 0 0 0,-1-1-1 0 0,0 0 1 0 0,-1 0-1 0 0,0-1 1 0 0,0-1 0 0 0,10-14-1 0 0,6-10 1049 0 0,-23 32-980 0 0,-3 5-231 0 0,-20 58 328 0 0,3 0 1 0 0,3 0-1 0 0,-12 100 0 0 0,27-157-350 0 0,0 1-1 0 0,0 0 1 0 0,0-1-1 0 0,0 1 1 0 0,1-1-1 0 0,0 1 0 0 0,0-1 1 0 0,0 1-1 0 0,0-1 1 0 0,1 0-1 0 0,2 6 1 0 0,-2-8-20 0 0,-1 1 1 0 0,1-1 0 0 0,0 0 0 0 0,0 1-1 0 0,0-1 1 0 0,0 0 0 0 0,0 0 0 0 0,0-1-1 0 0,1 1 1 0 0,-1 0 0 0 0,1-1-1 0 0,-1 1 1 0 0,1-1 0 0 0,-1 0 0 0 0,1 0-1 0 0,0 0 1 0 0,0 0 0 0 0,0 0 0 0 0,3 0-1 0 0,5 0-85 0 0,0 0 0 0 0,0 0 1 0 0,1-1-1 0 0,-1 0 0 0 0,0-1 0 0 0,0-1 0 0 0,0 0 0 0 0,0 0 0 0 0,15-5 0 0 0,-10 1-142 0 0,-1-1 0 0 0,-1 0 0 0 0,1-1 0 0 0,-1 0 1 0 0,24-20-1 0 0,-14 7-48 0 0,-2 0 0 0 0,0-2-1 0 0,-1 0 1 0 0,-2-2 0 0 0,0 0 0 0 0,20-37 0 0 0,-20 22 814 0 0,-1 0 0 0 0,-1-1 1 0 0,16-68-1 0 0,-20 76 98 0 0,-13 33-650 0 0,0 0-1 0 0,0 0 1 0 0,0 0-1 0 0,0 0 1 0 0,0 0 0 0 0,0 0-1 0 0,0 1 1 0 0,0-1 0 0 0,0 0-1 0 0,0 0 1 0 0,0 0-1 0 0,0 0 1 0 0,0 0 0 0 0,0 0-1 0 0,0 0 1 0 0,0 0-1 0 0,0 0 1 0 0,0 0 0 0 0,0 0-1 0 0,0 1 1 0 0,0-1 0 0 0,0 0-1 0 0,0 0 1 0 0,0 0-1 0 0,0 0 1 0 0,0 0 0 0 0,0 0-1 0 0,0 0 1 0 0,0 0-1 0 0,0 0 1 0 0,0 0 0 0 0,0 0-1 0 0,0 0 1 0 0,0 0 0 0 0,0 0-1 0 0,0 0 1 0 0,0 0-1 0 0,1 1 1 0 0,-1-1 0 0 0,0 0-1 0 0,0 0 1 0 0,0 0-1 0 0,0 0 1 0 0,0 0 0 0 0,0 0-1 0 0,0 0 1 0 0,0 0 0 0 0,0 0-1 0 0,0 0 1 0 0,0 0-1 0 0,1 0 1 0 0,-1 0 0 0 0,0 0-1 0 0,0 0 1 0 0,0 0 0 0 0,-4 21 49 0 0,-49 149 277 0 0,33-112-2373 0 0,-17 75 0 0 0,36-131 1736 0 0,1 1 0 0 0,-1 0-1 0 0,1-1 1 0 0,0 1 0 0 0,0 0 0 0 0,0 0 0 0 0,0-1 0 0 0,1 1-1 0 0,-1 0 1 0 0,1-1 0 0 0,0 1 0 0 0,-1-1 0 0 0,1 1-1 0 0,2 3 1 0 0,-2-4-278 0 0,1 0-1 0 0,-1 0 1 0 0,1 1-1 0 0,0-1 1 0 0,0 0-1 0 0,0-1 1 0 0,0 1-1 0 0,0 0 1 0 0,2 1-1 0 0,11 4-4134 0 0</inkml:trace>
  <inkml:trace contextRef="#ctx0" brushRef="#br0" timeOffset="1">5005 2151 1992 0 0,'1'-8'1236'0'0,"0"0"1"0"0,0 0-1 0 0,0 0 0 0 0,-1 0 0 0 0,-1-14 1 0 0,0 18-927 0 0,0 1 0 0 0,0-1 0 0 0,0 1 0 0 0,0-1 1 0 0,0 1-1 0 0,-1 0 0 0 0,0-1 0 0 0,0 1 0 0 0,1 0 0 0 0,-2 0 1 0 0,1 0-1 0 0,0 0 0 0 0,-1 1 0 0 0,1-1 0 0 0,-5-3 1 0 0,-2 0 22 0 0,1 1 0 0 0,0 0 0 0 0,-1 1 0 0 0,0 0 0 0 0,0 0 0 0 0,0 1 0 0 0,-1 0 0 0 0,-18-3 0 0 0,14 3-117 0 0,0 2-1 0 0,0 0 1 0 0,0 0-1 0 0,0 1 1 0 0,-25 4-1 0 0,35-3-189 0 0,-1 0 1 0 0,1 0-1 0 0,0 0 0 0 0,0 1 1 0 0,-1 0-1 0 0,1 0 0 0 0,0 0 0 0 0,0 0 1 0 0,1 1-1 0 0,-1-1 0 0 0,0 1 1 0 0,-4 4-1 0 0,6-5-13 0 0,0 1-1 0 0,1-1 1 0 0,-1 0 0 0 0,1 0 0 0 0,-1 0 0 0 0,1 1-1 0 0,0-1 1 0 0,0 1 0 0 0,0-1 0 0 0,0 1-1 0 0,0 0 1 0 0,1-1 0 0 0,-1 1 0 0 0,1 0-1 0 0,0-1 1 0 0,-1 1 0 0 0,1 0 0 0 0,0-1-1 0 0,1 1 1 0 0,-1 0 0 0 0,2 4 0 0 0,1 6 34 0 0,2 0 1 0 0,0 0 0 0 0,0-1-1 0 0,2 0 1 0 0,14 23-1 0 0,48 53 90 0 0,-17-24-25 0 0,-40-47 189 0 0,0 0 0 0 0,-1 0 0 0 0,0 1 1 0 0,15 38-1 0 0,-26-54-229 0 0,1-1 0 0 0,-1 1-1 0 0,0 0 1 0 0,0 0 0 0 0,0 0 0 0 0,-1 0-1 0 0,1 0 1 0 0,0 0 0 0 0,-1-1 0 0 0,1 1 0 0 0,-1 0-1 0 0,0 0 1 0 0,1 0 0 0 0,-1-1 0 0 0,0 1 0 0 0,0 0-1 0 0,0-1 1 0 0,0 1 0 0 0,0-1 0 0 0,-1 1-1 0 0,1-1 1 0 0,-2 2 0 0 0,-1 1 54 0 0,-1 0 0 0 0,1 0-1 0 0,-1-1 1 0 0,1 1 0 0 0,-10 4 0 0 0,-3-1-133 0 0,0-1 1 0 0,0 0 0 0 0,-1-2 0 0 0,1 0-1 0 0,-1-1 1 0 0,0 0 0 0 0,0-1 0 0 0,0-2 0 0 0,-33-1-1 0 0,31-2-1761 0 0,-31-6-1 0 0,33 4-2124 0 0,-31-13 1 0 0,5-2-6051 0 0</inkml:trace>
  <inkml:trace contextRef="#ctx0" brushRef="#br0" timeOffset="2">12783 28 1220 0 0,'-32'26'7139'0'0,"30"-24"-6463"0"0,-28 19 4746 0 0,59-22-5258 0 0,0-2 0 0 0,47-11 0 0 0,-5 0-119 0 0,168-13-824 0 0,-80 13-5170 0 0,-133 12 4030 0 0,-1 0-2024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43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201 117 1080 0 0,'-41'6'3240'0'0,"-76"9"5024"0"0,94-11-7060 0 0,19-4-735 0 0,-11-3 443 0 0,23-2-818 0 0,1-1 0 0 0,0 2 0 0 0,0-1 0 0 0,1 1 0 0 0,-1 0 0 0 0,16-3-1 0 0,66-11-2 0 0,-56 12-73 0 0,343-47-3816 0 0,-238 35-1362 0 0,-65 9 587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47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15 770 36 0 0,'0'0'12295'0'0,"-10"10"-10333"0"0,5 4-1024 0 0,5-14-917 0 0,0 1-1 0 0,1-1 1 0 0,-1 0 0 0 0,0 0 0 0 0,0 0 0 0 0,0 0 0 0 0,1 0 0 0 0,-1 1 0 0 0,0-1 0 0 0,0 0 0 0 0,0 0 0 0 0,1 0 0 0 0,-1 0 0 0 0,0 0 0 0 0,0 0 0 0 0,1 0 0 0 0,-1 0 0 0 0,0 0 0 0 0,0 0 0 0 0,1 0 0 0 0,-1 0 0 0 0,0 0 0 0 0,0 0 0 0 0,0 0 0 0 0,1 0 0 0 0,-1 0 0 0 0,0-1 0 0 0,0 1 0 0 0,1 0 0 0 0,-1 0 0 0 0,0 0 0 0 0,0 0-1 0 0,0 0 1 0 0,26-17 452 0 0,141-110-240 0 0,-7-8 0 0 0,156-169-1 0 0,-270 257-203 0 0,-19 21 45 0 0,-2-1 1 0 0,0-1-1 0 0,27-42 0 0 0,-52 70-71 0 0,0 0 0 0 0,1-1 1 0 0,-1 1-1 0 0,0 0 0 0 0,1-1 0 0 0,-1 1 0 0 0,0 0 0 0 0,0-1 0 0 0,1 1 0 0 0,-1-1 0 0 0,0 1 0 0 0,0-1 0 0 0,0 1 1 0 0,0 0-1 0 0,0-1 0 0 0,1 1 0 0 0,-1-1 0 0 0,0 1 0 0 0,0-1 0 0 0,0 1 0 0 0,0-1 0 0 0,0 1 0 0 0,-1-1 0 0 0,1 1 1 0 0,0-1-1 0 0,0 1 0 0 0,0 0 0 0 0,0-1 0 0 0,-1 0 0 0 0,-12 1 13 0 0,-18 15-22 0 0,15-5 0 0 0,1 2 1 0 0,0 0-1 0 0,1 1 0 0 0,0 0 0 0 0,1 1 1 0 0,-16 23-1 0 0,24-31 7 0 0,1 0-1 0 0,0 1 1 0 0,0-1 0 0 0,0 1-1 0 0,1 0 1 0 0,0 0 0 0 0,0 0-1 0 0,1 0 1 0 0,0 1 0 0 0,-2 12 0 0 0,3-15-1 0 0,1 0 0 0 0,0 0 0 0 0,1 0 1 0 0,-1 0-1 0 0,1 0 0 0 0,0 0 1 0 0,0 0-1 0 0,0-1 0 0 0,1 1 0 0 0,0 0 1 0 0,0-1-1 0 0,0 1 0 0 0,0-1 0 0 0,1 0 1 0 0,0 0-1 0 0,0 0 0 0 0,6 7 1 0 0,18 15 2 0 0,58 43 0 0 0,1 0 6 0 0,-74-58 49 0 0,-1 1 1 0 0,0 0-1 0 0,0 1 1 0 0,14 22-1 0 0,-23-31 54 0 0,0 1 1 0 0,0-1-1 0 0,0 0 1 0 0,0 1-1 0 0,-1 0 0 0 0,1-1 1 0 0,-1 1-1 0 0,0 0 1 0 0,-1 0-1 0 0,1-1 0 0 0,-1 1 1 0 0,0 0-1 0 0,0 0 1 0 0,-1 0-1 0 0,1-1 1 0 0,-1 1-1 0 0,0 0 0 0 0,0 0 1 0 0,-1-1-1 0 0,1 1 1 0 0,-1-1-1 0 0,0 1 0 0 0,0-1 1 0 0,-1 0-1 0 0,1 0 1 0 0,-1 0-1 0 0,0 0 0 0 0,0 0 1 0 0,0-1-1 0 0,-7 6 1 0 0,3-2 101 0 0,-1 0 0 0 0,0-1 0 0 0,0 0 0 0 0,-1 0 0 0 0,0-1 0 0 0,0 0 0 0 0,0-1 0 0 0,0 0 0 0 0,-1 0 0 0 0,1-1 0 0 0,-1 0 0 0 0,0-1 0 0 0,-17 2 0 0 0,18-3-133 0 0,-1-1 1 0 0,0 0 0 0 0,0-1 0 0 0,0 0-1 0 0,0-1 1 0 0,0 0 0 0 0,1 0 0 0 0,-1-1 0 0 0,1 0-1 0 0,0 0 1 0 0,-18-11 0 0 0,11 6-25 0 0,13 7-75 0 0,0-1 0 0 0,0 1 1 0 0,0-1-1 0 0,0 0 0 0 0,0 0 1 0 0,0 0-1 0 0,-3-4 0 0 0,-8-11-762 0 0,14 16 642 0 0,-1 0-1 0 0,1 0 1 0 0,-1 0-1 0 0,1 0 1 0 0,-1 0 0 0 0,1 0-1 0 0,0 0 1 0 0,-1 0-1 0 0,1 0 1 0 0,0 0-1 0 0,0-1 1 0 0,0 1-1 0 0,0 0 1 0 0,0 0 0 0 0,0 0-1 0 0,0 0 1 0 0,0 0-1 0 0,0 0 1 0 0,1-1-1 0 0,-1 1 1 0 0,0 0-1 0 0,1-1 1 0 0,2-2-568 0 0,-1 0-1 0 0,1 1 1 0 0,-1-1-1 0 0,1 1 1 0 0,0 0-1 0 0,1 0 1 0 0,-1 0-1 0 0,5-3 1 0 0,10-7-4708 0 0,1 1-1646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48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345 172 504 0 0,'39'-82'15691'0'0,"-38"86"-15475"0"0,0 1 0 0 0,0-1 0 0 0,-1 0 1 0 0,1 1-1 0 0,-1-1 0 0 0,0 0 0 0 0,-1 1 0 0 0,1-1 1 0 0,-1 0-1 0 0,-1 7 0 0 0,-1 6 197 0 0,-8 74 680 0 0,-4 48-322 0 0,15-118-707 0 0,0 0 1 0 0,1-1-1 0 0,1 1 1 0 0,7 33-1 0 0,-8-50-60 0 0,0-1 0 0 0,0 1 1 0 0,0-1-1 0 0,0 1 0 0 0,1-1 0 0 0,-1 1 1 0 0,1-1-1 0 0,0 0 0 0 0,0 0 0 0 0,1 0 1 0 0,-1 0-1 0 0,0 0 0 0 0,1-1 0 0 0,0 1 1 0 0,0-1-1 0 0,-1 1 0 0 0,2-1 0 0 0,3 2 1 0 0,-3-2-2 0 0,1 0 0 0 0,0 0 0 0 0,0-1 0 0 0,-1 0 1 0 0,1 0-1 0 0,0 0 0 0 0,0-1 0 0 0,0 0 0 0 0,0 0 0 0 0,0 0 0 0 0,0 0 1 0 0,6-2-1 0 0,0 0-2 0 0,0-1 0 0 0,0 0 0 0 0,0-1 0 0 0,-1 0 0 0 0,0-1 0 0 0,0 0 0 0 0,0-1 0 0 0,0 0 0 0 0,-1 0 0 0 0,0-1 1 0 0,11-11-1 0 0,-8 5-2 0 0,0-1 1 0 0,-1-1 0 0 0,-1 0 0 0 0,-1-1-1 0 0,0 0 1 0 0,-1 0 0 0 0,9-25 0 0 0,0-11 11 0 0,10-60 0 0 0,-10 41-61 0 0,-16 68 30 0 0,-3 5 16 0 0,1 1 0 0 0,-1-1-1 0 0,1 1 1 0 0,0-1-1 0 0,0 1 1 0 0,0 0 0 0 0,0-1-1 0 0,0 5 1 0 0,0-5 0 0 0,-93 477 1189 0 0,36 7 168 0 0,45-329-969 0 0,-13 100-8 0 0,16-190 364 0 0,-33 118 0 0 0,40-176-597 0 0,-1 1 0 0 0,1-1 0 0 0,-2 0-1 0 0,1 0 1 0 0,-1 0 0 0 0,0-1 0 0 0,-1 1-1 0 0,0-1 1 0 0,-1 0 0 0 0,-6 6 0 0 0,9-10-93 0 0,0-1 0 0 0,-1 0 0 0 0,1 0 0 0 0,0 0 0 0 0,-1-1 0 0 0,0 1 0 0 0,1-1 0 0 0,-1 0 0 0 0,0 0 0 0 0,0-1 0 0 0,0 0 0 0 0,0 0 0 0 0,-1 0 1 0 0,1 0-1 0 0,0-1 0 0 0,0 1 0 0 0,-1-2 0 0 0,1 1 0 0 0,0 0 0 0 0,-10-3 0 0 0,-2-2-18 0 0,-1-1-1 0 0,1 0 1 0 0,1-1 0 0 0,-1-1-1 0 0,1 0 1 0 0,1-2 0 0 0,-1 0 0 0 0,2 0-1 0 0,-18-16 1 0 0,16 11-36 0 0,-1-1 0 0 0,2-1 0 0 0,0 0 0 0 0,1-1 0 0 0,1 0 0 0 0,-21-40 0 0 0,29 46-2 0 0,0 0-1 0 0,0 0 0 0 0,2-1 1 0 0,-1 0-1 0 0,2 0 0 0 0,-1 1 0 0 0,2-1 1 0 0,0-1-1 0 0,0 1 0 0 0,2-13 1 0 0,1 6-42 0 0,1 0 0 0 0,1 1 0 0 0,0-1 0 0 0,2 1 0 0 0,15-35 1 0 0,3 6-216 0 0,2 1 1 0 0,3 1-1 0 0,66-81 1 0 0,10 3-581 0 0,152-136 0 0 0,140-88-1026 0 0,-328 291 1589 0 0,171-156-434 0 0,-231 204 678 0 0,-1-1 1 0 0,0 0-1 0 0,0 0 0 0 0,-1-1 0 0 0,6-12 0 0 0,-12 22 34 0 0,-1 0 0 0 0,1 0 0 0 0,-1 1 0 0 0,1-1 0 0 0,-1 0 0 0 0,0 0 0 0 0,1 0 0 0 0,-1 0 1 0 0,0 0-1 0 0,0 0 0 0 0,0 0 0 0 0,1 0 0 0 0,-1 0 0 0 0,0 0 0 0 0,0 1 0 0 0,0-1 0 0 0,-1 0 0 0 0,1 0 0 0 0,0 0 0 0 0,0 0 0 0 0,0 0 0 0 0,-1 0 0 0 0,1 0 0 0 0,-1-1 0 0 0,0 2-1 0 0,1-1 0 0 0,-1 0 0 0 0,0 1 0 0 0,0-1 0 0 0,0 1 0 0 0,0-1 0 0 0,0 1 0 0 0,0-1 0 0 0,0 1 0 0 0,0 0 0 0 0,0 0 1 0 0,0-1-1 0 0,0 1 0 0 0,0 0 0 0 0,0 0 0 0 0,0 0 0 0 0,0 0 0 0 0,-1 0 0 0 0,-3 1-6 0 0,0-1 1 0 0,-1 1-1 0 0,1 0 0 0 0,0 1 0 0 0,0-1 1 0 0,0 1-1 0 0,-5 3 0 0 0,-1 1 1 0 0,1 0 0 0 0,0 1 0 0 0,0 1 0 0 0,1-1 0 0 0,0 2 0 0 0,1-1 0 0 0,-1 1 0 0 0,2 1 0 0 0,-1-1 0 0 0,-11 20 0 0 0,16-23 7 0 0,0 1 0 0 0,1-1 0 0 0,-1 0 0 0 0,1 1 0 0 0,0 0 0 0 0,1-1 0 0 0,0 1 0 0 0,0 0 0 0 0,0 0 0 0 0,1 0 0 0 0,0 0 0 0 0,0-1 0 0 0,1 1-1 0 0,0 0 1 0 0,0 0 0 0 0,0 0 0 0 0,1-1 0 0 0,0 1 0 0 0,0-1 0 0 0,5 9 0 0 0,7 11-9 0 0,30 38 0 0 0,-32-49 14 0 0,-1 0 1 0 0,-1 1-1 0 0,0 1 0 0 0,-1 0 0 0 0,0 0 0 0 0,9 30 0 0 0,-17-43 2 0 0,0-1-1 0 0,-1 1 1 0 0,1 0-1 0 0,-1-1 1 0 0,0 1-1 0 0,0 0 1 0 0,0-1-1 0 0,0 1 1 0 0,-1 0-1 0 0,0-1 1 0 0,1 1-1 0 0,-1 0 1 0 0,-1-1-1 0 0,1 1 1 0 0,0-1-1 0 0,-3 5 1 0 0,0-3 7 0 0,1-1 1 0 0,-1 1-1 0 0,0 0 1 0 0,0-1 0 0 0,0 0-1 0 0,0 0 1 0 0,-1 0-1 0 0,0-1 1 0 0,-7 5 0 0 0,-4 0 21 0 0,0 0 0 0 0,-1-2 1 0 0,0 1-1 0 0,0-2 1 0 0,-30 6-1 0 0,39-10-308 0 0,1 1 0 0 0,-1-1-1 0 0,0 0 1 0 0,0-1 0 0 0,0 0-1 0 0,0-1 1 0 0,0 1 0 0 0,0-1-1 0 0,0-1 1 0 0,-9-2-1 0 0,16 3 139 0 0,1 0-1 0 0,-1 0 0 0 0,1 1 0 0 0,0-1 0 0 0,-1 0 0 0 0,1 0 0 0 0,0 0 0 0 0,0 0 0 0 0,0 0 0 0 0,0 0 0 0 0,-1 0 0 0 0,1 0 0 0 0,0 1 0 0 0,1-1 0 0 0,-1 0 1 0 0,0 0-1 0 0,0 0 0 0 0,0 0 0 0 0,1-1 0 0 0,0-2-522 0 0,0 1 102 0 0,0-1 1 0 0,0 1 0 0 0,0-1 0 0 0,1 1 0 0 0,-1 0-1 0 0,1 0 1 0 0,0 0 0 0 0,0 0 0 0 0,3-4 0 0 0,4-6-2217 0 0,10-15-3012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49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67 132 2576 0 0,'17'-82'10545'0'0,"-13"44"-5605"0"0,-1 27-3303 0 0,-5 18-43 0 0,-4 18-627 0 0,-57 601 3119 0 0,53-543-4220 0 0,3 1 0 0 0,5 100 0 0 0,3-172-363 0 0,0 1 0 0 0,1-1 1 0 0,1 1-1 0 0,0-1 0 0 0,8 21 0 0 0,-8-26-241 0 0,1 0 0 0 0,-1 0 1 0 0,1-1-1 0 0,8 9 0 0 0,-9-10-433 0 0,1-1 0 0 0,0 0-1 0 0,1 0 1 0 0,-1-1 0 0 0,1 1 0 0 0,7 4-1 0 0,11 1-7498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50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1401 452 980 0 0,'-5'-15'8965'0'0,"3"15"-8685"0"0,1-1 1 0 0,-1 1-1 0 0,0 0 1 0 0,1 0-1 0 0,-1 0 1 0 0,1 1-1 0 0,-1-1 1 0 0,0 0-1 0 0,1 0 0 0 0,-1 1 1 0 0,1-1-1 0 0,-1 1 1 0 0,-2 1 986 0 0,3-2-1145 0 0,0 0 0 0 0,0 0 0 0 0,0 0 0 0 0,0 1 0 0 0,0-1 0 0 0,0 0 0 0 0,0 0 1 0 0,-1 1-1 0 0,1-1 0 0 0,0 0 0 0 0,1 1 0 0 0,-1-1 0 0 0,0 1 0 0 0,0-1 0 0 0,0 1 0 0 0,0-1 0 0 0,0 1 0 0 0,0 0 0 0 0,1 0 0 0 0,-1-1 0 0 0,0 1 0 0 0,0 0 1 0 0,1 0-1 0 0,-1 0 0 0 0,1 0 0 0 0,-1 0 0 0 0,1 0 0 0 0,-1 0 0 0 0,1 0 0 0 0,0 0 0 0 0,-1 0 0 0 0,1 0 0 0 0,0 0 0 0 0,0 0 0 0 0,-1 1 0 0 0,2 0 82 0 0,16-2 44 0 0,1 0 0 0 0,25-5 0 0 0,-37 4-231 0 0,0-1 0 0 0,0 0 0 0 0,-1 1 0 0 0,1-2 0 0 0,0 1 0 0 0,-1-1 0 0 0,1 0 0 0 0,-1 0 0 0 0,0 0 0 0 0,7-7 0 0 0,-7 6-13 0 0,-1-1 1 0 0,1 0-1 0 0,-1 0 0 0 0,-1 0 0 0 0,1 0 0 0 0,-1-1 0 0 0,0 1 1 0 0,0-1-1 0 0,0 0 0 0 0,-1 1 0 0 0,0-1 0 0 0,2-9 1 0 0,-1-2 6 0 0,-1 0 1 0 0,-1 0-1 0 0,0-22 1 0 0,-1 33-13 0 0,-1 0 1 0 0,0 0-1 0 0,0 1 1 0 0,0-1-1 0 0,-1 0 1 0 0,0 0 0 0 0,0 0-1 0 0,0 1 1 0 0,-1-1-1 0 0,-3-6 1 0 0,4 10-5 0 0,0-1 1 0 0,0 0-1 0 0,0 1 1 0 0,0-1-1 0 0,0 1 1 0 0,0 0-1 0 0,-1-1 1 0 0,1 1-1 0 0,-1 1 1 0 0,1-1-1 0 0,-1 0 1 0 0,0 0-1 0 0,0 1 1 0 0,0 0-1 0 0,0-1 1 0 0,0 1-1 0 0,0 0 1 0 0,0 1-1 0 0,0-1 1 0 0,0 0-1 0 0,0 1 1 0 0,-1 0-1 0 0,-2 0 1 0 0,-4 1-2 0 0,-1 1 1 0 0,1 0 0 0 0,0 1 0 0 0,1 0 0 0 0,-1 1-1 0 0,0 0 1 0 0,1 1 0 0 0,0 0 0 0 0,0 0 0 0 0,0 1 0 0 0,1 0-1 0 0,-14 12 1 0 0,-12 17 40 0 0,2 1-1 0 0,1 2 1 0 0,2 0-1 0 0,2 2 1 0 0,1 1-1 0 0,2 2 1 0 0,-30 75-1 0 0,48-103-18 0 0,0 1-1 0 0,2-1 1 0 0,0 1 0 0 0,0 0-1 0 0,-1 26 1 0 0,5-37-12 0 0,-1 1 1 0 0,1-1-1 0 0,1 0 0 0 0,-1 1 1 0 0,1-1-1 0 0,0 1 1 0 0,0-1-1 0 0,1 0 1 0 0,-1 0-1 0 0,1 0 1 0 0,0 0-1 0 0,0 0 0 0 0,1 0 1 0 0,0 0-1 0 0,0-1 1 0 0,0 1-1 0 0,0-1 1 0 0,1 0-1 0 0,-1 0 0 0 0,7 5 1 0 0,-3-4-136 0 0,0 0 0 0 0,1 0 0 0 0,-1-1 0 0 0,1 0 0 0 0,0-1 0 0 0,0 0 0 0 0,1 0 0 0 0,-1-1 0 0 0,13 3 0 0 0,-6-3-287 0 0,-1-1 1 0 0,1-1 0 0 0,-1 0 0 0 0,1 0 0 0 0,16-4-1 0 0,2-3-841 0 0,1-1 0 0 0,-1-2-1 0 0,-1-1 1 0 0,33-15 0 0 0,-7-2-2186 0 0,-5-4-1366 0 0</inkml:trace>
  <inkml:trace contextRef="#ctx0" brushRef="#br0" timeOffset="1">1950 343 2120 0 0,'57'-145'10922'0'0,"-39"96"-5900"0"0,-18 51-4930 0 0,0 1 0 0 0,-1 0 0 0 0,1-1 0 0 0,0 1 0 0 0,-1-1-1 0 0,0 0 1 0 0,0 1 0 0 0,-2 3 0 0 0,-1 8 221 0 0,-97 434 3004 0 0,87-376-2767 0 0,13-68-223 0 0,2-6-317 0 0,1 1-1 0 0,-1 0 0 0 0,0 0 1 0 0,0 0-1 0 0,1-1 1 0 0,-1 1-1 0 0,0-1 0 0 0,0 1 1 0 0,-1-1-1 0 0,1 1 1 0 0,0-1-1 0 0,1-2 0 0 0,-2 2 3 0 0,18-35 8 0 0,64-129-180 0 0,-66 137 88 0 0,2 1 0 0 0,2 0 0 0 0,34-38 1 0 0,-47 58 52 0 0,0 1 0 0 0,1 0 0 0 0,0 0 1 0 0,0 0-1 0 0,1 1 0 0 0,-1 0 0 0 0,1 0 0 0 0,16-6 0 0 0,-23 12 19 0 0,1-1 0 0 0,-1 1 1 0 0,1 0-1 0 0,-1-1 0 0 0,1 1 0 0 0,-1 0 0 0 0,0 1 0 0 0,1-1 0 0 0,-1 0 0 0 0,1 1 0 0 0,-1-1 0 0 0,1 1 0 0 0,-1 0 0 0 0,0 0 0 0 0,0 0 0 0 0,1 0 0 0 0,-1 0 0 0 0,0 1 0 0 0,0-1 0 0 0,0 0 0 0 0,0 1 0 0 0,0 0 0 0 0,-1-1 0 0 0,1 1 0 0 0,0 0 0 0 0,-1 0 0 0 0,1 0 0 0 0,0 2 0 0 0,4 5 2 0 0,0 0 0 0 0,-1 1 0 0 0,0-1 0 0 0,6 19-1 0 0,1 11 41 0 0,-2 0 0 0 0,-2 0-1 0 0,-1 1 1 0 0,-3 0-1 0 0,1 51 1 0 0,-5-88 7 0 0,0 1-1 0 0,0-1 1 0 0,0 0 0 0 0,0 1 0 0 0,-1-1 0 0 0,1 0-1 0 0,-1 1 1 0 0,0-1 0 0 0,0 0 0 0 0,0 0 0 0 0,0 1 0 0 0,-1-1-1 0 0,-2 4 1 0 0,3-5 85 0 0,-3-5-44 0 0,4 3-90 0 0,0 0 1 0 0,-1 0 0 0 0,1 0 0 0 0,0 0 0 0 0,-1 0 0 0 0,1 0-1 0 0,0 0 1 0 0,0 0 0 0 0,-1 0 0 0 0,1 0 0 0 0,0 0 0 0 0,0-1-1 0 0,-1 1 1 0 0,1 0 0 0 0,0 0 0 0 0,0 0 0 0 0,0 0 0 0 0,-1 0 0 0 0,1-1-1 0 0,0 1 1 0 0,0 0 0 0 0,0 0 0 0 0,-1 0 0 0 0,1-1 0 0 0,0 1-1 0 0,0 0 1 0 0,0 0 0 0 0,0-1 0 0 0,0 1 0 0 0,0 0 0 0 0,0 0-1 0 0,0-1 1 0 0,-1 1 0 0 0,1 0 0 0 0,0 0 0 0 0,0-1 0 0 0,0 1-1 0 0,0 0 1 0 0,0 0 0 0 0,0-1 0 0 0,0 1 0 0 0,1-1 0 0 0,2-19 1 0 0,1-1 0 0 0,0 1 0 0 0,2 0 1 0 0,1 0-1 0 0,15-32 0 0 0,58-92-121 0 0,-61 115 77 0 0,1 1 1 0 0,41-44 0 0 0,-45 56 12 0 0,0 0 0 0 0,1 1 0 0 0,1 1 0 0 0,1 1 0 0 0,23-14 0 0 0,-39 25 27 0 0,1 1 0 0 0,0-1-1 0 0,0 1 1 0 0,0-1 0 0 0,0 1-1 0 0,8-1 1 0 0,17 1-10 0 0,-20 4 13 0 0,-4 0-2 0 0,-1-1 2 0 0,0 1 1 0 0,0-1 0 0 0,0 1 0 0 0,0 0-1 0 0,-1 0 1 0 0,1 0 0 0 0,-1 1 0 0 0,0-1 0 0 0,1 1-1 0 0,-2-1 1 0 0,1 1 0 0 0,0 0 0 0 0,-1 0 0 0 0,0 1-1 0 0,0-1 1 0 0,2 6 0 0 0,1 4 16 0 0,-1 0 0 0 0,0-1 0 0 0,-1 1 0 0 0,1 15 0 0 0,-2-7 20 0 0,-1 0 0 0 0,-1 1 0 0 0,-6 43 1 0 0,-21 64 42 0 0,6-34-360 0 0,20-93 191 0 0,-2 24-223 0 0,3-26 247 0 0,0 0 0 0 0,0 0 0 0 0,0 0 0 0 0,0 1 0 0 0,0-1 1 0 0,0 0-1 0 0,1 0 0 0 0,-1 0 0 0 0,0 0 0 0 0,1 0 0 0 0,-1 0 0 0 0,1 0 0 0 0,-1 0 1 0 0,1 0-1 0 0,-1 0 0 0 0,1 0 0 0 0,0 0 0 0 0,-1 0 0 0 0,1 0 0 0 0,0-1 0 0 0,0 1 1 0 0,1 1-1 0 0,1-1-243 0 0,1 1 0 0 0,0-1 1 0 0,-1 0-1 0 0,1 0 0 0 0,0 0 1 0 0,0 0-1 0 0,-1-1 1 0 0,1 0-1 0 0,0 1 0 0 0,0-2 1 0 0,0 1-1 0 0,0 0 0 0 0,0-1 1 0 0,-1 1-1 0 0,5-2 0 0 0,0-1-860 0 0,1 1 0 0 0,-1-2-1 0 0,0 1 1 0 0,0-1 0 0 0,0 0-1 0 0,8-6 1 0 0,15-12-5264 0 0</inkml:trace>
  <inkml:trace contextRef="#ctx0" brushRef="#br0" timeOffset="2">203 0 24 0 0,'-180'28'14763'0'0,"177"-28"-14230"0"0,-13 2 290 0 0,13-1 109 0 0,8-1-782 0 0,223-5-1045 0 0,-41 1-3535 0 0,-87 1 479 0 0,14-5-1594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53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264 212 108 0 0,'-150'22'10146'0'0,"100"-18"-6865"0"0,47-4-2591 0 0,-1 0 12 0 0,-15 2-7 0 0,14-2-22 0 0,-11 2 528 0 0,13-2-287 0 0,-8 1-137 0 0,8-3-307 0 0,16-8-165 0 0,31-9-239 0 0,264-64 206 0 0,7 19-244 0 0,-252 52-28 0 0,232-39-812 0 0,-291 50 600 0 0,-1 1-125 0 0,3 0 954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55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400 900 852 0 0,'-12'-16'2451'0'0,"-10"-18"2029"0"0,20 31-4047 0 0,0 0-1 0 0,0 0 1 0 0,-1 0-1 0 0,1 0 1 0 0,-1 0-1 0 0,0 0 1 0 0,-5-3-1 0 0,6 4-193 0 0,-1-1 1 0 0,0 1-1 0 0,1 0 0 0 0,-1 0 0 0 0,0 1 1 0 0,0-1-1 0 0,0 0 0 0 0,-1 1 1 0 0,1 0-1 0 0,-6-2 0 0 0,6 3-153 0 0,1 0 0 0 0,-1 0 1 0 0,0 0-1 0 0,1 0 0 0 0,-1 1 0 0 0,1-1 0 0 0,-1 1 0 0 0,1 0 0 0 0,0-1 0 0 0,-1 1 1 0 0,1 0-1 0 0,0 0 0 0 0,-1 1 0 0 0,1-1 0 0 0,0 0 0 0 0,0 1 0 0 0,-2 1 0 0 0,-8 8 152 0 0,0 0-1 0 0,1 1 1 0 0,0 0-1 0 0,1 1 1 0 0,1 0-1 0 0,-9 14 1 0 0,-41 89 310 0 0,52-100-480 0 0,0 1 0 0 0,-7 33 0 0 0,12-42-30 0 0,1 0-1 0 0,-1 0 0 0 0,2 0 0 0 0,-1 1 1 0 0,1-1-1 0 0,0 0 0 0 0,1 0 0 0 0,2 13 1 0 0,-2-19-27 0 0,0 1 1 0 0,-1-1-1 0 0,1 0 1 0 0,0 0-1 0 0,0 0 1 0 0,0 0-1 0 0,0 0 1 0 0,1 0 0 0 0,-1 0-1 0 0,0 0 1 0 0,1-1-1 0 0,0 1 1 0 0,-1 0-1 0 0,1-1 1 0 0,0 1-1 0 0,0-1 1 0 0,-1 0-1 0 0,4 2 1 0 0,-1-2-2 0 0,-1 1-1 0 0,1-1 1 0 0,0 0 0 0 0,0 0 0 0 0,0-1-1 0 0,-1 1 1 0 0,1-1 0 0 0,0 0 0 0 0,0 0-1 0 0,4 0 1 0 0,6-2 10 0 0,0-1-1 0 0,0 0 1 0 0,0-1 0 0 0,24-10-1 0 0,-22 7-11 0 0,0-1 0 0 0,-1 0-1 0 0,0-2 1 0 0,0 0 0 0 0,-1 0-1 0 0,0-1 1 0 0,-1-1 0 0 0,0-1-1 0 0,-1 1 1 0 0,0-2-1 0 0,-1 0 1 0 0,-1 0 0 0 0,0-1-1 0 0,-1 0 1 0 0,0-1 0 0 0,-2 0-1 0 0,0 0 1 0 0,0 0 0 0 0,-2-1-1 0 0,0 0 1 0 0,-1-1 0 0 0,0 1-1 0 0,-2 0 1 0 0,0-1 0 0 0,-1 0-1 0 0,-1 0 1 0 0,0 1-1 0 0,-1-1 1 0 0,-1 0 0 0 0,-1 1-1 0 0,-5-19 1 0 0,5 29-13 0 0,1-1 0 0 0,-1 1 0 0 0,0 0 0 0 0,0 0 0 0 0,-1 0 0 0 0,0 1 0 0 0,0-1 0 0 0,0 1 0 0 0,-1 0 0 0 0,0 0 1 0 0,-1 1-1 0 0,1-1 0 0 0,-1 1 0 0 0,0 0 0 0 0,0 1 0 0 0,0-1 0 0 0,-1 1 0 0 0,-8-4 0 0 0,6 5-1 0 0,-1-1 0 0 0,1 1 0 0 0,-1 1 1 0 0,0 0-1 0 0,1 0 0 0 0,-1 1 0 0 0,0 0 1 0 0,0 1-1 0 0,0 0 0 0 0,0 1 0 0 0,0 0 0 0 0,1 0 1 0 0,-18 5-1 0 0,13-1-1 0 0,-1 0 1 0 0,1 1-1 0 0,0 0 1 0 0,0 1-1 0 0,0 1 1 0 0,1 0-1 0 0,1 1 1 0 0,-1 0-1 0 0,-14 15 1 0 0,19-16 0 0 0,-1 1 1 0 0,1 0-1 0 0,0 1 1 0 0,1-1-1 0 0,0 1 1 0 0,1 1-1 0 0,0-1 1 0 0,1 1-1 0 0,0 0 1 0 0,0 1-1 0 0,1-1 1 0 0,-3 16-1 0 0,6-22 7 0 0,1-1 1 0 0,-1 0-1 0 0,1 1 1 0 0,0-1-1 0 0,0 0 0 0 0,0 1 1 0 0,0-1-1 0 0,1 0 1 0 0,0 0-1 0 0,0 1 0 0 0,0-1 1 0 0,0 0-1 0 0,1 0 1 0 0,-1 0-1 0 0,1 0 0 0 0,0 0 1 0 0,0-1-1 0 0,1 1 1 0 0,-1 0-1 0 0,1-1 0 0 0,0 0 1 0 0,0 0-1 0 0,0 0 1 0 0,0 0-1 0 0,0 0 0 0 0,1 0 1 0 0,-1-1-1 0 0,1 0 1 0 0,7 4-1 0 0,-1-2 4 0 0,1 1-1 0 0,0-2 1 0 0,0 0-1 0 0,1 0 1 0 0,-1-1-1 0 0,1 0 1 0 0,-1-1-1 0 0,1 0 1 0 0,0-1-1 0 0,12-1 1 0 0,23-5 9 0 0,-1-2-1 0 0,0-2 1 0 0,0-2-1 0 0,-1-2 1 0 0,0-2-1 0 0,-2-2 1 0 0,0-2 0 0 0,-1-1-1 0 0,-1-3 1 0 0,64-47-1 0 0,-76 48-14 0 0,-1-1 0 0 0,-1-2-1 0 0,-2-1 1 0 0,0 0-1 0 0,-2-2 1 0 0,-1-1-1 0 0,-1-1 1 0 0,-2 0 0 0 0,-1-1-1 0 0,-1-2 1 0 0,-2 1-1 0 0,-1-2 1 0 0,-2 0-1 0 0,10-46 1 0 0,-14 43 207 0 0,-2-1 0 0 0,-1 1 0 0 0,-2-1 0 0 0,-2-50 0 0 0,-1 88-200 0 0,0 0 0 0 0,0 0 0 0 0,0 1 0 0 0,0-1 0 0 0,0 0 0 0 0,0 0 0 0 0,0 0 0 0 0,0 0 0 0 0,-1 0 0 0 0,1 0 0 0 0,0 0 0 0 0,0 1 0 0 0,-1-1 0 0 0,1 0 0 0 0,-1 0 0 0 0,1 0 0 0 0,-1 0 0 0 0,1 1-1 0 0,-1-1 1 0 0,1 0 0 0 0,-1 1 0 0 0,0-1 0 0 0,-1-1 0 0 0,2 2-2 0 0,-1 1 0 0 0,0-1-1 0 0,0 0 1 0 0,1 1 0 0 0,-1-1-1 0 0,0 0 1 0 0,0 1 0 0 0,1-1-1 0 0,-1 1 1 0 0,0-1 0 0 0,1 1-1 0 0,-1-1 1 0 0,0 1 0 0 0,1-1-1 0 0,-1 1 1 0 0,1 0 0 0 0,-1-1-1 0 0,1 1 1 0 0,-1 1 0 0 0,-22 43 61 0 0,2 11 329 0 0,2 0 1 0 0,-15 80-1 0 0,-8 121 645 0 0,26-112-320 0 0,3 175 0 0 0,26 147 281 0 0,0-133-438 0 0,-10 152 172 0 0,-9-327-276 0 0,-29 166 1 0 0,30-285-233 0 0,3-20 70 0 0,-1 0 0 0 0,-1 0 0 0 0,-1-1 0 0 0,0 1 1 0 0,-11 25-1 0 0,15-43 102 0 0,-1-5-300 0 0,1 1-70 0 0,-1 0 0 0 0,1-1-1 0 0,0 1 1 0 0,0-1 0 0 0,1 1-1 0 0,-1-1 1 0 0,0 0 0 0 0,1 1-1 0 0,-1-1 1 0 0,1 0 0 0 0,0 1-1 0 0,0-1 1 0 0,0 0 0 0 0,1 1-1 0 0,-1-1 1 0 0,0 0 0 0 0,1 1-1 0 0,1-6 1 0 0,3-9 50 0 0,13-28 0 0 0,-12 31-41 0 0,27-57 31 0 0,71-117 1 0 0,62-57-15 0 0,-87 132-13 0 0,-53 76-37 0 0,-11 17-3 0 0,-1 0 0 0 0,-1-1-1 0 0,-1 0 1 0 0,19-46-1 0 0,-30 63-4 0 0,1 0 0 0 0,-1-1 0 0 0,-1 1 0 0 0,1-1 0 0 0,0 1 0 0 0,-1 0 0 0 0,0-1 0 0 0,0 1 0 0 0,-1-1 0 0 0,1 1 0 0 0,-1-1 0 0 0,0 1 0 0 0,0 0 0 0 0,0-1 0 0 0,-1 1 0 0 0,1 0 0 0 0,-1 0 0 0 0,0 0 0 0 0,0 0 0 0 0,-1 0 0 0 0,1 0 0 0 0,-1 1 0 0 0,0-1 0 0 0,0 1 0 0 0,0 0 0 0 0,0 0 0 0 0,-1 0 0 0 0,1 0 0 0 0,-5-2 0 0 0,-10-7-6 0 0,0 2 0 0 0,0 0 1 0 0,-1 1-1 0 0,-37-12 0 0 0,-47-9-20 0 0,-137-23-1 0 0,-6-2 19 0 0,243 55 9 0 0,0-1 0 0 0,0 0 1 0 0,0 0-1 0 0,0 0 0 0 0,0 0 0 0 0,0-1 1 0 0,0 1-1 0 0,0-1 0 0 0,1 0 1 0 0,-1 0-1 0 0,0 0 0 0 0,1 0 0 0 0,0 0 1 0 0,-3-3-1 0 0,5 4-4 0 0,-1-1 1 0 0,1 1-1 0 0,-1-1 1 0 0,1 1-1 0 0,0-1 0 0 0,-1 1 1 0 0,1-1-1 0 0,0 1 1 0 0,0-1-1 0 0,0 1 1 0 0,0-1-1 0 0,0 1 0 0 0,1-1 1 0 0,-1 1-1 0 0,0-1 1 0 0,1 1-1 0 0,-1-1 1 0 0,1 1-1 0 0,-1-1 0 0 0,1 1 1 0 0,0 0-1 0 0,-1-1 1 0 0,1 1-1 0 0,0 0 1 0 0,0 0-1 0 0,0 0 0 0 0,0-1 1 0 0,0 1-1 0 0,0 0 1 0 0,2-1-1 0 0,10-10-168 0 0,1 0 0 0 0,-1 1 1 0 0,2 1-1 0 0,28-17 0 0 0,69-27-1053 0 0,-93 46 986 0 0,296-111-4636 0 0,-99 53-1133 0 0,-78 25-958 0 0,-68 21-333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7:07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52 838 608 0 0,'0'0'5565'0'0,"-2"0"-4548"0"0,-6 2-213 0 0,-19 5 6578 0 0,19-3-5749 0 0,8-4-1613 0 0,-1 0 1 0 0,1 0-1 0 0,0 0 1 0 0,-1 0-1 0 0,1 0 0 0 0,0 0 1 0 0,-1 0-1 0 0,1 1 1 0 0,0-1-1 0 0,0 0 0 0 0,-1 0 1 0 0,1 0-1 0 0,0 1 1 0 0,0-1-1 0 0,-1 0 0 0 0,1 1 1 0 0,0-1-1 0 0,0 0 1 0 0,0 0-1 0 0,-1 1 0 0 0,1-1 1 0 0,0 0-1 0 0,0 1 1 0 0,0-1-1 0 0,0 0 0 0 0,0 1 1 0 0,0-1-1 0 0,0 0 1 0 0,-1 1-1 0 0,13 4 286 0 0,0 0-1 0 0,0-1 1 0 0,1-1 0 0 0,20 4 0 0 0,58 3 345 0 0,-68-8-496 0 0,658 13 886 0 0,0-58-951 0 0,-670 43-82 0 0,529-55 30 0 0,-329 32-45 0 0,104-11 76 0 0,929-86 123 0 0,-160 5 146 0 0,532-62-163 0 0,-446 45-214 0 0,125 41 115 0 0,-1269 91-71 0 0,1307-11 147 0 0,91 21 115 0 0,-957-11-209 0 0,995-21 131 0 0,-192-21-85 0 0,-906 28-98 0 0,72-2 0 0 0,-94 7-23 0 0,227 0 39 0 0,-457 12-36 0 0,1350 48 36 0 0,-1226-41-1240 0 0,-231-9 200 0 0,13 2-1927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7:0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15 553 284 0 0,'0'0'1228'0'0,"2"-13"13"0"0,-1-8-489 0 0,0 14-85 0 0,-1 0-1 0 0,0 0 1 0 0,0 0-1 0 0,-1-7 1 0 0,0 13-192 0 0,-4-12 2499 0 0,-5-3-969 0 0,8 14-1679 0 0,6 4-197 0 0,0-1-1 0 0,1 0 1 0 0,-1-1 0 0 0,0 1 0 0 0,1-1-1 0 0,7 0 1 0 0,79-5 778 0 0,147-25 1 0 0,-197 23-817 0 0,694-125 401 0 0,265-39-337 0 0,-132 83-1899 0 0,-629 78-360 0 0,-82 5-2840 0 0,-85 3 68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7:10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212 676 172 0 0,'-27'-12'2334'0'0,"1"-1"-1"0"0,1 0 1 0 0,-43-31-1 0 0,27 17 751 0 0,39 26-2614 0 0,-15-7 962 0 0,16 8-1405 0 0,1 1 0 0 0,0-1 0 0 0,0 0 0 0 0,0 0 0 0 0,0 0 0 0 0,-1 0 0 0 0,1 0 0 0 0,0 0 0 0 0,0 0 0 0 0,0 0 0 0 0,-1 0 0 0 0,1-1 0 0 0,0 1 0 0 0,0 0 0 0 0,0 0 0 0 0,0 0 1 0 0,-1 0-1 0 0,1 0 0 0 0,0 0 0 0 0,0 0 0 0 0,0 0 0 0 0,0 0 0 0 0,-1-1 0 0 0,1 1 0 0 0,0 0 0 0 0,0 0 0 0 0,0 0 0 0 0,0 0 0 0 0,0 0 0 0 0,0-1 0 0 0,0 1 0 0 0,-1 0 0 0 0,1 0 0 0 0,0 0 0 0 0,0 0 0 0 0,0-1 0 0 0,0 1 0 0 0,0 0 0 0 0,0 0 0 0 0,0 0 0 0 0,0-1 0 0 0,0 1 0 0 0,0 0 0 0 0,0 0 0 0 0,0 0 0 0 0,0-1 0 0 0,0 1 0 0 0,0 0 0 0 0,0 0 1 0 0,0 0-1 0 0,0 0 0 0 0,0-1 0 0 0,1 1 0 0 0,13-2 489 0 0,24 3-134 0 0,638 4 1819 0 0,-339-10-1944 0 0,367 14 28 0 0,321-3-56 0 0,-355-29 188 0 0,-249 8-236 0 0,-338 12-160 0 0,1304-58 162 0 0,-328-36-109 0 0,-774 68-63 0 0,482-41 12 0 0,-378 36-1 0 0,-205 18-17 0 0,974-75 267 0 0,-676 63-236 0 0,-468 27-35 0 0,725-33 18 0 0,-295 21-35 0 0,181-4 55 0 0,1727 3 3 0 0,-2118 14-30 0 0,510-5 165 0 0,212-6 132 0 0,-426 8-217 0 0,548 14 34 0 0,20 16-83 0 0,-733-14-54 0 0,91 0 178 0 0,-374-21-95 0 0,-78 7-78 0 0,-1 1-14 0 0,4-1 776 0 0,3-2-4940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56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279 183 1020 0 0,'0'0'6965'0'0,"-16"5"-1560"0"0,15-5-5326 0 0,0 0-1 0 0,0 1 1 0 0,0-1 0 0 0,0 1 0 0 0,0 0-1 0 0,1-1 1 0 0,-1 1 0 0 0,0 0 0 0 0,0-1-1 0 0,0 1 1 0 0,1 0 0 0 0,-1 0-1 0 0,0 0 1 0 0,1 0 0 0 0,-1 0 0 0 0,1 0-1 0 0,-1 0 1 0 0,1 0 0 0 0,-1 0 0 0 0,1 0-1 0 0,0 0 1 0 0,-1 0 0 0 0,1 0 0 0 0,0 0-1 0 0,0 0 1 0 0,0 0 0 0 0,0 0 0 0 0,0 0-1 0 0,0 0 1 0 0,0 1 0 0 0,0-1 0 0 0,0 0-1 0 0,1 0 1 0 0,-1 0 0 0 0,0 0-1 0 0,1 0 1 0 0,0 1 0 0 0,0 1-22 0 0,0-1-1 0 0,0 0 1 0 0,0 1-1 0 0,0-1 1 0 0,0 0 0 0 0,1 0-1 0 0,0 1 1 0 0,-1-1-1 0 0,1 0 1 0 0,0-1 0 0 0,0 1-1 0 0,0 0 1 0 0,0 0 0 0 0,0-1-1 0 0,0 1 1 0 0,0-1-1 0 0,1 0 1 0 0,3 2 0 0 0,0-2-30 0 0,-1 0 1 0 0,1 0 0 0 0,0 0 0 0 0,-1-1 0 0 0,1 0-1 0 0,0-1 1 0 0,-1 1 0 0 0,1-1 0 0 0,-1 0 0 0 0,1 0 0 0 0,-1 0-1 0 0,1-1 1 0 0,-1 0 0 0 0,0 0 0 0 0,7-4 0 0 0,2-2 4 0 0,0 0 0 0 0,-1 0 0 0 0,0-2 0 0 0,18-15 0 0 0,-27 21-21 0 0,0-1 0 0 0,0 0-1 0 0,0 0 1 0 0,0 0 0 0 0,-1 0 0 0 0,1-1-1 0 0,-1 1 1 0 0,-1-1 0 0 0,1 0 0 0 0,-1 0-1 0 0,0 0 1 0 0,0 0 0 0 0,-1 0 0 0 0,0 0 0 0 0,0-1-1 0 0,0-9 1 0 0,-1 12-10 0 0,0 1-1 0 0,-1-1 1 0 0,1 1 0 0 0,-1-1-1 0 0,1 1 1 0 0,-1-1 0 0 0,0 1-1 0 0,-1 0 1 0 0,1-1 0 0 0,-1 1-1 0 0,1 0 1 0 0,-1 0 0 0 0,0 0-1 0 0,0 0 1 0 0,0 0 0 0 0,0 1-1 0 0,-1-1 1 0 0,1 1-1 0 0,-1-1 1 0 0,1 1 0 0 0,-1 0-1 0 0,0 0 1 0 0,0 0 0 0 0,0 0-1 0 0,0 1 1 0 0,-1-1 0 0 0,1 1-1 0 0,0 0 1 0 0,0 0 0 0 0,-1 0-1 0 0,-3-1 1 0 0,-1 1-10 0 0,0 1 1 0 0,0-1-1 0 0,0 1 1 0 0,0 1-1 0 0,0 0 1 0 0,0 0-1 0 0,1 0 1 0 0,-1 1-1 0 0,0 0 1 0 0,0 1-1 0 0,1 0 1 0 0,0 0-1 0 0,-1 0 1 0 0,1 1-1 0 0,0 0 1 0 0,1 0-1 0 0,-11 9 0 0 0,-9 9-8 0 0,1 1-1 0 0,-39 44 1 0 0,61-63 14 0 0,-20 23-6 0 0,2 1 0 0 0,0 0 1 0 0,-30 60-1 0 0,40-66 16 0 0,1 1 0 0 0,1 0 0 0 0,1 1 0 0 0,1 0 0 0 0,1 0 0 0 0,-3 32 0 0 0,8-48 12 0 0,0-1 0 0 0,1 1 0 0 0,0-1 1 0 0,1 1-1 0 0,-1-1 0 0 0,1 1 0 0 0,1-1 0 0 0,-1 1 1 0 0,1-1-1 0 0,1 0 0 0 0,5 12 0 0 0,-6-15-12 0 0,0-1-1 0 0,0 0 0 0 0,1 0 0 0 0,-1 0 1 0 0,1 0-1 0 0,0 0 0 0 0,0-1 0 0 0,0 1 1 0 0,0-1-1 0 0,1 1 0 0 0,-1-1 0 0 0,1 0 1 0 0,-1-1-1 0 0,1 1 0 0 0,-1-1 0 0 0,1 1 1 0 0,0-1-1 0 0,0 0 0 0 0,0-1 0 0 0,0 1 1 0 0,0-1-1 0 0,0 1 0 0 0,6-2 0 0 0,22 0-637 0 0,-1-2-1 0 0,1-1 1 0 0,-1-2-1 0 0,0 0 1 0 0,33-13-1 0 0,144-66-7192 0 0,-152 57 3389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57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293 136 936 0 0,'4'-15'2440'0'0,"-2"-1"0"0"0,2-18-1 0 0,-4 29-1789 0 0,0-1 1 0 0,0 1-1 0 0,-1-1 0 0 0,1 1 0 0 0,-1-1 0 0 0,-1 1 0 0 0,1 0 0 0 0,-1-1 1 0 0,-2-5-1 0 0,4 11-600 0 0,0-1 0 0 0,0 0 0 0 0,-1 1 0 0 0,1-1 0 0 0,0 1 0 0 0,-1-1 0 0 0,1 1 0 0 0,-1-1 0 0 0,1 0 0 0 0,-1 1 0 0 0,1 0 0 0 0,-1-1 0 0 0,1 1 0 0 0,-1-1 0 0 0,1 1 0 0 0,-1 0 0 0 0,1-1 0 0 0,-1 1 0 0 0,0 0 0 0 0,1-1 0 0 0,-1 1 0 0 0,0 0 0 0 0,1 0 1 0 0,-1 0-1 0 0,0 0 0 0 0,1 0 0 0 0,-1 0 0 0 0,0 0 0 0 0,1 0 0 0 0,-1 0 0 0 0,0 0 0 0 0,1 0 0 0 0,-1 0 0 0 0,0 0 0 0 0,1 0 0 0 0,-1 1 0 0 0,0-1 0 0 0,0 0 0 0 0,-20 16 543 0 0,17-13-428 0 0,-15 18 175 0 0,0 0 0 0 0,1 1 0 0 0,1 1 0 0 0,1 0 0 0 0,-23 46 0 0 0,26-47-220 0 0,-4 7-38 0 0,2 2-1 0 0,0-1 0 0 0,3 2 0 0 0,0-1 0 0 0,2 2 0 0 0,-11 61 0 0 0,20-86-66 0 0,0-1-1 0 0,1 1 1 0 0,2 14 0 0 0,-2-20-13 0 0,0 1 0 0 0,1-1 0 0 0,-1 1 0 0 0,1-1 0 0 0,0 1 0 0 0,0-1 0 0 0,0 0 0 0 0,0 1 0 0 0,0-1 0 0 0,1 0 0 0 0,-1 0 0 0 0,0 0 0 0 0,1 0 0 0 0,0 0 0 0 0,2 2 0 0 0,8 3-13 0 0,-5-6 3 0 0,0 0 1 0 0,-1 0-1 0 0,1-1 1 0 0,-1 0 0 0 0,1 0-1 0 0,0-1 1 0 0,-1 1-1 0 0,1-2 1 0 0,-1 1-1 0 0,1-1 1 0 0,-1 0-1 0 0,0 0 1 0 0,0 0-1 0 0,0-1 1 0 0,0 0-1 0 0,0 0 1 0 0,6-5-1 0 0,1-1-2 0 0,0 0 0 0 0,0-1 0 0 0,-1-1 0 0 0,0 0-1 0 0,-1-1 1 0 0,11-15 0 0 0,-7 4 13 0 0,-1 0-1 0 0,-2-1 1 0 0,0-1 0 0 0,-1 0 0 0 0,-2-1-1 0 0,0 0 1 0 0,6-37 0 0 0,-3 4 112 0 0,-126 535 2138 0 0,109-451-2210 0 0,-50 294 413 0 0,47-242-1657 0 0,3 0 0 0 0,6 91 0 0 0,4-112-2246 0 0,-1-21-2323 0 0,0-13-1963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6:58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35 222 680 0 0,'-1'-42'4538'0'0,"-1"-1"-1"0"0,-3 1 1 0 0,-12-50-1 0 0,17 89-3793 0 0,-3 30-75 0 0,-2 59-265 0 0,4 0 0 0 0,12 116 0 0 0,-9-189-385 0 0,0 0 0 0 0,0 0-1 0 0,2 0 1 0 0,7 19-1 0 0,-10-28-18 0 0,1 0-1 0 0,0 0 0 0 0,0 0 0 0 0,0 0 1 0 0,1-1-1 0 0,-1 1 0 0 0,1-1 1 0 0,0 1-1 0 0,0-1 0 0 0,0 0 0 0 0,0 0 1 0 0,1-1-1 0 0,-1 1 0 0 0,1-1 0 0 0,0 1 1 0 0,-1-1-1 0 0,8 2 0 0 0,-6-3-21 0 0,1 0 0 0 0,-1 0-1 0 0,1-1 1 0 0,-1 0 0 0 0,0 0-1 0 0,1 0 1 0 0,-1-1 0 0 0,1 0-1 0 0,-1 0 1 0 0,0 0 0 0 0,0-1-1 0 0,1 1 1 0 0,-1-1 0 0 0,0-1-1 0 0,0 1 1 0 0,-1-1 0 0 0,1 1-1 0 0,4-5 1 0 0,6-3-59 0 0,-1-1-1 0 0,0-1 1 0 0,-1 0-1 0 0,15-17 1 0 0,-11 9 12 0 0,-2-1 1 0 0,0-1 0 0 0,-1 0-1 0 0,18-42 1 0 0,31-102 4 0 0,-42 108 60 0 0,-7 8 144 0 0,-13 48 167 0 0,2 17 97 0 0,-3-4-255 0 0,-1 1 0 0 0,0 0 0 0 0,-1 0 0 0 0,0-1 0 0 0,-4 14 0 0 0,-1 2 5 0 0,0 5-80 0 0,-24 135 356 0 0,27-140-530 0 0,2-1 0 0 0,1 1 0 0 0,1-1 0 0 0,5 36 0 0 0,-4-58-132 0 0,0 1 0 0 0,0-1 1 0 0,0 1-1 0 0,0-1 1 0 0,0 1-1 0 0,1-1 1 0 0,0 0-1 0 0,0 0 0 0 0,0 0 1 0 0,1 0-1 0 0,-1 0 1 0 0,1 0-1 0 0,6 6 0 0 0,-6-8-76 0 0,0 0-1 0 0,0 0 0 0 0,1 0 0 0 0,-1 0 0 0 0,0 0 1 0 0,1-1-1 0 0,-1 1 0 0 0,1-1 0 0 0,0 0 0 0 0,-1 0 1 0 0,1-1-1 0 0,0 1 0 0 0,0-1 0 0 0,0 1 0 0 0,0-1 0 0 0,-1 0 1 0 0,6-1-1 0 0,0 0-647 0 0,-1-1 1 0 0,1 0 0 0 0,0 0-1 0 0,-1 0 1 0 0,9-5-1 0 0,17-9-4303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7:00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351 620 68 0 0,'4'-6'893'0'0,"0"0"1"0"0,-1 0-1 0 0,1-1 1 0 0,-1 1-1 0 0,-1-1 1 0 0,1 0-1 0 0,-1 0 1 0 0,-1 0-1 0 0,1 0 1 0 0,-1 0-1 0 0,0 0 1 0 0,0 0-1 0 0,-2-14 0 0 0,1 20-724 0 0,0-1 0 0 0,0 1-1 0 0,-1-1 1 0 0,1 1 0 0 0,-1-1-1 0 0,1 1 1 0 0,-1-1-1 0 0,0 1 1 0 0,1 0 0 0 0,-1-1-1 0 0,0 1 1 0 0,0 0-1 0 0,0 0 1 0 0,0-1 0 0 0,0 1-1 0 0,0 0 1 0 0,-1 0 0 0 0,1 0-1 0 0,0 0 1 0 0,0 0-1 0 0,-1 1 1 0 0,-1-2 0 0 0,1 1-74 0 0,1 0-28 0 0,0 1-1 0 0,0-1 1 0 0,-1 1-1 0 0,1-1 1 0 0,0 1 0 0 0,0 0-1 0 0,-1 0 1 0 0,1-1-1 0 0,0 1 1 0 0,-1 0 0 0 0,1 0-1 0 0,0 0 1 0 0,0 0-1 0 0,-1 0 1 0 0,1 1-1 0 0,0-1 1 0 0,-3 1 0 0 0,0 0 115 0 0,-3 0-3 0 0,0 1 0 0 0,-1-1 0 0 0,1 1 0 0 0,0 1 0 0 0,0-1 0 0 0,1 1 0 0 0,-1 1 0 0 0,-10 6 0 0 0,-4 4 208 0 0,-21 20 0 0 0,34-27-298 0 0,-13 12 73 0 0,0 1-1 0 0,1 1 0 0 0,1 1 1 0 0,-17 26-1 0 0,27-35-127 0 0,0 0 0 0 0,1 1 0 0 0,1 0 0 0 0,1 0-1 0 0,0 1 1 0 0,0-1 0 0 0,2 1 0 0 0,0 1 0 0 0,-3 16 0 0 0,7-25-22 0 0,-1-1 1 0 0,1 1 0 0 0,0-1 0 0 0,0 1 0 0 0,1-1-1 0 0,0 1 1 0 0,0-1 0 0 0,1 1 0 0 0,-1-1 0 0 0,1 0 0 0 0,1 0-1 0 0,3 8 1 0 0,-4-10-12 0 0,1-1-1 0 0,-1 1 0 0 0,1-1 1 0 0,0 0-1 0 0,0 0 0 0 0,0 0 1 0 0,0 0-1 0 0,0-1 1 0 0,1 1-1 0 0,-1-1 0 0 0,1 0 1 0 0,0 0-1 0 0,-1 0 1 0 0,1 0-1 0 0,0-1 0 0 0,0 0 1 0 0,0 0-1 0 0,0 0 1 0 0,0 0-1 0 0,6 0 0 0 0,4 0-110 0 0,0-1 1 0 0,-1 0-1 0 0,1-1 0 0 0,0-1 0 0 0,-1 0 0 0 0,0-1 0 0 0,1 0 1 0 0,-1-1-1 0 0,0 0 0 0 0,-1-1 0 0 0,14-8 0 0 0,-7 3-104 0 0,-1-1 1 0 0,0-1-1 0 0,0 0 0 0 0,-1-2 0 0 0,-1 0 0 0 0,19-21 0 0 0,-24 22 206 0 0,-1 0 1 0 0,0-1-1 0 0,-1-1 0 0 0,-1 1 0 0 0,0-2 0 0 0,-1 1 0 0 0,0-1 0 0 0,-1 0 0 0 0,-1 0 0 0 0,-1 0 0 0 0,0-1 0 0 0,2-28 0 0 0,-5 32 343 0 0,0 10-248 0 0,-1 0-1 0 0,1-1 1 0 0,-1 1-1 0 0,0-1 1 0 0,0 1 0 0 0,-1 0-1 0 0,1-1 1 0 0,0 1-1 0 0,-1 0 1 0 0,0-1-1 0 0,0 1 1 0 0,-2-5-1 0 0,2 7 278 0 0,1 1-339 0 0,-1 0 0 0 0,0 0 1 0 0,0 0-1 0 0,1 1 0 0 0,-1-1 1 0 0,0 0-1 0 0,1 0 1 0 0,-1 1-1 0 0,0-1 0 0 0,1 1 1 0 0,-1-1-1 0 0,1 0 0 0 0,-1 1 1 0 0,1-1-1 0 0,-1 1 0 0 0,1 0 1 0 0,-1-1-1 0 0,1 1 1 0 0,-1-1-1 0 0,1 1 0 0 0,0 0 1 0 0,-1-1-1 0 0,1 1 0 0 0,0 0 1 0 0,-1-1-1 0 0,1 1 1 0 0,0 0-1 0 0,0-1 0 0 0,0 1 1 0 0,0 1-1 0 0,-9 26 399 0 0,9-26-394 0 0,-12 49 603 0 0,-8 73 0 0 0,18-96-600 0 0,1-1 0 0 0,1 0-1 0 0,1 0 1 0 0,7 42 0 0 0,-7-63-270 0 0,0 0 1 0 0,0-1 0 0 0,1 1-1 0 0,0-1 1 0 0,0 1 0 0 0,0-1-1 0 0,1 0 1 0 0,0 1 0 0 0,0-1-1 0 0,0-1 1 0 0,0 1 0 0 0,1 0-1 0 0,0-1 1 0 0,0 0-1 0 0,0 0 1 0 0,0 0 0 0 0,1 0-1 0 0,0-1 1 0 0,-1 1 0 0 0,1-1-1 0 0,1-1 1 0 0,-1 1 0 0 0,0-1-1 0 0,1 0 1 0 0,-1 0 0 0 0,1 0-1 0 0,-1-1 1 0 0,1 0-1 0 0,0 0 1 0 0,0 0 0 0 0,11-1-1 0 0,-7 1-924 0 0,1-2-1 0 0,-1 1 1 0 0,0-1-1 0 0,0-1 0 0 0,1 0 1 0 0,16-6-1 0 0,6-6-4040 0 0</inkml:trace>
  <inkml:trace contextRef="#ctx0" brushRef="#br0" timeOffset="1">1082 317 2212 0 0,'-2'-44'3533'0'0,"-2"0"1"0"0,-2 1-1 0 0,-2 0 0 0 0,-2 0 0 0 0,-19-50 0 0 0,28 91-3122 0 0,1 1-358 0 0,0 1-1 0 0,-1 0 0 0 0,1-1 1 0 0,0 1-1 0 0,-1 0 1 0 0,1 0-1 0 0,0-1 0 0 0,-1 1 1 0 0,1 0-1 0 0,0 0 0 0 0,-1-1 1 0 0,1 1-1 0 0,0 0 1 0 0,-1 0-1 0 0,1 0 0 0 0,-1 0 1 0 0,1 0-1 0 0,0 0 1 0 0,-1-1-1 0 0,1 1 0 0 0,-1 0 1 0 0,1 0-1 0 0,-1 0 1 0 0,1 0-1 0 0,0 0 0 0 0,-1 1 1 0 0,1-1-1 0 0,-1 0 1 0 0,1 0-1 0 0,-1 0 0 0 0,-4 12 353 0 0,0 1-1 0 0,1-1 0 0 0,0 1 1 0 0,-2 19-1 0 0,-6 60 387 0 0,8-53-490 0 0,-7 58 191 0 0,-44 533 488 0 0,55-592-1597 0 0,5 53 1 0 0,-4-78 19 0 0,2 0 1 0 0,-1 0-1 0 0,1 0 0 0 0,1 0 1 0 0,1-1-1 0 0,0 1 1 0 0,10 18-1 0 0,-12-26 171 0 0,0-1-1 0 0,1 1 1 0 0,-1-1 0 0 0,1 0-1 0 0,0 0 1 0 0,0 0 0 0 0,0-1-1 0 0,0 1 1 0 0,1-1 0 0 0,0 0-1 0 0,-1 0 1 0 0,1-1-1 0 0,0 1 1 0 0,0-1 0 0 0,1 0-1 0 0,4 1 1 0 0,-4-2-454 0 0,-1 0 0 0 0,1 0 0 0 0,0-1 0 0 0,0 0 0 0 0,-1 0 0 0 0,1 0 0 0 0,0-1 0 0 0,-1 1-1 0 0,10-4 1 0 0,9-3-4693 0 0</inkml:trace>
  <inkml:trace contextRef="#ctx0" brushRef="#br0" timeOffset="2">1373 837 1156 0 0,'11'-91'11750'0'0,"-5"30"1942"0"0,-27 269-10298 0 0,19-165-2469 0 0,2 0 0 0 0,10 80 0 0 0,-8-113-1414 0 0,-1 0 0 0 0,2-1 0 0 0,0 1 1 0 0,0 0-1 0 0,1-1 0 0 0,0 0 0 0 0,0 1 0 0 0,1-2 0 0 0,0 1 0 0 0,1 0 0 0 0,6 7 1 0 0,-8-12 144 0 0,0 0 0 0 0,0 0 0 0 0,1-1 0 0 0,-1 1 0 0 0,1-1 0 0 0,0 0 0 0 0,0 0 0 0 0,0 0 0 0 0,0-1 0 0 0,0 0 0 0 0,1 0 0 0 0,-1 0 0 0 0,1-1 0 0 0,-1 0 0 0 0,1 0 0 0 0,0 0 0 0 0,-1-1 0 0 0,1 1 0 0 0,0-1 0 0 0,11-2 0 0 0,-10 1-1122 0 0,0 0-1 0 0,0-1 1 0 0,1 1 0 0 0,-1-1-1 0 0,10-5 1 0 0,11-9-7009 0 0</inkml:trace>
  <inkml:trace contextRef="#ctx0" brushRef="#br0" timeOffset="3">1891 839 2692 0 0,'1'-4'488'0'0,"1"-6"1378"0"0,-1-1 0 0 0,0 1 0 0 0,0-1 0 0 0,-1 0 0 0 0,-1 1 0 0 0,1-1 0 0 0,-2 1-1 0 0,1-1 1 0 0,-5-12 962 0 0,6 23-2790 0 0,0 0-1 0 0,0-1 0 0 0,0 1 1 0 0,0 0-1 0 0,0 0 1 0 0,0 0-1 0 0,0 0 0 0 0,0-1 1 0 0,0 1-1 0 0,0 0 0 0 0,0 0 1 0 0,0 0-1 0 0,0-1 0 0 0,0 1 1 0 0,0 0-1 0 0,0 0 0 0 0,0 0 1 0 0,0 0-1 0 0,0-1 0 0 0,0 1 1 0 0,0 0-1 0 0,0 0 0 0 0,0 0 1 0 0,0 0-1 0 0,0-1 0 0 0,-1 1 1 0 0,1 0-1 0 0,0 0 0 0 0,0 0 1 0 0,0 0-1 0 0,0 0 1 0 0,0 0-1 0 0,0-1 0 0 0,-1 1 1 0 0,1 0-1 0 0,0 0 0 0 0,0 0 1 0 0,0 0-1 0 0,0 0 0 0 0,-1 0 1 0 0,1 0-1 0 0,0 0 0 0 0,0 0 1 0 0,0 0-1 0 0,0 0 0 0 0,-1 0 1 0 0,1 0-1 0 0,0 0 0 0 0,0 0 1 0 0,0 0-1 0 0,-1 0 0 0 0,1 0 1 0 0,0 0-1 0 0,0 0 0 0 0,0 0 1 0 0,-1 0-1 0 0,-5 6 1420 0 0,-2 15-448 0 0,1 0 0 0 0,1 1 0 0 0,-4 31-1 0 0,7-30-853 0 0,1 1 0 0 0,2-1 0 0 0,0 0-1 0 0,1 0 1 0 0,8 43 0 0 0,-8-61-148 0 0,0 1 0 0 0,1-1 0 0 0,0 1 0 0 0,0-1 0 0 0,0 1 0 0 0,1-1 0 0 0,0 0 0 0 0,0 0 0 0 0,0 0 0 0 0,1 0 0 0 0,-1-1 0 0 0,1 0 0 0 0,0 1 0 0 0,1-1 0 0 0,-1 0 0 0 0,6 3 0 0 0,-4-3-45 0 0,0-1-1 0 0,1 0 1 0 0,-1 0 0 0 0,1 0 0 0 0,0-1 0 0 0,0 0-1 0 0,0 0 1 0 0,0-1 0 0 0,1 0 0 0 0,-1 0-1 0 0,0 0 1 0 0,12-2 0 0 0,-7 1-97 0 0,1-1 1 0 0,-1-1 0 0 0,1 0-1 0 0,-1-1 1 0 0,0 0 0 0 0,0-1-1 0 0,0 0 1 0 0,0-1 0 0 0,-1 0-1 0 0,17-11 1 0 0,-20 11 17 0 0,0-1 0 0 0,-1-1-1 0 0,0 1 1 0 0,0-1 0 0 0,-1 0 0 0 0,1 0 0 0 0,-2-1 0 0 0,1 0 0 0 0,-1 0 0 0 0,0 0-1 0 0,-1-1 1 0 0,0 1 0 0 0,0-1 0 0 0,4-15 0 0 0,-5 13 43 0 0,-1-1 0 0 0,0 1 0 0 0,-1-1 0 0 0,0 0 0 0 0,-1 0 1 0 0,0 1-1 0 0,-1-1 0 0 0,0 0 0 0 0,-1 0 0 0 0,0 1 0 0 0,-7-22 0 0 0,5 24 60 0 0,1 0 0 0 0,-2 0-1 0 0,1 0 1 0 0,-1 1-1 0 0,0-1 1 0 0,-1 1-1 0 0,0 0 1 0 0,0 1 0 0 0,-1-1-1 0 0,0 1 1 0 0,0 1-1 0 0,0-1 1 0 0,-1 1 0 0 0,-13-7-1 0 0,15 9-8 0 0,0 1-1 0 0,-1 0 1 0 0,0 1 0 0 0,1-1-1 0 0,-1 1 1 0 0,0 1 0 0 0,0-1-1 0 0,0 1 1 0 0,0 0-1 0 0,0 1 1 0 0,0 0 0 0 0,-1 0-1 0 0,1 1 1 0 0,0-1 0 0 0,-8 3-1 0 0,6 0 100 0 0,-1 0-1 0 0,1 0 1 0 0,0 1-1 0 0,0 0 1 0 0,0 1 0 0 0,1-1-1 0 0,-1 2 1 0 0,1-1-1 0 0,0 1 1 0 0,-9 10-1 0 0,9-8-177 0 0,-1 1 0 0 0,1 1 0 0 0,1-1 1 0 0,0 1-1 0 0,0 1 0 0 0,1-1 0 0 0,0 1 0 0 0,-4 14 0 0 0,6-17-366 0 0,2 1-1 0 0,-1-1 1 0 0,1 1 0 0 0,1-1 0 0 0,-1 1-1 0 0,2 0 1 0 0,-1 0 0 0 0,1-1 0 0 0,0 1-1 0 0,1 0 1 0 0,2 13 0 0 0,-2-18-15 0 0,1-1 1 0 0,-1 1-1 0 0,0 0 1 0 0,1 0-1 0 0,0-1 0 0 0,0 1 1 0 0,0-1-1 0 0,4 5 1 0 0,14 10-6198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7:01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1811 314 1556 0 0,'6'-61'20119'0'0,"1"92"-17238"0"0,17 145 788 0 0,-11 88-2383 0 0,-13-261-1068 0 0,2-19-154 0 0,4-17-101 0 0,1 0 1 0 0,1 1 0 0 0,2 0 0 0 0,2 0-1 0 0,1 1 1 0 0,1 0 0 0 0,1 1-1 0 0,2 1 1 0 0,1 1 0 0 0,40-50-1 0 0,-51 71 35 0 0,-1 0-1 0 0,1 1 0 0 0,1-1 0 0 0,-1 1 0 0 0,1 1 1 0 0,0-1-1 0 0,0 1 0 0 0,0 1 0 0 0,1 0 0 0 0,0 0 0 0 0,10-3 1 0 0,-15 6 11 0 0,0 0 0 0 0,0 0 0 0 0,1 0 1 0 0,-1 1-1 0 0,0 0 0 0 0,1 0 0 0 0,-1 0 1 0 0,0 0-1 0 0,1 1 0 0 0,-1-1 0 0 0,0 1 1 0 0,0 0-1 0 0,0 0 0 0 0,0 1 0 0 0,0 0 1 0 0,0-1-1 0 0,0 1 0 0 0,0 0 0 0 0,0 1 1 0 0,-1-1-1 0 0,1 1 0 0 0,-1-1 0 0 0,0 1 1 0 0,0 0-1 0 0,0 0 0 0 0,4 6 0 0 0,-2-2 36 0 0,0 1-1 0 0,-1 0 1 0 0,0 0-1 0 0,0 1 0 0 0,-1-1 1 0 0,0 1-1 0 0,0-1 1 0 0,-1 1-1 0 0,0 0 1 0 0,0 11-1 0 0,0 0 25 0 0,-1 1-1 0 0,-1 0 1 0 0,-3 28 0 0 0,-18 52-21 0 0,8-44-1132 0 0,4 0-3419 0 0,11-26-2915 0 0</inkml:trace>
  <inkml:trace contextRef="#ctx0" brushRef="#br0" timeOffset="1">2769 178 3108 0 0,'-2'-3'759'0'0,"0"0"-1"0"0,1-1 1 0 0,-1 1 0 0 0,0 0-1 0 0,0 0 1 0 0,-1 0-1 0 0,1 0 1 0 0,-1 0 0 0 0,0 1-1 0 0,1-1 1 0 0,-4-1-1 0 0,3 3-491 0 0,1-1-1 0 0,-1 2 0 0 0,1-1 1 0 0,-1 0-1 0 0,0 0 0 0 0,1 1 0 0 0,-1-1 1 0 0,0 1-1 0 0,1 0 0 0 0,-1 0 1 0 0,0 0-1 0 0,1 0 0 0 0,-1 1 0 0 0,0-1 1 0 0,1 1-1 0 0,-5 1 0 0 0,-1 0 80 0 0,-1 1-1 0 0,0 1 0 0 0,1 0 1 0 0,0 0-1 0 0,0 1 0 0 0,0 0 1 0 0,0 0-1 0 0,1 1 0 0 0,0 0 1 0 0,0 0-1 0 0,-8 10 0 0 0,6-5-79 0 0,0 1-1 0 0,1-1 0 0 0,0 1 1 0 0,0 1-1 0 0,2-1 0 0 0,-10 24 0 0 0,14-29-207 0 0,0-1 0 0 0,0 1 0 0 0,1-1 0 0 0,-1 1-1 0 0,2-1 1 0 0,-1 1 0 0 0,1 0 0 0 0,0-1-1 0 0,0 1 1 0 0,1 0 0 0 0,-1-1 0 0 0,2 1-1 0 0,-1-1 1 0 0,1 1 0 0 0,0-1 0 0 0,0 0 0 0 0,1 1-1 0 0,-1-1 1 0 0,2 0 0 0 0,-1-1 0 0 0,5 8-1 0 0,7 5-27 0 0,1-1 0 0 0,0 0-1 0 0,1-1 1 0 0,33 23 0 0 0,9 10 47 0 0,-45-37-76 0 0,-10-9 81 0 0,0 1-1 0 0,0-1 0 0 0,0 1 0 0 0,0 0 1 0 0,-1 0-1 0 0,0 0 0 0 0,0 0 1 0 0,0 0-1 0 0,4 8 0 0 0,-6-10-30 0 0,-1 0 0 0 0,0 0 0 0 0,1 0-1 0 0,-1 0 1 0 0,0 0 0 0 0,0 0-1 0 0,0 1 1 0 0,0-1 0 0 0,0 0 0 0 0,0 0-1 0 0,-1 0 1 0 0,1 0 0 0 0,-1 0 0 0 0,1-1-1 0 0,-1 1 1 0 0,0 0 0 0 0,0 0 0 0 0,0 0-1 0 0,0 0 1 0 0,0-1 0 0 0,0 1 0 0 0,0-1-1 0 0,-3 4 1 0 0,-3 1 82 0 0,1 0-1 0 0,-1 0 1 0 0,-12 9-1 0 0,-5 0-32 0 0,0 0-1 0 0,-1-2 0 0 0,0-1 0 0 0,-1-1 0 0 0,0-1 0 0 0,-31 7 0 0 0,20-8-1007 0 0,-1-2 0 0 0,-1-1 1 0 0,-72 1-1 0 0,86-8-1065 0 0,0 0 0 0 0,-36-7 1 0 0,45 4-701 0 0,0 0 0 0 0,-21-9 0 0 0,4-3-4847 0 0</inkml:trace>
  <inkml:trace contextRef="#ctx0" brushRef="#br0" timeOffset="2">852 32 2736 0 0,'-93'-2'16030'0'0,"89"2"-14889"0"0,-11-2-127 0 0,11 2-188 0 0,-16-1 1646 0 0,20 1-2458 0 0,0 0 1 0 0,-1 0 0 0 0,1 0-1 0 0,-1 0 1 0 0,1 0-1 0 0,0 0 1 0 0,-1 0-1 0 0,1-1 1 0 0,0 1-1 0 0,-1 0 1 0 0,1 0-1 0 0,0 0 1 0 0,-1-1 0 0 0,1 1-1 0 0,0 0 1 0 0,-1 0-1 0 0,1-1 1 0 0,0 1-1 0 0,-1 0 1 0 0,1-1-1 0 0,0 1 1 0 0,0 0-1 0 0,0 0 1 0 0,-1-1 0 0 0,1 1-1 0 0,0-1 1 0 0,0 1-1 0 0,0 0 1 0 0,0-1-1 0 0,0 1 1 0 0,0 0-1 0 0,-1-1 1 0 0,1 1-1 0 0,0-1 1 0 0,0 1 0 0 0,0 0-1 0 0,0-1 1 0 0,1 1-1 0 0,-1-1 1 0 0,0 1-1 0 0,0 0 1 0 0,0-1-1 0 0,0 1 1 0 0,0 0-1 0 0,0-1 1 0 0,0 1 0 0 0,1 0-1 0 0,-1-1 1 0 0,1-1-242 0 0,11-8-2141 0 0</inkml:trace>
  <inkml:trace contextRef="#ctx0" brushRef="#br0" timeOffset="3">52 198 2592 0 0,'-52'28'11421'0'0,"55"-28"-11317"0"0,-1 1 1 0 0,1-1 0 0 0,0 0-1 0 0,0 0 1 0 0,-1 0-1 0 0,1 0 1 0 0,0 0 0 0 0,0-1-1 0 0,4 0 1 0 0,1-1 63 0 0,218-37-1394 0 0,-74 18-4442 0 0,-71 11-261 0 0</inkml:trace>
  <inkml:trace contextRef="#ctx0" brushRef="#br0" timeOffset="4">5399 759 3128 0 0,'24'7'3905'0'0,"-7"-3"1407"0"0,9 2-2008 0 0,-4-1-1199 0 0,-5-1-825 0 0,-2 0-832 0 0,2 1-1408 0 0,-4 3-3953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7:1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21 344 1204 0 0,'-11'10'7651'0'0,"1"-1"-4827"0"0,10-3-2124 0 0,28-1-869 0 0,-24-5 270 0 0,144 14 65 0 0,296 12-5 0 0,493-80 118 0 0,-509 22-198 0 0,1390-110 730 0 0,-152 74-344 0 0,-1510 70-452 0 0,506 6 190 0 0,1-24 157 0 0,-483 6-213 0 0,384-28 361 0 0,-508 32-513 0 0,346-39 4270 0 0,-399 44-4162 0 0,0 1-12 0 0,12-3-24 0 0,-12 2-4 0 0,0 1-16 0 0,7-2-9 0 0,-8 2-15 0 0,5-5 24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4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69 244 0 0,'0'0'2362'0'0,"9"-11"-733"0"0,10 2-518 0 0,-17 8-472 0 0,9-7 898 0 0,0 3 2359 0 0,-1-3-3878 0 0,-5 5-14 0 0,1-1 1 0 0,-1 1 0 0 0,1 0-1 0 0,0 1 1 0 0,0 0-1 0 0,0 0 1 0 0,0 0-1 0 0,0 0 1 0 0,0 1 0 0 0,1 0-1 0 0,-1 0 1 0 0,0 1-1 0 0,1 0 1 0 0,-1 0 0 0 0,0 0-1 0 0,1 1 1 0 0,-1 0-1 0 0,10 3 1 0 0,-7-1-8 0 0,0 1 0 0 0,0 0 0 0 0,0 0 0 0 0,-1 1 0 0 0,0 0 1 0 0,1 1-1 0 0,-2-1 0 0 0,1 2 0 0 0,-1-1 0 0 0,0 1 0 0 0,0 0 0 0 0,-1 0 0 0 0,0 1 0 0 0,0 0 0 0 0,-1 0 0 0 0,6 11 0 0 0,-6-10 8 0 0,-1 2-1 0 0,0-1 1 0 0,0 0-1 0 0,-1 1 1 0 0,0 0-1 0 0,-1 0 1 0 0,0 0-1 0 0,-1 0 0 0 0,0 0 1 0 0,-1 0-1 0 0,0 0 1 0 0,-1 0-1 0 0,-3 21 1 0 0,-1-14 65 0 0,-1-1 0 0 0,0 1 1 0 0,-1-1-1 0 0,-1-1 1 0 0,-1 1-1 0 0,-1-1 0 0 0,0-1 1 0 0,-1 0-1 0 0,0 0 0 0 0,-27 25 1 0 0,28-33 234 0 0,7-11-22 0 0,8-13-112 0 0,15-14-120 0 0,2 1 0 0 0,2 1 0 0 0,46-44-1 0 0,-32 33 29 0 0,28-22-1 0 0,8-9-14 0 0,-53 52-53 0 0,-17 16-8 0 0,0 0 0 0 0,0-1 0 0 0,0 1-1 0 0,-1-1 1 0 0,1 0 0 0 0,-1 0-1 0 0,0 0 1 0 0,0 0 0 0 0,0-1-1 0 0,-1 1 1 0 0,4-9 0 0 0,-5 11-5 0 0,-3-2 10 0 0,2 3-8 0 0,0 1 0 0 0,0 0-1 0 0,0 0 1 0 0,0-1 0 0 0,0 1 0 0 0,0 0 0 0 0,0 0-1 0 0,0-1 1 0 0,0 1 0 0 0,0 0 0 0 0,0-1 0 0 0,0 1-1 0 0,0 0 1 0 0,0 0 0 0 0,-1-1 0 0 0,1 1 0 0 0,0 0-1 0 0,0 0 1 0 0,0-1 0 0 0,0 1 0 0 0,-1 0 0 0 0,1 0-1 0 0,0 0 1 0 0,0-1 0 0 0,0 1 0 0 0,-1 0 0 0 0,1 0 0 0 0,0 0-1 0 0,0 0 1 0 0,0 0 0 0 0,-1-1 0 0 0,1 1 0 0 0,0 0-1 0 0,-1 0 1 0 0,1 0 0 0 0,-6 2-12 0 0,0 1 1 0 0,0 0-1 0 0,1 0 0 0 0,0 1 1 0 0,-1-1-1 0 0,1 1 0 0 0,0 0 1 0 0,1 1-1 0 0,-1-1 0 0 0,1 1 1 0 0,-6 9-1 0 0,-6 7-41 0 0,-17 34 0 0 0,23-38 53 0 0,1 0 0 0 0,1 1-1 0 0,0 1 1 0 0,2-1 0 0 0,-7 29 0 0 0,12-40 25 0 0,0-1 1 0 0,0 0-1 0 0,0 0 0 0 0,1 1 1 0 0,0-1-1 0 0,0 1 0 0 0,0-1 1 0 0,1 0-1 0 0,0 0 0 0 0,1 1 0 0 0,-1-1 1 0 0,1 0-1 0 0,0 0 0 0 0,1 0 1 0 0,-1-1-1 0 0,1 1 0 0 0,0 0 1 0 0,1-1-1 0 0,-1 0 0 0 0,9 9 1 0 0,-8-10-12 0 0,0-1 0 0 0,1 0 0 0 0,0 0 1 0 0,-1 0-1 0 0,1-1 0 0 0,0 1 0 0 0,0-1 1 0 0,0 0-1 0 0,1-1 0 0 0,-1 1 0 0 0,0-1 0 0 0,11 1 1 0 0,-1 0-128 0 0,1-2-1 0 0,-1 0 1 0 0,23-3 0 0 0,-3-2-2320 0 0,0-2-1 0 0,55-17 1 0 0,-53 11-1416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5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24 448 0 0,'-4'0'2176'0'0,"-61"4"7232"0"0,51-4-8985 0 0,11 0 871 0 0,3 1-1271 0 0,0-1-1 0 0,0 1 0 0 0,0-1 1 0 0,0 1-1 0 0,0-1 0 0 0,0 1 1 0 0,0-1-1 0 0,1 1 1 0 0,-1-1-1 0 0,0 0 0 0 0,0 1 1 0 0,1-1-1 0 0,-1 1 0 0 0,0-1 1 0 0,1 0-1 0 0,-1 1 0 0 0,0-1 1 0 0,1 0-1 0 0,-1 1 1 0 0,1-1-1 0 0,-1 0 0 0 0,0 1 1 0 0,1-1-1 0 0,-1 0 0 0 0,1 0 1 0 0,-1 0-1 0 0,1 1 0 0 0,-1-1 1 0 0,1 0-1 0 0,19 2 317 0 0,50-4-37 0 0,71-11 0 0 0,-51-2-3273 0 0,-87 14 2470 0 0,8-2-1698 0 0,12-4-5089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5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40 920 0 0,'-41'-26'9542'0'0,"38"25"-8654"0"0,3 0-849 0 0,-18-8 2001 0 0,18 8-2012 0 0,0 1 0 0 0,-1 0 0 0 0,1 0 0 0 0,0 0-1 0 0,-1-1 1 0 0,1 1 0 0 0,0 0 0 0 0,-1 0 0 0 0,1 0 0 0 0,0 0 0 0 0,-1 0 0 0 0,1 0 0 0 0,-1 0 0 0 0,1 0 0 0 0,0 0 0 0 0,-1 0 0 0 0,1 0 0 0 0,0 0 0 0 0,-1 0 0 0 0,1 0 0 0 0,-1 0 0 0 0,1 0 0 0 0,0 0 0 0 0,-1 0 0 0 0,1 1 0 0 0,0-1 0 0 0,-1 0 0 0 0,1 0 0 0 0,0 0 0 0 0,0 1 0 0 0,-1-1-1 0 0,1 0 1 0 0,0 0 0 0 0,-1 1 0 0 0,1-1 0 0 0,0 0 0 0 0,0 1 0 0 0,0-1 0 0 0,-1 0 0 0 0,1 1 0 0 0,0-1 0 0 0,0 0 0 0 0,0 1 0 0 0,0-1 0 0 0,0 0 0 0 0,0 1 0 0 0,-1-1 0 0 0,1 0 0 0 0,0 1 0 0 0,0-1 0 0 0,0 0 0 0 0,0 1 0 0 0,0 0 0 0 0,-13 203 2244 0 0,6-124-3623 0 0,2 95 0 0 0,6-158-639 0 0,0 0 1 0 0,1 0-1 0 0,7 24 1 0 0,-3-23-2158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6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2144 0 0,'2'-3'1206'0'0,"0"-1"1"0"0,0 0-1 0 0,0 0 0 0 0,-1 0 1 0 0,1-1-1 0 0,0-4 0 0 0,5-21 7189 0 0,-5 43-7012 0 0,-3 6-1148 0 0,2 1 0 0 0,0-1 0 0 0,2 0 0 0 0,0 0 0 0 0,8 27 0 0 0,-9-40-224 0 0,-1-1 0 0 0,1 0 0 0 0,1 0 0 0 0,-1-1 1 0 0,0 1-1 0 0,1 0 0 0 0,0-1 0 0 0,0 1 0 0 0,1-1 1 0 0,-1 0-1 0 0,1 0 0 0 0,0-1 0 0 0,0 1 0 0 0,0-1 0 0 0,0 1 1 0 0,1-1-1 0 0,-1-1 0 0 0,1 1 0 0 0,0-1 0 0 0,0 1 1 0 0,0-1-1 0 0,0-1 0 0 0,0 1 0 0 0,0-1 0 0 0,7 1 1 0 0,-2-1-21 0 0,0 0 0 0 0,-1-1 0 0 0,1 0 0 0 0,-1-1 0 0 0,1 0 0 0 0,-1 0 0 0 0,0-1 0 0 0,1-1 0 0 0,-1 1 0 0 0,0-1 0 0 0,10-5 1 0 0,-8 2-25 0 0,0-1 1 0 0,-1 1 0 0 0,0-2 0 0 0,0 1 0 0 0,0-2 0 0 0,-1 1-1 0 0,0-1 1 0 0,8-10 0 0 0,-6 3 18 0 0,-1 1 1 0 0,0-2-1 0 0,-1 1 0 0 0,0-1 1 0 0,-2-1-1 0 0,0 1 1 0 0,-1-1-1 0 0,0-1 0 0 0,-2 1 1 0 0,4-32-1 0 0,-4 36-13 0 0,0 21 158 0 0,1 20 197 0 0,19 599 2023 0 0,-23-617-2338 0 0,-3 280 134 0 0,-1-258-127 0 0,0-1-1 0 0,-3 0 1 0 0,0 0-1 0 0,-2 0 1 0 0,-1-1-1 0 0,-1 0 0 0 0,-19 37 1 0 0,24-58-9 0 0,0 0 0 0 0,-1 0 0 0 0,0 0 0 0 0,0-1 0 0 0,0 0 0 0 0,-1 0 0 0 0,0-1 0 0 0,-1 0 0 0 0,1 0 0 0 0,-1-1 0 0 0,0 1 1 0 0,-1-2-1 0 0,1 1 0 0 0,-1-1 0 0 0,0-1 0 0 0,-9 4 0 0 0,5-4-1 0 0,0 0 1 0 0,0-1-1 0 0,0 0 1 0 0,0-1-1 0 0,0 0 1 0 0,0-1-1 0 0,0-1 0 0 0,0 0 1 0 0,0-1-1 0 0,0 0 1 0 0,-15-5-1 0 0,22 6 2 0 0,1-1 0 0 0,0 0 0 0 0,0 0 0 0 0,0-1 0 0 0,1 1 0 0 0,-1-1 0 0 0,0 0 0 0 0,1 0 0 0 0,0-1 0 0 0,0 1 0 0 0,0-1 0 0 0,0 0 0 0 0,0 0-1 0 0,1 0 1 0 0,0-1 0 0 0,0 1 0 0 0,0-1 0 0 0,0 0 0 0 0,1 1 0 0 0,-1-1 0 0 0,1-1 0 0 0,-1-4 0 0 0,1 1-6 0 0,0-1 0 0 0,1 1-1 0 0,0-1 1 0 0,1 1 0 0 0,0-1 0 0 0,0 1 0 0 0,1-1 0 0 0,0 1-1 0 0,1-1 1 0 0,0 1 0 0 0,5-16 0 0 0,6-7-184 0 0,1 0 0 0 0,1 1 0 0 0,2 1-1 0 0,1 0 1 0 0,39-48 0 0 0,-5 17-2603 0 0,82-74-1 0 0,11 10-6532 0 0,-98 84 2387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6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10 460 0 0,'-31'17'8378'0'0,"0"-1"-2663"0"0,30-16-5512 0 0,0 1 1 0 0,1-1-1 0 0,-1 0 1 0 0,0 0 0 0 0,0 1-1 0 0,0-1 1 0 0,1 1-1 0 0,-1-1 1 0 0,0 1-1 0 0,0-1 1 0 0,1 1-1 0 0,-1-1 1 0 0,0 1 0 0 0,1 0-1 0 0,-1-1 1 0 0,1 1-1 0 0,-1 0 1 0 0,1-1-1 0 0,-1 1 1 0 0,1 0 0 0 0,-1 0-1 0 0,1 0 1 0 0,0-1-1 0 0,-1 1 1 0 0,1 0-1 0 0,0 0 1 0 0,0 0 0 0 0,0 0-1 0 0,0 0 1 0 0,0 0-1 0 0,0-1 1 0 0,0 1-1 0 0,0 0 1 0 0,0 0 0 0 0,0 0-1 0 0,0 0 1 0 0,1 1-1 0 0,-1-1-34 0 0,1 1 0 0 0,0-1 0 0 0,0 1-1 0 0,0-1 1 0 0,0 0 0 0 0,0 0 0 0 0,0 1-1 0 0,1-1 1 0 0,-1 0 0 0 0,0 0 0 0 0,1 0 0 0 0,-1 0-1 0 0,0 0 1 0 0,1-1 0 0 0,-1 1 0 0 0,1 0-1 0 0,-1-1 1 0 0,4 1 0 0 0,9 2 126 0 0,1-1 0 0 0,-1-1-1 0 0,1 0 1 0 0,26-2 0 0 0,65-14-39 0 0,-47 6-485 0 0,-19 3-1938 0 0,55-15 0 0 0,-76 15-536 0 0,0-1 0 0 0,27-13 0 0 0,-27 9-2169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6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 2556 0 0,'-4'-1'2559'0'0,"3"1"-2548"0"0,-13-3 3497 0 0,-1 1 0 0 0,0 1 1 0 0,1 0-1 0 0,-21 2 0 0 0,34 0-3285 0 0,-1-1 0 0 0,1 1 0 0 0,0 0-1 0 0,0 0 1 0 0,0 0 0 0 0,0 0 0 0 0,0 0 0 0 0,0 1 0 0 0,1-1 0 0 0,-1 0 0 0 0,0 0 0 0 0,1 0 0 0 0,-1 1 0 0 0,0-1 0 0 0,1 0 0 0 0,-1 3 0 0 0,-5 19 1081 0 0,2 5-384 0 0,-1 46-1 0 0,1-5-440 0 0,-6 113-543 0 0,10-60-6537 0 0,0-69-321 0 0,1-38 1320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7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153 141 2520 0 0,'-2'-16'3438'0'0,"-7"-24"11664"0"0,4 29-12751 0 0,4 9-1548 0 0,-2-7 656 0 0,2 8-1378 0 0,1 0 0 0 0,-1 0 0 0 0,0 0 0 0 0,1 0 0 0 0,-1-1 0 0 0,1 1 0 0 0,0 0 0 0 0,-1 0 0 0 0,1 0 0 0 0,0 0 0 0 0,0-1 0 0 0,0 1 0 0 0,-1 0 0 0 0,1 0 0 0 0,1 0 0 0 0,-1-1 0 0 0,0 1 1 0 0,0-2-2 0 0,4 1-78 0 0,34-2 1 0 0,261-23-422 0 0,-256 24 375 0 0,18 1-147 0 0,-57 2 179 0 0,-5 2 10 0 0,1 0 0 0 0,-1 0 0 0 0,0 0 0 0 0,0 0-1 0 0,0 0 1 0 0,0 0 0 0 0,0 0 0 0 0,-1 0 0 0 0,1-1 0 0 0,-2 3 0 0 0,1-2 4 0 0,-15 19-23 0 0,-2-2 0 0 0,-27 24 0 0 0,-4 2 66 0 0,10-5-17 0 0,-216 232 228 0 0,235-248-224 0 0,-47 63 16 0 0,61-77-29 0 0,1-1-1 0 0,0 2 1 0 0,0-1-1 0 0,2 1 0 0 0,-1 0 1 0 0,1 0-1 0 0,-2 12 1 0 0,6-22-13 0 0,0 0-1 0 0,0 0 1 0 0,0 0 0 0 0,0 0 0 0 0,0 0 0 0 0,0 0-1 0 0,0 0 1 0 0,1 0 0 0 0,-1 0 0 0 0,0 0 0 0 0,1 0-1 0 0,-1 0 1 0 0,1 0 0 0 0,-1 0 0 0 0,1 0 0 0 0,-1 0-1 0 0,1 0 1 0 0,0 0 0 0 0,0 0 0 0 0,-1-1 0 0 0,1 1-1 0 0,0 0 1 0 0,0 0 0 0 0,0-1 0 0 0,1 2-1 0 0,1 0 6 0 0,0-1-1 0 0,0 0 1 0 0,0 1-1 0 0,0-1 1 0 0,0 0-1 0 0,0 0 1 0 0,0 0-1 0 0,0-1 1 0 0,5 1-1 0 0,12-1 10 0 0,0 0 0 0 0,0-2 0 0 0,35-6 0 0 0,66-22-11 0 0,-42 9-174 0 0,-12 4-3392 0 0,-33 7-1957 0 0,-2-1-3415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7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1468 0 0,'7'-32'28806'0'0,"-4"25"-26376"0"0,2 2-1024 0 0,2 1-4212 0 0,31-7 2608 0 0,1 2 0 0 0,-1 1 1 0 0,51-2-1 0 0,-42 4-1966 0 0,27 0-4384 0 0,-38 5-4231 0 0,-12 1 2161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7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0 360 0 0,'-125'100'19040'0'0,"124"-99"-18858"0"0,0-1 1 0 0,0 1-1 0 0,0-1 0 0 0,0 1 1 0 0,0 0-1 0 0,0 0 1 0 0,0-1-1 0 0,0 1 0 0 0,0 0 1 0 0,1 0-1 0 0,-1 0 1 0 0,0 0-1 0 0,1 0 0 0 0,-1 0 1 0 0,1 0-1 0 0,-1 0 1 0 0,1 0-1 0 0,-1 0 0 0 0,1 0 1 0 0,-1 0-1 0 0,1 0 1 0 0,0 0-1 0 0,0 0 0 0 0,0 0 1 0 0,0 1-1 0 0,0-1 1 0 0,0 0-1 0 0,0 0 1 0 0,0 0-1 0 0,0 0 0 0 0,0 0 1 0 0,0 0-1 0 0,1 1 1 0 0,-1-1-1 0 0,1 2 0 0 0,0-3-119 0 0,0 1-1 0 0,0-1 0 0 0,0 1 1 0 0,0-1-1 0 0,0 1 0 0 0,0-1 1 0 0,0 1-1 0 0,0-1 0 0 0,0 0 1 0 0,0 0-1 0 0,0 1 0 0 0,0-1 1 0 0,0 0-1 0 0,0 0 0 0 0,0 0 1 0 0,2 0 50 0 0,7 0 36 0 0,0 1 0 0 0,0-1 0 0 0,0 0 0 0 0,-1-1 0 0 0,1-1 0 0 0,0 1 0 0 0,10-4 0 0 0,-1 1-71 0 0,181-41-5496 0 0,-70 5-6676 0 0,-93 25 3663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18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776 101 1508 0 0,'5'-13'4035'0'0,"-4"9"-3414"0"0,-1 0 0 0 0,0 1 0 0 0,1-1 1 0 0,-1 0-1 0 0,-1 0 0 0 0,1 0 1 0 0,0 0-1 0 0,-1 1 0 0 0,0-1 0 0 0,0 0 1 0 0,0 0-1 0 0,-2-4 0 0 0,1 6-453 0 0,1-1 0 0 0,-1 1 0 0 0,1 0 1 0 0,-1 0-1 0 0,0 0 0 0 0,0 0 0 0 0,0 0 0 0 0,0 0 0 0 0,0 0 0 0 0,0 1 0 0 0,0-1 0 0 0,-1 1 0 0 0,1 0 0 0 0,-1-1 0 0 0,1 1 0 0 0,-1 0 0 0 0,1 1 0 0 0,-1-1 0 0 0,0 0 0 0 0,-2 0 0 0 0,-3 1-53 0 0,1 0-1 0 0,-1 0 1 0 0,1 0 0 0 0,-1 1-1 0 0,1 0 1 0 0,-1 1-1 0 0,1-1 1 0 0,0 1 0 0 0,-1 1-1 0 0,1 0 1 0 0,0 0-1 0 0,0 0 1 0 0,-11 8-1 0 0,-11 8 386 0 0,-45 38 0 0 0,73-56-490 0 0,-63 53 429 0 0,2 4 0 0 0,3 2-1 0 0,2 2 1 0 0,3 3-1 0 0,-78 125 1 0 0,119-169-377 0 0,2 0 0 0 0,1 1 0 0 0,0 1 0 0 0,2-1 0 0 0,0 1 0 0 0,2 1-1 0 0,-7 44 1 0 0,12-58-35 0 0,1 0 0 0 0,0 1 0 0 0,0-1 0 0 0,1 1 0 0 0,0-1 0 0 0,1 0 0 0 0,0 0 0 0 0,8 20-1 0 0,-7-23-10 0 0,0 0 0 0 0,1 0 0 0 0,0-1 0 0 0,0 0 0 0 0,1 0 0 0 0,-1 0 0 0 0,1 0 0 0 0,1 0 0 0 0,-1-1 0 0 0,1 0-1 0 0,0-1 1 0 0,0 1 0 0 0,11 5 0 0 0,-5-4-2 0 0,1 0 1 0 0,-1-1-1 0 0,1-1 0 0 0,1 0 1 0 0,-1-1-1 0 0,1 0 0 0 0,-1-1 0 0 0,1-1 1 0 0,0 0-1 0 0,-1-1 0 0 0,1 0 0 0 0,0-1 1 0 0,-1 0-1 0 0,1-1 0 0 0,26-8 1 0 0,-23 5 5 0 0,1-1 0 0 0,-1-1 0 0 0,0-1 0 0 0,-1 0 0 0 0,0-1 1 0 0,0 0-1 0 0,-1-2 0 0 0,0 0 0 0 0,-1 0 0 0 0,0-1 1 0 0,18-21-1 0 0,-30 30 11 0 0,0 1-1 0 0,0 0 1 0 0,-1-1 0 0 0,1 0 0 0 0,0 1-1 0 0,-1-1 1 0 0,0 0 0 0 0,0 0-1 0 0,0 0 1 0 0,0 0 0 0 0,0 0 0 0 0,0 0-1 0 0,-1 0 1 0 0,1 0 0 0 0,-1 0 0 0 0,0 0-1 0 0,0 0 1 0 0,-1-6 0 0 0,0 7-21 0 0,1 0 0 0 0,-1 0 1 0 0,0 0-1 0 0,0 0 0 0 0,0 0 0 0 0,0 0 1 0 0,0 0-1 0 0,-1 1 0 0 0,1-1 0 0 0,-1 0 1 0 0,1 1-1 0 0,-1-1 0 0 0,1 1 1 0 0,-1 0-1 0 0,0-1 0 0 0,1 1 0 0 0,-1 0 1 0 0,0 0-1 0 0,0 0 0 0 0,0 0 0 0 0,0 1 1 0 0,0-1-1 0 0,0 0 0 0 0,0 1 0 0 0,-1-1 1 0 0,1 1-1 0 0,-3 0 0 0 0,-10-1 10 0 0,1 0-1 0 0,-1 2 1 0 0,1 0-1 0 0,-1 0 1 0 0,1 2-1 0 0,-1 0 1 0 0,1 0-1 0 0,0 1 1 0 0,1 1-1 0 0,-19 8 1 0 0,8-1-351 0 0,1 1 0 0 0,0 0 0 0 0,1 2 1 0 0,-37 31-1 0 0,44-32-1079 0 0,1 1-1 0 0,-25 33 1 0 0,0 9-5870 0 0,35-51 5887 0 0,-12 19-6556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0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15 123 1404 0 0,'4'-11'7730'0'0,"-3"7"-6669"0"0,0 0 1 0 0,0 0 0 0 0,0 0-1 0 0,0 1 1 0 0,1-1 0 0 0,2-5-1 0 0,-2 6-957 0 0,1 0-1 0 0,-1 0 1 0 0,0 0 0 0 0,1 0-1 0 0,0 1 1 0 0,-1-1-1 0 0,1 0 1 0 0,0 1-1 0 0,1 0 1 0 0,-1 0 0 0 0,0 0-1 0 0,5-2 1 0 0,10-4-20 0 0,1 0 0 0 0,0 1 0 0 0,1 1 0 0 0,0 1 0 0 0,25-3 0 0 0,-34 7-77 0 0,0 0 0 0 0,0 1 0 0 0,1 0 1 0 0,-1 1-1 0 0,0 0 0 0 0,0 1 0 0 0,-1 0 1 0 0,1 0-1 0 0,0 1 0 0 0,-1 1 0 0 0,15 6 0 0 0,-22-8-4 0 0,-1-1-1 0 0,1 1 0 0 0,0 0 0 0 0,-1-1 1 0 0,1 1-1 0 0,-1 1 0 0 0,1-1 0 0 0,-1 0 1 0 0,0 0-1 0 0,0 1 0 0 0,0 0 0 0 0,-1-1 0 0 0,1 1 1 0 0,0 0-1 0 0,-1 0 0 0 0,2 5 0 0 0,-1-3 2 0 0,-1 0-1 0 0,0 0 1 0 0,-1 1-1 0 0,1-1 0 0 0,-1 0 1 0 0,0 1-1 0 0,0-1 1 0 0,-1 0-1 0 0,-1 8 0 0 0,-2 1 4 0 0,0 0-1 0 0,0 0 1 0 0,-2-1-1 0 0,0 0 1 0 0,0 0-1 0 0,-13 19 1 0 0,-13 10 134 0 0,-1-1-1 0 0,-63 58 1 0 0,74-76 310 0 0,20-21-81 0 0,6-2-347 0 0,16 0-11 0 0,0 0-1 0 0,1 2 0 0 0,-1 1 0 0 0,0 0 1 0 0,0 1-1 0 0,0 2 0 0 0,28 10 0 0 0,-26-6-3 0 0,0 1 0 0 0,-1 0 0 0 0,0 2 0 0 0,23 18-1 0 0,-36-25 11 0 0,-1 0 0 0 0,1 1-1 0 0,-1 0 1 0 0,-1 1 0 0 0,1 0-1 0 0,-1 0 1 0 0,0 0 0 0 0,-1 0 0 0 0,0 1-1 0 0,-1 0 1 0 0,1 0 0 0 0,4 17-1 0 0,-8-21 51 0 0,0 0 0 0 0,0 0 1 0 0,-1 0-1 0 0,0-1 0 0 0,0 1 0 0 0,0 0 0 0 0,0 0 0 0 0,-1 0 0 0 0,1 0 1 0 0,-1 0-1 0 0,-1 0 0 0 0,1-1 0 0 0,-3 7 0 0 0,0-4 83 0 0,1 0 1 0 0,-1 0-1 0 0,-1-1 1 0 0,1 0-1 0 0,-1 0 0 0 0,0 0 1 0 0,-11 10-1 0 0,3-6 106 0 0,1-1 0 0 0,-1 0 0 0 0,-1-1 0 0 0,0 0-1 0 0,0-1 1 0 0,0-1 0 0 0,-27 9 0 0 0,11-8-24 0 0,0-1-1 0 0,-1-2 1 0 0,1 0 0 0 0,-1-3-1 0 0,0 0 1 0 0,0-2 0 0 0,0-1-1 0 0,-46-9 1 0 0,70 9-194 0 0,1 2-217 0 0,0-1 1 0 0,0 0-1 0 0,0 0 1 0 0,1-1-1 0 0,-1 1 1 0 0,-9-5-1 0 0,15 5 101 0 0,-1 1 0 0 0,1 0 1 0 0,0-1-1 0 0,0 1 0 0 0,0-1 0 0 0,-1 1 1 0 0,1 0-1 0 0,0-1 0 0 0,0 1 0 0 0,0-1 0 0 0,0 1 1 0 0,0 0-1 0 0,0-1 0 0 0,0 1 0 0 0,0-1 0 0 0,0 1 1 0 0,0 0-1 0 0,0-1 0 0 0,0 1 0 0 0,0-1 1 0 0,0 1-1 0 0,1 0 0 0 0,-1-1 0 0 0,0 1 0 0 0,0-1 1 0 0,0 1-1 0 0,0 0 0 0 0,1-1 0 0 0,-1 1 0 0 0,0 0 1 0 0,0-1-1 0 0,1 1 0 0 0,-1 0 0 0 0,1-1 1 0 0,19-11-2430 0 0,30-5-1401 0 0,-45 16 3545 0 0,57-16-6548 0 0,-28 6 331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1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85 2676 0 0,'-1'-3'2374'0'0,"0"-7"-111"0"0,1 1 0 0 0,0-1-1 0 0,0 0 1 0 0,3-17-1 0 0,-1 25-2145 0 0,0 1-1 0 0,-1-1 1 0 0,1 1-1 0 0,0 0 1 0 0,0 0-1 0 0,0 0 1 0 0,0 0-1 0 0,0 0 1 0 0,0 0-1 0 0,0 0 1 0 0,3 0-1 0 0,-2 0-58 0 0,0 1 0 0 0,-1 0 0 0 0,1-1 0 0 0,0 1 0 0 0,0 0 0 0 0,0 1 0 0 0,-1-1 0 0 0,1 0 0 0 0,0 1 0 0 0,-1-1 0 0 0,1 1 0 0 0,2 1 0 0 0,31 14 367 0 0,-31-13-381 0 0,-1 1-1 0 0,1-1 1 0 0,0 1 0 0 0,-1 0 0 0 0,0 1 0 0 0,0-1 0 0 0,0 1-1 0 0,-1-1 1 0 0,0 1 0 0 0,0 0 0 0 0,0 0 0 0 0,0 1 0 0 0,-1-1 0 0 0,3 9-1 0 0,-3-5 2 0 0,0 0-1 0 0,-1-1 0 0 0,0 1 1 0 0,0 0-1 0 0,-1 0 0 0 0,-1 0 1 0 0,1 0-1 0 0,-4 15 1 0 0,-4 7 78 0 0,-2 0 0 0 0,-1-1 0 0 0,-1 0 0 0 0,-19 32 1 0 0,27-54-78 0 0,-5 9 283 0 0,5-8 210 0 0,17-25-355 0 0,101-115-99 0 0,46-62-90 0 0,-139 165-11 0 0,-20 25-5 0 0,-1 3-3 0 0,0 0 20 0 0,-1-1 0 0 0,1 1 0 0 0,-1-1 0 0 0,1 1 1 0 0,-1 0-1 0 0,1-1 0 0 0,-1 1 0 0 0,1 0 0 0 0,-1 0 0 0 0,1-1 0 0 0,-1 1 0 0 0,0 0 0 0 0,1 0 0 0 0,-1 0 0 0 0,1 0 0 0 0,-1 0 1 0 0,1 0-1 0 0,-1 0 0 0 0,0 0 0 0 0,1 0 0 0 0,-2 0 0 0 0,-9 10-1 0 0,1 0 0 0 0,0 2 0 0 0,0-1 0 0 0,1 1 0 0 0,-10 17 0 0 0,2 2 50 0 0,-17 40 1 0 0,32-67-46 0 0,0-1 0 0 0,1 1 1 0 0,-1 0-1 0 0,1 0 1 0 0,0 0-1 0 0,0 0 0 0 0,1 0 1 0 0,-1 0-1 0 0,1 0 0 0 0,0 0 1 0 0,0 0-1 0 0,0 1 1 0 0,0-1-1 0 0,1 0 0 0 0,0 0 1 0 0,0 0-1 0 0,0 0 1 0 0,0 0-1 0 0,0 0 0 0 0,1-1 1 0 0,0 1-1 0 0,0 0 0 0 0,0-1 1 0 0,0 1-1 0 0,0-1 1 0 0,1 0-1 0 0,0 0 0 0 0,-1 0 1 0 0,1 0-1 0 0,0 0 1 0 0,1 0-1 0 0,-1-1 0 0 0,0 1 1 0 0,1-1-1 0 0,-1 0 0 0 0,1 0 1 0 0,0-1-1 0 0,0 1 1 0 0,7 1-1 0 0,7 2-497 0 0,0-1 1 0 0,0 0-1 0 0,0-2 1 0 0,0 0-1 0 0,0-2 1 0 0,34-1-1 0 0,0-5-4038 0 0,56-13-1 0 0,-50 5-2233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1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3 792 0 0,'-17'8'2904'0'0,"-56"20"9862"0"0,71-27-11772 0 0,-15 7 1243 0 0,6-3-1245 0 0,3-1 1122 0 0,17-4-1528 0 0,-6 0-536 0 0,-1 0-40 0 0,-1 0-1 0 0,0 0 1 0 0,1 0-1 0 0,-1 0 1 0 0,0 0-1 0 0,1 0 1 0 0,-1-1-1 0 0,1 1 1 0 0,-1 0-1 0 0,0-1 1 0 0,0 1-1 0 0,2-1 0 0 0,-2 0 6 0 0,54-13 313 0 0,-8 2-241 0 0,-40 11-63 0 0,0 0 0 0 0,0-1 1 0 0,0 0-1 0 0,9-3 0 0 0,7-3 27 0 0,-20 7-37 0 0,20-5 229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125 122 1340 0 0,'-5'-5'2156'0'0,"1"0"1"0"0,0 0-1 0 0,0-1 0 0 0,-5-10 0 0 0,-7-24 3844 0 0,15 39-5925 0 0,1 0 1 0 0,0-1-1 0 0,0 1 0 0 0,0 0 0 0 0,0-1 1 0 0,1 1-1 0 0,-1 0 0 0 0,0-1 1 0 0,0 1-1 0 0,1 0 0 0 0,-1-1 0 0 0,1 1 1 0 0,-1 0-1 0 0,1 0 0 0 0,0 0 1 0 0,-1-1-1 0 0,1 1 0 0 0,0 0 1 0 0,0 0-1 0 0,0 0 0 0 0,0 0 0 0 0,0 0 1 0 0,0 0-1 0 0,0 1 0 0 0,0-1 1 0 0,0 0-1 0 0,0 0 0 0 0,0 1 0 0 0,2-2 1 0 0,0 1-33 0 0,1-1-1 0 0,-1 1 1 0 0,0-1 0 0 0,0 1 0 0 0,1 0 0 0 0,-1 0 0 0 0,1 1 0 0 0,-1-1 0 0 0,1 1-1 0 0,4-1 1 0 0,-2 1-22 0 0,0 1 0 0 0,0 0 0 0 0,-1 0 0 0 0,1 0 0 0 0,0 1 0 0 0,-1 0 1 0 0,1 0-1 0 0,-1 0 0 0 0,0 0 0 0 0,0 1 0 0 0,0 0 0 0 0,0 0 0 0 0,0 1 0 0 0,0-1 0 0 0,-1 1 0 0 0,0 0 0 0 0,0 0 0 0 0,0 1 0 0 0,0-1 0 0 0,-1 1 0 0 0,1-1 0 0 0,-1 1 0 0 0,0 0 0 0 0,-1 1 0 0 0,1-1 0 0 0,-1 0 0 0 0,0 1 0 0 0,-1-1 0 0 0,1 1 0 0 0,-1 0 0 0 0,0-1 1 0 0,0 1-1 0 0,-1 7 0 0 0,0 2 15 0 0,-2-1 0 0 0,0 0 0 0 0,0 0-1 0 0,-2 0 1 0 0,1 0 0 0 0,-2 0 0 0 0,0-1 0 0 0,-7 14 0 0 0,-10 15 110 0 0,-29 42-1 0 0,-36 36 484 0 0,20-32 207 0 0,66-86-800 0 0,0 1 1 0 0,-1-1-1 0 0,1 0 1 0 0,0 0-1 0 0,0 0 1 0 0,0 1-1 0 0,1-1 1 0 0,-2 5 0 0 0,2-7-33 0 0,0 1 1 0 0,0 0-1 0 0,0-1 1 0 0,0 1-1 0 0,0 0 1 0 0,0-1 0 0 0,0 1-1 0 0,0 0 1 0 0,1-1-1 0 0,-1 1 1 0 0,0-1 0 0 0,0 1-1 0 0,0 0 1 0 0,1-1-1 0 0,-1 1 1 0 0,0-1-1 0 0,1 1 1 0 0,-1-1 0 0 0,1 1-1 0 0,-1-1 1 0 0,1 1-1 0 0,-1-1 1 0 0,1 1-1 0 0,-1-1 1 0 0,1 0 0 0 0,-1 1-1 0 0,1-1 1 0 0,-1 0-1 0 0,1 1 1 0 0,-1-1-1 0 0,1 0 1 0 0,0 0 0 0 0,-1 0-1 0 0,1 1 1 0 0,0-1-1 0 0,-1 0 1 0 0,1 0 0 0 0,0 0-1 0 0,-1 0 1 0 0,2 0-1 0 0,20 0-20 0 0,-1 0-1 0 0,1-2 0 0 0,34-6 1 0 0,70-20-2142 0 0,-58 11-613 0 0,32-9-4958 0 0,-90 23 6093 0 0,23-6-5762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2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37 704 0 0,'-3'-1'2776'0'0,"-54"-30"12524"0"0,55 30-14243 0 0,-11-3 1210 0 0,10 5-1630 0 0,2-1-530 0 0,0 1 0 0 0,0-1 0 0 0,0 1 0 0 0,0-1 0 0 0,1 1 0 0 0,-1-1-1 0 0,0 1 1 0 0,0 0 0 0 0,0-1 0 0 0,0 1 0 0 0,0 0 0 0 0,1 0 0 0 0,-1-1 0 0 0,0 1-1 0 0,1 0 1 0 0,-1 0 0 0 0,1 0 0 0 0,-1 0 0 0 0,1 0 0 0 0,-1 1 0 0 0,0 1 50 0 0,0 1 1 0 0,0-1 0 0 0,1 0 0 0 0,-1 0-1 0 0,1 1 1 0 0,0 5 0 0 0,2 8 48 0 0,0-1 0 0 0,5 19 0 0 0,-3-19 6 0 0,-2-6-190 0 0,1 1 0 0 0,0-1 0 0 0,1 0 0 0 0,1 0 0 0 0,-1-1 0 0 0,8 12 0 0 0,-8-15-22 0 0,0 0 1 0 0,0 0-1 0 0,1-1 1 0 0,0 1-1 0 0,0-1 0 0 0,0 0 1 0 0,1-1-1 0 0,-1 1 0 0 0,13 6 1 0 0,-14-9-53 0 0,-1 0 0 0 0,1-1 0 0 0,0 0 0 0 0,0 0 0 0 0,0 0 0 0 0,0 0 0 0 0,0-1 0 0 0,0 1 0 0 0,0-1 0 0 0,0 0 0 0 0,0 0 0 0 0,0-1 0 0 0,0 1 0 0 0,0-1 0 0 0,-1 0 0 0 0,1 0 0 0 0,0 0 0 0 0,0 0 1 0 0,0-1-1 0 0,-1 0 0 0 0,1 1 0 0 0,-1-1 0 0 0,1-1 0 0 0,-1 1 0 0 0,0 0 0 0 0,0-1 0 0 0,0 0 0 0 0,0 1 0 0 0,4-6 0 0 0,2-3-109 0 0,-1 0 0 0 0,0 0 1 0 0,0-1-1 0 0,-1 1 0 0 0,-1-2 0 0 0,0 1 1 0 0,4-15-1 0 0,-6 18 107 0 0,-2 0-1 0 0,1 0 1 0 0,1-18 0 0 0,-2-46 85 0 0,-14 102 716 0 0,7 18 710 0 0,4 75 0 0 0,2-62-908 0 0,2 115 640 0 0,-1 74-83 0 0,-5-167-784 0 0,-14 84 0 0 0,13-138-256 0 0,-2-2 0 0 0,-1 1 0 0 0,0-1 0 0 0,-2 0 1 0 0,-1 0-1 0 0,-2-1 0 0 0,-15 27 0 0 0,19-40-43 0 0,0 0-1 0 0,-1 0 1 0 0,0-1 0 0 0,0 0 0 0 0,-2 0 0 0 0,1-1 0 0 0,-1-1 0 0 0,-1 0 0 0 0,0 0 0 0 0,0-1-1 0 0,0-1 1 0 0,-1 0 0 0 0,0-1 0 0 0,-1 0 0 0 0,-16 4 0 0 0,17-6 3 0 0,-1-1 0 0 0,1-1 0 0 0,0-1-1 0 0,-1 0 1 0 0,0 0 0 0 0,1-1 0 0 0,-1-1 0 0 0,1 0 0 0 0,-1-1 0 0 0,1-1 0 0 0,0 0 0 0 0,-18-7-1 0 0,25 8-40 0 0,1 0-1 0 0,-1-1 0 0 0,1 1 0 0 0,0-1 0 0 0,0 0 0 0 0,0-1 0 0 0,0 1 1 0 0,1-1-1 0 0,-1 0 0 0 0,1 0 0 0 0,0-1 0 0 0,0 1 0 0 0,1-1 1 0 0,-1 0-1 0 0,1 0 0 0 0,0 0 0 0 0,0 0 0 0 0,1 0 0 0 0,-1-1 1 0 0,1 1-1 0 0,0-1 0 0 0,1 0 0 0 0,-1 0 0 0 0,1 1 0 0 0,1-1 0 0 0,-1 0 1 0 0,1 0-1 0 0,0 0 0 0 0,0 0 0 0 0,2-9 0 0 0,1-5-456 0 0,1 1 1 0 0,2 0-1 0 0,0 0 0 0 0,0 1 0 0 0,2 0 0 0 0,0 0 0 0 0,16-24 0 0 0,8-7-2237 0 0,47-54 0 0 0,45-30-6175 0 0,-107 117 6443 0 0,31-34-6573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2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59 138 1116 0 0,'-30'-4'10139'0'0,"19"4"-5620"0"0,-6-2 2698 0 0,40-7-6862 0 0,1 1-1 0 0,0 1 1 0 0,0 1 0 0 0,32-4 0 0 0,-11 2-198 0 0,101-26-1615 0 0,-49 9-3049 0 0,-68 17 2130 0 0,-23 7 1124 0 0,-1-1 0 0 0,0 0 0 0 0,0 0 0 0 0,0 0 0 0 0,8-5 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3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20 380 0 0,'-84'-17'17366'0'0,"83"16"-17142"0"0,0 1 1 0 0,-1 0-1 0 0,1-1 0 0 0,0 1 1 0 0,0 0-1 0 0,0 0 1 0 0,0 0-1 0 0,-1 0 1 0 0,1 0-1 0 0,0 0 1 0 0,0 0-1 0 0,0 0 0 0 0,-1 0 1 0 0,1 0-1 0 0,0 1 1 0 0,0-1-1 0 0,0 0 1 0 0,0 1-1 0 0,0-1 1 0 0,0 1-1 0 0,0-1 1 0 0,0 1-1 0 0,0 0 0 0 0,0-1 1 0 0,0 1-1 0 0,0 0 1 0 0,0 0-1 0 0,0 0 1 0 0,0 0-1 0 0,1 0 1 0 0,-1 0-1 0 0,0 0 0 0 0,1 0 1 0 0,-1 0-1 0 0,1 0 1 0 0,-1 0-1 0 0,1 0 1 0 0,0 0-1 0 0,-1 0 1 0 0,1 0-1 0 0,0 1 1 0 0,0-1-1 0 0,-1 0 0 0 0,1 1 1 0 0,5 28 1277 0 0,16 56 0 0 0,3 14 415 0 0,-16-37-1917 0 0,-2 0 0 0 0,-3 99 0 0 0,-16 7-7482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3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340 151 896 0 0,'-67'-17'9458'0'0,"63"16"-8645"0"0,2 0 14 0 0,-8-3-28 0 0,7 3 19 0 0,-9-4 3405 0 0,-10-4-1798 0 0,20 8-1976 0 0,-9-6 882 0 0,-18-6-77 0 0,28 13-1208 0 0,0-1 0 0 0,0 1 0 0 0,0-1-1 0 0,0 1 1 0 0,0-1 0 0 0,1 0 0 0 0,-1 1-1 0 0,0-1 1 0 0,0 0 0 0 0,1 0 0 0 0,-1 0 0 0 0,1 1-1 0 0,-1-1 1 0 0,1 0 0 0 0,-1 0 0 0 0,1 0 0 0 0,-1 0-1 0 0,1 0 1 0 0,0 0 0 0 0,-1 0 0 0 0,1 0 0 0 0,0 0-1 0 0,0 0 1 0 0,0 0 0 0 0,0 0 0 0 0,0-1 0 0 0,1 0-41 0 0,0-1 0 0 0,1 1 1 0 0,0 0-1 0 0,-1 0 1 0 0,1 0-1 0 0,0 0 0 0 0,0 0 1 0 0,0 0-1 0 0,0 0 1 0 0,0 1-1 0 0,1-1 0 0 0,-1 1 1 0 0,0 0-1 0 0,1-1 1 0 0,-1 1-1 0 0,5-1 1 0 0,1-2 8 0 0,3-2-9 0 0,2 0 0 0 0,-1 1 0 0 0,0 1-1 0 0,19-5 1 0 0,-26 8-12 0 0,1 0-1 0 0,-1 0 1 0 0,0 1-1 0 0,1-1 0 0 0,-1 1 1 0 0,1 0-1 0 0,-1 1 0 0 0,0-1 1 0 0,1 1-1 0 0,-1 0 0 0 0,0 0 1 0 0,0 1-1 0 0,9 3 1 0 0,-11-3 6 0 0,0 0 1 0 0,0 0 0 0 0,0 0 0 0 0,0 1 0 0 0,-1-1 0 0 0,1 1 0 0 0,-1-1 0 0 0,0 1 0 0 0,0 0 0 0 0,0 0 0 0 0,0 0-1 0 0,0 0 1 0 0,-1 0 0 0 0,1 1 0 0 0,-1-1 0 0 0,0 0 0 0 0,0 1 0 0 0,0-1 0 0 0,0 1 0 0 0,-1-1 0 0 0,1 1-1 0 0,-1-1 1 0 0,0 1 0 0 0,0-1 0 0 0,-1 7 0 0 0,-1 7 8 0 0,-1 0-1 0 0,-1 0 1 0 0,-11 31-1 0 0,14-45-6 0 0,-11 26-1 0 0,-1 1 1 0 0,-1-2-1 0 0,-25 39 1 0 0,-63 74 174 0 0,-8-10 795 0 0,46-56-517 0 0,56-65-400 0 0,-11 14 138 0 0,18-23-177 0 0,0 0 0 0 0,1 0 0 0 0,-1 0-1 0 0,1 1 1 0 0,-1-1 0 0 0,1 0-1 0 0,-1 0 1 0 0,1 0 0 0 0,0 1-1 0 0,0-1 1 0 0,0 0 0 0 0,-1 0 0 0 0,1 1-1 0 0,1-1 1 0 0,-1 0 0 0 0,0 0-1 0 0,0 1 1 0 0,0-1 0 0 0,1 2-1 0 0,0-3-2 0 0,-1 1-1 0 0,1-1 1 0 0,-1 1-1 0 0,1 0 0 0 0,0-1 1 0 0,0 1-1 0 0,-1-1 0 0 0,1 0 1 0 0,0 1-1 0 0,0-1 1 0 0,-1 1-1 0 0,1-1 0 0 0,0 0 1 0 0,0 0-1 0 0,0 0 0 0 0,0 1 1 0 0,1-1-1 0 0,7 0 51 0 0,36-7-600 0 0,0-3 0 0 0,59-20 0 0 0,89-42-6858 0 0,-110 37-477 0 0,-47 18 218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4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71 121 1528 0 0,'-3'-2'2400'0'0,"-59"-46"15779"0"0,62 48-18082 0 0,-1 0 0 0 0,1 0 1 0 0,0-1-1 0 0,0 1 1 0 0,-1 0-1 0 0,1 0 1 0 0,0 0-1 0 0,-1 0 0 0 0,1-1 1 0 0,0 1-1 0 0,0 0 1 0 0,0 0-1 0 0,-1-1 1 0 0,1 1-1 0 0,0 0 0 0 0,0 0 1 0 0,0-1-1 0 0,0 1 1 0 0,-1 0-1 0 0,1-1 1 0 0,0 1-1 0 0,0 0 1 0 0,0-1-1 0 0,0 1 0 0 0,0 0 1 0 0,0-1-1 0 0,0 1 1 0 0,0 0-1 0 0,0-1 1 0 0,0 1-1 0 0,2-3 56 0 0,1 1 0 0 0,0-1 0 0 0,-1 1 0 0 0,1 0 0 0 0,0 0 0 0 0,0 0 0 0 0,0 1 0 0 0,0-1 1 0 0,0 1-1 0 0,0 0 0 0 0,1 0 0 0 0,-1 0 0 0 0,5-1 0 0 0,55-9 411 0 0,-49 10-413 0 0,43-8 94 0 0,-14 2-120 0 0,0 2 0 0 0,61 1 0 0 0,-84 6-125 0 0,-8 4 3 0 0,-11-4-2 0 0,-1-1 0 0 0,1 0 0 0 0,-1 0 0 0 0,1 1 0 0 0,-1-1 0 0 0,0 0 0 0 0,1 0 0 0 0,-1 1 0 0 0,0-1 0 0 0,0 0 0 0 0,0 1 0 0 0,0-1 1 0 0,0 0-1 0 0,0 1 0 0 0,0-1 0 0 0,-1 0 0 0 0,1 0 0 0 0,0 1 0 0 0,-1-1 0 0 0,1 0 0 0 0,-1 0 0 0 0,1 1 0 0 0,-1-1 0 0 0,0 0 0 0 0,1 0 0 0 0,-1 0 0 0 0,-1 2 0 0 0,-27 32 8 0 0,22-28-7 0 0,-89 93 224 0 0,-14 18 774 0 0,85-89-805 0 0,-31 40 109 0 0,51-62-261 0 0,0 1-1 0 0,0 0 1 0 0,1 0-1 0 0,0 0 1 0 0,1 1-1 0 0,0-1 1 0 0,-3 12-1 0 0,5-18-31 0 0,1-1-1 0 0,0 1 0 0 0,-1 0 0 0 0,1-1 0 0 0,0 1 0 0 0,0 0 0 0 0,0-1 1 0 0,0 1-1 0 0,0 0 0 0 0,0-1 0 0 0,1 1 0 0 0,-1 0 0 0 0,1-1 0 0 0,-1 1 1 0 0,1-1-1 0 0,-1 1 0 0 0,1 0 0 0 0,0-1 0 0 0,0 0 0 0 0,0 1 0 0 0,0-1 1 0 0,0 1-1 0 0,0-1 0 0 0,0 0 0 0 0,0 0 0 0 0,0 0 0 0 0,1 0 0 0 0,-1 0 1 0 0,0 0-1 0 0,1 0 0 0 0,-1 0 0 0 0,3 1 0 0 0,7 0-115 0 0,0-1-1 0 0,0-1 1 0 0,1 1-1 0 0,-1-2 1 0 0,0 1 0 0 0,0-2-1 0 0,0 1 1 0 0,20-7-1 0 0,90-36-3142 0 0,-97 35 2384 0 0,177-77-6815 0 0,-115 47 471 0 0,-26 11-1488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4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87 188 0 0,'-46'-29'26870'0'0,"268"-14"-25909"0"0,-71 29-8051 0 0,-121 14 3918 0 0,-12 0-4221 0 0,5 0-567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4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60 2460 0 0,'-10'6'1323'0'0,"-105"70"20000"0"0,120-72-20400 0 0,-5-4-905 0 0,0 0 1 0 0,0 1-1 0 0,0-1 1 0 0,0 0-1 0 0,1 0 1 0 0,-1 1-1 0 0,0-1 1 0 0,0 0-1 0 0,0 1 1 0 0,1-1-1 0 0,-1 0 1 0 0,0 0-1 0 0,0 0 1 0 0,1 1-1 0 0,-1-1 1 0 0,0 0-1 0 0,1 0 1 0 0,-1 0-1 0 0,0 0 1 0 0,0 1-1 0 0,1-1 1 0 0,-1 0-1 0 0,0 0 1 0 0,1 0-1 0 0,-1 0 1 0 0,0 0-1 0 0,1 0 1 0 0,-1 0-1 0 0,0 0 1 0 0,1 0 0 0 0,-1 0-1 0 0,0 0 1 0 0,1 0-1 0 0,-1 0 1 0 0,1-1-1 0 0,45-6 352 0 0,-1-2-1 0 0,53-18 1 0 0,-18 4-2122 0 0,-52 16 628 0 0,99-27-4622 0 0,-42 8-2910 0 0,-41 9 534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5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337 103 284 0 0,'0'0'1965'0'0,"4"-15"4411"0"0,1-32 5569 0 0,-5 45-11436 0 0,0 0 1 0 0,0 1-1 0 0,0-1 0 0 0,0 0 0 0 0,-1 0 1 0 0,1 0-1 0 0,0 0 0 0 0,-1 1 1 0 0,0-1-1 0 0,1 0 0 0 0,-1 1 1 0 0,-1-3-1 0 0,-3-2-743 0 0,3 5 299 0 0,1 0-61 0 0,0 0 0 0 0,0 0 0 0 0,0 1 0 0 0,1-1 0 0 0,-1 1 0 0 0,0-1 0 0 0,0 0 0 0 0,0 1 0 0 0,0 0 0 0 0,0-1 0 0 0,0 1 0 0 0,-1 0 1 0 0,1-1-1 0 0,0 1 0 0 0,0 0 0 0 0,0 0 0 0 0,0 0 0 0 0,0 0 0 0 0,-2 0 0 0 0,-23-1 23 0 0,26 1-23 0 0,-10 1 12 0 0,0 1-1 0 0,0 0 1 0 0,0 1 0 0 0,-17 7 0 0 0,23-9-11 0 0,-6 3 1 0 0,0 1-1 0 0,0 0 0 0 0,0 0 0 0 0,0 1 0 0 0,1 0 0 0 0,0 1 0 0 0,1-1 0 0 0,-1 2 1 0 0,1 0-1 0 0,0 0 0 0 0,1 0 0 0 0,0 1 0 0 0,1 0 0 0 0,-1 0 0 0 0,-5 12 0 0 0,8-13-1 0 0,1 0 1 0 0,0 0-1 0 0,0 1 0 0 0,1-1 0 0 0,0 1 0 0 0,0-1 1 0 0,1 1-1 0 0,0 0 0 0 0,0-1 0 0 0,1 1 0 0 0,0 0 0 0 0,1 0 1 0 0,0-1-1 0 0,0 1 0 0 0,1 0 0 0 0,0-1 0 0 0,1 1 0 0 0,0-1 1 0 0,6 13-1 0 0,-2-7 25 0 0,2 0 1 0 0,0-1 0 0 0,1 0-1 0 0,0 0 1 0 0,1-1-1 0 0,15 14 1 0 0,81 60 166 0 0,-74-63-102 0 0,-2 2 1 0 0,39 39-1 0 0,-65-59-47 0 0,1 1 1 0 0,-2 0-1 0 0,1 0 0 0 0,-1 1 0 0 0,0-1 1 0 0,0 1-1 0 0,5 12 0 0 0,-8-16-34 0 0,0 0-1 0 0,-1-1 1 0 0,1 1 0 0 0,-1 0-1 0 0,0 0 1 0 0,0-1-1 0 0,0 1 1 0 0,0 0-1 0 0,-1 0 1 0 0,1 0-1 0 0,-1-1 1 0 0,1 1-1 0 0,-1 0 1 0 0,0-1 0 0 0,0 1-1 0 0,0 0 1 0 0,0-1-1 0 0,-1 1 1 0 0,1-1-1 0 0,-1 0 1 0 0,1 1-1 0 0,-1-1 1 0 0,0 0-1 0 0,-4 4 1 0 0,-4 3 6 0 0,-1 0 0 0 0,-1-1 0 0 0,1 0 0 0 0,-1 0 0 0 0,-1-1 0 0 0,1-1 0 0 0,-1 0 0 0 0,-23 7-1 0 0,12-6 50 0 0,-1-1-1 0 0,1-1 0 0 0,-1-1 0 0 0,-28 0 1 0 0,44-3-30 0 0,-1-1 0 0 0,0-1 0 0 0,1 0 0 0 0,-1 0 0 0 0,1-1-1 0 0,0 0 1 0 0,0 0 0 0 0,-13-6 0 0 0,19 7-32 0 0,1 0 0 0 0,0 0 0 0 0,-1-1 0 0 0,1 1 0 0 0,0 0 0 0 0,0-1 0 0 0,0 0 0 0 0,0 1 0 0 0,0-1 0 0 0,0 0 0 0 0,0 0 0 0 0,1 0 0 0 0,-1 0 0 0 0,1 0 0 0 0,-1-1 0 0 0,1 1 0 0 0,0 0 0 0 0,0-1-1 0 0,0 1 1 0 0,0-1 0 0 0,0 1 0 0 0,1-1 0 0 0,-1 1 0 0 0,1-1 0 0 0,0 0 0 0 0,-1 1 0 0 0,1-1 0 0 0,0 1 0 0 0,1-1 0 0 0,-1 0 0 0 0,0 1 0 0 0,1-1 0 0 0,-1 1 0 0 0,2-5 0 0 0,4-8-6 0 0,0 0 1 0 0,1 1-1 0 0,0-1 0 0 0,1 1 1 0 0,0 1-1 0 0,13-16 1 0 0,68-71-35 0 0,-81 92 31 0 0,108-110-36 0 0,109-125-134 0 0,-220 236 165 0 0,1 0 0 0 0,-1 0 1 0 0,-1-1-1 0 0,1 1 1 0 0,-1-1-1 0 0,-1 0 0 0 0,0 0 1 0 0,0-1-1 0 0,0 1 1 0 0,-1 0-1 0 0,2-16 0 0 0,-4 22 4 0 0,-1 0 1 0 0,1 0-1 0 0,0 0 0 0 0,-1 0 0 0 0,1 0 0 0 0,-1 0 0 0 0,0 0 0 0 0,0 1 0 0 0,0-1 0 0 0,0 0 0 0 0,0 0 1 0 0,0 1-1 0 0,0-1 0 0 0,0 1 0 0 0,-1-1 0 0 0,1 1 0 0 0,0-1 0 0 0,-1 1 0 0 0,0 0 0 0 0,1 0 0 0 0,-3-2 1 0 0,-1 0-10 0 0,0 0-1 0 0,0 0 1 0 0,0 1 0 0 0,-1-1 0 0 0,-6-1 0 0 0,-6 0-402 0 0,0 2 0 0 0,0 0 0 0 0,0 0-1 0 0,-1 2 1 0 0,1 0 0 0 0,0 1 0 0 0,0 1-1 0 0,0 1 1 0 0,-29 8 0 0 0,-56 22-4854 0 0,7 6-3424 0 0,49-20-106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6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2096 0 0,'7'-14'2859'0'0,"-1"0"-1"0"0,0 0 1 0 0,9-25 3803 0 0,-27 198-4621 0 0,3-67-1709 0 0,9-91-328 0 0,-4 40 111 0 0,4 50 0 0 0,0-80-101 0 0,1 0 0 0 0,1 0 0 0 0,0 0 0 0 0,0 0 0 0 0,1 0 0 0 0,0-1 0 0 0,1 0 0 0 0,1 1 0 0 0,9 16 0 0 0,-12-24-6 0 0,-1 0 0 0 0,1-1 0 0 0,0 1 0 0 0,1-1 0 0 0,-1 0 0 0 0,0 0 0 0 0,4 3 0 0 0,8 0 21 0 0,-9-4-24 0 0,0 0 0 0 0,1-1 0 0 0,-1 1 0 0 0,0-1 0 0 0,0 0 0 0 0,0 0 0 0 0,0-1 0 0 0,0 0 0 0 0,0 1 0 0 0,0-2 0 0 0,0 1 0 0 0,0-1 0 0 0,0 1 1 0 0,7-5-1 0 0,-4 1-6 0 0,-1 1 1 0 0,0-1 0 0 0,0-1 0 0 0,-1 1-1 0 0,1-1 1 0 0,-1-1 0 0 0,0 1 0 0 0,4-8 0 0 0,4-6-6 0 0,-2-1 0 0 0,0 0 1 0 0,-2 0-1 0 0,0-1 0 0 0,9-33 1 0 0,17-54 98 0 0,-35 107 217 0 0,-3 40 762 0 0,-11 58 0 0 0,6-51-725 0 0,-27 274 689 0 0,32-106-3220 0 0,4-196 760 0 0,0 0 0 0 0,7 22 0 0 0,-1-1-4124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1088 0 0,'2'-3'2366'0'0,"21"-50"7530"0"0,-4 21-7363 0 0,-18 31-2425 0 0,1-1 0 0 0,-1 1-1 0 0,1-1 1 0 0,-1 1-1 0 0,1 0 1 0 0,0 0 0 0 0,-1 0-1 0 0,1 0 1 0 0,0 0-1 0 0,0 0 1 0 0,0 0-1 0 0,3-1 1 0 0,-3 2-53 0 0,1-1 256 0 0,1 1-39 0 0,-1 0-212 0 0,1 1 1 0 0,-1-1-1 0 0,1 1 0 0 0,-1 0 1 0 0,1 0-1 0 0,-1 0 1 0 0,0 1-1 0 0,0-1 1 0 0,1 1-1 0 0,-1-1 1 0 0,0 1-1 0 0,-1 0 0 0 0,1 0 1 0 0,0 1-1 0 0,0-1 1 0 0,-1 1-1 0 0,0-1 1 0 0,1 1-1 0 0,-1 0 1 0 0,2 3-1 0 0,0 1-5 0 0,0 1 1 0 0,-1 0-1 0 0,0 0 1 0 0,0 0-1 0 0,-1 1 0 0 0,0-1 1 0 0,-1 1-1 0 0,0-1 0 0 0,0 1 1 0 0,-1-1-1 0 0,0 1 0 0 0,-1 10 1 0 0,-1 5 23 0 0,-2 1-1 0 0,-13 46 1 0 0,-25 49 54 0 0,12-38 220 0 0,29-79-107 0 0,3-4-242 0 0,-1 0 0 0 0,0 0-1 0 0,0 1 1 0 0,0-1 0 0 0,0 0-1 0 0,1 0 1 0 0,-1 0 0 0 0,0 0-1 0 0,-1 0 1 0 0,1 0 0 0 0,0 0-1 0 0,1-2 1 0 0,-1 1 5 0 0,140-174 99 0 0,-105 136-94 0 0,19-21 32 0 0,57-83 1 0 0,-110 140-55 0 0,1 0 1 0 0,-1-1-1 0 0,0 1 0 0 0,0-1 0 0 0,0 1 0 0 0,0-1 0 0 0,-1 0 0 0 0,2-5 1 0 0,-3 9 1 0 0,-3 2 2 0 0,1 0 0 0 0,-1 0 0 0 0,1 0 0 0 0,-1 1 0 0 0,1-1 0 0 0,0 1-1 0 0,0 0 1 0 0,0 0 0 0 0,0 0 0 0 0,0 0 0 0 0,0 0 0 0 0,-3 4 0 0 0,-18 32-1 0 0,18-29 2 0 0,-19 34 108 0 0,-27 64 1 0 0,44-88-73 0 0,0-1 1 0 0,2 1-1 0 0,0 0 1 0 0,1 0-1 0 0,1 0 1 0 0,-1 31-1 0 0,4-45-24 0 0,0 0 0 0 0,0-1 0 0 0,1 1 0 0 0,0 0 0 0 0,0 0 0 0 0,0-1 0 0 0,0 1 0 0 0,1-1 0 0 0,0 1 0 0 0,0-1 0 0 0,0 1 0 0 0,0-1 0 0 0,1 0 0 0 0,0 0 0 0 0,0 0 0 0 0,0-1 0 0 0,0 1 0 0 0,0-1 0 0 0,5 4 0 0 0,-1-2-50 0 0,-1-1 0 0 0,0 0 0 0 0,1-1 0 0 0,0 1 0 0 0,0-2 0 0 0,0 1 0 0 0,0-1 0 0 0,0 0 0 0 0,1 0 0 0 0,-1 0 0 0 0,14 0 0 0 0,12-1-1111 0 0,-1-2 0 0 0,1-1 0 0 0,47-8 0 0 0,34-17-5815 0 0,-49 8-199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7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95 452 0 0,'-61'15'11548'0'0,"11"-3"-4894"0"0,47-11-5658 0 0,3-2-921 0 0,0 1 0 0 0,0 0 0 0 0,-1 0 0 0 0,1 0 0 0 0,0 0 0 0 0,0 0 0 0 0,0 0 0 0 0,-1 0 0 0 0,1-1 0 0 0,0 1 0 0 0,0 0 0 0 0,-1 0 0 0 0,1 0 0 0 0,0 0 0 0 0,0 0 0 0 0,-1 0 0 0 0,1 0 0 0 0,0 0 0 0 0,0 0 0 0 0,0 0 1 0 0,-1 0-1 0 0,1 0 0 0 0,0 0 0 0 0,0 1 0 0 0,-1-1 0 0 0,1 0 0 0 0,0 0 0 0 0,0 0 0 0 0,0 0 0 0 0,-1 0 0 0 0,1 0 0 0 0,0 1 225 0 0,-1-1-225 0 0,1 0 0 0 0,0 0 0 0 0,0 1 0 0 0,0-1 0 0 0,0 1-28 0 0,1-1 0 0 0,-1 0-1 0 0,1 1 1 0 0,0-1 0 0 0,-1 0 0 0 0,1 0 0 0 0,0 1-1 0 0,0-1 1 0 0,-1 0 0 0 0,1 0 0 0 0,0 0-1 0 0,0 0 1 0 0,-1 0 0 0 0,1 0 0 0 0,0 0-1 0 0,-1 0 1 0 0,1 0 0 0 0,1 0 0 0 0,45-9 358 0 0,0-1 1 0 0,46-16-1 0 0,-35 9-400 0 0,7 0-678 0 0,28-8-2575 0 0,-35 2-3798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7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1 696 0 0,'-4'0'2774'0'0,"-6"-1"-637"0"0,0 1 1 0 0,0 0-1 0 0,-1 1 1 0 0,1 0-1 0 0,-13 4 1 0 0,21-4-1849 0 0,0 0 1 0 0,1 1-1 0 0,-1-1 1 0 0,0 1-1 0 0,0-1 1 0 0,1 1-1 0 0,-1 0 1 0 0,1 0-1 0 0,-1-1 1 0 0,1 1-1 0 0,0 0 1 0 0,0 0-1 0 0,0 0 1 0 0,0 1-1 0 0,0-1 1 0 0,0 0-1 0 0,0 0 1 0 0,1 1-1 0 0,-1-1 1 0 0,1 0-1 0 0,-1 5 0 0 0,0 8 708 0 0,-1 31-1 0 0,2-38-706 0 0,-13 236 1806 0 0,0-3-4463 0 0,12-201 295 0 0,0 17-2249 0 0,7-20-4081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7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98 3132 0 0,'3'-5'1417'0'0,"0"0"0"0"0,-1-1 0 0 0,0 1 0 0 0,0-1 1 0 0,-1 1-1 0 0,1-1 0 0 0,-1 0 0 0 0,-1 1 0 0 0,1-8 0 0 0,-6-11 1010 0 0,5 23-2352 0 0,-1 0-1 0 0,0 1 0 0 0,0-1 0 0 0,1 0 0 0 0,-1 0 0 0 0,0 0 1 0 0,0 1-1 0 0,0-1 0 0 0,0 0 0 0 0,0 1 0 0 0,0-1 0 0 0,0 1 1 0 0,0-1-1 0 0,0 1 0 0 0,0 0 0 0 0,0-1 0 0 0,0 1 0 0 0,0 0 1 0 0,-1 0-1 0 0,1 0 0 0 0,0 0 0 0 0,0 0 0 0 0,-1 0 0 0 0,-23 2 535 0 0,16 1-549 0 0,0 0 0 0 0,0 1 0 0 0,0 0 0 0 0,1 0 0 0 0,-1 1 0 0 0,1 0 1 0 0,0 1-1 0 0,1-1 0 0 0,-1 1 0 0 0,1 1 0 0 0,0 0 0 0 0,1 0 0 0 0,0 0 0 0 0,0 0 1 0 0,-7 12-1 0 0,10-13-44 0 0,-1 0 0 0 0,1 0 0 0 0,0 1 0 0 0,1-1 0 0 0,0 1 0 0 0,0-1 0 0 0,0 1 0 0 0,0 0 1 0 0,1 0-1 0 0,1-1 0 0 0,-1 1 0 0 0,1 0 0 0 0,0 0 0 0 0,0 0 0 0 0,1 0 0 0 0,0 0 0 0 0,0 0 0 0 0,1 0 1 0 0,0-1-1 0 0,0 1 0 0 0,4 7 0 0 0,5 4 7 0 0,1 0-1 0 0,0-2 1 0 0,1 1 0 0 0,1-2-1 0 0,1 0 1 0 0,32 26 0 0 0,-31-28 61 0 0,-1 0 1 0 0,0 1-1 0 0,-1 1 0 0 0,0 1 1 0 0,-1 0-1 0 0,20 33 1 0 0,-31-45-35 0 0,0 0-1 0 0,-1 0 1 0 0,0 1 0 0 0,0-1-1 0 0,0 0 1 0 0,0 0 0 0 0,-1 0-1 0 0,0 1 1 0 0,0-1 0 0 0,0 0-1 0 0,0 0 1 0 0,-1 1 0 0 0,1-1-1 0 0,-1 0 1 0 0,0 0 0 0 0,-1 0-1 0 0,1 0 1 0 0,-1 0 0 0 0,1 0-1 0 0,-1 0 1 0 0,0 0 0 0 0,-1-1-1 0 0,1 1 1 0 0,-1-1 0 0 0,1 1-1 0 0,-1-1 1 0 0,-4 3 0 0 0,1 1-15 0 0,-1-1-1 0 0,1-1 1 0 0,-1 1 0 0 0,-1-1 0 0 0,1 0 0 0 0,-1-1-1 0 0,0 1 1 0 0,0-2 0 0 0,0 1 0 0 0,0-1 0 0 0,-1 0 0 0 0,-10 1-1 0 0,11-2-313 0 0,0-1 0 0 0,-1-1 0 0 0,1 0 0 0 0,0 0 0 0 0,-1 0 0 0 0,1-1 0 0 0,0 0 0 0 0,-1-1 0 0 0,1 0 0 0 0,0 0 0 0 0,0-1 0 0 0,0 0 0 0 0,1 0 0 0 0,-1-1 0 0 0,1 0 0 0 0,-8-5 0 0 0,9 4-693 0 0,0 0 1 0 0,0 0-1 0 0,1-1 1 0 0,-1 0 0 0 0,1 0-1 0 0,1 0 1 0 0,-1 0 0 0 0,1-1-1 0 0,0 0 1 0 0,0 0 0 0 0,-2-8-1 0 0,-3-12-6252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8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0 218 1872 0 0,'9'-17'2678'0'0,"1"2"0"0"0,0-1-1 0 0,22-24 1 0 0,-19 26-2168 0 0,0 0 1 0 0,1 2-1 0 0,1 0 1 0 0,0 0-1 0 0,0 2 0 0 0,1 0 1 0 0,1 0-1 0 0,32-12 0 0 0,-43 19-648 0 0,1 1 0 0 0,0 0-1 0 0,0 0 1 0 0,-1 0-1 0 0,1 1 1 0 0,0 0 0 0 0,8 1-1 0 0,-11 0-562 0 0,-1 0-1 0 0,1 0 0 0 0,-1 1 1 0 0,1 0-1 0 0,-1-1 0 0 0,1 1 1 0 0,-1 1-1 0 0,0-1 0 0 0,1 0 0 0 0,2 3 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0 1056 0 0,'-4'18'5844'0'0,"-13"30"1"0"0,12-34-3871 0 0,0-1 1 0 0,1 2 0 0 0,-4 21 0 0 0,5-16-643 0 0,0-3-637 0 0,1 1 0 0 0,0-1-1 0 0,2 1 1 0 0,0 0 0 0 0,0-1-1 0 0,6 28 1 0 0,-3-32-535 0 0,0 0 0 0 0,1-1-1 0 0,1 1 1 0 0,0-1 0 0 0,10 17-1 0 0,-12-24-135 0 0,0 0-1 0 0,1-1 1 0 0,-1 1-1 0 0,1-1 1 0 0,0 0-1 0 0,1 0 1 0 0,-1 0-1 0 0,1 0 1 0 0,0-1-1 0 0,-1 0 0 0 0,1 0 1 0 0,1 0-1 0 0,-1-1 1 0 0,8 3-1 0 0,-9-4-95 0 0,1 0-1 0 0,0 0 1 0 0,-1 0 0 0 0,1-1-1 0 0,0 0 1 0 0,0 0 0 0 0,-1 0-1 0 0,1 0 1 0 0,0-1-1 0 0,-1 0 1 0 0,1 0 0 0 0,0 0-1 0 0,-1-1 1 0 0,1 1 0 0 0,-1-1-1 0 0,0 0 1 0 0,1-1-1 0 0,-1 1 1 0 0,0-1 0 0 0,0 1-1 0 0,4-6 1 0 0,1 1-231 0 0,0-1 1 0 0,-1-1 0 0 0,0 0-1 0 0,0 0 1 0 0,-1 0-1 0 0,-1-1 1 0 0,7-12 0 0 0,-3 4 132 0 0,-2 1 0 0 0,0-1-1 0 0,-1-1 1 0 0,-1 0 0 0 0,0 1 0 0 0,-2-2 0 0 0,0 1 0 0 0,2-30 0 0 0,-6 47 721 0 0,-8 19 369 0 0,5-4-287 0 0,-1 1-1 0 0,2 0 1 0 0,0 0 0 0 0,0 18-1 0 0,-1 7 449 0 0,-33 355 704 0 0,-37 230 875 0 0,63-579-2660 0 0,-1-1 0 0 0,-21 50 0 0 0,23-72 0 0 0,-2 1 0 0 0,0-1 0 0 0,-1-1 0 0 0,-2 0 0 0 0,-25 31 0 0 0,31-43 0 0 0,-1-1 0 0 0,1-1 0 0 0,-1 0 0 0 0,0 0 0 0 0,-1-1 0 0 0,0 0 0 0 0,0 0 0 0 0,0-1 0 0 0,-1-1 0 0 0,1 1 0 0 0,-1-2 0 0 0,0 0 0 0 0,0 0 0 0 0,-1-1 0 0 0,1 0 0 0 0,0-1 0 0 0,-1 0 0 0 0,1-1 0 0 0,-1 0 0 0 0,1-1 0 0 0,0 0 0 0 0,-1-1 0 0 0,1 0 0 0 0,0-1 0 0 0,-17-6 0 0 0,22 7 0 0 0,1 0 0 0 0,0 0 0 0 0,0-1 0 0 0,0 1 0 0 0,1-1 0 0 0,-1-1 0 0 0,0 1 0 0 0,1 0 0 0 0,0-1 0 0 0,0 0 0 0 0,0 0 0 0 0,1 0 0 0 0,-1-1 0 0 0,1 1 0 0 0,-4-8 0 0 0,3 4 0 0 0,1 1 0 0 0,1-1 0 0 0,-1 1 0 0 0,1-1 0 0 0,1 0 0 0 0,0 0 0 0 0,0 0 0 0 0,0 0 0 0 0,1-14 0 0 0,2-1 0 0 0,2 1 0 0 0,0 0 0 0 0,1 0 0 0 0,1 0 0 0 0,1 1 0 0 0,18-36 0 0 0,-5 18-1534 0 0,3 1 1 0 0,1 0-1 0 0,2 2 1 0 0,54-59-1 0 0,139-114-8175 0 0,-173 168 4488 0 0,3 0-2544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9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48 177 3132 0 0,'-2'-1'2850'0'0,"-40"-14"14661"0"0,41 15-17474 0 0,1 0 1 0 0,0 0-1 0 0,0 0 0 0 0,0 0 0 0 0,0 0 1 0 0,-1 0-1 0 0,1-1 0 0 0,0 1 0 0 0,0 0 1 0 0,0 0-1 0 0,0 0 0 0 0,0 0 1 0 0,-1 0-1 0 0,1-1 0 0 0,0 1 0 0 0,0 0 1 0 0,0 0-1 0 0,0 0 0 0 0,0-1 0 0 0,0 1 1 0 0,0 0-1 0 0,0 0 0 0 0,0 0 0 0 0,0-1 1 0 0,0 1-1 0 0,0 0 0 0 0,0 0 1 0 0,0 0-1 0 0,0-1 0 0 0,0 1 0 0 0,0 0 1 0 0,0 0-1 0 0,0 0 0 0 0,0-1 0 0 0,0 1 1 0 0,0 0-1 0 0,0 0 0 0 0,0 0 1 0 0,0 0-1 0 0,0-1 0 0 0,1 1 0 0 0,159-55 3363 0 0,94-17-2912 0 0,-204 56-554 0 0,-47 16-187 0 0,0-1-1 0 0,0 0 1 0 0,0 0 0 0 0,-1 0-1 0 0,1 0 1 0 0,0-1 0 0 0,3-2-1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9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93 1604 0 0,'-36'-22'20292'0'0,"36"21"-19955"0"0,-1 0 0 0 0,1 0-1 0 0,0 0 1 0 0,4-2 105 0 0,77-16 632 0 0,157-16-1 0 0,-220 32-1020 0 0,12 0-24 0 0,1 0 0 0 0,46 2 0 0 0,-76 1-28 0 0,-1 0-1 0 0,1 1 1 0 0,0-1-1 0 0,-1 0 1 0 0,1 0 0 0 0,0 0-1 0 0,-1 1 1 0 0,1-1-1 0 0,-1 0 1 0 0,1 1-1 0 0,0-1 1 0 0,-1 1-1 0 0,1-1 1 0 0,-1 0-1 0 0,1 1 1 0 0,-1-1-1 0 0,1 1 1 0 0,-1-1-1 0 0,0 1 1 0 0,1 0-1 0 0,-1-1 1 0 0,0 1-1 0 0,1-1 1 0 0,-1 1-1 0 0,0 0 1 0 0,0-1 0 0 0,1 1-1 0 0,-1 0 1 0 0,0-1-1 0 0,0 1 1 0 0,0 0-1 0 0,0-1 1 0 0,0 1-1 0 0,0 0 1 0 0,0-1-1 0 0,0 1 1 0 0,0 0-1 0 0,-1 1 1 0 0,-7 24-48 0 0,-17 11 95 0 0,-2-1-1 0 0,-1 0 1 0 0,-54 50 0 0 0,33-35 149 0 0,7-6 208 0 0,7-11 13 0 0,2 2 0 0 0,2 2 0 0 0,1 1 0 0 0,-28 47 0 0 0,51-57 28 0 0,6-28-427 0 0,1 1 0 0 0,0-1 0 0 0,0 0 0 0 0,0 0 0 0 0,0 0 0 0 0,0 0 0 0 0,0 0 0 0 0,0 0 0 0 0,0 1 0 0 0,1-1-1 0 0,-1 0 1 0 0,0 0 0 0 0,1 0 0 0 0,-1 0 0 0 0,0 0 0 0 0,1 0 0 0 0,-1 0 0 0 0,1 0 0 0 0,0 0 0 0 0,-1 0 0 0 0,1 0 0 0 0,0 0 0 0 0,0-1 0 0 0,-1 1-1 0 0,3 1 1 0 0,3 0 11 0 0,1 0 0 0 0,0 0 0 0 0,0 0 1 0 0,0-1-1 0 0,0 0 0 0 0,0-1 0 0 0,0 0 0 0 0,0 0 0 0 0,0 0 0 0 0,0-1 0 0 0,12-3 0 0 0,9-2-41 0 0,41-17 1 0 0,-64 21 0 0 0,155-70-5462 0 0,-7-13-7913 0 0,-148 82 12719 0 0,38-21-7504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29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91 2188 0 0,'-43'-14'23033'0'0,"34"13"-20319"0"0,12-3-2131 0 0,-3 4-563 0 0,0-1-1 0 0,0 0 1 0 0,0 1-1 0 0,0-1 0 0 0,0 1 1 0 0,1-1-1 0 0,-1 1 1 0 0,0-1-1 0 0,0 1 0 0 0,1-1 1 0 0,-1 1-1 0 0,0-1 1 0 0,1 1-1 0 0,-1-1 1 0 0,1 1-1 0 0,-1 0 0 0 0,1-1 1 0 0,-1 1-1 0 0,1-1 1 0 0,0 1-1 0 0,42-15 272 0 0,77-14 0 0 0,-10 12-7655 0 0,-91 16 3976 0 0,-11 1 1699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0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37 1612 0 0,'-130'79'17092'0'0,"123"-75"-15805"0"0,1-1-291 0 0,0 0 0 0 0,0 1 0 0 0,1-1 0 0 0,-1 1-1 0 0,-9 10 1465 0 0,15-13-2415 0 0,0-1 1 0 0,1 1 0 0 0,-1 0-1 0 0,0-1 1 0 0,1 1-1 0 0,-1 0 1 0 0,0-1-1 0 0,1 1 1 0 0,-1 0 0 0 0,1-1-1 0 0,-1 1 1 0 0,1-1-1 0 0,-1 1 1 0 0,1-1 0 0 0,-1 1-1 0 0,1-1 1 0 0,0 1-1 0 0,-1-1 1 0 0,1 0-1 0 0,0 1 1 0 0,-1-1 0 0 0,1 0-1 0 0,0 0 1 0 0,-1 1-1 0 0,1-1 1 0 0,0 0 0 0 0,0 0-1 0 0,-1 0 1 0 0,1 0-1 0 0,0 0 1 0 0,0 0-1 0 0,1 0 1 0 0,26-2 336 0 0,72-18-392 0 0,140-46 0 0 0,-165 37-3950 0 0,-39 8-834 0 0,-6-5-5325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0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352 150 1412 0 0,'-2'-1'1702'0'0,"-5"-1"-652"0"0,1-1-1 0 0,0 0 0 0 0,0 0 1 0 0,0 0-1 0 0,0-1 0 0 0,1 0 1 0 0,-1 0-1 0 0,1 0 0 0 0,0-1 1 0 0,0 1-1 0 0,-4-7 0 0 0,6 8-617 0 0,1-1 0 0 0,-1 0 0 0 0,1 0 0 0 0,0 0-1 0 0,0 0 1 0 0,-2-4 0 0 0,4 5-366 0 0,0 1 1 0 0,0 0-1 0 0,-1-1 0 0 0,2 1 1 0 0,-1 0-1 0 0,0-1 0 0 0,0 1 1 0 0,1 0-1 0 0,-1-1 0 0 0,1 1 0 0 0,0 0 1 0 0,0 0-1 0 0,0 0 0 0 0,0 0 1 0 0,0-1-1 0 0,0 1 0 0 0,0 1 1 0 0,1-1-1 0 0,-1 0 0 0 0,1 0 1 0 0,-1 0-1 0 0,1 1 0 0 0,0-1 0 0 0,0 1 1 0 0,0-1-1 0 0,0 1 0 0 0,0 0 1 0 0,0 0-1 0 0,0 0 0 0 0,0 0 1 0 0,0 0-1 0 0,3-1 0 0 0,3 1-38 0 0,1-1-1 0 0,-1 1 0 0 0,1 0 1 0 0,-1 1-1 0 0,15 1 0 0 0,-17 0-16 0 0,0 0 0 0 0,0 1 1 0 0,-1 0-1 0 0,1 0 0 0 0,0 0 0 0 0,-1 1 0 0 0,0-1 0 0 0,1 1 0 0 0,-1 1 0 0 0,0-1 0 0 0,-1 1 0 0 0,1 0 0 0 0,-1 0 1 0 0,1 0-1 0 0,-1 0 0 0 0,0 1 0 0 0,-1 0 0 0 0,1 0 0 0 0,-1 0 0 0 0,0 0 0 0 0,0 1 0 0 0,-1-1 0 0 0,4 11 0 0 0,-3-6 33 0 0,-2-1-1 0 0,1 0 0 0 0,-1 0 0 0 0,-1 1 0 0 0,1-1 1 0 0,-2 0-1 0 0,1 1 0 0 0,-1-1 0 0 0,-1 0 0 0 0,1 1 1 0 0,-2-1-1 0 0,1 0 0 0 0,-1-1 0 0 0,-7 16 0 0 0,-6 6 110 0 0,-1-1-1 0 0,-2-1 0 0 0,-37 45 0 0 0,-78 71 640 0 0,73-82-283 0 0,50-50-376 0 0,-20 20 351 0 0,1 1-1 0 0,-38 56 1 0 0,66-86-409 0 0,0-1-28 0 0,1 0 1 0 0,-1 0-1 0 0,1 0 1 0 0,-1 1-1 0 0,1-1 1 0 0,0 0-1 0 0,0 0 1 0 0,0 1-1 0 0,0-1 1 0 0,0 1-1 0 0,1-1 1 0 0,-1 1 0 0 0,1-1-1 0 0,0 1 1 0 0,-1-1-1 0 0,1 1 1 0 0,0-1-1 0 0,1 1 1 0 0,-1-1-1 0 0,0 1 1 0 0,2 4-1 0 0,-2-6-30 0 0,1-1 0 0 0,-1 1 1 0 0,1 0-1 0 0,-1-1 0 0 0,1 1 0 0 0,0 0 0 0 0,-1-1 0 0 0,1 1 0 0 0,0-1 0 0 0,-1 1 1 0 0,1-1-1 0 0,0 1 0 0 0,-1-1 0 0 0,1 0 0 0 0,0 1 0 0 0,0-1 0 0 0,0 0 1 0 0,-1 0-1 0 0,3 1 0 0 0,3 1 29 0 0,-1 0 0 0 0,1 0 0 0 0,0-1 0 0 0,0 1 0 0 0,0-1 0 0 0,0 0 0 0 0,11-1 0 0 0,42-2 102 0 0,-47 1-134 0 0,247-31 48 0 0,-151 11 361 0 0,-96 18-380 0 0,-10 3-26 0 0,1-1-3 0 0,21-8-1 0 0,-23 8-10 0 0,13-12-674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2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97 1292 0 0,'6'-15'2840'0'0,"0"0"1"0"0,1 1-1 0 0,1 0 0 0 0,13-17 0 0 0,-20 29-2354 0 0,-1 2-440 0 0,0 0 0 0 0,0 0 0 0 0,0 0 0 0 0,0-1 0 0 0,0 1 1 0 0,0 0-1 0 0,0 0 0 0 0,0-1 0 0 0,0 1 0 0 0,0 0 0 0 0,0 0 0 0 0,0 0 0 0 0,0-1 0 0 0,0 1 1 0 0,1 0-1 0 0,-1 0 0 0 0,0 0 0 0 0,0-1 0 0 0,0 1 0 0 0,0 0 0 0 0,0 0 0 0 0,0 0 1 0 0,1 0-1 0 0,-1 0 0 0 0,0-1 0 0 0,0 1 0 0 0,0 0 0 0 0,1 0 0 0 0,-1 0 0 0 0,0 0 0 0 0,0 0 1 0 0,0 0-1 0 0,1 0 0 0 0,-1 0 0 0 0,0-1 0 0 0,0 1 0 0 0,0 0 0 0 0,1 0 0 0 0,-1 0 1 0 0,0 0-1 0 0,1 1-1 0 0,-1-1 1 0 0,1 0 0 0 0,-1 0-1 0 0,0 1 1 0 0,1-1 0 0 0,-1 0-1 0 0,0 1 1 0 0,1-1 0 0 0,-1 0-1 0 0,0 1 1 0 0,0-1 0 0 0,1 0-1 0 0,-1 1 1 0 0,0-1 0 0 0,0 1-1 0 0,0-1 1 0 0,1 0-1 0 0,-1 1 1 0 0,0-1 0 0 0,0 1-1 0 0,0-1 1 0 0,0 1 0 0 0,0-1-1 0 0,0 1 1 0 0,0-1 0 0 0,0 0-1 0 0,0 1 1 0 0,0 0 0 0 0,-2 23 617 0 0,-1 0 1 0 0,-1 0 0 0 0,-1-1-1 0 0,-12 36 1 0 0,-8 35 93 0 0,17-56-569 0 0,2-10-26 0 0,1 0 0 0 0,-2 48 0 0 0,7-74-156 0 0,1-1 1 0 0,-1 0-1 0 0,1 1 1 0 0,-1-1-1 0 0,1 1 1 0 0,-1-1 0 0 0,1 0-1 0 0,0 1 1 0 0,0-1-1 0 0,-1 0 1 0 0,1 0-1 0 0,0 0 1 0 0,0 0-1 0 0,0 0 1 0 0,1 0-1 0 0,-1 0 1 0 0,0 0-1 0 0,0 0 1 0 0,0 0-1 0 0,1-1 1 0 0,-1 1-1 0 0,0 0 1 0 0,2 0 0 0 0,2 1 13 0 0,-1-1 1 0 0,0 1-1 0 0,1-1 1 0 0,0 0-1 0 0,-1 0 1 0 0,1 0 0 0 0,7 0-1 0 0,6-2 5 0 0,1 0 0 0 0,-1-2 0 0 0,0 0 0 0 0,0 0 0 0 0,0-2 0 0 0,-1 0 0 0 0,22-10 0 0 0,-14 3-10 0 0,0-1 0 0 0,0-1 0 0 0,-2-1 0 0 0,29-24 0 0 0,-46 34 14 0 0,0 0-1 0 0,-1 0 1 0 0,0-1 0 0 0,0 0-1 0 0,0 0 1 0 0,-1 0 0 0 0,0 0 0 0 0,0-1-1 0 0,0 0 1 0 0,2-9 0 0 0,-4 11 120 0 0,0 1 0 0 0,-1-1 1 0 0,0 0-1 0 0,0 0 0 0 0,0 0 1 0 0,-1 0-1 0 0,0-1 0 0 0,0 1 1 0 0,0 0-1 0 0,0 0 0 0 0,-1 0 1 0 0,0 0-1 0 0,0 0 0 0 0,0 0 1 0 0,-3-6-1 0 0,3 10-98 0 0,1 0 1 0 0,0 1-1 0 0,-1-1 0 0 0,1 0 1 0 0,-1 1-1 0 0,1-1 0 0 0,-1 0 1 0 0,0 1-1 0 0,1-1 0 0 0,-1 1 1 0 0,1-1-1 0 0,-1 1 0 0 0,0-1 1 0 0,0 1-1 0 0,1-1 0 0 0,-1 1 1 0 0,0 0-1 0 0,0-1 0 0 0,1 1 1 0 0,-1 0-1 0 0,0 0 0 0 0,0 0 1 0 0,0 0-1 0 0,1 0 0 0 0,-1 0 1 0 0,0 0-1 0 0,0 0 0 0 0,0 0 1 0 0,1 0-1 0 0,-1 0 0 0 0,0 0 1 0 0,-1 1-1 0 0,-1 0 88 0 0,1-1 1 0 0,-1 1-1 0 0,1 0 0 0 0,0 0 1 0 0,-1 0-1 0 0,1 1 0 0 0,0-1 1 0 0,-3 3-1 0 0,0 2 6 0 0,-1 0 0 0 0,1 1-1 0 0,0 0 1 0 0,0 0 0 0 0,1 0 0 0 0,0 0-1 0 0,1 1 1 0 0,-1 0 0 0 0,1 0 0 0 0,1 0-1 0 0,-1 0 1 0 0,2 0 0 0 0,-1 0 0 0 0,0 13-1 0 0,0 13-25 0 0,1 0-1 0 0,5 41 1 0 0,-4-68-84 0 0,20 200-382 0 0,3 76-7704 0 0,-18-203 3446 0 0,-2-17-2043 0 0,-2 2-4051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5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286 266 16 0 0,'-2'-3'1796'0'0,"-17"-42"2765"0"0,-1-1 493 0 0,-40-71 0 0 0,30 70-2273 0 0,30 47-2761 0 0,0-1-1 0 0,-1 1 0 0 0,1-1 0 0 0,0 1 0 0 0,0-1 1 0 0,-1 1-1 0 0,1-1 0 0 0,-1 1 0 0 0,1 0 0 0 0,0-1 1 0 0,-1 1-1 0 0,1-1 0 0 0,-1 1 0 0 0,1 0 0 0 0,-1 0 1 0 0,1-1-1 0 0,-1 1 0 0 0,1 0 0 0 0,-1 0 0 0 0,1 0 1 0 0,-1-1-1 0 0,0 1 0 0 0,1 0 0 0 0,-1 0 0 0 0,1 0 1 0 0,-1 0-1 0 0,1 0 0 0 0,-1 0 0 0 0,1 0 1 0 0,-1 0-1 0 0,0 0 0 0 0,1 1 0 0 0,-1-1 0 0 0,1 0 1 0 0,-1 0-1 0 0,1 0 0 0 0,-1 1 0 0 0,1-1 0 0 0,-1 1 1 0 0,-2 3 94 0 0,-5 75 217 0 0,-55 405 34 0 0,52-423-1063 0 0,-13 59-2661 0 0,3-42-2346 0 0,15-65 2123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5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25 210 2068 0 0,'-24'-193'14332'0'0,"24"193"-14278"0"0,0-1-1 0 0,0 1 1 0 0,0-1-1 0 0,0 1 1 0 0,0-1-1 0 0,0 1 1 0 0,0-1-1 0 0,0 1 1 0 0,0-1-1 0 0,0 1 1 0 0,0-1-1 0 0,0 1 1 0 0,0-1-1 0 0,0 1 1 0 0,0-1-1 0 0,0 1 1 0 0,1-1-1 0 0,-1 1 1 0 0,0-1-1 0 0,0 1 1 0 0,1-1 0 0 0,-1 1-1 0 0,0-1 1 0 0,1 1-1 0 0,-1 0 1 0 0,0-1-1 0 0,1 1 1 0 0,-1 0-1 0 0,1-1 1 0 0,-1 1-1 0 0,0 0 1 0 0,1-1-1 0 0,-1 1 1 0 0,1 0-1 0 0,-1 0 1 0 0,1 0-1 0 0,-1-1 1 0 0,1 1-1 0 0,-1 0 1 0 0,1 0-1 0 0,-1 0 1 0 0,1 0-1 0 0,-1 0 1 0 0,1 0-1 0 0,0 0 1 0 0,-1 0-1 0 0,1 0 1 0 0,-1 0-1 0 0,1 0 1 0 0,-1 0-1 0 0,1 1 1 0 0,0-1-1 0 0,24 10 537 0 0,-3 6-320 0 0,0 0-1 0 0,-1 2 1 0 0,0 0 0 0 0,-1 1 0 0 0,18 24-1 0 0,78 114 55 0 0,-110-149-287 0 0,54 90 38 0 0,9 11-1085 0 0,-56-91-103 0 0,0-1 1 0 0,1-1 0 0 0,29 27 0 0 0,-41-41 817 0 0,0 0 1 0 0,0-1 0 0 0,1 1-1 0 0,-1-1 1 0 0,0 1-1 0 0,1-1 1 0 0,-1 0-1 0 0,1 1 1 0 0,-1-2-1 0 0,1 1 1 0 0,0 0 0 0 0,-1 0-1 0 0,1-1 1 0 0,0 1-1 0 0,-1-1 1 0 0,1 0-1 0 0,0 0 1 0 0,0 0-1 0 0,-1 0 1 0 0,1 0 0 0 0,0-1-1 0 0,0 1 1 0 0,-1-1-1 0 0,1 0 1 0 0,0 0-1 0 0,-1 0 1 0 0,1 0-1 0 0,-1 0 1 0 0,1 0 0 0 0,-1-1-1 0 0,0 1 1 0 0,0-1-1 0 0,1 0 1 0 0,-1 0-1 0 0,0 0 1 0 0,1-2 0 0 0,12-12-2829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6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55 452 2168 0 0,'4'-326'10545'0'0,"-4"237"-6496"0"0,0 81-4115 0 0,0-17 2798 0 0,1 21-1196 0 0,2 15-889 0 0,-1 11-113 0 0,-2 1 1 0 0,0-1-1 0 0,-1 1 0 0 0,-7 38 1 0 0,3-24-337 0 0,-15 93 200 0 0,-6 67-875 0 0,23-159-1108 0 0,2 1 0 0 0,1 0 0 0 0,7 41 0 0 0,4-30-2079 0 0,1-18-1558 0 0,-3-10-1550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7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75 2868 0 0,'2'-4'891'0'0,"-1"0"0"0"0,0 0 1 0 0,0 0-1 0 0,-1 0 0 0 0,1-1 0 0 0,-1 1 0 0 0,0 0 0 0 0,0 0 0 0 0,0 0 0 0 0,0-1 0 0 0,-1 1 1 0 0,-1-6-1 0 0,2 10-773 0 0,0-1 1 0 0,0 0 0 0 0,-1 0-1 0 0,1 1 1 0 0,0-1 0 0 0,0 0-1 0 0,-1 1 1 0 0,1-1 0 0 0,0 1 0 0 0,-1-1-1 0 0,1 0 1 0 0,-1 1 0 0 0,1-1-1 0 0,0 1 1 0 0,-1-1 0 0 0,1 1-1 0 0,-1-1 1 0 0,0 1 0 0 0,1 0-1 0 0,-1-1 1 0 0,1 1 0 0 0,-1 0 0 0 0,0-1-1 0 0,1 1 1 0 0,-1 0 0 0 0,0 0-1 0 0,1-1 1 0 0,-1 1 0 0 0,0 0-1 0 0,1 0 1 0 0,-1 0 0 0 0,0 0-1 0 0,0 0 1 0 0,1 0 0 0 0,-1 0 0 0 0,0 0-1 0 0,1 0 1 0 0,-1 0 0 0 0,0 1-1 0 0,0-1 1 0 0,-23 13 694 0 0,23-12-533 0 0,-7 6-28 0 0,0-1 1 0 0,1 1-1 0 0,0 0 0 0 0,1 1 1 0 0,-1 0-1 0 0,1 0 1 0 0,-6 11-1 0 0,1 1 41 0 0,1 1-1 0 0,-8 22 1 0 0,5-9-26 0 0,-13 56 0 0 0,24-80-235 0 0,0-1 1 0 0,1 1-1 0 0,0 1 0 0 0,0-1 1 0 0,1 0-1 0 0,1 0 0 0 0,0 0 1 0 0,0 0-1 0 0,1 0 1 0 0,5 17-1 0 0,-6-25-25 0 0,0 1 1 0 0,0 0-1 0 0,1-1 0 0 0,-1 1 1 0 0,1-1-1 0 0,-1 1 0 0 0,1-1 1 0 0,0 0-1 0 0,0 0 0 0 0,0 0 1 0 0,1 0-1 0 0,-1 0 0 0 0,0 0 1 0 0,1 0-1 0 0,4 2 1 0 0,-2-2-3 0 0,0-1 0 0 0,0 1 0 0 0,0 0 0 0 0,0-1 0 0 0,0 0 0 0 0,0 0 0 0 0,1-1 0 0 0,6 0 0 0 0,0 0-2 0 0,0-1 0 0 0,1-1-1 0 0,-1 0 1 0 0,0 0 0 0 0,0-2-1 0 0,22-7 1 0 0,-26 7-4 0 0,1-1 0 0 0,-1 0 0 0 0,1 0 1 0 0,-1 0-1 0 0,-1-1 0 0 0,1 0 0 0 0,-1-1 0 0 0,0 1 1 0 0,0-2-1 0 0,-1 1 0 0 0,0-1 0 0 0,0 1 0 0 0,-1-2 1 0 0,0 1-1 0 0,-1 0 0 0 0,0-1 0 0 0,6-18 0 0 0,-6 15 2 0 0,-1 0-1 0 0,-1-1 1 0 0,0 1-1 0 0,-1-1 0 0 0,0 0 1 0 0,-1 0-1 0 0,-1 1 1 0 0,0-1-1 0 0,0 0 1 0 0,-1 1-1 0 0,-1-1 0 0 0,0 1 1 0 0,-6-16-1 0 0,6 20-11 0 0,-1 0 1 0 0,0 1-1 0 0,0-1 0 0 0,0 1 0 0 0,-1-1 0 0 0,0 2 1 0 0,-1-1-1 0 0,-10-10 0 0 0,14 14 3 0 0,-1 1 1 0 0,1 0-1 0 0,-1 0 0 0 0,1 1 0 0 0,-1-1 1 0 0,0 1-1 0 0,0-1 0 0 0,0 1 0 0 0,0 0 1 0 0,1 0-1 0 0,-2 0 0 0 0,1 0 0 0 0,0 0 0 0 0,0 1 1 0 0,0 0-1 0 0,0-1 0 0 0,0 1 0 0 0,-1 0 1 0 0,1 1-1 0 0,0-1 0 0 0,0 0 0 0 0,0 1 1 0 0,0 0-1 0 0,0 0 0 0 0,0 0 0 0 0,-6 2 1 0 0,0 3 2 0 0,0 0 0 0 0,0 0 0 0 0,1 1 1 0 0,-1 0-1 0 0,1 0 0 0 0,1 1 1 0 0,0 0-1 0 0,0 0 0 0 0,0 1 1 0 0,1 0-1 0 0,-8 15 0 0 0,2 0-41 0 0,1 0 0 0 0,1 1-1 0 0,-11 40 1 0 0,17-49-352 0 0,1 0-1 0 0,0 0 1 0 0,1 0-1 0 0,0 27 1 0 0,2-36 0 0 0,0 1 0 0 0,1-1 1 0 0,0 0-1 0 0,1 1 0 0 0,-1-1 1 0 0,1 0-1 0 0,1 0 0 0 0,-1 0 1 0 0,1 0-1 0 0,0-1 1 0 0,1 1-1 0 0,6 8 0 0 0,-7-12 130 0 0,-1-1-1 0 0,1 1 0 0 0,0-1 0 0 0,0 0 1 0 0,0 0-1 0 0,0 0 0 0 0,0 0 1 0 0,0 0-1 0 0,0-1 0 0 0,1 0 1 0 0,-1 1-1 0 0,1-1 0 0 0,-1-1 1 0 0,1 1-1 0 0,-1 0 0 0 0,1-1 1 0 0,0 0-1 0 0,-1 0 0 0 0,1 0 1 0 0,0 0-1 0 0,-1 0 0 0 0,7-2 1 0 0,1 0-239 0 0,0-1 0 0 0,-1 0 0 0 0,1 0 1 0 0,-1-1-1 0 0,0 0 0 0 0,12-7 0 0 0,-6 1 437 0 0,0-1 0 0 0,-1-1 0 0 0,0 0 0 0 0,-1 0 0 0 0,-1-2 0 0 0,0 0 0 0 0,-1 0 0 0 0,17-25 0 0 0,-8 4 3323 0 0,-1-1 0 0 0,28-69 1 0 0,-48 103-3145 0 0,1 0 1 0 0,-1 1 0 0 0,1-1 0 0 0,0 1-1 0 0,0 0 1 0 0,0-1 0 0 0,-1 1-1 0 0,1-1 1 0 0,1 1 0 0 0,-1 0-1 0 0,0 0 1 0 0,2-2 0 0 0,-3 3-64 0 0,1 0 0 0 0,-1-1 0 0 0,1 1-1 0 0,-1 0 1 0 0,1 0 0 0 0,-1 0 0 0 0,1 0 0 0 0,-1 0 0 0 0,1 0 0 0 0,-1 0 0 0 0,1 0 0 0 0,-1 0 0 0 0,1 0 0 0 0,-1 0-1 0 0,0 0 1 0 0,1 0 0 0 0,-1 0 0 0 0,1 0 0 0 0,-1 1 0 0 0,1-1 0 0 0,-1 0 0 0 0,1 0 0 0 0,-1 0 0 0 0,0 1 0 0 0,1-1-1 0 0,0 1 1 0 0,2 2 112 0 0,0 0 0 0 0,-1 1-1 0 0,1-1 1 0 0,-1 1-1 0 0,0-1 1 0 0,0 1 0 0 0,3 7-1 0 0,4 16 117 0 0,-1 1 0 0 0,-2-1 0 0 0,0 1-1 0 0,-2 1 1 0 0,1 53 0 0 0,-2-39-132 0 0,3 9 149 0 0,-6-50-151 0 0,1-4-138 0 0,17-59-7 0 0,-10 33-11 0 0,0 0-1 0 0,23-48 0 0 0,-16 49-13 0 0,20-29 1 0 0,-30 48 26 0 0,2 0 1 0 0,-1 0-1 0 0,1 1 0 0 0,0 0 1 0 0,0 0-1 0 0,1 0 1 0 0,10-6-1 0 0,-16 12 10 0 0,-1 0-1 0 0,1 0 1 0 0,0 0-1 0 0,0 0 1 0 0,0 0 0 0 0,0 0-1 0 0,0 1 1 0 0,-1-1 0 0 0,1 1-1 0 0,0-1 1 0 0,0 1-1 0 0,1 0 1 0 0,-1 0 0 0 0,0 0-1 0 0,0 0 1 0 0,0 0-1 0 0,0 0 1 0 0,0 0 0 0 0,0 1-1 0 0,0-1 1 0 0,0 1-1 0 0,0-1 1 0 0,0 1 0 0 0,-1 0-1 0 0,1 0 1 0 0,0 0 0 0 0,0 0-1 0 0,-1 0 1 0 0,1 0-1 0 0,0 0 1 0 0,-1 1 0 0 0,1-1-1 0 0,1 3 1 0 0,1 1 27 0 0,0 0 1 0 0,-1 1 0 0 0,0-1-1 0 0,0 1 1 0 0,0 0-1 0 0,-1 0 1 0 0,0 0 0 0 0,0 0-1 0 0,1 8 1 0 0,2 16 96 0 0,-2 1 0 0 0,-2 0 0 0 0,-4 59 0 0 0,1 9-2227 0 0,2-80 193 0 0,2 0 0 0 0,0 0 0 0 0,6 21 0 0 0,-3-24-2546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7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0 164 512 0 0,'13'-48'19428'0'0,"-11"45"-17976"0"0,-1 1-1255 0 0,-1 0-1 0 0,1 0 1 0 0,0 1-1 0 0,-1-1 1 0 0,1 1 0 0 0,0-1-1 0 0,0 0 1 0 0,0 1 0 0 0,0 0-1 0 0,2-2 1 0 0,8-4-34 0 0,-1 2 0 0 0,1-1 1 0 0,1 1-1 0 0,-1 1 0 0 0,13-3 0 0 0,65-13-2752 0 0,-41 10-108 0 0,34-8-5753 0 0,-36 6 56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60 413 36 0 0,'-4'-1'3410'0'0,"-2"-1"-2337"0"0,-4-2 2974 0 0,0 0-1 0 0,-19-11 0 0 0,29 13-3932 0 0,0 1 1 0 0,1 0-1 0 0,-1 0 0 0 0,0 0 0 0 0,1 0 0 0 0,-1 0 1 0 0,0 0-1 0 0,1 0 0 0 0,0 0 0 0 0,-1 0 0 0 0,1 0 1 0 0,-1 0-1 0 0,2 0 0 0 0,3-4 67 0 0,-1 1-1 0 0,1 0 1 0 0,0 0 0 0 0,0 1-1 0 0,0 0 1 0 0,1 0-1 0 0,-1 0 1 0 0,12-4 0 0 0,-7 3-35 0 0,97-41 577 0 0,-59 27-598 0 0,-1-2 1 0 0,62-37-1 0 0,-105 54-153 0 0,0 1 1 0 0,-1-1-1 0 0,1 1 1 0 0,-1-1-1 0 0,1 0 0 0 0,-1 0 1 0 0,0-1-1 0 0,0 1 1 0 0,-1 0-1 0 0,1-1 0 0 0,-1 0 1 0 0,0 0-1 0 0,1 0 1 0 0,-2 0-1 0 0,1 0 1 0 0,0 0-1 0 0,-1 0 0 0 0,0 0 1 0 0,0-1-1 0 0,0 1 1 0 0,0-1-1 0 0,-1 1 0 0 0,0 0 1 0 0,0-1-1 0 0,0 1 1 0 0,0-1-1 0 0,-1 1 0 0 0,0-1 1 0 0,0 1-1 0 0,0 0 1 0 0,0 0-1 0 0,-1-1 1 0 0,1 1-1 0 0,-1 0 0 0 0,0 0 1 0 0,-3-4-1 0 0,-12-16-21 0 0,15 22 44 0 0,1 0-1 0 0,0 1 1 0 0,-1-1-1 0 0,1 0 1 0 0,-1 1-1 0 0,1-1 1 0 0,-1 1-1 0 0,0 0 1 0 0,1-1-1 0 0,-1 1 1 0 0,0 0-1 0 0,-4-2 0 0 0,4 4 12 0 0,-1-1-1 0 0,1 0 0 0 0,-1 0 0 0 0,1 1 0 0 0,-1 0 0 0 0,1-1 0 0 0,-1 1 0 0 0,1 0 0 0 0,0 0 1 0 0,-1 0-1 0 0,1 0 0 0 0,0 1 0 0 0,0-1 0 0 0,0 1 0 0 0,-2 1 0 0 0,0 1 35 0 0,0 0-1 0 0,1 0 1 0 0,-1 1 0 0 0,1-1-1 0 0,0 1 1 0 0,-4 8 0 0 0,-1 6 209 0 0,1 0 0 0 0,-8 38 0 0 0,13-49-183 0 0,-22 123 1062 0 0,-10 177 1 0 0,23-189-868 0 0,5-52-144 0 0,-19 167 585 0 0,23-214-552 0 0,4-22-163 0 0,10-37-206 0 0,-5 16 174 0 0,14-35-114 0 0,41-77-1 0 0,-50 113 119 0 0,0 2 0 0 0,2-1 0 0 0,0 2 0 0 0,1 0 0 0 0,1 1 0 0 0,30-27 1 0 0,-44 43 56 0 0,0 0 1 0 0,1 0-1 0 0,-1 0 1 0 0,1 0-1 0 0,-1 0 1 0 0,1 1-1 0 0,0-1 1 0 0,-1 1-1 0 0,1 0 1 0 0,0 0-1 0 0,0 0 1 0 0,0 0-1 0 0,0 1 1 0 0,0-1-1 0 0,0 1 1 0 0,0 0-1 0 0,0 0 1 0 0,0 0-1 0 0,0 0 1 0 0,0 0-1 0 0,0 0 1 0 0,0 1-1 0 0,0 0 1 0 0,0 0-1 0 0,3 1 1 0 0,-1 0 10 0 0,-2 1 1 0 0,1-1 0 0 0,0 1 0 0 0,-1 0 0 0 0,1 0 0 0 0,-1 0 0 0 0,0 1 0 0 0,0-1 0 0 0,0 1 0 0 0,0 0 0 0 0,-1 0 0 0 0,1 0 0 0 0,-1 0 0 0 0,0 0 0 0 0,-1 0 0 0 0,2 5 0 0 0,18 70 260 0 0,3 8-1033 0 0,-21-78 17 0 0,0 0 0 0 0,1 0 0 0 0,1-1 0 0 0,-1 1 1 0 0,2-1-1 0 0,11 15 0 0 0,-16-21 434 0 0,1-1 0 0 0,0 1 1 0 0,-1-1-1 0 0,1 1 0 0 0,0-1 1 0 0,0 0-1 0 0,0 0 0 0 0,0 0 0 0 0,0 0 1 0 0,0 0-1 0 0,0 0 0 0 0,0 0 1 0 0,0-1-1 0 0,0 1 0 0 0,1-1 1 0 0,-1 1-1 0 0,0-1 0 0 0,4 0 0 0 0,-3 0-278 0 0,1-1 0 0 0,0 1 0 0 0,0-1 0 0 0,-1 0 0 0 0,1 0 0 0 0,-1-1 0 0 0,1 1-1 0 0,-1-1 1 0 0,0 0 0 0 0,1 1 0 0 0,4-5 0 0 0,9-7-3694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81 287 5096 0 0,'7'-13'1287'0'0,"-2"-1"-1"0"0,0 0 1 0 0,3-16-1 0 0,-6 19 1284 0 0,0-1 1 0 0,0-19-1 0 0,-3 20-1329 0 0,0 7-346 0 0,1-1 1 0 0,0 1 0 0 0,0-1-1 0 0,0 1 1 0 0,2-7 0 0 0,-12 21 28 0 0,9-9-876 0 0,0 0-1 0 0,0 0 0 0 0,0 0 1 0 0,0-1-1 0 0,0 1 1 0 0,0 0-1 0 0,1 0 0 0 0,-1 0 1 0 0,0 1-1 0 0,0-1 1 0 0,0 2-1 0 0,-3 10 133 0 0,0 1 0 0 0,1 0 0 0 0,0 0-1 0 0,2-1 1 0 0,-1 1 0 0 0,2 1 0 0 0,0-1 0 0 0,0 0-1 0 0,2 0 1 0 0,-1 0 0 0 0,2 0 0 0 0,0-1 0 0 0,9 25 0 0 0,-10-33-161 0 0,0-1 0 0 0,0 0-1 0 0,1 0 1 0 0,0 0 0 0 0,0-1 0 0 0,0 1 0 0 0,0-1 0 0 0,1 1 0 0 0,-1-1 0 0 0,1 0 0 0 0,0-1 0 0 0,0 1 0 0 0,8 4 0 0 0,-6-4-3 0 0,2-1-1 0 0,-1 1 1 0 0,0-1-1 0 0,0 0 1 0 0,1-1 0 0 0,-1 0-1 0 0,1 0 1 0 0,8 0-1 0 0,-3-2-22 0 0,-1 1 0 0 0,1-2-1 0 0,-1 0 1 0 0,1 0 0 0 0,-1-1 0 0 0,0-1-1 0 0,0 0 1 0 0,0 0 0 0 0,-1-1-1 0 0,15-9 1 0 0,-19 10-35 0 0,-1-1 0 0 0,0 0 0 0 0,1 0 0 0 0,-2 0 0 0 0,1-1 0 0 0,-1 0-1 0 0,1 0 1 0 0,-2 0 0 0 0,1-1 0 0 0,-1 1 0 0 0,0-1 0 0 0,0 0 0 0 0,-1-1 0 0 0,0 1 0 0 0,0 0 0 0 0,-1-1 0 0 0,0 0 0 0 0,0 1-1 0 0,1-15 1 0 0,-3 13 15 0 0,0-1-1 0 0,0 1 1 0 0,-1-1-1 0 0,0 1 0 0 0,-1 0 1 0 0,0 0-1 0 0,-1-1 1 0 0,1 1-1 0 0,-2 1 0 0 0,1-1 1 0 0,-1 0-1 0 0,-1 1 1 0 0,0 0-1 0 0,0 0 0 0 0,0 0 1 0 0,-9-9-1 0 0,6 9 10 0 0,0 0 0 0 0,0 0 1 0 0,-1 1-1 0 0,0 0 0 0 0,0 0 0 0 0,-1 1 0 0 0,0 0 0 0 0,0 1 0 0 0,0 0 1 0 0,0 0-1 0 0,-12-2 0 0 0,14 5-2 0 0,1 0 1 0 0,0 1 0 0 0,-1 0-1 0 0,0 0 1 0 0,1 1 0 0 0,-1 0-1 0 0,0 0 1 0 0,1 1 0 0 0,-1 0-1 0 0,1 0 1 0 0,-1 1 0 0 0,1 0-1 0 0,0 0 1 0 0,-1 1 0 0 0,1 0-1 0 0,0 0 1 0 0,-8 6-1 0 0,5-2 28 0 0,0 0 0 0 0,1 1 0 0 0,0 0 0 0 0,0 1 0 0 0,1 0 0 0 0,0 1 0 0 0,1-1 0 0 0,0 1 0 0 0,1 1 0 0 0,0-1 0 0 0,0 1 0 0 0,1 0 0 0 0,-5 17 0 0 0,4-10-61 0 0,1 0 0 0 0,1 0 1 0 0,0 0-1 0 0,2 1 0 0 0,0 0 0 0 0,1-1 1 0 0,1 1-1 0 0,2 21 0 0 0,-1-33-216 0 0,0 0-1 0 0,0 1 1 0 0,1-1-1 0 0,0 0 0 0 0,0 0 1 0 0,1 0-1 0 0,0-1 1 0 0,0 1-1 0 0,1 0 1 0 0,0-1-1 0 0,0 0 1 0 0,0 0-1 0 0,1 0 1 0 0,-1-1-1 0 0,1 1 1 0 0,1-1-1 0 0,-1-1 1 0 0,1 1-1 0 0,0-1 0 0 0,0 1 1 0 0,8 3-1 0 0,-3-3-298 0 0,1-1-1 0 0,-1 0 1 0 0,1 0-1 0 0,0-1 1 0 0,0 0 0 0 0,0-1-1 0 0,0-1 1 0 0,1 0-1 0 0,-1 0 1 0 0,0-1-1 0 0,1-1 1 0 0,12-2-1 0 0,-10 1-367 0 0,1-1 0 0 0,-1-1 0 0 0,1 0 0 0 0,-1-1 0 0 0,-1-1 0 0 0,1-1 0 0 0,26-15 0 0 0,-10 1-2519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39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0 423 5501 0 0,'7'-20'1354'0'0,"-1"0"0"0"0,-1-1 0 0 0,-1 1 0 0 0,0-1 0 0 0,-2 0 0 0 0,0 0 0 0 0,-2 0 0 0 0,0 0 0 0 0,-6-40 0 0 0,6 58-411 0 0,6 28 848 0 0,-2-16-1581 0 0,19 172 2334 0 0,-8-50-1795 0 0,-14-123-656 0 0,5 19 113 0 0,-6-27-206 0 0,0 0 0 0 0,0 1 0 0 0,0-1 0 0 0,1 0 0 0 0,-1 0 0 0 0,0 0 0 0 0,0 0-1 0 0,0 0 1 0 0,0 1 0 0 0,0-1 0 0 0,0 0 0 0 0,1 0 0 0 0,-1 0 0 0 0,0 0 0 0 0,0 0 0 0 0,0 0 0 0 0,0 0 0 0 0,0 0 0 0 0,1 0 0 0 0,-1 0 0 0 0,0 1 0 0 0,0-1 0 0 0,0 0 0 0 0,0 0 0 0 0,1 0 0 0 0,-1 0 0 0 0,0 0 0 0 0,0 0 0 0 0,0 0 0 0 0,0 0 0 0 0,1 0 0 0 0,-1-1 0 0 0,0 1 0 0 0,0 0 0 0 0,0 0 0 0 0,1 0 0 0 0,8-10-34 0 0,-1-5-41 0 0,-1 1 0 0 0,0-2 0 0 0,8-24 0 0 0,9-22-217 0 0,-12 39 203 0 0,1 0 0 0 0,1 0 0 0 0,18-21 0 0 0,-26 37 62 0 0,0-1 0 0 0,1 2 1 0 0,-1-1-1 0 0,1 0 0 0 0,1 1 0 0 0,-1 1 0 0 0,1-1 1 0 0,0 1-1 0 0,0 1 0 0 0,1-1 0 0 0,16-5 0 0 0,-19 9 28 0 0,0 0-1 0 0,0 1 1 0 0,0-1-1 0 0,-1 1 1 0 0,1 1-1 0 0,0-1 0 0 0,0 1 1 0 0,0 0-1 0 0,0 1 1 0 0,-1-1-1 0 0,1 1 1 0 0,0 0-1 0 0,-1 0 1 0 0,0 1-1 0 0,1 0 1 0 0,-1 0-1 0 0,0 0 0 0 0,0 0 1 0 0,-1 1-1 0 0,6 5 1 0 0,4 4 31 0 0,-1 0 1 0 0,0 1 0 0 0,-1 0-1 0 0,-1 1 1 0 0,12 19 0 0 0,-15-19 38 0 0,0 1-1 0 0,-1 0 1 0 0,0 0 0 0 0,-1 1 0 0 0,-1-1 0 0 0,5 31 0 0 0,-10-44 45 0 0,0-18-112 0 0,2-7-62 0 0,1 0 0 0 0,1 0 0 0 0,1 1 0 0 0,1-1 0 0 0,9-22 0 0 0,-4 17 34 0 0,0 1 0 0 0,2 1-1 0 0,1 0 1 0 0,1 0-1 0 0,1 1 1 0 0,1 1 0 0 0,1 1-1 0 0,37-36 1 0 0,-51 54 32 0 0,0 0 0 0 0,1 0 1 0 0,-1 1-1 0 0,1-1 0 0 0,0 1 1 0 0,0 0-1 0 0,0 0 0 0 0,0 1 0 0 0,1-1 1 0 0,-1 1-1 0 0,1 1 0 0 0,-1-1 0 0 0,1 1 1 0 0,11-2-1 0 0,-15 3 22 0 0,0 1 0 0 0,0-1 0 0 0,0 0 0 0 0,0 1 0 0 0,0 0 0 0 0,0-1 0 0 0,0 1 0 0 0,0 0 0 0 0,0 0 0 0 0,0 0 0 0 0,0 0 0 0 0,0 0 0 0 0,-1 1 0 0 0,1-1 0 0 0,0 0 0 0 0,-1 1 0 0 0,1-1 0 0 0,-1 1 0 0 0,0 0 0 0 0,1-1 0 0 0,-1 1 0 0 0,0 0 0 0 0,0 0 0 0 0,0 0 0 0 0,1 3 0 0 0,2 5 91 0 0,-1 1 0 0 0,0-1 0 0 0,2 19 0 0 0,-3-19-31 0 0,3 21 70 0 0,-2 1 0 0 0,-2 36 1 0 0,-1-39-835 0 0,1 1 1 0 0,9 50 0 0 0,-8-73 268 0 0,-1-1 1 0 0,1 0-1 0 0,1 0 1 0 0,-1 0 0 0 0,1 0-1 0 0,0 0 1 0 0,1-1 0 0 0,-1 1-1 0 0,1-1 1 0 0,0 0 0 0 0,0 0-1 0 0,1 0 1 0 0,0-1-1 0 0,0 0 1 0 0,7 6 0 0 0,-7-7-367 0 0,-1 0 1 0 0,1-1 0 0 0,0 1-1 0 0,1-1 1 0 0,-1 0 0 0 0,0-1-1 0 0,0 1 1 0 0,1-1 0 0 0,-1 0-1 0 0,1 0 1 0 0,8 0-1 0 0,12-3-5576 0 0</inkml:trace>
  <inkml:trace contextRef="#ctx0" brushRef="#br0" timeOffset="1">1420 236 2496 0 0,'1'-12'1671'0'0,"0"1"1"0"0,-1 0-1 0 0,0 0 0 0 0,-1 0 1 0 0,0-1-1 0 0,-1 1 0 0 0,0 0 0 0 0,-1 0 1 0 0,0 1-1 0 0,-1-1 0 0 0,-9-18 0 0 0,12 27-1093 0 0,-15 4 512 0 0,15-2-1053 0 0,0 0 0 0 0,0 0 0 0 0,0 1 0 0 0,1-1 0 0 0,-1 1 0 0 0,0-1 1 0 0,0 0-1 0 0,1 1 0 0 0,-1 0 0 0 0,0-1 0 0 0,1 1 0 0 0,-1-1 0 0 0,0 1 0 0 0,1 0 0 0 0,-1-1 0 0 0,1 1 0 0 0,-1 0 1 0 0,1 0-1 0 0,-1-1 0 0 0,1 3 0 0 0,-2-1 83 0 0,-5 8 175 0 0,1 0 0 0 0,0 1 0 0 0,1-1 0 0 0,0 1 0 0 0,0 1 0 0 0,-4 16 0 0 0,2 2 148 0 0,-5 39 1 0 0,9-54-342 0 0,2 0 0 0 0,0 0 0 0 0,1 0 0 0 0,1 0 0 0 0,4 30 0 0 0,-4-40-86 0 0,0 0 0 0 0,1 0 0 0 0,-1 0 1 0 0,1 0-1 0 0,0-1 0 0 0,0 1 0 0 0,0-1 1 0 0,1 1-1 0 0,0-1 0 0 0,0 0 0 0 0,0 0 1 0 0,0 0-1 0 0,1 0 0 0 0,-1 0 1 0 0,1-1-1 0 0,0 0 0 0 0,0 0 0 0 0,0 0 1 0 0,1 0-1 0 0,-1-1 0 0 0,6 3 0 0 0,-1-1-24 0 0,0-1 0 0 0,1 0 0 0 0,-1-1 0 0 0,1 0 0 0 0,-1-1 0 0 0,1 0 0 0 0,0 0 0 0 0,0-1 0 0 0,-1 0 0 0 0,1-1 0 0 0,0 0 0 0 0,-1 0 0 0 0,1-1 0 0 0,-1 0 0 0 0,1-1 0 0 0,-1 0 0 0 0,0-1 0 0 0,0 0 0 0 0,0 0 0 0 0,-1-1 0 0 0,1 0 0 0 0,-1 0 0 0 0,0-1 0 0 0,-1 0 0 0 0,1 0 0 0 0,-1-1 0 0 0,0 0 0 0 0,-1-1 0 0 0,0 1 0 0 0,0-1 0 0 0,-1 0 0 0 0,0-1 0 0 0,0 1 0 0 0,-1-1 0 0 0,0 0 0 0 0,0 0 0 0 0,-1 0 0 0 0,3-13 0 0 0,-4 9-19 0 0,1 0 1 0 0,-2-1 0 0 0,0 1 0 0 0,-1-1-1 0 0,0 1 1 0 0,-1-1 0 0 0,0 1 0 0 0,-1-1-1 0 0,0 1 1 0 0,-2 0 0 0 0,1 0 0 0 0,-7-15-1 0 0,5 18 12 0 0,0 0 1 0 0,0 1-1 0 0,0 0 0 0 0,-2 0 0 0 0,1 0 0 0 0,-1 0 0 0 0,0 1 1 0 0,-1 0-1 0 0,1 1 0 0 0,-2 0 0 0 0,1 0 0 0 0,-1 0 0 0 0,0 1 1 0 0,0 1-1 0 0,-16-8 0 0 0,14 9-4 0 0,0 1 0 0 0,0 0 0 0 0,0 0 0 0 0,0 1 0 0 0,-1 1 0 0 0,1 0 0 0 0,-1 0 0 0 0,1 1 0 0 0,-1 0 0 0 0,1 1 0 0 0,0 1-1 0 0,-1 0 1 0 0,-17 5 0 0 0,20-4-198 0 0,0 0-1 0 0,0 0 1 0 0,1 1 0 0 0,-1 0-1 0 0,1 0 1 0 0,0 1-1 0 0,0 0 1 0 0,0 1-1 0 0,1 0 1 0 0,0 0-1 0 0,0 0 1 0 0,0 1-1 0 0,1 0 1 0 0,0 0-1 0 0,0 1 1 0 0,1 0-1 0 0,-5 9 1 0 0,8-14 4 0 0,1 1-1 0 0,0-1 1 0 0,-1 0 0 0 0,1 1 0 0 0,1-1 0 0 0,-1 1 0 0 0,0-1-1 0 0,1 1 1 0 0,0 0 0 0 0,-1-1 0 0 0,1 1 0 0 0,1-1-1 0 0,-1 1 1 0 0,1-1 0 0 0,-1 1 0 0 0,1 0 0 0 0,0-1 0 0 0,0 0-1 0 0,0 1 1 0 0,1-1 0 0 0,-1 0 0 0 0,1 0 0 0 0,0 1-1 0 0,0-1 1 0 0,0-1 0 0 0,0 1 0 0 0,1 0 0 0 0,-1 0 0 0 0,1-1-1 0 0,-1 1 1 0 0,1-1 0 0 0,0 0 0 0 0,5 3 0 0 0,5 3-661 0 0,1 0 1 0 0,0-2-1 0 0,0 0 1 0 0,0 0-1 0 0,0-1 1 0 0,25 5-1 0 0,43 4-3582 0 0,-38-11 712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1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458 485 1964 0 0,'9'-5'795'0'0,"-1"0"-1"0"0,0 0 0 0 0,0 0 1 0 0,0-1-1 0 0,-1 0 1 0 0,0-1-1 0 0,0 0 0 0 0,0 0 1 0 0,7-11-1 0 0,-12 15-458 0 0,0-1-1 0 0,0 1 1 0 0,-1 0-1 0 0,1-1 1 0 0,-1 0-1 0 0,0 1 0 0 0,0-1 1 0 0,0 0-1 0 0,0 1 1 0 0,-1-1-1 0 0,1 0 1 0 0,-1 0-1 0 0,0 0 1 0 0,-1 1-1 0 0,1-1 1 0 0,0 0-1 0 0,-1 0 1 0 0,0 1-1 0 0,0-1 0 0 0,0 0 1 0 0,0 1-1 0 0,-1-1 1 0 0,0 1-1 0 0,1-1 1 0 0,-1 1-1 0 0,-3-5 1 0 0,2 5-152 0 0,1 0 0 0 0,0 0 0 0 0,-1 0 0 0 0,1 0 0 0 0,-1 1 0 0 0,0-1 0 0 0,0 1 0 0 0,0-1 0 0 0,0 1 0 0 0,0 0 0 0 0,0 0 0 0 0,-1 0 0 0 0,1 1 0 0 0,-1-1 0 0 0,1 1 0 0 0,-6-2 0 0 0,4 3-25 0 0,-1-1 0 0 0,1 1 0 0 0,0 0 0 0 0,0 0 0 0 0,-1 0 0 0 0,1 1 0 0 0,0 0 0 0 0,0 0 0 0 0,0 0 0 0 0,-9 4 0 0 0,2 0 17 0 0,1 1-1 0 0,-1 0 1 0 0,1 1-1 0 0,1 0 1 0 0,-1 0-1 0 0,2 1 1 0 0,-1 1-1 0 0,-16 18 1 0 0,13-11-23 0 0,1 1 0 0 0,0 0 0 0 0,2 0 0 0 0,0 1 0 0 0,1 1 0 0 0,-10 26 0 0 0,16-35-104 0 0,1 0 0 0 0,-1 0-1 0 0,1 1 1 0 0,1-1 0 0 0,0 1 0 0 0,1 12-1 0 0,0-17-26 0 0,1 1-1 0 0,0-1 0 0 0,0 0 0 0 0,0 0 0 0 0,1 0 1 0 0,0 0-1 0 0,0 0 0 0 0,1 0 0 0 0,-1-1 0 0 0,1 1 1 0 0,5 6-1 0 0,-5-8-12 0 0,0 0-1 0 0,0 0 1 0 0,1 0 0 0 0,0 0 0 0 0,-1-1-1 0 0,1 0 1 0 0,1 0 0 0 0,-1 0 0 0 0,0 0 0 0 0,1 0-1 0 0,-1-1 1 0 0,1 0 0 0 0,0 0 0 0 0,0 0-1 0 0,0-1 1 0 0,0 1 0 0 0,0-1 0 0 0,0 0 0 0 0,0-1-1 0 0,0 1 1 0 0,0-1 0 0 0,1 0 0 0 0,-1 0-1 0 0,0-1 1 0 0,0 0 0 0 0,8-1 0 0 0,-3-1-41 0 0,1-1-1 0 0,-1 0 1 0 0,0 0 0 0 0,0 0 0 0 0,-1-2 0 0 0,1 1 0 0 0,-1-1 0 0 0,-1 0 0 0 0,1-1-1 0 0,-1 0 1 0 0,13-14 0 0 0,-6 2-79 0 0,-1-2 1 0 0,0 1-1 0 0,17-39 0 0 0,5-8 63 0 0,-28 57-268 0 0,-3 17 200 0 0,-4-4 140 0 0,1 5 59 0 0,0 1 0 0 0,0 0 0 0 0,-1 0 0 0 0,0 0-1 0 0,-1-1 1 0 0,-1 14 0 0 0,1-9 71 0 0,11 495 4750 0 0,-11-453-4818 0 0,-6 231 539 0 0,2-235-531 0 0,-3 0 0 0 0,-1 0 0 0 0,-24 75 0 0 0,27-111-94 0 0,-1 1 0 0 0,0-1 0 0 0,-1 0 0 0 0,-1 0 0 0 0,0-1 0 0 0,-1 0 0 0 0,-1-1 0 0 0,-19 22 0 0 0,22-29 0 0 0,1 0 0 0 0,-1 0 0 0 0,-1-1 0 0 0,1 1 0 0 0,-1-2 0 0 0,0 1 0 0 0,0-1 0 0 0,0 0 0 0 0,0-1 0 0 0,-1 0 0 0 0,0 0 0 0 0,1-1 0 0 0,-1 0 0 0 0,0 0 0 0 0,0-1 0 0 0,0 0 0 0 0,-13-1 0 0 0,7-2 0 0 0,0 0 0 0 0,0-1 0 0 0,0 0 0 0 0,1-2 0 0 0,-1 0 0 0 0,1 0 0 0 0,0-1 0 0 0,0-1 0 0 0,1 0 0 0 0,-1-1 0 0 0,2 0 0 0 0,-20-17 0 0 0,21 15 0 0 0,-1 0 0 0 0,2 0 0 0 0,0-1 0 0 0,0-1 0 0 0,1 0 0 0 0,0 0 0 0 0,1 0 0 0 0,0-1 0 0 0,1-1 0 0 0,1 1 0 0 0,0-1 0 0 0,-8-28 0 0 0,13 30 0 0 0,-1-1 0 0 0,2 1 0 0 0,-1-1 0 0 0,2 0 0 0 0,0 1 0 0 0,0-1 0 0 0,1 1 0 0 0,1-1 0 0 0,0 1 0 0 0,0 0 0 0 0,1 0 0 0 0,1 0 0 0 0,0 1 0 0 0,11-19 0 0 0,5-3 0 0 0,2 0 0 0 0,1 2 0 0 0,38-40 0 0 0,166-143-490 0 0,16 17-404 0 0,-72 60 487 0 0,-125 96-87 0 0,70-77 0 0 0,-107 107 466 0 0,-2-1-1 0 0,0 1 0 0 0,0-1 1 0 0,-1-1-1 0 0,-1 1 1 0 0,0-1-1 0 0,4-13 1 0 0,-8 20 23 0 0,0 1 1 0 0,0-1-1 0 0,-1 0 0 0 0,0 1 1 0 0,0-1-1 0 0,-1 0 0 0 0,1 0 1 0 0,-1 1-1 0 0,0-1 1 0 0,-1 0-1 0 0,1 0 0 0 0,-1 1 1 0 0,-1-1-1 0 0,1 0 1 0 0,-1 1-1 0 0,0-1 0 0 0,0 1 1 0 0,0 0-1 0 0,-6-9 0 0 0,7 11 8 0 0,-1 1-1 0 0,0 0 1 0 0,0 0-1 0 0,0-1 1 0 0,-1 1-1 0 0,1 0 1 0 0,0 1-1 0 0,-1-1 1 0 0,1 0-1 0 0,-1 1 1 0 0,0-1-1 0 0,1 1 1 0 0,-1 0-1 0 0,0 0 1 0 0,0 0-1 0 0,0 0 1 0 0,-4 0-1 0 0,2 0 12 0 0,1 1-1 0 0,-1 0 1 0 0,0 1-1 0 0,1-1 1 0 0,-1 1-1 0 0,0 0 1 0 0,1 0-1 0 0,-1 0 0 0 0,1 1 1 0 0,-6 2-1 0 0,-1 2 28 0 0,1 0-1 0 0,0 0 1 0 0,0 1-1 0 0,0 0 0 0 0,1 0 1 0 0,0 1-1 0 0,1 1 1 0 0,-10 10-1 0 0,11-9 21 0 0,0 1-1 0 0,0 0 0 0 0,1 0 1 0 0,1 0-1 0 0,-1 0 1 0 0,2 1-1 0 0,0 0 0 0 0,0 0 1 0 0,1 0-1 0 0,0 1 1 0 0,1-1-1 0 0,1 1 0 0 0,0-1 1 0 0,1 1-1 0 0,0 0 1 0 0,1-1-1 0 0,2 14 0 0 0,-1-16-23 0 0,0-1-1 0 0,0 1 1 0 0,1 0-1 0 0,1-1 1 0 0,-1 0-1 0 0,2 1 1 0 0,-1-2-1 0 0,1 1 1 0 0,1 0-1 0 0,-1-1 1 0 0,1 0-1 0 0,1 0 1 0 0,-1-1-1 0 0,2 0 1 0 0,-1 0-1 0 0,1-1 1 0 0,-1 1-1 0 0,2-2 1 0 0,-1 1-1 0 0,1-1 1 0 0,14 6-1 0 0,-13-7-37 0 0,0 0 0 0 0,0-1 0 0 0,0-1 0 0 0,1 1 0 0 0,-1-2 0 0 0,1 1 0 0 0,-1-2-1 0 0,1 1 1 0 0,-1-1 0 0 0,1-1 0 0 0,-1 0 0 0 0,12-3 0 0 0,-8 1-76 0 0,-1-1 0 0 0,0-1 0 0 0,0 0 1 0 0,0-1-1 0 0,-1 0 0 0 0,0-1 0 0 0,0-1 0 0 0,13-10 0 0 0,2-6-102 0 0,0-2-1 0 0,-2 0 1 0 0,0-2-1 0 0,-3-1 1 0 0,39-62-1 0 0,30-77 140 0 0,-77 145-64 0 0,-13 20 56 0 0,17 6 7 0 0,-17-2 38 0 0,-1-1 0 0 0,1 1 0 0 0,0-1 1 0 0,-1 1-1 0 0,1-1 0 0 0,-1 1 0 0 0,1-1 0 0 0,-1 1 0 0 0,1-1 0 0 0,-1 1 1 0 0,1 0-1 0 0,-1-1 0 0 0,0 1 0 0 0,1 0 0 0 0,-1-1 0 0 0,0 1 0 0 0,1 0 1 0 0,-1 0-1 0 0,0-1 0 0 0,0 1 0 0 0,0 0 0 0 0,0 0 0 0 0,0 1 0 0 0,0-1-1 0 0,5 16 92 0 0,-2 1 0 0 0,0-1 0 0 0,-1 1 0 0 0,-1 26 0 0 0,-8 72 603 0 0,1-47-420 0 0,2 28 19 0 0,17-102-397 0 0,-9 2 95 0 0,-1-1 0 0 0,0 1 0 0 0,0-1 0 0 0,0 0 0 0 0,0 0 0 0 0,-1 0 0 0 0,0 0 0 0 0,3-6 0 0 0,7-13-11 0 0,34-49-40 0 0,23-33-67 0 0,-60 93 113 0 0,1-2-23 0 0,1 0 0 0 0,1 1 0 0 0,-1 0 0 0 0,19-14 1 0 0,-29 26 35 0 0,0 1 1 0 0,0-1-1 0 0,0 1 1 0 0,0-1 0 0 0,0 1-1 0 0,0 0 1 0 0,0-1 0 0 0,0 1-1 0 0,0 0 1 0 0,0-1 0 0 0,0 1-1 0 0,0 0 1 0 0,0 0-1 0 0,0 0 1 0 0,0 0 0 0 0,0 0-1 0 0,1 0 1 0 0,-1 1 0 0 0,0-1-1 0 0,0 0 1 0 0,1 1 0 0 0,0 0 4 0 0,0 0 0 0 0,1 0 1 0 0,-1 0-1 0 0,0 0 1 0 0,0 0-1 0 0,0 0 0 0 0,0 1 1 0 0,-1-1-1 0 0,1 1 1 0 0,0 0-1 0 0,0-1 0 0 0,-1 1 1 0 0,0 0-1 0 0,1 0 1 0 0,-1 0-1 0 0,0 0 0 0 0,0 0 1 0 0,0 0-1 0 0,0 0 1 0 0,0 1-1 0 0,0-1 0 0 0,0 0 1 0 0,-1 0-1 0 0,1 4 1 0 0,1 2-7 0 0,2 10 23 0 0,-1 0 0 0 0,-1 0 1 0 0,0 32-1 0 0,-2-34-14 0 0,0 1 1 0 0,2-1-1 0 0,0 0 0 0 0,0 0 1 0 0,7 21-1 0 0,-8-34-19 0 0,1 0 1 0 0,-1 0-1 0 0,0 0 1 0 0,1-1-1 0 0,-1 1 1 0 0,1 0-1 0 0,0-1 1 0 0,0 1-1 0 0,0-1 1 0 0,0 0-1 0 0,1 0 1 0 0,-1 0-1 0 0,1 0 1 0 0,-1 0-1 0 0,1 0 1 0 0,4 1 0 0 0,-3-1-54 0 0,1 0 1 0 0,0-1-1 0 0,-1 1 1 0 0,1-1 0 0 0,0 0-1 0 0,0-1 1 0 0,0 1-1 0 0,0-1 1 0 0,8-1 0 0 0,-1 0-177 0 0,0-1 0 0 0,0-1 1 0 0,0 0-1 0 0,0-1 0 0 0,-1 0 1 0 0,1 0-1 0 0,17-11 0 0 0,-12 4 2 0 0,0 0 0 0 0,-1-1-1 0 0,-1-1 1 0 0,0 0 0 0 0,-1-2 0 0 0,0 1-1 0 0,-1-2 1 0 0,12-17 0 0 0,-19 24 249 0 0,0-1 1 0 0,0 1 0 0 0,-1-1-1 0 0,0 0 1 0 0,-1-1-1 0 0,0 1 1 0 0,0-1-1 0 0,-2 0 1 0 0,1 0-1 0 0,-1 0 1 0 0,-1 0-1 0 0,0 0 1 0 0,0-1-1 0 0,-1 1 1 0 0,-3-22-1 0 0,2 26 143 0 0,-1 0 0 0 0,0-1 0 0 0,0 1 0 0 0,-6-11 0 0 0,7 16-102 0 0,-1-1 0 0 0,1 1 0 0 0,-1 0 0 0 0,1 0 0 0 0,-1-1 0 0 0,0 1 0 0 0,0 0 0 0 0,0 0 0 0 0,0 1 0 0 0,0-1 0 0 0,0 0 0 0 0,-1 1 0 0 0,1-1 0 0 0,-5-1 0 0 0,5 3-28 0 0,0 0 1 0 0,0 0 0 0 0,-1 0 0 0 0,1 0 0 0 0,0 0 0 0 0,0 1 0 0 0,0-1 0 0 0,0 1 0 0 0,0-1-1 0 0,0 1 1 0 0,0 0 0 0 0,0 0 0 0 0,0 0 0 0 0,0 0 0 0 0,0 0 0 0 0,0 0 0 0 0,1 0-1 0 0,-1 1 1 0 0,-2 1 0 0 0,-3 3 63 0 0,-4 2-38 0 0,1 1 0 0 0,0 0 0 0 0,0 1 0 0 0,1 1 0 0 0,0-1 0 0 0,1 1 0 0 0,0 1 0 0 0,1-1 0 0 0,0 1 0 0 0,1 1 0 0 0,0-1 0 0 0,1 1 0 0 0,1 0 0 0 0,0 0 0 0 0,0 1 0 0 0,1-1 0 0 0,1 1 0 0 0,-1 13 0 0 0,3-22-54 0 0,0 0 0 0 0,0 0 0 0 0,0 0 0 0 0,1-1 1 0 0,-1 1-1 0 0,1 0 0 0 0,0-1 0 0 0,1 1 0 0 0,-1 0 0 0 0,1-1 0 0 0,0 1 0 0 0,0-1 0 0 0,0 0 0 0 0,1 0 1 0 0,-1 0-1 0 0,4 4 0 0 0,-1-3-137 0 0,0 0 0 0 0,0-1 0 0 0,1 1 1 0 0,-1-1-1 0 0,1-1 0 0 0,0 1 0 0 0,0-1 0 0 0,0 0 0 0 0,0 0 1 0 0,8 2-1 0 0,11 1-722 0 0,1 0 1 0 0,0-2-1 0 0,0-1 1 0 0,43 0-1 0 0,-39-3 78 0 0,-1-1 0 0 0,0-1 0 0 0,0-2-1 0 0,-1-1 1 0 0,1-1 0 0 0,46-18 0 0 0,-58 18 612 0 0,0-1 0 0 0,-1 0 0 0 0,0-2 1 0 0,-1 0-1 0 0,0-1 0 0 0,0 0 1 0 0,-1-1-1 0 0,-1-1 0 0 0,0 0 0 0 0,0 0 1 0 0,-1-2-1 0 0,12-16 0 0 0,-21 24 447 0 0,1 0 1 0 0,-1 0-1 0 0,0 0 1 0 0,0-1-1 0 0,-1 1 0 0 0,0-1 1 0 0,0 1-1 0 0,0-1 1 0 0,-1 0-1 0 0,0 0 1 0 0,-1 1-1 0 0,1-1 0 0 0,-2-12 1 0 0,0 8 547 0 0,-1 1 0 0 0,0-1-1 0 0,-1 1 1 0 0,0 0 0 0 0,-1 0 0 0 0,0 0 0 0 0,-10-17 0 0 0,14 26-768 0 0,-1 1 0 0 0,1-1-1 0 0,-1 1 1 0 0,1-1 0 0 0,-1 0 0 0 0,0 1-1 0 0,1-1 1 0 0,-1 1 0 0 0,1-1 0 0 0,-1 1-1 0 0,0-1 1 0 0,0 1 0 0 0,1 0 0 0 0,-1-1-1 0 0,0 1 1 0 0,0 0 0 0 0,1 0 0 0 0,-1 0-1 0 0,0-1 1 0 0,0 1 0 0 0,0 0 0 0 0,0 0 0 0 0,1 0-1 0 0,-1 0 1 0 0,0 0 0 0 0,0 0 0 0 0,0 1-1 0 0,1-1 1 0 0,-1 0 0 0 0,0 0 0 0 0,0 1-1 0 0,1-1 1 0 0,-1 0 0 0 0,0 1 0 0 0,0 0-1 0 0,-22 14 1090 0 0,13-6-890 0 0,2 0 0 0 0,-1 1 0 0 0,1 0 1 0 0,1 0-1 0 0,0 1 0 0 0,0 0 0 0 0,1 0 1 0 0,-9 22-1 0 0,9-15-122 0 0,0 0 0 0 0,1 0 0 0 0,1 1 1 0 0,0-1-1 0 0,-1 25 0 0 0,5-33-87 0 0,-1-1-1 0 0,1 0 1 0 0,1 1 0 0 0,0-1 0 0 0,0 0-1 0 0,1 0 1 0 0,5 17 0 0 0,-5-23-30 0 0,-1 1 0 0 0,1 0 1 0 0,0-1-1 0 0,0 0 0 0 0,1 1 0 0 0,-1-1 1 0 0,1 0-1 0 0,-1 0 0 0 0,1 0 0 0 0,0 0 0 0 0,0-1 1 0 0,1 1-1 0 0,-1-1 0 0 0,0 0 0 0 0,1 0 0 0 0,-1 0 1 0 0,1 0-1 0 0,0 0 0 0 0,0-1 0 0 0,5 2 1 0 0,-2-2-20 0 0,-1 0 1 0 0,1 0-1 0 0,0-1 1 0 0,0 0 0 0 0,-1 0-1 0 0,1-1 1 0 0,0 1-1 0 0,0-1 1 0 0,-1-1 0 0 0,1 1-1 0 0,-1-1 1 0 0,1-1-1 0 0,-1 1 1 0 0,0-1 0 0 0,0 0-1 0 0,0 0 1 0 0,0-1-1 0 0,0 0 1 0 0,6-5-1 0 0,-1-1-77 0 0,0 1-1 0 0,-1-2 0 0 0,0 1 0 0 0,0-1 0 0 0,-1-1 0 0 0,-1 0 0 0 0,14-25 0 0 0,-15 24 60 0 0,-1-2-1 0 0,0 1 1 0 0,-1 0 0 0 0,-1-1-1 0 0,0 0 1 0 0,-1 0-1 0 0,-1 0 1 0 0,0-1 0 0 0,-1 1-1 0 0,-1-1 1 0 0,0 1-1 0 0,-1 0 1 0 0,-1-1-1 0 0,0 1 1 0 0,-1 0 0 0 0,0 0-1 0 0,-2 0 1 0 0,0 1-1 0 0,0-1 1 0 0,-1 1 0 0 0,-1 0-1 0 0,0 1 1 0 0,-1-1-1 0 0,-1 2 1 0 0,0-1 0 0 0,0 1-1 0 0,-23-21 1 0 0,23 26-11 0 0,0 0 0 0 0,-1 0 0 0 0,0 0 0 0 0,-16-7 0 0 0,23 13 31 0 0,0 1 0 0 0,0-1-1 0 0,0 0 1 0 0,0 1 0 0 0,0 0 0 0 0,0-1 0 0 0,0 1 0 0 0,0 1 0 0 0,0-1 0 0 0,0 0 0 0 0,-4 2-1 0 0,5-2-6 0 0,1 0 6 0 0,-1 0-1 0 0,1 0 1 0 0,-1 0-1 0 0,1 0 1 0 0,0 1-1 0 0,-1-1 1 0 0,1 0-1 0 0,0 1 1 0 0,0-1-1 0 0,-1 1 1 0 0,1-1-1 0 0,0 1 1 0 0,0 0-1 0 0,0-1 1 0 0,-1 1-1 0 0,1 0 1 0 0,0 0-1 0 0,0 0 1 0 0,0 0-1 0 0,0 0 1 0 0,1 0 0 0 0,-1 0-1 0 0,0 0 1 0 0,0 0-1 0 0,1 0 1 0 0,-1 1-1 0 0,0-1 1 0 0,1 0-1 0 0,-1 0 1 0 0,1 1-1 0 0,0-1 1 0 0,-1 0-1 0 0,1 1 1 0 0,0-1-1 0 0,0 0 1 0 0,0 1-1 0 0,0-1 1 0 0,0 2-1 0 0,0 0-38 0 0,1-1 1 0 0,-1 1-1 0 0,1 0 0 0 0,0-1 1 0 0,0 1-1 0 0,0-1 0 0 0,0 0 0 0 0,0 1 1 0 0,0-1-1 0 0,0 0 0 0 0,1 0 1 0 0,-1 0-1 0 0,1 1 0 0 0,0-2 0 0 0,0 1 1 0 0,3 3-1 0 0,6 1-322 0 0,0 0 0 0 0,1-1 0 0 0,-1 0 0 0 0,1-1 0 0 0,0 0 1 0 0,0-1-1 0 0,0-1 0 0 0,18 2 0 0 0,15-1-792 0 0,45-3-1 0 0,-41 0 796 0 0,-6-1 79 0 0,82 3 157 0 0,-124-2 174 0 0,0 0 1 0 0,0 0-1 0 0,0 1 0 0 0,-1-1 0 0 0,1 0 1 0 0,0 0-1 0 0,0 0 0 0 0,-1 1 1 0 0,1-1-1 0 0,0 0 0 0 0,0 1 0 0 0,-1-1 1 0 0,1 0-1 0 0,0 1 0 0 0,-1-1 0 0 0,1 1 1 0 0,0-1-1 0 0,-1 1 0 0 0,1 0 1 0 0,-1-1-1 0 0,1 1 0 0 0,-1 0 0 0 0,1-1 1 0 0,-1 1-1 0 0,1 0 0 0 0,-1-1 0 0 0,0 1 1 0 0,1 0-1 0 0,-1 0 0 0 0,0-1 1 0 0,0 1-1 0 0,0 0 0 0 0,0 0 0 0 0,1 0 1 0 0,-1-1-1 0 0,0 3 0 0 0,-1 2 173 0 0,0 0-1 0 0,1 0 1 0 0,-1 1-1 0 0,-4 8 1 0 0,2-2 118 0 0,-15 50 972 0 0,-5 29-277 0 0,21-80-951 0 0,1 0-1 0 0,0 0 0 0 0,0 1 1 0 0,1-1-1 0 0,1 0 1 0 0,2 14-1 0 0,-3-22-64 0 0,1 0 1 0 0,0 0-1 0 0,0 0 0 0 0,1 0 1 0 0,-1-1-1 0 0,0 1 0 0 0,1 0 1 0 0,0-1-1 0 0,0 1 0 0 0,-1-1 1 0 0,1 0-1 0 0,1 1 0 0 0,-1-1 1 0 0,0 0-1 0 0,5 3 0 0 0,-5-4-11 0 0,1 0 0 0 0,-1 0-1 0 0,1 1 1 0 0,0-2 0 0 0,-1 1-1 0 0,1 0 1 0 0,0-1 0 0 0,0 1-1 0 0,-1-1 1 0 0,1 0 0 0 0,0 0-1 0 0,0 0 1 0 0,0 0 0 0 0,3-1-1 0 0,2 0 5 0 0,0 0 0 0 0,0-1 0 0 0,14-5 0 0 0,-2-2-34 0 0,-1-1 0 0 0,0 0 0 0 0,-1-2 0 0 0,0 0 1 0 0,-1-1-1 0 0,0-1 0 0 0,-1 0 0 0 0,-1-1 0 0 0,27-33 1 0 0,-10 5-49 0 0,-3-1 0 0 0,46-89 1 0 0,-67 115 319 0 0,13-36 1 0 0,-20 52 115 0 0,-12 23 790 0 0,-9 17-395 0 0,-20 53 0 0 0,21-46-594 0 0,15-35-157 0 0,-8 15-111 0 0,2 0 1 0 0,0 1-1 0 0,-9 47 1 0 0,18-70-36 0 0,1-1 1 0 0,0 1 0 0 0,0-1-1 0 0,0 1 1 0 0,0-1 0 0 0,0 1-1 0 0,0-1 1 0 0,1 1-1 0 0,-1-1 1 0 0,1 1 0 0 0,0-1-1 0 0,0 1 1 0 0,0-1-1 0 0,0 0 1 0 0,0 0 0 0 0,0 1-1 0 0,1-1 1 0 0,-1 0-1 0 0,1 0 1 0 0,-1 0 0 0 0,1 0-1 0 0,0-1 1 0 0,0 1-1 0 0,0 0 1 0 0,0-1 0 0 0,0 1-1 0 0,0-1 1 0 0,0 0-1 0 0,0 0 1 0 0,0 0 0 0 0,1 0-1 0 0,-1 0 1 0 0,1 0-1 0 0,-1 0 1 0 0,3-1 0 0 0,6 3-423 0 0,0-1-1 0 0,0-1 1 0 0,0 0 0 0 0,0 0 0 0 0,0-1 0 0 0,19-3 0 0 0,-3-2 109 0 0,-1-1 0 0 0,1-1 0 0 0,-1-1 0 0 0,-1-1 0 0 0,1-2 0 0 0,-2 0-1 0 0,1-2 1 0 0,-2-1 0 0 0,31-22 0 0 0,-10 2 321 0 0,-2-2 0 0 0,-2-1-1 0 0,60-70 1 0 0,-87 91 841 0 0,-1 0 0 0 0,-1 0 0 0 0,0-1 0 0 0,0 0 0 0 0,-2-1 0 0 0,11-29 0 0 0,-19 46-627 0 0,-1 0 0 0 0,0 0 0 0 0,0 0 0 0 0,0 0 0 0 0,0 0 0 0 0,0 0 0 0 0,0 0 0 0 0,0 0 0 0 0,0 0 0 0 0,0 1-1 0 0,-1-1 1 0 0,1 0 0 0 0,0 0 0 0 0,0 0 0 0 0,-1 0 0 0 0,1 0 0 0 0,-1 0 0 0 0,1 0 0 0 0,-1 1 0 0 0,1-1 0 0 0,-1 0 0 0 0,0 0-1 0 0,1 1 1 0 0,-1-1 0 0 0,0 0 0 0 0,1 1 0 0 0,-2-2 0 0 0,0 1 62 0 0,0 0-1 0 0,0 0 1 0 0,0 0 0 0 0,0 0-1 0 0,0 0 1 0 0,0 0-1 0 0,0 1 1 0 0,0-1 0 0 0,0 1-1 0 0,0-1 1 0 0,0 1 0 0 0,0 0-1 0 0,-4 0 1 0 0,-15 2 197 0 0,1 1 1 0 0,0 1 0 0 0,0 0-1 0 0,0 2 1 0 0,1 0-1 0 0,0 2 1 0 0,0 0-1 0 0,0 1 1 0 0,1 0 0 0 0,-26 20-1 0 0,42-28-318 0 0,0 1-1 0 0,0-1 1 0 0,1 1-1 0 0,-1-1 1 0 0,1 1 0 0 0,-1 0-1 0 0,1-1 1 0 0,0 1-1 0 0,-1 0 1 0 0,1 0 0 0 0,0 0-1 0 0,0 0 1 0 0,1 0-1 0 0,-1 0 1 0 0,0 0 0 0 0,1 0-1 0 0,-1 0 1 0 0,1 1-1 0 0,-1-1 1 0 0,1 3 0 0 0,1-2-12 0 0,-1 0 0 0 0,1 0 0 0 0,0 0 1 0 0,0 0-1 0 0,0-1 0 0 0,0 1 1 0 0,0 0-1 0 0,0-1 0 0 0,1 1 1 0 0,0-1-1 0 0,-1 1 0 0 0,1-1 1 0 0,3 3-1 0 0,4 4-25 0 0,1 0 0 0 0,0-1-1 0 0,1 0 1 0 0,0-1 0 0 0,17 10 0 0 0,73 29 34 0 0,-74-37 70 0 0,-2 3-1 0 0,0 0 1 0 0,0 1-1 0 0,-1 1 0 0 0,40 32 1 0 0,-62-45-52 0 0,0 1 0 0 0,1 0 0 0 0,-1 0 0 0 0,0 1 0 0 0,0-1 0 0 0,-1 0 0 0 0,1 1 0 0 0,0-1 0 0 0,-1 1 0 0 0,1-1 0 0 0,-1 1 1 0 0,0 0-1 0 0,0 0 0 0 0,0-1 0 0 0,0 1 0 0 0,-1 0 0 0 0,1 0 0 0 0,0 5 0 0 0,-2-5-3 0 0,1 0 1 0 0,-1 0-1 0 0,0 0 1 0 0,0 0-1 0 0,0-1 1 0 0,-1 1-1 0 0,1 0 1 0 0,-1 0-1 0 0,1-1 0 0 0,-1 1 1 0 0,0-1-1 0 0,0 1 1 0 0,0-1-1 0 0,0 0 1 0 0,-1 0-1 0 0,1 0 1 0 0,-5 3-1 0 0,-5 3-34 0 0,1-1 0 0 0,-1 0 0 0 0,0-1 0 0 0,-1 0 0 0 0,-19 6 0 0 0,-71 15 0 0 0,93-25 0 0 0,-60 11-766 0 0,0-2 0 0 0,-1-5 1 0 0,0-2-1 0 0,0-3 0 0 0,0-3 0 0 0,0-4 0 0 0,0-2 0 0 0,1-4 1 0 0,1-2-1 0 0,-94-33 0 0 0,71 11-4322 0 0,35 8-2093 0 0,15 3-2489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3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333 105 476 0 0,'-11'-7'7039'0'0,"-2"4"-3876"0"0,12 2-2949 0 0,1 1 1 0 0,-1-1-1 0 0,0 1 0 0 0,1 0 0 0 0,-1-1 0 0 0,0 1 0 0 0,0 0 0 0 0,1 0 0 0 0,-1 0 0 0 0,0 0 0 0 0,0 0 0 0 0,0-1 1 0 0,1 1-1 0 0,-1 1 0 0 0,0-1 0 0 0,-1 0 0 0 0,0 2-80 0 0,1 1 1 0 0,-1-1-1 0 0,1 0 1 0 0,0 1-1 0 0,0-1 1 0 0,0 1-1 0 0,0 0 1 0 0,0-1-1 0 0,1 1 1 0 0,-1 0-1 0 0,1 0 1 0 0,0-1-1 0 0,0 1 0 0 0,0 0 1 0 0,0 0-1 0 0,0-1 1 0 0,1 1-1 0 0,-1 0 1 0 0,1-1-1 0 0,-1 1 1 0 0,1 0-1 0 0,0-1 1 0 0,0 1-1 0 0,0-1 1 0 0,1 1-1 0 0,-1-1 0 0 0,2 3 1 0 0,0-1-100 0 0,-1-1 1 0 0,1 1-1 0 0,0 0 0 0 0,0-1 0 0 0,0 0 1 0 0,0 0-1 0 0,1 0 0 0 0,-1 0 1 0 0,1 0-1 0 0,0-1 0 0 0,0 1 1 0 0,0-1-1 0 0,0 0 0 0 0,0-1 0 0 0,7 3 1 0 0,-6-3-19 0 0,-1-1-1 0 0,1 0 1 0 0,0 0 0 0 0,-1-1 0 0 0,1 1 0 0 0,0-1 0 0 0,-1 0 0 0 0,1 0-1 0 0,-1 0 1 0 0,8-4 0 0 0,-9 4-11 0 0,0 0 0 0 0,0-1 1 0 0,0 1-1 0 0,0-1 0 0 0,0 0 0 0 0,0 0 0 0 0,-1 0 1 0 0,1 0-1 0 0,-1 0 0 0 0,1 0 0 0 0,-1-1 0 0 0,0 1 1 0 0,0-1-1 0 0,0 0 0 0 0,0 0 0 0 0,0 1 0 0 0,-1-1 1 0 0,1 0-1 0 0,-1-1 0 0 0,0 1 0 0 0,0 0 0 0 0,0 0 0 0 0,0 0 1 0 0,-1-1-1 0 0,1 1 0 0 0,-1 0 0 0 0,0-1 0 0 0,0 1 1 0 0,0 0-1 0 0,0-1 0 0 0,-1 1 0 0 0,1 0 0 0 0,-1 0 1 0 0,0-1-1 0 0,-2-5 0 0 0,1 3-4 0 0,-1-1 1 0 0,1 1-1 0 0,-2 0 0 0 0,1-1 1 0 0,0 2-1 0 0,-1-1 0 0 0,0 0 1 0 0,-1 1-1 0 0,1-1 0 0 0,-1 1 1 0 0,0 1-1 0 0,0-1 0 0 0,-1 1 1 0 0,1 0-1 0 0,-1 0 0 0 0,-7-4 1 0 0,-2 3-10 0 0,-6 3 0 0 0,11 2 3 0 0,1 1 0 0 0,-1 0 0 0 0,1 0 0 0 0,0 1 0 0 0,-1 1 0 0 0,1 0 0 0 0,0 0 0 0 0,0 0 0 0 0,-12 8 0 0 0,7-3 1 0 0,0 1 1 0 0,1 1-1 0 0,1 0 1 0 0,0 0 0 0 0,-14 16-1 0 0,9-6 4 0 0,0 0 0 0 0,2 1 0 0 0,1 1 0 0 0,0 0-1 0 0,2 1 1 0 0,-19 48 0 0 0,24-53 2 0 0,2 0-1 0 0,0 0 1 0 0,1 1-1 0 0,0-1 1 0 0,2 1-1 0 0,0 0 1 0 0,2 34-1 0 0,0-46 2 0 0,1-1 1 0 0,0 0-1 0 0,0 0 0 0 0,0 0 0 0 0,1-1 1 0 0,0 1-1 0 0,0 0 0 0 0,1 0 0 0 0,-1-1 1 0 0,1 0-1 0 0,1 1 0 0 0,-1-1 1 0 0,1 0-1 0 0,-1-1 0 0 0,1 1 0 0 0,1-1 1 0 0,-1 1-1 0 0,1-1 0 0 0,-1-1 0 0 0,1 1 1 0 0,0-1-1 0 0,1 1 0 0 0,-1-1 0 0 0,0-1 1 0 0,1 1-1 0 0,0-1 0 0 0,11 3 0 0 0,-1-1-15 0 0,0-2 0 0 0,1 0 0 0 0,-1 0-1 0 0,1-2 1 0 0,0 0 0 0 0,-1-1-1 0 0,21-3 1 0 0,6-4-217 0 0,67-21 0 0 0,-60 12-143 0 0,-1-1 1 0 0,0-3-1 0 0,79-47 1 0 0,-104 53 263 0 0,-1 0 0 0 0,-1-2 0 0 0,0-1 0 0 0,-2 0 1 0 0,0-1-1 0 0,-1-2 0 0 0,-1 0 0 0 0,-1 0 0 0 0,16-27 0 0 0,-25 33 118 0 0,0 0-1 0 0,-1 0 0 0 0,8-25 0 0 0,-13 36 55 0 0,-1 0-1 0 0,0 0 0 0 0,0 0 0 0 0,0 0 0 0 0,0 0 1 0 0,-1-1-1 0 0,0 1 0 0 0,0 0 0 0 0,0 0 0 0 0,0 0 0 0 0,-1-1 1 0 0,1 1-1 0 0,-1 0 0 0 0,0 0 0 0 0,-1 0 0 0 0,1 0 1 0 0,-1 0-1 0 0,1 0 0 0 0,-4-4 0 0 0,5 8-30 0 0,-1-1 0 0 0,0 0-1 0 0,0 0 1 0 0,0 0-1 0 0,0 1 1 0 0,0-1 0 0 0,0 0-1 0 0,0 1 1 0 0,0-1 0 0 0,-1 1-1 0 0,1-1 1 0 0,0 1 0 0 0,0 0-1 0 0,0-1 1 0 0,0 1 0 0 0,-1 0-1 0 0,1 0 1 0 0,0 0-1 0 0,0 0 1 0 0,-1 0 0 0 0,-1 0-1 0 0,-25 9 437 0 0,13-1-239 0 0,0 2 0 0 0,1 0 0 0 0,0 0 0 0 0,1 1 0 0 0,0 1 0 0 0,1 0 0 0 0,-20 25 0 0 0,3 4 104 0 0,-36 61 1 0 0,58-88-295 0 0,-1 1 1 0 0,2 0-1 0 0,0 0 1 0 0,-4 19-1 0 0,8-27-24 0 0,0 1-1 0 0,1-1 0 0 0,-1 1 0 0 0,2-1 0 0 0,-1 1 1 0 0,1-1-1 0 0,0 1 0 0 0,1 0 0 0 0,0-1 0 0 0,0 1 0 0 0,3 7 1 0 0,-3-12-16 0 0,1 0 0 0 0,-1 0 0 0 0,1 0 0 0 0,0 0 1 0 0,0 0-1 0 0,0 0 0 0 0,1 0 0 0 0,-1-1 0 0 0,1 1 1 0 0,-1-1-1 0 0,1 0 0 0 0,0 0 0 0 0,0 0 0 0 0,0 0 1 0 0,0 0-1 0 0,0 0 0 0 0,0-1 0 0 0,1 0 0 0 0,-1 0 1 0 0,0 0-1 0 0,1 0 0 0 0,-1 0 0 0 0,1 0 0 0 0,-1-1 1 0 0,1 0-1 0 0,4 0 0 0 0,6 0-20 0 0,0 0 0 0 0,0-1 1 0 0,0-1-1 0 0,0-1 0 0 0,17-5 1 0 0,-18 4 2 0 0,-1 0 0 0 0,0-1 0 0 0,0-1 0 0 0,0 0 1 0 0,-1-1-1 0 0,0 0 0 0 0,0 0 0 0 0,-1-1 0 0 0,1-1 1 0 0,-2 0-1 0 0,10-11 0 0 0,-6 5 9 0 0,-2 0 0 0 0,0 0-1 0 0,-1-1 1 0 0,-1-1 0 0 0,0 0 0 0 0,-1 0-1 0 0,7-21 1 0 0,-2-7 163 0 0,-12 42-88 0 0,-2 5-35 0 0,0-1-1 0 0,1 0 1 0 0,-1 1 0 0 0,0-1 0 0 0,1 0 0 0 0,-1 1 0 0 0,1-1 0 0 0,-1 1 0 0 0,1-1 0 0 0,0 1-1 0 0,-1-1 1 0 0,1 1 0 0 0,0-1 0 0 0,0 2 0 0 0,0 1 105 0 0,-41 204 3419 0 0,10-62-2593 0 0,26-119-877 0 0,-53 301 773 0 0,22 3-446 0 0,30-217-1831 0 0,5-40-5080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4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1 411 320 0 0,'81'-316'19919'0'0,"-80"314"-19169"0"0,0 15-628 0 0,0 0 0 0 0,0 1 0 0 0,-2-1 0 0 0,1 1 0 0 0,-2-1 0 0 0,0 0 0 0 0,0 0-1 0 0,-5 15 1 0 0,-1 9-17 0 0,2-6-43 0 0,-2 6-1 0 0,-1 37 0 0 0,8-64-61 0 0,1 0 1 0 0,0 0-1 0 0,0 0 0 0 0,1 0 0 0 0,0-1 0 0 0,1 1 0 0 0,0 0 1 0 0,7 17-1 0 0,-8-24-28 0 0,1 0 0 0 0,0 0 0 0 0,-1 0 0 0 0,1 0 0 0 0,0 0 1 0 0,0 0-1 0 0,0-1 0 0 0,1 1 0 0 0,-1-1 0 0 0,1 1 0 0 0,-1-1 0 0 0,1 0 0 0 0,0 0 1 0 0,0 0-1 0 0,0-1 0 0 0,0 1 0 0 0,5 1 0 0 0,-3-1-75 0 0,1-1 1 0 0,0 0-1 0 0,-1 0 0 0 0,1 0 0 0 0,-1-1 1 0 0,1 0-1 0 0,0 0 0 0 0,-1 0 0 0 0,12-3 0 0 0,-2-1-165 0 0,1 0-1 0 0,-1-2 0 0 0,0 0 0 0 0,-1 0 0 0 0,1-1 0 0 0,22-16 0 0 0,-14 7 56 0 0,-1-1 0 0 0,-1-1 0 0 0,-1-1 0 0 0,-1-1 0 0 0,0-1 0 0 0,27-39 0 0 0,-25 25 194 0 0,0 0 0 0 0,-2-1 1 0 0,27-76-1 0 0,-41 95 585 0 0,0 1 1 0 0,-1-1-1 0 0,-1 0 0 0 0,2-28 1 0 0,-5 42 174 0 0,-1 3-709 0 0,0 1-1 0 0,0-1 1 0 0,0 0 0 0 0,0 1 0 0 0,0-1-1 0 0,0 1 1 0 0,1 0 0 0 0,-1-1-1 0 0,0 1 1 0 0,0-1 0 0 0,1 1 0 0 0,-1 0-1 0 0,0 0 1 0 0,1-1 0 0 0,-1 1-1 0 0,1 0 1 0 0,-1 0 0 0 0,1 0 0 0 0,-1 1-1 0 0,-9 22 318 0 0,9-22-283 0 0,-11 31 90 0 0,1 0 0 0 0,2 1 1 0 0,1 0-1 0 0,2 0 0 0 0,-3 63 1 0 0,9-89-260 0 0,0 0 0 0 0,0 0 0 0 0,1 0 0 0 0,0 0 0 0 0,1 0 0 0 0,0 0-1 0 0,0-1 1 0 0,1 1 0 0 0,0 0 0 0 0,6 10 0 0 0,-6-13-163 0 0,0-1-1 0 0,0 0 1 0 0,1 0-1 0 0,0 0 0 0 0,0 0 1 0 0,0 0-1 0 0,0-1 1 0 0,0 1-1 0 0,1-1 1 0 0,-1-1-1 0 0,1 1 0 0 0,0 0 1 0 0,0-1-1 0 0,0 0 1 0 0,0 0-1 0 0,8 1 1 0 0,1-1-948 0 0,1 0 0 0 0,-1 0 1 0 0,1-1-1 0 0,0-1 0 0 0,-1-1 1 0 0,22-3-1 0 0,17-2-5180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88 2504 0 0,'0'-4'377'0'0,"0"1"0"0"0,0 0 0 0 0,0-1 0 0 0,0 1 0 0 0,-1-1 0 0 0,1 1 0 0 0,-1 0 0 0 0,0 0 0 0 0,0-1 0 0 0,0 1 0 0 0,0 0 0 0 0,-1 0 0 0 0,1 0 0 0 0,-1 0 0 0 0,0 0 0 0 0,0 0 0 0 0,0 1 0 0 0,0-1 0 0 0,0 1 0 0 0,-1-1 0 0 0,1 1 0 0 0,-1 0 0 0 0,1 0 0 0 0,-1 0 0 0 0,0 0 0 0 0,0 0 0 0 0,0 1 0 0 0,0-1 0 0 0,0 1 0 0 0,0 0 0 0 0,-1 0 0 0 0,1 0 0 0 0,0 0 0 0 0,0 0-1 0 0,-6 1 1 0 0,0-1-32 0 0,0 0 0 0 0,0 1 0 0 0,0 1 0 0 0,1-1 0 0 0,-1 1 0 0 0,0 1-1 0 0,0 0 1 0 0,1 0 0 0 0,-15 6 0 0 0,10-2-78 0 0,0 0 1 0 0,1 1-1 0 0,-1 0 1 0 0,2 1-1 0 0,-18 15 0 0 0,10-5-103 0 0,1 0 0 0 0,1 2 0 0 0,1 0 0 0 0,0 0 0 0 0,2 2 0 0 0,-16 29-1 0 0,24-40-126 0 0,1 0-1 0 0,0 0 1 0 0,1 0-1 0 0,1 1 1 0 0,-1 0 0 0 0,2 0-1 0 0,0-1 1 0 0,-1 16-1 0 0,3-23-33 0 0,0 0 0 0 0,0 0-1 0 0,0 0 1 0 0,0 0 0 0 0,1 0-1 0 0,0-1 1 0 0,0 1 0 0 0,0 0 0 0 0,0 0-1 0 0,1-1 1 0 0,-1 1 0 0 0,1 0 0 0 0,0-1-1 0 0,0 0 1 0 0,0 1 0 0 0,0-1 0 0 0,1 0-1 0 0,-1 0 1 0 0,1 0 0 0 0,0-1 0 0 0,0 1-1 0 0,0-1 1 0 0,0 1 0 0 0,1-1-1 0 0,-1 0 1 0 0,0 0 0 0 0,1-1 0 0 0,5 3-1 0 0,1-1-129 0 0,-1 0 0 0 0,1-1-1 0 0,-1 0 1 0 0,1 0-1 0 0,0-1 1 0 0,0 0-1 0 0,0-1 1 0 0,0 0-1 0 0,-1-1 1 0 0,1 0 0 0 0,19-4-1 0 0,-16 1-25 0 0,0 0 0 0 0,-1-1 0 0 0,0-1 0 0 0,1 0 0 0 0,-2 0-1 0 0,1-1 1 0 0,-1-1 0 0 0,13-10 0 0 0,-11 6 71 0 0,1 0 0 0 0,-2-2-1 0 0,0 1 1 0 0,-1-1 0 0 0,0-1-1 0 0,-1 0 1 0 0,0 0 0 0 0,-1-1-1 0 0,-1-1 1 0 0,-1 1 0 0 0,0-1-1 0 0,-2 0 1 0 0,7-26 0 0 0,-10 28 104 0 0,1 6 198 0 0,-1-1-1 0 0,-1 0 0 0 0,0 0 0 0 0,0 0 0 0 0,-2-18 0 0 0,0 26 198 0 0,0 3-366 0 0,0 0 1 0 0,0 0-1 0 0,0 0 1 0 0,0 0-1 0 0,0 0 0 0 0,0 0 1 0 0,0 0-1 0 0,1 0 1 0 0,-1 0-1 0 0,0 0 0 0 0,1 1 1 0 0,-1-1-1 0 0,0 0 1 0 0,1 0-1 0 0,-1 1 0 0 0,1-1 1 0 0,0 0-1 0 0,-1 3 1 0 0,0-1-25 0 0,-8 29 193 0 0,1-1 0 0 0,1 2 0 0 0,1-1 0 0 0,2 1 1 0 0,0 50-1 0 0,4-73-236 0 0,1 0 1 0 0,-1 0 0 0 0,1 0-1 0 0,1 0 1 0 0,0 0-1 0 0,0 0 1 0 0,1-1-1 0 0,6 13 1 0 0,-7-18-174 0 0,0 0 0 0 0,0-1 0 0 0,0 1 0 0 0,1-1 0 0 0,-1 0 1 0 0,1 1-1 0 0,0-1 0 0 0,0-1 0 0 0,0 1 0 0 0,1 0 0 0 0,-1-1 0 0 0,1 1 0 0 0,-1-1 0 0 0,1 0 0 0 0,0 0 0 0 0,0-1 1 0 0,0 1-1 0 0,0-1 0 0 0,0 1 0 0 0,0-2 0 0 0,0 1 0 0 0,7 1 0 0 0,0-2-793 0 0,1-1 1 0 0,0 0-1 0 0,0 0 0 0 0,-1-1 1 0 0,1-1-1 0 0,-1 0 0 0 0,1-1 1 0 0,-1 0-1 0 0,0 0 0 0 0,18-11 1 0 0,9-7-4036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6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133 346 224 0 0,'13'-44'3491'0'0,"-2"0"1"0"0,-2-1-1 0 0,-3 0 0 0 0,-1 0 1 0 0,-1-61-1 0 0,-4 106-3370 0 0,0-1-1 0 0,0 0 1 0 0,0 0-1 0 0,0 0 1 0 0,0 0-1 0 0,0 1 1 0 0,0-1-1 0 0,0 0 1 0 0,0 0 0 0 0,0 0-1 0 0,0 1 1 0 0,0-1-1 0 0,-1 0 1 0 0,1 0-1 0 0,0 1 1 0 0,-1-1 0 0 0,1 0-1 0 0,0 0 1 0 0,-2-1-1 0 0,-6 12 842 0 0,-6 26 17 0 0,-115 586 2733 0 0,125-603-3661 0 0,-5 42-1103 0 0,2 0 1 0 0,1 72 0 0 0,6-126 418 0 0,1 0-1 0 0,-1 1 1 0 0,1-1 0 0 0,1 0 0 0 0,-1 0-1 0 0,5 12 1 0 0,9 7-3639 0 0,-12-24 3286 0 0,-1 1 1 0 0,2 1-986 0 0,-1-2 985 0 0,-1 0 1 0 0,1-1 0 0 0,4 3-1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6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50 160 680 0 0,'9'-19'3008'0'0,"1"-3"2208"0"0,-1 0 0 0 0,9-44 5138 0 0,-28 80-9062 0 0,-9 26-998 0 0,-31 100 614 0 0,45-122-1419 0 0,1 0 0 0 0,1-1-1 0 0,1 1 1 0 0,0 0 0 0 0,1 0 0 0 0,2 23-1 0 0,0-36 83 0 0,0-1 0 0 0,0 1 0 0 0,0-1 0 0 0,0 1 0 0 0,1-1 0 0 0,-1 0 0 0 0,1 1 0 0 0,0-1-1 0 0,0 0 1 0 0,1 0 0 0 0,-1-1 0 0 0,1 1 0 0 0,0 0 0 0 0,4 3 0 0 0,-4-4-320 0 0,0 0 1 0 0,1-1-1 0 0,-1 1 1 0 0,0-1-1 0 0,1 0 1 0 0,0 0-1 0 0,0 0 0 0 0,-1-1 1 0 0,1 1-1 0 0,5 0 1 0 0,16 3-5567 0 0</inkml:trace>
  <inkml:trace contextRef="#ctx0" brushRef="#br0" timeOffset="1">571 162 848 0 0,'3'-8'1824'0'0,"0"0"0"0"0,0-1 0 0 0,-1 0 0 0 0,0 1 0 0 0,1-14 0 0 0,2-7 2948 0 0,-16 95 3648 0 0,-9 148-6119 0 0,18-197-2251 0 0,2-1 0 0 0,0 1 1 0 0,1 0-1 0 0,0 0 1 0 0,2-1-1 0 0,0 1 0 0 0,6 19 1 0 0,-8-32-68 0 0,1 1 1 0 0,0-1-1 0 0,0 1 0 0 0,0-1 1 0 0,1 1-1 0 0,-1-1 1 0 0,1 0-1 0 0,0 0 0 0 0,0 0 1 0 0,1-1-1 0 0,-1 1 1 0 0,1-1-1 0 0,0 0 0 0 0,0 0 1 0 0,0 0-1 0 0,0 0 1 0 0,0-1-1 0 0,1 1 0 0 0,-1-1 1 0 0,1 0-1 0 0,-1-1 1 0 0,1 1-1 0 0,0-1 0 0 0,0 0 1 0 0,0 0-1 0 0,0 0 1 0 0,0-1-1 0 0,7 0 0 0 0,-4 0-109 0 0,0-1-1 0 0,0 0 1 0 0,0-1-1 0 0,0 1 1 0 0,0-2-1 0 0,-1 1 1 0 0,1-1-1 0 0,-1 0 1 0 0,1-1-1 0 0,-1 1 0 0 0,0-1 1 0 0,-1-1-1 0 0,1 1 1 0 0,-1-1-1 0 0,0-1 1 0 0,0 1-1 0 0,0-1 1 0 0,-1 0-1 0 0,1 0 0 0 0,-2-1 1 0 0,1 1-1 0 0,-1-1 1 0 0,0 0-1 0 0,6-13 1 0 0,-6 9 67 0 0,1 0 0 0 0,-1 0 0 0 0,-1-1 0 0 0,0 1 1 0 0,0-1-1 0 0,-1 0 0 0 0,-1 0 0 0 0,0 0 0 0 0,-1 1 0 0 0,0-1 1 0 0,0 0-1 0 0,-2 0 0 0 0,1 0 0 0 0,-1 0 0 0 0,-1 1 1 0 0,-5-14-1 0 0,4 16 49 0 0,0 1 0 0 0,-1 0 0 0 0,1 0 0 0 0,-2 0 0 0 0,1 1 0 0 0,-1 0 0 0 0,-1 0 0 0 0,1 0 0 0 0,-1 1 0 0 0,0 0 1 0 0,0 0-1 0 0,-1 1 0 0 0,-13-8 0 0 0,5 5 2 0 0,0 1 1 0 0,0 1-1 0 0,0 0 1 0 0,-1 1-1 0 0,0 1 1 0 0,-22-3-1 0 0,36 6-9 0 0,-1 1 0 0 0,0-1-1 0 0,0 1 1 0 0,0 0 0 0 0,0 0-1 0 0,1 1 1 0 0,-1-1-1 0 0,0 1 1 0 0,0 0 0 0 0,0 0-1 0 0,1 0 1 0 0,-1 0 0 0 0,1 1-1 0 0,-1-1 1 0 0,-3 3-1 0 0,6-3-316 0 0,6 2-1120 0 0,-1-2 1131 0 0,-1 0 0 0 0,1-1 0 0 0,0 1 0 0 0,-1 0 0 0 0,1-1 0 0 0,0 0 0 0 0,-1 0 0 0 0,1 0 0 0 0,0 0 0 0 0,5-2 0 0 0,49-12-2589 0 0,-21 4 1013 0 0,122-25-1883 0 0,154-25 1926 0 0,-302 59 1887 0 0,0-1 337 0 0,1 1 0 0 0,-1 0 0 0 0,1 1 0 0 0,-1 0 0 0 0,14 3 0 0 0,-22-3-151 0 0,0 1 1 0 0,0 0-1 0 0,0 0 0 0 0,-1 0 0 0 0,1 0 0 0 0,0 0 1 0 0,-1 1-1 0 0,1-1 0 0 0,-1 1 0 0 0,1 0 1 0 0,-1 0-1 0 0,0 0 0 0 0,0 0 0 0 0,0 0 0 0 0,0 0 1 0 0,0 0-1 0 0,0 1 0 0 0,0-1 0 0 0,-1 1 1 0 0,0-1-1 0 0,1 1 0 0 0,-1 0 0 0 0,0 0 0 0 0,1 5 1 0 0,1 2 317 0 0,-1 0 0 0 0,-1 1 0 0 0,0-1 0 0 0,-1 0 1 0 0,0 1-1 0 0,0-1 0 0 0,-1 1 0 0 0,-3 16 0 0 0,-5 9 398 0 0,-13 38 0 0 0,8-30-408 0 0,-8 14-83 0 0,15-41-247 0 0,0 1-1 0 0,-6 25 0 0 0,13-41-47 0 0,14-17-128 0 0,56-72 6 0 0,40-45-101 0 0,-72 92 28 0 0,56-44 0 0 0,-80 73 40 0 0,0 1 1 0 0,0 1-1 0 0,1 0 1 0 0,0 1-1 0 0,1 0 1 0 0,-1 1-1 0 0,1 1 1 0 0,25-6-1 0 0,-36 11 65 0 0,0 0-1 0 0,0 0 1 0 0,0 1-1 0 0,0 0 1 0 0,0 0-1 0 0,0 0 1 0 0,0 1-1 0 0,0 0 1 0 0,-1-1-1 0 0,1 2 1 0 0,0-1-1 0 0,0 1 1 0 0,-1-1-1 0 0,1 1 1 0 0,0 0-1 0 0,-1 1 1 0 0,0-1-1 0 0,6 5 1 0 0,-5-2 67 0 0,-1-1 1 0 0,1 1-1 0 0,-1-1 1 0 0,0 1-1 0 0,0 0 1 0 0,-1 1-1 0 0,0-1 1 0 0,0 0-1 0 0,0 1 1 0 0,0 0 0 0 0,-1 0-1 0 0,0 0 1 0 0,0 0-1 0 0,1 9 1 0 0,-1-2 2 0 0,-1 0 0 0 0,0 0 0 0 0,-1 1 1 0 0,0-1-1 0 0,-1 0 0 0 0,-4 19 1 0 0,-24 75 411 0 0,18-75-1796 0 0,-11 66 0 0 0,21-96 964 0 0,1 1 0 0 0,0-1 0 0 0,0 1 0 0 0,-1-1 0 0 0,1 0 0 0 0,1 1 0 0 0,-1-1 0 0 0,0 1 0 0 0,1-1 0 0 0,-1 1 0 0 0,1-1-1 0 0,0 0 1 0 0,0 1 0 0 0,0-1 0 0 0,0 0 0 0 0,0 0 0 0 0,0 1 0 0 0,3 1 0 0 0,-2-2-347 0 0,0 0 0 0 0,1 0 0 0 0,-1 0 0 0 0,0-1 0 0 0,1 1 0 0 0,0-1 0 0 0,-1 0 0 0 0,1 0 0 0 0,0 0 1 0 0,0 0-1 0 0,0 0 0 0 0,-1 0 0 0 0,1-1 0 0 0,0 0 0 0 0,6 1 0 0 0,14-1-5643 0 0</inkml:trace>
  <inkml:trace contextRef="#ctx0" brushRef="#br0" timeOffset="2">2543 156 2548 0 0,'13'-45'7691'0'0,"-13"42"-7134"0"0,0 0 0 0 0,0 0 0 0 0,-1 0 1 0 0,1 0-1 0 0,0 0 0 0 0,-1 1 0 0 0,0-1 0 0 0,0 0 0 0 0,0 0 1 0 0,-2-3-1 0 0,2 1 254 0 0,0 4-698 0 0,1 0 0 0 0,-1 1-1 0 0,1-1 1 0 0,-1 0 0 0 0,1 1 0 0 0,-1-1 0 0 0,1 1 0 0 0,-1-1 0 0 0,1 1-1 0 0,-1-1 1 0 0,0 1 0 0 0,1-1 0 0 0,-1 1 0 0 0,0-1 0 0 0,1 1 0 0 0,-1 0-1 0 0,0-1 1 0 0,0 1 0 0 0,1 0 0 0 0,-1 0 0 0 0,0 0 0 0 0,-1-1-1 0 0,-2 0 126 0 0,1 1 0 0 0,-1-1 0 0 0,0 0 0 0 0,0 1 0 0 0,0 0 0 0 0,0 0 0 0 0,1 0 0 0 0,-1 0 0 0 0,0 0 0 0 0,0 1 0 0 0,0 0 0 0 0,1 0 0 0 0,-1 0 0 0 0,0 0 0 0 0,1 1 0 0 0,-1-1 0 0 0,1 1 0 0 0,-7 4 0 0 0,0 0 93 0 0,0 2 0 0 0,0-1 0 0 0,1 1-1 0 0,0 1 1 0 0,0 0 0 0 0,1 0 0 0 0,0 0 0 0 0,1 1-1 0 0,-8 14 1 0 0,12-19-211 0 0,0 0 0 0 0,0 0 0 0 0,1 1 0 0 0,0-1 0 0 0,0 1 0 0 0,0 0 0 0 0,1 0 0 0 0,0 0 0 0 0,0-1 0 0 0,1 1 0 0 0,-1 0 0 0 0,1 0 0 0 0,0 0 0 0 0,1 0 0 0 0,-1 0 0 0 0,1 0 0 0 0,1 0 0 0 0,-1 0 0 0 0,1-1 0 0 0,0 1 0 0 0,4 7 0 0 0,5 6 200 0 0,2 0 1 0 0,0-2-1 0 0,1 1 0 0 0,31 28 0 0 0,-24-25 139 0 0,35 45-1 0 0,-50-54-454 0 0,-3 6-3 0 0,-4-15-1 0 0,0-1 1 0 0,0 1-1 0 0,0-1 1 0 0,0 1-1 0 0,0-1 1 0 0,-1 1-1 0 0,1-1 1 0 0,-1 1-1 0 0,1-1 1 0 0,-1 0-1 0 0,0 0 1 0 0,0 0-1 0 0,0 0 1 0 0,0 0-1 0 0,0-1 1 0 0,-1 1-1 0 0,1-1 0 0 0,-1 1 1 0 0,-4 1-1 0 0,-1 1-7 0 0,0 0-1 0 0,-1-1 0 0 0,1 0 0 0 0,-1-1 0 0 0,-10 2 1 0 0,-1-2-767 0 0,-1 0 0 0 0,0-2 0 0 0,1 0 1 0 0,-1-1-1 0 0,0-2 0 0 0,1 0 0 0 0,-36-10 1 0 0,19 1-2856 0 0,0-2 0 0 0,0-1 0 0 0,-38-23 0 0 0,19 4-5991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1621 130 2712 0 0,'-75'-58'14541'0'0,"13"11"-8291"0"0,60 46-6044 0 0,-23-16-2449 0 0,23 16 1185 0 0,-1 0 1 0 0,0 0-1 0 0,0 0 0 0 0,1 0 1 0 0,-1 1-1 0 0,0-1 0 0 0,0 1 1 0 0,0 0-1 0 0,0 0 0 0 0,-3 0 1 0 0,-18 2-6371 0 0</inkml:trace>
  <inkml:trace contextRef="#ctx0" brushRef="#br0" timeOffset="1">210 213 2832 0 0,'-6'2'384'0'0,"-181"61"11485"0"0,171-54-9922 0 0,16-8-1924 0 0,0-1 0 0 0,0 0-1 0 0,0 0 1 0 0,0 0 0 0 0,0 1 0 0 0,0-1 0 0 0,0 0 0 0 0,0 0-1 0 0,0 0 1 0 0,0 1 0 0 0,0-1 0 0 0,0 0 0 0 0,0 0 0 0 0,1 0-1 0 0,-1 0 1 0 0,0 1 0 0 0,0-1 0 0 0,0 0 0 0 0,0 0 0 0 0,0 0-1 0 0,0 0 1 0 0,1 0 0 0 0,-1 0 0 0 0,0 1 0 0 0,0-1-1 0 0,0 0 1 0 0,0 0 0 0 0,1 0 0 0 0,-1 0 0 0 0,0 0 0 0 0,0 0-1 0 0,0 0 1 0 0,0 0 0 0 0,1 0 0 0 0,-1 0 0 0 0,0 0 0 0 0,0 0-1 0 0,0 0 1 0 0,1 0 0 0 0,-1 0 0 0 0,0 0 0 0 0,0 0 0 0 0,36 1 550 0 0,235-32-1889 0 0,-2-18-6763 0 0,-157 26 1291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8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31 147 1408 0 0,'-8'-13'3974'0'0,"6"11"-3447"0"0,-1-1-1 0 0,1 0 1 0 0,0 0 0 0 0,0-1 0 0 0,0 1-1 0 0,0 0 1 0 0,0-1 0 0 0,1 1-1 0 0,0-1 1 0 0,0 1 0 0 0,-1-5 0 0 0,2 6-452 0 0,0 0 1 0 0,0 0 0 0 0,0 0-1 0 0,1 0 1 0 0,-1 0-1 0 0,1 0 1 0 0,0 0 0 0 0,-1 0-1 0 0,1 1 1 0 0,0-1-1 0 0,0 0 1 0 0,0 0 0 0 0,0 1-1 0 0,1-1 1 0 0,-1 0-1 0 0,0 1 1 0 0,1-1 0 0 0,-1 1-1 0 0,1 0 1 0 0,-1-1-1 0 0,4-1 1 0 0,2-1-1 0 0,0-1-1 0 0,0 1 1 0 0,0 1 0 0 0,1-1-1 0 0,-1 1 1 0 0,1 1 0 0 0,0-1-1 0 0,10-1 1 0 0,4 0 27 0 0,39-1 1 0 0,-45 4-90 0 0,-1 1 0 0 0,0 1 0 0 0,1 0 0 0 0,-1 2 0 0 0,0-1 0 0 0,0 2 0 0 0,16 5 0 0 0,-24-6 14 0 0,1 0 0 0 0,-1 0 0 0 0,0 1 0 0 0,0 0 1 0 0,0 0-1 0 0,-1 1 0 0 0,1 0 0 0 0,-1 0 0 0 0,0 0 0 0 0,-1 1 1 0 0,1 0-1 0 0,-1 0 0 0 0,0 0 0 0 0,-1 1 0 0 0,6 10 0 0 0,-7-9 13 0 0,1 0 0 0 0,-1 1 0 0 0,-1-1 0 0 0,0 1 0 0 0,0 0 0 0 0,-1 0 0 0 0,0 0-1 0 0,0 0 1 0 0,-1 0 0 0 0,0 0 0 0 0,-1 0 0 0 0,0 0 0 0 0,0 0 0 0 0,-1 0 0 0 0,0-1 0 0 0,-1 1-1 0 0,-6 15 1 0 0,-6 8 177 0 0,-1-1-1 0 0,-2 0 0 0 0,-26 33 1 0 0,20-28 147 0 0,18-28-152 0 0,-8 11 149 0 0,13-15 57 0 0,9-10 309 0 0,291-246-686 0 0,-195 167-31 0 0,65-53 14 0 0,-137 106 74 0 0,-31 30-84 0 0,-4 3-6 0 0,-11 4-11 0 0,1 1 1 0 0,1 0-1 0 0,-1 1 0 0 0,1 0 1 0 0,-15 12-1 0 0,-57 51 9 0 0,82-69-3 0 0,-89 87 12 0 0,82-77 3 0 0,0-1 1 0 0,1 1 0 0 0,0 0 0 0 0,1 1-1 0 0,0 0 1 0 0,1 0 0 0 0,-6 15 0 0 0,10-23 2 0 0,1 0 1 0 0,0 0 0 0 0,0 0-1 0 0,1 0 1 0 0,-1 0 0 0 0,1 0-1 0 0,-1 0 1 0 0,1 1 0 0 0,1-1-1 0 0,-1 0 1 0 0,1 0 0 0 0,-1 0-1 0 0,1 0 1 0 0,0 0 0 0 0,0 0-1 0 0,1 0 1 0 0,2 6 0 0 0,-1-7-8 0 0,-1 1 0 0 0,1 0 0 0 0,0-1 0 0 0,0 0 0 0 0,1 0 0 0 0,-1 1 0 0 0,0-2 0 0 0,1 1 0 0 0,0 0 0 0 0,0-1 0 0 0,0 0 0 0 0,0 0 0 0 0,0 0 0 0 0,0 0 0 0 0,9 2 0 0 0,12 2 5 0 0,1-1 0 0 0,1-1-1 0 0,-1-1 1 0 0,0-1-1 0 0,29-2 1 0 0,-9-3 64 0 0,0-2 0 0 0,49-11 0 0 0,-87 14 78 0 0,1-1 0 0 0,0 1 0 0 0,-1-2 0 0 0,1 1 0 0 0,-1-1 0 0 0,0 0 1 0 0,0-1-1 0 0,13-10 0 0 0,-19 13-99 0 0,-1 1-202 0 0,-1-1 0 0 0,1 1 1 0 0,0-1-1 0 0,0 1 1 0 0,0 0-1 0 0,0-1 1 0 0,1 1-1 0 0,-1 0 1 0 0,0 0-1 0 0,0 0 0 0 0,1 0 1 0 0,-1 0-1 0 0,1 0 1 0 0,1-1-1 0 0,26-11-7069 0 0,-18 11 3337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9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172 146 1856 0 0,'-150'-19'13318'0'0,"148"19"-12599"0"0,-18-4 2412 0 0,21 1-2586 0 0,-1 3-533 0 0,0-1-1 0 0,0 1 1 0 0,0 0-1 0 0,0-1 1 0 0,0 1-1 0 0,0 0 1 0 0,0 0-1 0 0,0-1 1 0 0,0 1-1 0 0,0 0 1 0 0,0 0-1 0 0,0-1 1 0 0,0 1-1 0 0,0 0 1 0 0,0 0-1 0 0,0-1 1 0 0,0 1-1 0 0,0 0 1 0 0,0 0-1 0 0,1-1 1 0 0,-1 1-1 0 0,0 0 1 0 0,0 0-1 0 0,0-1 1 0 0,0 1-1 0 0,1 0 1 0 0,-1 0-1 0 0,0 0 1 0 0,0 0-1 0 0,0-1 1 0 0,1 1-1 0 0,-1 0 1 0 0,0 0-1 0 0,0 0 1 0 0,1 0-1 0 0,-1 0 1 0 0,0 0-1 0 0,0 0 1 0 0,1-1-1 0 0,-1 1 1 0 0,1 0 0 0 0,293-55 1180 0 0,-118 32-1862 0 0,-62 8-4178 0 0,-103 13 3583 0 0,15-2-1182 0 0,-8-2-2898 0 0,-8 0 1079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49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34 2712 0 0,'-21'-9'5707'0'0,"-29"-9"-1"0"0,38 14-4014 0 0,11 4-1485 0 0,0-1-1 0 0,0 1 0 0 0,0-1 0 0 0,-1 1 0 0 0,1 0 0 0 0,0 0 0 0 0,0 0 1 0 0,0 0-1 0 0,0 0 0 0 0,-1 0 0 0 0,1 0 0 0 0,0 0 0 0 0,0 0 0 0 0,0 0 1 0 0,-1 0-1 0 0,1 1 0 0 0,0-1 0 0 0,0 1 0 0 0,0-1 0 0 0,0 1 0 0 0,0-1 1 0 0,0 1-1 0 0,0-1 0 0 0,0 1 0 0 0,0 0 0 0 0,0 0 0 0 0,0-1 0 0 0,0 1 1 0 0,1 0-1 0 0,-1 0 0 0 0,0 0 0 0 0,0 0 0 0 0,1 0 0 0 0,-1 0 0 0 0,1 0 1 0 0,-1 0-1 0 0,1 0 0 0 0,-1 0 0 0 0,1 2 0 0 0,-2 5 372 0 0,0 0-1 0 0,0 0 1 0 0,1 0 0 0 0,1 15-1 0 0,-1-8 22 0 0,-10 217 1874 0 0,-22-21-1788 0 0,9-67-3365 0 0,23-139 1818 0 0,1 1 1 0 0,0-1-1 0 0,0 0 1 0 0,1 1-1 0 0,2 8 1 0 0,-3-14 661 0 0,0 1 1 0 0,16 3-6585 0 0,1-10 1737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0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31 2536 0 0,'18'-31'16137'0'0,"-30"38"-14461"0"0,8-2-1430 0 0,-1 0-1 0 0,1 0 0 0 0,0 1 1 0 0,1-1-1 0 0,-1 1 0 0 0,1 0 0 0 0,1 0 1 0 0,-1 0-1 0 0,1 0 0 0 0,0 0 1 0 0,0 0-1 0 0,-2 12 0 0 0,-1 4 209 0 0,2-11-356 0 0,0-1 0 0 0,1 1 0 0 0,0 0-1 0 0,1 0 1 0 0,0 0 0 0 0,1 0 0 0 0,0 0-1 0 0,1-1 1 0 0,0 1 0 0 0,1 0 0 0 0,5 20 0 0 0,-4-24-85 0 0,-1-1 0 0 0,1 1 0 0 0,0-1 1 0 0,1 1-1 0 0,0-1 0 0 0,0-1 0 0 0,0 1 1 0 0,1 0-1 0 0,-1-1 0 0 0,1 0 1 0 0,1 0-1 0 0,-1 0 0 0 0,1-1 0 0 0,0 0 1 0 0,0 0-1 0 0,0 0 0 0 0,0-1 0 0 0,1 0 1 0 0,7 3-1 0 0,1-2-13 0 0,0 0 0 0 0,1-1 0 0 0,-1 0 1 0 0,1-1-1 0 0,0-1 0 0 0,0 0 0 0 0,0-2 0 0 0,-1 0 0 0 0,1 0 0 0 0,0-1 0 0 0,-1-1 1 0 0,1-1-1 0 0,-1 0 0 0 0,24-10 0 0 0,-24 7-41 0 0,0 1 1 0 0,-1-2-1 0 0,0 0 0 0 0,0-1 0 0 0,-1 0 0 0 0,0-1 1 0 0,0 0-1 0 0,-1-1 0 0 0,-1-1 0 0 0,0 0 1 0 0,0 0-1 0 0,-1-1 0 0 0,-1 0 0 0 0,10-18 1 0 0,-7 7 39 0 0,-1-1 0 0 0,14-44 0 0 0,-18 44 64 0 0,-7 14-124 0 0,-5 12 57 0 0,-9 13 226 0 0,-2 13 488 0 0,2 1-1 0 0,1 0 1 0 0,-16 47 0 0 0,-18 93 1284 0 0,42-146-1790 0 0,-89 439 1608 0 0,32-135-933 0 0,46-253-879 0 0,-39 108 0 0 0,45-155 0 0 0,-1 0 0 0 0,-1-1 0 0 0,-1 0 0 0 0,-1-2 0 0 0,-2 1 0 0 0,0-2 0 0 0,-29 32 0 0 0,36-45 0 0 0,-1 0 0 0 0,-1 0 0 0 0,1-1 0 0 0,-1 0 0 0 0,-1-1 0 0 0,1-1 0 0 0,-1 1 0 0 0,-18 5 0 0 0,25-10 0 0 0,-2 0 0 0 0,1 0 0 0 0,0-1 0 0 0,0 0 0 0 0,0 0 0 0 0,-1-1 0 0 0,1 0 0 0 0,0 0 0 0 0,0 0 0 0 0,-1-1 0 0 0,1 0 0 0 0,0 0 0 0 0,0 0 0 0 0,0-1 0 0 0,0 0 0 0 0,0 0 0 0 0,0 0 0 0 0,0-1 0 0 0,-9-6 0 0 0,3 0 0 0 0,1-1 0 0 0,0 1 0 0 0,0-2 0 0 0,1 0 0 0 0,1 0 0 0 0,0 0 0 0 0,0-1 0 0 0,1-1 0 0 0,1 1 0 0 0,0-1 0 0 0,1-1 0 0 0,0 1 0 0 0,1-1 0 0 0,1 0 0 0 0,0 0 0 0 0,1-1 0 0 0,0 1 0 0 0,1-1 0 0 0,1 1 0 0 0,0-1 0 0 0,1 0 0 0 0,0 1 0 0 0,4-17 0 0 0,1-4-519 0 0,2 1 0 0 0,2 0 0 0 0,1 0 0 0 0,2 1 0 0 0,0 0 0 0 0,3 1 0 0 0,1 1 0 0 0,1 0 0 0 0,1 1 1 0 0,2 1-1 0 0,1 1 0 0 0,33-34 0 0 0,-10 17-653 0 0,2 3 0 0 0,2 2 0 0 0,2 1-1 0 0,1 3 1 0 0,1 3 0 0 0,62-30 0 0 0,-13 13-7110 0 0,-45 22 1152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1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38 350 2928 0 0,'-37'-24'21365'0'0,"40"22"-21181"0"0,0 0 1 0 0,0 0-1 0 0,1 0 0 0 0,-1 0 1 0 0,1 1-1 0 0,0-1 0 0 0,-1 1 1 0 0,1 0-1 0 0,0 0 1 0 0,0 0-1 0 0,4 0 0 0 0,53-4 296 0 0,-42 4-217 0 0,159-17-156 0 0,-59 1-2813 0 0,-93 13 1600 0 0,43-9-3399 0 0,-63 11 2694 0 0,1-1 0 0 0,-1 1 0 0 0,0-1-1 0 0,11-6 1 0 0</inkml:trace>
  <inkml:trace contextRef="#ctx0" brushRef="#br0" timeOffset="1">401 57 252 0 0,'-77'-17'16854'0'0,"76"17"-16600"0"0,0 0 1 0 0,0 0 0 0 0,0 0 0 0 0,0 0 0 0 0,0 0 0 0 0,0 0 0 0 0,0 0 0 0 0,0 0 0 0 0,0 1 0 0 0,0-1 0 0 0,0 0-1 0 0,0 1 1 0 0,0-1 0 0 0,0 1 0 0 0,0-1 0 0 0,0 1 0 0 0,0-1 0 0 0,1 1 0 0 0,-1-1 0 0 0,0 1 0 0 0,0 0-1 0 0,1 0 1 0 0,-1-1 0 0 0,1 1 0 0 0,-2 1 0 0 0,-9 23 3866 0 0,8-13-3096 0 0,2 0 0 0 0,0 1 0 0 0,0 18-1 0 0,1-2-297 0 0,-6 100-683 0 0,-25 141-1 0 0,27-249-219 0 0,-4 21-2217 0 0,2 2 0 0 0,-2 48 0 0 0,8-87 1204 0 0,2 23-1482 0 0</inkml:trace>
  <inkml:trace contextRef="#ctx0" brushRef="#br0" timeOffset="2">917 195 2544 0 0,'2'-17'2891'0'0,"-1"1"1"0"0,-1 0-1 0 0,0 0 0 0 0,-1-1 1 0 0,-1 1-1 0 0,-4-17 0 0 0,4 22-1431 0 0,0-1 224 0 0,1 10-1454 0 0,1 0 0 0 0,-1 0 0 0 0,1 0 0 0 0,0-1 0 0 0,0 1 0 0 0,-1 0 0 0 0,2 0 1 0 0,-1-1-1 0 0,0 1 0 0 0,1-3 0 0 0,0 3 73 0 0,2 1-53 0 0,8-2-118 0 0,-1 1 1 0 0,1 0-1 0 0,0 0 1 0 0,21 1-1 0 0,54 5 60 0 0,-40-2-146 0 0,24 1-226 0 0,78 12-1 0 0,-113-8-8 0 0,-31-5 168 0 0,-3-1 19 0 0,0-1 1 0 0,-1 1-1 0 0,1-1 0 0 0,-1 1 0 0 0,1-1 1 0 0,0 1-1 0 0,-1-1 0 0 0,1 1 1 0 0,-1-1-1 0 0,1 1 0 0 0,-1 0 0 0 0,1-1 1 0 0,-1 1-1 0 0,0 0 0 0 0,1-1 0 0 0,-1 1 1 0 0,0 0-1 0 0,0 0 0 0 0,1-1 1 0 0,-1 1-1 0 0,0 0 0 0 0,0 0 0 0 0,0 0 1 0 0,0-1-1 0 0,0 1 0 0 0,0 0 0 0 0,0 0 1 0 0,0 0-1 0 0,0-1 0 0 0,0 1 1 0 0,-1 0-1 0 0,1 0 0 0 0,0-1 0 0 0,-1 2 1 0 0,-10 26 28 0 0,11-28-23 0 0,-7 12 31 0 0,0-1 1 0 0,0 0-1 0 0,-1 0 1 0 0,-17 16-1 0 0,-43 37 37 0 0,41-41-47 0 0,-225 192 1906 0 0,231-197-1518 0 0,1 1 0 0 0,-32 39 0 0 0,44-44-401 0 0,7 3-12 0 0,1-15 0 0 0,1-1 0 0 0,-1 1 0 0 0,1-1 0 0 0,0 0 0 0 0,0 1 0 0 0,0-1 0 0 0,0 0 0 0 0,0 0 0 0 0,0 1 0 0 0,0-1 0 0 0,0 0 0 0 0,0 0 0 0 0,1 0 0 0 0,-1 0 0 0 0,0-1 0 0 0,1 1 0 0 0,-1 0 0 0 0,0 0 0 0 0,1-1 0 0 0,-1 1 0 0 0,1-1 0 0 0,-1 1 0 0 0,1-1 0 0 0,2 0 0 0 0,43 5 0 0 0,-38-5 0 0 0,58 0-1296 0 0,0-3 0 0 0,87-14 0 0 0,130-41-3745 0 0,-137 19-64 0 0,-48 7-1753 0 0,-8-2-2613 0 0</inkml:trace>
  <inkml:trace contextRef="#ctx0" brushRef="#br0" timeOffset="3">2587 104 1480 0 0,'-67'3'12950'0'0,"43"-1"-8404"0"0,20-2-2669 0 0,-31 4 9176 0 0,105-1-10738 0 0,102-8 0 0 0,-80 1-2730 0 0,-39 2-264 0 0,5 1-2721 0 0,-15-1-5517 0 0,-16 0 2196 0 0</inkml:trace>
  <inkml:trace contextRef="#ctx0" brushRef="#br0" timeOffset="4">2675 322 2920 0 0,'-45'25'4521'0'0,"16"-10"1009"0"0,1 2 0 0 0,-38 29 0 0 0,65-45-5170 0 0,-1 1 1 0 0,0-1-1 0 0,0 1 0 0 0,1-1 1 0 0,-1 1-1 0 0,1 0 0 0 0,-1 0 1 0 0,-1 3-1 0 0,3-5-329 0 0,0 1 0 0 0,0-1-1 0 0,1 1 1 0 0,-1-1 0 0 0,0 1-1 0 0,0-1 1 0 0,0 1 0 0 0,0-1 0 0 0,1 1-1 0 0,-1-1 1 0 0,0 1 0 0 0,0-1-1 0 0,1 0 1 0 0,-1 1 0 0 0,0-1 0 0 0,1 1-1 0 0,-1-1 1 0 0,1 0 0 0 0,-1 1-1 0 0,0-1 1 0 0,1 0 0 0 0,-1 1 0 0 0,1-1-1 0 0,-1 0 1 0 0,1 0 0 0 0,-1 1-1 0 0,1-1 1 0 0,-1 0 0 0 0,1 0 0 0 0,-1 0-1 0 0,1 0 1 0 0,-1 0 0 0 0,1 0-1 0 0,-1 0 1 0 0,1 0 0 0 0,-1 0 0 0 0,2 0-1 0 0,24 4-101 0 0,0 0 0 0 0,1-2 0 0 0,-1-2 0 0 0,1 0 0 0 0,28-5 0 0 0,-15 3-657 0 0,282-22-6674 0 0,-106 1-2449 0 0,-128 12 2221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2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586 102 244 0 0,'-2'-41'24339'0'0,"2"41"-24231"0"0,0-1 0 0 0,0 1 1 0 0,1 0-1 0 0,-1-1 0 0 0,0 1 0 0 0,0-1 0 0 0,0 1 1 0 0,0-1-1 0 0,0 0 0 0 0,0 1 0 0 0,0-1 0 0 0,0 1 1 0 0,0-1-1 0 0,0 1 0 0 0,0-1 0 0 0,-1 1 0 0 0,1 0 1 0 0,0-1-1 0 0,0 1 0 0 0,0-1 0 0 0,-1 1 0 0 0,1-1 1 0 0,0 1-1 0 0,-1-1 0 0 0,1 1 0 0 0,0 0 1 0 0,-1-1-1 0 0,1 1 0 0 0,0 0 0 0 0,-1-1 0 0 0,1 1 1 0 0,0 0-1 0 0,-1-1 0 0 0,1 1 0 0 0,-1 0 0 0 0,1 0 1 0 0,-1 0-1 0 0,1-1 0 0 0,-1 1 0 0 0,1 0 0 0 0,-1 0 1 0 0,1 0-1 0 0,-1 0 0 0 0,1 0 0 0 0,-1 0 0 0 0,1 0 1 0 0,-1 0-1 0 0,1 0 0 0 0,-1 0 0 0 0,1 0 1 0 0,-1 0-1 0 0,1 1 0 0 0,-1-1 0 0 0,1 0 0 0 0,-1 0 1 0 0,1 0-1 0 0,-1 1 0 0 0,-31 21-633 0 0,22-13 1004 0 0,-46 33-407 0 0,3 2-1 0 0,-58 61 0 0 0,86-78-15 0 0,1 2 0 0 0,1 0-1 0 0,2 2 1 0 0,1 0 0 0 0,-29 61 0 0 0,45-82-26 0 0,0 0 1 0 0,0-1 0 0 0,1 1 0 0 0,1 0-1 0 0,-1 0 1 0 0,2 1 0 0 0,0-1 0 0 0,-1 20-1 0 0,3-27-3 0 0,-1 1-1 0 0,1 0 0 0 0,0 0 1 0 0,-1-1-1 0 0,2 1 0 0 0,-1 0 1 0 0,0-1-1 0 0,1 1 0 0 0,0-1 1 0 0,-1 0-1 0 0,1 1 0 0 0,1-1 1 0 0,-1 0-1 0 0,0 0 0 0 0,1 0 1 0 0,-1-1-1 0 0,1 1 1 0 0,0 0-1 0 0,0-1 0 0 0,0 0 1 0 0,0 0-1 0 0,1 0 0 0 0,-1 0 1 0 0,1 0-1 0 0,-1-1 0 0 0,8 3 1 0 0,1-1-10 0 0,0-1 1 0 0,0 0-1 0 0,0 0 1 0 0,1-2-1 0 0,-1 1 0 0 0,0-2 1 0 0,0 1-1 0 0,1-2 1 0 0,-1 1-1 0 0,0-2 1 0 0,0 0-1 0 0,0 0 1 0 0,20-9-1 0 0,-6 1 12 0 0,-1-2 0 0 0,-1 0 0 0 0,0-1-1 0 0,0-2 1 0 0,21-18 0 0 0,-13 7-29 0 0,-1-1 0 0 0,43-52 0 0 0,-61 64 0 0 0,-1 0 0 0 0,-1 0 0 0 0,-1-1 0 0 0,0-1 0 0 0,-1 0 0 0 0,-1 0 0 0 0,9-31 0 0 0,-15 41 1 0 0,0 0 1 0 0,0-1-1 0 0,-1 1 0 0 0,-1-1 1 0 0,1 1-1 0 0,-1-1 1 0 0,-1 1-1 0 0,0-1 0 0 0,0 1 1 0 0,0-1-1 0 0,-1 1 0 0 0,0 0 1 0 0,-1 0-1 0 0,0 0 1 0 0,0 0-1 0 0,-7-11 0 0 0,4 10-9 0 0,0 1 0 0 0,0-1-1 0 0,-1 1 1 0 0,0 1 0 0 0,0-1-1 0 0,-1 1 1 0 0,0 1 0 0 0,-1-1-1 0 0,1 1 1 0 0,-1 1 0 0 0,0-1-1 0 0,-1 2 1 0 0,-9-5 0 0 0,0 3-532 0 0,0 0 1 0 0,0 1-1 0 0,0 2 1 0 0,-1 0-1 0 0,0 0 1 0 0,0 2-1 0 0,1 1 1 0 0,-1 0 0 0 0,0 1-1 0 0,0 1 1 0 0,-26 7-1 0 0,-13 6-3695 0 0,0 2-1 0 0,-79 35 1 0 0,24-4-6855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3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81 1040 0 0,'-2'-2'2111'0'0,"-40"-39"7261"0"0,38 37-8617 0 0,1 0-1 0 0,-1 0 0 0 0,1 0 1 0 0,-6-9-1 0 0,9 5-141 0 0,11 9-564 0 0,-9 0-55 0 0,-1 0 1 0 0,1 0-1 0 0,-1 0 0 0 0,1 1 1 0 0,-1-1-1 0 0,0 0 1 0 0,0 0-1 0 0,1 1 0 0 0,-1-1 1 0 0,0 1-1 0 0,0-1 1 0 0,0 1-1 0 0,-1-1 0 0 0,1 1 1 0 0,0 0-1 0 0,0 2 1 0 0,7 26-73 0 0,-8-28 71 0 0,1 9-9 0 0,0-1-1 0 0,0 1 1 0 0,-1-1-1 0 0,-1 1 1 0 0,0 0 0 0 0,0-1-1 0 0,-1 1 1 0 0,0-1 0 0 0,-1 0-1 0 0,0 0 1 0 0,-1 0-1 0 0,0 0 1 0 0,-7 12 0 0 0,-7 8 3 0 0,-1 0-1 0 0,-37 43 1 0 0,43-57 11 0 0,-50 60-80 0 0,62-75 77 0 0,0-1 0 0 0,1 1 0 0 0,-1 0-1 0 0,0 0 1 0 0,1-1 0 0 0,-1 1 0 0 0,1 0-1 0 0,-1 0 1 0 0,1 0 0 0 0,0 0 0 0 0,-1 0 0 0 0,1 0-1 0 0,0 0 1 0 0,0 0 0 0 0,-1 0 0 0 0,1 0 0 0 0,0 0-1 0 0,0 0 1 0 0,0 0 0 0 0,0 0 0 0 0,0 0-1 0 0,1 0 1 0 0,-1 0 0 0 0,0-1 0 0 0,0 1 0 0 0,1 0-1 0 0,-1 0 1 0 0,0 0 0 0 0,1 0 0 0 0,-1 0 0 0 0,1 0-1 0 0,-1 0 1 0 0,1-1 0 0 0,-1 1 0 0 0,1 0 0 0 0,0 0-1 0 0,-1-1 1 0 0,1 1 0 0 0,0 0 0 0 0,0-1-1 0 0,0 1 1 0 0,6 3-14 0 0,-1-1 0 0 0,1 0 0 0 0,-1 0-1 0 0,15 4 1 0 0,1 0-19 0 0,-5 1 17 0 0,-1 0 1 0 0,0 1 0 0 0,0 1-1 0 0,-1 0 1 0 0,0 1 0 0 0,21 21-1 0 0,-32-28 85 0 0,-1 0-1 0 0,1 0 1 0 0,-1 0 0 0 0,0 0-1 0 0,0 0 1 0 0,-1 1-1 0 0,1-1 1 0 0,-1 1-1 0 0,0 0 1 0 0,0 0 0 0 0,-1-1-1 0 0,1 1 1 0 0,-1 0-1 0 0,0 1 1 0 0,-1-1-1 0 0,1 0 1 0 0,-1 0 0 0 0,0 0-1 0 0,0 0 1 0 0,-1 0-1 0 0,1 0 1 0 0,-1 1-1 0 0,0-1 1 0 0,0 0 0 0 0,-1 0-1 0 0,0-1 1 0 0,-4 10-1 0 0,0-4 155 0 0,1 0 0 0 0,-2 0 0 0 0,1-1 0 0 0,-1 0 0 0 0,-1 0 0 0 0,0-1 0 0 0,0 0 0 0 0,-1-1 0 0 0,1 1 0 0 0,-2-2 0 0 0,1 1 0 0 0,-1-1 0 0 0,0-1 0 0 0,0 1 0 0 0,-20 6 0 0 0,18-9-41 0 0,0 0 0 0 0,0 0 0 0 0,0-1 0 0 0,-1 0 1 0 0,-24-1-1 0 0,34-1-123 0 0,-1 0 2 0 0,1 0-64 0 0,-21-5-12 0 0,23 5-37 0 0,0 0 1 0 0,1 0-1 0 0,-1-1 0 0 0,0 1 0 0 0,1 0 0 0 0,-1-1 0 0 0,1 1 0 0 0,-1-1 0 0 0,0 1 0 0 0,1 0 0 0 0,-1-1 1 0 0,1 1-1 0 0,-1-1 0 0 0,1 1 0 0 0,-1-1 0 0 0,1 0 0 0 0,0 1 0 0 0,-1-1 0 0 0,1 1 0 0 0,0-1 1 0 0,-1 0-1 0 0,1 1 0 0 0,0-1 0 0 0,0 0 0 0 0,0 1 0 0 0,-1-1 0 0 0,1 0 0 0 0,0 1 0 0 0,0-1 1 0 0,0 0-1 0 0,0 0 0 0 0,0 0 0 0 0,2-1-184 0 0,-1 0 1 0 0,0 0-1 0 0,0 0 0 0 0,1 0 1 0 0,-1 1-1 0 0,1-1 1 0 0,0 1-1 0 0,-1-1 0 0 0,1 1 1 0 0,0 0-1 0 0,3-2 0 0 0,-2 0-359 0 0,41-22-4881 0 0,-33 20 2891 0 0,11-6-3911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4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35 848 0 0,'9'-12'9100'0'0,"-7"9"-8477"0"0,0 1 0 0 0,1 0 0 0 0,-1 0 0 0 0,1 0 0 0 0,0 0 0 0 0,0 1 0 0 0,0-1 0 0 0,3 0 0 0 0,-3 1-433 0 0,1 0 1 0 0,-1 0-1 0 0,0 0 1 0 0,0 1 0 0 0,0 0-1 0 0,1-1 1 0 0,4 2-1 0 0,-2-1-186 0 0,-1 1-1 0 0,0 0 0 0 0,0 1 1 0 0,1-1-1 0 0,-1 1 0 0 0,0 0 1 0 0,0 1-1 0 0,-1-1 1 0 0,1 1-1 0 0,8 6 0 0 0,-7-5 23 0 0,-1 0-1 0 0,1 1 1 0 0,-1-1-1 0 0,0 1 1 0 0,-1 1-1 0 0,1-1 1 0 0,-1 1-1 0 0,0-1 1 0 0,0 1-1 0 0,0 0 1 0 0,-1 1-1 0 0,0-1 1 0 0,-1 1-1 0 0,1-1 1 0 0,-1 1-1 0 0,0 0 1 0 0,-1 0-1 0 0,0-1 1 0 0,0 1-1 0 0,0 0 1 0 0,-1 0-1 0 0,0 1 1 0 0,0-1-1 0 0,-1 0 1 0 0,0 0-1 0 0,0-1 1 0 0,0 1-1 0 0,-5 12 1 0 0,-24 56 976 0 0,30-74-961 0 0,-2 8 484 0 0,3-11-116 0 0,6-8-388 0 0,171-181 95 0 0,-143 153-101 0 0,-21 22-110 0 0,24-21 0 0 0,-32 32-38 0 0,-2 2-77 0 0,-7 9 96 0 0,-1 1 126 0 0,-4 6-63 0 0,-2 4 3 0 0,-16 36-1 0 0,24-48 22 0 0,1-1 0 0 0,-1 1-1 0 0,1 0 1 0 0,0 0 0 0 0,0 0-1 0 0,0 0 1 0 0,1 0-1 0 0,-1 0 1 0 0,1 0 0 0 0,1 0-1 0 0,-1 0 1 0 0,1 0-1 0 0,1 7 1 0 0,-1-9-30 0 0,1 0 0 0 0,-1 0 1 0 0,1-1-1 0 0,0 1 0 0 0,-1 0 0 0 0,1-1 0 0 0,1 1 1 0 0,-1-1-1 0 0,0 1 0 0 0,1-1 0 0 0,-1 0 0 0 0,1 0 1 0 0,-1 0-1 0 0,1 0 0 0 0,0-1 0 0 0,0 1 1 0 0,0-1-1 0 0,0 0 0 0 0,4 2 0 0 0,6 1-425 0 0,1-1 0 0 0,0 0-1 0 0,16 1 1 0 0,-20-3 117 0 0,22 1-1510 0 0,1-1-1 0 0,0-2 0 0 0,45-6 0 0 0,-68 6 1169 0 0,49-6-4068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5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98 104 3152 0 0,'-4'-2'2505'0'0,"-15"-4"2121"0"0,-44-15 5087 0 0,60 19-9315 0 0,3 3-376 0 0,0-1 1 0 0,-1 0 0 0 0,1 0-1 0 0,0 0 1 0 0,-1 0 0 0 0,1 0-1 0 0,0 0 1 0 0,-1 0-1 0 0,1 0 1 0 0,0-1 0 0 0,-1 1-1 0 0,1 0 1 0 0,0 0 0 0 0,0 0-1 0 0,-1 0 1 0 0,1 0-1 0 0,0 0 1 0 0,-1-1 0 0 0,1 1-1 0 0,0 0 1 0 0,0 0 0 0 0,-1 0-1 0 0,1-1 1 0 0,0 1-1 0 0,0 0 1 0 0,0 0 0 0 0,-1-1-1 0 0,1 1 1 0 0,0 0 0 0 0,0 0-1 0 0,0-1 1 0 0,0 1-1 0 0,-1 0 1 0 0,1-1 0 0 0,0 1-1 0 0,0 0 1 0 0,0-1 0 0 0,0 1-1 0 0,0-1-11 0 0,1 0 0 0 0,-1 1-1 0 0,1-1 1 0 0,-1 1 0 0 0,1-1 0 0 0,-1 1 0 0 0,1-1-1 0 0,-1 1 1 0 0,1-1 0 0 0,-1 1 0 0 0,1-1-1 0 0,0 1 1 0 0,-1-1 0 0 0,1 1 0 0 0,0 0-1 0 0,-1 0 1 0 0,1-1 0 0 0,0 1 0 0 0,0 0-1 0 0,-1 0 1 0 0,1 0 0 0 0,0 0 0 0 0,0 0 0 0 0,1 0-1 0 0,159-18-2804 0 0,-39 6-1125 0 0,-2-6-3362 0 0,-77 8 2134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6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171 170 2520 0 0,'-5'-15'5837'0'0,"1"-21"559"0"0,4 34-6022 0 0,3 0-73 0 0,0 1-250 0 0,-1 0 1 0 0,1 0-1 0 0,1 0 0 0 0,-1 0 0 0 0,0 1 1 0 0,0-1-1 0 0,0 1 0 0 0,0 0 0 0 0,0 0 1 0 0,1 0-1 0 0,-1 0 0 0 0,0 0 0 0 0,0 1 1 0 0,0 0-1 0 0,0-1 0 0 0,0 1 0 0 0,0 0 1 0 0,0 1-1 0 0,0-1 0 0 0,0 0 1 0 0,0 1-1 0 0,-1 0 0 0 0,1-1 0 0 0,0 1 1 0 0,-1 0-1 0 0,0 0 0 0 0,1 1 0 0 0,-1-1 1 0 0,0 0-1 0 0,0 1 0 0 0,0-1 0 0 0,-1 1 1 0 0,1 0-1 0 0,-1 0 0 0 0,1 0 0 0 0,-1-1 1 0 0,0 1-1 0 0,0 0 0 0 0,0 1 0 0 0,0-1 1 0 0,0 3-1 0 0,-1 4 163 0 0,1-1 0 0 0,-2 1 0 0 0,1 0 0 0 0,-1-1 0 0 0,-1 1 1 0 0,0-1-1 0 0,0 1 0 0 0,-1-1 0 0 0,0 0 0 0 0,0 0 0 0 0,-9 14 0 0 0,-2 2 196 0 0,0 0 0 0 0,-31 36-1 0 0,-32 27 174 0 0,-10 12-274 0 0,85-96-287 0 0,3 6 30 0 0,-1-10-48 0 0,1 1-1 0 0,-1 0 0 0 0,1-1 0 0 0,-1 1 1 0 0,1 0-1 0 0,-1-1 0 0 0,1 1 0 0 0,-1-1 1 0 0,1 1-1 0 0,0-1 0 0 0,-1 1 0 0 0,1-1 1 0 0,0 1-1 0 0,-1-1 0 0 0,2 1 0 0 0,5 1-63 0 0,-1 0-1 0 0,1-1 1 0 0,-1 1 0 0 0,1-1-1 0 0,0-1 1 0 0,-1 1-1 0 0,1-1 1 0 0,7-1-1 0 0,60-8-1285 0 0,-47 5 743 0 0,157-30-4550 0 0,-65-2-1613 0 0,-67 19 1185 0 0</inkml:trace>
  <inkml:trace contextRef="#ctx0" brushRef="#br0" timeOffset="1">911 299 2500 0 0,'-1'-3'939'0'0,"0"0"0"0"0,-1-1-1 0 0,1 1 1 0 0,-1 0-1 0 0,1 0 1 0 0,-1 0 0 0 0,0 0-1 0 0,0 0 1 0 0,0 0 0 0 0,-1 1-1 0 0,1-1 1 0 0,-5-4 994 0 0,2 5-914 0 0,5 2-980 0 0,-1 0 0 0 0,1-1 0 0 0,0 1 0 0 0,0 0-1 0 0,-1 0 1 0 0,1-1 0 0 0,0 1 0 0 0,-1 0 0 0 0,1 0 0 0 0,-1 0 0 0 0,1 0 0 0 0,0-1 0 0 0,-1 1 0 0 0,1 0 0 0 0,0 0-1 0 0,-1 0 1 0 0,1 0 0 0 0,-1 0 0 0 0,1 0 0 0 0,0 0 0 0 0,-1 0 0 0 0,1 0 0 0 0,0 0 0 0 0,-1 0 0 0 0,1 0 0 0 0,-1 1 0 0 0,1-1-1 0 0,0 0 1 0 0,-1 0 0 0 0,1 0 0 0 0,0 0 0 0 0,-1 1 0 0 0,1-1 0 0 0,0 0 0 0 0,-1 0 0 0 0,1 1 0 0 0,0-1 0 0 0,-1 0-1 0 0,1 0 1 0 0,0 1 0 0 0,0-1 0 0 0,0 0 0 0 0,-1 1 0 0 0,1-1 0 0 0,0 0 0 0 0,0 1 0 0 0,0-1 0 0 0,0 0 0 0 0,-1 1-1 0 0,1 0 1 0 0,-3 10 72 0 0,0-1 0 0 0,0 1 0 0 0,2 0 0 0 0,-1 0 0 0 0,1 0 0 0 0,0 0 0 0 0,1 1-1 0 0,1-1 1 0 0,0 0 0 0 0,0 0 0 0 0,1 0 0 0 0,1 0 0 0 0,-1 0 0 0 0,2-1 0 0 0,-1 1 0 0 0,2-1-1 0 0,-1 0 1 0 0,8 11 0 0 0,-7-14-93 0 0,0 0-1 0 0,1 0 1 0 0,0-1-1 0 0,0 0 0 0 0,0 0 1 0 0,1 0-1 0 0,0-1 1 0 0,0 0-1 0 0,0 0 1 0 0,1-1-1 0 0,0 0 0 0 0,0-1 1 0 0,0 1-1 0 0,0-1 1 0 0,0-1-1 0 0,10 2 1 0 0,-7-1-68 0 0,1-1 1 0 0,0 0-1 0 0,0-1 1 0 0,0-1-1 0 0,0 0 1 0 0,0 0 0 0 0,0-1-1 0 0,0-1 1 0 0,-1 0-1 0 0,1 0 1 0 0,12-6 0 0 0,-17 6 3 0 0,0-1 1 0 0,-1-1 0 0 0,1 1 0 0 0,-1-1 0 0 0,0-1 0 0 0,0 1 0 0 0,-1-1 0 0 0,1 0 0 0 0,-1 0 0 0 0,0 0 0 0 0,0-1 0 0 0,6-10 0 0 0,-4 4 150 0 0,-1 1-1 0 0,0-2 1 0 0,-1 1 0 0 0,0-1-1 0 0,6-25 1 0 0,-2-7 1140 0 0,-8 42-953 0 0,-7 20-133 0 0,-9 30 577 0 0,2 1 0 0 0,-7 54 0 0 0,7-34-181 0 0,-4 21 46 0 0,-60 265 1101 0 0,56-278-1097 0 0,-3-1 0 0 0,-51 111 0 0 0,64-163-366 0 0,-1-1 1 0 0,-1 0-1 0 0,-1-1 1 0 0,-1-1-1 0 0,0 0 0 0 0,-2-1 1 0 0,-33 30-1 0 0,42-43-120 0 0,0 0 0 0 0,0-1 0 0 0,-1 1 0 0 0,1-2 0 0 0,-1 1 0 0 0,0-2 0 0 0,-1 1 0 0 0,1-1 0 0 0,-17 3 0 0 0,18-5-81 0 0,0 0 0 0 0,0-1 0 0 0,-1 0 0 0 0,1 0 0 0 0,0-1 0 0 0,0 0 0 0 0,0 0 0 0 0,0-1 0 0 0,0 0 0 0 0,0-1 0 0 0,0 0 0 0 0,1 0 0 0 0,-8-5 0 0 0,9 5-38 0 0,0 0 0 0 0,0-1 0 0 0,1 0 0 0 0,-1 0 0 0 0,1 0 0 0 0,0-1 0 0 0,1 0 0 0 0,-1 0 0 0 0,1 0 0 0 0,0 0 0 0 0,0-1 0 0 0,0 1 0 0 0,1-1 0 0 0,0 0 0 0 0,0 0 0 0 0,-2-8 0 0 0,3 6 0 0 0,0-1 0 0 0,0 0 0 0 0,1 1 0 0 0,0-1 0 0 0,1 0 0 0 0,-1 0 0 0 0,2 0 0 0 0,0 0 0 0 0,0 0 0 0 0,0 0 0 0 0,5-14 0 0 0,3-2-706 0 0,1 1 0 0 0,0 0 0 0 0,2 1 0 0 0,1 0 0 0 0,1 1 0 0 0,0 0 0 0 0,2 2 0 0 0,34-37 0 0 0,4 5-3128 0 0,108-80-1 0 0,-56 55-4603 0 0,-54 40 536 0 0</inkml:trace>
  <inkml:trace contextRef="#ctx0" brushRef="#br0" timeOffset="2">1687 428 1528 0 0,'-12'-17'16003'0'0,"12"16"-15788"0"0,41-11 393 0 0,1 1 0 0 0,0 2 0 0 0,44-3 0 0 0,-12 2-625 0 0,-13 2-959 0 0,23-3-2030 0 0,-72 8 627 0 0,-1 0-1 0 0,19-7 1 0 0,-15 1-4258 0 0</inkml:trace>
  <inkml:trace contextRef="#ctx0" brushRef="#br0" timeOffset="3">2066 24 1384 0 0,'-3'-1'2660'0'0,"-52"-21"9577"0"0,53 21-11471 0 0,-1 3-497 0 0,1 0 0 0 0,0 0 0 0 0,0 0 1 0 0,0 0-1 0 0,0 0 0 0 0,0 0 0 0 0,0 0 0 0 0,1 1 0 0 0,-1-1 1 0 0,1 1-1 0 0,0-1 0 0 0,-1 1 0 0 0,1 0 0 0 0,0-1 0 0 0,1 1 1 0 0,-1 0-1 0 0,-1 5 0 0 0,-1 11 623 0 0,0 31 0 0 0,1-20-258 0 0,-8 47 71 0 0,-9 122 235 0 0,17-156-2027 0 0,5 46 0 0 0,-2-78 393 0 0,0 0 1 0 0,1 0-1 0 0,0 0 1 0 0,1 0-1 0 0,6 16 1 0 0,-7-23-16 0 0,1 1 1 0 0,-1-1-1 0 0,1 1 0 0 0,-1-1 0 0 0,1 0 1 0 0,1 0-1 0 0,-1 0 0 0 0,1 0 1 0 0,-1-1-1 0 0,1 1 0 0 0,0-1 1 0 0,0 0-1 0 0,0 0 0 0 0,7 3 0 0 0,12 3-5876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7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218 186 1080 0 0,'-13'-12'2572'0'0,"1"0"-1"0"0,1-1 1 0 0,0 0-1 0 0,1-1 1 0 0,0 0 0 0 0,-13-25-1 0 0,23 37-2516 0 0,-1 0 0 0 0,0 1 0 0 0,0-1 0 0 0,1 0 0 0 0,-1 0 0 0 0,1 0 0 0 0,0 0 0 0 0,-1-1 0 0 0,1 1 0 0 0,0 0 0 0 0,0 0 0 0 0,1 0 0 0 0,-1 0 0 0 0,0 0 0 0 0,1 0 0 0 0,-1 0 0 0 0,1 0 0 0 0,-1 0 0 0 0,1 0 0 0 0,0 0 0 0 0,0 1 0 0 0,0-1 0 0 0,0 0 0 0 0,0 0 0 0 0,0 1 0 0 0,1-1 0 0 0,-1 1 0 0 0,0-1 0 0 0,1 1 0 0 0,-1-1 0 0 0,1 1 0 0 0,0 0 0 0 0,-1 0 0 0 0,1 0 0 0 0,0 0 0 0 0,0 0 0 0 0,0 0-1 0 0,0 0 1 0 0,0 1 0 0 0,0-1 0 0 0,0 1 0 0 0,0-1 0 0 0,0 1 0 0 0,0 0 0 0 0,0 0 0 0 0,0 0 0 0 0,0 0 0 0 0,2 0 0 0 0,30 1 1 0 0,-25 2-51 0 0,-3 0 4 0 0,-1-1-6 0 0,0 0 0 0 0,-1 0 0 0 0,1 1 0 0 0,-1 0-1 0 0,0 0 1 0 0,0 0 0 0 0,0 0 0 0 0,0 0-1 0 0,0 1 1 0 0,-1 0 0 0 0,0 0 0 0 0,1 0 0 0 0,-1 0-1 0 0,-1 0 1 0 0,5 9 0 0 0,-2-3 10 0 0,-1 0 0 0 0,0 0 0 0 0,-1 1 1 0 0,0-1-1 0 0,-1 1 0 0 0,2 12 0 0 0,-3-9 36 0 0,-1 0 0 0 0,-1-1 1 0 0,0 1-1 0 0,0 0 0 0 0,-2-1 0 0 0,0 1 0 0 0,0-1 1 0 0,-8 19-1 0 0,-1-4 349 0 0,0 0 0 0 0,-30 45 1 0 0,-1-12 1658 0 0,-96 105 1 0 0,98-112-1274 0 0,40-54-776 0 0,1 0 0 0 0,0 1 0 0 0,-1-1 0 0 0,1 0 0 0 0,0 1-1 0 0,-1-1 1 0 0,1 1 0 0 0,0-1 0 0 0,-1 1 0 0 0,1-1 0 0 0,0 1 0 0 0,0-1 0 0 0,0 1-1 0 0,0-1 1 0 0,-1 1 0 0 0,1 0 0 0 0,0-1 0 0 0,0 1 0 0 0,0-1 0 0 0,0 1-1 0 0,0-1 1 0 0,0 1 0 0 0,0-1 0 0 0,1 1 0 0 0,-1 0 0 0 0,0 0-6 0 0,1-1 1 0 0,-1 1 0 0 0,1-1-1 0 0,0 1 1 0 0,-1-1 0 0 0,1 1 0 0 0,-1-1-1 0 0,1 0 1 0 0,0 1 0 0 0,-1-1-1 0 0,1 0 1 0 0,0 0 0 0 0,-1 1-1 0 0,1-1 1 0 0,0 0 0 0 0,0 0-1 0 0,-1 0 1 0 0,1 0 0 0 0,0 0-1 0 0,-1 0 1 0 0,2 0 0 0 0,34-2-1395 0 0,-1-1 1 0 0,61-13-1 0 0,73-28-4819 0 0,-153 40 5602 0 0,116-38-7495 0 0,-65 17 824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7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155 255 1792 0 0,'-155'-82'18684'0'0,"158"80"-18151"0"0,-3 2-514 0 0,1-1 0 0 0,-1 1-1 0 0,0 0 1 0 0,0-1 0 0 0,0 1 0 0 0,1 0 0 0 0,-1-1-1 0 0,0 1 1 0 0,1 0 0 0 0,-1-1 0 0 0,0 1 0 0 0,1 0-1 0 0,-1-1 1 0 0,0 1 0 0 0,1 0 0 0 0,-1 0 0 0 0,1 0-1 0 0,-1-1 1 0 0,0 1 0 0 0,1 0 0 0 0,-1 0 0 0 0,1 0-1 0 0,-1 0 1 0 0,0 0 0 0 0,1 0 0 0 0,0 0 0 0 0,227 13 1544 0 0,-151-7-1439 0 0,-25 1-27 0 0,-49-7-92 0 0,0 0-5 0 0,-1 0 1 0 0,0 0 0 0 0,1 1-1 0 0,-1-1 1 0 0,0 1-1 0 0,1 0 1 0 0,-1-1 0 0 0,4 3-1 0 0,-5-2 2 0 0,-1-1 1 0 0,1 1-1 0 0,-1 0 0 0 0,0-1 0 0 0,1 1 0 0 0,-1 0 0 0 0,1-1 0 0 0,-1 1 0 0 0,0 0 0 0 0,0 0 0 0 0,1-1 0 0 0,-1 1 0 0 0,0 0 0 0 0,0 0 0 0 0,0-1 0 0 0,0 1 0 0 0,0 0 0 0 0,0 0 1 0 0,0-1-1 0 0,0 1 0 0 0,0 0 0 0 0,0 0 0 0 0,-1 0 0 0 0,1-1 0 0 0,0 1 0 0 0,0 0 0 0 0,-1-1 0 0 0,1 1 0 0 0,0 0 0 0 0,-1-1 0 0 0,1 1 0 0 0,-1 0 0 0 0,1-1 0 0 0,-1 1 0 0 0,0 1 0 0 0,-10 10 174 0 0,0 1 0 0 0,-1-1-1 0 0,-1-1 1 0 0,1 0 0 0 0,-19 12-1 0 0,11-8 318 0 0,-120 103 1900 0 0,112-91-2029 0 0,1 1-1 0 0,-41 55 1 0 0,66-79-332 0 0,-1 0-1 0 0,1 0 1 0 0,-1 1-1 0 0,1-1 1 0 0,0 0-1 0 0,1 1 1 0 0,-1 0 0 0 0,1-1-1 0 0,0 1 1 0 0,0 0-1 0 0,0 5 1 0 0,1-8-13 0 0,0 0 1 0 0,0 0-1 0 0,0 0 0 0 0,0 0 1 0 0,1 0-1 0 0,-1 0 0 0 0,1 0 1 0 0,0 0-1 0 0,0 0 0 0 0,0 0 1 0 0,0 0-1 0 0,0 0 0 0 0,0 0 0 0 0,0-1 1 0 0,0 1-1 0 0,1 0 0 0 0,-1-1 1 0 0,1 1-1 0 0,-1-1 0 0 0,1 1 1 0 0,-1-1-1 0 0,1 0 0 0 0,0 0 1 0 0,0 0-1 0 0,0 0 0 0 0,4 2 1 0 0,8 2-166 0 0,1-1 1 0 0,0 0-1 0 0,0 0 1 0 0,0-2 0 0 0,0 0-1 0 0,0-1 1 0 0,1 0-1 0 0,-1-1 1 0 0,29-4-1 0 0,2-3-2650 0 0,87-26-1 0 0,-72 14-3391 0 0,84-38 1 0 0,-88 29-1303 0 0</inkml:trace>
  <inkml:trace contextRef="#ctx0" brushRef="#br0" timeOffset="1">1440 255 1412 0 0,'-33'-8'16065'0'0,"-3"3"-2867"0"0,54 2-13312 0 0,0 1 1 0 0,0 1 0 0 0,0 0 0 0 0,29 3-1 0 0,-18-1-808 0 0,130 10-6699 0 0,-64-3-3521 0 0,-65-6 3123 0 0</inkml:trace>
  <inkml:trace contextRef="#ctx0" brushRef="#br0" timeOffset="2">1569 502 2816 0 0,'-152'55'16288'0'0,"149"-54"-14949"0"0,6 4-592 0 0,-2-5-729 0 0,-1 1-1 0 0,0-1 1 0 0,0 1 0 0 0,1-1 0 0 0,-1 0 0 0 0,0 1 0 0 0,0-1 0 0 0,1 1 0 0 0,-1-1-1 0 0,0 0 1 0 0,1 0 0 0 0,-1 1 0 0 0,0-1 0 0 0,1 0 0 0 0,-1 0 0 0 0,1 1 0 0 0,-1-1-1 0 0,1 0 1 0 0,-1 0 0 0 0,0 0 0 0 0,1 0 0 0 0,-1 1 0 0 0,1-1 0 0 0,-1 0 0 0 0,1 0-1 0 0,-1 0 1 0 0,1 0 0 0 0,-1 0 0 0 0,1 0 0 0 0,-1 0 0 0 0,0 0 0 0 0,1-1-1 0 0,0 1 1 0 0,298-14-1179 0 0,5-26-10096 0 0,-225 27 4282 0 0</inkml:trace>
  <inkml:trace contextRef="#ctx0" brushRef="#br0" timeOffset="3">3092 70 2416 0 0,'-32'-22'7920'0'0,"27"18"-6848"0"0,-1 1 1 0 0,0 0-1 0 0,0 1 0 0 0,0 0 0 0 0,0-1 0 0 0,-10 0 1 0 0,12 2-869 0 0,1 1 1 0 0,-1 0-1 0 0,0 0 1 0 0,0 0-1 0 0,1 1 1 0 0,-1-1-1 0 0,0 1 1 0 0,1 0-1 0 0,-1 0 1 0 0,0 0-1 0 0,1 0 1 0 0,-1 1-1 0 0,1-1 1 0 0,0 1-1 0 0,-1 0 1 0 0,-4 4-1 0 0,-2 2 310 0 0,0 1 0 0 0,0 0 0 0 0,-9 11 0 0 0,-1 4 142 0 0,1 0-1 0 0,2 2 1 0 0,1 0 0 0 0,-20 40-1 0 0,15-17 82 0 0,-28 88-1 0 0,44-120-651 0 0,1 1 0 0 0,1-1 0 0 0,0 1-1 0 0,1 0 1 0 0,0 23 0 0 0,3-34-54 0 0,-1-1 0 0 0,0 0 1 0 0,1 0-1 0 0,0 0 0 0 0,1 0 0 0 0,-1 0 0 0 0,1-1 0 0 0,0 1 0 0 0,1 0 1 0 0,-1-1-1 0 0,1 1 0 0 0,0-1 0 0 0,0 0 0 0 0,1 0 0 0 0,0 0 1 0 0,0 0-1 0 0,0-1 0 0 0,9 8 0 0 0,-4-6 11 0 0,-1-1 1 0 0,1-1-1 0 0,1 0 1 0 0,-1 0-1 0 0,1 0 1 0 0,-1-2-1 0 0,1 1 1 0 0,0-1-1 0 0,0 0 1 0 0,0-1-1 0 0,0 0 0 0 0,0-1 1 0 0,0 0-1 0 0,12-2 1 0 0,2 0 94 0 0,-1-2 1 0 0,0-1 0 0 0,1 0-1 0 0,42-18 1 0 0,-41 12-68 0 0,-1-1 1 0 0,0-1 0 0 0,-1-1-1 0 0,0-1 1 0 0,-1-1 0 0 0,-1-1-1 0 0,0-1 1 0 0,21-25 0 0 0,-26 25 80 0 0,-1-1 0 0 0,0-1 1 0 0,-2 0-1 0 0,0 0 1 0 0,-1-1-1 0 0,-2-1 1 0 0,0 0-1 0 0,-1 0 1 0 0,9-36-1 0 0,-16 48-141 0 0,0 0 1 0 0,-1 0-1 0 0,0 0 1 0 0,0 0-1 0 0,-1-1 1 0 0,-1 1-1 0 0,0 0 1 0 0,0 0-1 0 0,-1 0 1 0 0,0 0-1 0 0,0 0 1 0 0,-1 0-1 0 0,-1 1 1 0 0,-7-16-1 0 0,6 17-73 0 0,0 0-1 0 0,0 1 1 0 0,0 0-1 0 0,-1 0 1 0 0,0 0-1 0 0,-1 1 0 0 0,1 0 1 0 0,-1 0-1 0 0,0 0 1 0 0,-1 1-1 0 0,1 0 0 0 0,-1 1 1 0 0,0-1-1 0 0,0 2 1 0 0,-1-1-1 0 0,-14-3 1 0 0,3 2-704 0 0,1 1 1 0 0,-1 2 0 0 0,0 0 0 0 0,0 1-1 0 0,0 1 1 0 0,-28 3 0 0 0,-35 9-3907 0 0,2 6-3781 0 0,23-6-2429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8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65 109 408 0 0,'24'-51'9851'0'0,"-6"12"-4775"0"0,-17 37-4476 0 0,4-13 1126 0 0,-1 13-1241 0 0,-5 15-477 0 0,-50 217 858 0 0,31-154-770 0 0,3 1 0 0 0,-10 114 0 0 0,26-184-81 0 0,1 1-1 0 0,1 0 0 0 0,-1-1 0 0 0,1 1 0 0 0,0-1 0 0 0,3 11 0 0 0,-3-16-5 0 0,0 0-1 0 0,-1 0 1 0 0,1 0 0 0 0,0 0-1 0 0,0 0 1 0 0,0 0 0 0 0,1 0 0 0 0,-1 0-1 0 0,0-1 1 0 0,1 1 0 0 0,-1 0-1 0 0,1-1 1 0 0,-1 1 0 0 0,1-1-1 0 0,0 1 1 0 0,0-1 0 0 0,-1 0-1 0 0,1 0 1 0 0,0 0 0 0 0,0 0 0 0 0,0 0-1 0 0,0 0 1 0 0,1-1 0 0 0,-1 1-1 0 0,0-1 1 0 0,0 1 0 0 0,0-1-1 0 0,0 0 1 0 0,3 0 0 0 0,4 0 12 0 0,0-1 0 0 0,-1 0 0 0 0,1 0-1 0 0,0-1 1 0 0,0 0 0 0 0,-1 0 0 0 0,0-1 0 0 0,1-1 0 0 0,13-6 0 0 0,-11 3-45 0 0,1-1-1 0 0,-2 0 1 0 0,1 0 0 0 0,-1-1 0 0 0,16-18 0 0 0,-3-3 407 0 0,-1 0 1 0 0,-2-1-1 0 0,30-61 1 0 0,-36 64 66 0 0,-13 27-302 0 0,-1 3-99 0 0,-1 23 14 0 0,-2-1 0 0 0,-1 0-1 0 0,-8 23 1 0 0,-1 12-5 0 0,6-22-187 0 0,-26 165 500 0 0,27-157-1945 0 0,3-1 0 0 0,4 72 0 0 0,7-74-1830 0 0,1-15-2043 0 0,-1-12-1040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8:59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2664 0 0,'34'-75'10404'0'0,"-33"73"-10248"0"0,0 0 1 0 0,0 0-1 0 0,1 1 0 0 0,-1-1 1 0 0,0 1-1 0 0,1-1 1 0 0,0 1-1 0 0,-1 0 0 0 0,1 0 1 0 0,0-1-1 0 0,0 1 0 0 0,-1 0 1 0 0,1 1-1 0 0,0-1 1 0 0,3-1-1 0 0,-4 2-106 0 0,2-1 27 0 0,-1 1 0 0 0,0-1 0 0 0,1 1 0 0 0,-1 0 0 0 0,0 0 0 0 0,1 0 0 0 0,-1 0 1 0 0,0 0-1 0 0,1 0 0 0 0,-1 1 0 0 0,0-1 0 0 0,1 1 0 0 0,-1-1 0 0 0,0 1 0 0 0,0 0 0 0 0,1 0 0 0 0,1 2 0 0 0,33 22 679 0 0,-31-19-627 0 0,1 0-1 0 0,-2 1 1 0 0,1-1 0 0 0,-1 2-1 0 0,0-1 1 0 0,0 0 0 0 0,-1 1 0 0 0,0 0-1 0 0,0 0 1 0 0,-1 0 0 0 0,0 1-1 0 0,0-1 1 0 0,-1 1 0 0 0,0 0 0 0 0,-1-1-1 0 0,0 1 1 0 0,0 0 0 0 0,-1 0-1 0 0,-1 10 1 0 0,0-3 40 0 0,-1-1 0 0 0,-1 0 0 0 0,0 0 0 0 0,-1 0-1 0 0,0 0 1 0 0,-1-1 0 0 0,-1 0 0 0 0,0 0 0 0 0,-1 0 0 0 0,-12 16 0 0 0,-63 81 1993 0 0,81-109-1410 0 0,2-6-643 0 0,11-14-83 0 0,1 0 0 0 0,0 1 0 0 0,1 0 0 0 0,32-28 0 0 0,-12 11 15 0 0,228-235-7 0 0,-192 194 326 0 0,-69 73-356 0 0,-15 14-71 0 0,1 1 82 0 0,0 1 1 0 0,1 0-1 0 0,0 1 1 0 0,1 0-1 0 0,-12 23 1 0 0,14-23 34 0 0,0-1-41 0 0,1 1 0 0 0,1 1 0 0 0,-11 31 0 0 0,15-38-12 0 0,1 1 1 0 0,0-1-1 0 0,0 1 0 0 0,1-1 1 0 0,0 1-1 0 0,1 0 0 0 0,0 0 1 0 0,2 14-1 0 0,0-19-22 0 0,-1 0 1 0 0,1 0-1 0 0,0 0 1 0 0,0-1-1 0 0,0 1 0 0 0,1 0 1 0 0,-1-1-1 0 0,1 0 0 0 0,0 0 1 0 0,1 0-1 0 0,-1 0 1 0 0,1 0-1 0 0,0-1 0 0 0,-1 1 1 0 0,2-1-1 0 0,-1 0 0 0 0,0 0 1 0 0,0-1-1 0 0,1 1 0 0 0,0-1 1 0 0,-1 0-1 0 0,10 3 1 0 0,9 2-662 0 0,1-1 0 0 0,-1-1 1 0 0,37 2-1 0 0,-60-7 669 0 0,37 4-1724 0 0,1-3 1 0 0,58-5-1 0 0,20-12-5762 0 0,-49 4 83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00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68 579 2488 0 0,'-7'-4'2680'0'0,"0"0"-434"0"0,0 0 1 0 0,0-1-1 0 0,0 0 0 0 0,-12-11 1043 0 0,19 16-3184 0 0,-1-1 0 0 0,0 1-1 0 0,0 0 1 0 0,1 0 0 0 0,-1-1 0 0 0,0 1 0 0 0,1 0 0 0 0,-1-1 0 0 0,1 1 0 0 0,-1-1 0 0 0,0 1 0 0 0,1-1 0 0 0,-1 1 0 0 0,1-1 0 0 0,-1 1 0 0 0,1-1 0 0 0,0 0 0 0 0,-1 1 0 0 0,1-1 0 0 0,-1 0 0 0 0,1 1 0 0 0,0-1-1 0 0,0 0 1 0 0,-1 1 0 0 0,1-1 0 0 0,0-1 0 0 0,0 2-55 0 0,1-1 0 0 0,-1 0 0 0 0,1 0 0 0 0,-1 1 0 0 0,1-1 0 0 0,-1 0 0 0 0,1 0 0 0 0,0 1 0 0 0,-1-1-1 0 0,1 1 1 0 0,0-1 0 0 0,-1 1 0 0 0,1-1 0 0 0,0 1 0 0 0,0-1 0 0 0,-1 1 0 0 0,1 0 0 0 0,1-1 0 0 0,46-12 28 0 0,-44 13 86 0 0,187-32 340 0 0,81-18-5664 0 0,-217 31-2033 0 0,-33 8-20 0 0</inkml:trace>
  <inkml:trace contextRef="#ctx0" brushRef="#br0" timeOffset="1">526 209 2152 0 0,'-3'-1'2745'0'0,"-1"0"-2177"0"0,0-1 405 0 0,0 1 1 0 0,0-1-1 0 0,0 1 1 0 0,-1 0-1 0 0,1 0 1 0 0,0 0 0 0 0,-1 1-1 0 0,1-1 1 0 0,0 1-1 0 0,-1 0 1 0 0,-4 1 0 0 0,6 1-699 0 0,1 0 1 0 0,-1 0-1 0 0,1 0 1 0 0,-1 0-1 0 0,1 0 1 0 0,0 1-1 0 0,0-1 1 0 0,0 1 0 0 0,0-1-1 0 0,0 1 1 0 0,1 0-1 0 0,-1 0 1 0 0,1 0-1 0 0,0 0 1 0 0,-1 0-1 0 0,0 6 1 0 0,-2 8 458 0 0,1 0 0 0 0,-1 19 0 0 0,1-12-339 0 0,-3 32-153 0 0,3 0 1 0 0,7 94-1 0 0,-2-132-1261 0 0,0 0 1 0 0,8 31-1 0 0,6-9-2635 0 0,-13-36 2548 0 0,-1 0 0 0 0,1 0 1 0 0,0 0-1 0 0,1 0 1 0 0,-1-1-1 0 0,6 6 0 0 0</inkml:trace>
  <inkml:trace contextRef="#ctx0" brushRef="#br0" timeOffset="2">1161 166 792 0 0,'0'-7'1588'0'0,"0"-4"660"0"0,0-1 0 0 0,0 0 0 0 0,2 1 0 0 0,2-16 0 0 0,-3 23-1991 0 0,1 1 0 0 0,-1-1 0 0 0,0 1 0 0 0,1-1 0 0 0,0 1 0 0 0,0 0 0 0 0,0 0 0 0 0,0 0 0 0 0,0 0 0 0 0,1 0 0 0 0,-1 1 1 0 0,1-1-1 0 0,0 1 0 0 0,0-1 0 0 0,-1 1 0 0 0,2 0 0 0 0,-1 0 0 0 0,3-1 0 0 0,6-2-55 0 0,-1 0 0 0 0,1 0 0 0 0,0 2 0 0 0,0-1 1 0 0,0 2-1 0 0,0-1 0 0 0,0 2 0 0 0,18-1 0 0 0,-20 2-154 0 0,0 0-1 0 0,-1 1 1 0 0,1 0-1 0 0,-1 1 0 0 0,0 0 1 0 0,1 1-1 0 0,-1 0 0 0 0,0 0 1 0 0,0 1-1 0 0,-1 0 1 0 0,14 8-1 0 0,-19-10-26 0 0,0 0 0 0 0,0 0 1 0 0,0 0-1 0 0,-1 1 0 0 0,1-1 0 0 0,0 1 1 0 0,-1 0-1 0 0,0 0 0 0 0,0 0 0 0 0,0 0 1 0 0,0 0-1 0 0,0 0 0 0 0,0 0 0 0 0,-1 1 1 0 0,0-1-1 0 0,1 1 0 0 0,-1-1 0 0 0,0 5 0 0 0,0-3 1 0 0,-1 1-1 0 0,0-1 0 0 0,-1 1 0 0 0,1-1 0 0 0,-1 0 0 0 0,0 1 0 0 0,-1-1 0 0 0,1 0 0 0 0,-1 0 0 0 0,0 0 0 0 0,-3 6 0 0 0,-5 6 26 0 0,0 1-1 0 0,-2-1 1 0 0,0-1 0 0 0,-1 0-1 0 0,-21 19 1 0 0,-108 88 178 0 0,93-83-11 0 0,47-38-197 0 0,4 1 12 0 0,-2-2-27 0 0,0-1-1 0 0,0 1 1 0 0,0-1-1 0 0,0 0 0 0 0,0 1 1 0 0,0-1-1 0 0,0 0 1 0 0,0 1-1 0 0,0-1 0 0 0,0 0 1 0 0,0 1-1 0 0,0-1 1 0 0,1 0-1 0 0,-1 0 1 0 0,0 1-1 0 0,0-1 0 0 0,0 0 1 0 0,1 1-1 0 0,-1-1 1 0 0,0 0-1 0 0,0 0 1 0 0,1 1-1 0 0,-1-1 0 0 0,0 0 1 0 0,0 0-1 0 0,1 0 1 0 0,-1 0-1 0 0,0 1 1 0 0,1-1-1 0 0,-1 0 0 0 0,180 46 1344 0 0,-152-37-968 0 0,-1 1 0 0 0,0 1 0 0 0,-1 2 0 0 0,0 0 0 0 0,-1 2 0 0 0,0 0 0 0 0,38 33 0 0 0,-61-46-266 0 0,1 0 0 0 0,-1 1 0 0 0,1-1 0 0 0,-1 1 0 0 0,0-1 0 0 0,0 1 0 0 0,0 0 0 0 0,0 0-1 0 0,-1 0 1 0 0,1 0 0 0 0,-1 0 0 0 0,0 0 0 0 0,1 0 0 0 0,-2 0 0 0 0,1 1 0 0 0,0-1-1 0 0,-1 0 1 0 0,1 7 0 0 0,-1-6-22 0 0,-1 0 0 0 0,0 0 0 0 0,0 0 0 0 0,0-1 0 0 0,-1 1-1 0 0,1 0 1 0 0,-1-1 0 0 0,0 1 0 0 0,0-1 0 0 0,0 0 0 0 0,0 0 0 0 0,0 1-1 0 0,-6 4 1 0 0,-3 2 11 0 0,0-1-1 0 0,-1 0 1 0 0,0-1-1 0 0,0 0 1 0 0,0-1-1 0 0,-1 0 1 0 0,-21 7-1 0 0,1-2 35 0 0,0-2-1 0 0,-54 10 0 0 0,65-17-713 0 0,0-1 0 0 0,0 0 1 0 0,0-2-1 0 0,-1 0 0 0 0,-24-5 0 0 0,44 5 197 0 0,0 0 0 0 0,0-1 1 0 0,0 0-1 0 0,0 1 0 0 0,1-1 1 0 0,-1 0-1 0 0,0 0 0 0 0,0-1 1 0 0,1 1-1 0 0,-1 0 0 0 0,1-1 0 0 0,-1 0 1 0 0,1 0-1 0 0,0 1 0 0 0,-1-1 1 0 0,1-1-1 0 0,0 1 0 0 0,-2-3 1 0 0,4 3 176 0 0,-1 1 1 0 0,1 0-1 0 0,0 0 0 0 0,-1 0 1 0 0,1-1-1 0 0,0 1 1 0 0,0 0-1 0 0,0 0 1 0 0,0-1-1 0 0,0 1 1 0 0,0 0-1 0 0,1 0 1 0 0,-1 0-1 0 0,0-1 1 0 0,1 1-1 0 0,-1 0 1 0 0,1-2-1 0 0,0 0-383 0 0,0 0-43 0 0,1-1 0 0 0,-1 0 0 0 0,1 0 0 0 0,0 0 0 0 0,0 1 0 0 0,0-1 0 0 0,1 1 0 0 0,2-3 0 0 0,0-1-891 0 0,14-19-5088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01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231 361 976 0 0,'107'-85'15860'0'0,"-105"84"-15250"0"0,10 6 560 0 0,-11-5-1125 0 0,-1 0-1 0 0,1 0 0 0 0,0 0 0 0 0,0 1 0 0 0,0-1 1 0 0,-1 0-1 0 0,1 0 0 0 0,0 1 0 0 0,0-1 0 0 0,0 1 0 0 0,-1-1 1 0 0,1 0-1 0 0,0 1 0 0 0,-1 0 0 0 0,1-1 0 0 0,-1 1 0 0 0,1-1 1 0 0,0 2-1 0 0,54 85 3084 0 0,-39-59-2589 0 0,21 29 0 0 0,-30-47-456 0 0,1-1 0 0 0,0 0 0 0 0,1-1 0 0 0,0 0 0 0 0,0 0 1 0 0,17 10-1 0 0,-9-8-6 0 0,0 0 1 0 0,1-1 0 0 0,1-1-1 0 0,-1-1 1 0 0,1-1 0 0 0,0 0 0 0 0,1-1-1 0 0,33 3 1 0 0,-44-7-62 0 0,0 0 1 0 0,0-1-1 0 0,0-1 0 0 0,0 1 0 0 0,-1-1 1 0 0,1-1-1 0 0,0 0 0 0 0,0 0 0 0 0,-1-1 1 0 0,1 1-1 0 0,-1-2 0 0 0,0 1 1 0 0,0-2-1 0 0,0 1 0 0 0,-1-1 0 0 0,1 0 1 0 0,-1 0-1 0 0,0-1 0 0 0,-1 0 0 0 0,1 0 1 0 0,8-11-1 0 0,-6 4-14 0 0,-1-1 0 0 0,-1 0-1 0 0,11-25 1 0 0,5-12 390 0 0,-16 40-471 0 0,-8 17 29 0 0,-4 7 65 0 0,-90 345 3455 0 0,-10 31-380 0 0,95-361-3041 0 0,-2 0 0 0 0,-1-1 1 0 0,-1-1-1 0 0,-1 0 0 0 0,-1 0 0 0 0,-1-2 0 0 0,-26 28 0 0 0,26-34-26 0 0,-1 0 0 0 0,0-2 0 0 0,-2 0-1 0 0,0-1 1 0 0,0-1 0 0 0,-1-1 0 0 0,-1-1-1 0 0,0 0 1 0 0,-27 8 0 0 0,15-8-6 0 0,0-2 0 0 0,0-1-1 0 0,-55 6 1 0 0,71-13-54 0 0,0-1-1 0 0,1-1 1 0 0,-1 0-1 0 0,0-2 1 0 0,1 0-1 0 0,-1 0 0 0 0,1-2 1 0 0,0 0-1 0 0,-18-7 1 0 0,31 10-300 0 0,1-1 0 0 0,0 1 0 0 0,0-1 1 0 0,-1 0-1 0 0,1 0 0 0 0,0 0 0 0 0,1 0 0 0 0,-1 0 0 0 0,0-1 1 0 0,1 1-1 0 0,-1-1 0 0 0,1 0 0 0 0,-3-4 0 0 0,4 5-88 0 0,0-1-1 0 0,0 1 1 0 0,0-1-1 0 0,0 0 1 0 0,0 1-1 0 0,1-1 1 0 0,-1 0-1 0 0,1 0 0 0 0,0 0 1 0 0,0 1-1 0 0,0-1 1 0 0,0 0-1 0 0,1 0 1 0 0,-1 1-1 0 0,1-1 1 0 0,-1 0-1 0 0,3-4 1 0 0,10-25-6408 0 0,9-6-4014 0 0</inkml:trace>
  <inkml:trace contextRef="#ctx0" brushRef="#br0" timeOffset="1">1143 559 1052 0 0,'37'-39'9708'0'0,"17"-17"-1937"0"0,-44 47-7399 0 0,0 1 1 0 0,0 1-1 0 0,1 0 0 0 0,14-8 1 0 0,20-4-2863 0 0,89-27 1 0 0,-68 26-4016 0 0,-29 9 0 0 0</inkml:trace>
  <inkml:trace contextRef="#ctx0" brushRef="#br0" timeOffset="2">2040 83 636 0 0,'-5'-8'6619'0'0,"-9"-20"2344"0"0,14 27-8804 0 0,0 1 0 0 0,0-1 0 0 0,-1 0-1 0 0,1 0 1 0 0,0 0 0 0 0,0 0-1 0 0,0 1 1 0 0,0-1 0 0 0,0 0 0 0 0,0 0-1 0 0,0 0 1 0 0,0 0 0 0 0,0 0-1 0 0,1 1 1 0 0,-1-1 0 0 0,0 0 0 0 0,0 0-1 0 0,1 0 1 0 0,-1 1 0 0 0,1-1-1 0 0,-1 0 1 0 0,1 1 0 0 0,-1-1 0 0 0,1 0-1 0 0,-1 1 1 0 0,1-1 0 0 0,-1 0-1 0 0,1 1 1 0 0,0-1 0 0 0,-1 1-1 0 0,1-1 1 0 0,0 1 0 0 0,0-1 0 0 0,0 1-1 0 0,10-5 56 0 0,0 2-1 0 0,0-1 0 0 0,0 2 1 0 0,1-1-1 0 0,-1 1 0 0 0,1 1 0 0 0,-1 0 1 0 0,1 1-1 0 0,-1 0 0 0 0,1 1 1 0 0,0 0-1 0 0,-1 1 0 0 0,0 0 1 0 0,12 4-1 0 0,-17-4-175 0 0,0 0 0 0 0,-1 0-1 0 0,1 0 1 0 0,-1 1 0 0 0,1 0 0 0 0,-1 0 0 0 0,0 0-1 0 0,0 1 1 0 0,0 0 0 0 0,-1 0 0 0 0,1 0-1 0 0,-1 1 1 0 0,0-1 0 0 0,0 1 0 0 0,0 0 0 0 0,-1 0-1 0 0,0 0 1 0 0,0 1 0 0 0,0-1 0 0 0,-1 1 0 0 0,1-1-1 0 0,-2 1 1 0 0,1 0 0 0 0,0 0 0 0 0,-1 0 0 0 0,0 0-1 0 0,-1 0 1 0 0,1 11 0 0 0,-2-5 22 0 0,0 1 1 0 0,-1 0-1 0 0,0 0 1 0 0,-1-1-1 0 0,-1 1 0 0 0,0-1 1 0 0,0 0-1 0 0,-1 0 1 0 0,-8 14-1 0 0,-10 13 490 0 0,-36 46 0 0 0,31-47-85 0 0,-17 23 75 0 0,-34 50 227 0 0,79-110-762 0 0,0-1 0 0 0,0 0 0 0 0,0 1-1 0 0,0-1 1 0 0,0 1 0 0 0,0-1 0 0 0,0 1-1 0 0,0-1 1 0 0,0 1 0 0 0,0-1 0 0 0,0 0-1 0 0,0 1 1 0 0,0-1 0 0 0,0 1 0 0 0,0-1-1 0 0,1 1 1 0 0,-1-1 0 0 0,0 0 0 0 0,0 1-1 0 0,0-1 1 0 0,1 1 0 0 0,-1-1 0 0 0,0 0-1 0 0,1 1 1 0 0,-1-1 0 0 0,0 0 0 0 0,1 1-1 0 0,-1-1 1 0 0,0 0 0 0 0,1 1 0 0 0,-1-1-1 0 0,0 0 1 0 0,1 0 0 0 0,-1 0 0 0 0,1 1-1 0 0,0-1 1 0 0,19 6 123 0 0,9-5-378 0 0,0-2 0 0 0,0-1 0 0 0,46-9 1 0 0,89-28-2986 0 0,-160 38 3139 0 0,219-66-6010 0 0,-79 12-2641 0 0,-76 25 485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0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174 569 332 0 0,'-23'-22'6679'0'0,"-29"-33"8709"0"0,59 51-14339 0 0,-7 4-1015 0 0,1 0-1 0 0,-1-1 1 0 0,0 1-1 0 0,1-1 1 0 0,-1 1-1 0 0,0 0 1 0 0,1-1-1 0 0,-1 1 1 0 0,1 0-1 0 0,-1-1 1 0 0,1 1-1 0 0,-1 0 1 0 0,1 0 0 0 0,-1-1-1 0 0,1 1 1 0 0,-1 0-1 0 0,1 0 1 0 0,0 0-1 0 0,-1 0 1 0 0,1 0-1 0 0,-1 0 1 0 0,1 0-1 0 0,0 0 1 0 0,247-1 2018 0 0,-109 4-2117 0 0,-139-3 65 0 0,1 0 1 0 0,0 0 0 0 0,-1 0-1 0 0,1 0 1 0 0,-1 0 0 0 0,1 0-1 0 0,-1 0 1 0 0,1 0-1 0 0,-1 0 1 0 0,1 1 0 0 0,-1-1-1 0 0,1 0 1 0 0,-1 0 0 0 0,1 0-1 0 0,-1 1 1 0 0,1-1-1 0 0,-1 0 1 0 0,0 0 0 0 0,1 1-1 0 0,-1-1 1 0 0,1 0 0 0 0,-1 1-1 0 0,0-1 1 0 0,1 1-1 0 0,-1-1 1 0 0,0 0 0 0 0,1 1-1 0 0,-1-1 1 0 0,0 1 0 0 0,0-1-1 0 0,1 1 1 0 0,-1-1-1 0 0,0 1 1 0 0,0-1 0 0 0,0 1-1 0 0,0-1 1 0 0,0 1 0 0 0,0-1-1 0 0,0 1 1 0 0,0-1-1 0 0,0 1 1 0 0,0-1 0 0 0,0 1-1 0 0,-7 19 35 0 0,-9 0-25 0 0,-2 0-1 0 0,1-2 0 0 0,-2 0 0 0 0,-27 19 1 0 0,15-11 111 0 0,-139 123 1052 0 0,125-106-580 0 0,-63 81 0 0 0,102-117-511 0 0,1 0 0 0 0,0 0-1 0 0,0 1 1 0 0,1 0 0 0 0,0 0-1 0 0,0 0 1 0 0,-5 16 0 0 0,9-23-69 0 0,0 0 0 0 0,0 1 0 0 0,0-1 1 0 0,0 0-1 0 0,1 0 0 0 0,-1 1 0 0 0,0-1 0 0 0,0 0 1 0 0,1 0-1 0 0,-1 0 0 0 0,1 0 0 0 0,-1 1 0 0 0,1-1 1 0 0,-1 0-1 0 0,1 0 0 0 0,0 0 0 0 0,-1 0 0 0 0,1 0 1 0 0,0 0-1 0 0,0-1 0 0 0,0 1 0 0 0,0 0 0 0 0,0 0 1 0 0,0-1-1 0 0,0 1 0 0 0,0 0 0 0 0,0-1 0 0 0,0 1 1 0 0,0-1-1 0 0,0 1 0 0 0,0-1 0 0 0,3 1 0 0 0,3 1-11 0 0,1 0-1 0 0,-1-1 1 0 0,14 2-1 0 0,-18-3-5 0 0,43 2-1207 0 0,0-2 1 0 0,59-6-1 0 0,95-24-4666 0 0,12-13-3500 0 0,-99 14 747 0 0</inkml:trace>
  <inkml:trace contextRef="#ctx0" brushRef="#br0" timeOffset="1">1874 563 1396 0 0,'-12'-8'4873'0'0,"1"1"1"0"0,-22-9-1 0 0,16 4 677 0 0,-1 1 970 0 0,23 8-6152 0 0,-5 3-360 0 0,0 0 1 0 0,1-1-1 0 0,-1 1 1 0 0,0 0 0 0 0,0 0-1 0 0,1-1 1 0 0,-1 1-1 0 0,0 0 1 0 0,1 0-1 0 0,-1-1 1 0 0,0 1 0 0 0,0 0-1 0 0,1 0 1 0 0,-1 0-1 0 0,1-1 1 0 0,-1 1-1 0 0,0 0 1 0 0,1 0 0 0 0,-1 0-1 0 0,0 0 1 0 0,1 0-1 0 0,-1 0 1 0 0,1 0-1 0 0,-1 0 1 0 0,0 0 0 0 0,1 0-1 0 0,-1 0 1 0 0,0 0-1 0 0,1 0 1 0 0,-1 0-1 0 0,1 0 1 0 0,0 1 0 0 0,164 14-1542 0 0,-84-7-3540 0 0,-47-3 1169 0 0,-9-2-3131 0 0</inkml:trace>
  <inkml:trace contextRef="#ctx0" brushRef="#br0" timeOffset="2">1786 703 2884 0 0,'-132'43'15018'0'0,"94"-33"-9913"0"0,38-9-5032 0 0,0 0 0 0 0,0-1 0 0 0,0 1 0 0 0,0 0 0 0 0,0-1 0 0 0,1 1 0 0 0,-1 0 0 0 0,0-1 0 0 0,1 1 0 0 0,-1 0 0 0 0,0-1 0 0 0,1 1 0 0 0,-1-1 0 0 0,1 1 0 0 0,-1 0 0 0 0,1-1 0 0 0,-1 1 0 0 0,1-1 0 0 0,-1 0 0 0 0,1 1 0 0 0,-1-1 0 0 0,1 1 0 0 0,0-1 0 0 0,0 1 0 0 0,18 4 346 0 0,-15-4-382 0 0,31 6 124 0 0,0-2 0 0 0,1-2 0 0 0,45-1 0 0 0,-50-1-487 0 0,262-4-4883 0 0,-203-2-127 0 0,110-22 0 0 0,-94 6-1985 0 0</inkml:trace>
  <inkml:trace contextRef="#ctx0" brushRef="#br0" timeOffset="3">3507 203 520 0 0,'-3'-13'3358'0'0,"0"0"-1"0"0,-1 0 1 0 0,-6-15 0 0 0,-11-14 3210 0 0,16 43-5989 0 0,-1 0-351 0 0,1 1 0 0 0,-1-1 0 0 0,1 2-1 0 0,-1-1 1 0 0,1 0 0 0 0,0 1 0 0 0,0 0 0 0 0,0 1 0 0 0,-7 5 0 0 0,-44 44 1744 0 0,41-38-1623 0 0,-17 17 214 0 0,1 2-1 0 0,2 1 1 0 0,2 1 0 0 0,1 2 0 0 0,2 0 0 0 0,1 2 0 0 0,3 0 0 0 0,-26 69-1 0 0,42-97-466 0 0,1-1 0 0 0,1 1-1 0 0,0-1 1 0 0,0 1-1 0 0,1 0 1 0 0,0-1-1 0 0,1 1 1 0 0,1 0 0 0 0,0 0-1 0 0,5 22 1 0 0,-5-27-53 0 0,1-1 0 0 0,1 0 1 0 0,-1 0-1 0 0,1 0 0 0 0,0 0 0 0 0,1 0 1 0 0,-1-1-1 0 0,1 1 0 0 0,0-1 1 0 0,0 0-1 0 0,1 0 0 0 0,0-1 0 0 0,-1 1 1 0 0,2-1-1 0 0,-1 0 0 0 0,0 0 1 0 0,1-1-1 0 0,0 0 0 0 0,-1 0 0 0 0,1 0 1 0 0,8 2-1 0 0,-2-1-43 0 0,0-1 0 0 0,1 0 0 0 0,0-1 0 0 0,-1 0 0 0 0,1-1 0 0 0,0 0 0 0 0,0-1 0 0 0,23-3 0 0 0,-17 0 0 0 0,-1-1 0 0 0,0-1 0 0 0,0-1 0 0 0,0 0 0 0 0,25-13 0 0 0,-11 1 0 0 0,0-2 0 0 0,-1-1 0 0 0,-1-1 0 0 0,-1-2 0 0 0,40-41 0 0 0,-48 42 0 0 0,0-1 0 0 0,-1-1 0 0 0,28-49 0 0 0,-40 62 0 0 0,-2-1 0 0 0,1 0 0 0 0,-2-1 0 0 0,0 1 0 0 0,0-1 0 0 0,-2 0 0 0 0,1 0 0 0 0,-2 0 0 0 0,0-1 0 0 0,0-21 0 0 0,-3 26 1 0 0,0 0 1 0 0,0 0-1 0 0,-1 0 1 0 0,0 0-1 0 0,-1 0 1 0 0,-1 1-1 0 0,1-1 1 0 0,-1 1-1 0 0,-10-17 1 0 0,5 14 0 0 0,1 0 0 0 0,-1 1 0 0 0,-1 0 0 0 0,0 1 1 0 0,0 0-1 0 0,-17-11 0 0 0,4 4-23 0 0,-1 2-1 0 0,-1 1 1 0 0,-1 1 0 0 0,0 1-1 0 0,0 1 1 0 0,-44-11 0 0 0,30 13-1412 0 0,0 1 0 0 0,0 3 0 0 0,-80-2 0 0 0,44 9-5521 0 0,-89 14 0 0 0,79-4-3650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10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111 172 188 0 0,'6'-25'5093'0'0,"3"-36"1"0"0,1-2 1517 0 0,-9 60-5847 0 0,-5-10 2635 0 0,0 25-3326 0 0,-1 0 0 0 0,2 1 0 0 0,0-1 0 0 0,0 1 0 0 0,1 0 0 0 0,-1 22 0 0 0,-3 14 2 0 0,-35 240 397 0 0,-1 0-3454 0 0,36-262 1710 0 0,5-23 649 0 0,-3-13-1695 0 0,2 3 2101 0 0,0 0 1 0 0,1 0 0 0 0,-1 0-1 0 0,1 0 1 0 0,0 0 0 0 0,1-1-1 0 0,-1 1 1 0 0,1 0 0 0 0,1-6-1 0 0,9-71-563 0 0,-6 61 719 0 0,0-9 902 0 0,2-1 0 0 0,17-51-1 0 0,-22 82-802 0 0,-1-1-1 0 0,1 1 1 0 0,0-1-1 0 0,0 1 0 0 0,1-1 1 0 0,-1 1-1 0 0,0 0 1 0 0,0 0-1 0 0,1-1 0 0 0,-1 1 1 0 0,0 0-1 0 0,1 0 0 0 0,-1 0 1 0 0,1 0-1 0 0,3-1 1 0 0,29-9 247 0 0,92-8 131 0 0,-92 16-797 0 0,0-2 1 0 0,0-2-1 0 0,38-11 0 0 0,-62 14 233 0 0,0 0 0 0 0,0 0 0 0 0,0-1 0 0 0,-1 0 0 0 0,1-1-1 0 0,-1 0 1 0 0,-1 0 0 0 0,1-1 0 0 0,-1 0 0 0 0,0-1-1 0 0,-1 0 1 0 0,0 0 0 0 0,0 0 0 0 0,7-14 0 0 0,-8 11 158 0 0,0 0 1 0 0,-1-1 0 0 0,0 1-1 0 0,-1-1 1 0 0,-1 0 0 0 0,0-1-1 0 0,-1 1 1 0 0,2-14 0 0 0,-3 0 1648 0 0,0 0 0 0 0,-6-46 1 0 0,5 72-1620 0 0,0-1 1 0 0,0 1 0 0 0,0-1 0 0 0,0 1 0 0 0,0-1 0 0 0,0 1 0 0 0,0-1 0 0 0,0 1 0 0 0,0-1-1 0 0,0 1 1 0 0,0 0 0 0 0,0-1 0 0 0,0 1 0 0 0,-1-1 0 0 0,1 1 0 0 0,0-1 0 0 0,0 1 0 0 0,-1 0 0 0 0,1-1-1 0 0,0 1 1 0 0,0 0 0 0 0,-1-1 0 0 0,1 1 0 0 0,0 0 0 0 0,-1-1 0 0 0,0 1 0 0 0,-6 7 213 0 0,-5 20-183 0 0,-5 27 71 0 0,4 0 0 0 0,1 1 1 0 0,-7 97-1 0 0,16-120-698 0 0,3-1 0 0 0,5 58 0 0 0,-3-77-59 0 0,0-1 0 0 0,1 1 0 0 0,1-1 0 0 0,6 16 0 0 0,-7-21-254 0 0,0 1 0 0 0,1 0 0 0 0,0-1 0 0 0,1 0 0 0 0,-1 0 0 0 0,1 0 0 0 0,10 9 0 0 0,4-1-4188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12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278 145 880 0 0,'0'-10'2796'0'0,"-1"-1"0"0"0,-1 1 0 0 0,0-1 0 0 0,-6-18 0 0 0,0-1 1114 0 0,4 31-3467 0 0,4-1-420 0 0,-1 0 0 0 0,0 1 0 0 0,0-1 1 0 0,0 0-1 0 0,0 0 0 0 0,0 1 0 0 0,0-1 0 0 0,1 0 0 0 0,-1 1 1 0 0,0-1-1 0 0,0 1 0 0 0,0-1 0 0 0,1 1 0 0 0,-2 0 0 0 0,-7 12 62 0 0,1 1 0 0 0,0-1-1 0 0,1 1 1 0 0,1 1 0 0 0,0-1-1 0 0,1 1 1 0 0,1 0 0 0 0,-4 19-1 0 0,6-23-65 0 0,1 0 0 0 0,-1 1 0 0 0,2-1 0 0 0,-1 0 0 0 0,2 1 0 0 0,-1-1 0 0 0,2 0-1 0 0,-1 1 1 0 0,2-1 0 0 0,-1 0 0 0 0,2 0 0 0 0,5 14 0 0 0,-7-22-8 0 0,0 1-1 0 0,0-1 1 0 0,0 1 0 0 0,1-1-1 0 0,0 1 1 0 0,-1-1 0 0 0,1 0-1 0 0,0 0 1 0 0,1-1 0 0 0,-1 1-1 0 0,0-1 1 0 0,1 1 0 0 0,0-1-1 0 0,-1 0 1 0 0,1 0 0 0 0,0-1-1 0 0,0 1 1 0 0,0-1 0 0 0,0 0-1 0 0,0 0 1 0 0,0 0 0 0 0,0-1-1 0 0,6 1 1 0 0,-5-1 0 0 0,1 0 0 0 0,-1-1 0 0 0,1 1 0 0 0,-1-1 0 0 0,1 0 0 0 0,-1-1 0 0 0,1 1-1 0 0,-1-1 1 0 0,0 0 0 0 0,0-1 0 0 0,0 1 0 0 0,0-1 0 0 0,-1 0 0 0 0,1 0 0 0 0,-1-1 0 0 0,7-5 0 0 0,-5 2-4 0 0,0-1 0 0 0,0 0 0 0 0,-1 0 1 0 0,0-1-1 0 0,-1 1 0 0 0,0-1 0 0 0,0 0 0 0 0,-1 0 0 0 0,0 0 0 0 0,0-1 1 0 0,-1 1-1 0 0,-1-1 0 0 0,1 1 0 0 0,-1-1 0 0 0,-1 1 0 0 0,0-11 0 0 0,-1 8 0 0 0,0-1 0 0 0,-1 1 0 0 0,0 0 0 0 0,-1 0 0 0 0,0 1 0 0 0,-1-1 0 0 0,0 1 0 0 0,-1-1 0 0 0,-1 1 0 0 0,1 1 0 0 0,-1-1 0 0 0,-12-13 0 0 0,15 19-9 0 0,-1 1 0 0 0,0 0 0 0 0,0 0 0 0 0,-1 0 0 0 0,1 0 0 0 0,-1 1 0 0 0,0 0 0 0 0,0 0 0 0 0,0 0-1 0 0,0 1 1 0 0,-1-1 0 0 0,1 1 0 0 0,0 1 0 0 0,-1-1 0 0 0,-9-1 0 0 0,8 2-6 0 0,-1 1 0 0 0,1 0 0 0 0,0 0 0 0 0,0 1 0 0 0,0 0 0 0 0,-1 0 0 0 0,1 1 0 0 0,0 0 0 0 0,0 0 0 0 0,0 0 0 0 0,1 1 0 0 0,-8 4 0 0 0,-3 2-7 0 0,0 1 0 0 0,1 0 1 0 0,0 2-1 0 0,0 0 0 0 0,-20 20 1 0 0,30-25 7 0 0,-1 0 1 0 0,1 1-1 0 0,0-1 1 0 0,1 1-1 0 0,0 1 1 0 0,0-1-1 0 0,1 1 0 0 0,0 0 1 0 0,1 0-1 0 0,-1 0 1 0 0,2 0-1 0 0,-1 0 1 0 0,0 12-1 0 0,2-16-4 0 0,1-1 0 0 0,0 0 0 0 0,0 0 0 0 0,0 1 0 0 0,1-1 0 0 0,-1 0 0 0 0,1 0 0 0 0,0 1-1 0 0,0-1 1 0 0,1 0 0 0 0,-1 0 0 0 0,1 0 0 0 0,0 0 0 0 0,0-1 0 0 0,4 6 0 0 0,-2-4-31 0 0,0 0 1 0 0,1 0-1 0 0,0-1 1 0 0,0 1 0 0 0,0-1-1 0 0,1 0 1 0 0,-1-1-1 0 0,1 1 1 0 0,6 2-1 0 0,5 1-157 0 0,0-1 1 0 0,0 0-1 0 0,1-2 0 0 0,-1 0 1 0 0,1-1-1 0 0,26 1 0 0 0,-22-3-52 0 0,1-1 0 0 0,0-2-1 0 0,0 0 1 0 0,-1-1-1 0 0,1-2 1 0 0,-1 0 0 0 0,0-1-1 0 0,0-1 1 0 0,-1-1-1 0 0,0-2 1 0 0,-1 1-1 0 0,21-15 1 0 0,-23 12 390 0 0,0-1 0 0 0,0 0-1 0 0,-1-2 1 0 0,-1 0 0 0 0,-1 0 0 0 0,0-2-1 0 0,21-30 1 0 0,-25 29 492 0 0,-4 8-120 0 0,0-1 0 0 0,14-15 0 0 0,-20 24-460 0 0,-2 41 72 0 0,-10 58-1 0 0,1-38-91 0 0,-15 119 65 0 0,21-131 377 0 0,4-45-260 0 0,6-10-87 0 0,6-11-81 0 0,0 1 0 0 0,9-22-1 0 0,-11 18 3 0 0,19-26 0 0 0,-14 27-81 0 0,2 0 0 0 0,0 1 0 0 0,24-21-1 0 0,-33 34 21 0 0,-1 0 0 0 0,1 1 0 0 0,1 0 0 0 0,-1 0 0 0 0,1 1-1 0 0,0 0 1 0 0,1 1 0 0 0,-1 0 0 0 0,1 0 0 0 0,19-4 0 0 0,-25 8 6 0 0,1-1 1 0 0,-1 1 0 0 0,0 1-1 0 0,1-1 1 0 0,-1 1 0 0 0,0-1 0 0 0,1 1-1 0 0,-1 0 1 0 0,0 1 0 0 0,0-1 0 0 0,0 1-1 0 0,0 0 1 0 0,0 0 0 0 0,0 0 0 0 0,0 0-1 0 0,-1 1 1 0 0,1 0 0 0 0,-1-1 0 0 0,4 5-1 0 0,-1 0 10 0 0,0-1-1 0 0,-1 1 0 0 0,0-1 0 0 0,0 1 1 0 0,-1 1-1 0 0,0-1 0 0 0,0 1 0 0 0,4 12 1 0 0,-3-3 205 0 0,-1 1 0 0 0,-1 0 1 0 0,-1 0-1 0 0,-1 0 1 0 0,0 24-1 0 0,-4-48-112 0 0,2 5-91 0 0,1 1-1 0 0,0 0 0 0 0,-1-1 1 0 0,1 1-1 0 0,0 0 0 0 0,0-1 1 0 0,-1 1-1 0 0,1-1 0 0 0,0 1 1 0 0,0-1-1 0 0,-1 1 0 0 0,1 0 1 0 0,0-1-1 0 0,0 1 0 0 0,0-1 1 0 0,0 1-1 0 0,0-1 0 0 0,0 1 0 0 0,0-1 1 0 0,0 1-1 0 0,0-1 0 0 0,0 1 1 0 0,0-1-1 0 0,0 1 0 0 0,0-1 1 0 0,1 0-1 0 0,1-15 6 0 0,1 0 0 0 0,0 0 0 0 0,2 0 0 0 0,0 0 0 0 0,0 1 0 0 0,2 0 0 0 0,14-26 0 0 0,-14 29-24 0 0,1 0 0 0 0,0 1-1 0 0,1 0 1 0 0,0 0 0 0 0,0 1 0 0 0,1 0 0 0 0,1 0-1 0 0,-1 2 1 0 0,20-13 0 0 0,-27 19 4 0 0,0 0 1 0 0,0 1-1 0 0,-1 0 1 0 0,1-1-1 0 0,0 1 1 0 0,0 0-1 0 0,0 1 1 0 0,0-1-1 0 0,1 0 1 0 0,-1 1-1 0 0,0 0 1 0 0,0 0-1 0 0,0 0 1 0 0,0 0-1 0 0,0 0 1 0 0,0 1-1 0 0,1-1 1 0 0,-1 1-1 0 0,0 0 1 0 0,4 1-1 0 0,-3 1 12 0 0,-1 0 0 0 0,1 0 0 0 0,-1 0 0 0 0,0 1 0 0 0,0-1 0 0 0,0 1 0 0 0,0 0-1 0 0,-1-1 1 0 0,0 1 0 0 0,1 0 0 0 0,-1 1 0 0 0,-1-1 0 0 0,1 0 0 0 0,1 8 0 0 0,2 10 20 0 0,5 42 0 0 0,-4-16-150 0 0,-3-31-441 0 0,0 0 0 0 0,2 1 0 0 0,10 24-1 0 0,-13-37 188 0 0,0 1 0 0 0,1-1-1 0 0,0 0 1 0 0,1 0 0 0 0,-1-1-1 0 0,1 1 1 0 0,-1-1 0 0 0,1 0-1 0 0,1 0 1 0 0,-1 0 0 0 0,1 0-1 0 0,-1-1 1 0 0,1 1 0 0 0,6 2-1 0 0,-9-5 183 0 0,1 0 1 0 0,-1-1-1 0 0,1 1 0 0 0,-1-1 0 0 0,1 0 0 0 0,-1 1 1 0 0,1-1-1 0 0,0 0 0 0 0,-1 0 0 0 0,1-1 0 0 0,-1 1 1 0 0,1 0-1 0 0,-1-1 0 0 0,1 0 0 0 0,-1 0 0 0 0,0 1 1 0 0,1-1-1 0 0,-1-1 0 0 0,5-1 0 0 0,-1-1-303 0 0,1-1-1 0 0,0 1 1 0 0,-1-1-1 0 0,11-12 1 0 0,-6 5 752 0 0,-2-1-1 0 0,1 0 1 0 0,-1 0 0 0 0,-1-1 0 0 0,-1 0 0 0 0,0-1 0 0 0,0 0 0 0 0,-2 0 0 0 0,6-22 0 0 0,-6 15 1142 0 0,-1 0 0 0 0,-1-1 0 0 0,-1 1 0 0 0,0 0 0 0 0,-2-1 0 0 0,-3-24 0 0 0,3 44-1126 0 0,0 3-255 0 0,0-1 0 0 0,-1 1 0 0 0,1 0 0 0 0,0 0 0 0 0,0-1 0 0 0,0 1 0 0 0,0 0-1 0 0,0 0 1 0 0,0-1 0 0 0,0 1 0 0 0,0 0 0 0 0,-1 0 0 0 0,1 0 0 0 0,0-1 0 0 0,0 1-1 0 0,0 0 1 0 0,0 0 0 0 0,-1 0 0 0 0,1-1 0 0 0,0 1 0 0 0,0 0 0 0 0,0 0 0 0 0,-1 0-1 0 0,1 0 1 0 0,0 0 0 0 0,0 0 0 0 0,-1-1 0 0 0,1 1 0 0 0,0 0 0 0 0,0 0 0 0 0,-1 0-1 0 0,1 0 1 0 0,0 0 0 0 0,0 0 0 0 0,-1 0 0 0 0,1 0 0 0 0,0 0 0 0 0,0 0 0 0 0,-1 0-1 0 0,1 0 1 0 0,0 1 0 0 0,0-1 0 0 0,-1 0 0 0 0,1 0 0 0 0,0 0 0 0 0,0 0 0 0 0,-1 0-1 0 0,1 0 1 0 0,0 1 0 0 0,0-1 0 0 0,0 0 0 0 0,-1 0 0 0 0,1 0 0 0 0,0 0 0 0 0,0 1-1 0 0,0-1 1 0 0,-1 0 0 0 0,-10 9 100 0 0,1 5-53 0 0,1 0 0 0 0,1 1-1 0 0,0 0 1 0 0,1 0 0 0 0,0 1 0 0 0,2 0 0 0 0,0 0 0 0 0,0 1 0 0 0,2-1 0 0 0,-4 31 0 0 0,6-37-39 0 0,1 0 0 0 0,0 0 0 0 0,0 0 1 0 0,0 0-1 0 0,2 0 0 0 0,-1 0 1 0 0,1 0-1 0 0,1 0 0 0 0,-1 0 1 0 0,5 9-1 0 0,-4-14-1 0 0,0 1-1 0 0,0-1 1 0 0,1 0-1 0 0,-1 0 1 0 0,1 0-1 0 0,0-1 1 0 0,0 1-1 0 0,1-1 0 0 0,-1 0 1 0 0,1 0-1 0 0,0 0 1 0 0,0-1-1 0 0,0 0 1 0 0,1 0-1 0 0,-1 0 1 0 0,1-1-1 0 0,9 4 1 0 0,-5-4 8 0 0,0 0 0 0 0,0 0 1 0 0,1-1-1 0 0,-1 0 0 0 0,0-1 0 0 0,0 0 1 0 0,1-1-1 0 0,-1 0 0 0 0,0 0 1 0 0,0-1-1 0 0,0-1 0 0 0,0 1 0 0 0,0-2 1 0 0,-1 1-1 0 0,1-1 0 0 0,-1-1 0 0 0,0 0 1 0 0,0 0-1 0 0,10-9 0 0 0,-9 7 14 0 0,0-1 0 0 0,-1 0-1 0 0,0 0 1 0 0,0-1-1 0 0,-1-1 1 0 0,-1 1 0 0 0,1-1-1 0 0,-1 0 1 0 0,-1-1 0 0 0,0 1-1 0 0,-1-1 1 0 0,0-1 0 0 0,0 1-1 0 0,-1-1 1 0 0,-1 0 0 0 0,3-12-1 0 0,-5 16-12 0 0,0-1 0 0 0,-1 1-1 0 0,0-1 1 0 0,0 1-1 0 0,-1-1 1 0 0,0 1 0 0 0,0-1-1 0 0,-1 1 1 0 0,0 0 0 0 0,0-1-1 0 0,-1 1 1 0 0,-1 1-1 0 0,-5-12 1 0 0,6 14-26 0 0,0 0 0 0 0,0 1 0 0 0,-1-1 0 0 0,0 1 0 0 0,0 0 0 0 0,0 0 0 0 0,-1 0 0 0 0,1 0 0 0 0,-1 1 0 0 0,0 0 0 0 0,0 0 0 0 0,0 0 0 0 0,0 0 0 0 0,0 1 0 0 0,-1 0 0 0 0,1 0 0 0 0,-1 1 0 0 0,1-1 0 0 0,-1 1 0 0 0,-7 0 0 0 0,0 0-19 0 0,-1 1 0 0 0,1 1 0 0 0,0 0 0 0 0,0 1 0 0 0,0 0 0 0 0,0 1 0 0 0,0 1 0 0 0,0 0 0 0 0,1 0 0 0 0,-15 8 0 0 0,19-8-187 0 0,1 0 0 0 0,0 0 0 0 0,0 0 0 0 0,0 1 0 0 0,1 0 0 0 0,-1 0 0 0 0,1 0 0 0 0,0 1 0 0 0,1 0 0 0 0,-1 1 0 0 0,1-1 0 0 0,1 1 0 0 0,-1 0 0 0 0,1 0 1 0 0,0 0-1 0 0,1 1 0 0 0,-5 11 0 0 0,8-16 39 0 0,-1-1 1 0 0,1 1 0 0 0,0-1-1 0 0,0 1 1 0 0,0 0 0 0 0,0-1-1 0 0,1 1 1 0 0,-1 0-1 0 0,1-1 1 0 0,-1 1 0 0 0,1-1-1 0 0,0 1 1 0 0,0-1 0 0 0,0 1-1 0 0,0-1 1 0 0,0 0 0 0 0,1 1-1 0 0,-1-1 1 0 0,1 0 0 0 0,0 0-1 0 0,-1 0 1 0 0,1 0 0 0 0,3 2-1 0 0,2 2-771 0 0,0-1 1 0 0,0 0-1 0 0,0-1 0 0 0,0 1 0 0 0,1-1 0 0 0,9 3 0 0 0,17 6-4204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14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752 283 852 0 0,'1'-2'438'0'0,"-1"0"1"0"0,0-1-1 0 0,0 1 0 0 0,0-1 0 0 0,0 1 1 0 0,-1 0-1 0 0,1-1 0 0 0,0 1 1 0 0,-1-1-1 0 0,0 1 0 0 0,0 0 0 0 0,1 0 1 0 0,-1-1-1 0 0,-1 1 0 0 0,1 0 1 0 0,0 0-1 0 0,-3-3 0 0 0,1 2-14 0 0,0 0-1 0 0,0 0 1 0 0,-1 0-1 0 0,1 0 0 0 0,-1 0 1 0 0,0 1-1 0 0,0-1 1 0 0,-7-2-1 0 0,-2 0 109 0 0,0 1 0 0 0,0 0-1 0 0,0 1 1 0 0,0 1-1 0 0,-20-2 1 0 0,15 3-321 0 0,0 1-1 0 0,-1 1 1 0 0,1 1 0 0 0,0 1-1 0 0,0 0 1 0 0,0 2 0 0 0,0 0-1 0 0,1 0 1 0 0,0 2 0 0 0,0 0-1 0 0,-23 14 1 0 0,26-13-168 0 0,-1 1 0 0 0,2 1 0 0 0,-1 0 0 0 0,2 1 0 0 0,-1 0 0 0 0,1 1 0 0 0,1 1 0 0 0,0-1 0 0 0,1 2 0 0 0,1-1 0 0 0,0 2-1 0 0,-13 25 1 0 0,20-36-36 0 0,1 0 0 0 0,-1 0 0 0 0,1-1 0 0 0,0 1 0 0 0,0 1 0 0 0,0-1 0 0 0,1 0 0 0 0,-1 0 0 0 0,1 0 0 0 0,0 0 0 0 0,0 0 0 0 0,1 0 0 0 0,-1 1 0 0 0,1-1 0 0 0,0 0 0 0 0,0 0 0 0 0,0 0-1 0 0,1 0 1 0 0,1 4 0 0 0,0-4-2 0 0,-1 0 0 0 0,1-1-1 0 0,0 1 1 0 0,0-1 0 0 0,0 0-1 0 0,1 0 1 0 0,-1 0 0 0 0,1 0-1 0 0,0-1 1 0 0,0 1 0 0 0,-1-1-1 0 0,2 0 1 0 0,-1 0-1 0 0,0 0 1 0 0,0-1 0 0 0,0 0-1 0 0,6 2 1 0 0,2-1-3 0 0,0 0 0 0 0,1-1 0 0 0,-1 0 0 0 0,0-1 0 0 0,1 0 0 0 0,-1-1 1 0 0,0 0-1 0 0,0-1 0 0 0,0-1 0 0 0,0 0 0 0 0,0 0 0 0 0,0-1 0 0 0,-1 0 0 0 0,0-1 0 0 0,0-1 0 0 0,0 0 0 0 0,0 0 0 0 0,13-12 0 0 0,-6 4 28 0 0,-1-1-1 0 0,-1 0 1 0 0,0-2-1 0 0,-2 0 0 0 0,1 0 1 0 0,-2-2-1 0 0,0 1 1 0 0,-2-2-1 0 0,11-23 0 0 0,3-2 215 0 0,-24 43-266 0 0,7 17-40 0 0,-6-8 58 0 0,-2-1 0 0 0,1 1 0 0 0,-1 0-1 0 0,0 0 1 0 0,-1-1 0 0 0,-1 9-1 0 0,0 6 1 0 0,-22 324 1318 0 0,-3 40 599 0 0,3-104-510 0 0,18-241-739 0 0,-2 0 1 0 0,-2-1-1 0 0,-1 0 1 0 0,-32 72-1 0 0,38-100-427 0 0,-1-1 1 0 0,0 1-1 0 0,-1-1 1 0 0,0-1-1 0 0,-1 1 1 0 0,1-1-1 0 0,-2-1 0 0 0,0 1 1 0 0,0-1-1 0 0,0-1 1 0 0,-17 11-1 0 0,18-14-90 0 0,0 0-1 0 0,-1 0 1 0 0,0 0-1 0 0,0-1 1 0 0,0 0-1 0 0,-1-1 1 0 0,1 0-1 0 0,0-1 0 0 0,-1 1 1 0 0,1-2-1 0 0,-1 1 1 0 0,0-2-1 0 0,1 1 1 0 0,-19-4-1 0 0,9-1-125 0 0,0 0 0 0 0,1-1-1 0 0,0-1 1 0 0,0-1-1 0 0,1 0 1 0 0,0-1 0 0 0,0-1-1 0 0,1-1 1 0 0,-18-15 0 0 0,25 19-16 0 0,1-1 0 0 0,0-1 0 0 0,0 1 0 0 0,1-2 0 0 0,0 1 0 0 0,1 0 0 0 0,-8-15 0 0 0,11 16-4 0 0,0 1 0 0 0,0-1 0 0 0,1 0 0 0 0,0 0 0 0 0,0 0 0 0 0,1 0 0 0 0,0 0 0 0 0,0 0 0 0 0,1 0 0 0 0,0 0 0 0 0,1-10 0 0 0,3-1-69 0 0,0 1-1 0 0,1 0 1 0 0,1 0 0 0 0,1 1-1 0 0,0 0 1 0 0,2 0-1 0 0,0 0 1 0 0,0 1 0 0 0,18-21-1 0 0,9-9-444 0 0,71-68 1 0 0,299-242-3808 0 0,-140 131 1884 0 0,-257 216 2374 0 0,108-102-619 0 0,-103 96 606 0 0,0 0 0 0 0,-2-2 0 0 0,0 1 0 0 0,-1-1 0 0 0,16-33 0 0 0,-24 42 64 0 0,1-1 0 0 0,-1 0 0 0 0,-1-1 0 0 0,0 1 0 0 0,1-11 0 0 0,-2 16 13 0 0,-1-1 0 0 0,0 1 0 0 0,0-1-1 0 0,0 1 1 0 0,-1-1 0 0 0,0 1 0 0 0,0-1-1 0 0,0 1 1 0 0,0 0 0 0 0,0-1 0 0 0,-1 1-1 0 0,-3-5 1 0 0,5 8-4 0 0,-1 0 1 0 0,1 1-1 0 0,-1-1 0 0 0,0 0 1 0 0,1 0-1 0 0,-1 1 0 0 0,0-1 0 0 0,0 1 1 0 0,0-1-1 0 0,1 1 0 0 0,-1-1 0 0 0,0 1 1 0 0,0-1-1 0 0,0 1 0 0 0,0 0 1 0 0,0 0-1 0 0,0-1 0 0 0,0 1 0 0 0,0 0 1 0 0,0 0-1 0 0,0 0 0 0 0,0 0 1 0 0,0 0-1 0 0,0 0 0 0 0,0 0 0 0 0,0 0 1 0 0,0 1-1 0 0,-1-1 0 0 0,-24 11-45 0 0,17-5 44 0 0,1 0-1 0 0,0 0 1 0 0,0 1-1 0 0,1 0 1 0 0,-1 1-1 0 0,2-1 1 0 0,-1 1-1 0 0,1 1 1 0 0,-8 14-1 0 0,5-7 2 0 0,1 0 0 0 0,0 0 0 0 0,2 1 0 0 0,-8 29 0 0 0,12-40 3 0 0,1 0 0 0 0,0 1 1 0 0,0-1-1 0 0,1 1 0 0 0,-1-1 0 0 0,1 1 0 0 0,1-1 0 0 0,-1 0 1 0 0,1 1-1 0 0,1-1 0 0 0,-1 0 0 0 0,1 1 0 0 0,0-1 0 0 0,0 0 0 0 0,1 0 1 0 0,-1 0-1 0 0,1-1 0 0 0,1 1 0 0 0,-1-1 0 0 0,6 7 0 0 0,-2-5-30 0 0,-1 0 0 0 0,1-1-1 0 0,1-1 1 0 0,-1 1-1 0 0,1-1 1 0 0,0 0 0 0 0,0-1-1 0 0,0 1 1 0 0,1-2-1 0 0,0 1 1 0 0,-1-1 0 0 0,1-1-1 0 0,14 3 1 0 0,-8-3-171 0 0,1-1 1 0 0,-1-1 0 0 0,1 0 0 0 0,-1-1-1 0 0,0 0 1 0 0,0-1 0 0 0,1-1 0 0 0,-1-1-1 0 0,-1 0 1 0 0,1-1 0 0 0,-1 0 0 0 0,0-1-1 0 0,0-1 1 0 0,0 0 0 0 0,13-10-1 0 0,2-3-80 0 0,-1-1-1 0 0,-1-1 0 0 0,-2-1 0 0 0,0-1 0 0 0,36-45 1 0 0,53-101 2324 0 0,-113 170-2039 0 0,-1-1-1 0 0,0 1 1 0 0,1-1 0 0 0,-1 0 0 0 0,0 1-1 0 0,1-1 1 0 0,-1 1 0 0 0,1-1 0 0 0,-1 1-1 0 0,1-1 1 0 0,-1 1 0 0 0,1-1 0 0 0,0 1 0 0 0,-1 0-1 0 0,1-1 1 0 0,-1 1 0 0 0,1 0 0 0 0,1-1-1 0 0,4 7 89 0 0,-2 18-5 0 0,-3 3 77 0 0,-2 0-1 0 0,-8 52 0 0 0,-19 53 226 0 0,20-96-334 0 0,-17 77 495 0 0,25-109-393 0 0,0-4-141 0 0,-1 1-1 0 0,1-1 0 0 0,0 1 0 0 0,0 0 1 0 0,1-1-1 0 0,-1 1 0 0 0,0-1 1 0 0,0 1-1 0 0,0 0 0 0 0,0-1 0 0 0,0 1 1 0 0,1-1-1 0 0,-1 1 0 0 0,0-1 1 0 0,1 1-1 0 0,-1-1 0 0 0,0 1 0 0 0,1 0 1 0 0,104-125 269 0 0,-7 6-240 0 0,-80 99-43 0 0,121-115-160 0 0,-138 133 158 0 0,0 0 0 0 0,0 1 0 0 0,0-1 0 0 0,0 0 0 0 0,0 1 0 0 0,0-1 0 0 0,0 1 0 0 0,0-1 0 0 0,0 1 0 0 0,0-1 0 0 0,0 1 0 0 0,0 0 0 0 0,0-1 0 0 0,0 1 0 0 0,0 0 0 0 0,0 0 0 0 0,0 0 0 0 0,1 0 0 0 0,-1 0 0 0 0,0 0 0 0 0,0 0 1 0 0,0 0-1 0 0,2 1 0 0 0,-1 0 13 0 0,-1 0 0 0 0,0 0 0 0 0,1 0 0 0 0,-1 0 0 0 0,0 0 0 0 0,1 0 1 0 0,-1 1-1 0 0,0-1 0 0 0,0 0 0 0 0,0 1 0 0 0,0-1 0 0 0,0 1 0 0 0,1 2 1 0 0,1 4 73 0 0,0-1 1 0 0,-1 1-1 0 0,0 0 1 0 0,3 16-1 0 0,-4 1 49 0 0,0 0-1 0 0,-5 33 1 0 0,2-37-163 0 0,1-1 1 0 0,1 0 0 0 0,0 0-1 0 0,6 36 1 0 0,-5-50-114 0 0,1 0 0 0 0,0-1 0 0 0,0 1 0 0 0,0 0 0 0 0,1 0 0 0 0,0-1 0 0 0,0 0 0 0 0,0 1 0 0 0,1-1 0 0 0,0 0 0 0 0,0-1 0 0 0,0 1 0 0 0,0-1 1 0 0,1 1-1 0 0,-1-2 0 0 0,1 1 0 0 0,0 0 0 0 0,1-1 0 0 0,-1 0 0 0 0,0 0 0 0 0,1 0 0 0 0,0-1 0 0 0,0 0 0 0 0,0 0 0 0 0,10 2 0 0 0,-5-3-180 0 0,-1 1 0 0 0,1-2 0 0 0,0 1-1 0 0,0-1 1 0 0,-1-1 0 0 0,1 0 0 0 0,0-1-1 0 0,-1 0 1 0 0,0 0 0 0 0,1-1 0 0 0,-1-1 0 0 0,0 1-1 0 0,0-2 1 0 0,11-6 0 0 0,-3-1 201 0 0,1-1 1 0 0,-2 0-1 0 0,0-2 0 0 0,-1 0 0 0 0,0-1 1 0 0,-1 0-1 0 0,-1-2 0 0 0,-1 1 1 0 0,0-2-1 0 0,-1 0 0 0 0,14-30 0 0 0,-16 26 876 0 0,0-1-1 0 0,-1 0 0 0 0,-2-1 0 0 0,0 1 0 0 0,-2-1 1 0 0,-1-1-1 0 0,0 1 0 0 0,-2-1 0 0 0,-2-45 0 0 0,-1 51-256 0 0,2 17-443 0 0,-1 0 1 0 0,0 0-1 0 0,0 0 0 0 0,-1 0 1 0 0,1 0-1 0 0,-1 0 0 0 0,1 0 1 0 0,-1 0-1 0 0,0 0 1 0 0,-1-3-1 0 0,1 4 5 0 0,-3 2-51 0 0,-1 0 0 0 0,1 1 1 0 0,0-1-1 0 0,0 1 1 0 0,0 0-1 0 0,0 0 0 0 0,0 1 1 0 0,0-1-1 0 0,0 1 1 0 0,1 0-1 0 0,-1 0 0 0 0,1 0 1 0 0,-1 0-1 0 0,1 0 0 0 0,-1 1 1 0 0,-2 3-1 0 0,-11 9 14 0 0,-25 31 0 0 0,29-31-2 0 0,-4 5-3 0 0,0 0 1 0 0,2 2-1 0 0,-24 41 0 0 0,33-51-10 0 0,0-1 1 0 0,1 1 0 0 0,1 0-1 0 0,0 0 1 0 0,1 1 0 0 0,0-1-1 0 0,1 1 1 0 0,0 0-1 0 0,0 25 1 0 0,3-32-5 0 0,0 1-1 0 0,0-1 1 0 0,0 1-1 0 0,1-1 1 0 0,-1 0-1 0 0,2 1 1 0 0,-1-1 0 0 0,1 0-1 0 0,0 0 1 0 0,0 0-1 0 0,0-1 1 0 0,6 7-1 0 0,-3-4 4 0 0,1-1 0 0 0,0 1-1 0 0,1-1 1 0 0,0-1 0 0 0,0 0-1 0 0,0 0 1 0 0,12 6 0 0 0,1-2-94 0 0,0-1 1 0 0,1 0-1 0 0,0-2 1 0 0,0-1-1 0 0,1 0 1 0 0,29 2-1 0 0,-26-5-295 0 0,0-1 1 0 0,0-1-1 0 0,0-1 0 0 0,0-2 0 0 0,-1-1 1 0 0,1 0-1 0 0,0-2 0 0 0,-1-1 0 0 0,33-13 0 0 0,-40 12 139 0 0,0-1 0 0 0,-1 0 0 0 0,-1-2 0 0 0,1 0 0 0 0,-1-1 0 0 0,-1 0 0 0 0,0-2-1 0 0,-1 0 1 0 0,0 0 0 0 0,-1-1 0 0 0,0-1 0 0 0,-1 0 0 0 0,12-22 0 0 0,-13 20 668 0 0,-1-1 0 0 0,-2 0 0 0 0,1-1 0 0 0,-2 0 1 0 0,-1 0-1 0 0,0-1 0 0 0,-1 1 0 0 0,2-24 0 0 0,-7 33-40 0 0,1 0 0 0 0,-2-1 0 0 0,0 1-1 0 0,-2-13 1 0 0,3 21-288 0 0,-2-9 65 0 0,3 10-153 0 0,-1 1-1 0 0,0-1 0 0 0,0 0 1 0 0,0 0-1 0 0,0 0 0 0 0,0 0 0 0 0,0 1 1 0 0,0-1-1 0 0,0 0 0 0 0,0 0 0 0 0,0 0 1 0 0,0 1-1 0 0,-1-1 0 0 0,1 0 1 0 0,0 0-1 0 0,0 0 0 0 0,-1 1 0 0 0,1-1 1 0 0,-1 0-1 0 0,0 0 0 0 0,-1 0-7 0 0,-8-2 5 0 0,7 4-8 0 0,1 0-1 0 0,-1 0 1 0 0,1 0-1 0 0,0 0 1 0 0,0 0-1 0 0,0 1 1 0 0,0-1-1 0 0,0 1 0 0 0,0-1 1 0 0,-2 3-1 0 0,-8 9 8 0 0,0-1 0 0 0,1 2 0 0 0,1 0-1 0 0,1 0 1 0 0,-1 1 0 0 0,2 0 0 0 0,-11 26 0 0 0,0 10 26 0 0,-14 56 0 0 0,29-95-15 0 0,2 0 0 0 0,-1 0-1 0 0,2 0 1 0 0,-1 0 0 0 0,2 1 0 0 0,0-1 0 0 0,0 0 0 0 0,1 1-1 0 0,4 16 1 0 0,-5-25-2 0 0,2 1-1 0 0,-1-1 1 0 0,1 1-1 0 0,-1-1 1 0 0,1 0-1 0 0,0 0 1 0 0,1 0-1 0 0,-1 0 1 0 0,1 0-1 0 0,0-1 1 0 0,0 1-1 0 0,0-1 1 0 0,0 1-1 0 0,0-1 1 0 0,1 0-1 0 0,0 0 1 0 0,-1-1 0 0 0,1 1-1 0 0,0-1 1 0 0,0 0-1 0 0,0 0 1 0 0,1 0-1 0 0,-1-1 1 0 0,0 1-1 0 0,1-1 1 0 0,-1 0-1 0 0,9 1 1 0 0,-4-1 3 0 0,0-1 0 0 0,0 0-1 0 0,0 0 1 0 0,0-1 0 0 0,0 0 0 0 0,0-1 0 0 0,0 0 0 0 0,0 0 0 0 0,-1-1 0 0 0,14-5 0 0 0,-10 2-4 0 0,-1 0 0 0 0,0-1 0 0 0,0 0 0 0 0,-1-1 0 0 0,0 0-1 0 0,17-18 1 0 0,-14 11-9 0 0,-1 0-1 0 0,0 0 0 0 0,-2-1 0 0 0,1-1 0 0 0,-2 1 0 0 0,0-2 0 0 0,-2 1 0 0 0,0-1 1 0 0,10-38-1 0 0,-13 36-5 0 0,-1-1 1 0 0,-1 0-1 0 0,0 0 1 0 0,-2 0-1 0 0,-1-1 1 0 0,0 1-1 0 0,-7-32 1 0 0,6 44-13 0 0,0-1 1 0 0,-1 0-1 0 0,0 1 1 0 0,0 0-1 0 0,-1-1 1 0 0,0 1-1 0 0,-1 1 1 0 0,0-1-1 0 0,-1 1 1 0 0,1 0-1 0 0,-2 0 1 0 0,1 0-1 0 0,-1 1 1 0 0,0 0-1 0 0,0 0 1 0 0,-1 1 0 0 0,-16-10-1 0 0,20 14 0 0 0,0 0 1 0 0,1 1-1 0 0,-1 0 0 0 0,0 0 1 0 0,0 0-1 0 0,0 0 0 0 0,0 0 1 0 0,0 1-1 0 0,0 0 0 0 0,0 0 1 0 0,0 0-1 0 0,1 0 0 0 0,-1 1 1 0 0,0-1-1 0 0,0 1 0 0 0,0 0 1 0 0,0 0-1 0 0,0 0 0 0 0,1 1 1 0 0,-1-1-1 0 0,0 1 0 0 0,1 0 1 0 0,0 0-1 0 0,-1 1 0 0 0,-4 3 0 0 0,5-3-19 0 0,0-1 0 0 0,0 1 0 0 0,1 0 0 0 0,-1 0 0 0 0,1 0-1 0 0,0 0 1 0 0,0 0 0 0 0,0 0 0 0 0,0 1 0 0 0,1-1-1 0 0,-1 1 1 0 0,1-1 0 0 0,0 1 0 0 0,0 0 0 0 0,0-1-1 0 0,0 1 1 0 0,1 0 0 0 0,-1 0 0 0 0,1-1 0 0 0,0 1 0 0 0,0 0-1 0 0,1 0 1 0 0,-1 0 0 0 0,1-1 0 0 0,0 1 0 0 0,0 0-1 0 0,1 4 1 0 0,1-2-88 0 0,0 0 1 0 0,0 0-1 0 0,1 0 0 0 0,0 0 0 0 0,0 0 1 0 0,1-1-1 0 0,-1 1 0 0 0,1-1 0 0 0,0-1 0 0 0,7 6 1 0 0,-2-2-88 0 0,0-2 1 0 0,1 1 0 0 0,0-1 0 0 0,1-1 0 0 0,13 5 0 0 0,5 0-348 0 0,1-2 1 0 0,0-2-1 0 0,50 5 0 0 0,-45-7 42 0 0,0-3 1 0 0,48-3-1 0 0,-64 0 432 0 0,1-1 0 0 0,0-1 0 0 0,-1-1 0 0 0,0 0 0 0 0,29-13 0 0 0,-33 10 892 0 0,1-1 1 0 0,-1 0-1 0 0,-1-1 0 0 0,0-1 0 0 0,0 0 0 0 0,22-24 1 0 0,-24 27-378 0 0,-13 8-427 0 0,0 0 1 0 0,0 0-1 0 0,1 0 1 0 0,-1 0-1 0 0,0 0 0 0 0,0 0 1 0 0,0 0-1 0 0,1 0 1 0 0,-1 0-1 0 0,0 0 1 0 0,0 0-1 0 0,0 0 1 0 0,0 0-1 0 0,1 0 1 0 0,-1 1-1 0 0,0-1 1 0 0,0 0-1 0 0,0 0 1 0 0,0 0-1 0 0,1 0 1 0 0,-1 0-1 0 0,0 0 1 0 0,0 1-1 0 0,0-1 0 0 0,0 0 1 0 0,0 0-1 0 0,0 0 1 0 0,1 0-1 0 0,-1 1 1 0 0,0-1-1 0 0,0 0 1 0 0,0 0-1 0 0,0 0 1 0 0,0 1-1 0 0,0-1 1 0 0,-2 20 185 0 0,-5-2-126 0 0,-37 122 173 0 0,40-123-216 0 0,0 0 1 0 0,2-1-1 0 0,0 1 1 0 0,0 0-1 0 0,2 0 1 0 0,2 24-1 0 0,-2-37-19 0 0,1 0-1 0 0,0-1 1 0 0,-1 1-1 0 0,1 0 1 0 0,1-1 0 0 0,-1 1-1 0 0,0-1 1 0 0,1 1-1 0 0,0-1 1 0 0,0 0 0 0 0,0 0-1 0 0,0 1 1 0 0,0-1-1 0 0,1-1 1 0 0,-1 1 0 0 0,1 0-1 0 0,0-1 1 0 0,0 1-1 0 0,0-1 1 0 0,0 0 0 0 0,0 0-1 0 0,0 0 1 0 0,1 0-1 0 0,-1-1 1 0 0,0 1 0 0 0,1-1-1 0 0,0 0 1 0 0,-1 0-1 0 0,5 0 1 0 0,0 0-4 0 0,0 0 1 0 0,0-1-1 0 0,0 0 1 0 0,0 0-1 0 0,0-1 0 0 0,0 0 1 0 0,-1-1-1 0 0,1 1 1 0 0,0-2-1 0 0,0 1 1 0 0,-1-1-1 0 0,14-7 0 0 0,1-3-6 0 0,0-1 0 0 0,-1-1-1 0 0,-1-1 1 0 0,34-35 0 0 0,-18 11 126 0 0,41-57 1 0 0,21-48 4008 0 0,-97 143-4107 0 0,-1 3-51 0 0,1-1 24 0 0,-1 0-1 0 0,0 1 1 0 0,0-1 0 0 0,1 1-1 0 0,-1-1 1 0 0,0 1-1 0 0,0-1 1 0 0,0 1 0 0 0,0-1-1 0 0,0 1 1 0 0,0-1 0 0 0,0 1-1 0 0,0-1 1 0 0,0 1-1 0 0,0-1 1 0 0,0 1 0 0 0,0-1-1 0 0,0 1 1 0 0,0-1 0 0 0,0 1-1 0 0,0-1 1 0 0,0 1 0 0 0,-1-1-1 0 0,1 1 1 0 0,-5 16-57 0 0,5-16 48 0 0,-33 77-18 0 0,-10 29-807 0 0,37-87-841 0 0,-7 32 0 0 0,13-50 1517 0 0,0 1 0 0 0,0-1 0 0 0,0 0 0 0 0,1 0 0 0 0,-1 0 0 0 0,0 0 0 0 0,1 0 0 0 0,-1 1 1 0 0,1-1-1 0 0,0 0 0 0 0,0 0 0 0 0,0 0 0 0 0,0-1 0 0 0,0 1 0 0 0,0 0 0 0 0,0 0 0 0 0,2 1 0 0 0,-2-2 98 0 0,-1 0 0 0 0,1 0 0 0 0,0-1 0 0 0,0 1 0 0 0,0-1 1 0 0,-1 1-1 0 0,1 0 0 0 0,0-1 0 0 0,0 1 0 0 0,0-1 0 0 0,0 0 0 0 0,0 1 0 0 0,0-1 0 0 0,0 0 0 0 0,0 0 0 0 0,0 1 0 0 0,0-1 0 0 0,0 0 0 0 0,0 0 1 0 0,2 0-1 0 0,-2 0-111 0 0,4 1-20 0 0,1 0 0 0 0,-1-1 1 0 0,1 1-1 0 0,-1-1 1 0 0,1 0-1 0 0,0-1 0 0 0,-1 1 1 0 0,1-1-1 0 0,-1 0 1 0 0,1-1-1 0 0,4-1 1 0 0,9-4-292 0 0,28-14 1 0 0,-42 18 413 0 0,41-21-208 0 0,-2-2 0 0 0,59-43 1 0 0,-81 51 1258 0 0,0-1 0 0 0,0-1 0 0 0,-2 0 0 0 0,-1-2-1 0 0,31-43 1 0 0,-47 61-767 0 0,-1 0-1 0 0,0-1 0 0 0,-1 1 0 0 0,1 0 1 0 0,-1-1-1 0 0,1 1 0 0 0,-1 0 0 0 0,0-6 1 0 0,-1 8-13 0 0,-1 0-38 0 0,0 1-154 0 0,1 0 0 0 0,-1 1 0 0 0,1-1 0 0 0,-1 0 0 0 0,0 0 0 0 0,1 1 0 0 0,-1-1 0 0 0,0 1 0 0 0,0-1 0 0 0,1 1 0 0 0,-1-1 0 0 0,0 1 0 0 0,0-1 0 0 0,0 1 0 0 0,0 0 0 0 0,0-1 0 0 0,0 1 0 0 0,0 0 1 0 0,0 0-1 0 0,1 0 0 0 0,-1 0 0 0 0,0 0 0 0 0,0 0 0 0 0,0 0 0 0 0,0 0 0 0 0,0 0 0 0 0,0 0 0 0 0,0 0 0 0 0,0 0 0 0 0,0 1 0 0 0,0-1 0 0 0,0 0 0 0 0,1 1 0 0 0,-1-1 0 0 0,-1 2 0 0 0,0-2-9 0 0,1 1 0 0 0,0 0 0 0 0,0 0-1 0 0,0 0 1 0 0,-1 0 0 0 0,1 0-1 0 0,0 0 1 0 0,0 0 0 0 0,0 1 0 0 0,1-1-1 0 0,-1 0 1 0 0,0 0 0 0 0,0 1-1 0 0,1-1 1 0 0,-1 1 0 0 0,1-1 0 0 0,-1 0-1 0 0,1 1 1 0 0,0-1 0 0 0,-1 1 0 0 0,1-1-1 0 0,0 1 1 0 0,0-1 0 0 0,0 1-1 0 0,0-1 1 0 0,0 1 0 0 0,0-1 0 0 0,1 3-1 0 0,3 10 46 0 0,1 0 0 0 0,0 0 0 0 0,1 0 0 0 0,0-1 0 0 0,1 0 0 0 0,1 0 0 0 0,0-1 0 0 0,10 13 0 0 0,89 90 1101 0 0,-47-54-505 0 0,-5 3 857 0 0,-54-63-1422 0 0,-1 0 0 0 0,1 0 0 0 0,0 1 0 0 0,-1-1 0 0 0,1 0 0 0 0,-1 1 0 0 0,1-1 0 0 0,-1 0 0 0 0,0 1 0 0 0,0-1 0 0 0,0 0 0 0 0,1 1 0 0 0,-1-1 0 0 0,0 0 0 0 0,0 1 1 0 0,-1-1-1 0 0,1 0 0 0 0,0 1 0 0 0,0-1 0 0 0,-1 1 0 0 0,1-1 0 0 0,-1 0 0 0 0,1 0 0 0 0,-2 2 0 0 0,1 0 46 0 0,-1 0 1 0 0,0 0-1 0 0,0 0 0 0 0,0 0 1 0 0,-1 0-1 0 0,1-1 1 0 0,-1 1-1 0 0,-3 2 0 0 0,-3 1-7 0 0,-1 0 0 0 0,0-1-1 0 0,0 0 1 0 0,0-1-1 0 0,-1 0 1 0 0,0 0 0 0 0,1-1-1 0 0,-1-1 1 0 0,-1 0-1 0 0,-16 2 1 0 0,-15-2-290 0 0,-58-4 0 0 0,93 2 98 0 0,-40-3-1437 0 0,-79-15-1 0 0,100 12-190 0 0,-1-2-1 0 0,-28-11 1 0 0,50 16 854 0 0,-1 0 1 0 0,1-1 0 0 0,-1 1-1 0 0,-8-8 1 0 0,-7-10-5759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15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427 159 312 0 0,'-62'13'10838'0'0,"40"-7"-9135"0"0,20-5-919 0 0,2 0-709 0 0,1 0-1 0 0,-1 0 1 0 0,0 0 0 0 0,1 0 0 0 0,-1 0 0 0 0,0 0 0 0 0,1 0 0 0 0,0 0 0 0 0,-1 0 0 0 0,1 0 0 0 0,0 0 0 0 0,-1 0 0 0 0,1 0 0 0 0,0 0 0 0 0,0 0 0 0 0,0-1 0 0 0,-1 1 0 0 0,1 0 0 0 0,0-1 0 0 0,0 1 0 0 0,0-1 0 0 0,0 1 0 0 0,0-1 0 0 0,1 1 0 0 0,-1-1-1 0 0,0 0 1 0 0,0 1 0 0 0,0-1 0 0 0,0 0 0 0 0,0 0 0 0 0,0 0 0 0 0,1 0 0 0 0,1 0 0 0 0,4 0 191 0 0,0 0 0 0 0,0 0-1 0 0,0 0 1 0 0,14-4 0 0 0,-15 3-213 0 0,-1-1 1 0 0,1 0 0 0 0,0 0 0 0 0,-1-1-1 0 0,1 0 1 0 0,-1 0 0 0 0,0 0 0 0 0,1 0-1 0 0,-2-1 1 0 0,1 0 0 0 0,0 0 0 0 0,-1 0-1 0 0,0-1 1 0 0,0 1 0 0 0,0-1 0 0 0,0 0-1 0 0,-1 0 1 0 0,0-1 0 0 0,0 1-1 0 0,0-1 1 0 0,-1 1 0 0 0,3-11 0 0 0,-4 11 1 0 0,0 0 0 0 0,0 0 0 0 0,-1 0 0 0 0,0 0 0 0 0,0 0 0 0 0,0 0 0 0 0,-1 0 0 0 0,0 0 0 0 0,0 0 0 0 0,0 0 0 0 0,-2-5 0 0 0,2 8-47 0 0,0 0 1 0 0,-1 0 0 0 0,1 0 0 0 0,0 0-1 0 0,-1 0 1 0 0,0 0 0 0 0,1 0-1 0 0,-1 1 1 0 0,0-1 0 0 0,0 1 0 0 0,0-1-1 0 0,0 1 1 0 0,0 0 0 0 0,-1-1 0 0 0,1 1-1 0 0,0 0 1 0 0,-1 1 0 0 0,1-1-1 0 0,0 0 1 0 0,-1 1 0 0 0,1-1 0 0 0,-1 1-1 0 0,1 0 1 0 0,-5 0 0 0 0,-6 0-12 0 0,0 0 1 0 0,0 2 0 0 0,0 0 0 0 0,0 0-1 0 0,1 1 1 0 0,-1 1 0 0 0,1 0-1 0 0,0 0 1 0 0,-12 7 0 0 0,-5 4-3 0 0,1 1 0 0 0,-38 28 0 0 0,44-27 2 0 0,0 1 0 0 0,1 1 1 0 0,1 1-1 0 0,1 0 1 0 0,-23 34-1 0 0,35-44 2 0 0,0-1 1 0 0,1 2 0 0 0,0-1-1 0 0,1 1 1 0 0,0 0-1 0 0,0 0 1 0 0,2 0-1 0 0,-1 1 1 0 0,1-1 0 0 0,1 1-1 0 0,0 0 1 0 0,1 0-1 0 0,0 0 1 0 0,1 0 0 0 0,1 15-1 0 0,0-20-2 0 0,1-1-1 0 0,-1 1 1 0 0,2 0-1 0 0,-1-1 1 0 0,1 1 0 0 0,0-1-1 0 0,0 0 1 0 0,0 0-1 0 0,1 0 1 0 0,0-1 0 0 0,7 9-1 0 0,-3-6 3 0 0,0 0 0 0 0,1-1-1 0 0,-1 0 1 0 0,2-1 0 0 0,-1 0-1 0 0,16 8 1 0 0,-1-4-46 0 0,0 0 0 0 0,0-2 0 0 0,1-1 0 0 0,0-1 0 0 0,36 5 0 0 0,-36-9-80 0 0,0 0-1 0 0,1-1 1 0 0,-1-1 0 0 0,0-2-1 0 0,1 0 1 0 0,-1-2 0 0 0,0-1-1 0 0,-1-1 1 0 0,32-11-1 0 0,-34 8 56 0 0,-2 0-1 0 0,1-2 1 0 0,-1 0-1 0 0,-1-1 0 0 0,0-1 1 0 0,0-1-1 0 0,-2-1 1 0 0,0 0-1 0 0,0-1 1 0 0,19-26-1 0 0,-20 21 64 0 0,-1 0 0 0 0,-1-2 0 0 0,0 0 0 0 0,14-36 0 0 0,-22 43 195 0 0,0 0-1 0 0,-1 0 1 0 0,-1 0-1 0 0,-1-1 1 0 0,0 0-1 0 0,-1 1 1 0 0,-1-1-1 0 0,0-18 1 0 0,-2 29-113 0 0,1 0 1 0 0,-1 1-1 0 0,0-1 1 0 0,0 1-1 0 0,0-1 1 0 0,-1 1-1 0 0,0 0 1 0 0,-4-8-1 0 0,5 12-63 0 0,0 0 0 0 0,0 0 0 0 0,0 0 0 0 0,0 0 0 0 0,0 0 0 0 0,0 1 0 0 0,0-1 0 0 0,0 0 0 0 0,-1 1 0 0 0,1-1 0 0 0,0 1 0 0 0,-1-1 0 0 0,1 1 0 0 0,0 0 0 0 0,-1-1 0 0 0,1 1 0 0 0,0 0 0 0 0,-1 0 0 0 0,1 0 0 0 0,-1 0 0 0 0,1 0 0 0 0,-3 1 0 0 0,0-1 2 0 0,-1 1-1 0 0,1 0 1 0 0,0 0 0 0 0,0 0-1 0 0,0 0 1 0 0,-6 3-1 0 0,-4 5 2 0 0,0 0 0 0 0,1 1 0 0 0,0 0 0 0 0,0 1-1 0 0,1 0 1 0 0,1 1 0 0 0,0 1 0 0 0,0 0 0 0 0,-8 15-1 0 0,6-9-7 0 0,2 0 0 0 0,0 1 0 0 0,2 1 0 0 0,0 0 0 0 0,1 0 0 0 0,-6 27 0 0 0,12-39 2 0 0,1 1-1 0 0,0-1 1 0 0,0 1-1 0 0,1 0 1 0 0,0-1 0 0 0,0 1-1 0 0,1 0 1 0 0,1-1-1 0 0,-1 1 1 0 0,2-1 0 0 0,-1 1-1 0 0,1-1 1 0 0,8 16-1 0 0,-8-20-3 0 0,0 1 0 0 0,1 0 0 0 0,-1-1-1 0 0,1 0 1 0 0,0 0 0 0 0,1 0 0 0 0,-1 0-1 0 0,1-1 1 0 0,0 1 0 0 0,0-1 0 0 0,1-1-1 0 0,-1 1 1 0 0,1-1 0 0 0,0 0 0 0 0,0 0-1 0 0,0 0 1 0 0,0-1 0 0 0,0 0 0 0 0,0 0-1 0 0,1-1 1 0 0,8 2 0 0 0,-6-3 1 0 0,-1 0-1 0 0,0 0 1 0 0,0-1 0 0 0,0 0 0 0 0,1-1 0 0 0,-1 1-1 0 0,0-2 1 0 0,0 1 0 0 0,-1-1 0 0 0,1 0 0 0 0,-1-1-1 0 0,1 1 1 0 0,-1-1 0 0 0,0-1 0 0 0,0 0 0 0 0,-1 0-1 0 0,1 0 1 0 0,6-8 0 0 0,10-11 590 0 0,-2-1 0 0 0,0-1 0 0 0,19-34 0 0 0,-34 51-213 0 0,23-33 562 0 0,-28 41-924 0 0,3 16 16 0 0,-5 1 58 0 0,1 1 0 0 0,-2-1 1 0 0,0 1-1 0 0,-2-1 0 0 0,-4 18 1 0 0,-3 10 267 0 0,-76 343 1563 0 0,-26 137-1196 0 0,86-305-1156 0 0,26-73-2644 0 0,1-145 2865 0 0,0 1 0 0 0,0-1 0 0 0,0 1 0 0 0,1-1 0 0 0,-1 0 0 0 0,0 1 0 0 0,0-1 0 0 0,1 1 0 0 0,-1-1 0 0 0,1 0 0 0 0,-1 1 0 0 0,1-1 0 0 0,-1 0 0 0 0,1 0 0 0 0,0 1 0 0 0,0-1 0 0 0,0 0 0 0 0,0 0 0 0 0,0 0 0 0 0,0 0 0 0 0,0 0 0 0 0,0 0 0 0 0,0 0 0 0 0,0-1 0 0 0,2 2 0 0 0,19-18-7756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1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120 311 2524 0 0,'-9'-62'6312'0'0,"-4"0"0"0"0,-39-118-1 0 0,52 180-6289 0 0,0 0 0 0 0,-1-1 0 0 0,1 1 0 0 0,0 0 0 0 0,0-1 0 0 0,0 1 0 0 0,0 0 0 0 0,0-1 0 0 0,0 1 0 0 0,-1 0 0 0 0,1-1 0 0 0,0 1 0 0 0,0 0 0 0 0,-1 0 0 0 0,1-1 0 0 0,0 1 0 0 0,0 0 0 0 0,-1 0 0 0 0,1-1 0 0 0,0 1 0 0 0,0 0-1 0 0,-1 0 1 0 0,1 0 0 0 0,0 0 0 0 0,-1-1 0 0 0,1 1 0 0 0,0 0 0 0 0,-1 0 0 0 0,1 0 0 0 0,-1 0 0 0 0,1 0 0 0 0,-1 0 0 0 0,-8 8 213 0 0,-2 16-77 0 0,6-6-97 0 0,1 0 0 0 0,1 0 0 0 0,1 1-1 0 0,0 31 1 0 0,3-11-4 0 0,7 48 0 0 0,-5-72-118 0 0,0 1-1 0 0,1-1 1 0 0,0 0-1 0 0,1 0 1 0 0,1 0-1 0 0,0-1 1 0 0,1 0-1 0 0,17 26 1 0 0,-20-34-9 0 0,1-1 1 0 0,-1 1 0 0 0,1-1 0 0 0,0 1-1 0 0,1-2 1 0 0,-1 1 0 0 0,1 0 0 0 0,0-1 0 0 0,0 0-1 0 0,0-1 1 0 0,1 1 0 0 0,-1-1 0 0 0,1 0-1 0 0,0-1 1 0 0,0 1 0 0 0,0-2 0 0 0,0 1-1 0 0,0-1 1 0 0,0 0 0 0 0,1 0 0 0 0,9-1 0 0 0,-7-1 18 0 0,0-1 1 0 0,-1 0 0 0 0,1 0 0 0 0,-1-1-1 0 0,0 0 1 0 0,0-1 0 0 0,0 0 0 0 0,0-1 0 0 0,-1 0-1 0 0,1 0 1 0 0,-1-1 0 0 0,0 0 0 0 0,-1 0-1 0 0,0 0 1 0 0,0-1 0 0 0,11-14 0 0 0,-1-1 76 0 0,0-1 0 0 0,-2-1 0 0 0,-1 0 0 0 0,19-43 0 0 0,21-84 3314 0 0,-42 117-2782 0 0,-12 32-500 0 0,-1 4-59 0 0,-1 1 0 0 0,0-1 0 0 0,1 1 0 0 0,-1 0 0 0 0,1-1-1 0 0,0 1 1 0 0,0 0 0 0 0,0 0 0 0 0,0 0 0 0 0,1 0 0 0 0,-1 0 0 0 0,1 4 0 0 0,-3 7-11 0 0,-4 7-245 0 0,2 1 1 0 0,0 0-1 0 0,1 0 1 0 0,1 0-1 0 0,2 0 1 0 0,0 1-1 0 0,1-1 1 0 0,4 25-1 0 0,-3-38-163 0 0,1-1-1 0 0,0 1 1 0 0,0-1-1 0 0,1 0 1 0 0,0 0-1 0 0,1 0 1 0 0,0 0-1 0 0,0-1 1 0 0,0 1-1 0 0,8 8 1 0 0,-7-11-41 0 0,0 0 0 0 0,0 0 0 0 0,0-1 0 0 0,1 1 0 0 0,-1-1 0 0 0,1-1 0 0 0,0 1 0 0 0,0-1 0 0 0,0 0 1 0 0,1 0-1 0 0,-1-1 0 0 0,1 0 0 0 0,-1 0 0 0 0,12 1 0 0 0,7 0-2857 0 0,2-3-1237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17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130 373 2756 0 0,'14'-21'1581'0'0,"-1"-1"0"0"0,0 0 0 0 0,-2 0 0 0 0,13-36 0 0 0,-19 45-756 0 0,-2 0 1 0 0,0-1-1 0 0,0 1 0 0 0,-1-1 1 0 0,-1 0-1 0 0,0 0 1 0 0,-1 0-1 0 0,0 0 1 0 0,-5-24-1 0 0,3 24-318 0 0,2 11-423 0 0,0 0 0 0 0,0 1 0 0 0,-1-1 0 0 0,1 1 0 0 0,-1-1 0 0 0,0 1 0 0 0,1-1 0 0 0,-1 1 0 0 0,0-1 0 0 0,-1 1 0 0 0,1-1 0 0 0,0 1 0 0 0,-1 0 0 0 0,1 0-1 0 0,-1 0 1 0 0,0 0 0 0 0,1 0 0 0 0,-1 0 0 0 0,-2-2 0 0 0,3 4-74 0 0,0-1 1 0 0,0 1-1 0 0,0 0 0 0 0,0-1 0 0 0,0 1 1 0 0,0 0-1 0 0,0-1 0 0 0,0 1 0 0 0,-1 0 1 0 0,1 0-1 0 0,0 0 0 0 0,0 0 0 0 0,0 0 0 0 0,0 0 1 0 0,0 0-1 0 0,0 0 0 0 0,0 1 0 0 0,0-1 1 0 0,-1 1-1 0 0,-1-1 19 0 0,-2 2-14 0 0,0-1 1 0 0,0 0-1 0 0,0 1 1 0 0,0 0 0 0 0,0 0-1 0 0,1 1 1 0 0,-1-1-1 0 0,1 1 1 0 0,0 0-1 0 0,0 0 1 0 0,-7 7 0 0 0,1 0 2 0 0,0 0 0 0 0,1 1 1 0 0,-9 12-1 0 0,10-11-13 0 0,1 1-1 0 0,0 0 1 0 0,1 0-1 0 0,0 0 1 0 0,1 1-1 0 0,0 0 1 0 0,1 0-1 0 0,1 0 1 0 0,0 0-1 0 0,1 0 1 0 0,-1 26-1 0 0,3-33-49 0 0,1-1 0 0 0,-1 1 0 0 0,1 0 0 0 0,0-1 0 0 0,1 1 0 0 0,-1-1 0 0 0,1 0 0 0 0,0 0 0 0 0,1 1 0 0 0,0-1 0 0 0,0-1 0 0 0,0 1 0 0 0,0 0 0 0 0,1-1 0 0 0,0 0 0 0 0,0 0 0 0 0,1 0 0 0 0,0 0 0 0 0,-1-1 0 0 0,1 1-1 0 0,1-1 1 0 0,-1 0 0 0 0,1-1 0 0 0,-1 0 0 0 0,1 1 0 0 0,0-2 0 0 0,0 1 0 0 0,7 1 0 0 0,-9-2 17 0 0,0-1 1 0 0,0 0-1 0 0,1-1 0 0 0,-1 1 0 0 0,0-1 0 0 0,0 0 0 0 0,1 0 1 0 0,-1 0-1 0 0,0 0 0 0 0,1-1 0 0 0,-1 0 0 0 0,8-2 0 0 0,-5 0 3 0 0,0 1-1 0 0,0-2 1 0 0,-1 1-1 0 0,1-1 1 0 0,-1 0-1 0 0,11-9 1 0 0,-1-3 38 0 0,0 0 1 0 0,-1-1 0 0 0,24-36-1 0 0,-16 15 1710 0 0,27-61-1 0 0,-27 53-305 0 0,-22 44-1371 0 0,0 3-44 0 0,0-1-1 0 0,0 1 1 0 0,0 0 0 0 0,0 0 0 0 0,0 0-1 0 0,0 0 1 0 0,0 0 0 0 0,-1 0 0 0 0,1 0-1 0 0,0 0 1 0 0,0 0 0 0 0,-1 0 0 0 0,1 0-1 0 0,-1 0 1 0 0,1 0 0 0 0,-1 1 0 0 0,1-1-1 0 0,-1 0 1 0 0,0 0 0 0 0,1 1 0 0 0,-1-1-1 0 0,0 0 1 0 0,0 0 0 0 0,0 1 0 0 0,0 1-1 0 0,-1 21-158 0 0,2 0-1 0 0,1-1 1 0 0,0 1-1 0 0,12 45 1 0 0,-12-62-169 0 0,1 0 0 0 0,0-1 1 0 0,-1 1-1 0 0,2-1 0 0 0,-1 0 0 0 0,1 0 0 0 0,0-1 1 0 0,0 1-1 0 0,8 7 0 0 0,-8-9-131 0 0,1-1 0 0 0,-1 0 0 0 0,0 0 0 0 0,1 0 0 0 0,-1-1 0 0 0,1 0 0 0 0,0 1 0 0 0,0-2 0 0 0,0 1 0 0 0,0 0 0 0 0,0-1 0 0 0,0 0 0 0 0,0 0 0 0 0,8-1 0 0 0,10 0-4111 0 0,1-6-2370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18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174 385 2364 0 0,'16'-84'8095'0'0,"8"-127"-1"0"0,-18 145-5081 0 0,-7 43-2211 0 0,-6 35-350 0 0,-9 41-87 0 0,-4 18 77 0 0,-82 320 1149 0 0,33 8-2401 0 0,66-367-99 0 0,2 0 0 0 0,1 0 0 0 0,5 38 0 0 0,-3-55-139 0 0,1 1 0 0 0,0-1 0 0 0,10 22 0 0 0,-10-28 1 0 0,1-1 0 0 0,0-1 0 0 0,0 1 0 0 0,1-1-1 0 0,0 1 1 0 0,0-1 0 0 0,8 8 0 0 0,8 2-4752 0 0</inkml:trace>
  <inkml:trace contextRef="#ctx0" brushRef="#br0" timeOffset="1">471 1017 1608 0 0,'4'-27'6460'0'0,"-1"0"0"0"0,-1-46 1532 0 0,-3 74-7967 0 0,-1 0 0 0 0,1 0 1 0 0,0 1-1 0 0,0-1 0 0 0,0 0 0 0 0,0 1 1 0 0,0-1-1 0 0,0 1 0 0 0,0-1 0 0 0,0 1 0 0 0,1-1 1 0 0,-1 1-1 0 0,0-1 0 0 0,1 1 0 0 0,-1 0 1 0 0,1 1-1 0 0,-12 41-197 0 0,2 1-1 0 0,-6 59 1 0 0,15-87-736 0 0,1 0 0 0 0,1 0 0 0 0,4 30 0 0 0,-3-37-363 0 0,0 1 0 0 0,1-1-1 0 0,0 0 1 0 0,1 0 0 0 0,0 0-1 0 0,12 18 1 0 0,2-4-6226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19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1790 1150 828 0 0,'-4'-18'7183'0'0,"-9"-22"1586"0"0,13 40-8732 0 0,0-1 1 0 0,0 1-1 0 0,0-1 1 0 0,0 1 0 0 0,0-1-1 0 0,0 1 1 0 0,0-1 0 0 0,0 1-1 0 0,0-1 1 0 0,-1 1 0 0 0,1-1-1 0 0,0 1 1 0 0,0-1 0 0 0,0 1-1 0 0,-1-1 1 0 0,1 1 0 0 0,0 0-1 0 0,-1-1 1 0 0,1 1 0 0 0,0-1-1 0 0,-1 1 1 0 0,1 0-1 0 0,-1-1 1 0 0,1 1 0 0 0,0 0-1 0 0,-1 0 1 0 0,1-1 0 0 0,-1 1-1 0 0,1 0 1 0 0,-1 0 0 0 0,1-1-1 0 0,-1 1 1 0 0,1 0 0 0 0,-1 0-1 0 0,1 0 1 0 0,-1 0 0 0 0,1 0-1 0 0,-1 0 1 0 0,1 0 0 0 0,-1 0-1 0 0,1 0 1 0 0,-1 0-1 0 0,1 0 1 0 0,-1 0 0 0 0,1 1-1 0 0,-1-1 1 0 0,1 0 0 0 0,-1 0-1 0 0,1 0 1 0 0,-1 1 0 0 0,1-1-1 0 0,-1 0 1 0 0,1 0 0 0 0,0 1-1 0 0,-1-1 1 0 0,1 0 0 0 0,0 1-1 0 0,-1-1 1 0 0,1 1-1 0 0,0-1 1 0 0,-1 0 0 0 0,1 1-1 0 0,-1 0 1 0 0,-2 8 35 0 0,-1-1 0 0 0,1 1 0 0 0,0 1-1 0 0,1-1 1 0 0,0 0 0 0 0,0 1 0 0 0,1-1 0 0 0,0 1-1 0 0,1-1 1 0 0,0 1 0 0 0,2 11 0 0 0,-1-14-44 0 0,0 0 1 0 0,0 0-1 0 0,1-1 1 0 0,0 1-1 0 0,0-1 1 0 0,1 1-1 0 0,-1-1 1 0 0,1 0-1 0 0,1 0 1 0 0,-1 0-1 0 0,1 0 1 0 0,0-1 0 0 0,1 1-1 0 0,-1-1 1 0 0,1 0-1 0 0,7 5 1 0 0,-9-8-13 0 0,0-1 1 0 0,0 0-1 0 0,1 0 1 0 0,-1 0-1 0 0,0 0 1 0 0,1 0-1 0 0,-1-1 1 0 0,0 1-1 0 0,4-1 1 0 0,-2 0 1 0 0,-3 0-14 0 0,0 0 1 0 0,0 0 0 0 0,0 0 0 0 0,1-1 0 0 0,-1 1 0 0 0,0-1-1 0 0,0 0 1 0 0,0 1 0 0 0,0-1 0 0 0,0 0 0 0 0,0 0 0 0 0,-1 0-1 0 0,1-1 1 0 0,0 1 0 0 0,0 0 0 0 0,-1-1 0 0 0,1 1 0 0 0,-1-1-1 0 0,2-1 1 0 0,2-2 3 0 0,-1-1 0 0 0,0 1 0 0 0,-1-1 1 0 0,5-8-1 0 0,-4 6-9 0 0,-1 0 1 0 0,-1 0 0 0 0,1 0 0 0 0,-1 0 0 0 0,-1 0 0 0 0,1 0 0 0 0,-1 0 0 0 0,-1-1-1 0 0,1 1 1 0 0,-2 0 0 0 0,-1-15 0 0 0,0 11-3 0 0,-1 0 1 0 0,0 1-1 0 0,-1 0 0 0 0,0-1 1 0 0,-1 1-1 0 0,-1 1 0 0 0,-9-16 1 0 0,1 6 3 0 0,-1 0-1 0 0,-2 2 1 0 0,1 0 0 0 0,-2 0 0 0 0,0 2 0 0 0,-1 0 0 0 0,-29-17 0 0 0,-45-33-410 0 0,91 65 354 0 0,5 0 44 0 0,0 0 1 0 0,0 0 0 0 0,0 0-1 0 0,-1 0 1 0 0,1 0 0 0 0,0 1 0 0 0,0 0-1 0 0,0-1 1 0 0,0 1 0 0 0,4 1-1 0 0,-3-1 9 0 0,109-3-67 0 0,220 23 1 0 0,-323-19 68 0 0,0 1 1 0 0,0 0-1 0 0,0 1 0 0 0,-1 0 1 0 0,1 0-1 0 0,-1 1 0 0 0,0 0 1 0 0,0 1-1 0 0,0 0 1 0 0,9 7-1 0 0,-13-9 14 0 0,-1 1 0 0 0,0 0 0 0 0,0 0 0 0 0,0 0 0 0 0,-1 1 0 0 0,1-1 0 0 0,-1 1 0 0 0,0 0-1 0 0,-1 0 1 0 0,1 0 0 0 0,-1 0 0 0 0,0 0 0 0 0,0 1 0 0 0,0-1 0 0 0,-1 1 0 0 0,0-1 0 0 0,0 1 0 0 0,0 0 0 0 0,-1 7 0 0 0,-1 13 73 0 0,-2 0 0 0 0,-7 35 0 0 0,1-10 327 0 0,8-48 423 0 0,3-18-708 0 0,7-6-98 0 0,2 1 0 0 0,0 0 0 0 0,1 0 0 0 0,1 1 0 0 0,1 1 0 0 0,16-19 0 0 0,-15 20-26 0 0,0 0-4 0 0,0 0-1 0 0,2 1 1 0 0,0 1 0 0 0,1 0 0 0 0,0 1 0 0 0,1 1 0 0 0,27-13-1 0 0,-42 24 1 0 0,-1 0-1 0 0,1 0 1 0 0,0 1 0 0 0,0-1-1 0 0,0 1 1 0 0,0 0-1 0 0,0 0 1 0 0,0 1-1 0 0,0-1 1 0 0,0 1 0 0 0,0 0-1 0 0,0 0 1 0 0,0 0-1 0 0,0 1 1 0 0,0-1-1 0 0,0 1 1 0 0,0 0-1 0 0,0 0 1 0 0,0 0 0 0 0,4 3-1 0 0,-4-1 19 0 0,0-1 0 0 0,0 1 0 0 0,0 0 0 0 0,0 0 0 0 0,-1 1 0 0 0,0-1 0 0 0,1 1 0 0 0,-1 0 0 0 0,-1 0 0 0 0,1 0 0 0 0,0 0 0 0 0,-1 0 0 0 0,0 0 0 0 0,0 1 0 0 0,0-1 0 0 0,1 9 0 0 0,0-4 10 0 0,-2 1-1 0 0,1 0 1 0 0,-1-1-1 0 0,-1 1 1 0 0,0 0-1 0 0,-1 12 1 0 0,-12 62-1746 0 0,6-47-729 0 0,5-30 1473 0 0,-3 15-1831 0 0</inkml:trace>
  <inkml:trace contextRef="#ctx0" brushRef="#br0" timeOffset="1">2812 927 2056 0 0,'9'-22'2889'0'0,"-1"0"0"0"0,0-1 0 0 0,-2 1 0 0 0,-1-1 0 0 0,4-34 0 0 0,-7 32-1307 0 0,-2 30-1075 0 0,0 0-482 0 0,0 1 1 0 0,0-1-1 0 0,0 0 0 0 0,1 1 1 0 0,0-1-1 0 0,2 7 1 0 0,30 69 1345 0 0,16 43 1161 0 0,-46-117-2282 0 0,-1 1 1 0 0,0-1-1 0 0,0 1 1 0 0,-1 0-1 0 0,0 0 1 0 0,0 0 0 0 0,-1 0-1 0 0,-1 10 1 0 0,1-14-135 0 0,-1 1-1 0 0,-1 0 1 0 0,1 0 0 0 0,-1-1 0 0 0,1 1 0 0 0,-1-1-1 0 0,0 0 1 0 0,-1 1 0 0 0,1-1 0 0 0,-1 0 0 0 0,0 0 0 0 0,0-1-1 0 0,0 1 1 0 0,-7 5 0 0 0,2-1-87 0 0,-1-1-1 0 0,0-1 0 0 0,0 1 1 0 0,-1-1-1 0 0,0-1 1 0 0,0 0-1 0 0,-1 0 1 0 0,1-1-1 0 0,-1-1 1 0 0,0 1-1 0 0,0-2 1 0 0,0 1-1 0 0,0-2 1 0 0,-19 2-1 0 0,21-3-430 0 0,0-1-1 0 0,0 0 1 0 0,0 0 0 0 0,0-1-1 0 0,0 0 1 0 0,0 0-1 0 0,1-1 1 0 0,-10-4 0 0 0,10 3-485 0 0,1 0 1 0 0,0 0 0 0 0,-1-1 0 0 0,2 0 0 0 0,-1 0 0 0 0,0-1 0 0 0,1 0 0 0 0,0 0-1 0 0,-7-9 1 0 0,-6-15-5087 0 0,-1-2-3146 0 0</inkml:trace>
  <inkml:trace contextRef="#ctx0" brushRef="#br0" timeOffset="2">2027 75 1484 0 0,'-113'-45'16549'0'0,"77"31"-13684"0"0,2 0-3473 0 0,23 12-3770 0 0</inkml:trace>
  <inkml:trace contextRef="#ctx0" brushRef="#br0" timeOffset="3">134 292 1392 0 0,'-39'7'3660'0'0,"9"-3"-763"0"0,4 2-569 0 0,7-1-420 0 0,-1-3 3353 0 0,51-15-4769 0 0,14 6-128 0 0,17 1-372 0 0,20 0-504 0 0,8 1-668 0 0,9 1-737 0 0,2 0-2691 0 0,18-1-3065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20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66 257 180 0 0,'-8'-10'7256'0'0,"-29"-23"1712"0"0,17 16-5049 0 0,25 13-3885 0 0,-1 1 1 0 0,1 0 0 0 0,1 0-1 0 0,-1 0 1 0 0,0 0 0 0 0,1 1-1 0 0,-1 0 1 0 0,1 0 0 0 0,0 1 0 0 0,-1 0-1 0 0,9-1 1 0 0,4-3 12 0 0,403-79 97 0 0,-132 29-67 0 0,-173 32-144 0 0,-113 23-169 0 0,3-1 1239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58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590 174 756 0 0,'1'-2'1378'0'0,"5"-6"90"0"0,0-1 0 0 0,0 0 0 0 0,-1 0 0 0 0,-1 0 0 0 0,0 0 0 0 0,4-11 0 0 0,-8 18-1305 0 0,0 0 1 0 0,1 0 0 0 0,-1 0-1 0 0,0 0 1 0 0,0 1-1 0 0,0-1 1 0 0,0 0-1 0 0,-1 0 1 0 0,1 0 0 0 0,0 0-1 0 0,-1 1 1 0 0,1-1-1 0 0,-1 0 1 0 0,0 0 0 0 0,1 1-1 0 0,-1-1 1 0 0,0 0-1 0 0,0 1 1 0 0,-2-3-1 0 0,-18-19 736 0 0,20 22-876 0 0,-3-3 39 0 0,-1 0-1 0 0,1 1 1 0 0,-1 0 0 0 0,0 0 0 0 0,0 0-1 0 0,0 0 1 0 0,-1 1 0 0 0,1-1 0 0 0,-1 1-1 0 0,1 1 1 0 0,-1-1 0 0 0,-11-1 0 0 0,9 3-39 0 0,0 0 0 0 0,0 0 0 0 0,-1 1 0 0 0,1 0-1 0 0,0 0 1 0 0,0 1 0 0 0,0 0 0 0 0,-10 4 0 0 0,-1 2-25 0 0,-1 2-1 0 0,2 0 1 0 0,-1 1 0 0 0,1 1-1 0 0,1 0 1 0 0,-17 17 0 0 0,12-9 11 0 0,1 2 1 0 0,1 0-1 0 0,1 2 1 0 0,-23 35-1 0 0,13-10 14 0 0,-33 73 1 0 0,48-89-23 0 0,0 2 0 0 0,3 0 0 0 0,0 1 1 0 0,3 0-1 0 0,1 0 0 0 0,1 0 0 0 0,2 1 1 0 0,1 46-1 0 0,4-73-14 0 0,-1 0 0 0 0,1-1 0 0 0,1 1 0 0 0,0 0 0 0 0,0-1 1 0 0,1 1-1 0 0,0-1 0 0 0,0 0 0 0 0,1 0 0 0 0,1 0 0 0 0,-1-1 0 0 0,1 1 0 0 0,1-1 0 0 0,-1 0 0 0 0,2-1 1 0 0,-1 1-1 0 0,1-1 0 0 0,0 0 0 0 0,0-1 0 0 0,1 0 0 0 0,0 0 0 0 0,0 0 0 0 0,0-1 0 0 0,1-1 1 0 0,-1 1-1 0 0,1-1 0 0 0,0-1 0 0 0,19 5 0 0 0,-5-3-430 0 0,0-2 0 0 0,0 0 0 0 0,1-2 0 0 0,-1-1 0 0 0,0 0 0 0 0,1-2 0 0 0,28-6 0 0 0,-19 2-1107 0 0,-1-3 1 0 0,0 0-1 0 0,0-2 0 0 0,44-22 1 0 0,-38 12-2082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59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190 227 644 0 0,'2'-8'1062'0'0,"-1"0"1"0"0,0 0-1 0 0,-1 0 0 0 0,1 0 1 0 0,-2 0-1 0 0,1 0 0 0 0,-1 0 1 0 0,0 0-1 0 0,-1 0 0 0 0,-3-9 1 0 0,0-9 1854 0 0,3 27-2900 0 0,1-1 0 0 0,-1 1-1 0 0,1-1 1 0 0,0 1 0 0 0,0 0 0 0 0,-1-1 0 0 0,1 1 0 0 0,0 0 0 0 0,0 0 0 0 0,0 0 0 0 0,0 0 0 0 0,0 0 0 0 0,0 0-1 0 0,0 0 1 0 0,0 0 0 0 0,0 0 0 0 0,0 0 0 0 0,1 1 0 0 0,-1-1 0 0 0,-1 3 0 0 0,-13 32 219 0 0,13-28-186 0 0,-7 17 41 0 0,1 0 0 0 0,-6 38-1 0 0,12-48-64 0 0,0 0-1 0 0,1 0 0 0 0,0 1 0 0 0,2-1 0 0 0,3 27 0 0 0,-3-37-7 0 0,0 1 0 0 0,0-1-1 0 0,1 0 1 0 0,0 0-1 0 0,0-1 1 0 0,0 1-1 0 0,1 0 1 0 0,-1-1-1 0 0,1 1 1 0 0,0-1-1 0 0,1 0 1 0 0,-1 0-1 0 0,1 0 1 0 0,-1 0-1 0 0,1-1 1 0 0,0 1-1 0 0,1-1 1 0 0,-1 0-1 0 0,0-1 1 0 0,8 5-1 0 0,-6-5 7 0 0,0 0-1 0 0,0 0 0 0 0,1 0 0 0 0,-1-1 0 0 0,0 0 1 0 0,0 0-1 0 0,1-1 0 0 0,-1 0 0 0 0,0 0 0 0 0,1 0 0 0 0,-1-1 1 0 0,1 0-1 0 0,-1 0 0 0 0,0 0 0 0 0,0-1 0 0 0,12-5 1 0 0,-9 3 10 0 0,1-1 0 0 0,-1 0 0 0 0,0-1 0 0 0,0 0 0 0 0,-1 0 0 0 0,0-1 0 0 0,0 0 0 0 0,-1-1 0 0 0,0 0 0 0 0,0 0 0 0 0,0 0 0 0 0,-1-1 0 0 0,-1 0 0 0 0,1 0 0 0 0,-2 0 0 0 0,1-1 0 0 0,-1 1 0 0 0,0-1 0 0 0,-1 0 0 0 0,-1-1 0 0 0,1 1 1 0 0,-1 0-1 0 0,-1-1 0 0 0,0 1 0 0 0,-1-1 0 0 0,0 0 0 0 0,0 1 0 0 0,-1-1 0 0 0,-1 1 0 0 0,1 0 0 0 0,-2-1 0 0 0,-6-18 0 0 0,5 18-2 0 0,-2 0-1 0 0,1 0 1 0 0,-1 1 0 0 0,-1 0-1 0 0,0 0 1 0 0,0 0 0 0 0,-1 1-1 0 0,0 0 1 0 0,-1 0-1 0 0,0 1 1 0 0,0 1 0 0 0,-1-1-1 0 0,0 1 1 0 0,-17-9 0 0 0,20 13-41 0 0,0-1 1 0 0,-1 2-1 0 0,1-1 1 0 0,-1 1-1 0 0,1 0 1 0 0,-1 1 0 0 0,1-1-1 0 0,-1 1 1 0 0,0 1-1 0 0,0 0 1 0 0,1 0-1 0 0,-1 0 1 0 0,0 1-1 0 0,0 0 1 0 0,1 1 0 0 0,-1 0-1 0 0,1 0 1 0 0,-1 0-1 0 0,1 1 1 0 0,0 0-1 0 0,0 1 1 0 0,0-1-1 0 0,-10 9 1 0 0,8-5-17 0 0,0 1 0 0 0,1 0-1 0 0,0 1 1 0 0,0 0 0 0 0,1 0-1 0 0,0 1 1 0 0,1 0 0 0 0,0 0 0 0 0,0 0-1 0 0,1 1 1 0 0,1-1 0 0 0,0 1 0 0 0,-3 13-1 0 0,5-17-85 0 0,0 0 0 0 0,1 1-1 0 0,0-1 1 0 0,1 1 0 0 0,0-1 0 0 0,0 1-1 0 0,0 0 1 0 0,1-1 0 0 0,2 11-1 0 0,-1-13-40 0 0,-1 0 0 0 0,1 0 0 0 0,0 0 1 0 0,1-1-1 0 0,-1 1 0 0 0,1-1 0 0 0,-1 0 0 0 0,1 1 0 0 0,1-1 0 0 0,-1-1 0 0 0,1 1 0 0 0,-1 0 0 0 0,1-1 0 0 0,8 6 0 0 0,-5-5-72 0 0,-1-1-1 0 0,1 0 0 0 0,0-1 1 0 0,0 1-1 0 0,0-1 0 0 0,1-1 1 0 0,-1 1-1 0 0,0-1 0 0 0,1 0 0 0 0,-1-1 1 0 0,1 0-1 0 0,-1 0 0 0 0,0-1 1 0 0,1 1-1 0 0,10-4 0 0 0,1 0-204 0 0,0-1 0 0 0,0-1-1 0 0,0-1 1 0 0,28-14-1 0 0,-30 11 340 0 0,-1 0 0 0 0,0-1-1 0 0,-1-1 1 0 0,0 0 0 0 0,-1-1-1 0 0,0 0 1 0 0,20-26-1 0 0,-14 12 1483 0 0,-1-1 1 0 0,-2-1-1 0 0,23-48 0 0 0,-18 36 126 0 0,-20 39-1372 0 0,0 2-125 0 0,0 0-18 0 0,-1 0 0 0 0,1 0 0 0 0,-1 0 0 0 0,1 0-1 0 0,-1 1 1 0 0,0-1 0 0 0,1 0 0 0 0,-1 1 0 0 0,1-1 0 0 0,-1 1 0 0 0,0 0-1 0 0,0-1 1 0 0,1 1 0 0 0,-1 0 0 0 0,0 0 0 0 0,0 0 0 0 0,0 0 0 0 0,0 0 0 0 0,0 0-1 0 0,0 0 1 0 0,0 0 0 0 0,0 0 0 0 0,0 0 0 0 0,-1 1 0 0 0,1-1 0 0 0,0 0-1 0 0,-1 1 1 0 0,1-1 0 0 0,0 3 0 0 0,12 34 75 0 0,-1 1 0 0 0,-2 1 0 0 0,8 64 0 0 0,-5-22 29 0 0,-1 0 3744 0 0,-12-83-3823 0 0,1-1 0 0 0,0 1 1 0 0,-1 0-1 0 0,1-1 0 0 0,-1 1 1 0 0,1-1-1 0 0,-1 1 0 0 0,1-1 0 0 0,-1 1 1 0 0,0-4-1 0 0,0 3 11 0 0,8-38 147 0 0,-6 24-146 0 0,1 1 0 0 0,6-18 1 0 0,1 4-47 0 0,1 0 0 0 0,2 1 0 0 0,24-42 0 0 0,-31 61-14 0 0,0 1 0 0 0,0-1-1 0 0,0 2 1 0 0,1-1 0 0 0,0 1 0 0 0,0 0-1 0 0,1 0 1 0 0,0 1 0 0 0,0 0 0 0 0,1 0-1 0 0,0 1 1 0 0,0 0 0 0 0,0 1-1 0 0,15-5 1 0 0,-18 8 6 0 0,-1 0 0 0 0,0 1 0 0 0,1 0-1 0 0,-1 0 1 0 0,1 1 0 0 0,-1-1 0 0 0,1 1 0 0 0,-1 0-1 0 0,0 1 1 0 0,0-1 0 0 0,1 1 0 0 0,-1 0-1 0 0,0 0 1 0 0,-1 1 0 0 0,10 5 0 0 0,-10-4 15 0 0,0 0 1 0 0,1 1-1 0 0,-2-1 0 0 0,1 1 1 0 0,0 0-1 0 0,-1 0 0 0 0,0 0 1 0 0,0 0-1 0 0,-1 1 0 0 0,1-1 1 0 0,-1 1-1 0 0,0-1 0 0 0,1 7 1 0 0,1 6 16 0 0,-1 1 0 0 0,3 33 1 0 0,-2 1-202 0 0,1 34-4877 0 0,0-70 2860 0 0,-5-17 2065 0 0,0 1 0 0 0,0-1-1 0 0,0 1 1 0 0,0-1 0 0 0,1 0 0 0 0,-1 1 0 0 0,0-1-1 0 0,0 0 1 0 0,1 1 0 0 0,1 0-676 0 0,-2-1 676 0 0,0 1 0 0 0,1-1-1 0 0,-1 0 1 0 0,0 0 0 0 0,1 0 0 0 0,-1 0 0 0 0,1 0-1 0 0,-1 1 1 0 0,0-1 0 0 0,1 0 0 0 0,-1 0 0 0 0,1 0-1 0 0,-1 0 1 0 0,0 0 0 0 0,1 0 0 0 0,-1 0 0 0 0,1 0-1 0 0,-1-1 1 0 0,0 1 0 0 0,1 0 0 0 0,-1 0 0 0 0,1 0-1 0 0,-1 0 1 0 0,0-1 0 0 0,1 1 0 0 0,-1 0 0 0 0,0 0-1 0 0,1-1 1 0 0,15-11-3978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5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164 136 1680 0 0,'13'-25'4604'0'0,"0"0"1"0"0,9-29-1 0 0,-21 52-4339 0 0,0 1 1 0 0,-1-1 0 0 0,1 0 0 0 0,-1 0-1 0 0,0 1 1 0 0,1-1 0 0 0,-1 0-1 0 0,0 0 1 0 0,0 0 0 0 0,0 1-1 0 0,0-1 1 0 0,0 0 0 0 0,-1 0-1 0 0,0-2 1 0 0,1 4-236 0 0,0 0-1 0 0,0-1 1 0 0,0 1-1 0 0,0 0 1 0 0,-1 0 0 0 0,1 0-1 0 0,0 0 1 0 0,0-1-1 0 0,0 1 1 0 0,-1 0-1 0 0,1 0 1 0 0,0 0 0 0 0,0 0-1 0 0,-1 0 1 0 0,1 0-1 0 0,0-1 1 0 0,0 1 0 0 0,-1 0-1 0 0,1 0 1 0 0,0 0-1 0 0,-1 0 1 0 0,1 0-1 0 0,0 0 1 0 0,0 0 0 0 0,-1 0-1 0 0,1 0 1 0 0,0 0-1 0 0,0 0 1 0 0,-1 1-1 0 0,1-1 1 0 0,0 0 0 0 0,-1 0-1 0 0,-14 11-294 0 0,8-3 280 0 0,-1-1 1 0 0,2 1 0 0 0,-1 1 0 0 0,1-1 0 0 0,0 1 0 0 0,1 0 0 0 0,0 1 0 0 0,0-1 0 0 0,1 1 0 0 0,-3 10 0 0 0,6-16-16 0 0,1 0 0 0 0,-1 0 0 0 0,0 0 0 0 0,1 0 0 0 0,0 0 0 0 0,0 0 0 0 0,0 0 0 0 0,1 0 0 0 0,-1 0 0 0 0,1 0 1 0 0,0 0-1 0 0,0 0 0 0 0,0 0 0 0 0,0 0 0 0 0,1 0 0 0 0,0-1 0 0 0,0 1 0 0 0,0-1 0 0 0,0 1 0 0 0,0-1 0 0 0,1 0 0 0 0,-1 0 0 0 0,1 0 0 0 0,0 0 0 0 0,0 0 0 0 0,0 0 0 0 0,0-1 0 0 0,7 4 0 0 0,11 6 14 0 0,1-1 0 0 0,0-2 0 0 0,0 0-1 0 0,24 6 1 0 0,31 12-29 0 0,-72-25 17 0 0,0 0 0 0 0,0 0 1 0 0,-1 1-1 0 0,1-1 0 0 0,-1 1 1 0 0,0 0-1 0 0,0 1 0 0 0,0-1 1 0 0,5 6-1 0 0,-8-7 4 0 0,0 0-1 0 0,0-1 1 0 0,0 1 0 0 0,0-1-1 0 0,0 1 1 0 0,0 0 0 0 0,0 0-1 0 0,-1 0 1 0 0,1-1 0 0 0,-1 1-1 0 0,0 0 1 0 0,1 0 0 0 0,-1 0-1 0 0,0 0 1 0 0,0 0-1 0 0,0 0 1 0 0,0 0 0 0 0,0 0-1 0 0,-1-1 1 0 0,1 1 0 0 0,0 0-1 0 0,-1 0 1 0 0,0 0 0 0 0,1 0-1 0 0,-1-1 1 0 0,-2 4 0 0 0,-1 2 32 0 0,-1 0 0 0 0,0 0 1 0 0,-1-1-1 0 0,0 0 0 0 0,0 0 1 0 0,0 0-1 0 0,-1-1 1 0 0,1 0-1 0 0,-1 0 0 0 0,-1-1 1 0 0,-7 5-1 0 0,-14 4 160 0 0,-47 17 1 0 0,54-23-153 0 0,-30 11 131 0 0,-83 17 1 0 0,131-34-212 0 0,-1-2-120 0 0,-12 0-195 0 0,17 1 291 0 0,-1 0 0 0 0,0 0 0 0 0,1 0 0 0 0,-1-1 0 0 0,1 1 1 0 0,-1 0-1 0 0,1 0 0 0 0,-1-1 0 0 0,1 1 0 0 0,0 0 0 0 0,-1 0 0 0 0,1-1 0 0 0,-1 1 0 0 0,1-1 0 0 0,0 1 1 0 0,-1 0-1 0 0,1-1 0 0 0,0 1 0 0 0,-1-1 0 0 0,1 1 0 0 0,0-1 0 0 0,-1 1 0 0 0,1-1 0 0 0,0 1 0 0 0,0-1 1 0 0,0 1-1 0 0,0-1 0 0 0,-1 1 0 0 0,1-1 0 0 0,0 1 0 0 0,0-1 0 0 0,0 1 0 0 0,0-1 0 0 0,0 1 1 0 0,0-1-1 0 0,0 1 0 0 0,1-1 0 0 0,-1 1 0 0 0,0-1 0 0 0,0 0 0 0 0,0 1 0 0 0,0-1 0 0 0,1 1 0 0 0,-1 0 1 0 0,0-1-1 0 0,0 1 0 0 0,1-1 0 0 0,12-23-2017 0 0,5 1-2364 0 0,37-35 0 0 0,-30 32-741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5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2900 0 0,'3'-2'2616'0'0,"8"-7"253"0"0,36-24 17426 0 0,-45 35-20252 0 0,-1-1 0 0 0,1 0 0 0 0,-1 0 0 0 0,1 0 0 0 0,-1 1 0 0 0,0-1 0 0 0,0 1 0 0 0,1-1 0 0 0,-1 1 0 0 0,0-1 0 0 0,0 1 0 0 0,0 0 0 0 0,-1 0 0 0 0,1-1 0 0 0,0 1 0 0 0,-1 0 0 0 0,1 0 0 0 0,-1 0 0 0 0,0 0 0 0 0,1 0 0 0 0,-1 2 0 0 0,21 281 2235 0 0,-10-183-4133 0 0,1-36-3565 0 0,-12-65 5099 0 0,0 0-1 0 0,0 0 1 0 0,1 0 0 0 0,-1 0 0 0 0,0 0 0 0 0,1 0-1 0 0,-1 0 1 0 0,1 0 0 0 0,-1 0 0 0 0,1 0 0 0 0,-1 0-1 0 0,1 0 1 0 0,0 0 0 0 0,-1 0 0 0 0,1 0-1 0 0,1 1 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49:59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149 133 1884 0 0,'-8'-17'2634'0'0,"-1"1"0"0"0,0 0 0 0 0,-14-17 1 0 0,-16-12 1069 0 0,38 44-3708 0 0,1 1 0 0 0,-1-1 1 0 0,1 1-1 0 0,-1-1 0 0 0,0 1 1 0 0,1 0-1 0 0,-1-1 0 0 0,1 1 1 0 0,-1 0-1 0 0,0-1 0 0 0,1 1 0 0 0,-1 0 1 0 0,0 0-1 0 0,0-1 0 0 0,1 1 1 0 0,-1 0-1 0 0,0 0 0 0 0,1 0 1 0 0,-1 0-1 0 0,0 0 0 0 0,0 0 1 0 0,1 0-1 0 0,-1 0 0 0 0,0 1 0 0 0,1-1 1 0 0,-1 0-1 0 0,0 0 0 0 0,0 0 1 0 0,1 1-1 0 0,-1-1 0 0 0,1 0 1 0 0,-1 1-1 0 0,0-1 0 0 0,1 1 0 0 0,-1 0 1 0 0,-14 17-1852 0 0,-2 29-5077 0 0,12-29 2131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0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73 4276 0 0,'9'-13'11207'0'0,"-9"12"-10806"0"0,0-1 294 0 0,-1 0 0 0 0,1 1 0 0 0,-1-1 0 0 0,1 0 0 0 0,-1 0 0 0 0,1 0 0 0 0,-1 1 0 0 0,0-1 0 0 0,-2-2 0 0 0,1 0-269 0 0,0 1 0 0 0,0 0 0 0 0,-1 0 1 0 0,1 1-1 0 0,-1-1 0 0 0,0 0 0 0 0,1 1 0 0 0,-1 0 0 0 0,0-1 0 0 0,-1 1 0 0 0,-3-2 0 0 0,3 3-399 0 0,1 0 0 0 0,-1 0 0 0 0,1 1 0 0 0,-1-1 0 0 0,1 1 0 0 0,-1 0 0 0 0,1 0 0 0 0,-1 0 0 0 0,1 0 0 0 0,-1 1-1 0 0,1-1 1 0 0,-6 2 0 0 0,1 1 14 0 0,0 0-1 0 0,1 0 1 0 0,-1 1 0 0 0,-14 8-1 0 0,5 1-110 0 0,0 1 0 0 0,0 0 0 0 0,-19 21-1 0 0,30-28-132 0 0,0 0 1 0 0,0 0-1 0 0,1 0 0 0 0,0 0 0 0 0,1 1 0 0 0,0-1 0 0 0,0 1 0 0 0,-5 14 1 0 0,8-19 148 0 0,0 0 1 0 0,1 1-1 0 0,-1-1 1 0 0,1 1-1 0 0,-1-1 1 0 0,1 0 0 0 0,0 1-1 0 0,1-1 1 0 0,-1 1-1 0 0,0-1 1 0 0,1 1-1 0 0,0-1 1 0 0,0 0-1 0 0,0 1 1 0 0,0-1 0 0 0,1 0-1 0 0,-1 0 1 0 0,1 0-1 0 0,-1 0 1 0 0,1 0-1 0 0,0 0 1 0 0,1-1-1 0 0,-1 1 1 0 0,5 4 0 0 0,6 3 8 0 0,1 0 0 0 0,1 0 0 0 0,0-2 0 0 0,0 0 0 0 0,0 0 0 0 0,1-2 0 0 0,17 5 0 0 0,4 4 23 0 0,85 31-88 0 0,-107-37 140 0 0,-13-6-16 0 0,-1-3 2 0 0,0 1-1 0 0,0 0 1 0 0,-1 0 0 0 0,1-1-1 0 0,-1 1 1 0 0,1 0 0 0 0,-1 0-1 0 0,1 0 1 0 0,-1-1-1 0 0,1 1 1 0 0,-1 0 0 0 0,0 0-1 0 0,0 0 1 0 0,1 0-1 0 0,-1 0 1 0 0,0 0 0 0 0,0 0-1 0 0,0 0 1 0 0,0 0 0 0 0,0 0-1 0 0,0 0 1 0 0,0 0-1 0 0,0 0 1 0 0,-1 0 0 0 0,1 0-1 0 0,0 0 1 0 0,0-1-1 0 0,-1 2 1 0 0,0 1 40 0 0,0-1 0 0 0,0 1 0 0 0,0-1 1 0 0,-1 0-1 0 0,1 0 0 0 0,-1 0 0 0 0,1 0 0 0 0,-3 2 0 0 0,-9 8 169 0 0,-1-2 0 0 0,-1 0 0 0 0,1 0 0 0 0,-2-2 0 0 0,1 0 0 0 0,-1-1 0 0 0,0 0 0 0 0,-22 5 0 0 0,1-2-351 0 0,-1-2-1 0 0,-59 5 0 0 0,96-13 44 0 0,0 0-1 0 0,0 0 1 0 0,0 0-1 0 0,0 0 0 0 0,0 0 1 0 0,0 0-1 0 0,0 0 1 0 0,1 0-1 0 0,-1 0 1 0 0,0 0-1 0 0,0-1 1 0 0,0 1-1 0 0,0 0 0 0 0,0-1 1 0 0,0 1-1 0 0,0 0 1 0 0,-1-2-1 0 0,0 1-254 0 0,1 1 201 0 0,1-1 1 0 0,-1 1-1 0 0,0 0 0 0 0,1-1 1 0 0,-1 1-1 0 0,1-1 0 0 0,-1 1 1 0 0,0-1-1 0 0,1 1 1 0 0,-1-1-1 0 0,1 1 0 0 0,0-1 1 0 0,-1 1-1 0 0,1-1 0 0 0,-1 0 1 0 0,1 1-1 0 0,0-1 0 0 0,-1 0 1 0 0,1 1-1 0 0,0-1 0 0 0,0 0 1 0 0,0 1-1 0 0,-1-1 1 0 0,1 0-1 0 0,0 1 0 0 0,0-1 1 0 0,0 0-1 0 0,0 0 0 0 0,0 1 1 0 0,0-1-1 0 0,1 0 0 0 0,-1-1 1 0 0,7-19-2076 0 0,-7 20 2152 0 0,28-47-7985 0 0,-9 19-96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0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2856 0 0,'11'-37'11561'0'0,"10"-57"1082"0"0,-19 83-11459 0 0,1 18 745 0 0,3 18 665 0 0,46 549-2594 0 0,-45-491 0 0 0,23 101 0 0 0,-30-182 0 0 0,2 7-15 0 0,0 1-1 0 0,1-1 1 0 0,-1 0-1 0 0,2 0 1 0 0,-1 0-1 0 0,9 14 1 0 0,-11-22-125 0 0,0 0-1 0 0,0-1 1 0 0,0 1-1 0 0,-1-1 1 0 0,1 1-1 0 0,0-1 1 0 0,0 1-1 0 0,0-1 1 0 0,0 0-1 0 0,1 1 1 0 0,-1-1-1 0 0,0 0 1 0 0,0 0 0 0 0,0 0-1 0 0,0 0 1 0 0,0 0-1 0 0,0 0 1 0 0,0 0-1 0 0,0 0 1 0 0,0 0-1 0 0,0-1 1 0 0,0 1-1 0 0,0 0 1 0 0,0-1-1 0 0,0 1 1 0 0,0-1-1 0 0,0 1 1 0 0,0-1 0 0 0,0 1-1 0 0,0-1 1 0 0,0 0-1 0 0,0 1 1 0 0,-1-1-1 0 0,2-1 1 0 0,1 0 52 0 0,5-4-1151 0 0,0-1 0 0 0,0 0 0 0 0,0-1 0 0 0,-1 0 0 0 0,0 0 0 0 0,0 0 0 0 0,9-17 1 0 0,5-14-5380 0 0,-3 5-2104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0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138 117 2600 0 0,'-39'-5'4654'0'0,"-26"-1"4570"0"0,62 6-8894 0 0,0 0-1 0 0,1-1 1 0 0,-1 1 0 0 0,0-1-1 0 0,0 0 1 0 0,0 0 0 0 0,-3-1-1 0 0,1 0 76 0 0,3 1 14 0 0,2 0-382 0 0,0 0 0 0 0,1 0-1 0 0,-1 0 1 0 0,1 0 0 0 0,0 1 0 0 0,-1-1-1 0 0,1 0 1 0 0,-1 0 0 0 0,1 0 0 0 0,0 0-1 0 0,0 1 1 0 0,0-1 0 0 0,-1 0 0 0 0,1 0-1 0 0,0 1 1 0 0,0-1 0 0 0,0 1 0 0 0,0-1-1 0 0,0 1 1 0 0,0 0 0 0 0,1-1 0 0 0,24-8 178 0 0,-25 9-205 0 0,150-35-2898 0 0,-48 16-2247 0 0,-52 10 911 0 0,0 1-2098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1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45 2392 0 0,'-44'82'12897'0'0,"43"-80"-12079"0"0,1 1-459 0 0,0 0-1 0 0,1 0 0 0 0,-1 0 1 0 0,1 0-1 0 0,-1-1 0 0 0,1 1 0 0 0,2 4 1 0 0,-3-6-223 0 0,0 0-53 0 0,1 0 0 0 0,-1-1 0 0 0,1 1 0 0 0,-1 0 0 0 0,1 0 0 0 0,0-1 0 0 0,-1 1 0 0 0,1 0 0 0 0,0-1 0 0 0,-1 1 0 0 0,1-1 0 0 0,0 1 0 0 0,0-1 0 0 0,0 1 0 0 0,-1-1 0 0 0,1 1 0 0 0,0-1 0 0 0,0 0 0 0 0,0 0 0 0 0,1 1 0 0 0,21 2 713 0 0,-23-3-752 0 0,18 1 155 0 0,-1-1 0 0 0,0-1 0 0 0,0 0 0 0 0,0-1 1 0 0,0-1-1 0 0,26-8 0 0 0,-35 8-245 0 0,1 0 0 0 0,0 0 0 0 0,-1-1 0 0 0,1 0 0 0 0,-1 0 0 0 0,0-1 1 0 0,0 0-1 0 0,-1-1 0 0 0,0 1 0 0 0,0-1 0 0 0,0-1 0 0 0,-1 1 0 0 0,1-1 0 0 0,5-9 0 0 0,-11 14 20 0 0,0 1 0 0 0,0-1-1 0 0,-1 1 1 0 0,1-1 0 0 0,0 0 0 0 0,0 1-1 0 0,-1-1 1 0 0,1 0 0 0 0,-1 1 0 0 0,0-1-1 0 0,1 0 1 0 0,-1 0 0 0 0,0 0 0 0 0,0 1-1 0 0,0-1 1 0 0,0 0 0 0 0,-1 0 0 0 0,1 0-1 0 0,0 1 1 0 0,-1-1 0 0 0,1 0 0 0 0,-1 1-1 0 0,0-1 1 0 0,1 0 0 0 0,-1 1 0 0 0,0-1-1 0 0,0 1 1 0 0,0-1 0 0 0,0 1 0 0 0,0-1-1 0 0,0 1 1 0 0,-2-2 0 0 0,-1 1 7 0 0,0 0-1 0 0,0 0 1 0 0,0 0 0 0 0,0 1-1 0 0,-1 0 1 0 0,1-1 0 0 0,-1 1-1 0 0,1 1 1 0 0,0-1 0 0 0,-1 1 0 0 0,1 0-1 0 0,-1 0 1 0 0,-5 0 0 0 0,1 2 5 0 0,0-1 1 0 0,0 1 0 0 0,1 1 0 0 0,-1 0 0 0 0,1 0 0 0 0,-12 6 0 0 0,5-1 85 0 0,1 0 0 0 0,0 2 1 0 0,0 0-1 0 0,0 0 0 0 0,2 2 1 0 0,-23 23-1 0 0,21-18 24 0 0,1 1 0 0 0,0 1 1 0 0,1 0-1 0 0,-15 33 0 0 0,24-44-68 0 0,0 0 0 0 0,0 0-1 0 0,0 0 1 0 0,1 0 0 0 0,0 0-1 0 0,1 0 1 0 0,0 0 0 0 0,0 0 0 0 0,1 1-1 0 0,0-1 1 0 0,0 1 0 0 0,1-1 0 0 0,0 0-1 0 0,0 0 1 0 0,5 15 0 0 0,-4-19-106 0 0,1 1 0 0 0,-1 0 0 0 0,1-1-1 0 0,0 0 1 0 0,0 0 0 0 0,1 0 0 0 0,-1 0 0 0 0,1 0 0 0 0,0-1 0 0 0,0 1 0 0 0,0-1 0 0 0,1 0 0 0 0,-1 0 0 0 0,0-1 0 0 0,1 1 0 0 0,0-1-1 0 0,0 0 1 0 0,0 0 0 0 0,0-1 0 0 0,0 0 0 0 0,0 0 0 0 0,0 0 0 0 0,5 0 0 0 0,7 1-832 0 0,-1-1 0 0 0,1-1-1 0 0,0-1 1 0 0,-1 0 0 0 0,0-2 0 0 0,18-3 0 0 0,16-7-3840 0 0,2-4-2452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1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66 1116 0 0,'-19'-32'10679'0'0,"9"17"-7147"0"0,-5-2 672 0 0,8 15-2500 0 0,8 14-776 0 0,18 76 831 0 0,11 112 0 0 0,-20-121-1370 0 0,-9-67-330 0 0,0-9-5 0 0,0 1 0 0 0,0 0 0 0 0,-1-1 0 0 0,1 1 1 0 0,-1 0-1 0 0,0 0 0 0 0,0 0 0 0 0,-1-1 0 0 0,1 1 0 0 0,-1 0 0 0 0,0 0 0 0 0,0-1 0 0 0,-1 5 0 0 0,1-6 20 0 0,-16-18 22 0 0,14 9-103 0 0,0 0 1 0 0,0 0-1 0 0,1 0 0 0 0,0 0 1 0 0,0-1-1 0 0,0 1 1 0 0,1 0-1 0 0,1-1 1 0 0,-1 0-1 0 0,1 1 0 0 0,0-1 1 0 0,1 1-1 0 0,0-1 1 0 0,0 1-1 0 0,4-13 0 0 0,-1 6-19 0 0,1 1 0 0 0,0 0 0 0 0,1 0 0 0 0,1 0 0 0 0,-1 1-1 0 0,2 0 1 0 0,13-17 0 0 0,-13 20-2 0 0,0 0 0 0 0,1 1 1 0 0,-1-1-1 0 0,2 2 0 0 0,-1-1 0 0 0,1 1 0 0 0,0 1 1 0 0,1 0-1 0 0,0 0 0 0 0,0 1 0 0 0,0 0 0 0 0,0 1 1 0 0,14-3-1 0 0,-20 6 20 0 0,0 0 1 0 0,0 1-1 0 0,0 0 1 0 0,0 0 0 0 0,0 0-1 0 0,0 0 1 0 0,0 1-1 0 0,0 0 1 0 0,0 0-1 0 0,0 0 1 0 0,0 0 0 0 0,-1 1-1 0 0,1 0 1 0 0,0 0-1 0 0,-1 0 1 0 0,1 1-1 0 0,-1 0 1 0 0,0-1 0 0 0,0 1-1 0 0,4 5 1 0 0,-1-2 28 0 0,0 1 0 0 0,-1 0 1 0 0,0 0-1 0 0,-1 0 1 0 0,0 1-1 0 0,0 0 1 0 0,0 0-1 0 0,-1 1 0 0 0,5 14 1 0 0,4 21-403 0 0,11 74 1 0 0,-23-113-76 0 0,0-1-1 0 0,0 0 1 0 0,0 0-1 0 0,1 0 1 0 0,-1 0-1 0 0,1 0 1 0 0,0 0-1 0 0,3 4 1 0 0,-5-7 250 0 0,1 0-1 0 0,0 0 1 0 0,-1 0 0 0 0,1-1 0 0 0,0 1 0 0 0,0 0-1 0 0,0 0 1 0 0,0-1 0 0 0,-1 1 0 0 0,1 0 0 0 0,0-1-1 0 0,0 1 1 0 0,0-1 0 0 0,1 1 0 0 0,-1-1 0 0 0,0 0-1 0 0,0 1 1 0 0,0-1 0 0 0,0 0 0 0 0,0 0 0 0 0,0 0-1 0 0,0 0 1 0 0,1 0 0 0 0,-1 0 0 0 0,0 0 0 0 0,0 0-1 0 0,0 0 1 0 0,0 0 0 0 0,0-1 0 0 0,0 1 0 0 0,0-1-1 0 0,0 1 1 0 0,2-1 0 0 0,13-10-4636 0 0,1-3-2442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1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23 140 2956 0 0,'0'-12'1896'0'0,"0"-23"9406"0"0,-6-55-1 0 0,6 87-10395 0 0,-8 364 1384 0 0,0 53-174 0 0,8-387-2116 0 0,-1 3 0 0 0,1 0 0 0 0,2 0 0 0 0,1-1 0 0 0,1 1 0 0 0,10 39 0 0 0,-13-68 0 0 0,-1 2 0 0 0,1-1 0 0 0,0 0 0 0 0,-1 0 0 0 0,1 1 0 0 0,0-1 0 0 0,0 0 0 0 0,0 0 0 0 0,1 0 0 0 0,-1 0 0 0 0,0 0 0 0 0,1 0 0 0 0,0-1 0 0 0,-1 1 0 0 0,1 0 0 0 0,0-1 0 0 0,2 3 0 0 0,12 0-244 0 0,-10-5-163 0 0,0-1 1 0 0,0 1-1 0 0,0-1 0 0 0,0 0 1 0 0,0 0-1 0 0,0-1 1 0 0,-1 0-1 0 0,1 0 0 0 0,-1 0 1 0 0,0 0-1 0 0,0-1 0 0 0,0 0 1 0 0,0 0-1 0 0,4-5 0 0 0,6-7-1975 0 0,0-1-1 0 0,21-32 1 0 0,-23 29-2000 0 0,18-41 0 0 0,-12 18-3726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78 1484 0 0,'-228'-22'18145'0'0,"224"22"-17655"0"0,1 0-112 0 0,-1 0 345 0 0,16-2-358 0 0,33-2-262 0 0,-16 2-122 0 0,5-1-459 0 0,139-15-3938 0 0,-58 3-2483 0 0,-40 3-573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664 64 340 0 0,'-155'35'14533'0'0,"150"-34"-14007"0"0,-7 2 315 0 0,0 1 0 0 0,0 0 0 0 0,-16 8 0 0 0,27-12-818 0 0,1 0-1 0 0,-1 0 1 0 0,1 1 0 0 0,-1-1-1 0 0,1 0 1 0 0,-1 0 0 0 0,0 0 0 0 0,1 1-1 0 0,-1-1 1 0 0,1 0 0 0 0,0 1-1 0 0,-1-1 1 0 0,1 0 0 0 0,-1 1-1 0 0,1-1 1 0 0,-1 1 0 0 0,1-1-1 0 0,0 1 1 0 0,-1-1 0 0 0,1 1-1 0 0,0-1 1 0 0,0 1 0 0 0,-1-1-1 0 0,1 1 1 0 0,0-1 0 0 0,0 1-1 0 0,0-1 1 0 0,-1 1 0 0 0,1 0 0 0 0,0-1-1 0 0,0 2 1 0 0,1-2-1 0 0,0 1 1 0 0,-1 0 0 0 0,1 0-1 0 0,0 0 1 0 0,-1-1-1 0 0,1 1 1 0 0,0 0-1 0 0,0-1 1 0 0,0 1-1 0 0,0-1 1 0 0,0 1-1 0 0,0-1 1 0 0,0 1-1 0 0,0-1 1 0 0,1 1 0 0 0,38 8 193 0 0,-39-9-183 0 0,20 1 22 0 0,0-2 1 0 0,0 0 0 0 0,-1-1 0 0 0,1-1-1 0 0,-1 0 1 0 0,1-2 0 0 0,30-11 0 0 0,-46 14-69 0 0,-1 0 0 0 0,0-1 0 0 0,1 1 0 0 0,-1-1 0 0 0,0 0 0 0 0,0 0 0 0 0,-1 0 0 0 0,1 0 0 0 0,0 0 0 0 0,-1-1 0 0 0,0 0 0 0 0,0 0 0 0 0,3-4 0 0 0,-6 6 1 0 0,1 1 0 0 0,0-1 0 0 0,-1 1 0 0 0,0 0 0 0 0,1-1-1 0 0,-1 1 1 0 0,0-1 0 0 0,0 1 0 0 0,1-1 0 0 0,-1 1 0 0 0,0-1 0 0 0,-1 1 0 0 0,1-1-1 0 0,0 1 1 0 0,0-1 0 0 0,-1 1 0 0 0,1 0 0 0 0,0-1 0 0 0,-1 1 0 0 0,0-1-1 0 0,1 1 1 0 0,-1 0 0 0 0,0 0 0 0 0,0-1 0 0 0,1 1 0 0 0,-1 0 0 0 0,0 0 0 0 0,0 0-1 0 0,-2-2 1 0 0,-1 0-13 0 0,1-1 1 0 0,-1 1-1 0 0,0 0 0 0 0,0 1 0 0 0,0-1 0 0 0,-1 1 0 0 0,-5-3 0 0 0,0 2 2 0 0,1 1-1 0 0,-1 0 0 0 0,1 0 0 0 0,-1 1 1 0 0,0 0-1 0 0,1 1 0 0 0,-1 0 0 0 0,0 1 1 0 0,0 0-1 0 0,-17 4 0 0 0,3 1 5 0 0,0 1-1 0 0,1 2 1 0 0,-25 11 0 0 0,27-10 25 0 0,0 2 0 0 0,1 0-1 0 0,0 1 1 0 0,1 1 0 0 0,0 1 0 0 0,-21 21 0 0 0,31-26 12 0 0,-1 1-1 0 0,1 0 1 0 0,1 0 0 0 0,0 1 0 0 0,0 0-1 0 0,1 0 1 0 0,1 1 0 0 0,0 0 0 0 0,1 0-1 0 0,0 0 1 0 0,-5 26 0 0 0,9-35 12 0 0,1 1-1 0 0,-1 0 1 0 0,1-1 0 0 0,0 1 0 0 0,0 0-1 0 0,0-1 1 0 0,1 1 0 0 0,0 0 0 0 0,-1-1 0 0 0,2 1-1 0 0,-1-1 1 0 0,1 1 0 0 0,-1-1 0 0 0,1 0-1 0 0,0 1 1 0 0,6 6 0 0 0,-4-5 9 0 0,1-1 0 0 0,-1 0-1 0 0,1-1 1 0 0,1 1 0 0 0,-1-1 0 0 0,1 0-1 0 0,-1-1 1 0 0,1 1 0 0 0,0-1 0 0 0,10 4-1 0 0,6 0 31 0 0,0 0 0 0 0,1-2 0 0 0,0-1-1 0 0,0 0 1 0 0,40 0 0 0 0,49-7 20 0 0,-97 2-85 0 0,1-1 0 0 0,0-1 0 0 0,-1-1 0 0 0,28-10 0 0 0,-41 13-19 0 0,0 0 0 0 0,0 0 0 0 0,1 0 0 0 0,-1 0-1 0 0,-1-1 1 0 0,1 1 0 0 0,0-1 0 0 0,2-2 0 0 0,-3-4-60 0 0,-13 3-4 0 0,-7 3 80 0 0,-1 0 0 0 0,0 2 0 0 0,1 1 0 0 0,-1 0 0 0 0,0 1 0 0 0,1 1 0 0 0,0 1 0 0 0,-1 1 0 0 0,1 0 0 0 0,-23 12 0 0 0,5-2 57 0 0,2 2 0 0 0,0 1 1 0 0,1 2-1 0 0,-40 31 0 0 0,43-27 27 0 0,2 1 0 0 0,-50 55 1 0 0,67-67-56 0 0,2 1 0 0 0,0 0 1 0 0,0 1-1 0 0,1 0 0 0 0,1 1 1 0 0,1-1-1 0 0,0 1 0 0 0,-8 30 1 0 0,14-43-20 0 0,0 1 0 0 0,0-1 1 0 0,1 1-1 0 0,0-1 0 0 0,-1 1 1 0 0,1 0-1 0 0,0-1 0 0 0,1 1 1 0 0,-1 0-1 0 0,1-1 0 0 0,-1 1 1 0 0,1-1-1 0 0,0 1 0 0 0,0-1 1 0 0,1 1-1 0 0,-1-1 0 0 0,4 6 1 0 0,-2-6-19 0 0,0 0 0 0 0,0 1 0 0 0,0-1 0 0 0,0 0 0 0 0,1 0 0 0 0,-1-1 1 0 0,1 1-1 0 0,0-1 0 0 0,0 0 0 0 0,0 0 0 0 0,0 0 0 0 0,7 2 0 0 0,7 1-265 0 0,0-2 0 0 0,0 0 0 0 0,1 0 0 0 0,-1-2 0 0 0,31-1 0 0 0,9-3-1655 0 0,0-2 0 0 0,101-23 0 0 0,-103 14-1590 0 0,63-26 0 0 0,-58 14-1457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3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344 146 976 0 0,'1'-6'826'0'0,"-1"1"-1"0"0,0-1 1 0 0,0 0 0 0 0,0 1 0 0 0,-1-1-1 0 0,0 0 1 0 0,0 1 0 0 0,0-1-1 0 0,-1 1 1 0 0,0-1 0 0 0,0 1-1 0 0,0 0 1 0 0,-1-1 0 0 0,-5-7-1 0 0,4 7-231 0 0,1 1-1 0 0,-1 1 1 0 0,-1-1-1 0 0,1 1 1 0 0,-1-1-1 0 0,0 1 1 0 0,-10-6-1 0 0,12 8-490 0 0,-1 0 1 0 0,1 1-1 0 0,0-1 1 0 0,-1 1-1 0 0,0 0 0 0 0,1 0 1 0 0,-1 1-1 0 0,1-1 1 0 0,-1 1-1 0 0,0 0 0 0 0,0 0 1 0 0,1 0-1 0 0,-1 0 0 0 0,0 0 1 0 0,1 1-1 0 0,-1 0 1 0 0,0 0-1 0 0,1 0 0 0 0,-1 0 1 0 0,-3 2-1 0 0,-3 2-31 0 0,-1 0-1 0 0,2 1 1 0 0,-1 1-1 0 0,1-1 1 0 0,-10 9-1 0 0,6-3-10 0 0,1 0 0 0 0,0 1 0 0 0,0 1-1 0 0,1 0 1 0 0,1 0 0 0 0,-14 26 0 0 0,18-29-34 0 0,1 0 0 0 0,0 1 0 0 0,1-1-1 0 0,0 1 1 0 0,1 0 0 0 0,0 0 0 0 0,1 0 0 0 0,0 1 0 0 0,1-1 0 0 0,0 14 0 0 0,1-21-18 0 0,1 0 0 0 0,0 0 0 0 0,-1 0 0 0 0,1-1 0 0 0,1 1 0 0 0,-1 0 1 0 0,1 0-1 0 0,0-1 0 0 0,0 1 0 0 0,0 0 0 0 0,1-1 0 0 0,-1 0 0 0 0,1 0 0 0 0,0 0 1 0 0,0 0-1 0 0,1 0 0 0 0,-1-1 0 0 0,1 1 0 0 0,0-1 0 0 0,0 0 0 0 0,0 0 0 0 0,0 0 1 0 0,1-1-1 0 0,-1 1 0 0 0,0-1 0 0 0,1 0 0 0 0,0-1 0 0 0,0 1 0 0 0,-1-1 0 0 0,9 2 1 0 0,-2-2-80 0 0,0 1 1 0 0,0-2 0 0 0,0 1 0 0 0,0-2 0 0 0,0 1 0 0 0,0-1 0 0 0,0-1 0 0 0,0 0 0 0 0,0-1 0 0 0,0 0 0 0 0,-1 0 0 0 0,1-1 0 0 0,10-6 0 0 0,-7 2-49 0 0,0-1 1 0 0,0 0 0 0 0,-1-1 0 0 0,0 0 0 0 0,-1-1 0 0 0,0 0 0 0 0,-1-1 0 0 0,-1 0 0 0 0,10-15 0 0 0,-12 15 478 0 0,0-1 0 0 0,-1 1 0 0 0,-1-2 1 0 0,0 1-1 0 0,-1-1 0 0 0,4-15 0 0 0,-3 7 743 0 0,-11 45-373 0 0,0 4-57 0 0,-59 418 3588 0 0,35 4-3680 0 0,37-255-2339 0 0,8-67-4166 0 0,-15-123 4970 0 0,4 18-488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3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84 359 288 0 0,'-46'-197'18853'0'0,"32"149"-16223"0"0,14 46-2328 0 0,-1 3-284 0 0,0-1 0 0 0,0 1 0 0 0,1 0 0 0 0,-1 0 0 0 0,0-1 0 0 0,1 1-1 0 0,-1 0 1 0 0,1 0 0 0 0,-1 0 0 0 0,1 0 0 0 0,-1 0 0 0 0,1 0 0 0 0,0 0-1 0 0,-1-1 1 0 0,1 1 0 0 0,0 0 0 0 0,0 0 0 0 0,0 2 0 0 0,-4 16 79 0 0,4-18-98 0 0,-5 37 122 0 0,1 0 0 0 0,2 1 0 0 0,2-1 0 0 0,1 1 0 0 0,9 50 0 0 0,-8-81-137 0 0,0 1 0 0 0,0-1 0 0 0,0 1-1 0 0,1-1 1 0 0,1 0 0 0 0,-1 0 0 0 0,1 0-1 0 0,0 0 1 0 0,1-1 0 0 0,9 13 0 0 0,-10-17-93 0 0,-1 1-1 0 0,1-1 1 0 0,0 0 0 0 0,0 0 0 0 0,0 0-1 0 0,0-1 1 0 0,0 1 0 0 0,1-1 0 0 0,-1 0-1 0 0,1 0 1 0 0,-1 0 0 0 0,1-1 0 0 0,0 0-1 0 0,-1 0 1 0 0,1 0 0 0 0,0 0 0 0 0,0-1-1 0 0,0 0 1 0 0,0 0 0 0 0,9-1 0 0 0,1-2-247 0 0,-1-1 0 0 0,0 0 0 0 0,0 0 0 0 0,-1-2 0 0 0,1 1 0 0 0,-1-2 0 0 0,0 0 1 0 0,-1 0-1 0 0,1-2 0 0 0,-2 1 0 0 0,1-1 0 0 0,-1-1 0 0 0,11-12 0 0 0,0-2-111 0 0,-1-1 0 0 0,-1-1 0 0 0,-1-1 0 0 0,29-54 0 0 0,-39 63 726 0 0,-1-1 0 0 0,-1 0 0 0 0,8-33 0 0 0,-9 20 1430 0 0,-1 0 1 0 0,-1 0-1 0 0,-1-42 0 0 0,-3 72-1177 0 0,-3 3-351 0 0,0 1-111 0 0,1 0 1 0 0,-1 1-1 0 0,1-1 1 0 0,0 1-1 0 0,-1-1 1 0 0,1 1-1 0 0,0 0 1 0 0,1-1-1 0 0,-1 1 1 0 0,0 0-1 0 0,1 0 1 0 0,-1 0 0 0 0,1 1-1 0 0,0-1 1 0 0,-1 5-1 0 0,-13 59 363 0 0,14-60-386 0 0,-3 15-102 0 0,1 0 1 0 0,0 0 0 0 0,2 1-1 0 0,1-1 1 0 0,0 0-1 0 0,6 31 1 0 0,-5-47-181 0 0,1 1 0 0 0,-1 0 0 0 0,2-1 0 0 0,-1 0 0 0 0,1 1 0 0 0,0-1-1 0 0,0 0 1 0 0,1-1 0 0 0,-1 1 0 0 0,9 9 0 0 0,-8-11-71 0 0,0-1-1 0 0,0 1 1 0 0,1-1 0 0 0,-1 0-1 0 0,1 0 1 0 0,0-1 0 0 0,-1 1-1 0 0,1-1 1 0 0,0 0 0 0 0,1 0-1 0 0,-1-1 1 0 0,0 0 0 0 0,0 0-1 0 0,1 0 1 0 0,6 0 0 0 0,-3 0-720 0 0,0-1 1 0 0,-1-1 0 0 0,1 0 0 0 0,-1 0 0 0 0,13-3-1 0 0,16-6-4889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4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378 106 772 0 0,'0'-4'541'0'0,"-1"1"-1"0"0,0 0 1 0 0,0 0-1 0 0,0 0 1 0 0,0 0-1 0 0,0 0 1 0 0,-1 1-1 0 0,1-1 1 0 0,-1 0 0 0 0,0 0-1 0 0,1 1 1 0 0,-1-1-1 0 0,-1 1 1 0 0,1 0-1 0 0,0 0 1 0 0,-4-4-1 0 0,2 4-111 0 0,0 0 0 0 0,-1-1 0 0 0,1 1-1 0 0,0 1 1 0 0,-1-1 0 0 0,1 1 0 0 0,-1 0-1 0 0,1 0 1 0 0,-1 0 0 0 0,-6 0 0 0 0,2 0-160 0 0,0 1-1 0 0,-1 1 1 0 0,1 0 0 0 0,0 0 0 0 0,0 1 0 0 0,0 0-1 0 0,0 0 1 0 0,0 1 0 0 0,0 0 0 0 0,1 1 0 0 0,-9 4 0 0 0,1 2-101 0 0,1 1 1 0 0,0 0-1 0 0,0 1 1 0 0,1 0-1 0 0,1 1 1 0 0,-14 17-1 0 0,20-20-118 0 0,0 0 0 0 0,0 0 0 0 0,1 0-1 0 0,0 1 1 0 0,0 0 0 0 0,2 0 0 0 0,-1 1 0 0 0,1-1 0 0 0,1 1-1 0 0,-3 17 1 0 0,6-26-38 0 0,-1 0 0 0 0,1 0 0 0 0,0 0 0 0 0,0 0 0 0 0,0 0 0 0 0,0 0 0 0 0,1 0 0 0 0,-1 0 0 0 0,1 0 0 0 0,0 0-1 0 0,0 0 1 0 0,0-1 0 0 0,0 1 0 0 0,0 0 0 0 0,0 0 0 0 0,1-1 0 0 0,0 1 0 0 0,-1-1 0 0 0,1 1 0 0 0,0-1 0 0 0,0 0 0 0 0,0 0 0 0 0,0 0 0 0 0,1 0 0 0 0,-1 0 0 0 0,1 0 0 0 0,-1-1-1 0 0,1 1 1 0 0,-1-1 0 0 0,1 1 0 0 0,0-1 0 0 0,0 0 0 0 0,0 0 0 0 0,4 0 0 0 0,2 1-87 0 0,0 0 0 0 0,0-1 0 0 0,0 0 0 0 0,1 0 0 0 0,-1-1 0 0 0,0-1 0 0 0,0 0 0 0 0,0 0-1 0 0,18-5 1 0 0,-12 1-156 0 0,0 0-1 0 0,-1-2 0 0 0,0 0 1 0 0,0 0-1 0 0,-1-1 0 0 0,0-1 1 0 0,0 0-1 0 0,-1-1 0 0 0,0-1 1 0 0,-1 1-1 0 0,0-2 0 0 0,-1 0 1 0 0,0 0-1 0 0,-1 0 0 0 0,12-23 1 0 0,-14 22 495 0 0,0-1-1 0 0,-1-1 1 0 0,0 1 0 0 0,-1-1-1 0 0,-1 0 1 0 0,0 0 0 0 0,-1 0 0 0 0,-1-1-1 0 0,1-24 1 0 0,-2 26 177 0 0,0-6 196 0 0,-3 18-439 0 0,-3 10-155 0 0,2-1-2 0 0,1 0 0 0 0,0 1 0 0 0,0-1 0 0 0,1 1 0 0 0,0 0 0 0 0,1-1 0 0 0,0 14 0 0 0,-1 9 67 0 0,-2 8 59 0 0,2 55 1 0 0,2-76-193 0 0,1 0 0 0 0,0 0 1 0 0,1 0-1 0 0,1 0 0 0 0,10 25 1 0 0,-12-38-185 0 0,0 1 0 0 0,0-1 0 0 0,0 0 0 0 0,1 0 0 0 0,-1 0 0 0 0,1 0 0 0 0,0 0 0 0 0,1 0 0 0 0,-1-1 0 0 0,1 0 0 0 0,-1 1 0 0 0,1-1 0 0 0,0-1 1 0 0,0 1-1 0 0,0 0 0 0 0,1-1 0 0 0,5 2 0 0 0,-6-2-420 0 0,1-1 1 0 0,-1 0-1 0 0,1 0 1 0 0,-1-1-1 0 0,1 1 1 0 0,-1-1-1 0 0,1 0 0 0 0,-1 0 1 0 0,1 0-1 0 0,-1-1 1 0 0,1 0-1 0 0,4-1 1 0 0,16-6-5207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4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71 261 1988 0 0,'-42'-257'22442'0'0,"41"254"-21442"0"0,0 5-347 0 0,-2 14-16 0 0,1 0 0 0 0,0 0 0 0 0,0 0 0 0 0,2 0-1 0 0,2 28 1 0 0,0 3-30 0 0,-13 347 1045 0 0,4-196-2514 0 0,3 0-3893 0 0,4-175 2440 0 0,5 37 0 0 0,6-20-1514 0 0,-10-37 2895 0 0,1 1-1 0 0,0-1 1 0 0,0 1-1 0 0,0-1 0 0 0,0 0 1 0 0,0 0-1 0 0,6 5 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93 932 0 0,'7'-70'15768'0'0,"-4"47"-7758"0"0,-2 34-7225 0 0,-9 131 1254 0 0,0-19-2590 0 0,8-96-809 0 0,0-1 0 0 0,8 43 0 0 0,-7-64 962 0 0,0 0 0 0 0,0 0 0 0 0,1 0-1 0 0,0-1 1 0 0,0 1 0 0 0,0 0 0 0 0,0-1 0 0 0,0 1 0 0 0,1-1 0 0 0,0 0 0 0 0,0 0 0 0 0,7 7 0 0 0,-7-9-248 0 0,-1 0 1 0 0,1 0 0 0 0,0 0-1 0 0,0 0 1 0 0,0 0 0 0 0,0-1 0 0 0,0 1-1 0 0,1-1 1 0 0,-1 0 0 0 0,0 0-1 0 0,1 0 1 0 0,4 0 0 0 0,14 0-6290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5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0 288 1184 0 0,'11'-41'12741'0'0,"-7"15"-5172"0"0,-2 55-5479 0 0,0-14-1660 0 0,2 23 428 0 0,8 45 0 0 0,-9-69-761 0 0,1 0 1 0 0,0 0-1 0 0,1 0 0 0 0,1-1 1 0 0,0 1-1 0 0,11 15 0 0 0,-13-22-70 0 0,1 0 1 0 0,0-1-1 0 0,0 0 0 0 0,1 0 1 0 0,-1 0-1 0 0,1-1 0 0 0,1 0 0 0 0,-1 0 1 0 0,1 0-1 0 0,8 4 0 0 0,-10-7-31 0 0,0 0 0 0 0,0 0-1 0 0,0 0 1 0 0,0-1 0 0 0,1 1-1 0 0,-1-1 1 0 0,0-1 0 0 0,0 1-1 0 0,1-1 1 0 0,-1 0 0 0 0,1 0-1 0 0,-1 0 1 0 0,0-1 0 0 0,0 0-1 0 0,1 0 1 0 0,8-3 0 0 0,-6 0-80 0 0,1 1 1 0 0,-1-2-1 0 0,1 1 1 0 0,-1-1-1 0 0,0 0 1 0 0,-1-1-1 0 0,1 0 1 0 0,-1 0 0 0 0,0 0-1 0 0,-1-1 1 0 0,0 0-1 0 0,0-1 1 0 0,0 1-1 0 0,-1-1 1 0 0,0 0-1 0 0,0-1 1 0 0,-1 1-1 0 0,0-1 1 0 0,-1 1-1 0 0,0-1 1 0 0,0 0-1 0 0,-1-1 1 0 0,0 1-1 0 0,-1 0 1 0 0,0-1 0 0 0,0 1-1 0 0,-1 0 1 0 0,0-1-1 0 0,-1 1 1 0 0,0-1-1 0 0,0 1 1 0 0,-1 0-1 0 0,0 0 1 0 0,-1-1-1 0 0,0 1 1 0 0,0 1-1 0 0,-1-1 1 0 0,0 1-1 0 0,-1-1 1 0 0,0 1-1 0 0,0 0 1 0 0,-1 1-1 0 0,1-1 1 0 0,-2 1 0 0 0,-13-12-1 0 0,5 8 79 0 0,-1 0-1 0 0,0 1 1 0 0,-1 1-1 0 0,0 0 1 0 0,0 2 0 0 0,-1 0-1 0 0,-31-8 1 0 0,44 14-26 0 0,1 1-1 0 0,-1-1 1 0 0,0 1 0 0 0,1 0 0 0 0,-1 1 0 0 0,-7 0 0 0 0,4 0-67 0 0,7-1 34 0 0,-1 1-1 0 0,1-1 1 0 0,-1 0 0 0 0,1 1 0 0 0,-1-1 0 0 0,1 1-1 0 0,-1 0 1 0 0,1-1 0 0 0,0 1 0 0 0,-1 0 0 0 0,1 0 0 0 0,0 0-1 0 0,-2 1 1 0 0,3-1 20 0 0,0-1-1 0 0,0 0 1 0 0,-1 1-1 0 0,1-1 1 0 0,0 0-1 0 0,0 1 1 0 0,0-1-1 0 0,-1 0 1 0 0,1 1-1 0 0,0-1 1 0 0,0 0-1 0 0,0 1 1 0 0,0-1-1 0 0,0 0 1 0 0,0 1-1 0 0,0-1 1 0 0,0 1-1 0 0,0-1 1 0 0,0 0-1 0 0,0 1 1 0 0,0-1-1 0 0,0 0 1 0 0,0 1-1 0 0,0-1 1 0 0,0 1-1 0 0,0-1 1 0 0,1 0-1 0 0,-1 1 1 0 0,0-1-1 0 0,0 0 0 0 0,0 1 1 0 0,1-1-1 0 0,-1 0 1 0 0,0 0-1 0 0,0 1 1 0 0,1-1-1 0 0,-1 0 1 0 0,0 0-1 0 0,0 1 1 0 0,1-1-1 0 0,-1 0 1 0 0,0 0-1 0 0,1 0 1 0 0,-1 1-1 0 0,0-1 1 0 0,1 0-1 0 0,-1 0 1 0 0,1 0-1 0 0,-1 0 1 0 0,0 0-1 0 0,1 0 1 0 0,-1 0-1 0 0,0 0 1 0 0,1 0-1 0 0,0 0 1 0 0,11 3-601 0 0,0-1 1 0 0,0 0-1 0 0,0-1 1 0 0,1-1-1 0 0,-1 1 1 0 0,24-4-1 0 0,79-18-1820 0 0,-91 16 2124 0 0,177-44-1235 0 0,-57 12 3294 0 0,-139 36-1444 0 0,1-1-1 0 0,-1 1 0 0 0,1 0 0 0 0,0 0 1 0 0,0 1-1 0 0,-1 0 0 0 0,1 0 0 0 0,0 0 1 0 0,0 1-1 0 0,-1-1 0 0 0,11 4 0 0 0,-14-3-133 0 0,0 0 0 0 0,0 0-1 0 0,-1 0 1 0 0,1 0 0 0 0,0 0-1 0 0,-1 1 1 0 0,1-1 0 0 0,-1 1-1 0 0,0-1 1 0 0,1 1 0 0 0,-1-1-1 0 0,0 1 1 0 0,0 0-1 0 0,0 0 1 0 0,0-1 0 0 0,0 1-1 0 0,-1 0 1 0 0,1 0 0 0 0,0 4-1 0 0,1 0 200 0 0,0 1-1 0 0,-1 0 1 0 0,0-1 0 0 0,0 10-1 0 0,-1 15 208 0 0,-1 0-1 0 0,-2 0 0 0 0,-13 56 1 0 0,13-75-349 0 0,1-7 14 0 0,1 1 0 0 0,0 0 1 0 0,-1 0-1 0 0,2-1 0 0 0,-1 12 0 0 0,17-39 12 0 0,9-14-236 0 0,1 2 1 0 0,2 1-1 0 0,1 1 0 0 0,2 1 0 0 0,58-46 0 0 0,-87 76 0 0 0,0-1 0 0 0,0 1 0 0 0,0 0 0 0 0,0 0 0 0 0,0 0 0 0 0,0 1 0 0 0,0-1 0 0 0,0 0 0 0 0,0 1 0 0 0,0-1 0 0 0,0 1 0 0 0,0 0 0 0 0,1 0 0 0 0,-1 0 0 0 0,0 0 0 0 0,0 0 0 0 0,0 0 0 0 0,0 0 0 0 0,1 1 0 0 0,-1-1 0 0 0,0 1 0 0 0,0 0 0 0 0,0-1 0 0 0,0 1 0 0 0,0 0 0 0 0,0 0 0 0 0,0 1 0 0 0,-1-1 0 0 0,1 0 0 0 0,0 0 0 0 0,0 1 0 0 0,1 1 0 0 0,2 2 3 0 0,0 0-1 0 0,0 0 1 0 0,-1 1-1 0 0,0 0 1 0 0,0 0-1 0 0,0 0 1 0 0,-1 0 0 0 0,4 8-1 0 0,-2 2-5 0 0,-1 0 0 0 0,0 0 0 0 0,3 33 0 0 0,-6-35-600 0 0,1 1 0 0 0,0-1 0 0 0,1 1-1 0 0,1-1 1 0 0,10 25 0 0 0,-13-36 371 0 0,0-1 0 0 0,0 1 0 0 0,1-1 0 0 0,-1 0 0 0 0,1 0 0 0 0,-1 1 0 0 0,1-1 0 0 0,0 0-1 0 0,0 0 1 0 0,0-1 0 0 0,0 1 0 0 0,0 0 0 0 0,1-1 0 0 0,-1 1 0 0 0,0-1 0 0 0,1 0 0 0 0,-1 0 0 0 0,1 0 0 0 0,3 1 0 0 0,-2-1 20 0 0,0-1 1 0 0,0 0-1 0 0,0 0 0 0 0,-1 0 1 0 0,1 0-1 0 0,0-1 1 0 0,0 1-1 0 0,-1-1 0 0 0,1 0 1 0 0,-1-1-1 0 0,1 1 1 0 0,5-3-1 0 0,4-3-239 0 0,-1-1 1 0 0,1 0-1 0 0,-1-1 0 0 0,-1-1 1 0 0,20-19-1 0 0,-10 7 588 0 0,-2-1 0 0 0,-1-1-1 0 0,-1-1 1 0 0,18-32 0 0 0,-21 29 3209 0 0,21-57-1 0 0,-34 82-3107 0 0,-1 0-1 0 0,1 0 1 0 0,-1 0 0 0 0,1 0-1 0 0,-1 0 1 0 0,0 0-1 0 0,0 0 1 0 0,0 0 0 0 0,0 0-1 0 0,-1 0 1 0 0,1 0-1 0 0,-1 1 1 0 0,0-1 0 0 0,0 0-1 0 0,-1-3 1 0 0,1 4 80 0 0,-6 0 104 0 0,6 2-397 0 0,1 0 0 0 0,-1-1 0 0 0,1 1 0 0 0,-1 0 0 0 0,1 0 0 0 0,-1 0 0 0 0,1 0 0 0 0,-1 0 0 0 0,1 0 0 0 0,-1 0 0 0 0,1 0 0 0 0,-1 0 0 0 0,1 0 0 0 0,-1 0 0 0 0,1 0 0 0 0,-1 0 0 0 0,1 0 0 0 0,-1 0 0 0 0,1 0 0 0 0,-1 1 0 0 0,1-1 0 0 0,-1 0 0 0 0,1 0 0 0 0,-1 1 0 0 0,1-1 0 0 0,0 0 0 0 0,-1 1 0 0 0,1-1 0 0 0,-1 0 0 0 0,1 1 0 0 0,0-1 0 0 0,-1 1 0 0 0,1-1 0 0 0,0 0 0 0 0,0 1 0 0 0,-1-1 0 0 0,1 1 0 0 0,0-1 0 0 0,0 1 0 0 0,-1 0 0 0 0,-1 5 33 0 0,-1 0 0 0 0,1 0 0 0 0,0 1 1 0 0,0-1-1 0 0,1 1 0 0 0,-1-1 0 0 0,1 1 0 0 0,1-1 1 0 0,0 1-1 0 0,0 0 0 0 0,0-1 0 0 0,1 9 0 0 0,4 13 247 0 0,9 40 0 0 0,-13-66-277 0 0,13 44 345 0 0,-10-36-186 0 0,0 1 1 0 0,-1 0-1 0 0,0 0 0 0 0,-1 1 1 0 0,0-1-1 0 0,-1 1 0 0 0,0-1 1 0 0,-1 1-1 0 0,-1 12 1 0 0,0-20-132 0 0,0 0 1 0 0,0-1 0 0 0,-1 1 0 0 0,1-1 0 0 0,-1 1 0 0 0,0-1 0 0 0,0 0 0 0 0,0 0 0 0 0,0 0 0 0 0,-1 0-1 0 0,0 0 1 0 0,1-1 0 0 0,-1 1 0 0 0,0-1 0 0 0,0 1 0 0 0,0-1 0 0 0,0 0 0 0 0,-1 0 0 0 0,1-1-1 0 0,-1 1 1 0 0,1-1 0 0 0,-5 2 0 0 0,-3 1-89 0 0,-1-1 1 0 0,1 0-1 0 0,-1-1 0 0 0,1-1 1 0 0,-23 1-1 0 0,1-3-1084 0 0,1-2 1 0 0,-1-1-1 0 0,-52-13 1 0 0,27 0-4173 0 0,-59-25-1 0 0,67 21-1834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64 3000 0 0,'-20'-7'5844'0'0,"0"-1"-1"0"0,-22-14 1 0 0,20 11-4046 0 0,20 10-1360 0 0,0 0-616 0 0,-1 0 1 0 0,1 0-1 0 0,-1 0 0 0 0,1-1 1 0 0,0 1-1 0 0,0-1 1 0 0,0 1-1 0 0,-3-4 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6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1648 0 0,'-116'50'15828'0'0,"114"-49"-15081"0"0,2 0-670 0 0,1-1 0 0 0,-1 1 0 0 0,1 0 1 0 0,0-1-1 0 0,0 1 0 0 0,-1-1 0 0 0,1 1 0 0 0,0-1 0 0 0,0 1 0 0 0,-1-1 0 0 0,1 0 1 0 0,0 0-1 0 0,0 1 0 0 0,0-1 0 0 0,0 0 0 0 0,0 0 0 0 0,-1 0 0 0 0,1 0 0 0 0,0 0 1 0 0,2 0-1 0 0,21 2 218 0 0,-23-2-252 0 0,177-1-902 0 0,-115-1-515 0 0,103-8-6225 0 0,-79 1-346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32 372 0 0,'-16'-21'17635'0'0,"9"11"-14894"0"0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6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3612 0 0,'-9'19'8029'0'0,"2"0"-1"0"0,-9 38 1 0 0,15-56-7257 0 0,-2 6 301 0 0,21 3-8769 0 0,-16-10 7121 0 0,0 0-1 0 0,0 0 1 0 0,0 0 0 0 0,0 0-1 0 0,0-1 1 0 0,0 1 0 0 0,0-1-1 0 0,0 1 1 0 0,0-1 0 0 0,4-2 0 0 0,1 1-2496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7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114 123 420 0 0,'-10'-24'4675'0'0,"-15"-28"5589"0"0,1 7-3989 0 0,23 43-5906 0 0,1 2-401 0 0,-1 0 31 0 0,1 0-1 0 0,-1 1 1 0 0,0-1-1 0 0,1 0 1 0 0,-1 0-1 0 0,1 0 1 0 0,-1 1-1 0 0,1-1 1 0 0,-1 0-1 0 0,1 1 1 0 0,-1-1-1 0 0,1 0 1 0 0,0 1-1 0 0,-1-1 1 0 0,1 0-1 0 0,-1 1 1 0 0,1-1-1 0 0,0 1 0 0 0,-1-1 1 0 0,1 1-1 0 0,0-1 1 0 0,0 1-1 0 0,-1-1 1 0 0,1 1-1 0 0,0 0 1 0 0,-4 19-23 0 0,-15 330 78 0 0,18-332-48 0 0,-2 86 61 0 0,-10 216-12 0 0,10-239-6547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8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16 192 912 0 0,'-3'-8'1391'0'0,"0"0"-1"0"0,1 0 1 0 0,-1 0 0 0 0,2 0-1 0 0,-1-1 1 0 0,1 1 0 0 0,0-1-1 0 0,1-12 1 0 0,1 17-1249 0 0,-1 0 0 0 0,1 1-1 0 0,0-1 1 0 0,0 0 0 0 0,1 1 0 0 0,-1-1 0 0 0,1 1 0 0 0,0 0-1 0 0,-1 0 1 0 0,1-1 0 0 0,1 1 0 0 0,-1 0 0 0 0,0 1 0 0 0,1-1-1 0 0,0 0 1 0 0,-1 1 0 0 0,1-1 0 0 0,0 1 0 0 0,0 0 0 0 0,0 0-1 0 0,5-2 1 0 0,5-2-49 0 0,1 0 0 0 0,0 1 0 0 0,0 0 0 0 0,0 1 0 0 0,1 1 0 0 0,0 0-1 0 0,-1 1 1 0 0,1 1 0 0 0,0 0 0 0 0,27 2 0 0 0,-7 3-28 0 0,-1 0 0 0 0,1 3 0 0 0,50 15 0 0 0,-64-15-35 0 0,0 1 1 0 0,-1 0 0 0 0,0 1 0 0 0,27 18 0 0 0,-39-22-12 0 0,0 1 1 0 0,0 0 0 0 0,-1 0-1 0 0,0 1 1 0 0,0-1-1 0 0,-1 1 1 0 0,0 1 0 0 0,0-1-1 0 0,-1 1 1 0 0,0 0 0 0 0,0 1-1 0 0,7 15 1 0 0,-11-17-6 0 0,1 0-1 0 0,-1-1 1 0 0,0 1-1 0 0,-1 0 1 0 0,1 0 0 0 0,-2-1-1 0 0,1 1 1 0 0,-1 0-1 0 0,1 0 1 0 0,-2-1-1 0 0,1 1 1 0 0,-1 0 0 0 0,0-1-1 0 0,0 1 1 0 0,-1-1-1 0 0,0 0 1 0 0,0 0 0 0 0,-1 0-1 0 0,1 0 1 0 0,-8 7-1 0 0,-2 4 7 0 0,-1-1-1 0 0,0-1 1 0 0,-2 0-1 0 0,1-1 1 0 0,-25 16-1 0 0,9-11 18 0 0,0-2-1 0 0,-1-1 1 0 0,-1-1 0 0 0,-45 13 0 0 0,10-4 556 0 0,-28 7 1394 0 0,93-30-1907 0 0,3 0-79 0 0,0-1 1 0 0,0 1 0 0 0,0 0 0 0 0,0-1 0 0 0,0 1-1 0 0,1 0 1 0 0,-1-1 0 0 0,0 1 0 0 0,0-1 0 0 0,1 1 0 0 0,-1-1-1 0 0,0 1 1 0 0,1-1 0 0 0,-1 1 0 0 0,0-1 0 0 0,1 1-1 0 0,-1-1 1 0 0,1 1 0 0 0,-1-1 0 0 0,1 1 0 0 0,133 82 126 0 0,94 97 255 0 0,-50-36-3767 0 0,-173-141 2853 0 0,-1 0 1 0 0,0 0-1 0 0,1 0 1 0 0,-1-1-1 0 0,1 1 1 0 0,9 2-1 0 0,9-3-6260 0 0,4-4 1050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8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507 124 1432 0 0,'-4'-8'1000'0'0,"0"0"0"0"0,0 0 1 0 0,-1 0-1 0 0,0 1 0 0 0,0-1 0 0 0,-1 1 0 0 0,0 1 0 0 0,0-1 1 0 0,-1 1-1 0 0,0 0 0 0 0,-13-9 0 0 0,13 11-792 0 0,0 0 1 0 0,0 0-1 0 0,-1 1 0 0 0,1 0 0 0 0,-1 0 1 0 0,0 1-1 0 0,0 0 0 0 0,0 1 0 0 0,0-1 0 0 0,0 1 1 0 0,0 1-1 0 0,0 0 0 0 0,0 0 0 0 0,-1 1 1 0 0,1-1-1 0 0,0 2 0 0 0,0-1 0 0 0,0 1 1 0 0,1 0-1 0 0,-14 6 0 0 0,9-2-154 0 0,0 1 0 0 0,1 0 1 0 0,-1 1-1 0 0,1 0 0 0 0,1 1 0 0 0,-1 0 0 0 0,2 0 0 0 0,-1 1 1 0 0,-10 16-1 0 0,1 0 1 0 0,1 1-1 0 0,-26 54 1 0 0,33-59-32 0 0,2 1-1 0 0,0 1 1 0 0,-6 31-1 0 0,12-46-2 0 0,2 0-1 0 0,-1 0 1 0 0,1 1-1 0 0,0-1 1 0 0,1 1-1 0 0,0-1 1 0 0,1 1-1 0 0,0-1 1 0 0,1 0-1 0 0,-1 1 1 0 0,7 16-1 0 0,-6-22-6 0 0,0 0 1 0 0,0-1-1 0 0,0 1 1 0 0,0 0-1 0 0,1-1 1 0 0,0 0-1 0 0,-1 1 1 0 0,1-1-1 0 0,1 0 0 0 0,-1-1 1 0 0,0 1-1 0 0,1 0 1 0 0,-1-1-1 0 0,1 0 1 0 0,0 0-1 0 0,-1 0 0 0 0,1 0 1 0 0,0-1-1 0 0,0 1 1 0 0,0-1-1 0 0,1 0 1 0 0,-1 0-1 0 0,0-1 0 0 0,0 1 1 0 0,1-1-1 0 0,-1 0 1 0 0,0 0-1 0 0,0 0 1 0 0,1-1-1 0 0,4-1 1 0 0,3 0-3 0 0,-1-1 0 0 0,1 0 0 0 0,-1 0 0 0 0,0-2 1 0 0,0 1-1 0 0,-1-1 0 0 0,1-1 0 0 0,-1 0 1 0 0,18-14-1 0 0,-10 4-26 0 0,-1 0 0 0 0,-1-1 0 0 0,-1-1 0 0 0,0 0 0 0 0,24-40 1 0 0,-22 26 310 0 0,-1-1 1 0 0,-2 0 0 0 0,13-42 0 0 0,-14 42 571 0 0,-9 25-680 0 0,0 0 1 0 0,-1-1 0 0 0,0 0 0 0 0,-1 0-1 0 0,3-14 1 0 0,-2 27-180 0 0,-3-4-9 0 0,0 0 0 0 0,1 0 0 0 0,-1 0 0 0 0,0 0 0 0 0,0 0 0 0 0,0 1 0 0 0,1-1 1 0 0,-1 0-1 0 0,0 0 0 0 0,0 0 0 0 0,1 1 0 0 0,-1-1 0 0 0,0 0 0 0 0,0 0 0 0 0,0 1 1 0 0,0-1-1 0 0,0 0 0 0 0,1 0 0 0 0,-1 1 0 0 0,0-1 0 0 0,0 0 0 0 0,0 0 0 0 0,0 1 1 0 0,0-1-1 0 0,0 0 0 0 0,0 1 0 0 0,0-1 0 0 0,0 0 0 0 0,0 0 0 0 0,0 1 0 0 0,0-1 1 0 0,0 1-1 0 0,-2 74 69 0 0,1 61-189 0 0,2-119-660 0 0,1 1 0 0 0,0-1 0 0 0,2 1 0 0 0,0-1 0 0 0,10 25 0 0 0,-12-36 212 0 0,1-1 0 0 0,-1 0 0 0 0,1 0 0 0 0,1-1 0 0 0,-1 1 0 0 0,8 8 0 0 0,14 6-5581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9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1584 0 0,'2'-37'5996'0'0,"-2"29"-4431"0"0,0 0 0 0 0,0 0-1 0 0,1 0 1 0 0,2-9 0 0 0,-1 5-270 0 0,2 2 197 0 0,-3 10-1452 0 0,0-1 1 0 0,-1 1-1 0 0,1 0 0 0 0,0 0 0 0 0,-1 0 1 0 0,1 0-1 0 0,0 0 0 0 0,0 1 1 0 0,-1-1-1 0 0,1 0 0 0 0,0 0 1 0 0,-1 0-1 0 0,1 1 0 0 0,0-1 1 0 0,-1 0-1 0 0,1 1 0 0 0,-1-1 0 0 0,1 0 1 0 0,1 2-1 0 0,6 3 101 0 0,-1 1-1 0 0,1 0 1 0 0,-1 1 0 0 0,0-1-1 0 0,-1 1 1 0 0,1 1 0 0 0,-2-1-1 0 0,1 1 1 0 0,-1 0 0 0 0,8 16-1 0 0,-2-1 45 0 0,-1 1-1 0 0,13 49 0 0 0,-19-58-114 0 0,0 0-1 0 0,-2 0 0 0 0,0 1 1 0 0,-1 0-1 0 0,-1 28 0 0 0,0-39-51 0 0,-1 0 0 0 0,1 1-1 0 0,-1-1 1 0 0,-1 0 0 0 0,1 0 0 0 0,-1 0-1 0 0,0 0 1 0 0,0 0 0 0 0,0 0 0 0 0,0 0-1 0 0,-1-1 1 0 0,0 1 0 0 0,0-1 0 0 0,0 1-1 0 0,-1-1 1 0 0,0 0 0 0 0,1-1 0 0 0,-1 1-1 0 0,0-1 1 0 0,-5 4 0 0 0,7-6-13 0 0,0-1 0 0 0,1 1 0 0 0,-1 0 0 0 0,0-1 0 0 0,0 1-1 0 0,0-1 1 0 0,1 1 0 0 0,-1-1 0 0 0,0 0 0 0 0,0 0 0 0 0,0 0 0 0 0,0 0 0 0 0,0 0 0 0 0,0 0 0 0 0,1 0 0 0 0,-1-1-1 0 0,0 1 1 0 0,0-1 0 0 0,0 1 0 0 0,1-1 0 0 0,-1 0 0 0 0,0 0 0 0 0,0 1 0 0 0,1-1 0 0 0,-1-1 0 0 0,1 1 0 0 0,-1 0-1 0 0,1 0 1 0 0,0 0 0 0 0,-1-1 0 0 0,1 1 0 0 0,0-1 0 0 0,-2-2 0 0 0,-1-1-6 0 0,1 0 1 0 0,0 0-1 0 0,0 0 0 0 0,0 0 1 0 0,1 0-1 0 0,0-1 1 0 0,0 1-1 0 0,0-1 0 0 0,-1-8 1 0 0,2 2-8 0 0,1 0 1 0 0,1 0-1 0 0,-1-1 1 0 0,2 1 0 0 0,0 0-1 0 0,0 1 1 0 0,1-1-1 0 0,1 0 1 0 0,0 1-1 0 0,0-1 1 0 0,1 1 0 0 0,1 1-1 0 0,0-1 1 0 0,0 1-1 0 0,1 0 1 0 0,0 0 0 0 0,13-13-1 0 0,-7 9 13 0 0,1 0-1 0 0,1 1 1 0 0,0 1 0 0 0,1 0-1 0 0,0 1 1 0 0,0 1-1 0 0,2 0 1 0 0,-1 2 0 0 0,1 0-1 0 0,23-8 1 0 0,-33 14-7 0 0,-1 0 1 0 0,0 1-1 0 0,0-1 1 0 0,1 2-1 0 0,-1-1 1 0 0,0 1-1 0 0,1 0 0 0 0,-1 0 1 0 0,1 1-1 0 0,-1 0 1 0 0,0 0-1 0 0,0 1 0 0 0,12 4 1 0 0,-13-3 8 0 0,0 0 0 0 0,-1 0 0 0 0,0 0 0 0 0,0 0 1 0 0,0 1-1 0 0,0 0 0 0 0,0 0 0 0 0,-1 0 0 0 0,0 1 0 0 0,0-1 1 0 0,0 1-1 0 0,0 0 0 0 0,-1 0 0 0 0,0 1 0 0 0,0-1 0 0 0,4 10 0 0 0,1 10 24 0 0,-1 0 0 0 0,-2 1 0 0 0,0 0 0 0 0,-1 0 0 0 0,-2 0 0 0 0,-1 29 0 0 0,6 50-3267 0 0,-7-100 2775 0 0,1 0 0 0 0,0 0 0 0 0,0 0 0 0 0,1-1 0 0 0,-1 1 0 0 0,1 0 0 0 0,4 6 0 0 0,-5-9-41 0 0,0-1 1 0 0,0 1 0 0 0,0-1 0 0 0,0 1-1 0 0,1-1 1 0 0,-1 1 0 0 0,1-1 0 0 0,-1 0-1 0 0,1 0 1 0 0,-1 0 0 0 0,1 1 0 0 0,2 0-1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09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92 200 244 0 0,'-3'-14'1887'0'0,"-9"-40"9645"0"0,-29-78 799 0 0,41 133-12258 0 0,-1 0-1 0 0,1 0 0 0 0,-1 0 1 0 0,1 0-1 0 0,-1 0 0 0 0,1 0 1 0 0,0 0-1 0 0,0 0 0 0 0,-1 0 0 0 0,1 0 1 0 0,0 0-1 0 0,0 0 0 0 0,0 0 1 0 0,0 1-1 0 0,0-1 0 0 0,1 1 1 0 0,0 19 299 0 0,-1-21-356 0 0,5 107 1584 0 0,3 273 275 0 0,-25-126-1608 0 0,1-14-6168 0 0,10-178 790 0 0,-1-39-4745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0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252 215 680 0 0,'122'-171'17857'0'0,"-91"127"-13098"0"0,-36 45-4570 0 0,-25 9-13 0 0,0 1 0 0 0,0 2 0 0 0,-50 29 0 0 0,18-9-100 0 0,-88 43-175 0 0,149-76 91 0 0,0 1 0 0 0,0-1 0 0 0,0 1 0 0 0,0-1 0 0 0,0 1 0 0 0,0 0 0 0 0,0-1 0 0 0,0 1-1 0 0,0 0 1 0 0,1 0 0 0 0,-1-1 0 0 0,0 1 0 0 0,0 0 0 0 0,1 0 0 0 0,-1 0 0 0 0,1 0 0 0 0,-1 0 0 0 0,1 0 0 0 0,-1 0 0 0 0,1 0-1 0 0,0 0 1 0 0,-1 0 0 0 0,1 0 0 0 0,0 1 0 0 0,0-1 0 0 0,0 0 0 0 0,0 0 0 0 0,0 0 0 0 0,0 0 0 0 0,0 0 0 0 0,0 0 0 0 0,0 0 0 0 0,1 0-1 0 0,-1 1 1 0 0,0-1 0 0 0,1 0 0 0 0,-1 0 0 0 0,1 0 0 0 0,-1 0 0 0 0,1 0 0 0 0,-1 0 0 0 0,1-1 0 0 0,0 1 0 0 0,-1 0 0 0 0,1 0-1 0 0,1 1 1 0 0,6 5 1 0 0,-1 0-1 0 0,1 0 1 0 0,0-1-1 0 0,11 7 1 0 0,-10-7-23 0 0,61 47 2 0 0,-3 3 0 0 0,105 114 0 0 0,-107-94 31 0 0,26 26 132 0 0,-46-58 3621 0 0,-43-42-3030 0 0,3-1 129 0 0,-5-1-825 0 0,1 1-1 0 0,-1-1 1 0 0,1 0 0 0 0,-1 0-1 0 0,1 1 1 0 0,-1-1 0 0 0,1 0-1 0 0,0 0 1 0 0,-1 0 0 0 0,1 0-1 0 0,-1 1 1 0 0,1-1 0 0 0,0 0 0 0 0,-1 0-1 0 0,1 0 1 0 0,-1-1 0 0 0,1 1-1 0 0,0 0 1 0 0,-1 0 0 0 0,2 0-1 0 0,12-11-11 0 0,1 0 0 0 0,-1-1-1 0 0,-1 0 1 0 0,0-1 0 0 0,11-15-1 0 0,16-15-3541 0 0,-27 29 1247 0 0,13-12-3432 0 0,-7 11-2146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360 296 3332 0 0,'-14'-47'13832'0'0,"-1"-1"-3974"0"0,14 46-9534 0 0,-1 4-261 0 0,1-1 0 0 0,-1 1 1 0 0,0 0-1 0 0,1 0 0 0 0,-1-1 1 0 0,1 1-1 0 0,-1 0 0 0 0,1 0 1 0 0,0 0-1 0 0,0 0 0 0 0,0 1 1 0 0,-1 1-1 0 0,-1 1 38 0 0,-87 205 729 0 0,41-88-640 0 0,-79 187 132 0 0,120-289-249 0 0,5-11 70 0 0,0-1 1 0 0,-1 1 0 0 0,0-1 0 0 0,-6 10 0 0 0,9-16-105 0 0,0-5-40 0 0,-1-2-53 0 0,1-1 1 0 0,-1 0-1 0 0,2 0 0 0 0,-1 1 0 0 0,1-1 1 0 0,-1 0-1 0 0,2 0 0 0 0,-1 0 0 0 0,2-9 1 0 0,14-59-495 0 0,-12 57 466 0 0,33-129-440 0 0,104-258 0 0 0,-84 290 637 0 0,-9 21 1 0 0,-47 91-128 0 0,0 0 0 0 0,-1 1 1 0 0,1-1-1 0 0,0 0 0 0 0,0 1 0 0 0,0-1 1 0 0,0 1-1 0 0,0 0 0 0 0,0-1 0 0 0,1 1 1 0 0,-1 0-1 0 0,0 0 0 0 0,1-1 0 0 0,-1 1 0 0 0,1 0 1 0 0,-1 0-1 0 0,1 1 0 0 0,0-1 0 0 0,2-1 1 0 0,-2 2 5 0 0,0 0 0 0 0,0 0 1 0 0,0 0-1 0 0,0 0 1 0 0,0 0-1 0 0,0 1 0 0 0,0-1 1 0 0,0 1-1 0 0,0-1 1 0 0,0 1-1 0 0,0 0 0 0 0,-1 0 1 0 0,1 0-1 0 0,0 0 1 0 0,0 0-1 0 0,-1 0 1 0 0,3 2-1 0 0,3 2 11 0 0,-1 1 1 0 0,0 0 0 0 0,-1 0-1 0 0,1 0 1 0 0,-1 1-1 0 0,-1 0 1 0 0,1 0 0 0 0,3 8-1 0 0,27 66 166 0 0,-27-62-115 0 0,19 53 194 0 0,-3 1 1 0 0,17 93 0 0 0,7 154 437 0 0,-32-216-127 0 0,-16-103-565 0 0,0-1 0 0 0,0 1 0 0 0,0-1 0 0 0,0 1 0 0 0,1 0 0 0 0,-1-1 0 0 0,0 1 0 0 0,0-1 0 0 0,0 1 0 0 0,0-1 0 0 0,1 1 0 0 0,-1 0 0 0 0,0-1 0 0 0,1 1 0 0 0,-1-1 0 0 0,0 1 0 0 0,1-1 0 0 0,-1 0 0 0 0,0 1 0 0 0,1-1 0 0 0,-1 1 0 0 0,1-1 0 0 0,-1 0 0 0 0,1 1 0 0 0,-1-1 0 0 0,1 0 0 0 0,-1 1 0 0 0,1-1 0 0 0,0 0 0 0 0,-1 0 0 0 0,1 0 0 0 0,-1 1 0 0 0,1-1 0 0 0,-1 0 0 0 0,1 0 0 0 0,0 0 0 0 0,-1 0 0 0 0,1 0 0 0 0,-1 0 0 0 0,1 0 0 0 0,0 0 0 0 0,-1 0 0 0 0,1-1 0 0 0,-1 1 0 0 0,1 0 0 0 0,0 0 0 0 0,-1 0 0 0 0,1-1 0 0 0,-1 1 0 0 0,1 0 0 0 0,-1-1 0 0 0,1 1 0 0 0,0-1-1 0 0,3-1-256 0 0,0-1 0 0 0,-1 1 0 0 0,1-1 0 0 0,-1 0 0 0 0,6-6 0 0 0,12-15-1598 0 0,48-61-3720 0 0,-61 74 3859 0 0,-1 0-1 0 0,-1-1 1 0 0,0 1-1 0 0,-1-1 1 0 0,0-1-1 0 0,5-15 1 0 0,-6 8-5016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1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50 1236 0 0,'-70'8'6408'0'0,"39"-4"-123"0"0,-36 1 0 0 0,161-8-7206 0 0,96-16 1 0 0,1-12-8427 0 0,-122 17 2725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1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41 1612 0 0,'-91'7'16372'0'0,"23"-5"-3519"0"0,85-12-12244 0 0,111-14-1801 0 0,-38 14-2537 0 0,-15 6-2527 0 0,0 3-3847 0 0,-51 1 2341 0 0</inkml:trace>
  <inkml:trace contextRef="#ctx0" brushRef="#br0" timeOffset="1">160 336 2392 0 0,'-64'44'12327'0'0,"63"-44"-12185"0"0,1 0 1 0 0,0 0 0 0 0,-1 0-1 0 0,1 1 1 0 0,-1-1-1 0 0,1 0 1 0 0,-1 0 0 0 0,1 1-1 0 0,0-1 1 0 0,-1 0-1 0 0,1 1 1 0 0,0-1 0 0 0,-1 1-1 0 0,1-1 1 0 0,0 0-1 0 0,-1 1 1 0 0,1-1 0 0 0,0 1-1 0 0,0-1 1 0 0,0 1-1 0 0,-1-1 1 0 0,1 1 0 0 0,0-1-1 0 0,0 1 1 0 0,0-1-1 0 0,0 1 1 0 0,0-1 0 0 0,0 1-1 0 0,0-1 1 0 0,0 1-1 0 0,0 0 1 0 0,1 0-44 0 0,0-1 1 0 0,0 1-1 0 0,0-1 1 0 0,0 1-1 0 0,-1-1 0 0 0,1 1 1 0 0,0-1-1 0 0,0 1 1 0 0,0-1-1 0 0,0 0 0 0 0,0 0 1 0 0,0 1-1 0 0,0-1 1 0 0,1 0-1 0 0,-1 0 0 0 0,0 0 1 0 0,0 0-1 0 0,1 0 1 0 0,263-10-653 0 0,-84-2-9061 0 0,-104 8 1014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2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16 1576 0 0,'0'0'19571'0'0,"0"-1"-19558"0"0,0 1 0 0 0,0-1 0 0 0,0 1 0 0 0,-1-1 0 0 0,1 1 0 0 0,0 0 0 0 0,0-1 0 0 0,0 1 0 0 0,-1-1 0 0 0,1 1 0 0 0,0-1 0 0 0,0 1 0 0 0,-1 0 0 0 0,1-1 0 0 0,0 1 0 0 0,-1 0 0 0 0,1-1 0 0 0,-1 1 0 0 0,1 0 0 0 0,0 0 0 0 0,-1-1 0 0 0,1 1 0 0 0,-1 0 0 0 0,-34-5-56 0 0,20 4 30 0 0,12 1-5 0 0,-31 2-66 0 0,31-2 74 0 0,-16 4-10 0 0,2-2-47 0 0,0 0 70 0 0,14-2 13 0 0,-14 5-17 0 0,6-1 2610 0 0,11-2-2898 0 0,-1 0 286 0 0,0-1 0 0 0,0 1 0 0 0,0 0 0 0 0,0 0-1 0 0,0-1 1 0 0,0 1 0 0 0,0-1 0 0 0,-1 1 0 0 0,1-1-1 0 0,0 0 1 0 0,-1 1 0 0 0,1-1 0 0 0,-1 0 0 0 0,-2 2-1 0 0,-8 7-22 0 0,-5 12-14 0 0,2-2-62 0 0,0 0 0 0 0,1 1 0 0 0,1 0 1 0 0,-15 35-1 0 0,20-34 71 0 0,1 0 0 0 0,2 0 1 0 0,0 1-1 0 0,1 0 0 0 0,-1 44 0 0 0,12 117 122 0 0,-6-173-85 0 0,5 54 14 0 0,2 0-1 0 0,4 0 0 0 0,2-2 1 0 0,36 100-1 0 0,-43-144 65 0 0,1-1 1 0 0,19 35-1 0 0,-23-48-32 0 0,-1-1 1 0 0,0 1-1 0 0,1 0 0 0 0,0-1 0 0 0,0 0 0 0 0,1 0 1 0 0,-1 0-1 0 0,1 0 0 0 0,-1-1 0 0 0,1 0 0 0 0,0 0 1 0 0,1 0-1 0 0,-1 0 0 0 0,9 2 0 0 0,0-3 12 0 0,0 0 0 0 0,1-1 0 0 0,-1-1 0 0 0,0 0 0 0 0,1-1 0 0 0,-1-1 0 0 0,0 0 0 0 0,16-4 1 0 0,6-1 18 0 0,13-4 728 0 0,67-24 0 0 0,-102 30-478 0 0,-12 5-215 0 0,25-8 513 0 0,-24 7-122 0 0,-3 0-497 0 0,1 1-1 0 0,-1-1 1 0 0,1 1 0 0 0,-1 0-1 0 0,1-1 1 0 0,0 1 0 0 0,-1-1-1 0 0,1 1 1 0 0,-1 0 0 0 0,1-1-1 0 0,0 1 1 0 0,-1 0-1 0 0,1 0 1 0 0,0 0 0 0 0,-1-1-1 0 0,1 1 1 0 0,0 0 0 0 0,-1 0-1 0 0,1 0 1 0 0,0 0-1 0 0,-1 0 1 0 0,1 0 0 0 0,0 0-1 0 0,0 0 1 0 0,-1 1 0 0 0,2-1-1 0 0,7 0-2964 0 0,-9-1 2850 0 0,0 1 0 0 0,1 0-1 0 0,-1-1 1 0 0,0 1 0 0 0,0 0-1 0 0,0 0 1 0 0,0-1 0 0 0,-1 1-1 0 0,1 0 1 0 0,0-1 0 0 0,0 1-1 0 0,0 0 1 0 0,0-1 0 0 0,0 1-1 0 0,0 0 1 0 0,0 0 0 0 0,0-1-1 0 0,-1 1 1 0 0,1 0 0 0 0,0 0 0 0 0,-2-2-827 0 0,2 2 826 0 0,-1-1 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2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125 108 652 0 0,'-4'-1'2488'0'0,"-84"-23"10195"0"0,85 24-12067 0 0,0-1-118 0 0,3 1-472 0 0,-22-7 1151 0 0,22 7-1158 0 0,0 0-1 0 0,-1 0 1 0 0,1 0 0 0 0,0 0 0 0 0,0 0 0 0 0,-1 0-1 0 0,1 0 1 0 0,0-1 0 0 0,0 1 0 0 0,0 0-1 0 0,-1 0 1 0 0,1 0 0 0 0,0 0 0 0 0,0-1-1 0 0,0 1 1 0 0,-1 0 0 0 0,1 0 0 0 0,0-1-1 0 0,0 1 1 0 0,0 0 0 0 0,0 0 0 0 0,0 0 0 0 0,0-1-1 0 0,0 1 1 0 0,-1 0 0 0 0,1-1 0 0 0,0 1-1 0 0,0 0 1 0 0,0-1 0 0 0,13-6-20 0 0,123-26-1995 0 0,-40 15-4319 0 0,-77 14 4054 0 0,10-2-3465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2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 2604 0 0,'-5'3'434'0'0,"-166"87"12285"0"0,160-83-11534 0 0,16-8-508 0 0,6-2-730 0 0,123-45-1123 0 0,-68 23-29 0 0,2 2-279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4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42 720 0 0,'0'0'8539'0'0,"-9"-4"-4877"0"0,23 7-3630 0 0,0-2 0 0 0,1 1 1 0 0,-1-2-1 0 0,0 0 1 0 0,20-3-1 0 0,-9 2-29 0 0,365-32-503 0 0,-326 27-968 0 0,-60 6 1064 0 0,0 0-12 0 0,16 0-1275 0 0,-20 0 1625 0 0,0 0 0 0 0,0 0-1 0 0,1 0 1 0 0,-1 0 0 0 0,0 0 0 0 0,0 0 0 0 0,0 0 0 0 0,1 1 0 0 0,-1-1-1 0 0,0 0 1 0 0,0 0 0 0 0,1 0 0 0 0,-1 0 0 0 0,0 0 0 0 0,0 1 0 0 0,0-1-1 0 0,0 0 1 0 0,1 0 0 0 0,-1 0 0 0 0,0 1 0 0 0,0-1 0 0 0,0 0 0 0 0,0 0 0 0 0,0 0-1 0 0,0 1 1 0 0,0-1 0 0 0,1 0 0 0 0,-1 0 0 0 0,0 1 0 0 0,0-1 0 0 0,0 0-1 0 0,0 0 1 0 0,0 1 0 0 0,0-1 0 0 0,0 0 0 0 0,0 0 0 0 0,0 1 0 0 0,0-1-1 0 0,0 0 1 0 0,0 0 0 0 0,-1 1 0 0 0,1-1 0 0 0,0 0 0 0 0,-3 9-2046 0 0,3-8 2141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50:44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216 210 18384,'-216'-92'0,"420"-26"0,-408 236 0,1190-176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47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1 120 0 0,'0'0'7558'0'0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2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84 1680 0 0,'3'-2'2315'0'0,"6"-6"699"0"0,0 0 1 0 0,-1-1-1 0 0,0 1 1 0 0,11-17 1214 0 0,-13 17-2362 0 0,6-7 1472 0 0,-7 15-2397 0 0,-2 11-1035 0 0,0 31 463 0 0,-1-1 0 0 0,-6 54 0 0 0,-17 87 552 0 0,9-93-670 0 0,-53 323-28 0 0,61-395-1257 0 0,-2 17 286 0 0,4-25-2540 0 0,12-67-12766 0 0,-6 31 10732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3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71 329 1500 0 0,'-22'-68'5733'0'0,"12"43"-2906"0"0,-6-29-1 0 0,14 46-2451 0 0,0 1-1 0 0,1-1 0 0 0,0 1 0 0 0,1-1 1 0 0,0 0-1 0 0,0 1 0 0 0,1-1 1 0 0,1-10-1 0 0,0 13-320 0 0,0 0-1 0 0,0 0 1 0 0,0 1 0 0 0,1-1 0 0 0,0 1-1 0 0,0-1 1 0 0,0 1 0 0 0,0 0 0 0 0,0 0-1 0 0,1 1 1 0 0,0-1 0 0 0,0 1 0 0 0,0 0 0 0 0,0 0-1 0 0,0 0 1 0 0,1 0 0 0 0,-1 1 0 0 0,1 0-1 0 0,0 0 1 0 0,8-3 0 0 0,4 0-12 0 0,1 0 0 0 0,0 0 0 0 0,0 2 0 0 0,27-2 0 0 0,-25 4-33 0 0,1 1-1 0 0,0 1 1 0 0,0 1 0 0 0,-1 0-1 0 0,1 2 1 0 0,-1 0-1 0 0,24 9 1 0 0,-35-10-3 0 0,0 0 1 0 0,0 1-1 0 0,0 0 0 0 0,-1 0 0 0 0,0 1 1 0 0,0 0-1 0 0,0 1 0 0 0,-1-1 1 0 0,1 1-1 0 0,-1 1 0 0 0,-1 0 1 0 0,1 0-1 0 0,-1 0 0 0 0,0 0 1 0 0,-1 1-1 0 0,0 0 0 0 0,0 0 1 0 0,3 9-1 0 0,-6-10 6 0 0,0 0 0 0 0,-1 1-1 0 0,0-1 1 0 0,0 0 0 0 0,0 0 0 0 0,-1 0-1 0 0,-1 1 1 0 0,1-1 0 0 0,-1 0 0 0 0,0 0 0 0 0,-1 0-1 0 0,1 0 1 0 0,-1 0 0 0 0,-1 0 0 0 0,1 0-1 0 0,-1-1 1 0 0,-1 1 0 0 0,-7 11 0 0 0,-2 2 10 0 0,-1-1 0 0 0,-1 0 0 0 0,-1-1 0 0 0,-25 21 1 0 0,25-24-20 0 0,-2-2 1 0 0,1 0 0 0 0,-1-1-1 0 0,-1-1 1 0 0,0-1 0 0 0,-26 10-1 0 0,-5-1 732 0 0,-70 15 1 0 0,61-22 1053 0 0,55-11-1505 0 0,0-1-46 0 0,-12 1-48 0 0,12 0 180 0 0,-8-5-261 0 0,30 15-130 0 0,0 0-1 0 0,-1 1 1 0 0,0 0-1 0 0,-1 2 1 0 0,0 0 0 0 0,19 22-1 0 0,-17-18 21 0 0,174 206 22 0 0,-107-118 64 0 0,-18-31 306 0 0,-66-74-415 0 0,1 0 0 0 0,-1 0 0 0 0,1 0 0 0 0,0 0 0 0 0,-1 0-1 0 0,1-1 1 0 0,0 1 0 0 0,0 0 0 0 0,-1-1 0 0 0,1 1 0 0 0,0-1 0 0 0,0 0 0 0 0,0 0 0 0 0,0 0-1 0 0,0 0 1 0 0,0 0 0 0 0,0 0 0 0 0,-1 0 0 0 0,1-1 0 0 0,0 1 0 0 0,0 0 0 0 0,0-1 0 0 0,3-1-1 0 0,33-10-2287 0 0,1-2-1 0 0,47-25 1 0 0,21-17-5315 0 0,-69 34 2234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3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426 236 872 0 0,'4'-7'1104'0'0,"-1"0"0"0"0,0 0 0 0 0,0-1 0 0 0,-1 1 0 0 0,0-1 0 0 0,0 0-1 0 0,-1 0 1 0 0,0 1 0 0 0,-1-1 0 0 0,1 0 0 0 0,-1 0 0 0 0,-2-13 0 0 0,1 15-724 0 0,-1 1 0 0 0,0-1-1 0 0,0 0 1 0 0,0 0 0 0 0,0 1 0 0 0,-1-1-1 0 0,0 1 1 0 0,0 0 0 0 0,-1 0 0 0 0,1 0 0 0 0,-1 0-1 0 0,0 1 1 0 0,0-1 0 0 0,-1 1 0 0 0,1 0 0 0 0,-11-6-1 0 0,9 6-248 0 0,-1 0-1 0 0,1 0 1 0 0,-1 1-1 0 0,0 0 1 0 0,0 0-1 0 0,0 0 1 0 0,0 1-1 0 0,0 1 0 0 0,0-1 1 0 0,-1 1-1 0 0,1 0 1 0 0,-1 0-1 0 0,1 1 1 0 0,-12 1-1 0 0,10 1-72 0 0,0 0 0 0 0,0 0 0 0 0,0 1 1 0 0,0 0-1 0 0,0 0 0 0 0,1 1 0 0 0,-1 0 0 0 0,1 1 0 0 0,0 0 0 0 0,-10 8 0 0 0,4-1-46 0 0,1 0 0 0 0,0 1 0 0 0,1 0 1 0 0,1 1-1 0 0,0 0 0 0 0,1 1 0 0 0,0 0 0 0 0,1 1 0 0 0,1 0 0 0 0,1 0 0 0 0,-10 28 0 0 0,11-19-3 0 0,0-1 0 0 0,1 1 0 0 0,1 0-1 0 0,0 42 1 0 0,4-57-15 0 0,0-1-1 0 0,1 1 1 0 0,0-1 0 0 0,0 0-1 0 0,1 0 1 0 0,0 1 0 0 0,1-1-1 0 0,0 0 1 0 0,0-1-1 0 0,1 1 1 0 0,1-1 0 0 0,-1 1-1 0 0,1-1 1 0 0,0 0 0 0 0,12 12-1 0 0,-15-17 1 0 0,0-1-1 0 0,1 0 0 0 0,0 0 1 0 0,-1 0-1 0 0,1 0 1 0 0,0 0-1 0 0,0 0 0 0 0,0-1 1 0 0,0 1-1 0 0,1-1 1 0 0,-1 0-1 0 0,0 0 0 0 0,0 0 1 0 0,1 0-1 0 0,-1-1 1 0 0,1 1-1 0 0,5-1 0 0 0,-4-1 1 0 0,0 1 0 0 0,0-1 1 0 0,-1 0-1 0 0,1-1 0 0 0,0 1 0 0 0,0-1 0 0 0,-1 0 0 0 0,1 0 0 0 0,-1-1 0 0 0,8-5 0 0 0,1-2-9 0 0,0-1 0 0 0,-1-1 0 0 0,-1 0 1 0 0,0-1-1 0 0,0 0 0 0 0,9-16 0 0 0,-11 13-6 0 0,0-1 0 0 0,0 0 1 0 0,11-36-1 0 0,10-59 1155 0 0,-21 76 1 0 0,4-23-114 0 0,-13 58-1038 0 0,1 2-20 0 0,-1 0 35 0 0,1 0 0 0 0,-1 0 1 0 0,1 0-1 0 0,-1 0 0 0 0,0 1 1 0 0,1-1-1 0 0,-1 0 0 0 0,0 0 1 0 0,0 1-1 0 0,0-1 0 0 0,0 0 1 0 0,0 0-1 0 0,0 1 0 0 0,0 1 0 0 0,-1 16 3 0 0,-1 28-703 0 0,2 1-1 0 0,3-1 0 0 0,8 50 0 0 0,-8-84-98 0 0,0 0 0 0 0,0-1 0 0 0,1 1 1 0 0,1-1-1 0 0,0 1 0 0 0,1-1 0 0 0,0-1 0 0 0,1 1 0 0 0,1-1 0 0 0,-1 0 1 0 0,2-1-1 0 0,18 19 0 0 0,-2-14-5194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0 252 392 0 0,'21'-97'9141'0'0,"-15"63"-4051"0"0,20-64-1 0 0,-26 97-5068 0 0,0 0 0 0 0,1 1-1 0 0,-1-1 1 0 0,0 1 0 0 0,1-1-1 0 0,-1 0 1 0 0,1 1-1 0 0,-1-1 1 0 0,0 1 0 0 0,1-1-1 0 0,0 1 1 0 0,-1-1 0 0 0,1 1-1 0 0,-1 0 1 0 0,1-1-1 0 0,-1 1 1 0 0,1 0 0 0 0,0-1-1 0 0,-1 1 1 0 0,1 0 0 0 0,0 0-1 0 0,-1-1 1 0 0,1 1-1 0 0,0 0 1 0 0,0 0 0 0 0,-1 0-1 0 0,1 0 1 0 0,0 0 0 0 0,-1 0-1 0 0,1 0 1 0 0,0 0-1 0 0,0 0 1 0 0,-1 1 0 0 0,1-1-1 0 0,0 0 1 0 0,0 1 0 0 0,23 12 156 0 0,-15-5-136 0 0,-1 0 0 0 0,0 1 0 0 0,-1 0 0 0 0,0 1 0 0 0,-1-1 0 0 0,0 1 0 0 0,0 0 1 0 0,6 17-1 0 0,28 90 123 0 0,-39-115-160 0 0,21 89 195 0 0,-20-83-148 0 0,-1-1-1 0 0,-1 1 0 0 0,1 0 0 0 0,-1-1 0 0 0,0 1 0 0 0,-1 0 1 0 0,0-1-1 0 0,0 1 0 0 0,-4 13 0 0 0,4-20-42 0 0,0 0 0 0 0,1 0 0 0 0,-1 0 1 0 0,0-1-1 0 0,1 1 0 0 0,-1 0 0 0 0,0 0 0 0 0,0 0 0 0 0,0-1 0 0 0,0 1 0 0 0,0-1 1 0 0,0 1-1 0 0,0 0 0 0 0,0-1 0 0 0,0 0 0 0 0,0 1 0 0 0,0-1 0 0 0,0 0 0 0 0,0 1 1 0 0,0-1-1 0 0,0 0 0 0 0,-1 0 0 0 0,1 0 0 0 0,0 0 0 0 0,0 0 0 0 0,0 0 0 0 0,0 0 1 0 0,0 0-1 0 0,0-1 0 0 0,0 1 0 0 0,-1 0 0 0 0,1-1 0 0 0,0 1 0 0 0,0-1 0 0 0,0 1 1 0 0,0-1-1 0 0,0 1 0 0 0,0-1 0 0 0,1 0 0 0 0,-1 1 0 0 0,-1-2 0 0 0,-2-4-3 0 0,1 0-1 0 0,0 0 0 0 0,0 0 0 0 0,1 0 0 0 0,-1-1 0 0 0,1 1 0 0 0,1-1 1 0 0,-1 0-1 0 0,1 1 0 0 0,0-1 0 0 0,1 0 0 0 0,0 0 0 0 0,0 1 1 0 0,0-1-1 0 0,1 0 0 0 0,1-8 0 0 0,1-1-12 0 0,1 1 1 0 0,1-1-1 0 0,0 1 1 0 0,1 1-1 0 0,1-1 1 0 0,0 1-1 0 0,0 0 1 0 0,11-13-1 0 0,-4 7-2 0 0,2 1 1 0 0,0 0-1 0 0,1 1 0 0 0,27-22 0 0 0,-37 33-11 0 0,1 2 0 0 0,0-1 0 0 0,1 1 0 0 0,-1 0-1 0 0,1 1 1 0 0,0-1 0 0 0,1 2 0 0 0,-1 0 0 0 0,14-4-1 0 0,-20 7 19 0 0,0 0 0 0 0,1 0 0 0 0,-1 0 0 0 0,0 0-1 0 0,0 1 1 0 0,0-1 0 0 0,0 1 0 0 0,0-1-1 0 0,-1 1 1 0 0,1 0 0 0 0,0 1 0 0 0,0-1 0 0 0,0 0-1 0 0,-1 1 1 0 0,1-1 0 0 0,-1 1 0 0 0,1 0 0 0 0,-1 0-1 0 0,3 2 1 0 0,-1 0 13 0 0,0 0 0 0 0,0 1 0 0 0,-1-1 1 0 0,1 1-1 0 0,-1 0 0 0 0,0 0 0 0 0,-1 0 0 0 0,4 8 0 0 0,0 9 86 0 0,-1 1 0 0 0,-1 0 0 0 0,-1 0 0 0 0,-1 0 0 0 0,-2 44 0 0 0,-1-44-680 0 0,1 0 0 0 0,1 0 0 0 0,1 0-1 0 0,1-1 1 0 0,1 1 0 0 0,7 21 0 0 0,-10-41 305 0 0,0 0 0 0 0,0-1 0 0 0,1 1 0 0 0,-1-1 0 0 0,1 1 0 0 0,-1-1 0 0 0,1 0 0 0 0,0 0 0 0 0,0 0 0 0 0,3 3 1 0 0,13 5-5904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4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84 259 1140 0 0,'0'-33'6724'0'0,"-6"-63"0"0"0,-1 1 2025 0 0,3 67-6535 0 0,0 21-1447 0 0,-2 17-596 0 0,5-4-138 0 0,0 0 1 0 0,1 0-1 0 0,-1 1 1 0 0,1-1-1 0 0,1 0 0 0 0,-1 0 1 0 0,2 8-1 0 0,1 13 181 0 0,3 167 882 0 0,-27 271 0 0 0,12-341-1233 0 0,6-68-2961 0 0,-15 87-1 0 0,9-126 635 0 0,3-8-1379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15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323 127 1232 0 0,'31'-48'8166'0'0,"-23"34"-5399"0"0,1 1 0 0 0,0 0 0 0 0,14-16 1 0 0,-15 19-1817 0 0,-15 12-134 0 0,-16 11-395 0 0,-279 184 249 0 0,225-152-472 0 0,75-44-176 0 0,3 0-27 0 0,-1 0 1 0 0,1 0 0 0 0,-1 0 0 0 0,1 0 0 0 0,-1-1 0 0 0,1 1 0 0 0,0 0 0 0 0,-1 0 0 0 0,1 0 0 0 0,0-1 0 0 0,-1 1-1 0 0,1 0 1 0 0,0-1 0 0 0,0 1 0 0 0,0-1 0 0 0,0 1 0 0 0,-1-1 0 0 0,2 1 0 0 0,23 11-95 0 0,-15-8 69 0 0,3 4 13 0 0,-1 1-1 0 0,1 0 1 0 0,-1 1-1 0 0,-1 0 1 0 0,11 12-1 0 0,47 61-70 0 0,-46-53 85 0 0,15 21 8 0 0,-16-22 97 0 0,0 0 1 0 0,50 47 0 0 0,-69-74-78 0 0,0 1 0 0 0,0-1 1 0 0,0 0-1 0 0,1 0 0 0 0,-1 0 0 0 0,1 0 1 0 0,0 0-1 0 0,-1-1 0 0 0,1 1 1 0 0,0-1-1 0 0,0 0 0 0 0,0 0 0 0 0,0-1 1 0 0,0 1-1 0 0,0-1 0 0 0,0 0 0 0 0,0 0 1 0 0,0 0-1 0 0,0-1 0 0 0,0 1 0 0 0,0-1 1 0 0,0 0-1 0 0,0 0 0 0 0,-1 0 1 0 0,1-1-1 0 0,0 1 0 0 0,3-3 0 0 0,10-6-665 0 0,-1 0-1 0 0,-1-1 1 0 0,0-1 0 0 0,22-21-1 0 0,-3 3-3772 0 0,-13 10-2633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4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 0 0,'0'0'10520'0'0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5:50:52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1 801 18583,'12431'-800'0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55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1764 0 0,'8'-21'15622'0'0,"-9"22"-15666"0"0,10 101 22 0 0,-4-67 314 0 0,0 35 0 0 0,-2 51 304 0 0,-1-60-185 0 0,-2-60-346 0 0,0 11-416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55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55 760 0 0,'-6'-12'6876'0'0,"-18"-17"5480"0"0,13 17-9933 0 0,10 11-2382 0 0,8 13-132 0 0,56 52 264 0 0,0 0 114 0 0,-27-21-71 0 0,-2 3 1 0 0,-2 0-1 0 0,-1 3 0 0 0,42 91 1 0 0,-62-112-114 0 0,0 0 1 0 0,-2 1 0 0 0,-1 0-1 0 0,-1 1 1 0 0,-1-1 0 0 0,-2 1-1 0 0,-1 0 1 0 0,-1 1 0 0 0,-2-1-1 0 0,-6 53 1 0 0,-2-42-82 0 0,-2-1 0 0 0,-2 0 0 0 0,-1-1-1 0 0,-2 0 1 0 0,-2-1 0 0 0,-2-1 0 0 0,-1 0 0 0 0,-1-2 0 0 0,-38 47 0 0 0,-4-6-1745 0 0,-3-3 1 0 0,-139 120 0 0 0,5-37-7354 0 0,95-87 457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58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2068 0 0,'0'-10'4255'0'0,"8"-36"5201"0"0,-5 47-9512 0 0,-1 0 55 0 0,0 0 1 0 0,1 1-1 0 0,-1-1 1 0 0,0 0-1 0 0,0 1 1 0 0,0-1-1 0 0,0 1 0 0 0,0 0 1 0 0,0-1-1 0 0,-1 1 1 0 0,1 0-1 0 0,-1 0 1 0 0,1 0-1 0 0,-1 0 1 0 0,1 1-1 0 0,-1-1 0 0 0,2 5 1 0 0,19 47 52 0 0,-13-24-11 0 0,-1 2-1 0 0,-2-1 0 0 0,-1 1 1 0 0,1 32-1 0 0,-9 129 128 0 0,-7 25-64 0 0,10-217-96 0 0,0 1-1 0 0,0-1 0 0 0,0 0 0 0 0,0 0 0 0 0,0 0 0 0 0,1 1 1 0 0,-1-1-1 0 0,0 0 0 0 0,1 0 0 0 0,-1 0 0 0 0,1 0 0 0 0,-1 0 1 0 0,1 0-1 0 0,0 0 0 0 0,-1 0 0 0 0,1 0 0 0 0,0 0 0 0 0,0 0 0 0 0,-1 0 1 0 0,1 0-1 0 0,0-1 0 0 0,0 1 0 0 0,0 0 0 0 0,0-1 0 0 0,0 1 1 0 0,0 0-1 0 0,0-1 0 0 0,0 1 0 0 0,0-1 0 0 0,1 0 0 0 0,-1 1 1 0 0,0-1-1 0 0,0 0 0 0 0,0 0 0 0 0,0 0 0 0 0,1 1 0 0 0,-1-1 0 0 0,0-1 1 0 0,0 1-1 0 0,3 0 0 0 0,1-1 14 0 0,1 0-1 0 0,0 0 1 0 0,-1 0 0 0 0,1-1 0 0 0,-1 1-1 0 0,9-5 1 0 0,9-7-1 0 0,-1 0-1 0 0,0-2 0 0 0,-2 0 1 0 0,0-1-1 0 0,0-1 0 0 0,-2-1 1 0 0,0-1-1 0 0,25-33 0 0 0,-26 28 75 0 0,-1-1-1 0 0,-1-1 0 0 0,-1 0 1 0 0,-1 0-1 0 0,-2-2 0 0 0,0 1 1 0 0,8-38-1 0 0,-16 51 215 0 0,-1 0 0 0 0,-1 0 0 0 0,0-1 0 0 0,-1 1 0 0 0,0 0 0 0 0,-1 0 0 0 0,-5-22 0 0 0,-4-6 1111 0 0,-16-45 0 0 0,24 83-1369 0 0,2 2-102 0 0,-1 5-41 0 0,-2 7 86 0 0,1 0 1 0 0,0 1-1 0 0,0-1 1 0 0,1 1-1 0 0,1 12 0 0 0,5 61 29 0 0,-1-25-39 0 0,20 312 14 0 0,-23-356-837 0 0,1 1 1 0 0,1-1-1 0 0,0 1 1 0 0,1-1-1 0 0,1 0 0 0 0,10 24 1 0 0,-14-38 438 0 0,0 0 1 0 0,0 0 0 0 0,0 0-1 0 0,0 0 1 0 0,0 0 0 0 0,0 0-1 0 0,1 0 1 0 0,-1 0-1 0 0,0 0 1 0 0,0-1 0 0 0,2 2-1 0 0,21-11-9281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59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2752 0 0,'6'-66'16298'0'0,"2"75"-15553"0"0,31 151 752 0 0,-13-43-1184 0 0,-11-49 1303 0 0,-14-71-1539 0 0,4-20 44 0 0,-1 0-88 0 0,2 1-1 0 0,0 0 1 0 0,18-42-1 0 0,-20 58-34 0 0,3-10-5 0 0,1 1 0 0 0,21-28 0 0 0,-26 39-17 0 0,0 0 0 0 0,1 0 1 0 0,-1 0-1 0 0,1 1 1 0 0,0-1-1 0 0,0 1 0 0 0,0 0 1 0 0,1 0-1 0 0,-1 1 1 0 0,1-1-1 0 0,0 1 0 0 0,-1 0 1 0 0,1 0-1 0 0,0 1 1 0 0,6-2-1 0 0,-7 3 14 0 0,0-1 0 0 0,0 1 0 0 0,1 0 1 0 0,-1 0-1 0 0,0 0 0 0 0,1 0 0 0 0,-1 1 0 0 0,0 0 0 0 0,0 0 0 0 0,0 0 0 0 0,1 0 1 0 0,-1 1-1 0 0,0-1 0 0 0,-1 1 0 0 0,1 0 0 0 0,5 3 0 0 0,-4 0 10 0 0,1 0 0 0 0,-1 0 0 0 0,0 0 0 0 0,0 0 0 0 0,0 1 0 0 0,-1 0 0 0 0,1 0 0 0 0,5 12 0 0 0,0 4 26 0 0,-2 0 1 0 0,0 1-1 0 0,-1 0 1 0 0,7 45-1 0 0,-14-66-213 0 0,1 1-1 0 0,-1-1 0 0 0,0 0 1 0 0,1 1-1 0 0,-1-1 1 0 0,1 0-1 0 0,0 1 1 0 0,0-1-1 0 0,0 0 1 0 0,0 0-1 0 0,0 0 0 0 0,0 0 1 0 0,1 0-1 0 0,-1 0 1 0 0,1 0-1 0 0,-1 0 1 0 0,1 0-1 0 0,4 2 0 0 0,-4-4-37 0 0,1 0 0 0 0,-1-1 0 0 0,0 1-1 0 0,1-1 1 0 0,-1 1 0 0 0,1-1 0 0 0,-1 0-1 0 0,0 0 1 0 0,0 0 0 0 0,1-1-1 0 0,-1 1 1 0 0,3-3 0 0 0,-5 4 215 0 0,23-17-1411 0 0,0 0 1 0 0,-2-1-1 0 0,21-23 0 0 0,-30 27 1478 0 0,-1 1 0 0 0,11-18 0 0 0,-16 21 809 0 0,-1 0 0 0 0,0-1 0 0 0,0 1 0 0 0,3-13 0 0 0,5-28 10112 0 0,-16 70-9771 0 0,-3 13-928 0 0,2-1 0 0 0,1 1 1 0 0,1 0-1 0 0,1 1 1 0 0,2-1-1 0 0,2 0 1 0 0,0-1-1 0 0,12 42 0 0 0,-5-45-244 0 0,-9-27-75 0 0,-1 0 0 0 0,1 0 0 0 0,-1 0 0 0 0,1 0 0 0 0,0 0 0 0 0,-1 0 0 0 0,1-1 0 0 0,0 1 0 0 0,0 0 0 0 0,0 0-1 0 0,-1-1 1 0 0,1 1 0 0 0,0-1 0 0 0,0 1 0 0 0,0-1 0 0 0,0 1 0 0 0,0-1 0 0 0,0 1 0 0 0,0-1 0 0 0,1 0 0 0 0,-1 0-1 0 0,0 1 1 0 0,0-1 0 0 0,0 0 0 0 0,0 0 0 0 0,2 0 0 0 0,1-2-388 0 0,1 1 1 0 0,0-1-1 0 0,-1 1 0 0 0,0-1 1 0 0,1-1-1 0 0,-1 1 0 0 0,0-1 1 0 0,0 1-1 0 0,0-1 0 0 0,0 0 0 0 0,-1-1 1 0 0,1 1-1 0 0,-1 0 0 0 0,0-1 1 0 0,0 0-1 0 0,4-6 0 0 0,2-5-2370 0 0,-1 0-1 0 0,0 0 1 0 0,9-25-1 0 0,-2 1-5412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59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32 732 0 0,'-32'-9'4987'0'0,"-55"-13"4960"0"0,84 21-9604 0 0,0 2-181 0 0,2 0-223 0 0,0-1 0 0 0,0 0 0 0 0,0 1 0 0 0,0 0 0 0 0,0-1 0 0 0,0 1 0 0 0,0 0 0 0 0,1-1 0 0 0,-1 1-1 0 0,0 0 1 0 0,0 0 0 0 0,0 0 0 0 0,1 0 0 0 0,-1-1 0 0 0,0 1 0 0 0,1 0 0 0 0,-1 0 0 0 0,1 1-1 0 0,0-1 1 0 0,-1 0 0 0 0,1 0 0 0 0,0 0 0 0 0,-1 0 0 0 0,1 0 0 0 0,0 0 0 0 0,0 0 0 0 0,0 1-1 0 0,0-1 1 0 0,0 1 0 0 0,1 5-1355 0 0,-1 0 0 0 0,2 0 0 0 0,2 13 0 0 0,-3-17 370 0 0,4 14-4178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59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247 126 3468 0 0,'18'-17'10461'0'0,"-17"14"-9880"0"0,0 0-17 0 0,-1 0 0 0 0,1 1 0 0 0,-1-1 0 0 0,0 1 0 0 0,0-1 1 0 0,0 0-1 0 0,0 1 0 0 0,0-1 0 0 0,-1-3 0 0 0,-1 0 10 0 0,1-1 0 0 0,-1 1-1 0 0,-1 0 1 0 0,1 0 0 0 0,-1 0-1 0 0,0 0 1 0 0,-5-6 0 0 0,7 10-548 0 0,0 1 0 0 0,-1-1 0 0 0,1 0 0 0 0,-1 1 0 0 0,0 0 1 0 0,1-1-1 0 0,-1 1 0 0 0,0 0 0 0 0,0 0 0 0 0,0 0 0 0 0,0 0 0 0 0,0 0 0 0 0,0 0 0 0 0,0 0 0 0 0,0 1 0 0 0,0-1 1 0 0,-1 1-1 0 0,1 0 0 0 0,0-1 0 0 0,0 1 0 0 0,0 0 0 0 0,-1 0 0 0 0,1 1 0 0 0,0-1 0 0 0,0 0 0 0 0,0 1 1 0 0,0-1-1 0 0,-4 2 0 0 0,-1 1-34 0 0,-1 0 0 0 0,1 0-1 0 0,-1 1 1 0 0,1 0 0 0 0,0 1 0 0 0,-7 5 0 0 0,2 1-26 0 0,1 0 1 0 0,0 0-1 0 0,0 1 1 0 0,1 1-1 0 0,1 0 1 0 0,0 0-1 0 0,1 0 1 0 0,1 1-1 0 0,0 1 1 0 0,0-1-1 0 0,2 1 1 0 0,0 0-1 0 0,-6 28 1 0 0,10-38-10 0 0,1 0 0 0 0,-1 0 1 0 0,1 0-1 0 0,0-1 1 0 0,1 1-1 0 0,-1 0 0 0 0,1 0 1 0 0,0 0-1 0 0,0-1 1 0 0,0 1-1 0 0,3 5 1 0 0,-3-8 11 0 0,0 0 1 0 0,0 0-1 0 0,0 0 0 0 0,1 0 1 0 0,-1 0-1 0 0,1 0 1 0 0,-1 0-1 0 0,1-1 1 0 0,-1 1-1 0 0,1-1 1 0 0,0 1-1 0 0,0-1 1 0 0,0 0-1 0 0,0 1 1 0 0,0-1-1 0 0,0 0 1 0 0,0 0-1 0 0,0 0 1 0 0,0-1-1 0 0,0 1 1 0 0,1-1-1 0 0,-1 1 1 0 0,0-1-1 0 0,0 0 1 0 0,1 1-1 0 0,-1-1 1 0 0,4-1-1 0 0,3 0-136 0 0,1 0 0 0 0,0-1 0 0 0,-1 0 1 0 0,1-1-1 0 0,-1 0 0 0 0,0-1 0 0 0,0 0 0 0 0,0 0 0 0 0,0-1 0 0 0,-1 0 0 0 0,0-1 0 0 0,0 1 1 0 0,0-1-1 0 0,-1-1 0 0 0,0 0 0 0 0,0 0 0 0 0,-1 0 0 0 0,12-17 0 0 0,-13 15 116 0 0,1 0 0 0 0,-1 0-1 0 0,0-1 1 0 0,-1 1 0 0 0,0-1 0 0 0,3-14-1 0 0,7-61 2389 0 0,-14 160-590 0 0,9 77 1 0 0,-5-100-1438 0 0,40 370 297 0 0,-42-407-2141 0 0,1 0 1 0 0,0 1-1 0 0,6 14 1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0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0 241 1336 0 0,'2'-130'22573'0'0,"-2"122"-21070"0"0,1 30-1482 0 0,0 1 0 0 0,2-1 0 0 0,1 0 0 0 0,0 0 0 0 0,2 0-1 0 0,0-1 1 0 0,2 1 0 0 0,0-2 0 0 0,1 1 0 0 0,14 22 0 0 0,-21-41-39 0 0,-1 0 0 0 0,0 0-1 0 0,0-1 1 0 0,1 1 0 0 0,0 0 0 0 0,-1 0-1 0 0,1-1 1 0 0,0 1 0 0 0,-1-1 0 0 0,1 0-1 0 0,0 1 1 0 0,0-1 0 0 0,0 0-1 0 0,0 0 1 0 0,0 0 0 0 0,1-1 0 0 0,-1 1-1 0 0,0 0 1 0 0,0-1 0 0 0,1 1-1 0 0,-1-1 1 0 0,0 0 0 0 0,0 0 0 0 0,1 0-1 0 0,-1 0 1 0 0,0 0 0 0 0,1 0-1 0 0,-1-1 1 0 0,0 1 0 0 0,0-1 0 0 0,1 0-1 0 0,-1 1 1 0 0,0-1 0 0 0,0 0-1 0 0,0 0 1 0 0,0 0 0 0 0,0-1 0 0 0,2-1-1 0 0,4-2-228 0 0,-1-1 1 0 0,1 0-1 0 0,-1-1 0 0 0,0 0 0 0 0,-1 0 0 0 0,1 0 1 0 0,8-16-1 0 0,-1-2 56 0 0,-1-1-1 0 0,-2 0 1 0 0,-1 0 0 0 0,11-46 0 0 0,-9 34 1642 0 0,-5-6 1681 0 0,-6 42-2971 0 0,1 0 20 0 0,1-1 0 0 0,-1 15-108 0 0,-2 21-48 0 0,2-1 0 0 0,2 1 0 0 0,1-1 0 0 0,1 0 0 0 0,2 0 0 0 0,13 32 0 0 0,-19-58-20 0 0,1 1 0 0 0,1-1-1 0 0,-1 0 1 0 0,1 0 0 0 0,0 0-1 0 0,0 0 1 0 0,1-1 0 0 0,0 0-1 0 0,0 0 1 0 0,0 0 0 0 0,0 0-1 0 0,9 5 1 0 0,-10-8-27 0 0,1 1-1 0 0,-1-1 1 0 0,1 0 0 0 0,-1-1 0 0 0,1 1 0 0 0,0-1-1 0 0,0 0 1 0 0,-1 0 0 0 0,1 0 0 0 0,0-1 0 0 0,0 1-1 0 0,0-1 1 0 0,0-1 0 0 0,0 1 0 0 0,0-1-1 0 0,0 1 1 0 0,-1-1 0 0 0,8-3 0 0 0,-1 0-143 0 0,-1-1 1 0 0,0 0-1 0 0,0-1 0 0 0,0 0 1 0 0,-1 0-1 0 0,0-1 0 0 0,0 0 1 0 0,-1-1-1 0 0,0 0 1 0 0,0 0-1 0 0,-1-1 0 0 0,0 0 1 0 0,0 0-1 0 0,-1 0 0 0 0,7-16 1 0 0,-5 8 275 0 0,0 0 0 0 0,-1 0 0 0 0,-1-1 1 0 0,-1 0-1 0 0,-1 0 0 0 0,0 0 0 0 0,-1 0 0 0 0,0-33 0 0 0,-3 43 269 0 0,0 1 0 0 0,-1-1 0 0 0,-3-13 0 0 0,4 19-315 0 0,-1-1-1 0 0,0 1 0 0 0,0-1 0 0 0,0 1 0 0 0,0 0 0 0 0,0-1 0 0 0,0 1 0 0 0,-1 0 0 0 0,1 0 0 0 0,-1 0 1 0 0,1 0-1 0 0,-1 0 0 0 0,-3-2 0 0 0,4 3-59 0 0,0 1-1 0 0,-1-1 1 0 0,1 1 0 0 0,0-1-1 0 0,-1 1 1 0 0,1 0 0 0 0,-1-1 0 0 0,1 1-1 0 0,0 0 1 0 0,-1 0 0 0 0,1 0 0 0 0,-1 0-1 0 0,1 1 1 0 0,0-1 0 0 0,-1 0-1 0 0,1 0 1 0 0,0 1 0 0 0,-1-1 0 0 0,1 1-1 0 0,0-1 1 0 0,0 1 0 0 0,-3 1-1 0 0,-24 19 32 0 0,19-13-37 0 0,1 1 0 0 0,1 0 0 0 0,0 0 0 0 0,0 1 0 0 0,1 0 0 0 0,0 0 0 0 0,1 1 0 0 0,0 0 0 0 0,1 0-1 0 0,0 0 1 0 0,-3 16 0 0 0,4-17 12 0 0,1 0 0 0 0,1 0-1 0 0,0 0 1 0 0,0 0-1 0 0,1 0 1 0 0,0 1 0 0 0,1-1-1 0 0,0 0 1 0 0,1 0-1 0 0,0 0 1 0 0,0 0 0 0 0,1 0-1 0 0,7 14 1 0 0,-8-20 18 0 0,1 1 0 0 0,-1-1-1 0 0,1 0 1 0 0,1 0 0 0 0,-1 0 0 0 0,1 0 0 0 0,-1 0-1 0 0,1-1 1 0 0,0 0 0 0 0,0 1 0 0 0,0-2 0 0 0,1 1 0 0 0,5 3-1 0 0,-2-3 19 0 0,1 1-1 0 0,0-1 0 0 0,0-1 1 0 0,0 0-1 0 0,0 0 0 0 0,17 1 1 0 0,2-3 75 0 0,1 0 1 0 0,0-3 0 0 0,46-8 0 0 0,-54 7-329 0 0,0-1 1 0 0,0 0 0 0 0,0-2 0 0 0,29-13 0 0 0,-47 18-458 0 0,-1 1 1 0 0,1-1-1 0 0,-1 1 1 0 0,0-1 0 0 0,0 0-1 0 0,0 0 1 0 0,3-4 0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1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0 436 0 0,'0'0'356'0'0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4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88 1512 0 0,'28'-17'9910'0'0,"-27"16"-9718"0"0,0 0-1 0 0,0 0 0 0 0,0 0 1 0 0,-1 0-1 0 0,1-1 1 0 0,-1 1-1 0 0,1 0 0 0 0,0 0 1 0 0,-1-1-1 0 0,0 1 0 0 0,1 0 1 0 0,-1-1-1 0 0,0 1 0 0 0,0 0 1 0 0,0-1-1 0 0,0 1 1 0 0,0 0-1 0 0,0-2 0 0 0,0 1-127 0 0,-1 0 0 0 0,0 1-1 0 0,1-1 1 0 0,-1 0-1 0 0,0 0 1 0 0,0 1 0 0 0,0-1-1 0 0,0 1 1 0 0,0-1-1 0 0,-1 1 1 0 0,1 0 0 0 0,0-1-1 0 0,-1 1 1 0 0,1 0 0 0 0,-3-2-1 0 0,-1-1-27 0 0,-12-7 46 0 0,12 10-78 0 0,1 0 0 0 0,-1 0 1 0 0,1 0-1 0 0,-1 1 1 0 0,0 0-1 0 0,1 0 0 0 0,-7 1 1 0 0,2 0-9 0 0,1 1 1 0 0,0 0-1 0 0,0 0 1 0 0,0 1-1 0 0,0 0 1 0 0,0 0-1 0 0,0 1 1 0 0,1 0-1 0 0,-1 0 1 0 0,1 1-1 0 0,0 0 1 0 0,1 0-1 0 0,-11 11 1 0 0,10-9-1 0 0,0 1 1 0 0,1-1 0 0 0,0 1 0 0 0,0 0-1 0 0,0 1 1 0 0,1-1 0 0 0,1 1 0 0 0,0 0-1 0 0,0 0 1 0 0,0 0 0 0 0,-3 16 0 0 0,7-23 4 0 0,0 0 0 0 0,-1 0 0 0 0,1 0 1 0 0,0 0-1 0 0,0 0 0 0 0,0 0 0 0 0,0 0 0 0 0,0 0 0 0 0,1-1 1 0 0,-1 1-1 0 0,0 0 0 0 0,1 0 0 0 0,0 0 0 0 0,-1 0 1 0 0,2 2-1 0 0,0 0 5 0 0,-1-2-3 0 0,0 0-1 0 0,0-1 1 0 0,0 1-1 0 0,1 0 1 0 0,-1-1-1 0 0,0 1 1 0 0,1-1-1 0 0,-1 0 1 0 0,1 1-1 0 0,-1-1 0 0 0,1 0 1 0 0,-1 0-1 0 0,1 0 1 0 0,0 0-1 0 0,0 0 1 0 0,-1-1-1 0 0,4 2 1 0 0,34 7 0 0 0,-29-7-3 0 0,6 1 38 0 0,12 2-76 0 0,1 1-1 0 0,-1 2 1 0 0,51 21-1 0 0,-72-26 57 0 0,0 1-1 0 0,0 1 0 0 0,0-1 1 0 0,0 1-1 0 0,-1 0 0 0 0,0 0 0 0 0,0 1 1 0 0,6 6-1 0 0,-9-7 38 0 0,0-1 0 0 0,0 1 1 0 0,-1-1-1 0 0,1 1 0 0 0,-1 0 0 0 0,0 0 0 0 0,0 0 0 0 0,-1 0 0 0 0,0 0 1 0 0,1 0-1 0 0,-2 0 0 0 0,1 1 0 0 0,0 8 0 0 0,-1-10 94 0 0,0 0 0 0 0,-1 1 0 0 0,1-1 0 0 0,-1 1-1 0 0,0-1 1 0 0,0 0 0 0 0,-1 0 0 0 0,1 0 0 0 0,-1 0 0 0 0,0 0-1 0 0,0 0 1 0 0,0 0 0 0 0,0 0 0 0 0,-1-1 0 0 0,-2 5-1 0 0,0-4 42 0 0,0 1-1 0 0,0-1 0 0 0,0 0 0 0 0,0 0 0 0 0,-1-1 0 0 0,1 1 0 0 0,-1-1 0 0 0,0 0 0 0 0,-8 2 0 0 0,-1 0 58 0 0,-1-1 0 0 0,1-1 0 0 0,-1 0 0 0 0,0-1 0 0 0,0-1 0 0 0,0 0 0 0 0,-23-3-1 0 0,17 0-70 0 0,0-1-1 0 0,0-1 0 0 0,0-1 0 0 0,-29-10 1 0 0,50 15-285 0 0,0 0 0 0 0,-1-1 1 0 0,1 1-1 0 0,0-1 0 0 0,-1 1 1 0 0,1-1-1 0 0,0 1 1 0 0,0-1-1 0 0,0 0 0 0 0,0 0 1 0 0,-1 0-1 0 0,1 0 1 0 0,0 0-1 0 0,1 0 0 0 0,-1 0 1 0 0,0 0-1 0 0,0 0 1 0 0,0 0-1 0 0,0 0 0 0 0,1 0 1 0 0,-1-1-1 0 0,1 1 0 0 0,-1 0 1 0 0,1 0-1 0 0,-1-1 1 0 0,1 1-1 0 0,0-1 0 0 0,0 1 1 0 0,-1 0-1 0 0,1-3 1 0 0,1 3-116 0 0,-1 0 0 0 0,1-1 1 0 0,0 1-1 0 0,-1 0 0 0 0,1 0 1 0 0,0 0-1 0 0,0-1 0 0 0,0 1 1 0 0,0 0-1 0 0,0 0 0 0 0,0 0 1 0 0,0 1-1 0 0,0-1 1 0 0,0 0-1 0 0,1 0 0 0 0,1 0 1 0 0,25-12-3135 0 0,-20 10 1735 0 0,9-5-2288 0 0,2 1-1774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95 434 2244 0 0,'15'-21'11571'0'0,"-13"9"-9047"0"0,-2 10-1605 0 0,-5-7 1617 0 0,3 9-2501 0 0,1 0 0 0 0,0 0 0 0 0,-1 0 0 0 0,1 0 0 0 0,-1 0-1 0 0,1 0 1 0 0,0 0 0 0 0,-1 1 0 0 0,1-1 0 0 0,0 1-1 0 0,0-1 1 0 0,-1 1 0 0 0,1 0 0 0 0,0-1 0 0 0,0 1 0 0 0,0 0-1 0 0,0 0 1 0 0,-1 0 0 0 0,1 0 0 0 0,0-1 0 0 0,1 2-1 0 0,-1-1 1 0 0,0 0 0 0 0,0 0 0 0 0,-1 2 0 0 0,-23 37 34 0 0,19-29 7 0 0,-1 2-63 0 0,1 0-1 0 0,0 0 1 0 0,1 1-1 0 0,0-1 1 0 0,1 1-1 0 0,-3 22 1 0 0,5-29-3 0 0,1 0 0 0 0,1 0 0 0 0,-1 0-1 0 0,1 0 1 0 0,1 0 0 0 0,-1-1 0 0 0,1 1 0 0 0,0 0 0 0 0,1 0 0 0 0,-1 0 0 0 0,1-1 0 0 0,1 1 0 0 0,-1-1-1 0 0,1 0 1 0 0,7 11 0 0 0,-7-14 4 0 0,0 0 0 0 0,0 1 0 0 0,0-2 0 0 0,0 1-1 0 0,1 0 1 0 0,-1-1 0 0 0,1 0 0 0 0,0 1 0 0 0,0-1-1 0 0,0-1 1 0 0,0 1 0 0 0,0-1 0 0 0,0 1 0 0 0,0-1-1 0 0,1 0 1 0 0,-1-1 0 0 0,0 1 0 0 0,1-1 0 0 0,-1 0-1 0 0,0 0 1 0 0,1 0 0 0 0,-1-1 0 0 0,7-1 0 0 0,-3 1 4 0 0,0-1 0 0 0,0 0 0 0 0,-1-1 1 0 0,1 1-1 0 0,-1-1 0 0 0,0-1 0 0 0,0 0 0 0 0,0 0 1 0 0,0 0-1 0 0,-1-1 0 0 0,1 0 0 0 0,5-6 0 0 0,-6 4-12 0 0,-1 1-1 0 0,0-1 0 0 0,-1 0 1 0 0,0 0-1 0 0,0 0 1 0 0,0-1-1 0 0,-1 0 0 0 0,0 1 1 0 0,-1-1-1 0 0,0 0 0 0 0,0 0 1 0 0,0-1-1 0 0,-1 1 1 0 0,-1 0-1 0 0,1 0 0 0 0,-1-1 1 0 0,0 1-1 0 0,-3-12 0 0 0,2 10-6 0 0,-1 0-1 0 0,-1 0 1 0 0,1 1-1 0 0,-1-1 0 0 0,-1 1 1 0 0,0 0-1 0 0,0 0 1 0 0,-1 0-1 0 0,0 1 1 0 0,-1 0-1 0 0,1 0 0 0 0,-2 0 1 0 0,1 0-1 0 0,-1 1 1 0 0,-9-8-1 0 0,13 13-7 0 0,0 0 0 0 0,0 0 0 0 0,0 0-1 0 0,0 0 1 0 0,0 1 0 0 0,-1-1 0 0 0,1 1 0 0 0,-1 0 0 0 0,1 0 0 0 0,-1 0 0 0 0,1 1-1 0 0,-1-1 1 0 0,1 1 0 0 0,-1-1 0 0 0,1 1 0 0 0,-1 1 0 0 0,-5 0 0 0 0,4 0-6 0 0,0 0 0 0 0,0 1 1 0 0,0-1-1 0 0,0 1 0 0 0,0 0 1 0 0,0 1-1 0 0,1-1 0 0 0,-1 1 1 0 0,1 0-1 0 0,0 0 0 0 0,-5 5 1 0 0,4-4 3 0 0,1 0 0 0 0,0 1 1 0 0,0-1-1 0 0,0 1 0 0 0,1 0 0 0 0,0-1 1 0 0,0 2-1 0 0,0-1 0 0 0,0 0 1 0 0,1 0-1 0 0,0 1 0 0 0,0 0 0 0 0,0-1 1 0 0,1 1-1 0 0,0 0 0 0 0,0 0 1 0 0,0 0-1 0 0,1-1 0 0 0,0 1 0 0 0,0 0 1 0 0,2 12-1 0 0,-1-15 6 0 0,0 0 0 0 0,0 0 1 0 0,0-1-1 0 0,1 1 0 0 0,-1 0 1 0 0,1 0-1 0 0,-1-1 0 0 0,1 1 0 0 0,0-1 1 0 0,0 0-1 0 0,0 1 0 0 0,1-1 1 0 0,-1 0-1 0 0,0 0 0 0 0,1 0 0 0 0,3 1 1 0 0,0 0-51 0 0,-1-1 0 0 0,0 1 0 0 0,1-2 0 0 0,0 1 0 0 0,-1 0 0 0 0,1-1 0 0 0,0 0 0 0 0,7 0 1 0 0,6-1-251 0 0,0-1 1 0 0,0 0-1 0 0,0-2 1 0 0,24-5 0 0 0,-17 2-71 0 0,0-2 1 0 0,0 0-1 0 0,-1-2 1 0 0,-1-1 0 0 0,0-1-1 0 0,0-1 1 0 0,-1 0-1 0 0,0-2 1 0 0,-2-1-1 0 0,0-1 1 0 0,23-23 0 0 0,-30 25 300 0 0,-1 0 1 0 0,-1-1 0 0 0,0 0-1 0 0,-1-1 1 0 0,-1-1-1 0 0,14-30 1 0 0,-18 31 444 0 0,-1 1-1 0 0,0-1 1 0 0,-1 0 0 0 0,0-1-1 0 0,-2 1 1 0 0,0-1 0 0 0,-1 1-1 0 0,-1-23 1 0 0,-2-24 1562 0 0,2 61-1821 0 0,-2 5-104 0 0,1-1 0 0 0,0 1 0 0 0,0 0 0 0 0,0-1 0 0 0,0 1 0 0 0,0 0 0 0 0,0 0 0 0 0,0 0 0 0 0,1-1 0 0 0,-1 1 0 0 0,0 4 0 0 0,-13 67 57 0 0,3 1 0 0 0,-3 136-1 0 0,14-174-25 0 0,5 51 0 0 0,-3-69-13 0 0,1 0 0 0 0,1 0 0 0 0,1-1 1 0 0,12 31-1 0 0,-15-43-73 0 0,0 0 0 0 0,1 0-1 0 0,0-1 1 0 0,0 1 0 0 0,0-1-1 0 0,0 0 1 0 0,1 0 0 0 0,-1 0-1 0 0,1 0 1 0 0,0 0 0 0 0,0-1 0 0 0,0 0-1 0 0,1 0 1 0 0,-1 0 0 0 0,1 0-1 0 0,0-1 1 0 0,0 0 0 0 0,9 3 0 0 0,-6-3-190 0 0,1-1 1 0 0,-1 0-1 0 0,0 0 1 0 0,0-1 0 0 0,0 0-1 0 0,1-1 1 0 0,-1 1 0 0 0,0-2-1 0 0,0 1 1 0 0,0-1 0 0 0,12-5-1 0 0,-3 1-121 0 0,-1-1 1 0 0,0 0-1 0 0,0-2 0 0 0,-1 0 1 0 0,0 0-1 0 0,-1-1 0 0 0,0-1 1 0 0,18-18-1 0 0,-22 18 826 0 0,1-1 0 0 0,-2 0 1 0 0,0 0-1 0 0,0-1 0 0 0,12-26 0 0 0,5-31 5108 0 0,-26 69-5181 0 0,-1 37-343 0 0,-1-21-37 0 0,1 0 1 0 0,1 0 0 0 0,0 1-1 0 0,1-1 1 0 0,1 0 0 0 0,1 0-1 0 0,0 0 1 0 0,6 18-1 0 0,-8-29-75 0 0,0-1-1 0 0,1 1 0 0 0,-1 0 0 0 0,1-1 0 0 0,0 1 0 0 0,0-1 1 0 0,0 0-1 0 0,1 0 0 0 0,-1 0 0 0 0,1 0 0 0 0,0 0 0 0 0,0 0 1 0 0,0-1-1 0 0,0 1 0 0 0,0-1 0 0 0,0 0 0 0 0,1 0 0 0 0,-1 0 1 0 0,1 0-1 0 0,-1 0 0 0 0,1-1 0 0 0,0 0 0 0 0,0 0 0 0 0,-1 0 1 0 0,1 0-1 0 0,0-1 0 0 0,0 1 0 0 0,0-1 0 0 0,0 0 0 0 0,0 0 0 0 0,0 0 1 0 0,0-1-1 0 0,0 0 0 0 0,0 1 0 0 0,-1-1 0 0 0,5-2 0 0 0,2 0-193 0 0,-1 0-1 0 0,1-1 0 0 0,-1 0 1 0 0,0-1-1 0 0,0 0 0 0 0,-1 0 1 0 0,0-1-1 0 0,0 0 0 0 0,0-1 1 0 0,0 1-1 0 0,-1-2 0 0 0,0 1 1 0 0,-1-1-1 0 0,8-10 0 0 0,-2-2 644 0 0,0 0 0 0 0,-2 0 0 0 0,0-1-1 0 0,-1-1 1 0 0,6-24 0 0 0,0-13 3191 0 0,-15 58-3330 0 0,-3 30-192 0 0,-2 9-146 0 0,-4 56 339 0 0,8-85-449 0 0,2 1 0 0 0,-1-1-1 0 0,1 0 1 0 0,1 1 0 0 0,-1-1 0 0 0,1 0 0 0 0,6 15 0 0 0,-6-22 17 0 0,-1 1 0 0 0,0 0 0 0 0,1-1 0 0 0,0 0 1 0 0,0 1-1 0 0,-1-1 0 0 0,1 0 0 0 0,1 0 0 0 0,-1 0 0 0 0,0 0 0 0 0,0 0 0 0 0,1-1 0 0 0,-1 1 0 0 0,1-1 0 0 0,-1 0 0 0 0,1 1 0 0 0,0-1 0 0 0,0 0 0 0 0,-1-1 0 0 0,1 1 0 0 0,4 0 1 0 0,-1 0-791 0 0,0 0 1 0 0,1-1 0 0 0,-1 0 0 0 0,0 0 0 0 0,1 0-1 0 0,-1-1 1 0 0,0 0 0 0 0,11-4 0 0 0,8-4-4597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6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115 222 1896 0 0,'-7'-32'5727'0'0,"0"0"0"0"0,-2 1 0 0 0,-25-58 0 0 0,15 53-1982 0 0,18 34-3471 0 0,0 4-13 0 0,-1 0-157 0 0,0 1 1 0 0,0-1-1 0 0,0 1 1 0 0,1-1-1 0 0,-1 1 1 0 0,1 0-1 0 0,0 0 1 0 0,0 0-1 0 0,0 0 0 0 0,0 0 1 0 0,0 4-1 0 0,-6 43 560 0 0,6-39-516 0 0,-7 105 381 0 0,5 1 1 0 0,15 152 0 0 0,4-128-1967 0 0,-12-120-164 0 0,0 0 1 0 0,2 0-1 0 0,0-1 0 0 0,15 32 0 0 0,-3-26-1286 0 0,-4-15-256 0 0,29-10-11720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2252 0 0,'14'-62'21718'0'0,"-11"119"-17782"0"0,0-1-3264 0 0,1-19-277 0 0,-1-14-1069 0 0,8 36 0 0 0,-10-53 225 0 0,1 0 0 0 0,0 0 0 0 0,1 0 0 0 0,-1-1 0 0 0,1 1 0 0 0,0-1 0 0 0,0 1 0 0 0,1-1 0 0 0,0 0-1 0 0,8 8 1 0 0,-10-11 216 0 0,0-1-1 0 0,0 1 1 0 0,0-1-1 0 0,0 1 1 0 0,0-1-1 0 0,1 0 1 0 0,-1 0-1 0 0,1 0 1 0 0,-1 0-1 0 0,1-1 1 0 0,-1 1-1 0 0,1 0 1 0 0,-1-1-1 0 0,1 0 1 0 0,3 0-1 0 0,-1 0-258 0 0,0 0 0 0 0,1-1 0 0 0,-1 0 1 0 0,0 0-1 0 0,0 0 0 0 0,10-5 0 0 0,1-1-694 0 0,-1-1 0 0 0,0-1 0 0 0,21-16 0 0 0,-19 11 839 0 0,0 0-1 0 0,22-25 1 0 0,5-12 4315 0 0,-21 22 1030 0 0,-22 29-4918 0 0,-1 0 1 0 0,1 0-1 0 0,-1 0 0 0 0,1 1 0 0 0,-1-1 0 0 0,1 0 0 0 0,-1 0 0 0 0,1 1 0 0 0,-1-1 0 0 0,1 0 1 0 0,-1 1-1 0 0,0-1 0 0 0,1 1 0 0 0,-1-1 0 0 0,0 1 0 0 0,1-1 0 0 0,-1 0 0 0 0,0 1 0 0 0,1 0 1 0 0,-1 5 275 0 0,-1 12 311 0 0,2 0-1 0 0,0 0 0 0 0,0 0 1 0 0,9 34-1 0 0,-8-47-636 0 0,-1 0 0 0 0,1 0 0 0 0,0-1 0 0 0,0 1 0 0 0,1-1 0 0 0,0 0 0 0 0,-1 0 0 0 0,1 0 0 0 0,0 0 0 0 0,1 0 0 0 0,-1 0 0 0 0,1-1 0 0 0,0 0 0 0 0,-1 0 0 0 0,2 0 0 0 0,-1 0 0 0 0,0 0 0 0 0,0-1-1 0 0,1 0 1 0 0,-1 0 0 0 0,1 0 0 0 0,0 0 0 0 0,6 1 0 0 0,-3-2-2 0 0,-1 0 0 0 0,1-1 0 0 0,0 1 0 0 0,-1-2 0 0 0,1 1 0 0 0,0-1 1 0 0,-1 0-1 0 0,1 0 0 0 0,-1-1 0 0 0,1 0 0 0 0,-1 0 0 0 0,0-1 0 0 0,0 0 0 0 0,0 0 0 0 0,0-1 0 0 0,-1 0 0 0 0,1 0 0 0 0,-1 0 0 0 0,0-1 0 0 0,0 0 0 0 0,-1 0 0 0 0,1-1 0 0 0,7-9 0 0 0,-8 9-14 0 0,-1 0-1 0 0,1 0 0 0 0,-1-1 0 0 0,0 0 1 0 0,0 1-1 0 0,-1-1 0 0 0,0-1 1 0 0,0 1-1 0 0,-1 0 0 0 0,0-1 0 0 0,0 1 1 0 0,-1-1-1 0 0,1 0 0 0 0,-2 1 1 0 0,1-1-1 0 0,-1 0 0 0 0,-1 0 1 0 0,1 1-1 0 0,-1-1 0 0 0,0 0 0 0 0,-1 1 1 0 0,0-1-1 0 0,-3-8 0 0 0,1 8 2 0 0,0 1-1 0 0,0-1 1 0 0,0 1-1 0 0,-1 0 1 0 0,0 0-1 0 0,-1 1 1 0 0,0-1-1 0 0,0 1 1 0 0,0 1-1 0 0,-10-8 1 0 0,12 10-20 0 0,0 0 0 0 0,0 1 0 0 0,0 0 1 0 0,0 0-1 0 0,-1 0 0 0 0,1 0 0 0 0,-1 1 1 0 0,0 0-1 0 0,1 0 0 0 0,-1 0 1 0 0,0 0-1 0 0,1 1 0 0 0,-1 0 0 0 0,0 0 1 0 0,0 0-1 0 0,1 1 0 0 0,-1-1 1 0 0,0 1-1 0 0,1 0 0 0 0,-7 2 0 0 0,4 0-136 0 0,0 0 0 0 0,0 1 0 0 0,1 0 1 0 0,-1 0-1 0 0,1 0 0 0 0,0 1 0 0 0,0 0 0 0 0,0 0 0 0 0,1 0 0 0 0,0 1 0 0 0,0 0 0 0 0,0 0 0 0 0,-6 11 0 0 0,8-12-304 0 0,0 1-1 0 0,0 0 1 0 0,1 0 0 0 0,0 0 0 0 0,0 0-1 0 0,0 0 1 0 0,0 9 0 0 0,1-11-181 0 0,1 1 0 0 0,0 0 0 0 0,0-1 1 0 0,0 1-1 0 0,1 0 0 0 0,0-1 0 0 0,0 1 1 0 0,0-1-1 0 0,0 1 0 0 0,4 6 0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7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42 2368 0 0,'-13'-17'11391'0'0,"2"0"-7594"0"0,6 9-530 0 0,2 11-2648 0 0,3-3-602 0 0,0 0 0 0 0,-1 0 1 0 0,1 0-1 0 0,0 0 0 0 0,0 0 0 0 0,-1 0 0 0 0,1 0 0 0 0,0 0 0 0 0,0 1 0 0 0,0-1 0 0 0,-1 0 0 0 0,1 0 0 0 0,0 0 0 0 0,0 0 0 0 0,0 0 1 0 0,0 0-1 0 0,-1 1 0 0 0,1-1 0 0 0,0 0 0 0 0,0 0 0 0 0,0 0 0 0 0,0 1 0 0 0,0-1 0 0 0,0 0 0 0 0,-1 0 0 0 0,1 0 0 0 0,0 1 0 0 0,0-1 1 0 0,0 0-1 0 0,0 0 0 0 0,0 1 0 0 0,0-1 0 0 0,0 0 0 0 0,0 0 0 0 0,0 0 0 0 0,0 1 0 0 0,0-1 0 0 0,0 0 0 0 0,0 1 0 0 0,26 272 3528 0 0,-22-221-3233 0 0,-4-50-224 0 0,1 6 192 0 0,2-28-345 0 0,1 0 0 0 0,1 0-1 0 0,1 0 1 0 0,1 0-1 0 0,1 1 1 0 0,0 0 0 0 0,15-23-1 0 0,-15 29 39 0 0,0 1 0 0 0,0 0 1 0 0,1 0-1 0 0,1 1 0 0 0,0 0 0 0 0,0 1 0 0 0,1 0 0 0 0,1 1 0 0 0,-1 0 0 0 0,2 1 0 0 0,16-9 0 0 0,-25 15 10 0 0,0 0 0 0 0,0 1-1 0 0,0-1 1 0 0,0 1 0 0 0,0 0-1 0 0,0 0 1 0 0,0 1-1 0 0,0-1 1 0 0,0 1 0 0 0,0 0-1 0 0,1 0 1 0 0,-1 0 0 0 0,0 1-1 0 0,0-1 1 0 0,0 1 0 0 0,0 0-1 0 0,0 0 1 0 0,0 1 0 0 0,0-1-1 0 0,0 1 1 0 0,0 0-1 0 0,0 0 1 0 0,-1 0 0 0 0,5 3-1 0 0,-4-1 25 0 0,1 0 0 0 0,-1 1 0 0 0,0-1 0 0 0,0 1 0 0 0,0 0 0 0 0,-1 0 0 0 0,0 0 0 0 0,0 1-1 0 0,0-1 1 0 0,0 1 0 0 0,-1 0 0 0 0,0-1 0 0 0,0 1 0 0 0,-1 0 0 0 0,0 0 0 0 0,1 7 0 0 0,2 103 165 0 0,-4-87-138 0 0,-1-28-47 0 0,1 0-1 0 0,0 0 0 0 0,0 0 0 0 0,1 0 1 0 0,-1 0-1 0 0,0 0 0 0 0,0 0 0 0 0,0 0 1 0 0,1 0-1 0 0,-1 0 0 0 0,1 0 0 0 0,-1 0 1 0 0,1 0-1 0 0,-1 0 0 0 0,1 0 0 0 0,-1 0 1 0 0,1 0-1 0 0,0-1 0 0 0,-1 1 0 0 0,1 0 1 0 0,0 0-1 0 0,0-1 0 0 0,0 1 1 0 0,-1 0-1 0 0,1-1 0 0 0,0 1 0 0 0,0-1 1 0 0,0 1-1 0 0,0-1 0 0 0,0 0 0 0 0,0 1 1 0 0,0-1-1 0 0,0 0 0 0 0,0 0 0 0 0,0 1 1 0 0,1-1-1 0 0,-1 0 0 0 0,0 0 0 0 0,0 0 1 0 0,0 0-1 0 0,0-1 0 0 0,1 1 0 0 0,4-1-406 0 0,0 0 0 0 0,0 0 0 0 0,-1-1 0 0 0,1 0 0 0 0,-1 0 0 0 0,7-3 0 0 0,0-1-1353 0 0,1-1 0 0 0,14-12 1 0 0,4-9-5048 0 0,-11 7-501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7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0 4348 0 0,'-94'4'14216'0'0,"8"-1"-6719"0"0,83-3-7292 0 0,-1 0-437 0 0,-9 0-270 0 0,9 0-328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 3516 0 0,'-62'20'5981'0'0,"-46"18"3575"0"0,106-37-9009 0 0,21 2 313 0 0,8-3-559 0 0,1-2 1 0 0,28-4-1 0 0,4-1-306 0 0,137-9-2948 0 0,-64 5-4751 0 0,-56 3-594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9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1816 0 0,'1'-6'17422'0'0,"-1"15"-17348"0"0,0 1-1 0 0,0-1 0 0 0,1 0 1 0 0,3 17-1 0 0,2 15 164 0 0,-7 159 506 0 0,-2-79-3699 0 0,5-88-403 0 0,4-15-2962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09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2748 0 0,'24'-39'20137'0'0,"-15"50"-19495"0"0,1 35-300 0 0,-2 1 0 0 0,-3 0 0 0 0,1 60 0 0 0,-3-48-656 0 0,0-11-2258 0 0,-1-32-1460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0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40 114 1596 0 0,'-6'-20'4017'0'0,"-14"-37"10256"0"0,11 37-10769 0 0,9 20-3376 0 0,-1-1-1 0 0,1 0 0 0 0,-1 1 1 0 0,1-1-1 0 0,0 0 0 0 0,-1 0 1 0 0,1 0-1 0 0,0 1 1 0 0,-1-1-1 0 0,1 0 0 0 0,0 0 1 0 0,0 0-1 0 0,0 0 1 0 0,0 0-1 0 0,0 1 0 0 0,0-1 1 0 0,0 0-1 0 0,0-1 1 0 0,0 2-83 0 0,1 0 1 0 0,-1 0 0 0 0,1 0-1 0 0,-1 0 1 0 0,1 0 0 0 0,-1 0 0 0 0,1 0-1 0 0,-1 0 1 0 0,0 0 0 0 0,1 0 0 0 0,-1 0-1 0 0,1 0 1 0 0,-1 0 0 0 0,1 0 0 0 0,-1 0-1 0 0,0 0 1 0 0,1 1 0 0 0,-1-1 0 0 0,0 0-1 0 0,1 0 1 0 0,-1 1 0 0 0,1-1 0 0 0,-1 1-1 0 0,27 20 258 0 0,13 18-224 0 0,-3 2 1 0 0,-1 1-1 0 0,-1 2 1 0 0,-3 1-1 0 0,-2 2 1 0 0,27 55-1 0 0,-37-60 14 0 0,-2 1 1 0 0,-2 1-1 0 0,-1 0 1 0 0,-3 1-1 0 0,-1 0 0 0 0,-2 1 1 0 0,4 77-1 0 0,-13-92-54 0 0,-1 1 0 0 0,-2-1 0 0 0,-1-1 0 0 0,-1 1 0 0 0,-2 0 0 0 0,-1-1 0 0 0,-1-1 0 0 0,-14 31 0 0 0,10-31-356 0 0,-1-2 0 0 0,-2 0 0 0 0,-20 27 0 0 0,20-33-988 0 0,0-1 0 0 0,-2 0 0 0 0,-38 32 0 0 0,51-48 121 0 0,-20 14-978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0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99 135 32 0 0,'-80'-25'15769'0'0,"78"24"-14988"0"0,-14-5 1415 0 0,16 6-2180 0 0,0-1 1 0 0,0 1-1 0 0,0 0 1 0 0,0-1-1 0 0,0 1 0 0 0,0-1 1 0 0,0 1-1 0 0,0 0 1 0 0,0-1-1 0 0,0 1 1 0 0,0-1-1 0 0,0 1 1 0 0,0 0-1 0 0,0-1 1 0 0,0 1-1 0 0,1 0 1 0 0,-1-1-1 0 0,0 1 0 0 0,0 0 1 0 0,0-1-1 0 0,1 1 1 0 0,-1 0-1 0 0,0-1 1 0 0,0 1-1 0 0,1 0 1 0 0,-1 0-1 0 0,0-1 1 0 0,0 1-1 0 0,1 0 1 0 0,16-11 215 0 0,23-3-91 0 0,-37 13-116 0 0,63-19-109 0 0,80-13-1 0 0,-75 23-3098 0 0,-1 7-4398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0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3108 0 0,'-3'1'2532'0'0,"-43"16"7562"0"0,44-17-9374 0 0,-3 5 259 0 0,5-5-857 0 0,-1 0 1 0 0,0 1 0 0 0,0-1-1 0 0,1 1 1 0 0,-1-1 0 0 0,0 1-1 0 0,1 0 1 0 0,-1-1 0 0 0,1 1-1 0 0,-1-1 1 0 0,1 1 0 0 0,-1 0-1 0 0,1 0 1 0 0,-1-1 0 0 0,1 1-1 0 0,-1 0 1 0 0,1 0-1 0 0,-1 1 1 0 0,1 12 962 0 0,1-1 0 0 0,0 1 0 0 0,0 0-1 0 0,1 0 1 0 0,1-1 0 0 0,7 22 0 0 0,2 9-145 0 0,37 223 554 0 0,-29-87-5660 0 0,-19-165 2984 0 0,2 39-2333 0 0,-6-29-557 0 0,-5-4-3342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0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48 1960 0 0,'-2'0'3552'0'0,"-12"-2"2394"0"0,10 2-5368 0 0,-22-1 5842 0 0,17 2-3701 0 0,13 3-2602 0 0,0-3-83 0 0,-1 0 0 0 0,0 0 0 0 0,1 0 0 0 0,-1-1 0 0 0,1 0 0 0 0,-1 0 0 0 0,1 0 0 0 0,6-1 0 0 0,-3 1-48 0 0,31-1-1264 0 0,1-2 0 0 0,45-8 0 0 0,21-14-7355 0 0,-62 12 1920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1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24 2072 0 0,'-3'-1'3256'0'0,"-9"-4"127"0"0,-26-9 11794 0 0,34 18-14554 0 0,4-4-604 0 0,0 0 1 0 0,0 0 0 0 0,-1 0 0 0 0,1 0-1 0 0,0 0 1 0 0,0 0 0 0 0,0 0-1 0 0,-1 0 1 0 0,1 1 0 0 0,0-1 0 0 0,0 0-1 0 0,0 0 1 0 0,-1 0 0 0 0,1 0-1 0 0,0 1 1 0 0,0-1 0 0 0,0 0 0 0 0,0 0-1 0 0,-1 0 1 0 0,1 1 0 0 0,0-1 0 0 0,0 0-1 0 0,0 0 1 0 0,0 1 0 0 0,0-1-1 0 0,0 0 1 0 0,0 0 0 0 0,0 0 0 0 0,0 1-1 0 0,0-1 1 0 0,0 0 0 0 0,0 0-1 0 0,0 1 1 0 0,0-1 0 0 0,0 0 0 0 0,0 1-1 0 0,7 37 996 0 0,2 0-1 0 0,16 44 1 0 0,6 25-444 0 0,-14-37-237 0 0,-17-69-394 0 0,-1-4-110 0 0,-1 0 95 0 0,1 0 0 0 0,0 0 1 0 0,0 0-1 0 0,0-1 0 0 0,0-4 0 0 0,-1-6 33 0 0,1-1 1 0 0,1 1-1 0 0,0-1 0 0 0,0 1 1 0 0,2-1-1 0 0,0 1 0 0 0,1 0 1 0 0,0 0-1 0 0,1 0 1 0 0,0 0-1 0 0,1 0 0 0 0,1 1 1 0 0,0 0-1 0 0,1 0 0 0 0,0 1 1 0 0,1 0-1 0 0,1 0 0 0 0,0 0 1 0 0,0 1-1 0 0,1 1 1 0 0,11-10-1 0 0,-17 17 32 0 0,-1 0 1 0 0,1 1 0 0 0,-1-1-1 0 0,1 1 1 0 0,0 0-1 0 0,0 1 1 0 0,0-1-1 0 0,0 0 1 0 0,0 1-1 0 0,0 0 1 0 0,0 0-1 0 0,0 0 1 0 0,1 1 0 0 0,-1-1-1 0 0,0 1 1 0 0,1 0-1 0 0,-1 0 1 0 0,0 1-1 0 0,0-1 1 0 0,1 1-1 0 0,-1 0 1 0 0,0 0 0 0 0,0 1-1 0 0,5 1 1 0 0,-3 0-7 0 0,0 1 1 0 0,0-1 0 0 0,0 1-1 0 0,-1 1 1 0 0,1-1-1 0 0,-1 1 1 0 0,0 0 0 0 0,0 0-1 0 0,0 1 1 0 0,-1-1 0 0 0,0 1-1 0 0,0 0 1 0 0,6 13-1 0 0,-5-4-516 0 0,0 0-1 0 0,0 0 1 0 0,-1 0-1 0 0,-1 0 0 0 0,2 32 1 0 0,-3-25-344 0 0,1 0 0 0 0,6 23 0 0 0,-8-44 316 0 0,5 17-1414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1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368 260 556 0 0,'4'-19'3143'0'0,"-1"-1"0"0"0,-1 1 0 0 0,0-1 0 0 0,-2-25 1 0 0,-1 35-2209 0 0,0 1 0 0 0,-1-1 0 0 0,0 1 0 0 0,-1 0 0 0 0,1-1 0 0 0,-2 1 0 0 0,1 0 0 0 0,-1 1 1 0 0,-1-1-1 0 0,-9-15 0 0 0,13 23-880 0 0,0 0-1 0 0,0-1 1 0 0,0 1 0 0 0,0-1 0 0 0,0 1 0 0 0,0 0-1 0 0,-1 0 1 0 0,1 0 0 0 0,0 0 0 0 0,-1 0 0 0 0,1 0-1 0 0,0 0 1 0 0,-1 0 0 0 0,1 0 0 0 0,-1 1 0 0 0,0-1-1 0 0,1 0 1 0 0,-1 1 0 0 0,1 0 0 0 0,-1-1 0 0 0,0 1-1 0 0,1 0 1 0 0,-1 0 0 0 0,0 0 0 0 0,0 0 0 0 0,1 0-1 0 0,-1 0 1 0 0,0 0 0 0 0,1 1 0 0 0,-1-1 0 0 0,1 1-1 0 0,-1-1 1 0 0,0 1 0 0 0,1-1 0 0 0,-1 1 0 0 0,1 0-1 0 0,-1 0 1 0 0,1 0 0 0 0,0 0 0 0 0,-1 0 0 0 0,1 0-1 0 0,0 0 1 0 0,-2 3 0 0 0,-4 3-26 0 0,0 1 0 0 0,1-1 0 0 0,0 1 0 0 0,1 1 0 0 0,0-1 0 0 0,-4 10 0 0 0,-1 5 17 0 0,1 0-1 0 0,1 1 1 0 0,1 0 0 0 0,2 1 0 0 0,0-1-1 0 0,-2 50 1 0 0,5-1 278 0 0,10 80 1 0 0,0-71 222 0 0,32 128-1 0 0,38 77 248 0 0,3 9-320 0 0,-79-286-467 0 0,5 16 43 0 0,-2 1-1 0 0,3 44 1 0 0,-7-65-45 0 0,-1 0 1 0 0,0-1-1 0 0,0 1 1 0 0,-1 0-1 0 0,1-1 0 0 0,-1 1 1 0 0,0 0-1 0 0,-1-1 1 0 0,1 1-1 0 0,-1-1 1 0 0,0 0-1 0 0,-1 0 1 0 0,1 1-1 0 0,-1-2 1 0 0,0 1-1 0 0,0 0 1 0 0,-1 0-1 0 0,1-1 1 0 0,-6 5-1 0 0,5-6-204 0 0,-1-1 0 0 0,1 1 0 0 0,-1-1 0 0 0,0 0 0 0 0,0 0 0 0 0,0 0 0 0 0,0-1 0 0 0,0 0 0 0 0,0 0 0 0 0,0 0-1 0 0,-1-1 1 0 0,1 1 0 0 0,0-1 0 0 0,0-1 0 0 0,-1 1 0 0 0,-6-2 0 0 0,-6-1-869 0 0,1-1 1 0 0,-1 0-1 0 0,-24-11 0 0 0,26 8-124 0 0,-1-1-1 0 0,1 0 0 0 0,0-1 1 0 0,1 0-1 0 0,-15-13 0 0 0,21 14-255 0 0,1 1-1 0 0,-1-2 1 0 0,1 1-1 0 0,1-1 0 0 0,-9-13 1 0 0,-3-10-5413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1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1 298 564 0 0,'1'-3'841'0'0,"33"-108"14413"0"0,-28 95-13521 0 0,2 0 1 0 0,12-21 0 0 0,-16 32-1687 0 0,0 0 1 0 0,1 0-1 0 0,0 1 1 0 0,-1 0-1 0 0,1 0 0 0 0,0 0 1 0 0,1 0-1 0 0,-1 1 1 0 0,1 0-1 0 0,0 0 0 0 0,8-4 1 0 0,12-2-1549 0 0,34-8 0 0 0,-57 16 1298 0 0,91-26-9404 0 0,-65 17 2394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2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58 3064 0 0,'-29'-46'22175'0'0,"29"45"-21834"0"0,-1 0 0 0 0,0 0 0 0 0,1 1 0 0 0,-1-1 0 0 0,0 0 0 0 0,0 0 0 0 0,1 0-1 0 0,-1 1 1 0 0,0-1 0 0 0,0 0 0 0 0,0 1 0 0 0,0-1 0 0 0,-1 0 0 0 0,1 25-38 0 0,1-1 1 0 0,1 1-1 0 0,2 0 0 0 0,6 30 1 0 0,0 5-131 0 0,10 41-492 0 0,0-38-5969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2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33 104 1920 0 0,'-3'-15'4584'0'0,"0"1"1"0"0,-9-22-1 0 0,3 10-1170 0 0,4 14-4840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2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34 580 0 0,'8'6'11193'0'0,"37"43"-3135"0"0,-5 6-6370 0 0,-35-46-1682 0 0,1 0 0 0 0,-2 1-1 0 0,1 0 1 0 0,-1 0 0 0 0,-1 0 0 0 0,0 0 0 0 0,0 1-1 0 0,-1-1 1 0 0,0 1 0 0 0,0 17 0 0 0,-2-15 64 0 0,1-10-39 0 0,-1 0-1 0 0,0 0 0 0 0,0-1 1 0 0,0 1-1 0 0,0 0 1 0 0,0 0-1 0 0,-1-1 0 0 0,1 1 1 0 0,-1 0-1 0 0,0-1 1 0 0,-1 5-1 0 0,1-6 7 0 0,-5 2 60 0 0,5-3-94 0 0,1 0 0 0 0,0 0 0 0 0,0 0 0 0 0,-1 1 0 0 0,1-1 0 0 0,0 0 0 0 0,0 0 0 0 0,-1 0 0 0 0,1 0 0 0 0,0 0 0 0 0,-1 0 0 0 0,1 0 0 0 0,0 0 0 0 0,-1 0 0 0 0,1 1 0 0 0,0-1 0 0 0,-1-1 0 0 0,1 1 0 0 0,0 0 0 0 0,0 0 0 0 0,-1 0 0 0 0,1 0 0 0 0,0 0 0 0 0,-1 0 0 0 0,1 0 0 0 0,0 0 0 0 0,-1 0 0 0 0,1 0 0 0 0,0-1 0 0 0,0 1 0 0 0,-1 0 0 0 0,1 0 0 0 0,0 0 0 0 0,0-1 1 0 0,-1 1-1 0 0,1 0 0 0 0,0 0 0 0 0,0-1 0 0 0,0 1 0 0 0,0 0 0 0 0,-1 0 0 0 0,1-1 0 0 0,0 1 0 0 0,0 0 0 0 0,0-1 0 0 0,0 1 0 0 0,0 0 0 0 0,-3-5 8 0 0,1 0 1 0 0,0 0-1 0 0,0 0 0 0 0,0 0 1 0 0,1 0-1 0 0,-1-1 1 0 0,1 1-1 0 0,1 0 0 0 0,-1-1 1 0 0,1 1-1 0 0,0-1 1 0 0,1-6-1 0 0,0 3-9 0 0,1-1-1 0 0,0 1 1 0 0,0 0 0 0 0,1 0-1 0 0,0 0 1 0 0,8-13 0 0 0,-1 5 38 0 0,0 0 1 0 0,1 1 0 0 0,1 0-1 0 0,0 1 1 0 0,2 1-1 0 0,19-19 1 0 0,-27 28-24 0 0,1 0 1 0 0,-1 1 0 0 0,1 0-1 0 0,0 0 1 0 0,0 0 0 0 0,0 0-1 0 0,1 1 1 0 0,-1 1-1 0 0,1-1 1 0 0,9-1 0 0 0,-14 5-10 0 0,1-1 0 0 0,-1 0 0 0 0,1 1 1 0 0,0 0-1 0 0,-1 0 0 0 0,1 0 0 0 0,-1 1 0 0 0,0-1 1 0 0,1 1-1 0 0,-1 0 0 0 0,0-1 0 0 0,0 2 0 0 0,0-1 1 0 0,0 0-1 0 0,0 0 0 0 0,-1 1 0 0 0,1 0 0 0 0,-1-1 1 0 0,3 5-1 0 0,0 2-7 0 0,0 1 0 0 0,-1 0 0 0 0,-1 0 0 0 0,1 0 0 0 0,-2 0 0 0 0,1 1 0 0 0,-1-1 0 0 0,-1 1 0 0 0,0-1 0 0 0,-1 22 0 0 0,5 33-4871 0 0,0-47 2338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1536 0 0,'29'-90'24612'0'0,"-29"89"-24000"0"0,4-6 1210 0 0,1 31-1384 0 0,-1 0 1 0 0,-1-1-1 0 0,0 30 0 0 0,-1-23-679 0 0,8 50 0 0 0,-8-66-631 0 0,-2-11 630 0 0,0-1 1 0 0,1 0-1 0 0,-1 0 0 0 0,0 1 0 0 0,1-1 0 0 0,0 0 1 0 0,0 0-1 0 0,-1 0 0 0 0,1 0 0 0 0,0 0 0 0 0,1 0 1 0 0,0 2-1 0 0,4-3-1907 0 0,-5-1 1850 0 0,0-1 1 0 0,1 1 0 0 0,-1-1-1 0 0,1 1 1 0 0,-1-1-1 0 0,0 1 1 0 0,0-1-1 0 0,1 0 1 0 0,-1 0 0 0 0,0 0-1 0 0,0 0 1 0 0,0 0-1 0 0,0 0 1 0 0,0 0-1 0 0,2-2 1 0 0,13-24-7960 0 0,-7 7 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3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88 1736 0 0,'-115'-70'16058'0'0,"108"65"-15418"0"0,-11-6 467 0 0,18 11-1263 0 0,-1 0 0 0 0,1-1 0 0 0,-1 1 0 0 0,1 0 0 0 0,-1 0 0 0 0,1 0 0 0 0,-1 0-1 0 0,1 0 1 0 0,-1-1 0 0 0,1 1 0 0 0,-1 0 0 0 0,0 0 0 0 0,1 0 0 0 0,-1 1 0 0 0,1-1 0 0 0,-1 0 0 0 0,1 0 0 0 0,-1 0-1 0 0,1 0 1 0 0,-1 0 0 0 0,1 1 0 0 0,-1-1 0 0 0,1 0 0 0 0,-1 0 0 0 0,1 1 0 0 0,-2 0 0 0 0,6 8-3071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3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15 3528 0 0,'-13'-14'22010'0'0,"11"22"-21620"0"0,0 0 1 0 0,1 1 0 0 0,0-1-1 0 0,1 1 1 0 0,0 16 0 0 0,0 9 154 0 0,-5 33 57 0 0,-16 354 196 0 0,21-409-777 0 0,4 79-593 0 0,-4-82 359 0 0,2 1 0 0 0,-1-1 0 0 0,1 0 0 0 0,1 0 0 0 0,0 0-1 0 0,0 0 1 0 0,6 11 0 0 0,-7-18 163 0 0,-1 1 0 0 0,1-1 0 0 0,0 0 0 0 0,-1 0 0 0 0,1 1 0 0 0,0-2 0 0 0,0 1-1 0 0,0 0 1 0 0,1 0 0 0 0,-1-1 0 0 0,0 1 0 0 0,1-1 0 0 0,-1 1 0 0 0,1-1 0 0 0,4 2 0 0 0,-2-2-45 0 0,0 0 1 0 0,-1-1-1 0 0,1 1 1 0 0,0-1 0 0 0,-1 0-1 0 0,1 0 1 0 0,0-1-1 0 0,8-1 1 0 0,5-2-327 0 0,0-2-1 0 0,0 0 1 0 0,29-16 0 0 0,-35 16 183 0 0,20-9-229 0 0,-2-2 0 0 0,0 0 0 0 0,-1-3 0 0 0,31-25 0 0 0,-47 34 414 0 0,-1-1 0 0 0,1-1-1 0 0,-2 1 1 0 0,0-2-1 0 0,-1 1 1 0 0,0-2 0 0 0,-1 1-1 0 0,0-1 1 0 0,-2-1 0 0 0,9-20-1 0 0,-15 34 74 0 0,-1 0-1 0 0,1-1 1 0 0,0 1-1 0 0,-1-1 1 0 0,1 1-1 0 0,-1 0 1 0 0,0-1-1 0 0,0 1 1 0 0,0-1-1 0 0,0 1 1 0 0,0-1-1 0 0,0 1 0 0 0,-1-4 1 0 0,0 4-15 0 0,-3 3-23 0 0,-19 3 18 0 0,18 2 2 0 0,3-3-2 0 0,-7 6 62 0 0,0 1 1 0 0,1 1 0 0 0,0 0-1 0 0,1 0 1 0 0,0 0 0 0 0,1 1 0 0 0,0 0-1 0 0,0 0 1 0 0,2 1 0 0 0,-1 0-1 0 0,2-1 1 0 0,-1 1 0 0 0,2 1 0 0 0,0-1-1 0 0,1 0 1 0 0,0 0 0 0 0,1 18-1 0 0,0-28-1 0 0,0 0 0 0 0,1 1 0 0 0,-1-1-1 0 0,1 0 1 0 0,0 0 0 0 0,0 1 0 0 0,0-1-1 0 0,0 0 1 0 0,0 0 0 0 0,1 0 0 0 0,0 0-1 0 0,-1 0 1 0 0,1-1 0 0 0,0 1-1 0 0,0 0 1 0 0,0-1 0 0 0,1 0 0 0 0,3 4-1 0 0,-1-3 15 0 0,-1 0 0 0 0,1-1 0 0 0,0 0 0 0 0,-1 0-1 0 0,1 0 1 0 0,0 0 0 0 0,0-1 0 0 0,0 0 0 0 0,1 0-1 0 0,8 1 1 0 0,6-2 3 0 0,0 0 0 0 0,0-2-1 0 0,0 0 1 0 0,37-10 0 0 0,-37 7-622 0 0,-1-1 0 0 0,0-1 0 0 0,0-1 0 0 0,-1 0 0 0 0,29-18 0 0 0,-6-5-3231 0 0,-6-6-3361 0 0,-18 14-1116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4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99 756 0 0,'-63'10'6581'0'0,"38"-5"-3029"0"0,0-2 1 0 0,-26 1 0 0 0,67-19-2205 0 0,17 3-1206 0 0,1 1-1 0 0,0 2 1 0 0,42-5 0 0 0,-35 6-550 0 0,101-17-2597 0 0,-52 10-3466 0 0,-32 4-1151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8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0 788 0 0,'-9'5'19367'0'0,"6"-2"-19762"0"0,2 0 1 0 0,-1 1 0 0 0,0-1 0 0 0,1 1 0 0 0,-1 0-1 0 0,1-1 1 0 0,0 1 0 0 0,0 0 0 0 0,1 0 0 0 0,-1 7 0 0 0,-3 11-1970 0 0,-8 17-3681 0 0,7-18 1039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8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0 908 0 0,'12'68'22811'0'0,"-12"-62"-20782"0"0,2 3-4381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4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72 1992 0 0,'25'-31'10496'0'0,"-23"29"-9927"0"0,-1-1 1 0 0,1 1-1 0 0,-1-1 0 0 0,0 1 0 0 0,0-1 1 0 0,0 0-1 0 0,0 0 0 0 0,0 1 0 0 0,-1-1 0 0 0,1-6 1 0 0,-1 7-286 0 0,-1 1-245 0 0,-1 1-1 0 0,1-1 0 0 0,-1 1 1 0 0,0-1-1 0 0,1 1 0 0 0,-1 0 1 0 0,0 0-1 0 0,1 0 0 0 0,-1 0 1 0 0,1 0-1 0 0,-1 0 1 0 0,0 0-1 0 0,-1 1 0 0 0,2-1-23 0 0,-18 6 20 0 0,1 2 0 0 0,0 0 1 0 0,1 1-1 0 0,0 1 0 0 0,-19 14 0 0 0,5 0-85 0 0,-46 45 0 0 0,73-64 29 0 0,-1 0 1 0 0,1 0-1 0 0,0 0 0 0 0,0 0 1 0 0,0 1-1 0 0,1-1 0 0 0,0 1 1 0 0,-4 9-1 0 0,7-14 21 0 0,0 0 0 0 0,-1 0-1 0 0,1 0 1 0 0,0 0 0 0 0,0 0 0 0 0,0 0-1 0 0,0 0 1 0 0,0 1 0 0 0,0-1 0 0 0,0 0-1 0 0,0 0 1 0 0,0 0 0 0 0,1 0 0 0 0,-1 0-1 0 0,0 0 1 0 0,1 0 0 0 0,-1 0-1 0 0,1 0 1 0 0,-1 0 0 0 0,1 0 0 0 0,-1 0-1 0 0,1 0 1 0 0,0 0 0 0 0,0-1 0 0 0,-1 1-1 0 0,1 0 1 0 0,0 0 0 0 0,0-1 0 0 0,0 1-1 0 0,0 0 1 0 0,1 0 0 0 0,3 1 0 0 0,-1 1 1 0 0,1-1-1 0 0,0 0 1 0 0,9 2-1 0 0,-11-3 0 0 0,47 12-22 0 0,-18-6 10 0 0,51 21 0 0 0,-75-25 13 0 0,1 1 0 0 0,-1 0 0 0 0,-1 0 0 0 0,1 1 0 0 0,0 0 1 0 0,-1 1-1 0 0,0 0 0 0 0,0 0 0 0 0,-1 0 0 0 0,11 14 0 0 0,-12-11 24 0 0,2 10 26 0 0,-8-14-46 0 0,0-2 3 0 0,1-1-3 0 0,0 0 0 0 0,0 0 1 0 0,-1 0-1 0 0,1 0 0 0 0,-1 0 1 0 0,0-1-1 0 0,1 1 0 0 0,-1 0 1 0 0,0 0-1 0 0,0 0 0 0 0,0-1 1 0 0,0 1-1 0 0,0-1 0 0 0,-1 1 1 0 0,1-1-1 0 0,-1 1 0 0 0,1-1 1 0 0,-1 1-1 0 0,1-1 0 0 0,-1 0 1 0 0,1 0-1 0 0,-1 0 0 0 0,-3 1 1 0 0,-1 1 10 0 0,0 0 0 0 0,-1-1 0 0 0,1 0 0 0 0,-13 3 0 0 0,9-3-3 0 0,-12 2 3 0 0,0-1 0 0 0,0-1 0 0 0,-37-1 0 0 0,9-3-120 0 0,48 2-153 0 0,-15 0-747 0 0,14 0 270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6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195 344 2524 0 0,'-2'-1'2312'0'0,"-6"-5"-106"0"0,-1 0-1 0 0,0 1 0 0 0,-1 1 1 0 0,-10-5-1 0 0,16 8-1837 0 0,-2-1 0 0 0,1 1 0 0 0,0-1 0 0 0,0 2 0 0 0,-9-2 0 0 0,12 3-330 0 0,0-1-1 0 0,0 1 1 0 0,0-1-1 0 0,0 1 1 0 0,1 0-1 0 0,-1 0 1 0 0,0 0 0 0 0,0 0-1 0 0,1 0 1 0 0,-1 0-1 0 0,1 0 1 0 0,-1 1-1 0 0,-2 2 1 0 0,-16 20 145 0 0,16-18-165 0 0,0 1 1 0 0,0-1 0 0 0,1 1 0 0 0,-1 0 0 0 0,2 1-1 0 0,-1-1 1 0 0,1 0 0 0 0,0 1 0 0 0,0 0-1 0 0,1-1 1 0 0,0 1 0 0 0,1 0 0 0 0,-1-1-1 0 0,2 13 1 0 0,0-16-7 0 0,-1-1 1 0 0,1 1-1 0 0,0 0 0 0 0,0-1 1 0 0,0 1-1 0 0,0-1 0 0 0,1 1 1 0 0,-1-1-1 0 0,1 0 0 0 0,0 1 0 0 0,0-1 1 0 0,0 0-1 0 0,0 0 0 0 0,1 0 1 0 0,-1-1-1 0 0,1 1 0 0 0,0 0 0 0 0,0-1 1 0 0,0 0-1 0 0,0 0 0 0 0,0 0 1 0 0,0 0-1 0 0,0 0 0 0 0,1-1 0 0 0,-1 1 1 0 0,1-1-1 0 0,-1 0 0 0 0,1 0 1 0 0,0 0-1 0 0,-1 0 0 0 0,6-1 0 0 0,1 1-2 0 0,1-1-1 0 0,-1-1 0 0 0,1 0 0 0 0,-1 0 1 0 0,1-1-1 0 0,-1 0 0 0 0,0-1 0 0 0,0 0 0 0 0,0-1 1 0 0,-1 0-1 0 0,1-1 0 0 0,-1 1 0 0 0,0-2 1 0 0,0 1-1 0 0,9-9 0 0 0,-13 11-3 0 0,-1-1 0 0 0,1 0 0 0 0,-1 0 0 0 0,0-1 0 0 0,0 1-1 0 0,0-1 1 0 0,-1 0 0 0 0,1 0 0 0 0,-1 0 0 0 0,0 0 0 0 0,-1 0 0 0 0,1-1 0 0 0,-1 1 0 0 0,0-1-1 0 0,-1 0 1 0 0,1 0 0 0 0,-1 0 0 0 0,0 1 0 0 0,-1-1 0 0 0,1 0 0 0 0,-1 0 0 0 0,0 0 0 0 0,-1 0 0 0 0,0 0-1 0 0,1 0 1 0 0,-2 0 0 0 0,-3-11 0 0 0,4 13 13 0 0,-1 0 1 0 0,0 1-1 0 0,0-1 0 0 0,0 0 0 0 0,-1 0 1 0 0,1 1-1 0 0,-1-1 0 0 0,0 1 1 0 0,0 0-1 0 0,0 0 0 0 0,0 0 0 0 0,-1 1 1 0 0,1-1-1 0 0,-6-2 0 0 0,3 1 22 0 0,-1 1-1 0 0,1 1 0 0 0,-1-1 1 0 0,0 1-1 0 0,0 0 1 0 0,0 1-1 0 0,0 0 1 0 0,-8-1-1 0 0,0 2 23 0 0,0 0-1 0 0,0 1 1 0 0,0 0-1 0 0,1 1 1 0 0,-1 1-1 0 0,0 1 1 0 0,-24 8 0 0 0,35-10-61 0 0,-1 0 1 0 0,1 0 0 0 0,0 0-1 0 0,0 0 1 0 0,0 1 0 0 0,1-1 0 0 0,-1 1-1 0 0,0 0 1 0 0,1 0 0 0 0,0 1-1 0 0,0-1 1 0 0,0 0 0 0 0,0 1 0 0 0,-3 6-1 0 0,5-9-4 0 0,1 0-1 0 0,-1 0 0 0 0,1 0 1 0 0,0 1-1 0 0,0-1 0 0 0,0 0 1 0 0,-1 0-1 0 0,1 0 1 0 0,0 0-1 0 0,0 0 0 0 0,1 1 1 0 0,-1-1-1 0 0,0 0 0 0 0,0 0 1 0 0,0 0-1 0 0,1 0 1 0 0,-1 0-1 0 0,1 0 0 0 0,-1 0 1 0 0,1 0-1 0 0,-1 0 0 0 0,1 0 1 0 0,0 0-1 0 0,-1 0 0 0 0,1 0 1 0 0,0 0-1 0 0,0 0 1 0 0,-1 0-1 0 0,1-1 0 0 0,0 1 1 0 0,0 0-1 0 0,0-1 0 0 0,0 1 1 0 0,0-1-1 0 0,0 1 1 0 0,0-1-1 0 0,0 1 0 0 0,0-1 1 0 0,3 1-1 0 0,3 1-98 0 0,0 0 0 0 0,0-1 0 0 0,1 1 0 0 0,13-1 0 0 0,2-1-382 0 0,-1-2-1 0 0,1 0 1 0 0,0-2 0 0 0,-1 0-1 0 0,0-2 1 0 0,0 0 0 0 0,0-1-1 0 0,-1-2 1 0 0,0 0-1 0 0,-1-1 1 0 0,0-1 0 0 0,0-1-1 0 0,29-23 1 0 0,-36 24 497 0 0,-1-1 0 0 0,0 0 0 0 0,-1-1 0 0 0,-1 0 0 0 0,0-1 0 0 0,0 0 0 0 0,-1-1 0 0 0,11-25 0 0 0,-13 23 1266 0 0,-1-1 1 0 0,-1 1-1 0 0,0-1 0 0 0,3-26 1 0 0,-20 71 902 0 0,-6 24-1160 0 0,1 11-416 0 0,3 1 0 0 0,3 0 0 0 0,-7 121 0 0 0,18-168-625 0 0,1-1 0 0 0,0 1-1 0 0,0 0 1 0 0,2-1 0 0 0,8 31-1 0 0,-9-41-61 0 0,0-1 0 0 0,0 1-1 0 0,0 0 1 0 0,1-1-1 0 0,-1 0 1 0 0,1 1-1 0 0,0-1 1 0 0,0 0-1 0 0,1-1 1 0 0,-1 1-1 0 0,1 0 1 0 0,0-1-1 0 0,0 0 1 0 0,0 0-1 0 0,0 0 1 0 0,0-1-1 0 0,1 1 1 0 0,-1-1-1 0 0,1 0 1 0 0,0 0-1 0 0,0 0 1 0 0,7 1 0 0 0,-2-2-157 0 0,0 0 1 0 0,0 0-1 0 0,0-1 1 0 0,1-1 0 0 0,-1 0-1 0 0,0 0 1 0 0,0-1 0 0 0,0 0-1 0 0,0 0 1 0 0,-1-1 0 0 0,1-1-1 0 0,-1 1 1 0 0,0-2 0 0 0,0 1-1 0 0,0-1 1 0 0,0-1 0 0 0,-1 1-1 0 0,0-2 1 0 0,8-6-1 0 0,-2 0 189 0 0,0 0-1 0 0,-1-1 0 0 0,-1-1 0 0 0,0 0 1 0 0,-1 0-1 0 0,-1-1 0 0 0,0 0 1 0 0,-1-1-1 0 0,9-23 0 0 0,-3-22 2595 0 0,-9 35-1426 0 0,-5 24-396 0 0,-3 6-629 0 0,1-1-1 0 0,0 0 0 0 0,0 0 1 0 0,0 1-1 0 0,0-1 0 0 0,0 1 1 0 0,0-1-1 0 0,1 1 0 0 0,-1 3 1 0 0,-1 1 19 0 0,-3 10 25 0 0,1 0 0 0 0,-4 34 0 0 0,8-43-115 0 0,-1 1-1 0 0,1 0 0 0 0,0 0 0 0 0,1-1 0 0 0,0 1 0 0 0,1 0 0 0 0,4 16 1 0 0,-5-23-56 0 0,1 1 0 0 0,-1-1 0 0 0,0 0 0 0 0,1 1 0 0 0,-1-1 0 0 0,1 0 0 0 0,-1 0 0 0 0,1 0 0 0 0,0 0 0 0 0,0 0 0 0 0,0-1 0 0 0,0 1 0 0 0,0 0 1 0 0,1-1-1 0 0,-1 0 0 0 0,3 2 0 0 0,0-1-126 0 0,0 0 1 0 0,1-1 0 0 0,-1 1 0 0 0,0-1-1 0 0,1 0 1 0 0,-1 0 0 0 0,8-1-1 0 0,5 0-502 0 0,-1-2 0 0 0,0 0-1 0 0,0 0 1 0 0,17-6-1 0 0,-18 4 110 0 0,-1-1 0 0 0,-1 0 0 0 0,1-1 0 0 0,-1-1 0 0 0,0 0 0 0 0,0-1 0 0 0,-1 0-1 0 0,0-1 1 0 0,17-16 0 0 0,-22 18 466 0 0,-2 0 1 0 0,1-1-1 0 0,-1 0 0 0 0,0 0 0 0 0,0-1 0 0 0,7-14 0 0 0,-10 14 447 0 0,1 1 0 0 0,-2-1 0 0 0,1 0 0 0 0,-1 0 0 0 0,0 0 0 0 0,-1 0-1 0 0,0 0 1 0 0,0-10 0 0 0,-10-77 6644 0 0,9 94-6149 0 0,-5 17 233 0 0,-16 215 1364 0 0,20-221-2718 0 0,1-1 0 0 0,0 0 0 0 0,1 1 0 0 0,-1-1 0 0 0,2 1 0 0 0,-1-1 0 0 0,1 0 0 0 0,1 0 0 0 0,5 14 0 0 0,-6-19-52 0 0,0 1 1 0 0,0 0-1 0 0,1-1 1 0 0,0 0 0 0 0,-1 1-1 0 0,1-1 1 0 0,0 0-1 0 0,1-1 1 0 0,-1 1-1 0 0,0 0 1 0 0,1-1 0 0 0,0 0-1 0 0,-1 0 1 0 0,1 0-1 0 0,0 0 1 0 0,0-1 0 0 0,0 1-1 0 0,0-1 1 0 0,0 0-1 0 0,8 1 1 0 0,-2-1-1072 0 0,0 0 1 0 0,0-1-1 0 0,0 0 1 0 0,0-1-1 0 0,0 0 0 0 0,12-2 1 0 0,7-5-5317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6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82 209 2856 0 0,'-70'-193'20789'0'0,"70"192"-20651"0"0,0 0 1 0 0,0 0-1 0 0,0 1 1 0 0,0-1-1 0 0,-1 0 1 0 0,1 0-1 0 0,0 1 1 0 0,-1-1-1 0 0,1 0 1 0 0,0 1-1 0 0,-1-1 1 0 0,1 0-1 0 0,-1 1 1 0 0,1-1-1 0 0,-1 0 1 0 0,1 1-1 0 0,-1-1 1 0 0,1 1-1 0 0,-1-1 1 0 0,1 1-1 0 0,-1-1 1 0 0,-1 0-1 0 0,0 18 1211 0 0,8 33 6 0 0,30 279 423 0 0,-28 3-323 0 0,-8-298-2171 0 0,-1-13-649 0 0,0 0 0 0 0,2 0-1 0 0,1 0 1 0 0,1 0 0 0 0,5 22 0 0 0,-7-40 815 0 0,0 0 0 0 0,0-1 0 0 0,0 1 1 0 0,1-1-1 0 0,-1 0 0 0 0,1 1 0 0 0,-1-1 1 0 0,4 3-1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6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76 2772 0 0,'1'-6'1388'0'0,"9"-59"26356"0"0,-8 61-27016 0 0,0 10-593 0 0,0 21-135 0 0,-1 0 0 0 0,-2 1 0 0 0,-5 38 0 0 0,1-13 0 0 0,-2-8-883 0 0,5-35 414 0 0,0 0 1 0 0,1-1-1 0 0,0 1 0 0 0,0 1 1 0 0,1-1-1 0 0,0 0 0 0 0,1 0 1 0 0,3 15-1 0 0,-4-24 136 0 0,1 0 0 0 0,0 1 0 0 0,-1-1 0 0 0,1 0 0 0 0,0 0 0 0 0,-1 1 0 0 0,1-1 0 0 0,0 0 1 0 0,0 0-1 0 0,0 0 0 0 0,0 0 0 0 0,0 0 0 0 0,0 0 0 0 0,0 0 0 0 0,0 0 0 0 0,1-1 0 0 0,-1 1 0 0 0,0 0 0 0 0,0-1 0 0 0,1 1 0 0 0,-1-1 0 0 0,2 1 1 0 0,21 0-8019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7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10 209 360 0 0,'0'-22'9005'0'0,"0"-36"11995"0"0,0 97-20667 0 0,2 0 0 0 0,1-1-1 0 0,2 1 1 0 0,1-1-1 0 0,3 0 1 0 0,17 50 0 0 0,-25-85-331 0 0,0 0 0 0 0,0 0 1 0 0,1 0-1 0 0,0 1 0 0 0,-1-2 0 0 0,1 1 1 0 0,0 0-1 0 0,1 0 0 0 0,-1 0 1 0 0,0-1-1 0 0,1 0 0 0 0,-1 1 0 0 0,1-1 1 0 0,0 0-1 0 0,0 0 0 0 0,0 0 1 0 0,0-1-1 0 0,0 1 0 0 0,0-1 0 0 0,0 1 1 0 0,1-1-1 0 0,-1 0 0 0 0,0 0 1 0 0,1-1-1 0 0,-1 1 0 0 0,1-1 0 0 0,-1 0 1 0 0,0 1-1 0 0,1-2 0 0 0,-1 1 0 0 0,1 0 1 0 0,-1-1-1 0 0,1 1 0 0 0,-1-1 1 0 0,7-2-1 0 0,-2 0-5 0 0,1-1 0 0 0,-1 1 0 0 0,1-1 0 0 0,-1-1 0 0 0,0 0 1 0 0,-1 0-1 0 0,1 0 0 0 0,-1-1 0 0 0,0 0 0 0 0,-1 0 0 0 0,1-1 0 0 0,8-12 0 0 0,-6 5-37 0 0,-1-1-1 0 0,0 0 0 0 0,-1 0 1 0 0,-1-1-1 0 0,0 0 1 0 0,-1 0-1 0 0,-1 0 0 0 0,0-1 1 0 0,-1 1-1 0 0,-1-1 0 0 0,-1 0 1 0 0,0 0-1 0 0,-2 0 0 0 0,0 0 1 0 0,0 1-1 0 0,-1-1 0 0 0,-2 0 1 0 0,1 1-1 0 0,-8-20 1 0 0,9 31 17 0 0,0 1-1 0 0,0-1 1 0 0,-1 1 0 0 0,0 0 0 0 0,1 0 0 0 0,-1 0 0 0 0,0 0 0 0 0,-1 0 0 0 0,1 0 0 0 0,-1 1 0 0 0,0 0 0 0 0,0 0 0 0 0,0 0 0 0 0,0 0 0 0 0,-5-2 0 0 0,3 2-37 0 0,0 1 0 0 0,-1 0 0 0 0,1 0 1 0 0,-1 0-1 0 0,1 1 0 0 0,-1 0 0 0 0,0 0 1 0 0,1 1-1 0 0,-1-1 0 0 0,-9 2 0 0 0,6 0-302 0 0,-1 1 0 0 0,0 0 0 0 0,1 1-1 0 0,0 0 1 0 0,-1 0 0 0 0,1 1 0 0 0,1 0 0 0 0,-1 1-1 0 0,1 0 1 0 0,-1 1 0 0 0,1 0 0 0 0,1 0 0 0 0,-16 14-1 0 0,21-17 19 0 0,1 0 0 0 0,-1 0 0 0 0,1 1 0 0 0,0-1 0 0 0,0 1 0 0 0,0-1 0 0 0,0 1 0 0 0,1-1 0 0 0,-1 1 0 0 0,1 0 0 0 0,0 0 0 0 0,0 0 0 0 0,1 0 0 0 0,-1 6 0 0 0,1-6-481 0 0,0-1 0 0 0,0 0 0 0 0,0 0 0 0 0,1 0 0 0 0,0 0 0 0 0,-1 0 0 0 0,1 0 0 0 0,0 0 0 0 0,1 0 0 0 0,-1 0 0 0 0,3 4 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41 110 652 0 0,'-6'-15'6099'0'0,"4"7"-3084"0"0,-1 0 1 0 0,-1 1-1 0 0,0-1 0 0 0,-9-14 1624 0 0,11 29-4253 0 0,0 0 0 0 0,0 0 0 0 0,1 1 0 0 0,0-1 0 0 0,1 0 0 0 0,-1 0 0 0 0,1 1 0 0 0,2 10 0 0 0,-2 4 72 0 0,4 200 1082 0 0,-3-176-950 0 0,-1-44-354 0 0,1-2-229 0 0,0 0 0 0 0,0-1 0 0 0,-1 1-1 0 0,1-1 1 0 0,0 1 0 0 0,0-1-1 0 0,-1 1 1 0 0,1-1 0 0 0,-1 0-1 0 0,1 1 1 0 0,0-1 0 0 0,-1 0 0 0 0,1 1-1 0 0,-1-1 1 0 0,1 0 0 0 0,-1 0-1 0 0,0 1 1 0 0,1-1 0 0 0,-1-1-1 0 0,8-19 21 0 0,-7 18-22 0 0,31-74 76 0 0,69-124 0 0 0,-92 185-153 0 0,0 1 0 0 0,2-1-1 0 0,17-19 1 0 0,-27 34 65 0 0,0 0-1 0 0,0 0 1 0 0,0 0-1 0 0,0 0 1 0 0,0 0-1 0 0,1 0 1 0 0,-1 0-1 0 0,0 1 1 0 0,0-1-1 0 0,1 1 1 0 0,-1-1-1 0 0,0 0 0 0 0,1 1 1 0 0,-1 0-1 0 0,1-1 1 0 0,-1 1-1 0 0,1 0 1 0 0,-1 0-1 0 0,0 0 1 0 0,1 0-1 0 0,-1 0 1 0 0,3 0-1 0 0,-2 1 14 0 0,0 0-1 0 0,0 0 0 0 0,0 0 0 0 0,0 0 0 0 0,0 0 1 0 0,0 0-1 0 0,0 1 0 0 0,0-1 0 0 0,-1 0 0 0 0,1 1 1 0 0,0 0-1 0 0,2 2 0 0 0,1 4 109 0 0,0-1 0 0 0,0 1 0 0 0,-1 0 0 0 0,0 0 0 0 0,5 14 0 0 0,-1 9 112 0 0,-1 1 0 0 0,-1 0 1 0 0,1 37-1 0 0,4 18-84 0 0,-6-51-1599 0 0,-5-34 952 0 0,5 1-1658 0 0,-4-3 2006 0 0,-1 0 0 0 0,1 0 1 0 0,0 0-1 0 0,-1 0 1 0 0,1 0-1 0 0,0 0 0 0 0,-1 0 1 0 0,1 0-1 0 0,0 0 1 0 0,-1 0-1 0 0,1 0 0 0 0,-1 0 1 0 0,1 0-1 0 0,0 0 1 0 0,-1-1-1 0 0,1 1 0 0 0,0 0 1 0 0,-1 0-1 0 0,1-1 1 0 0,-1 1-1 0 0,1 0 0 0 0,-1-1 1 0 0,1 1-1 0 0,-1-1 1 0 0,1 1-1 0 0,-1-1 0 0 0,1 1 1 0 0,-1-1-1 0 0,0 1 1 0 0,1-1-1 0 0,-1 1 0 0 0,0-1 1 0 0,1 1-1 0 0,-1-2 1 0 0,13-24-5351 0 0,-9 13 12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7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1 704 0 0,'-180'1'17368'0'0,"177"-1"-17025"0"0,-1 0-73 0 0,-9 0-45 0 0,9 0-55 0 0,-14 0-651 0 0,1 7-1672 0 0,-7 13-6518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7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162 139 2592 0 0,'-54'15'4573'0'0,"23"-8"312"0"0,-43 18 1 0 0,72-24-4197 0 0,11-2-405 0 0,0 0-1 0 0,0 0 1 0 0,0-1 0 0 0,14-5-1 0 0,9-2-68 0 0,287-55-750 0 0,-131 26-2340 0 0,-1-1-3653 0 0,-80 14-388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9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65 120 0 0,'-56'-54'18352'0'0,"51"50"-17329"0"0,-6-3-881 0 0,11 7-188 0 0,0 0-1 0 0,-1 0 1 0 0,1 0-1 0 0,0 0 1 0 0,0 0 0 0 0,-1 0-1 0 0,1 0 1 0 0,0 0 0 0 0,0 0-1 0 0,-1 0 1 0 0,1 0 0 0 0,0 0-1 0 0,0 0 1 0 0,0 1-1 0 0,-1-1 1 0 0,1 0 0 0 0,0 0-1 0 0,0 0 1 0 0,0 0 0 0 0,-1 0-1 0 0,1 0 1 0 0,0 1 0 0 0,0-1-1 0 0,0 0 1 0 0,-1 0 0 0 0,1 0-1 0 0,0 0 1 0 0,0 1-1 0 0,0-1 1 0 0,0 0 0 0 0,0 0-1 0 0,0 1 1 0 0,0-1 0 0 0,-1 0-1 0 0,1 0 1 0 0,0 0 0 0 0,0 1-1 0 0,0-1 1 0 0,0 0-1 0 0,0 0 1 0 0,0 1 0 0 0,0-1-1 0 0,0 0 1 0 0,0 0 0 0 0,0 1-1 0 0,0-1 1 0 0,1 0 0 0 0,-9 66-8657 0 0,2-47 2398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1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 3784 0 0,'-24'19'14567'0'0,"21"-18"-13543"0"0,-2 1 0 0 0,-22-3 2673 0 0,26 1-3719 0 0,-1-1-1 0 0,1 1 1 0 0,0-1 0 0 0,0 1-1 0 0,0-1 1 0 0,0 1 0 0 0,0-1-1 0 0,0 0 1 0 0,0 1 0 0 0,0-1-1 0 0,0 0 1 0 0,-2-2-1 0 0,-13-20-5944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0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0 268 0 0,'0'0'7135'0'0,"-4"4"-5968"0"0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1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15 1960 0 0,'0'0'5274'0'0,"-3"0"-4392"0"0,-30 8 5815 0 0,30-5-6932 0 0,8-9-678 0 0,12-13-4691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7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18 1276 0 0,'-15'-6'2432'0'0,"-20"-5"5494"0"0,32 11-7352 0 0,1 4 469 0 0,1-3-1004 0 0,1-1 0 0 0,0 0 0 0 0,-1 0 0 0 0,1 0 0 0 0,0 0 0 0 0,0 1 0 0 0,0-1 0 0 0,-1 0 0 0 0,1 0 1 0 0,0 0-1 0 0,0 1 0 0 0,0-1 0 0 0,-1 0 0 0 0,1 0 0 0 0,0 1 0 0 0,0-1 0 0 0,0 0 0 0 0,0 1 0 0 0,0-1 0 0 0,0 0 0 0 0,0 1 0 0 0,0-1 1 0 0,0 0-1 0 0,-1 0 0 0 0,1 1 0 0 0,0-1 0 0 0,1 0 0 0 0,-1 1 0 0 0,0 146 4161 0 0,0 78-3465 0 0,0-133-711 0 0,0-33-1530 0 0,1-31-1242 0 0,-1-1-3875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7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28 317 2180 0 0,'-1'-13'1183'0'0,"1"0"1"0"0,0 0-1 0 0,1 0 0 0 0,1 0 0 0 0,0 0 1 0 0,6-22-1 0 0,-4 24-906 0 0,0 0 0 0 0,1 0 0 0 0,0 1 0 0 0,1 0-1 0 0,0 0 1 0 0,0 0 0 0 0,1 1 0 0 0,1-1 0 0 0,-1 2 0 0 0,2-1 0 0 0,-1 1 0 0 0,14-10 0 0 0,-10 10-141 0 0,1-1 1 0 0,0 2 0 0 0,0-1 0 0 0,1 2 0 0 0,0 0 0 0 0,0 1-1 0 0,0 0 1 0 0,1 1 0 0 0,17-3 0 0 0,-25 6-99 0 0,0 0 0 0 0,1 0 1 0 0,-1 1-1 0 0,0 0 0 0 0,1 0 0 0 0,-1 1 1 0 0,1-1-1 0 0,-1 2 0 0 0,0-1 0 0 0,0 1 1 0 0,0 0-1 0 0,0 1 0 0 0,0 0 0 0 0,0 0 1 0 0,-1 0-1 0 0,1 1 0 0 0,-1 0 0 0 0,0 0 1 0 0,0 0-1 0 0,9 9 0 0 0,-13-10-16 0 0,1 0-1 0 0,0 1 1 0 0,-1-1-1 0 0,0 1 0 0 0,0-1 1 0 0,0 1-1 0 0,0 0 1 0 0,-1 0-1 0 0,1 0 1 0 0,-1 0-1 0 0,0 0 1 0 0,0 0-1 0 0,0 6 1 0 0,-1-3 0 0 0,0 0 1 0 0,0 0-1 0 0,-1 0 1 0 0,0 0-1 0 0,0 0 1 0 0,0 0-1 0 0,-5 10 1 0 0,1-3 5 0 0,-1-1-1 0 0,-1 1 1 0 0,-1-1 0 0 0,0-1 0 0 0,0 1 0 0 0,-20 21 0 0 0,11-16-8 0 0,-1 0-1 0 0,-1-2 1 0 0,-1 0 0 0 0,0-1-1 0 0,-1 0 1 0 0,0-2-1 0 0,-1-1 1 0 0,-1-1 0 0 0,0 0-1 0 0,0-2 1 0 0,-1-1-1 0 0,0 0 1 0 0,-1-2 0 0 0,-42 5-1 0 0,66-11-13 0 0,1 0-1 0 0,-1 1 1 0 0,0-1 0 0 0,0 0-1 0 0,0 0 1 0 0,0 0-1 0 0,0 0 1 0 0,0 0-1 0 0,0 0 1 0 0,0 0 0 0 0,0-1-1 0 0,0 1 1 0 0,0 0-1 0 0,0-1 1 0 0,0 1-1 0 0,1 0 1 0 0,-1-1 0 0 0,0 1-1 0 0,0-1 1 0 0,0 1-1 0 0,0-1 1 0 0,1 1-1 0 0,-1-1 1 0 0,-1-1-1 0 0,6-3 466 0 0,11 2 148 0 0,5 4-376 0 0,-1 1 0 0 0,0 0-1 0 0,0 1 1 0 0,0 2 0 0 0,0 0 0 0 0,-1 1-1 0 0,1 0 1 0 0,29 17 0 0 0,8 8-279 0 0,68 51 0 0 0,-120-79 24 0 0,10 6-1031 0 0,0 0 1 0 0,1-1-1 0 0,18 7 0 0 0,-24-11-946 0 0,1-1-1 0 0,0 0 0 0 0,15 2 0 0 0,-8-3-4010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7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293 163 1588 0 0,'0'-12'2178'0'0,"0"0"-1"0"0,-1 1 1 0 0,-1-1 0 0 0,0 1-1 0 0,-7-23 1 0 0,7 30-1824 0 0,1-1 0 0 0,-2 0 0 0 0,1 1 0 0 0,0-1-1 0 0,-1 1 1 0 0,0 0 0 0 0,0 0 0 0 0,0 0 0 0 0,-1 0 0 0 0,1 0 0 0 0,-1 1-1 0 0,0-1 1 0 0,0 1 0 0 0,0 0 0 0 0,-8-4 0 0 0,9 6-286 0 0,1 1 0 0 0,-1-1 0 0 0,1 1 0 0 0,-1-1 0 0 0,1 1 0 0 0,-1 0 0 0 0,1 0 0 0 0,-1 0 0 0 0,0 0 1 0 0,1 0-1 0 0,-1 1 0 0 0,1-1 0 0 0,-1 1 0 0 0,-4 1 0 0 0,1 1 24 0 0,-1-1 1 0 0,0 1-1 0 0,-11 8 1 0 0,6-3-55 0 0,1 2 0 0 0,0 0 0 0 0,0 0 0 0 0,1 1 0 0 0,1 0 0 0 0,-1 1 0 0 0,2 0 0 0 0,0 0 0 0 0,0 1 0 0 0,1 0 0 0 0,1 0 0 0 0,0 1 0 0 0,1-1 0 0 0,1 1 0 0 0,0 1 0 0 0,0-1 0 0 0,2 0 0 0 0,-3 30 0 0 0,5-40-34 0 0,0 0 1 0 0,0 0-1 0 0,1 0 1 0 0,-1 0-1 0 0,1 0 1 0 0,0 0-1 0 0,0 0 1 0 0,0 0-1 0 0,0-1 1 0 0,1 1-1 0 0,0 0 0 0 0,0-1 1 0 0,0 0-1 0 0,0 1 1 0 0,0-1-1 0 0,0 0 1 0 0,6 5-1 0 0,-5-5-2 0 0,1 0-1 0 0,0-1 1 0 0,0 1-1 0 0,0-1 1 0 0,0 0-1 0 0,1 0 1 0 0,-1 0-1 0 0,0-1 1 0 0,1 1-1 0 0,-1-1 1 0 0,1 0-1 0 0,0-1 1 0 0,5 1-1 0 0,-1-1-42 0 0,1 0 0 0 0,-1 0-1 0 0,1-1 1 0 0,-1-1 0 0 0,0 1 0 0 0,1-1-1 0 0,-1-1 1 0 0,0 0 0 0 0,-1 0 0 0 0,1-1-1 0 0,0 0 1 0 0,-1-1 0 0 0,0 1 0 0 0,10-9-1 0 0,-9 4-9 0 0,1 0 0 0 0,-2 0 0 0 0,1-1 0 0 0,-2 0 0 0 0,1 0 0 0 0,-1-1 0 0 0,-1 0 0 0 0,10-23 0 0 0,-3-2 62 0 0,14-61-1 0 0,-21 75 97 0 0,-4 10-105 0 0,3-4 382 0 0,-2 14-176 0 0,1 7-99 0 0,-3-2-81 0 0,-1 0-1 0 0,1 0 0 0 0,0 0 0 0 0,-1 0 0 0 0,0 0 0 0 0,1 1 0 0 0,-1-1 1 0 0,-1 6-1 0 0,1 4 42 0 0,1 23-312 0 0,1 3 772 0 0,7 41 0 0 0,-6-66-1020 0 0,0 0 0 0 0,6 15 0 0 0,-6-21-512 0 0,1 0 1 0 0,0 0-1 0 0,0 0 0 0 0,8 10 0 0 0,-10-15-279 0 0,1 0-1 0 0,9 8-3845 0 0,-5-7 3845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8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7 192 2120 0 0,'-3'-29'6926'0'0,"2"25"-6142"0"0,0-1 1 0 0,0 1-1 0 0,1 0 0 0 0,-1-1 0 0 0,1 1 0 0 0,0 0 1 0 0,1-1-1 0 0,-1 1 0 0 0,2-6 0 0 0,-1 9-679 0 0,0 1-1 0 0,1-1 1 0 0,-1 0-1 0 0,0 1 1 0 0,0 0 0 0 0,1-1-1 0 0,-1 1 1 0 0,0-1-1 0 0,1 1 1 0 0,-1 0-1 0 0,0 0 1 0 0,1 0 0 0 0,-1 0-1 0 0,0 0 1 0 0,1 0-1 0 0,-1 0 1 0 0,0 1-1 0 0,1-1 1 0 0,-1 0-1 0 0,0 1 1 0 0,1-1 0 0 0,0 1-1 0 0,5 2-26 0 0,0 0 0 0 0,0 1 0 0 0,0 0 0 0 0,-1 0 0 0 0,1 0 0 0 0,-1 1-1 0 0,0 0 1 0 0,-1 0 0 0 0,1 0 0 0 0,-1 1 0 0 0,0 0 0 0 0,-1 0 0 0 0,1 0 0 0 0,-1 0 0 0 0,0 1 0 0 0,-1 0-1 0 0,1 0 1 0 0,-1 0 0 0 0,-1 0 0 0 0,1 0 0 0 0,-1 1 0 0 0,-1-1 0 0 0,1 1 0 0 0,-1-1 0 0 0,-1 1 0 0 0,1 0-1 0 0,-1-1 1 0 0,0 1 0 0 0,-1-1 0 0 0,0 1 0 0 0,0 0 0 0 0,-1-1 0 0 0,0 0 0 0 0,0 1 0 0 0,-1-1 0 0 0,-4 10-1 0 0,6-16-70 0 0,1 0 1 0 0,-1 1-1 0 0,1-1 0 0 0,-1 0 0 0 0,1 0 0 0 0,-1 0 0 0 0,0 0 0 0 0,1 0 0 0 0,-1 0 0 0 0,0 0 1 0 0,0 0-1 0 0,1-1 0 0 0,-1 1 0 0 0,0 0 0 0 0,0 0 0 0 0,0-1 0 0 0,0 1 0 0 0,0 0 1 0 0,-1-1-1 0 0,1 1 0 0 0,0-1 0 0 0,0 0 0 0 0,0 1 0 0 0,0-1 0 0 0,0 0 0 0 0,-1 0 0 0 0,1 1 1 0 0,0-1-1 0 0,0 0 0 0 0,-2-1 0 0 0,1 1-7 0 0,1-1-1 0 0,-1 0 1 0 0,1 0 0 0 0,-1 0-1 0 0,1 1 1 0 0,0-2 0 0 0,0 1-1 0 0,0 0 1 0 0,-1 0 0 0 0,1 0-1 0 0,0 0 1 0 0,0-1 0 0 0,0 1 0 0 0,1 0-1 0 0,-1-1 1 0 0,0 1 0 0 0,1-1-1 0 0,-1 1 1 0 0,0-1 0 0 0,1 1-1 0 0,0-1 1 0 0,-1-2 0 0 0,0-6-20 0 0,0 0 0 0 0,0 1 0 0 0,1-1 0 0 0,0 0 0 0 0,1 0 0 0 0,0 0 0 0 0,1 0 0 0 0,0 1 0 0 0,0-1 0 0 0,1 1 0 0 0,1-1 0 0 0,-1 1 0 0 0,7-10 0 0 0,-2 3-4 0 0,1 0 0 0 0,1 1-1 0 0,0 0 1 0 0,2 1 0 0 0,-1 0 0 0 0,19-16 0 0 0,-20 21 26 0 0,1 0 1 0 0,0 0-1 0 0,0 1 0 0 0,1 1 0 0 0,0 0 1 0 0,1 1-1 0 0,-1 0 0 0 0,1 1 1 0 0,16-5-1 0 0,-24 9 46 0 0,0 0 0 0 0,-1 0 0 0 0,1 0-1 0 0,0 1 1 0 0,0-1 0 0 0,0 1 0 0 0,0 1 0 0 0,0-1 0 0 0,0 1 0 0 0,0 0 0 0 0,-1 0-1 0 0,1 0 1 0 0,0 0 0 0 0,0 1 0 0 0,-1 0 0 0 0,1 0 0 0 0,-1 0 0 0 0,0 1 0 0 0,0-1 0 0 0,1 1-1 0 0,-2 0 1 0 0,1 0 0 0 0,0 1 0 0 0,-1-1 0 0 0,1 1 0 0 0,-1 0 0 0 0,0 0 0 0 0,4 7-1 0 0,-1-2 16 0 0,-2 1 0 0 0,1-1-1 0 0,-2 1 1 0 0,1-1 0 0 0,-1 1-1 0 0,-1 0 1 0 0,1 1 0 0 0,0 10-1 0 0,-1 14 138 0 0,-1 37-1 0 0,1 18-6437 0 0,2-80 3310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9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21 231 68 0 0,'-6'-96'12877'0'0,"4"70"-10453"0"0,-6-53 7075 0 0,7 77-8894 0 0,-2-25 465 0 0,5 65-235 0 0,6 39 0 0 0,1-9-261 0 0,11 268 109 0 0,-20-261-415 0 0,0-73-476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9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89 2576 0 0,'40'-55'13123'0'0,"-35"48"-11417"0"0,-4 6-1512 0 0,-1 0 0 0 0,1 1 0 0 0,0-1 0 0 0,-1 0 0 0 0,1 0 0 0 0,0 1 0 0 0,-1-1 0 0 0,1 0 0 0 0,-1 0 0 0 0,0 0 0 0 0,1 0 0 0 0,-1 0 0 0 0,0 1 0 0 0,1-1 0 0 0,-1 0 0 0 0,0 0 0 0 0,0 0 0 0 0,0 0 0 0 0,0 0 0 0 0,0 0 0 0 0,0 0 0 0 0,0 0 0 0 0,0 0 0 0 0,0 0 0 0 0,0 0 0 0 0,0 0 0 0 0,-1-1 0 0 0,-2 2-125 0 0,0 0 0 0 0,0 0 0 0 0,1 0 0 0 0,-1 0 0 0 0,0 1 0 0 0,1-1 0 0 0,-1 1 0 0 0,0 0 0 0 0,-4 2 0 0 0,-21 8 55 0 0,0 2-1 0 0,1 1 0 0 0,-45 31 0 0 0,-65 64-251 0 0,134-106 108 0 0,1-2 6 0 0,-1 1-1 0 0,1 0 0 0 0,0 0 0 0 0,0 0 1 0 0,0 0-1 0 0,0 1 0 0 0,0-1 1 0 0,0 1-1 0 0,1-1 0 0 0,-1 1 0 0 0,1-1 1 0 0,-2 5-1 0 0,3-3 4 0 0,0-1 22 0 0,1-1 1 0 0,-1 0-1 0 0,1 1 0 0 0,0-1 0 0 0,0 0 0 0 0,0 1 1 0 0,0-1-1 0 0,0 0 0 0 0,0 0 0 0 0,1 0 0 0 0,-1 0 1 0 0,1 0-1 0 0,-1 0 0 0 0,1-1 0 0 0,0 1 0 0 0,0 0 1 0 0,0-1-1 0 0,0 1 0 0 0,0-1 0 0 0,0 0 1 0 0,0 1-1 0 0,4 0 0 0 0,0 2 71 0 0,36 18 611 0 0,1-1 1 0 0,80 26-1 0 0,-11-4-416 0 0,-98-36-894 0 0,4 1-4879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270 228 1296 0 0,'-9'-46'10295'0'0,"-12"-17"-2010"0"0,21 61-7914 0 0,0 2-344 0 0,0 0 0 0 0,0 0 0 0 0,0 0 0 0 0,0-1 0 0 0,0 1 0 0 0,0 0 0 0 0,0 0 0 0 0,0 0 0 0 0,0 0 0 0 0,0-1 0 0 0,0 1 0 0 0,0 0 0 0 0,-1 0 0 0 0,1 0 0 0 0,0 0 0 0 0,0-1 0 0 0,0 1 0 0 0,0 0 0 0 0,0 0 0 0 0,0 0 0 0 0,0 0 0 0 0,0 0 0 0 0,-1-1 0 0 0,1 1 0 0 0,0 0 0 0 0,0 0 0 0 0,0 0 0 0 0,0 0 0 0 0,0 0 0 0 0,-1 0 0 0 0,1 0 0 0 0,0 0 0 0 0,0 0-1 0 0,0-1 1 0 0,-1 1 0 0 0,1 0 0 0 0,0 0 0 0 0,0 0 0 0 0,0 0 0 0 0,0 0 0 0 0,-1 0 0 0 0,1 0 0 0 0,0 0 0 0 0,0 0 0 0 0,-1 1 0 0 0,-6 7 456 0 0,-4 15 161 0 0,-20 73 1062 0 0,11-32-1213 0 0,-75 193 269 0 0,54-150-613 0 0,13-32 494 0 0,28-73-415 0 0,5-27-96 0 0,113-340 94 0 0,-98 305-240 0 0,0-6-205 0 0,3 0 0 0 0,42-81 0 0 0,-65 146 219 0 0,0 0-1 0 0,1 0 1 0 0,-1 0-1 0 0,1 1 1 0 0,-1-1 0 0 0,1 0-1 0 0,-1 0 1 0 0,1 0-1 0 0,-1 1 1 0 0,1-1 0 0 0,0 0-1 0 0,0 1 1 0 0,-1-1-1 0 0,1 0 1 0 0,0 1 0 0 0,0-1-1 0 0,0 1 1 0 0,-1-1-1 0 0,1 1 1 0 0,0 0 0 0 0,0-1-1 0 0,0 1 1 0 0,0 0-1 0 0,0 0 1 0 0,0 0 0 0 0,0-1-1 0 0,0 1 1 0 0,0 0-1 0 0,1 1 1 0 0,0-1 3 0 0,0 1 1 0 0,0 0-1 0 0,0 0 0 0 0,0 0 0 0 0,-1 0 1 0 0,1 0-1 0 0,0 0 0 0 0,-1 1 0 0 0,1-1 1 0 0,-1 1-1 0 0,1-1 0 0 0,1 4 0 0 0,4 4 69 0 0,0 1-1 0 0,-1 1 0 0 0,8 16 0 0 0,3 21 515 0 0,-1 0 0 0 0,-3 1 0 0 0,8 61 0 0 0,-6-32-164 0 0,20 137-143 0 0,-35-214-291 0 0,4 20-750 0 0,12 34 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89 1868 0 0,'-2'1'2083'0'0,"-25"5"4311"0"0,24-6-5105 0 0,-26 5 4963 0 0,27-5-5513 0 0,-46 10 7319 0 0,46-10-7961 0 0,16-6-181 0 0,100-41-3035 0 0,-53 24-2597 0 0,-3-3-3571 0 0,-41 18 3117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1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38 32 0 0,'-2'0'2160'0'0,"-35"8"5690"0"0,34-8-6898 0 0,-16 4 2773 0 0,4-1 1810 0 0,26-7-4280 0 0,85-23-1155 0 0,-25 8-4326 0 0,-54 17 922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1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 2484 0 0,'-91'69'15048'0'0,"91"-68"-14973"0"0,0 0 0 0 0,0 0 0 0 0,1-1 0 0 0,-1 1 0 0 0,0 0 0 0 0,1 0 0 0 0,-1-1 0 0 0,1 1 0 0 0,-1 0 0 0 0,0-1 1 0 0,1 1-1 0 0,0 0 0 0 0,-1-1 0 0 0,1 1 0 0 0,-1-1 0 0 0,1 1 0 0 0,0-1 0 0 0,-1 1 0 0 0,1-1 0 0 0,0 0 0 0 0,-1 1 0 0 0,1-1 0 0 0,0 0 1 0 0,0 1-1 0 0,-1-1 0 0 0,1 0 0 0 0,0 0 0 0 0,0 0 0 0 0,0 0 0 0 0,-1 0 0 0 0,1 0 0 0 0,0 0 0 0 0,0 0 0 0 0,0 0 0 0 0,-1 0 1 0 0,3 0-1 0 0,40-7 271 0 0,-30 5-116 0 0,137-28-981 0 0,-126 23-1894 0 0,0 0-1 0 0,22-13 1 0 0,-31 12-1381 0 0,0-2-1743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17 660 0 0,'3'-12'13129'0'0,"-3"12"-13013"0"0,-1-1 1 0 0,1 1 0 0 0,0 0-1 0 0,0-1 1 0 0,-1 1 0 0 0,1 0-1 0 0,0-1 1 0 0,-1 1 0 0 0,1 0-1 0 0,-1 0 1 0 0,1-1 0 0 0,0 1-1 0 0,-1 0 1 0 0,1 0 0 0 0,-1 0-1 0 0,1-1 1 0 0,0 1 0 0 0,-1 0-1 0 0,1 0 1 0 0,-1 0 0 0 0,1 0-1 0 0,-1 0 1 0 0,0 0 0 0 0,-1 7 184 0 0,0 1-1 0 0,0-1 1 0 0,1 1 0 0 0,0-1 0 0 0,0 1-1 0 0,0-1 1 0 0,1 1 0 0 0,1 9-1 0 0,-1 9 295 0 0,-5 95 576 0 0,-9 135-259 0 0,-5-109-2323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6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58 262 1580 0 0,'-2'-21'4329'0'0,"0"-32"0"0"0,3 42-3531 0 0,-1-1 0 0 0,2 1 0 0 0,0-1 0 0 0,4-12 0 0 0,-4 18-700 0 0,0 0-1 0 0,1-1 0 0 0,-1 1 1 0 0,1 0-1 0 0,1 1 0 0 0,-1-1 1 0 0,1 0-1 0 0,0 1 0 0 0,0 0 1 0 0,1 0-1 0 0,-1 0 0 0 0,1 1 1 0 0,0-1-1 0 0,1 1 0 0 0,-1 0 1 0 0,1 1-1 0 0,-1-1 0 0 0,1 1 0 0 0,9-4 1 0 0,-4 4-66 0 0,1-1 0 0 0,-1 2 0 0 0,1-1 0 0 0,0 1 1 0 0,-1 1-1 0 0,1 0 0 0 0,0 1 0 0 0,15 1 0 0 0,-21 0 1 0 0,0-1 0 0 0,0 1 0 0 0,0 0 0 0 0,0 0 0 0 0,0 1 0 0 0,0 0 0 0 0,0 0 0 0 0,-1 0 0 0 0,1 1 0 0 0,-1 0 0 0 0,0 0 0 0 0,0 0 0 0 0,0 0 0 0 0,0 1 0 0 0,0 0 0 0 0,-1 0 0 0 0,8 9 0 0 0,-9-9-9 0 0,-2 0 0 0 0,1 0 0 0 0,-1 0 1 0 0,1 1-1 0 0,-1-1 0 0 0,0 0 0 0 0,0 0 1 0 0,-1 1-1 0 0,1-1 0 0 0,-1 0 0 0 0,0 1 0 0 0,0-1 1 0 0,-1 0-1 0 0,1 1 0 0 0,-1-1 0 0 0,0 0 1 0 0,0 0-1 0 0,-1 1 0 0 0,1-1 0 0 0,-1 0 1 0 0,-2 5-1 0 0,-5 9 3 0 0,-1-1 0 0 0,0 0 0 0 0,-16 19 1 0 0,8-14 21 0 0,0 0 1 0 0,-1-1 0 0 0,-1-1-1 0 0,-31 24 1 0 0,39-35-6 0 0,1-1 0 0 0,-2 0 1 0 0,1-1-1 0 0,-1 0 0 0 0,0-1 1 0 0,-1 0-1 0 0,1-2 0 0 0,-1 1 0 0 0,0-1 1 0 0,-19 2-1 0 0,-7-6 1874 0 0,42-3-1858 0 0,-2 3-58 0 0,0 0-1 0 0,0-1 1 0 0,0 1-1 0 0,0 0 1 0 0,0 0-1 0 0,0 0 1 0 0,0-1 0 0 0,0 1-1 0 0,0 0 1 0 0,0 0-1 0 0,0 0 1 0 0,0-1-1 0 0,0 1 1 0 0,0 0-1 0 0,0 0 1 0 0,0 0-1 0 0,0-1 1 0 0,1 1-1 0 0,-1 0 1 0 0,0 0-1 0 0,0 0 1 0 0,0 0-1 0 0,0-1 1 0 0,0 1-1 0 0,1 0 1 0 0,-1 0-1 0 0,0 0 1 0 0,0 0-1 0 0,0 0 1 0 0,1 0-1 0 0,-1 0 1 0 0,0-1-1 0 0,0 1 1 0 0,0 0-1 0 0,1 0 1 0 0,-1 0-1 0 0,7 0 19 0 0,-1 0-1 0 0,1 0 1 0 0,-1 1-1 0 0,1 0 1 0 0,-1 0-1 0 0,0 1 1 0 0,1-1 0 0 0,-1 1-1 0 0,0 1 1 0 0,0-1-1 0 0,11 7 1 0 0,8 6 215 0 0,33 26 0 0 0,-34-24-118 0 0,184 142 399 0 0,-148-117-263 0 0,-59-41-246 0 0,1-1 0 0 0,-1 1 0 0 0,1 0 0 0 0,-1-1 0 0 0,1 0 1 0 0,-1 1-1 0 0,1-1 0 0 0,-1 0 0 0 0,1 0 0 0 0,-1 0 0 0 0,1 0 0 0 0,0 0 0 0 0,-1 0 0 0 0,1 0 0 0 0,-1 0 0 0 0,1-1 1 0 0,-1 1-1 0 0,1-1 0 0 0,-1 1 0 0 0,2-2 0 0 0,23-15 10 0 0,-21 14-6 0 0,-1-1-308 0 0,0 0-1 0 0,0 0 1 0 0,0 0 0 0 0,-1 0 0 0 0,1-1 0 0 0,-1 1-1 0 0,5-11 1 0 0,0 1-4076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6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294 165 508 0 0,'3'-5'1656'0'0,"-1"0"0"0"0,0 1 0 0 0,0-1-1 0 0,-1 0 1 0 0,3-8 0 0 0,-3 6-553 0 0,0 0-1 0 0,0 0 0 0 0,-1 0 0 0 0,0-8 1 0 0,0 11-891 0 0,-1 0 1 0 0,1 0 0 0 0,-1 0 0 0 0,1 1-1 0 0,-1-1 1 0 0,0 0 0 0 0,0 0 0 0 0,-1 0-1 0 0,1 1 1 0 0,-1-1 0 0 0,0 1-1 0 0,0-1 1 0 0,0 1 0 0 0,0 0 0 0 0,-1 0-1 0 0,1 0 1 0 0,-1 0 0 0 0,-5-4 0 0 0,5 5-179 0 0,0 0 0 0 0,0 0 1 0 0,0 1-1 0 0,0 0 1 0 0,0-1-1 0 0,-1 1 1 0 0,1 1-1 0 0,0-1 1 0 0,-1 0-1 0 0,1 1 1 0 0,-1-1-1 0 0,1 1 1 0 0,0 0-1 0 0,-1 0 1 0 0,1 1-1 0 0,-5 0 1 0 0,2 0-14 0 0,-1 1 1 0 0,1 0 0 0 0,0 1 0 0 0,0-1 0 0 0,0 1-1 0 0,0 0 1 0 0,-11 8 0 0 0,4 0-14 0 0,0 1-1 0 0,0-1 1 0 0,1 2 0 0 0,1 0 0 0 0,-17 24-1 0 0,16-18 6 0 0,0 0 0 0 0,-15 36 0 0 0,24-48-12 0 0,0 1 0 0 0,1-1 1 0 0,-1 1-1 0 0,2-1 0 0 0,-1 1 0 0 0,1-1 0 0 0,1 1 0 0 0,-1 0 0 0 0,1 0 0 0 0,0-1 0 0 0,3 15 0 0 0,-2-19 4 0 0,0-1-1 0 0,0 1 1 0 0,0 0 0 0 0,0 0-1 0 0,1 0 1 0 0,-1-1-1 0 0,1 1 1 0 0,0-1 0 0 0,0 1-1 0 0,0-1 1 0 0,0 0-1 0 0,0 0 1 0 0,0 0 0 0 0,1 0-1 0 0,-1 0 1 0 0,1 0-1 0 0,-1-1 1 0 0,1 1 0 0 0,0-1-1 0 0,0 0 1 0 0,-1 0 0 0 0,1 0-1 0 0,0 0 1 0 0,0 0-1 0 0,4 0 1 0 0,0 0 0 0 0,-1 0 0 0 0,1 0 0 0 0,-1-1 0 0 0,1 0 1 0 0,0-1-1 0 0,-1 1 0 0 0,1-1 0 0 0,-1 0 0 0 0,1-1 0 0 0,10-3 0 0 0,-10 2 1 0 0,-1 0-1 0 0,1 0 0 0 0,-1-1 1 0 0,1 0-1 0 0,-1 0 1 0 0,0-1-1 0 0,-1 0 0 0 0,1 0 1 0 0,-1 0-1 0 0,7-8 1 0 0,1-6-6 0 0,0-1 0 0 0,12-26 1 0 0,-11 19-12 0 0,10-13-119 0 0,-23 42 133 0 0,0-1 1 0 0,-1 1-1 0 0,1-1 0 0 0,0 1 0 0 0,-1 0 0 0 0,1-1 0 0 0,-1 1 1 0 0,0 0-1 0 0,1-1 0 0 0,-1 1 0 0 0,0 2 0 0 0,4 92 328 0 0,5-46-1813 0 0,-7-42 57 0 0,1 1 0 0 0,0-1-1 0 0,6 12 1 0 0,5-5-4701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7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1364 0 0,'0'-2'2234'0'0,"1"-16"2743"0"0,3-31 0 0 0,-4 48-4899 0 0,0 1 0 0 0,1-1 0 0 0,-1 0 0 0 0,0 1 0 0 0,0-1 0 0 0,1 1-1 0 0,-1-1 1 0 0,0 1 0 0 0,1-1 0 0 0,-1 1 0 0 0,0-1 0 0 0,1 1 0 0 0,-1-1 0 0 0,1 1 0 0 0,-1-1 0 0 0,1 1 0 0 0,-1 0 0 0 0,1-1 0 0 0,-1 1 0 0 0,1 0 0 0 0,-1 0 0 0 0,1-1 0 0 0,-1 1 0 0 0,1 0-1 0 0,0 0 1 0 0,-1 0 0 0 0,1 0 0 0 0,-1-1 0 0 0,2 1 0 0 0,15 1 970 0 0,-15-1-887 0 0,2 1-20 0 0,0 0-1 0 0,1 0 1 0 0,-1 0 0 0 0,0 1-1 0 0,0-1 1 0 0,0 1 0 0 0,-1 0 0 0 0,1 0-1 0 0,0 0 1 0 0,-1 0 0 0 0,1 1-1 0 0,3 3 1 0 0,0 0-18 0 0,-1 1 0 0 0,0-1 0 0 0,-1 1 1 0 0,8 11-1 0 0,-10-13-87 0 0,-1 1 0 0 0,1 0 1 0 0,-1 0-1 0 0,0 0 0 0 0,-1 0 1 0 0,1 0-1 0 0,-1 0 0 0 0,-1 0 1 0 0,1 0-1 0 0,-1 0 0 0 0,0 1 1 0 0,0-1-1 0 0,-1 0 0 0 0,0 0 1 0 0,0 0-1 0 0,0 0 0 0 0,-1 0 1 0 0,0 0-1 0 0,0 0 0 0 0,0 0 1 0 0,-1 0-1 0 0,0-1 0 0 0,0 0 1 0 0,-5 7-1 0 0,8-11-34 0 0,-1 0 0 0 0,1-1 0 0 0,0 1 0 0 0,0-1 0 0 0,-1 1 0 0 0,1-1 0 0 0,0 1 0 0 0,-1-1 0 0 0,1 1 0 0 0,-1-1 0 0 0,1 0 0 0 0,0 1 0 0 0,-1-1 0 0 0,1 1 0 0 0,-1-1 0 0 0,1 0 0 0 0,-1 1 0 0 0,1-1 0 0 0,-1 0 0 0 0,0 0 0 0 0,1 0 0 0 0,-1 1 0 0 0,1-1 0 0 0,-1 0 0 0 0,0 0 0 0 0,1 0 0 0 0,-1 0-1 0 0,1 0 1 0 0,-1 0 0 0 0,1 0 0 0 0,-1 0 0 0 0,0 0 0 0 0,1 0 0 0 0,-1 0 0 0 0,1 0 0 0 0,-1-1 0 0 0,0 1 0 0 0,1 0 0 0 0,-1 0 0 0 0,1-1 0 0 0,-1 1 0 0 0,1 0 0 0 0,-1-1 0 0 0,1 1 0 0 0,-1 0 0 0 0,1-1 0 0 0,0 1 0 0 0,-2-2 0 0 0,1 1-2 0 0,-1-1-1 0 0,1-1 0 0 0,0 1 1 0 0,-1 0-1 0 0,1 0 0 0 0,0 0 1 0 0,0-1-1 0 0,0 1 0 0 0,0-3 1 0 0,0-6-19 0 0,0 1 0 0 0,1-1 1 0 0,0 1-1 0 0,1-1 1 0 0,0 1-1 0 0,0-1 1 0 0,1 1-1 0 0,1 0 1 0 0,0-1-1 0 0,0 1 1 0 0,1 1-1 0 0,0-1 1 0 0,8-13-1 0 0,-3 8 6 0 0,1 0-1 0 0,0 0 0 0 0,1 1 1 0 0,1 0-1 0 0,0 1 1 0 0,0 0-1 0 0,17-12 1 0 0,-21 19 16 0 0,0 0 0 0 0,1 1 0 0 0,0-1 0 0 0,-1 2 0 0 0,2-1 1 0 0,-1 1-1 0 0,0 1 0 0 0,1-1 0 0 0,16-2 0 0 0,-21 5 17 0 0,0 1 0 0 0,-1 0 0 0 0,1 0 0 0 0,0 0-1 0 0,0 0 1 0 0,0 1 0 0 0,0-1 0 0 0,-1 1 0 0 0,1 1-1 0 0,0-1 1 0 0,-1 1 0 0 0,1-1 0 0 0,-1 1 0 0 0,1 1-1 0 0,-1-1 1 0 0,0 1 0 0 0,0-1 0 0 0,0 1 0 0 0,0 0-1 0 0,-1 1 1 0 0,6 5 0 0 0,-5-4 15 0 0,0-1 0 0 0,-1 1 0 0 0,0 0 0 0 0,0 0 0 0 0,-1 0 0 0 0,1 0 0 0 0,-1 0 0 0 0,0 0 0 0 0,0 1 0 0 0,-1-1 0 0 0,0 1 0 0 0,0 0 0 0 0,0-1 1 0 0,0 1-1 0 0,-1 0 0 0 0,0-1 0 0 0,-1 7 0 0 0,-2 8-185 0 0,0 0 0 0 0,-2 0 0 0 0,-10 28 0 0 0,-2 12-5199 0 0,14-45 1680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3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6 135 408 0 0,'2'-22'2825'0'0,"1"1"1"0"0,0 0-1 0 0,2 0 0 0 0,9-28 1135 0 0,-16 143 2599 0 0,-1-38-5499 0 0,-10 153 532 0 0,2-43-1935 0 0,8-56-3319 0 0,3-106 2624 0 0,1 12-740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0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25 1540 0 0,'15'-24'13068'0'0,"-244"167"-11393"0"0,198-125-1610 0 0,19-9-110 0 0,22-8 343 0 0,12 0 382 0 0,-2 4-213 0 0,-1 0 0 0 0,0 2 0 0 0,-1 0 0 0 0,0 1 0 0 0,30 18 0 0 0,83 65 342 0 0,-78-52-678 0 0,-23-17-83 0 0,15 10-2040 0 0,-14-15-4138 0 0,-30-16 5849 0 0,0-1 0 0 0,0 1-1 0 0,0-1 1 0 0,0 0 0 0 0,0 1 0 0 0,0-1-1 0 0,0 0 1 0 0,-1 0 0 0 0,1 0 0 0 0,0 0 0 0 0,0 0-1 0 0,0 0 1 0 0,0 0 0 0 0,0 0 0 0 0,0 0-1 0 0,1-1 1 0 0,1 1-842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0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375 247 704 0 0,'47'-92'11703'0'0,"-42"81"-10626"0"0,-1 0-1 0 0,-1 0 0 0 0,1 0 0 0 0,-2 0 1 0 0,1 0-1 0 0,0-23 0 0 0,-3 30-872 0 0,0 1 0 0 0,0-1-1 0 0,-1 0 1 0 0,0 0 0 0 0,0 0-1 0 0,-2-5 1 0 0,3 8-166 0 0,0-1 0 0 0,-1 1 0 0 0,0 0 0 0 0,1 0 0 0 0,-1 0 0 0 0,0-1 0 0 0,0 1 0 0 0,1 0 0 0 0,-1 0 0 0 0,0 0 0 0 0,0 0 0 0 0,0 0 0 0 0,0 0 0 0 0,0 1 0 0 0,-1-1 0 0 0,1 0 0 0 0,0 0 0 0 0,0 1 0 0 0,0-1 0 0 0,-1 1 0 0 0,1-1 0 0 0,0 1 0 0 0,-1 0 0 0 0,-1-1 0 0 0,-6 1 0 0 0,1 1 0 0 0,-1 0 0 0 0,1 0 0 0 0,-1 1 0 0 0,1 0 0 0 0,-1 1 0 0 0,1 0 0 0 0,0 0 0 0 0,1 1-1 0 0,-1 0 1 0 0,0 0 0 0 0,1 1 0 0 0,0-1 0 0 0,-11 11 0 0 0,-6 5 0 0 0,1 2 0 0 0,-35 42 1 0 0,29-28 75 0 0,2 1 0 0 0,-37 64 0 0 0,55-85 44 0 0,1 1 0 0 0,0 1 0 0 0,2-1 0 0 0,-1 1 0 0 0,2 1 0 0 0,1-1 0 0 0,0 1-1 0 0,1-1 1 0 0,0 22 0 0 0,3-34-117 0 0,0 1 0 0 0,1-1-1 0 0,-1 0 1 0 0,1 1 0 0 0,1-1-1 0 0,-1 0 1 0 0,1 0 0 0 0,0 0-1 0 0,1 0 1 0 0,-1 0 0 0 0,1 0-1 0 0,0-1 1 0 0,1 1-1 0 0,-1-1 1 0 0,1 0 0 0 0,0 0-1 0 0,6 5 1 0 0,-3-4-5 0 0,0 0 0 0 0,1-1 0 0 0,0 0 0 0 0,0 0 0 0 0,0-1 0 0 0,0 0 0 0 0,1 0 0 0 0,0-1 0 0 0,0 0 0 0 0,0 0 0 0 0,10 1 0 0 0,-5-2-612 0 0,0 0 0 0 0,0-1 0 0 0,1-1 0 0 0,-1 0 0 0 0,0 0 0 0 0,15-4 0 0 0,-16 2-2628 0 0,0-1 0 0 0,0-1 1 0 0,22-9-1 0 0,-18 5-3631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1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1484 0 0,'0'-31'20529'0'0,"6"11"-16469"0"0,-1 16-3870 0 0,0 1 0 0 0,-1-1 0 0 0,2 1 0 0 0,-1 0 0 0 0,0 0 0 0 0,0 1 0 0 0,1-1 1 0 0,9-2-1 0 0,53-10-16 0 0,-48 11-83 0 0,46-7-3399 0 0,-34 8-2186 0 0,-2 0-3651 0 0,-28 3 8275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1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2804 0 0,'-85'68'17990'0'0,"84"-68"-17835"0"0,0 1 1 0 0,1-1-1 0 0,-1 0 0 0 0,1 1 1 0 0,-1-1-1 0 0,1 1 0 0 0,-1-1 1 0 0,1 1-1 0 0,-1-1 1 0 0,1 1-1 0 0,0-1 0 0 0,-1 1 1 0 0,1-1-1 0 0,0 1 0 0 0,-1 0 1 0 0,1-1-1 0 0,0 1 0 0 0,0 0 1 0 0,0-1-1 0 0,-1 1 1 0 0,1 1-1 0 0,0-2-76 0 0,1 0-1 0 0,-1 1 1 0 0,0-1 0 0 0,0 1-1 0 0,1-1 1 0 0,-1 0 0 0 0,0 1-1 0 0,1-1 1 0 0,-1 0 0 0 0,0 1 0 0 0,1-1-1 0 0,-1 0 1 0 0,0 0 0 0 0,1 1-1 0 0,-1-1 1 0 0,1 0 0 0 0,-1 0-1 0 0,1 0 1 0 0,-1 1 0 0 0,0-1-1 0 0,2 0 1 0 0,24 2 907 0 0,84-13-42 0 0,-38-3-3298 0 0,-13 1-3086 0 0,0-3-4367 0 0,-34 9 1939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1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4 116 3576 0 0,'-1'-4'1731'0'0,"0"-1"0"0"0,0 1-1 0 0,1-1 1 0 0,-1 1 0 0 0,1-1-1 0 0,0 1 1 0 0,1-8 0 0 0,-1 10-1474 0 0,0 1 1 0 0,1-1-1 0 0,-1 1 0 0 0,1-1 1 0 0,-1 0-1 0 0,1 1 0 0 0,-1-1 1 0 0,1 1-1 0 0,0-1 0 0 0,0 1 1 0 0,0-1-1 0 0,0 1 0 0 0,0 0 1 0 0,0-1-1 0 0,0 1 0 0 0,0 0 1 0 0,0 0-1 0 0,1 0 0 0 0,-1 0 1 0 0,0 0-1 0 0,1 0 0 0 0,-1 0 1 0 0,1 1-1 0 0,-1-1 1 0 0,3-1-1 0 0,-2 2-136 0 0,0 0 0 0 0,1-1 0 0 0,-1 1-1 0 0,0 0 1 0 0,0 0 0 0 0,0 0 0 0 0,0 0 0 0 0,0 0 0 0 0,0 0 0 0 0,0 1 0 0 0,0-1 0 0 0,1 1-1 0 0,-1 0 1 0 0,0-1 0 0 0,-1 1 0 0 0,1 0 0 0 0,2 1 0 0 0,0 1 23 0 0,0 0 1 0 0,0 0-1 0 0,0 0 0 0 0,-1 0 1 0 0,1 1-1 0 0,-1 0 0 0 0,4 5 1 0 0,-2-1-28 0 0,0 0 1 0 0,0 0 0 0 0,-1 1-1 0 0,0 0 1 0 0,0 0-1 0 0,-1 0 1 0 0,3 14 0 0 0,-4-3-13 0 0,-1 1 1 0 0,-1-1-1 0 0,0 0 1 0 0,-2 0 0 0 0,0 0-1 0 0,-1 0 1 0 0,-1 0-1 0 0,-1-1 1 0 0,-1 1-1 0 0,-15 31 1 0 0,17-40 22 0 0,4-9-111 0 0,-1 0 0 0 0,1-1 0 0 0,-1 1 0 0 0,1 0 0 0 0,-1-1 0 0 0,0 1 0 0 0,0-1 0 0 0,0 1 0 0 0,0-1 0 0 0,0 1 0 0 0,0-1 0 0 0,0 1 0 0 0,0-1 0 0 0,0 0 0 0 0,-1 0 0 0 0,1 0 0 0 0,-1 0 0 0 0,1 0 0 0 0,-3 1 0 0 0,3-1-14 0 0,-8-10 32 0 0,7 0-53 0 0,2 0 1 0 0,-1 0-1 0 0,1 0 0 0 0,0 0 1 0 0,1 0-1 0 0,0 1 0 0 0,1-1 1 0 0,-1 0-1 0 0,2 1 1 0 0,4-15-1 0 0,4-2-50 0 0,0 0 0 0 0,18-29 1 0 0,-13 27 35 0 0,2 2-1 0 0,0 0 1 0 0,22-23 0 0 0,-27 35 14 0 0,-1 0 0 0 0,2 2 1 0 0,0-1-1 0 0,0 1 0 0 0,1 1 0 0 0,26-13 0 0 0,-38 21 15 0 0,-1 1-1 0 0,1 0 1 0 0,0 0-1 0 0,0 0 1 0 0,0 0 0 0 0,0 0-1 0 0,0 1 1 0 0,0-1-1 0 0,0 1 1 0 0,0 0-1 0 0,0 0 1 0 0,0 0-1 0 0,0 0 1 0 0,0 1-1 0 0,0-1 1 0 0,0 1-1 0 0,0-1 1 0 0,0 1-1 0 0,5 2 1 0 0,-5 0 16 0 0,1-1-1 0 0,-1 1 1 0 0,1-1-1 0 0,-1 1 1 0 0,0 0 0 0 0,0 0-1 0 0,0 1 1 0 0,0-1 0 0 0,-1 1-1 0 0,1-1 1 0 0,-1 1-1 0 0,2 5 1 0 0,2 4 77 0 0,-1 0 0 0 0,-1 0-1 0 0,0 1 1 0 0,-1-1 0 0 0,-1 1 0 0 0,0 0-1 0 0,0 21 1 0 0,-7 29 184 0 0,3-51-224 0 0,1 1 0 0 0,0 0-1 0 0,1 0 1 0 0,0 0 0 0 0,2 15 0 0 0,-1-28-67 0 0,0 1 0 0 0,-1-1 0 0 0,1 0 0 0 0,0 1 0 0 0,0-1 1 0 0,0 0-1 0 0,0 0 0 0 0,0 1 0 0 0,0-1 0 0 0,0 0 0 0 0,0 0 0 0 0,0 0 1 0 0,0 0-1 0 0,1 0 0 0 0,-1-1 0 0 0,0 1 0 0 0,1 0 0 0 0,-1-1 0 0 0,1 1 0 0 0,-1-1 1 0 0,1 1-1 0 0,-1-1 0 0 0,1 1 0 0 0,-1-1 0 0 0,1 0 0 0 0,-1 0 0 0 0,1 0 0 0 0,2 0 1 0 0,4 0-798 0 0,0 0-1 0 0,1 0 1 0 0,12-3 0 0 0,1-1-3831 0 0,-1-1 0 0 0,30-11 0 0 0,-6-2-6057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3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80 536 0 0,'7'-11'2107'0'0,"0"-1"1573"0"0,0 0-1 0 0,9-21 1 0 0,-16 31-2948 0 0,-1-1 139 0 0,1 3-833 0 0,0-1-1 0 0,0 1 1 0 0,0 0 0 0 0,0 0-1 0 0,0 0 1 0 0,0-1-1 0 0,0 1 1 0 0,0 0 0 0 0,0 0-1 0 0,0-1 1 0 0,0 1 0 0 0,0 0-1 0 0,0 0 1 0 0,0 0-1 0 0,0-1 1 0 0,0 1 0 0 0,-1 0-1 0 0,1 0 1 0 0,0 0-1 0 0,0-1 1 0 0,0 1 0 0 0,0 0-1 0 0,0 0 1 0 0,0 0 0 0 0,-1 0-1 0 0,1-1 1 0 0,0 1-1 0 0,0 0 1 0 0,0 0 0 0 0,-1 0-1 0 0,1 0 1 0 0,0 0-1 0 0,0 0 1 0 0,0 0 0 0 0,-1-1-1 0 0,1 1 1 0 0,0 0 0 0 0,-1 0-1 0 0,-1 1 1 0 0,-1-1 1 0 0,1 1-1 0 0,0 0 0 0 0,-1-1 1 0 0,1 1-1 0 0,0 0 0 0 0,-1 1 0 0 0,1-1 1 0 0,0 0-1 0 0,0 1 0 0 0,0-1 0 0 0,0 1 1 0 0,0-1-1 0 0,0 1 0 0 0,0 0 1 0 0,1 0-1 0 0,-3 3 0 0 0,-27 43 97 0 0,25-38-99 0 0,-29 55 75 0 0,3 1 1 0 0,3 2-1 0 0,3 1 0 0 0,-24 102 0 0 0,43-145-80 0 0,2 0-1 0 0,1 1 0 0 0,1 0 1 0 0,1 0-1 0 0,1 0 0 0 0,2 0 0 0 0,0 0 1 0 0,6 28-1 0 0,-4-40-38 0 0,1 0 0 0 0,0 0 0 0 0,1 0 0 0 0,1-1 0 0 0,0 0 0 0 0,1 0 0 0 0,0 0 0 0 0,1-1 0 0 0,1 0 0 0 0,0-1 0 0 0,0 0 0 0 0,2 0 0 0 0,-1-1 0 0 0,1 0 0 0 0,18 12 0 0 0,-14-12-590 0 0,0-1 1 0 0,1-1-1 0 0,0 0 1 0 0,35 12-1 0 0,-38-17-871 0 0,0 0-1 0 0,1-1 1 0 0,0-1-1 0 0,15 1 0 0 0,0-2-4103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4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36 264 1984 0 0,'-33'-60'9542'0'0,"33"59"-9475"0"0,-1 0-1 0 0,1 0 0 0 0,0 0 0 0 0,-1 0 1 0 0,1 0-1 0 0,0 0 0 0 0,0-1 0 0 0,0 1 0 0 0,0 0 1 0 0,0 0-1 0 0,0 0 0 0 0,0-1 0 0 0,0 1 1 0 0,1 0-1 0 0,-1 0 0 0 0,0 0 0 0 0,1 0 0 0 0,-1 0 1 0 0,1 0-1 0 0,-1-1 0 0 0,1 1 0 0 0,-1 0 1 0 0,1 0-1 0 0,0 1 0 0 0,0-1 0 0 0,-1 0 1 0 0,1 0-1 0 0,0 0 0 0 0,0 0 0 0 0,0 1 0 0 0,0-1 1 0 0,0 0-1 0 0,0 1 0 0 0,0-1 0 0 0,0 1 1 0 0,2-1-1 0 0,1-2 51 0 0,0 1 0 0 0,1 1 1 0 0,-1-1-1 0 0,1 0 0 0 0,0 1 0 0 0,0 0 0 0 0,5-1 1 0 0,-3 3-5 0 0,0-1 0 0 0,0 1 0 0 0,0 0 0 0 0,-1 0 0 0 0,1 1 1 0 0,0 0-1 0 0,-1 0 0 0 0,1 0 0 0 0,-1 1 0 0 0,0 0 0 0 0,0 0 0 0 0,0 1 1 0 0,0 0-1 0 0,0 0 0 0 0,-1 0 0 0 0,0 1 0 0 0,7 7 0 0 0,-6-7-39 0 0,-1 1 0 0 0,0 0 0 0 0,0 1-1 0 0,-1-1 1 0 0,0 1 0 0 0,0 0 0 0 0,-1 0-1 0 0,1 0 1 0 0,-1 0 0 0 0,-1 1 0 0 0,0-1 0 0 0,0 1-1 0 0,0-1 1 0 0,-1 1 0 0 0,1 8 0 0 0,-2-5-21 0 0,-1-1-1 0 0,0 1 1 0 0,0-1 0 0 0,-1 0 0 0 0,0 1 0 0 0,-1-1 0 0 0,0 0 0 0 0,0 0 0 0 0,-1-1-1 0 0,-1 1 1 0 0,0-1 0 0 0,0 0 0 0 0,0 0 0 0 0,-1 0 0 0 0,-9 9 0 0 0,13-16-27 0 0,1-2-30 0 0,1 0 0 0 0,-1-1 0 0 0,0 1 0 0 0,1 0 0 0 0,-1 0 0 0 0,0-1 0 0 0,1 1 0 0 0,-1 0 0 0 0,0-1 0 0 0,1 1 0 0 0,-1 0 0 0 0,1-1 0 0 0,-1 1 0 0 0,1-1 0 0 0,-1 1 0 0 0,1-1 1 0 0,-1 0-1 0 0,1 1 0 0 0,0-1 0 0 0,-1 1 0 0 0,1-1 0 0 0,0 0 0 0 0,-1 1 0 0 0,1-1 0 0 0,0 0 0 0 0,0 1 0 0 0,-1-1 0 0 0,1 0 0 0 0,0 1 0 0 0,0-1 0 0 0,0 0 0 0 0,0 0 0 0 0,0 0 0 0 0,1-26-111 0 0,-1 26 110 0 0,2-15-25 0 0,2 1 0 0 0,-1 0-1 0 0,2 0 1 0 0,0 0 0 0 0,0 0-1 0 0,14-23 1 0 0,-5 13 14 0 0,1 2 0 0 0,34-41-1 0 0,-40 53 8 0 0,1 1-1 0 0,0 0 0 0 0,0 1 1 0 0,1 0-1 0 0,13-8 0 0 0,-20 15 25 0 0,1-1-1 0 0,-1 1 1 0 0,0-1-1 0 0,1 1 1 0 0,0 1-1 0 0,-1-1 1 0 0,1 1-1 0 0,0 0 1 0 0,0 0-1 0 0,0 0 1 0 0,0 0 0 0 0,0 1-1 0 0,0 0 1 0 0,0 0-1 0 0,0 0 1 0 0,0 1-1 0 0,5 1 1 0 0,-7-1 13 0 0,0 0 0 0 0,0 1 0 0 0,0-1 1 0 0,0 1-1 0 0,0 0 0 0 0,0 0 0 0 0,-1 0 1 0 0,1 0-1 0 0,-1 0 0 0 0,1 1 0 0 0,-1-1 1 0 0,0 1-1 0 0,0-1 0 0 0,0 1 0 0 0,0 0 1 0 0,0 0-1 0 0,-1 0 0 0 0,1 0 0 0 0,-1 0 1 0 0,0 0-1 0 0,0 0 0 0 0,0 1 0 0 0,0-1 1 0 0,0 7-1 0 0,1 6 35 0 0,-1 1 1 0 0,0-1-1 0 0,-4 29 1 0 0,2-33-31 0 0,1-2-4 0 0,-1-4-36 0 0,0 0 0 0 0,1 0 1 0 0,0 0-1 0 0,0 0 0 0 0,0-1 0 0 0,1 1 0 0 0,0 0 0 0 0,0 0 1 0 0,3 6-1 0 0,-4-11 2 0 0,1-1 0 0 0,-1 1 1 0 0,1 0-1 0 0,-1-1 0 0 0,1 1 1 0 0,-1-1-1 0 0,1 0 0 0 0,-1 1 0 0 0,1-1 1 0 0,0 1-1 0 0,-1-1 0 0 0,1 0 1 0 0,0 1-1 0 0,-1-1 0 0 0,1 0 1 0 0,0 0-1 0 0,0 0 0 0 0,-1 0 0 0 0,1 1 1 0 0,0-1-1 0 0,-1 0 0 0 0,1 0 1 0 0,0 0-1 0 0,0 0 0 0 0,-1-1 1 0 0,1 1-1 0 0,0 0 0 0 0,0 0 0 0 0,22-7-140 0 0,-12 2 56 0 0,-1-1-1 0 0,0 0 1 0 0,0 0 0 0 0,0-1 0 0 0,-1-1 0 0 0,0 0 0 0 0,-1 0-1 0 0,1 0 1 0 0,7-12 0 0 0,3-4-45 0 0,-2-1-1 0 0,21-38 1 0 0,-22 30 840 0 0,-2-1 1 0 0,19-69-1 0 0,-32 101-564 0 0,-2-6 202 0 0,-9 30-299 0 0,2 0-1 0 0,0 1 1 0 0,2-1 0 0 0,-6 31 0 0 0,10-42-34 0 0,-2 5 8 0 0,2 1 0 0 0,0-1-1 0 0,0 1 1 0 0,2 18 0 0 0,0-29-17 0 0,1-1 0 0 0,-1 1-1 0 0,1 0 1 0 0,0-1 0 0 0,0 1 0 0 0,1-1 0 0 0,0 1-1 0 0,0-1 1 0 0,0 0 0 0 0,1 0 0 0 0,-1 0 0 0 0,1 0-1 0 0,0 0 1 0 0,1-1 0 0 0,6 8 0 0 0,-7-9-16 0 0,0-1 0 0 0,0 0-1 0 0,0 0 1 0 0,0-1 0 0 0,1 1 0 0 0,-1 0 0 0 0,1-1 0 0 0,-1 0-1 0 0,1 0 1 0 0,-1 0 0 0 0,1 0 0 0 0,0-1 0 0 0,0 1 0 0 0,-1-1-1 0 0,1 0 1 0 0,0 0 0 0 0,-1 0 0 0 0,1-1 0 0 0,0 1 0 0 0,-1-1-1 0 0,1 0 1 0 0,6-3 0 0 0,-1 1-117 0 0,0-1 1 0 0,0 0-1 0 0,0 0 0 0 0,-1-1 0 0 0,0-1 0 0 0,0 1 1 0 0,13-13-1 0 0,-9 7 184 0 0,0-2 1 0 0,0 1-1 0 0,-1-1 1 0 0,-1-1-1 0 0,0 0 1 0 0,-1-1-1 0 0,-1 0 0 0 0,0 0 1 0 0,0 0-1 0 0,-2-1 1 0 0,0 0-1 0 0,-1-1 1 0 0,-1 1-1 0 0,0-1 1 0 0,-1 0-1 0 0,1-26 1 0 0,-4 42 78 0 0,-10 21-35 0 0,2 10-68 0 0,1 0-1 0 0,1 0 1 0 0,1 0 0 0 0,2 0-1 0 0,1 34 1 0 0,3-58-192 0 0,-1 0-1 0 0,1 0 1 0 0,0 0 0 0 0,0 0-1 0 0,1 0 1 0 0,0-1 0 0 0,0 1-1 0 0,0 0 1 0 0,1-1 0 0 0,0 1-1 0 0,0-1 1 0 0,5 7 0 0 0,-5-9-382 0 0,-1 0 0 0 0,1 0 1 0 0,0 0-1 0 0,1-1 0 0 0,-1 1 1 0 0,0-1-1 0 0,1 0 0 0 0,-1 1 1 0 0,1-2-1 0 0,0 1 0 0 0,0 0 1 0 0,0-1-1 0 0,0 0 0 0 0,0 0 1 0 0,0 0-1 0 0,0 0 0 0 0,0 0 1 0 0,0-1-1 0 0,4 0 0 0 0,11-1-5004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5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42 145 2584 0 0,'-4'-13'2374'0'0,"0"1"-1"0"0,-1 0 0 0 0,-8-15 1 0 0,-2-6 941 0 0,15 32-2767 0 0,0 25 519 0 0,16 85 854 0 0,-9-72-1246 0 0,4 76 0 0 0,-14-92-358 0 0,3-21-314 0 0,0 0 0 0 0,0 0 0 0 0,0 1 1 0 0,0-1-1 0 0,-1 0 0 0 0,1 0 0 0 0,0 0 0 0 0,0 0 0 0 0,0 0 0 0 0,0 0 0 0 0,0 0 1 0 0,0 1-1 0 0,0-1 0 0 0,-1 0 0 0 0,1 0 0 0 0,0 0 0 0 0,0 0 0 0 0,0 0 1 0 0,0 0-1 0 0,0 0 0 0 0,-1 0 0 0 0,1 0 0 0 0,0 0 0 0 0,0 0 0 0 0,0 0 1 0 0,0 0-1 0 0,-1 0 0 0 0,1 0 0 0 0,0 0 0 0 0,0 0 0 0 0,0 0 0 0 0,0 0 0 0 0,-1 0 1 0 0,1 0-1 0 0,0 0 0 0 0,0 0 0 0 0,0 0 0 0 0,0 0 0 0 0,0 0 0 0 0,-1 0 1 0 0,1 0-1 0 0,0-1 0 0 0,0 1 0 0 0,0 0 0 0 0,0 0 0 0 0,0 0 0 0 0,0 0 1 0 0,0 0-1 0 0,-1-1 0 0 0,0-1-4 0 0,-1 0 0 0 0,0-1 0 0 0,1 0 0 0 0,0 1 0 0 0,0-1 0 0 0,0 0 0 0 0,0 0 0 0 0,0 1 0 0 0,-1-5 0 0 0,1-1-30 0 0,0 0 0 0 0,0-1 1 0 0,1 1-1 0 0,0 0 1 0 0,0-1-1 0 0,1 1 1 0 0,0 0-1 0 0,1-1 0 0 0,-1 1 1 0 0,2 0-1 0 0,-1 0 1 0 0,1 0-1 0 0,0 1 1 0 0,6-12-1 0 0,-6 15 20 0 0,0 0 0 0 0,0 0 0 0 0,0 0 0 0 0,0 0 0 0 0,1 0 0 0 0,0 1 0 0 0,-1 0 1 0 0,1-1-1 0 0,0 2 0 0 0,1-1 0 0 0,-1 0 0 0 0,0 1 0 0 0,1 0 0 0 0,0-1 0 0 0,-1 2 0 0 0,1-1 0 0 0,0 1 0 0 0,0 0 0 0 0,0 0 0 0 0,0 0 0 0 0,0 0 0 0 0,0 1 0 0 0,0 0 0 0 0,10 1 0 0 0,-6 1 33 0 0,1 0-1 0 0,-1 0 0 0 0,0 1 0 0 0,0 0 0 0 0,0 1 0 0 0,-1 0 0 0 0,1 0 0 0 0,-1 1 0 0 0,0 0 0 0 0,0 0 0 0 0,0 1 0 0 0,7 8 0 0 0,-10-10 15 0 0,0 1 0 0 0,0 0 0 0 0,0 1 0 0 0,0-1-1 0 0,-1 1 1 0 0,0 0 0 0 0,0 0 0 0 0,-1 1 0 0 0,1-1 0 0 0,-1 1-1 0 0,-1-1 1 0 0,1 1 0 0 0,-1 0 0 0 0,-1 0 0 0 0,1 0-1 0 0,0 10 1 0 0,-2-14-19 0 0,0 0-1 0 0,0 0 0 0 0,0 0 1 0 0,0 0-1 0 0,-1 0 0 0 0,1 0 1 0 0,-1 0-1 0 0,0-1 0 0 0,0 1 1 0 0,0 0-1 0 0,0 0 0 0 0,0-1 1 0 0,0 1-1 0 0,-1-1 0 0 0,0 1 1 0 0,1-1-1 0 0,-1 0 0 0 0,0 1 1 0 0,0-1-1 0 0,0 0 0 0 0,0 0 1 0 0,0-1-1 0 0,-1 1 0 0 0,1 0 1 0 0,-5 2-1 0 0,6-4-16 0 0,1 0 0 0 0,-1 0 0 0 0,0 0 0 0 0,0 0 1 0 0,1 0-1 0 0,-1 0 0 0 0,0 0 0 0 0,1-1 0 0 0,-1 1 0 0 0,0 0 0 0 0,1 0 0 0 0,-1-1 0 0 0,0 1 0 0 0,1 0 1 0 0,-1 0-1 0 0,0-1 0 0 0,1 1 0 0 0,-1-1 0 0 0,1 1 0 0 0,-1-1 0 0 0,1 1 0 0 0,-1-1 0 0 0,1 1 1 0 0,-1-1-1 0 0,1 1 0 0 0,-1-1 0 0 0,0-1 0 0 0,-7-17-68 0 0,5 11 39 0 0,2 0 0 0 0,-1 0 0 0 0,1 0 0 0 0,0 0 0 0 0,1-1 1 0 0,0 1-1 0 0,0 0 0 0 0,1 0 0 0 0,0 0 0 0 0,1 0 0 0 0,-1 0 1 0 0,2 0-1 0 0,-1 0 0 0 0,1 0 0 0 0,4-7 0 0 0,2-4-15 0 0,1 1-1 0 0,1 0 1 0 0,0 1-1 0 0,24-27 1 0 0,-27 35 30 0 0,1 0 0 0 0,0 1 0 0 0,0 0 0 0 0,1 0 0 0 0,0 1 0 0 0,0 1 0 0 0,1-1 0 0 0,-1 2 0 0 0,1-1 0 0 0,1 2 0 0 0,19-7 0 0 0,-28 10 40 0 0,0 1 0 0 0,0-1-1 0 0,0 1 1 0 0,0 0 0 0 0,-1-1 0 0 0,1 1 0 0 0,0 0-1 0 0,0 1 1 0 0,0-1 0 0 0,0 1 0 0 0,0-1-1 0 0,-1 1 1 0 0,1 0 0 0 0,0 0 0 0 0,0 0-1 0 0,-1 0 1 0 0,1 0 0 0 0,-1 1 0 0 0,1-1-1 0 0,-1 1 1 0 0,1 0 0 0 0,-1 0 0 0 0,0-1-1 0 0,0 1 1 0 0,0 1 0 0 0,0-1 0 0 0,0 0-1 0 0,-1 0 1 0 0,1 1 0 0 0,-1-1 0 0 0,1 1-1 0 0,-1 0 1 0 0,0-1 0 0 0,0 1 0 0 0,1 3 0 0 0,2 7 65 0 0,-1 0 0 0 0,-1 0 0 0 0,0 1 0 0 0,0-1 0 0 0,-1 25 0 0 0,-9 53-31 0 0,3-47-1928 0 0,3-1-3806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6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27 140 328 0 0,'9'-140'18596'0'0,"-5"348"-17722"0"0,-1-27-619 0 0,1-94-162 0 0,4 135 226 0 0,-8-226-350 0 0,1 1 0 0 0,0-1 1 0 0,1 1-1 0 0,-1 0 1 0 0,1 0-1 0 0,2-4 1 0 0,2-6-36 0 0,4-12-31 0 0,2 1 1 0 0,0 1 0 0 0,31-43 0 0 0,-37 58 72 0 0,1 0 1 0 0,-1 0-1 0 0,1 1 1 0 0,1 0-1 0 0,0 0 1 0 0,0 1-1 0 0,0 0 1 0 0,0 0-1 0 0,1 1 1 0 0,0 0 0 0 0,0 1-1 0 0,0 0 1 0 0,17-5-1 0 0,-2 5 41 0 0,-16 6 6 0 0,-3 0-2 0 0,-2-1 15 0 0,1 0 0 0 0,0 0 1 0 0,0 0-1 0 0,-1 0 0 0 0,1 0 1 0 0,-1 1-1 0 0,0 0 1 0 0,1 0-1 0 0,-1 0 0 0 0,0 0 1 0 0,0 0-1 0 0,0 1 0 0 0,0-1 1 0 0,0 1-1 0 0,-1 0 0 0 0,1 0 1 0 0,-1 0-1 0 0,0 0 0 0 0,0 0 1 0 0,0 0-1 0 0,0 1 0 0 0,0-1 1 0 0,-1 1-1 0 0,0-1 0 0 0,0 1 1 0 0,0 0-1 0 0,0-1 0 0 0,0 1 1 0 0,0 6-1 0 0,0-1 34 0 0,0 0-1 0 0,-1 0 1 0 0,-1 1 0 0 0,1-1 0 0 0,-1 0-1 0 0,-1 0 1 0 0,1 1 0 0 0,-2-1 0 0 0,1 0 0 0 0,-8 16-1 0 0,2-9-8 0 0,-1-2 0 0 0,0 1 0 0 0,0-1 0 0 0,-2-1 0 0 0,0 0 0 0 0,0 0-1 0 0,-1-1 1 0 0,-15 12 0 0 0,19-17-39 0 0,-2-1 0 0 0,1 0 0 0 0,-1 0-1 0 0,0-1 1 0 0,0 0 0 0 0,0-1 0 0 0,-1 0 0 0 0,1-1 0 0 0,-1 0-1 0 0,0 0 1 0 0,0-1 0 0 0,0-1 0 0 0,-16 1 0 0 0,20-2-184 0 0,0-1-1 0 0,0 1 1 0 0,0-1 0 0 0,0-1 0 0 0,0 1 0 0 0,0-1-1 0 0,1-1 1 0 0,-13-4 0 0 0,17 5-198 0 0,0 1-1 0 0,0 0 1 0 0,0-1 0 0 0,0 0 0 0 0,0 1-1 0 0,0-1 1 0 0,0 0 0 0 0,0 0 0 0 0,0 0-1 0 0,1 0 1 0 0,-3-3 0 0 0,4 3-146 0 0,-1 0 0 0 0,0 0-1 0 0,1 0 1 0 0,-1 0 0 0 0,1 0 0 0 0,-1 0 0 0 0,1 0 0 0 0,0 0 0 0 0,0 0-1 0 0,0 0 1 0 0,0 0 0 0 0,0 0 0 0 0,1 0 0 0 0,-1 0 0 0 0,0 0 0 0 0,2-3-1 0 0,3-8-4944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6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2580 0 0,'38'-3'11485'0'0,"-31"4"-11614"0"0,-4 0 694 0 0,29 30 2768 0 0,-27-27-3185 0 0,-2-1-53 0 0,-1-1 1 0 0,1 0-1 0 0,0 0 1 0 0,0 0-1 0 0,1 0 1 0 0,-1 0-1 0 0,0 0 1 0 0,5 0-1 0 0,-3-1-30 0 0,-1 1-29 0 0,0-1 0 0 0,-1-1 0 0 0,1 1 0 0 0,0-1 0 0 0,0 1 0 0 0,0-1-1 0 0,0 0 1 0 0,0-1 0 0 0,0 1 0 0 0,0-1 0 0 0,0 1 0 0 0,6-3-1 0 0,-8 2-26 0 0,0 0 0 0 0,0 0 0 0 0,0-1 0 0 0,0 1 0 0 0,0 0 0 0 0,-1-1 0 0 0,1 1 0 0 0,0-1 0 0 0,-1 1 0 0 0,1-1 0 0 0,-1 0 0 0 0,0 0 0 0 0,1 1 0 0 0,-1-1 0 0 0,0 0 0 0 0,0 0 0 0 0,1-4 0 0 0,10-37 100 0 0,-11 37-97 0 0,0-1-5 0 0,-1 0 0 0 0,1 0 0 0 0,-1 0 1 0 0,-1 0-1 0 0,1 1 0 0 0,-1-1 0 0 0,0 0 0 0 0,-1 0 0 0 0,0 0 0 0 0,0 1 0 0 0,-4-10 0 0 0,6 16-6 0 0,0-1-1 0 0,-1 1 0 0 0,1-1 0 0 0,0 1 0 0 0,-1-1 0 0 0,1 1 1 0 0,-1-1-1 0 0,1 1 0 0 0,0-1 0 0 0,-1 1 0 0 0,1-1 0 0 0,-1 1 0 0 0,1 0 1 0 0,-1-1-1 0 0,0 1 0 0 0,1 0 0 0 0,-1-1 0 0 0,1 1 0 0 0,-1 0 1 0 0,0 0-1 0 0,1-1 0 0 0,-1 1 0 0 0,1 0 0 0 0,-1 0 0 0 0,0 0 0 0 0,1 0 1 0 0,-1 0-1 0 0,0 0 0 0 0,1 0 0 0 0,-1 0 0 0 0,0 0 0 0 0,1 0 1 0 0,-1 1-1 0 0,1-1 0 0 0,-1 0 0 0 0,0 1 0 0 0,-19 11 8 0 0,13-4-9 0 0,0 1 0 0 0,1-1 0 0 0,0 1-1 0 0,1 0 1 0 0,-1 1 0 0 0,2-1-1 0 0,-7 19 1 0 0,-17 73 40 0 0,26-91-23 0 0,0 1 0 0 0,1-1-1 0 0,0 1 1 0 0,1-1 0 0 0,0 1-1 0 0,0-1 1 0 0,1 1 0 0 0,1-1-1 0 0,3 17 1 0 0,-3-22-4 0 0,-1-1 0 0 0,1 1 0 0 0,0-1 0 0 0,0 0 0 0 0,0 0 0 0 0,0 0 0 0 0,1 0 0 0 0,0 0 0 0 0,-1-1-1 0 0,1 1 1 0 0,1-1 0 0 0,-1 0 0 0 0,0 0 0 0 0,1 0 0 0 0,0 0 0 0 0,0 0 0 0 0,-1-1 0 0 0,2 0 0 0 0,-1 0 0 0 0,0 0 0 0 0,0 0 0 0 0,1-1 0 0 0,7 3 0 0 0,-3-3 3 0 0,0 0 0 0 0,-1 0 0 0 0,1 0 0 0 0,0-1 1 0 0,0-1-1 0 0,0 0 0 0 0,0 0 0 0 0,0 0 0 0 0,-1-1 1 0 0,1 0-1 0 0,-1-1 0 0 0,1 0 0 0 0,10-6 0 0 0,-9 4-1 0 0,0-2 0 0 0,0 1-1 0 0,-1-1 1 0 0,1 0 0 0 0,-2-1-1 0 0,1 0 1 0 0,-1 0 0 0 0,-1-1 0 0 0,12-16-1 0 0,-12 14 2 0 0,0 0 0 0 0,-1-1-1 0 0,-1 0 1 0 0,0 0 0 0 0,0 0 0 0 0,-1 0-1 0 0,-1-1 1 0 0,4-20 0 0 0,-6 23 2 0 0,0 0-1 0 0,-1 0 1 0 0,0 0 0 0 0,-1 0-1 0 0,0 0 1 0 0,0 0 0 0 0,-1 0-1 0 0,0 0 1 0 0,-1 0 0 0 0,0 1 0 0 0,-7-14-1 0 0,8 18-8 0 0,0 1 0 0 0,0 0 0 0 0,0 0 0 0 0,-1 0 0 0 0,0 1-1 0 0,0-1 1 0 0,0 0 0 0 0,0 1 0 0 0,0 0 0 0 0,-1 0 0 0 0,1 0 0 0 0,-1 0 0 0 0,0 1-1 0 0,-5-4 1 0 0,8 6-9 0 0,0 0 0 0 0,1 0-1 0 0,-1 0 1 0 0,1 1-1 0 0,-1-1 1 0 0,1 0 0 0 0,-1 0-1 0 0,1 0 1 0 0,-1 0 0 0 0,1 1-1 0 0,-1-1 1 0 0,1 0 0 0 0,-1 0-1 0 0,1 1 1 0 0,-1-1 0 0 0,1 0-1 0 0,-1 1 1 0 0,1-1-1 0 0,0 0 1 0 0,-1 1 0 0 0,1-1-1 0 0,0 1 1 0 0,-1-1 0 0 0,1 1-1 0 0,0-1 1 0 0,0 1 0 0 0,-1-1-1 0 0,1 1 1 0 0,0-1-1 0 0,0 1 1 0 0,0-1 0 0 0,0 1-1 0 0,0-1 1 0 0,-1 1 0 0 0,1-1-1 0 0,0 1 1 0 0,0 0 0 0 0,0-1-1 0 0,1 1 1 0 0,-1-1 0 0 0,0 1-1 0 0,0-1 1 0 0,0 1-1 0 0,0-1 1 0 0,0 1 0 0 0,1-1-1 0 0,-1 1 1 0 0,0-1 0 0 0,1 1-1 0 0,3 4-3 0 0,1 0 0 0 0,0 0-1 0 0,0-1 1 0 0,0 0 0 0 0,1 0 0 0 0,-1 0-1 0 0,1-1 1 0 0,0 1 0 0 0,0-2-1 0 0,0 1 1 0 0,1-1 0 0 0,-1 1-1 0 0,1-2 1 0 0,-1 1 0 0 0,1-1 0 0 0,-1 0-1 0 0,9 0 1 0 0,16 1-18 0 0,0-1 0 0 0,41-5 0 0 0,-65 3 15 0 0,5 0 6 0 0,0-1 1 0 0,0-1-1 0 0,-1 1 1 0 0,1-2-1 0 0,-1 0 1 0 0,0 0-1 0 0,0-1 1 0 0,0 0-1 0 0,0-1 1 0 0,18-14 0 0 0,-28 19 4 0 0,0 1-1 0 0,0-1 1 0 0,-1 1 0 0 0,1-1 0 0 0,-1 0 0 0 0,1 1 0 0 0,0-1 0 0 0,-1 0 0 0 0,1 1 0 0 0,-1-1 0 0 0,1 0 0 0 0,-1 0 0 0 0,0 1 0 0 0,1-1 0 0 0,-1 0 0 0 0,0 0 0 0 0,0 0-1 0 0,1 0 1 0 0,-1 0 0 0 0,0 1 0 0 0,0-1 0 0 0,0 0 0 0 0,0 0 0 0 0,0 0 0 0 0,0 0 0 0 0,0 0 0 0 0,-1 0 0 0 0,1 0 0 0 0,0 1 0 0 0,0-1 0 0 0,-1 0 0 0 0,1 0 0 0 0,0 0-1 0 0,-1 1 1 0 0,1-1 0 0 0,-1 0 0 0 0,1 0 0 0 0,-1 1 0 0 0,1-1 0 0 0,-1 0 0 0 0,0 1 0 0 0,1-1 0 0 0,-1 1 0 0 0,0-1 0 0 0,1 1 0 0 0,-1-1 0 0 0,0 1 0 0 0,0-1 0 0 0,0 1-1 0 0,1 0 1 0 0,-1-1 0 0 0,0 1 0 0 0,0 0 0 0 0,0 0 0 0 0,0 0 0 0 0,0-1 0 0 0,1 1 0 0 0,-1 0 0 0 0,0 0 0 0 0,0 0 0 0 0,0 0 0 0 0,0 1 0 0 0,0-1 0 0 0,0 0 0 0 0,1 0-1 0 0,-1 1 1 0 0,0-1 0 0 0,-1 1 0 0 0,-9 5 11 0 0,1 0 1 0 0,0 0-1 0 0,1 1 0 0 0,0 1 0 0 0,0 0 0 0 0,0 0 0 0 0,1 0 1 0 0,0 1-1 0 0,1 0 0 0 0,0 1 0 0 0,1 0 0 0 0,-1 0 0 0 0,-7 20 0 0 0,9-20 3 0 0,0 1 0 0 0,2-1 0 0 0,-1 1 0 0 0,1 0 0 0 0,1 0-1 0 0,0 0 1 0 0,0 0 0 0 0,1 0 0 0 0,1 0 0 0 0,0 0 0 0 0,0 1-1 0 0,1-1 1 0 0,0 0 0 0 0,1 0 0 0 0,4 12 0 0 0,-4-18-14 0 0,0 0 0 0 0,1 0 0 0 0,-1 0 1 0 0,1 0-1 0 0,0 0 0 0 0,0-1 1 0 0,1 1-1 0 0,0-1 0 0 0,-1 0 0 0 0,1 0 1 0 0,0-1-1 0 0,7 5 0 0 0,-3-3-195 0 0,0 0-1 0 0,1 0 1 0 0,0-1-1 0 0,0 0 1 0 0,0 0-1 0 0,14 2 1 0 0,-4-1-1111 0 0,0-2 0 0 0,30 2 0 0 0,30-7-6339 0 0,-36-2 1461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7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238 342 1296 0 0,'1'-13'2911'0'0,"0"1"1"0"0,0 0-1 0 0,-2-17 0 0 0,0 24-2285 0 0,1 1 0 0 0,-1-1-1 0 0,0 0 1 0 0,-1 0 0 0 0,1 1-1 0 0,-3-6 1 0 0,4 10-584 0 0,-1-1 0 0 0,0 0 1 0 0,1 1-1 0 0,-1-1 0 0 0,1 1 1 0 0,-1-1-1 0 0,0 1 0 0 0,1-1 0 0 0,-1 1 1 0 0,0 0-1 0 0,1-1 0 0 0,-1 1 0 0 0,0 0 1 0 0,0-1-1 0 0,1 1 0 0 0,-1 0 1 0 0,0 0-1 0 0,0 0 0 0 0,1 0 0 0 0,-1 0 1 0 0,0 0-1 0 0,0 0 0 0 0,0 0 0 0 0,1 0 1 0 0,-1 0-1 0 0,-1 1 0 0 0,-20 5 296 0 0,10 2-254 0 0,1-1 0 0 0,-1 2 0 0 0,1-1 0 0 0,1 1 0 0 0,0 1 0 0 0,0 0 0 0 0,-9 14 0 0 0,-4 7 5 0 0,-25 45 0 0 0,45-71-79 0 0,0 1 1 0 0,0-1 0 0 0,1 1 0 0 0,0 0-1 0 0,0 0 1 0 0,0 0 0 0 0,1 0-1 0 0,0 0 1 0 0,0 0 0 0 0,0 1-1 0 0,1-1 1 0 0,0 0 0 0 0,0 0-1 0 0,1 1 1 0 0,-1-1 0 0 0,3 7-1 0 0,-2-9 2 0 0,1 0 1 0 0,-1 0-1 0 0,1 0 0 0 0,0 0 0 0 0,0 0 0 0 0,1 0 0 0 0,-1 0 0 0 0,1-1 1 0 0,-1 0-1 0 0,1 1 0 0 0,0-1 0 0 0,1 0 0 0 0,-1 0 0 0 0,0 0 0 0 0,1-1 0 0 0,0 1 1 0 0,-1-1-1 0 0,1 0 0 0 0,0 0 0 0 0,0 0 0 0 0,0-1 0 0 0,1 1 0 0 0,5 0 1 0 0,-1 0-2 0 0,1 0 1 0 0,0-1 0 0 0,0 0 0 0 0,0 0 0 0 0,0-1 0 0 0,0-1 0 0 0,0 0 0 0 0,0 0 0 0 0,-1-1 0 0 0,1 0 0 0 0,0 0 0 0 0,-1-1 0 0 0,1-1 0 0 0,-1 0 0 0 0,0 0 0 0 0,0 0 0 0 0,-1-1 0 0 0,1-1 0 0 0,-1 0 0 0 0,0 0 0 0 0,10-9 0 0 0,-9 5-2 0 0,-1 1 0 0 0,0-1 1 0 0,0 0-1 0 0,-1-1 0 0 0,0 1 0 0 0,0-2 1 0 0,-2 1-1 0 0,1-1 0 0 0,-1 1 0 0 0,-1-1 0 0 0,0-1 1 0 0,-1 1-1 0 0,0 0 0 0 0,-1-1 0 0 0,-1 0 1 0 0,1-16-1 0 0,-2 19 2 0 0,-1 0 1 0 0,0 0-1 0 0,0 0 1 0 0,-1 0-1 0 0,0 0 1 0 0,-1 1-1 0 0,0-1 1 0 0,-6-13-1 0 0,7 19-7 0 0,0 0-1 0 0,0 0 0 0 0,-1 0 1 0 0,0 0-1 0 0,0 0 1 0 0,0 1-1 0 0,0-1 0 0 0,0 1 1 0 0,-1 0-1 0 0,0 0 1 0 0,1 0-1 0 0,-1 0 0 0 0,0 1 1 0 0,-1-1-1 0 0,1 1 1 0 0,0 0-1 0 0,0 0 1 0 0,-10-2-1 0 0,10 4-4 0 0,1 0 1 0 0,-1 0-1 0 0,0 0 0 0 0,1 0 1 0 0,-1 0-1 0 0,1 1 1 0 0,-1 0-1 0 0,0-1 0 0 0,1 1 1 0 0,0 1-1 0 0,-1-1 1 0 0,1 0-1 0 0,-1 1 0 0 0,1 0 1 0 0,0-1-1 0 0,0 2 0 0 0,0-1 1 0 0,-5 5-1 0 0,1-1 3 0 0,0 1-1 0 0,0 1 0 0 0,0-1 1 0 0,1 1-1 0 0,-7 11 0 0 0,10-14-2 0 0,0-1-1 0 0,1 1 1 0 0,0-1-1 0 0,0 1 1 0 0,0 0 0 0 0,0 0-1 0 0,1 0 1 0 0,0 0-1 0 0,0 0 1 0 0,0 0-1 0 0,1 0 1 0 0,-1 0 0 0 0,1 0-1 0 0,1 0 1 0 0,-1 1-1 0 0,1-1 1 0 0,-1 0-1 0 0,1 0 1 0 0,1 0-1 0 0,-1 0 1 0 0,1 0 0 0 0,0-1-1 0 0,0 1 1 0 0,0 0-1 0 0,1-1 1 0 0,0 0-1 0 0,-1 1 1 0 0,2-1-1 0 0,-1 0 1 0 0,0 0 0 0 0,1-1-1 0 0,0 1 1 0 0,0-1-1 0 0,0 0 1 0 0,0 0-1 0 0,0 0 1 0 0,0 0 0 0 0,1-1-1 0 0,0 0 1 0 0,5 2-1 0 0,1 1 2 0 0,1-1-1 0 0,0-1 0 0 0,0 1 0 0 0,0-2 1 0 0,1 0-1 0 0,-1 0 0 0 0,0-2 0 0 0,1 1 1 0 0,-1-1-1 0 0,1-1 0 0 0,-1 0 1 0 0,1-1-1 0 0,-1-1 0 0 0,0 1 0 0 0,12-6 1 0 0,-9 2 2 0 0,0 0 1 0 0,-1-1 0 0 0,0 0-1 0 0,-1-2 1 0 0,1 1 0 0 0,-2-2-1 0 0,1 0 1 0 0,-1 0 0 0 0,-1-1 0 0 0,0 0-1 0 0,14-18 1 0 0,-5-2 19 0 0,-1 0 0 0 0,-2-1-1 0 0,-1 0 1 0 0,-1-1 0 0 0,-2-1 0 0 0,-2 0 0 0 0,9-40 0 0 0,-16 57 72 0 0,-5 25-15 0 0,-8 27 106 0 0,-109 429 4326 0 0,96-370-3615 0 0,-15 161 0 0 0,34-204-660 0 0,1 1 1 0 0,3 0-1 0 0,2-1 1 0 0,18 95-1 0 0,-15-121-186 0 0,1-1-1 0 0,1 1 1 0 0,2-1-1 0 0,13 27 1 0 0,-17-41-36 0 0,-1 0 1 0 0,2 0 0 0 0,0 0-1 0 0,0-1 1 0 0,0 0-1 0 0,1 0 1 0 0,1-1-1 0 0,-1 0 1 0 0,1 0 0 0 0,1-1-1 0 0,13 8 1 0 0,-21-14-13 0 0,0 1 0 0 0,-1-1 0 0 0,1 0 0 0 0,0-1 0 0 0,0 1 0 0 0,0 0 1 0 0,-1 0-1 0 0,1-1 0 0 0,0 1 0 0 0,0-1 0 0 0,0 0 0 0 0,0 0 0 0 0,0 1 1 0 0,0-1-1 0 0,0 0 0 0 0,0-1 0 0 0,0 1 0 0 0,0 0 0 0 0,0 0 0 0 0,0-1 0 0 0,0 1 1 0 0,0-1-1 0 0,-1 0 0 0 0,1 0 0 0 0,0 1 0 0 0,0-1 0 0 0,-1 0 0 0 0,1-1 0 0 0,0 1 1 0 0,-1 0-1 0 0,1 0 0 0 0,-1-1 0 0 0,3-1 0 0 0,-2-1 0 0 0,-1 1 1 0 0,1 0-1 0 0,0-1 0 0 0,-1 1 0 0 0,0-1 1 0 0,0 1-1 0 0,0-1 0 0 0,0 0 0 0 0,0 0 0 0 0,-1 1 1 0 0,0-1-1 0 0,0 0 0 0 0,0 0 0 0 0,0 1 1 0 0,0-1-1 0 0,-2-6 0 0 0,-1-1-11 0 0,-1 0 0 0 0,0-1 0 0 0,-1 1 1 0 0,0 1-1 0 0,-1-1 0 0 0,0 1 0 0 0,-1 0 0 0 0,0 0 0 0 0,-1 1 1 0 0,1 0-1 0 0,-2 0 0 0 0,1 1 0 0 0,-1 0 0 0 0,-11-7 0 0 0,-17-11-14 0 0,-1 2 1 0 0,-54-27-1 0 0,-76-25-27 0 0,-29-15 34 0 0,193 89 3 0 0,-1-1 0 0 0,0 0 1 0 0,1 0-1 0 0,-1 0 1 0 0,1-1-1 0 0,-5-5 0 0 0,8 8 9 0 0,0 0-1 0 0,0 0 0 0 0,0-1 1 0 0,0 1-1 0 0,1 0 0 0 0,-1 0 1 0 0,1-1-1 0 0,-1 1 0 0 0,1-1 1 0 0,-1 1-1 0 0,1 0 0 0 0,0-1 1 0 0,0 1-1 0 0,-1-1 0 0 0,1 1 1 0 0,0-1-1 0 0,0 1 0 0 0,1 0 1 0 0,-1-1-1 0 0,0 1 0 0 0,0-1 1 0 0,1 1-1 0 0,-1-1 0 0 0,1 1 1 0 0,-1 0-1 0 0,1-1 0 0 0,-1 1 1 0 0,1 0-1 0 0,1-2 0 0 0,2-3-106 0 0,1 1 0 0 0,-1 0 0 0 0,1 0 0 0 0,0 0 0 0 0,0 0 0 0 0,1 1 0 0 0,-1 0 0 0 0,8-4 0 0 0,55-27-1212 0 0,-47 25 887 0 0,67-29-3034 0 0,136-40 0 0 0,-6 20-5452 0 0,-107 32 924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2024 0 0,'0'-6'603'0'0,"0"1"-1"0"0,1-1 0 0 0,-1 1 1 0 0,1-1-1 0 0,0 1 0 0 0,0 0 1 0 0,1-1-1 0 0,0 1 0 0 0,0 0 1 0 0,0 0-1 0 0,0 0 0 0 0,1 0 1 0 0,0 1-1 0 0,0-1 0 0 0,0 1 1 0 0,0-1-1 0 0,1 1 0 0 0,6-5 1 0 0,-10 8-539 0 0,1 0 0 0 0,0 0 0 0 0,-1 1 0 0 0,1-1 1 0 0,0 0-1 0 0,0 1 0 0 0,0-1 0 0 0,0 1 0 0 0,-1-1 1 0 0,1 1-1 0 0,0 0 0 0 0,0-1 0 0 0,0 1 1 0 0,0 0-1 0 0,0 0 0 0 0,0-1 0 0 0,0 1 0 0 0,0 0 1 0 0,0 0-1 0 0,0 0 0 0 0,0 0 0 0 0,0 0 0 0 0,0 1 1 0 0,0-1-1 0 0,0 0 0 0 0,0 0 0 0 0,0 1 1 0 0,0-1-1 0 0,0 0 0 0 0,0 1 0 0 0,0-1 0 0 0,0 1 1 0 0,0-1-1 0 0,-1 1 0 0 0,1 0 0 0 0,0-1 0 0 0,0 1 1 0 0,-1 0-1 0 0,1-1 0 0 0,0 1 0 0 0,-1 0 0 0 0,1 0 1 0 0,-1 0-1 0 0,2 1 0 0 0,0 3 93 0 0,0-1 0 0 0,0 1-1 0 0,0-1 1 0 0,0 1 0 0 0,-1 0 0 0 0,0-1 0 0 0,2 9-1 0 0,-3 10 150 0 0,0 1 0 0 0,-1 0 0 0 0,-5 28 0 0 0,3-32-233 0 0,1 0 0 0 0,0 0 0 0 0,2 0-1 0 0,0 0 1 0 0,4 27 0 0 0,-4-45-72 0 0,0 0 0 0 0,1 0 0 0 0,-1 0 1 0 0,1 0-1 0 0,-1 0 0 0 0,1 0 0 0 0,-1 0 0 0 0,1 0 0 0 0,0-1 0 0 0,0 1 0 0 0,0 0 1 0 0,0 0-1 0 0,0-1 0 0 0,0 1 0 0 0,1-1 0 0 0,-1 1 0 0 0,0-1 0 0 0,1 0 0 0 0,-1 1 0 0 0,1-1 1 0 0,0 0-1 0 0,-1 0 0 0 0,1 0 0 0 0,0 0 0 0 0,0 0 0 0 0,-1 0 0 0 0,1-1 0 0 0,0 1 1 0 0,0-1-1 0 0,0 1 0 0 0,0-1 0 0 0,0 0 0 0 0,0 1 0 0 0,0-1 0 0 0,0 0 0 0 0,0-1 0 0 0,0 1 1 0 0,0 0-1 0 0,0 0 0 0 0,0-1 0 0 0,0 1 0 0 0,3-2 0 0 0,2-1 3 0 0,-1 1-1 0 0,1-1 0 0 0,-1-1 1 0 0,1 0-1 0 0,-1 1 0 0 0,0-2 1 0 0,0 1-1 0 0,-1-1 1 0 0,1 0-1 0 0,7-8 0 0 0,-5 1 2 0 0,-1 1-1 0 0,0-1 0 0 0,0 0 1 0 0,-1 0-1 0 0,0-1 0 0 0,6-24 0 0 0,-4 9 28 0 0,-2 1-1 0 0,3-37 0 0 0,-8 52 10 0 0,0 1 0 0 0,-1 0-1 0 0,0-1 1 0 0,-1 1-1 0 0,-3-16 1 0 0,4 25-37 0 0,-2 3-12 0 0,1-1 8 0 0,0 0 0 0 0,1 1 0 0 0,-1-1 0 0 0,0 0-1 0 0,0 0 1 0 0,1 1 0 0 0,-1-1 0 0 0,0 0 0 0 0,1 1-1 0 0,-1-1 1 0 0,1 1 0 0 0,-1-1 0 0 0,0 1-1 0 0,1-1 1 0 0,-1 1 0 0 0,1 0 0 0 0,-1-1 0 0 0,1 1-1 0 0,0 0 1 0 0,-1-1 0 0 0,1 1 0 0 0,0 0 0 0 0,-1-1-1 0 0,1 1 1 0 0,0 0 0 0 0,0 0 0 0 0,-1-1-1 0 0,1 1 1 0 0,0 0 0 0 0,0 0 0 0 0,0 1 0 0 0,0-1 0 0 0,-5 21 7 0 0,2 1 1 0 0,0-1 0 0 0,1 1-1 0 0,2-1 1 0 0,0 1 0 0 0,6 43-1 0 0,-4-51-546 0 0,1-1 0 0 0,8 28-1 0 0,5-8-2705 0 0,-13-31 2188 0 0,-1 1-1 0 0,1-1 1 0 0,0 0 0 0 0,-1 0-1 0 0,2 0 1 0 0,3 4 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9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0 112 356 0 0,'1'-46'10121'0'0,"0"17"-6033"0"0,1 29-3487 0 0,-1-1-563 0 0,0 1-1 0 0,0 0 0 0 0,-1 0 0 0 0,1 0 0 0 0,0 0 0 0 0,0-1 0 0 0,-1 1 0 0 0,1 0 1 0 0,0 0-1 0 0,0 1 0 0 0,-1-1 0 0 0,1 0 0 0 0,0 0 0 0 0,0 0 0 0 0,-1 0 0 0 0,2 1 0 0 0,4 5 109 0 0,1 0 0 0 0,-1 0 0 0 0,0 0 0 0 0,-1 1-1 0 0,1 0 1 0 0,-1 0 0 0 0,-1 0 0 0 0,1 1-1 0 0,-1 0 1 0 0,-1 0 0 0 0,0 0 0 0 0,0 0 0 0 0,0 0-1 0 0,2 14 1 0 0,-2-5 5 0 0,-1 1 0 0 0,-1-1 0 0 0,0 1 0 0 0,-1-1 1 0 0,-1 1-1 0 0,-4 23 0 0 0,5-40-134 0 0,0 1-1 0 0,0-1 1 0 0,-1 0 0 0 0,1 1 0 0 0,0-1-1 0 0,-1 1 1 0 0,1-1 0 0 0,-1 0 0 0 0,0 0-1 0 0,1 1 1 0 0,-2 1 0 0 0,1-3-16 0 0,1 0 1 0 0,0 0-1 0 0,0 0 1 0 0,-1 1-1 0 0,1-1 1 0 0,0 0-1 0 0,0 0 0 0 0,0 0 1 0 0,-1 0-1 0 0,1 0 1 0 0,0 0-1 0 0,-1 0 1 0 0,1 0-1 0 0,0 1 1 0 0,0-1-1 0 0,-1 0 0 0 0,1 0 1 0 0,0 0-1 0 0,0 0 1 0 0,-1 0-1 0 0,1 0 1 0 0,0-1-1 0 0,-1 1 0 0 0,1 0 1 0 0,0 0-1 0 0,0 0 1 0 0,-1 0-1 0 0,1 0 1 0 0,0 0-1 0 0,0 0 1 0 0,-1 0-1 0 0,1-1 0 0 0,0 1 1 0 0,-2-1-6 0 0,1-1 1 0 0,0 1 0 0 0,0 0-1 0 0,0-1 1 0 0,0 1 0 0 0,0-1-1 0 0,1 1 1 0 0,-1-1-1 0 0,0 0 1 0 0,1 1 0 0 0,-1-1-1 0 0,1 0 1 0 0,-1 1 0 0 0,1-1-1 0 0,0-2 1 0 0,-1-11-16 0 0,2-1 0 0 0,0 1 1 0 0,1 0-1 0 0,0 0 0 0 0,1 0 1 0 0,1 0-1 0 0,0 1 0 0 0,1-1 0 0 0,9-19 1 0 0,-9 25 43 0 0,-1 0 1 0 0,1 0-1 0 0,1 1 1 0 0,0-1 0 0 0,0 1-1 0 0,0 1 1 0 0,1-1-1 0 0,0 1 1 0 0,1 0-1 0 0,-1 0 1 0 0,1 1 0 0 0,1 0-1 0 0,-1 1 1 0 0,1 0-1 0 0,11-5 1 0 0,-17 9-8 0 0,0-1-1 0 0,1 1 1 0 0,-1 0 0 0 0,0 1 0 0 0,1-1 0 0 0,-1 1 0 0 0,1-1-1 0 0,-1 1 1 0 0,0 0 0 0 0,1 0 0 0 0,-1 1 0 0 0,1-1 0 0 0,-1 1-1 0 0,1-1 1 0 0,-1 1 0 0 0,0 0 0 0 0,0 0 0 0 0,1 1-1 0 0,-1-1 1 0 0,0 1 0 0 0,0-1 0 0 0,0 1 0 0 0,0 0 0 0 0,3 3-1 0 0,-1 0 23 0 0,0 1 0 0 0,-1-1 1 0 0,0 0-1 0 0,0 1 0 0 0,0 0 0 0 0,-1 0 0 0 0,0 0 0 0 0,0 1 0 0 0,0-1 0 0 0,-1 1 0 0 0,2 7 0 0 0,8 52-81 0 0,-3-11-1957 0 0,-7-45 348 0 0,1-1-1 0 0,0 1 1 0 0,7 14-1 0 0,-5-15-2182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49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31 145 3104 0 0,'6'-142'15372'0'0,"-6"140"-14336"0"0,7 10 41 0 0,-6-3-881 0 0,1 0 0 0 0,-1 0 0 0 0,1 1 0 0 0,-1-1 0 0 0,-1 0 0 0 0,1 0 0 0 0,-1 1 0 0 0,0 6 0 0 0,1 10 219 0 0,18 395 2504 0 0,-10-140-2796 0 0,-10-243-503 0 0,-2-26-340 0 0,-1-26 124 0 0,2-14 414 0 0,0-1 1 0 0,3 0 0 0 0,0 0 0 0 0,2 0 0 0 0,2 0 0 0 0,0 1 0 0 0,3 0 0 0 0,20-58 0 0 0,-19 69 139 0 0,0 1 0 0 0,1 1 1 0 0,1-1-1 0 0,0 2 0 0 0,17-20 0 0 0,-20 28 19 0 0,0 1-1 0 0,0 0 1 0 0,1 1-1 0 0,0 0 0 0 0,0 0 1 0 0,1 1-1 0 0,0 0 1 0 0,1 0-1 0 0,-1 2 1 0 0,21-9-1 0 0,-28 13 20 0 0,0 0 0 0 0,-1 0 0 0 0,1 1-1 0 0,0 0 1 0 0,0 0 0 0 0,0-1 0 0 0,-1 1 0 0 0,1 1 0 0 0,0-1 0 0 0,0 0 0 0 0,-1 1-1 0 0,1 0 1 0 0,0-1 0 0 0,2 2 0 0 0,-4-1 6 0 0,0-1-1 0 0,-1 0 1 0 0,1 1 0 0 0,-1-1-1 0 0,1 1 1 0 0,0-1-1 0 0,-1 1 1 0 0,1-1 0 0 0,-1 1-1 0 0,1 0 1 0 0,-1-1 0 0 0,0 1-1 0 0,1-1 1 0 0,-1 1 0 0 0,0 0-1 0 0,1-1 1 0 0,-1 1 0 0 0,0 0-1 0 0,0 0 1 0 0,0-1-1 0 0,1 1 1 0 0,-1 0 0 0 0,0 0-1 0 0,0-1 1 0 0,0 1 0 0 0,0 0-1 0 0,-1 1 1 0 0,-2 18 23 0 0,-2-10-11 0 0,-1 1-1 0 0,0-1 1 0 0,0 0 0 0 0,-1-1-1 0 0,0 0 1 0 0,-1 0-1 0 0,1 0 1 0 0,-2-1-1 0 0,1 0 1 0 0,-19 13-1 0 0,-9 2 31 0 0,-62 31-1 0 0,68-39-3 0 0,-79 33-204 0 0,107-47 151 0 0,4 1-58 0 0,2 2 94 0 0,1-1 0 0 0,0 0 0 0 0,1 1 0 0 0,-1-2 0 0 0,0 1 0 0 0,1-1 0 0 0,0 1 0 0 0,7 1 0 0 0,13 5 88 0 0,13 14 87 0 0,-2 2 1 0 0,48 40-1 0 0,5 4-2276 0 0,-69-54-751 0 0,2-1 0 0 0,31 14 0 0 0,-38-22-1237 0 0,-1-3-1823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50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14 217 252 0 0,'-3'-13'2398'0'0,"-1"0"1"0"0,2 0-1 0 0,0 0 1 0 0,0-23-1 0 0,2 31-1997 0 0,0 0 0 0 0,0 0 0 0 0,0 0 1 0 0,1 0-1 0 0,0 1 0 0 0,0-1 0 0 0,0 0 0 0 0,1 0 1 0 0,0 0-1 0 0,0 1 0 0 0,0-1 0 0 0,0 1 0 0 0,1-1 1 0 0,-1 1-1 0 0,6-6 0 0 0,-6 9-309 0 0,0-1 1 0 0,0 0-1 0 0,0 0 0 0 0,0 1 1 0 0,0-1-1 0 0,0 1 1 0 0,1 0-1 0 0,-1 0 0 0 0,1 0 1 0 0,-1 0-1 0 0,1 0 0 0 0,-1 0 1 0 0,1 1-1 0 0,-1-1 0 0 0,1 1 1 0 0,0-1-1 0 0,4 1 0 0 0,-3 1-28 0 0,1 0-1 0 0,-1-1 0 0 0,0 1 0 0 0,0 1 0 0 0,0-1 0 0 0,0 0 0 0 0,0 1 1 0 0,0 0-1 0 0,0 0 0 0 0,4 4 0 0 0,-2-2-22 0 0,0 0 0 0 0,-1 1 1 0 0,0 0-1 0 0,0 0 0 0 0,0 0 0 0 0,0 1 0 0 0,-1-1 1 0 0,0 1-1 0 0,0 0 0 0 0,-1 0 0 0 0,1 1 0 0 0,-1-1 0 0 0,2 10 1 0 0,-2-5 24 0 0,-1 0-1 0 0,0 0 1 0 0,-1 0 0 0 0,-1 1 0 0 0,0-1 0 0 0,0 0 0 0 0,-1 0 0 0 0,0 0 0 0 0,-1 0 0 0 0,-1 0-1 0 0,-3 12 1 0 0,-1-13-7 0 0,2-15-265 0 0,1-15-110 0 0,5 9 267 0 0,1 0 0 0 0,0-1 0 0 0,1 1 0 0 0,0 0 0 0 0,1 0 0 0 0,0 1 1 0 0,0-1-1 0 0,1 1 0 0 0,1 0 0 0 0,0 0 0 0 0,0 1 0 0 0,9-11 0 0 0,-2 5 9 0 0,0 1 0 0 0,1 0 0 0 0,1 0 0 0 0,0 2 0 0 0,1 0 0 0 0,18-11 0 0 0,-31 22 39 0 0,-1-1 0 0 0,1 1 0 0 0,-1-1 0 0 0,1 1 0 0 0,0 0 0 0 0,-1 0 0 0 0,1 0 0 0 0,0 1 0 0 0,0-1 0 0 0,-1 1 0 0 0,1-1-1 0 0,0 1 1 0 0,0 0 0 0 0,0 0 0 0 0,0 0 0 0 0,0 0 0 0 0,0 1 0 0 0,-1-1 0 0 0,1 1 0 0 0,4 1 0 0 0,-4 0 16 0 0,0-1-1 0 0,-1 1 1 0 0,1 0-1 0 0,-1 0 1 0 0,1 0 0 0 0,-1 0-1 0 0,0 1 1 0 0,0-1-1 0 0,0 1 1 0 0,0-1 0 0 0,0 1-1 0 0,0 0 1 0 0,-1-1-1 0 0,1 1 1 0 0,-1 0 0 0 0,0 0-1 0 0,0 0 1 0 0,1 4-1 0 0,1 10 73 0 0,0-1-1 0 0,-1 1 0 0 0,-1 30 0 0 0,-1-32-500 0 0,0-1 0 0 0,1 0-1 0 0,0 0 1 0 0,2 0 0 0 0,-1 0 0 0 0,6 16-1 0 0,-6-27-61 0 0,-1 1 0 0 0,1-1 0 0 0,0 1 0 0 0,1-1 0 0 0,-1 0 0 0 0,0 1 0 0 0,1-1 0 0 0,0 0 0 0 0,0-1 0 0 0,0 1 0 0 0,0 0 0 0 0,0-1-1 0 0,0 0 1 0 0,1 0 0 0 0,-1 0 0 0 0,1 0 0 0 0,-1 0 0 0 0,1-1 0 0 0,0 1 0 0 0,0-1 0 0 0,0 0 0 0 0,-1 0 0 0 0,1-1 0 0 0,7 1 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5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44 315 1912 0 0,'2'-57'9187'0'0,"-2"53"-8567"0"0,0-1 1 0 0,0 1-1 0 0,-1 0 1 0 0,0 0-1 0 0,0 0 1 0 0,0 0-1 0 0,0 0 1 0 0,-1 0-1 0 0,0 0 1 0 0,-3-7-1 0 0,-1-1 507 0 0,1 4-340 0 0,-4 15-581 0 0,7-4-182 0 0,0 1-1 0 0,1 0 1 0 0,-1 0 0 0 0,1 0-1 0 0,0 0 1 0 0,0 0 0 0 0,0 0-1 0 0,1 0 1 0 0,0 0 0 0 0,-1 0-1 0 0,2 0 1 0 0,0 9 0 0 0,-1-1 23 0 0,0-5-31 0 0,0 0 0 0 0,0 0 0 0 0,1 0 0 0 0,0 0 1 0 0,0 0-1 0 0,0 0 0 0 0,1 0 0 0 0,0 0 0 0 0,1 0 1 0 0,0-1-1 0 0,0 1 0 0 0,0-1 0 0 0,1 0 1 0 0,-1 0-1 0 0,1 0 0 0 0,1 0 0 0 0,-1-1 0 0 0,1 1 1 0 0,0-1-1 0 0,1 0 0 0 0,-1-1 0 0 0,1 0 1 0 0,0 1-1 0 0,0-2 0 0 0,0 1 0 0 0,0-1 0 0 0,1 0 1 0 0,-1 0-1 0 0,1-1 0 0 0,0 1 0 0 0,0-2 0 0 0,0 1 1 0 0,12 1-1 0 0,-11-2-3 0 0,0-1-1 0 0,1 0 1 0 0,-1 0-1 0 0,1 0 1 0 0,-1-1 0 0 0,1-1-1 0 0,-1 1 1 0 0,0-1 0 0 0,0-1-1 0 0,0 1 1 0 0,0-1 0 0 0,0-1-1 0 0,7-4 1 0 0,-11 6-6 0 0,0-1-1 0 0,0 0 1 0 0,0 0-1 0 0,0 0 1 0 0,-1-1 0 0 0,1 1-1 0 0,-1-1 1 0 0,0 0 0 0 0,0 0-1 0 0,0 0 1 0 0,-1 0-1 0 0,0-1 1 0 0,1 1 0 0 0,-1 0-1 0 0,-1-1 1 0 0,1 0 0 0 0,-1 1-1 0 0,0-1 1 0 0,0 0-1 0 0,0 0 1 0 0,0 0 0 0 0,-1 0-1 0 0,0-8 1 0 0,-1 6-13 0 0,0 0 0 0 0,0 0-1 0 0,-1 1 1 0 0,0-1 0 0 0,0 0 0 0 0,-1 0-1 0 0,1 1 1 0 0,-1 0 0 0 0,-1-1 0 0 0,1 1 0 0 0,-1 0-1 0 0,0 1 1 0 0,-1-1 0 0 0,1 1 0 0 0,-1 0 0 0 0,0 0-1 0 0,0 0 1 0 0,-1 0 0 0 0,0 1 0 0 0,1 0 0 0 0,-1 0-1 0 0,-1 1 1 0 0,1 0 0 0 0,0 0 0 0 0,-1 0 0 0 0,1 1-1 0 0,-1 0 1 0 0,0 0 0 0 0,0 1 0 0 0,0 0-1 0 0,0 0 1 0 0,0 0 0 0 0,0 1 0 0 0,0 0 0 0 0,0 0-1 0 0,0 1 1 0 0,0 0 0 0 0,0 0 0 0 0,0 1 0 0 0,0 0-1 0 0,0 0 1 0 0,1 1 0 0 0,-1-1 0 0 0,-11 8 0 0 0,14-8-4 0 0,0 1 0 0 0,1-1 1 0 0,-1 1-1 0 0,1 0 0 0 0,0 0 0 0 0,0 0 1 0 0,0 1-1 0 0,0-1 0 0 0,0 1 1 0 0,1-1-1 0 0,-1 1 0 0 0,1 0 1 0 0,0 0-1 0 0,0 0 0 0 0,1 0 1 0 0,-1 0-1 0 0,1 0 0 0 0,0 1 0 0 0,-1 5 1 0 0,2-6-71 0 0,0 0 1 0 0,0 0-1 0 0,0-1 1 0 0,1 1-1 0 0,-1 0 0 0 0,1-1 1 0 0,0 1-1 0 0,0 0 1 0 0,0-1-1 0 0,1 1 1 0 0,-1-1-1 0 0,1 0 1 0 0,0 1-1 0 0,0-1 0 0 0,0 0 1 0 0,0 0-1 0 0,1 0 1 0 0,-1-1-1 0 0,1 1 1 0 0,0 0-1 0 0,-1-1 1 0 0,7 5-1 0 0,5 0-410 0 0,-1 1 1 0 0,1-2-1 0 0,0 0 1 0 0,0 0-1 0 0,1-2 1 0 0,-1 0-1 0 0,1 0 0 0 0,0-1 1 0 0,1-1-1 0 0,15 0 1 0 0,0-1-409 0 0,0-1 1 0 0,0-2 0 0 0,60-11 0 0 0,-76 10 843 0 0,0-1 0 0 0,0-1 0 0 0,0 0 0 0 0,-1-1 0 0 0,0 0 0 0 0,22-15 0 0 0,-30 18 461 0 0,0-1-1 0 0,0-1 0 0 0,-1 1 0 0 0,1-1 1 0 0,-1 0-1 0 0,-1-1 0 0 0,1 1 1 0 0,-1-1-1 0 0,1 0 0 0 0,-2 0 0 0 0,1 0 1 0 0,-1 0-1 0 0,0-1 0 0 0,0 1 1 0 0,0-1-1 0 0,1-11 0 0 0,5-8 1532 0 0,-9 26-1935 0 0,0 0 1 0 0,0 0 0 0 0,0-1 0 0 0,0 1 0 0 0,0 0 0 0 0,0 0 0 0 0,0 0 0 0 0,0 0-1 0 0,0 0 1 0 0,0 0 0 0 0,0 0 0 0 0,0 0 0 0 0,0 0 0 0 0,0 0 0 0 0,0 0 0 0 0,0 0-1 0 0,0-1 1 0 0,0 1 0 0 0,0 0 0 0 0,0 0 0 0 0,0 0 0 0 0,0 0 0 0 0,0 0 0 0 0,0 0-1 0 0,0 0 1 0 0,0 0 0 0 0,0 0 0 0 0,0 0 0 0 0,0 0 0 0 0,1 0 0 0 0,-1 0 0 0 0,0 0 0 0 0,0 0-1 0 0,0 0 1 0 0,0 0 0 0 0,0 0 0 0 0,0 0 0 0 0,0 0 0 0 0,0 0 0 0 0,0 0 0 0 0,0 0-1 0 0,0 0 1 0 0,0 0 0 0 0,1 0 0 0 0,-1 0 0 0 0,0 0 0 0 0,0 0 0 0 0,0 0 0 0 0,0 0-1 0 0,0 0 1 0 0,0 0 0 0 0,0 0 0 0 0,0 0 0 0 0,0 0 0 0 0,0 0 0 0 0,0 0 0 0 0,0 0-1 0 0,0 0 1 0 0,1 0 0 0 0,-1 0 0 0 0,0 0 0 0 0,0 0 0 0 0,0 0 0 0 0,0 0 0 0 0,0 0 0 0 0,0 0-1 0 0,0 1 1 0 0,0-1 0 0 0,0 0 0 0 0,0 15 55 0 0,-2 15 5 0 0,3 51-1 0 0,0-66-26 0 0,1-1-1 0 0,0 1 0 0 0,1-1 1 0 0,1 0-1 0 0,8 22 0 0 0,-10-33-20 0 0,-1 1 1 0 0,1-1-1 0 0,0 1 0 0 0,0-1 1 0 0,1 0-1 0 0,-1 0 1 0 0,1 0-1 0 0,-1 0 0 0 0,1 0 1 0 0,0 0-1 0 0,0-1 0 0 0,0 1 1 0 0,1-1-1 0 0,-1 0 0 0 0,0 0 1 0 0,5 1-1 0 0,-3-1-80 0 0,0 0 0 0 0,0-1 0 0 0,0 0 1 0 0,0 0-1 0 0,1 0 0 0 0,-1-1 0 0 0,0 0 0 0 0,1 0 0 0 0,-1 0 0 0 0,10-2 1 0 0,-5 0-133 0 0,0-1 0 0 0,0 0 0 0 0,0-1 0 0 0,0 0 0 0 0,0 0 0 0 0,-1-1 1 0 0,0 0-1 0 0,0-1 0 0 0,0 0 0 0 0,-1 0 0 0 0,12-12 0 0 0,-1-4 33 0 0,-1-1 0 0 0,-2-1 0 0 0,0 0 0 0 0,20-44 0 0 0,-12 23 1302 0 0,-19 34-917 0 0,-4 9-203 0 0,1-1 1 0 0,-1 1-1 0 0,0-1 0 0 0,1 1 0 0 0,-1 0 0 0 0,1 0 0 0 0,0 0 0 0 0,3-4 0 0 0,-4 5-17 0 0,4 33-44 0 0,-3-15 56 0 0,2 0 0 0 0,-1-1-1 0 0,2 0 1 0 0,8 21 0 0 0,-10-31-1 0 0,0-1 0 0 0,0 0 1 0 0,0 0-1 0 0,1 0 0 0 0,-1 0 1 0 0,1-1-1 0 0,0 1 0 0 0,1-1 1 0 0,-1 0-1 0 0,1 0 0 0 0,0-1 1 0 0,0 1-1 0 0,0-1 1 0 0,0 0-1 0 0,8 3 0 0 0,-3-2 8 0 0,0-1 1 0 0,1 0-1 0 0,-1 0 0 0 0,1-1 0 0 0,0 0 1 0 0,0-1-1 0 0,-1 0 0 0 0,1-1 0 0 0,0 0 0 0 0,0-1 1 0 0,0 0-1 0 0,20-5 0 0 0,-24 4-12 0 0,-1 0 0 0 0,1 0 0 0 0,0-1 0 0 0,-1 0 0 0 0,1 0 0 0 0,-1 0 0 0 0,0-1 0 0 0,0 0-1 0 0,0 0 1 0 0,-1-1 0 0 0,0 1 0 0 0,1-1 0 0 0,-2 0 0 0 0,1-1 0 0 0,0 1 0 0 0,-1-1 0 0 0,0 0 0 0 0,-1 0 0 0 0,1 0 0 0 0,3-11 0 0 0,-3 7 14 0 0,-2 1-1 0 0,1-1 1 0 0,-1 1 0 0 0,-1-1 0 0 0,0 0 0 0 0,0 0 0 0 0,-1 1 0 0 0,0-1 0 0 0,0 0 0 0 0,-1 0 0 0 0,-1 0 0 0 0,0 1 0 0 0,0-1 0 0 0,-6-15-1 0 0,3 14-12 0 0,0 1-1 0 0,0-1 1 0 0,-1 2-1 0 0,-1-1 1 0 0,0 0-1 0 0,0 1 1 0 0,0 0-1 0 0,-1 1 1 0 0,-1 0-1 0 0,1 0 1 0 0,-20-12-1 0 0,27 19-14 0 0,0 0-1 0 0,0 0 1 0 0,0 1 0 0 0,0-1 0 0 0,0 0-1 0 0,0 1 1 0 0,0-1 0 0 0,-1 1 0 0 0,1 0-1 0 0,0-1 1 0 0,0 1 0 0 0,0 0-1 0 0,-1 0 1 0 0,1-1 0 0 0,0 1 0 0 0,0 0-1 0 0,-1 0 1 0 0,1 0 0 0 0,0 1 0 0 0,0-1-1 0 0,-1 0 1 0 0,1 0 0 0 0,0 1-1 0 0,0-1 1 0 0,-1 1 0 0 0,1-1 0 0 0,0 1-1 0 0,0-1 1 0 0,0 1 0 0 0,0 0 0 0 0,0-1-1 0 0,-2 3 1 0 0,3-2 4 0 0,0-1 0 0 0,0 1 1 0 0,-1 0-1 0 0,1 0 0 0 0,0-1 0 0 0,0 1 0 0 0,0 0 1 0 0,0 0-1 0 0,0-1 0 0 0,0 1 0 0 0,0 0 1 0 0,0 0-1 0 0,1 0 0 0 0,-1-1 0 0 0,0 1 0 0 0,0 0 1 0 0,1 0-1 0 0,-1-1 0 0 0,0 1 0 0 0,1 0 0 0 0,-1-1 1 0 0,1 1-1 0 0,-1 0 0 0 0,0-1 0 0 0,1 1 1 0 0,1 0-1 0 0,14 15-145 0 0,-8-10-51 0 0,0 0 0 0 0,1-1 0 0 0,0-1 0 0 0,0 1 0 0 0,0-2 0 0 0,1 1-1 0 0,-1-1 1 0 0,1 0 0 0 0,13 1 0 0 0,14 1-720 0 0,41 1 1 0 0,-70-6 781 0 0,56 3-425 0 0,-1-4 0 0 0,1-2-1 0 0,107-19 1 0 0,-65-6 5950 0 0,-103 27-5215 0 0,-2 1-166 0 0,0 0-1 0 0,-1 0 1 0 0,1 0-1 0 0,0 0 1 0 0,0 0 0 0 0,0 0-1 0 0,0 0 1 0 0,-1 0 0 0 0,1 0-1 0 0,0 0 1 0 0,0 1-1 0 0,0-1 1 0 0,0 0 0 0 0,-1 1-1 0 0,1-1 1 0 0,0 0 0 0 0,0 1-1 0 0,-1-1 1 0 0,1 1-1 0 0,0-1 1 0 0,-1 1 0 0 0,1-1-1 0 0,-1 1 1 0 0,2 1 0 0 0,-1 0 17 0 0,0-1-1 0 0,-1 1 1 0 0,1 0 0 0 0,0-1 0 0 0,-1 1 0 0 0,1 0 0 0 0,-1 0 0 0 0,0 0 0 0 0,0 0 0 0 0,1 3 0 0 0,-2 5 143 0 0,0-1 0 0 0,0 1 0 0 0,-4 13 0 0 0,-47 162 776 0 0,40-142-163 0 0,12-42-715 0 0,2-3-50 0 0,-1 1-1 0 0,0-1 1 0 0,0 0 0 0 0,0 0-1 0 0,0 0 1 0 0,0 0 0 0 0,0 0 0 0 0,0 0-1 0 0,0-4 1 0 0,0 5-11 0 0,12-35-14 0 0,2 2 0 0 0,28-48 1 0 0,-33 66-31 0 0,0 1-1 0 0,0 1 1 0 0,2 0 0 0 0,-1 1 0 0 0,2 0 0 0 0,0 0 0 0 0,18-12 0 0 0,-27 22 14 0 0,0 0 0 0 0,1 0 1 0 0,-1 1-1 0 0,1 0 0 0 0,-1 0 1 0 0,1 0-1 0 0,0 0 0 0 0,0 1 1 0 0,-1 0-1 0 0,1 0 1 0 0,0 0-1 0 0,0 1 0 0 0,0-1 1 0 0,0 1-1 0 0,10 1 0 0 0,-11 0 23 0 0,0 0 0 0 0,-1 0 0 0 0,1 0-1 0 0,-1 1 1 0 0,0-1 0 0 0,1 1-1 0 0,-1 0 1 0 0,0 0 0 0 0,0 0 0 0 0,0 0-1 0 0,0 0 1 0 0,0 1 0 0 0,-1-1 0 0 0,1 1-1 0 0,-1 0 1 0 0,0 0 0 0 0,1 0-1 0 0,-1 0 1 0 0,-1 0 0 0 0,1 1 0 0 0,0-1-1 0 0,1 4 1 0 0,0 5 89 0 0,0-1 0 0 0,0 1-1 0 0,-1 0 1 0 0,1 17 0 0 0,-2-20-492 0 0,-1 0 1 0 0,1 0 0 0 0,1 0 0 0 0,0 0 0 0 0,0 0-1 0 0,1-1 1 0 0,0 1 0 0 0,5 9 0 0 0,2-11-2260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51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67 168 3552 0 0,'-23'-59'7692'0'0,"15"37"-4160"0"0,0-1 0 0 0,-17-27 1 0 0,25 50-3490 0 0,0-1 0 0 0,0 1 0 0 0,0 0 0 0 0,-1 0 1 0 0,1-1-1 0 0,0 1 0 0 0,0 0 0 0 0,0 0 0 0 0,0-1 1 0 0,-1 1-1 0 0,1 0 0 0 0,0-1 0 0 0,0 1 0 0 0,0 0 1 0 0,0-1-1 0 0,0 1 0 0 0,0 0 0 0 0,0-1 0 0 0,0 1 1 0 0,0 0-1 0 0,0-1 0 0 0,0 1 0 0 0,0 0 0 0 0,0-1 1 0 0,0 1-1 0 0,0 0 0 0 0,0-1 0 0 0,1 1 0 0 0,-1 0 1 0 0,0-1-1 0 0,0 1 0 0 0,0 0 0 0 0,0 0 0 0 0,1-1 1 0 0,-1 1-1 0 0,14-2 1099 0 0,15 8 50 0 0,-5 6-855 0 0,1 0 1 0 0,-2 2-1 0 0,0 1 1 0 0,0 1-1 0 0,-2 0 1 0 0,0 2 0 0 0,30 32-1 0 0,-22-17-164 0 0,-1 1 1 0 0,-2 2-1 0 0,43 75 0 0 0,-55-82-153 0 0,0 0-1 0 0,-2 0 0 0 0,-1 1 1 0 0,-2 1-1 0 0,-1 0 0 0 0,-1 0 1 0 0,-2 1-1 0 0,3 63 1 0 0,-8-65-635 0 0,-2 1 0 0 0,-1 0 0 0 0,-1-1 0 0 0,-2 0 0 0 0,-15 50 0 0 0,7-42-1194 0 0,-1 0-1 0 0,-26 43 0 0 0,-19 17-5561 0 0,1-14-3033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5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3420 0 0,'-12'22'2989'0'0,"4"-5"-1433"0"0,-1-2-824 0 0,6 0-448 0 0,0-3-1056 0 0,1-2-1816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2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10 2196 0 0,'-9'-6'9129'0'0,"8"5"-9012"0"0,0 1 0 0 0,1 0 0 0 0,-1-1 0 0 0,0 1-1 0 0,1 0 1 0 0,-1-1 0 0 0,0 1 0 0 0,1 0 0 0 0,-1 0 0 0 0,0 0 0 0 0,0-1 0 0 0,0 1-1 0 0,1 0 1 0 0,-1 0 0 0 0,0 0 0 0 0,0 1 0 0 0,1-1 0 0 0,-1 0 0 0 0,0 0 0 0 0,0 0-1 0 0,1 0 1 0 0,-1 1 0 0 0,0-1 0 0 0,1 0 0 0 0,-1 1 0 0 0,0-1 0 0 0,1 0 0 0 0,-1 1-1 0 0,0-1 1 0 0,1 1 0 0 0,-1-1 0 0 0,1 1 0 0 0,-1-1 0 0 0,1 1 0 0 0,-1 0 0 0 0,1-1-1 0 0,-1 1 1 0 0,1 0 0 0 0,0-1 0 0 0,-1 1 0 0 0,1 0 0 0 0,0-1 0 0 0,-1 1 0 0 0,1 0-1 0 0,0 0 1 0 0,0 1 0 0 0,-1 5-180 0 0,0 1-1 0 0,1-1 0 0 0,-1 1 1 0 0,3 9-1 0 0,-2 0 487 0 0,0 88-234 0 0,-3 336 13 0 0,-15-197 53 0 0,16-231-361 0 0,2-11-42 0 0,0-1 0 0 0,0 1 0 0 0,0 0 1 0 0,-1 0-1 0 0,1 0 0 0 0,0 0 0 0 0,-1-1 0 0 0,0 1 0 0 0,1 0 0 0 0,-1 0 0 0 0,0-1 0 0 0,0 1 1 0 0,0-1-1 0 0,-2 3 0 0 0,-8-8-3508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3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139 251 1160 0 0,'-3'-23'3073'0'0,"1"6"-1158"0"0,1 0 1 0 0,0 0-1 0 0,4-33 0 0 0,-3 45-1808 0 0,1 0 0 0 0,1 0 0 0 0,-1-1 0 0 0,1 1 0 0 0,0 0 0 0 0,0 0 0 0 0,1 0 0 0 0,-1 1 0 0 0,1-1 0 0 0,0 1 0 0 0,0-1 0 0 0,1 1 0 0 0,-1 0 0 0 0,1 0 0 0 0,0 0 0 0 0,7-4 0 0 0,-2 2-88 0 0,1 0 1 0 0,0 1 0 0 0,0 0-1 0 0,1 1 1 0 0,0 0 0 0 0,0 1 0 0 0,0 0-1 0 0,0 0 1 0 0,0 1 0 0 0,0 1-1 0 0,1 0 1 0 0,-1 1 0 0 0,0 0 0 0 0,1 0-1 0 0,21 5 1 0 0,-22-3-22 0 0,1 0 0 0 0,-1 0 1 0 0,0 2-1 0 0,0-1 0 0 0,0 1 0 0 0,-1 1 0 0 0,1 0 1 0 0,-1 1-1 0 0,0-1 0 0 0,-1 2 0 0 0,0 0 0 0 0,0 0 1 0 0,0 0-1 0 0,0 1 0 0 0,12 16 0 0 0,-18-19 13 0 0,1 1-1 0 0,-1 0 0 0 0,0 0 1 0 0,-1 0-1 0 0,1 0 0 0 0,-1 1 1 0 0,0-1-1 0 0,-1 1 0 0 0,1-1 1 0 0,-1 1-1 0 0,0 8 0 0 0,-1-4 5 0 0,-1 0 1 0 0,0 0-1 0 0,0 0 0 0 0,-1 0 1 0 0,-1 0-1 0 0,-4 14 0 0 0,-1-5 12 0 0,-1 0 0 0 0,-1 0 0 0 0,-1 0 0 0 0,-1-1 0 0 0,0-1 0 0 0,-19 22 0 0 0,13-20 222 0 0,-1 0 0 0 0,-1-2 0 0 0,0 0 0 0 0,-1-1 0 0 0,-1-1 0 0 0,-1-1 0 0 0,0-1 0 0 0,-1-2 0 0 0,0 0 0 0 0,-1-1 0 0 0,0-1 0 0 0,-1-2 0 0 0,0 0 0 0 0,-29 3 0 0 0,6-1 1407 0 0,47-9-1441 0 0,-25 2 799 0 0,25-3-708 0 0,-4 0-150 0 0,-10 1 228 0 0,16 0-326 0 0,10 3-162 0 0,3 1 90 0 0,0 0-1 0 0,0 1 1 0 0,0 0-1 0 0,-1 1 1 0 0,0 1-1 0 0,-1 0 1 0 0,14 11-1 0 0,6 9 17 0 0,33 38 0 0 0,-28-22-22 0 0,47 73 0 0 0,-51-69 24 0 0,56 66 0 0 0,-83-108 9 0 0,0 0-1 0 0,0-1 1 0 0,1 0-1 0 0,0 0 1 0 0,0 0-1 0 0,0-1 1 0 0,1 1-1 0 0,7 2 1 0 0,-8-5-1 0 0,-1 0 0 0 0,0-1 0 0 0,1 0-1 0 0,-1 0 1 0 0,1 0 0 0 0,0-1 0 0 0,-1 0 0 0 0,1 0 0 0 0,-1 0 0 0 0,1-1 0 0 0,-1 0 0 0 0,1 0 0 0 0,-1 0 0 0 0,1-1 0 0 0,4-2 0 0 0,-3 1 41 0 0,1 0 1 0 0,-1-1-1 0 0,-1 0 1 0 0,1 0-1 0 0,-1 0 1 0 0,1-1 0 0 0,-1 0-1 0 0,-1 0 1 0 0,1-1-1 0 0,-1 0 1 0 0,8-10-1 0 0,-12 14 23 0 0,4-5 570 0 0,4-5-4566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4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0 432 0 0,'0'0'2900'0'0,"-15"0"-4864"0"0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9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1 712 0 0,'-33'6'5849'0'0,"-59"13"6996"0"0,90-19-12437 0 0,-18 1 784 0 0,29 0-716 0 0,35-1-571 0 0,20-5-2706 0 0,-15 2-6344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9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36 1596 0 0,'-191'91'19961'0'0,"221"-93"-19931"0"0,0-2 0 0 0,1 0 0 0 0,-1-3 0 0 0,29-9-1 0 0,12-3-1318 0 0,59-13-3145 0 0,-44 6-2177 0 0,-35 9-357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0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45 432 0 0,'-1'-3'2740'0'0,"-13"-38"9587"0"0,14 41-12296 0 0,-1 0-1 0 0,1 1 0 0 0,-1-1 1 0 0,1 0-1 0 0,-1 1 1 0 0,1-1-1 0 0,0 1 0 0 0,-1-1 1 0 0,1 1-1 0 0,0-1 0 0 0,0 1 1 0 0,-1-1-1 0 0,1 1 0 0 0,0-1 1 0 0,0 1-1 0 0,0 0 1 0 0,0-1-1 0 0,0 1 0 0 0,0-1 1 0 0,0 1-1 0 0,0-1 0 0 0,0 1 1 0 0,0 0-1 0 0,0-1 0 0 0,0 2 1 0 0,1 20 506 0 0,-1-19-413 0 0,-5 312 2588 0 0,-3-104-5455 0 0,10-173 303 0 0,-1-2-4900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0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47 265 1536 0 0,'-10'-22'2783'0'0,"1"0"-1"0"0,1-1 1 0 0,1 0-1 0 0,-4-28 1 0 0,10 47-2655 0 0,1 0 0 0 0,0 0 1 0 0,0 0-1 0 0,0 0 0 0 0,0 0 0 0 0,1 0 1 0 0,-1 0-1 0 0,1 0 0 0 0,0 0 1 0 0,0 0-1 0 0,1 1 0 0 0,-1-1 1 0 0,1 0-1 0 0,0 1 0 0 0,0-1 0 0 0,0 1 1 0 0,4-5-1 0 0,-2 3-62 0 0,0 1 1 0 0,1 0-1 0 0,0 1 0 0 0,-1-1 1 0 0,1 1-1 0 0,1 0 1 0 0,-1 0-1 0 0,0 0 0 0 0,1 1 1 0 0,10-3-1 0 0,-4 1-50 0 0,1 2 0 0 0,0-1 0 0 0,0 2 0 0 0,0 0 0 0 0,0 0 0 0 0,1 1-1 0 0,-1 1 1 0 0,0 0 0 0 0,0 1 0 0 0,14 3 0 0 0,-20-3-1 0 0,0 0 0 0 0,-1 1 1 0 0,1 0-1 0 0,-1 0 0 0 0,1 0 0 0 0,-1 1 0 0 0,0-1 1 0 0,-1 2-1 0 0,1-1 0 0 0,-1 0 0 0 0,1 1 0 0 0,-1 0 0 0 0,-1 1 1 0 0,1-1-1 0 0,-1 1 0 0 0,0 0 0 0 0,0 0 0 0 0,0 0 1 0 0,-1 0-1 0 0,0 1 0 0 0,-1-1 0 0 0,1 1 0 0 0,-1 0 0 0 0,0-1 1 0 0,-1 1-1 0 0,0 0 0 0 0,0 0 0 0 0,0 0 0 0 0,-1 1 1 0 0,0-1-1 0 0,0 0 0 0 0,-1 0 0 0 0,0 0 0 0 0,-2 9 0 0 0,-1 0 3 0 0,-1 0-1 0 0,-1 0 1 0 0,0 0-1 0 0,-1-1 1 0 0,0 0-1 0 0,-2-1 1 0 0,1 1-1 0 0,-21 23 1 0 0,15-21 161 0 0,-1-2 1 0 0,-1 1-1 0 0,0-2 1 0 0,-1 0-1 0 0,0-1 0 0 0,-25 14 1 0 0,12-6 546 0 0,30-20-725 0 0,1 0-1 0 0,-1 0 1 0 0,0-1-1 0 0,1 1 1 0 0,-1 0-1 0 0,0 0 1 0 0,1-1-1 0 0,-1 1 1 0 0,1 0 0 0 0,-1-1-1 0 0,1 1 1 0 0,-1-1-1 0 0,1 1 1 0 0,0 0-1 0 0,-1-1 1 0 0,1 1-1 0 0,0-1 1 0 0,0 0 0 0 0,-1 1-1 0 0,1-1 1 0 0,0 0-1 0 0,0 1 1 0 0,-1-1-1 0 0,1 0 1 0 0,0 0-1 0 0,0 1 1 0 0,1-1 0 0 0,0 0 0 0 0,40 18-101 0 0,-1 3 0 0 0,-1 1 0 0 0,53 38-1 0 0,26 16-4487 0 0,-63-50-2498 0 0,-27-15 214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1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335 166 3268 0 0,'-8'-26'5760'0'0,"-12"-32"-1"0"0,17 51-5107 0 0,0-1-1 0 0,-1 2 0 0 0,0-1 0 0 0,0 0 1 0 0,0 1-1 0 0,-1 0 0 0 0,0 0 0 0 0,-1 0 1 0 0,-7-7-1 0 0,12 12-585 0 0,-1 0-1 0 0,0 0 1 0 0,0 0 0 0 0,1 0 0 0 0,-1 0-1 0 0,0 0 1 0 0,0 1 0 0 0,0-1 0 0 0,0 0 0 0 0,0 1-1 0 0,0 0 1 0 0,0-1 0 0 0,0 1 0 0 0,0 0-1 0 0,0 0 1 0 0,0 0 0 0 0,0 0 0 0 0,-4 1-1 0 0,2 1-15 0 0,-1-1 0 0 0,1 1 0 0 0,-1 0 1 0 0,1 0-1 0 0,0 0 0 0 0,0 0 0 0 0,-7 6 0 0 0,-2 4-23 0 0,0-1 0 0 0,1 2 0 0 0,-16 19 0 0 0,13-11 4 0 0,0 0-1 0 0,1 1 0 0 0,-18 37 1 0 0,26-45 3 0 0,1 0 0 0 0,0 0 0 0 0,1 0 0 0 0,0 1 0 0 0,1-1 0 0 0,1 1 0 0 0,-1 24 0 0 0,2-36-39 0 0,1-1 0 0 0,0 1-1 0 0,1 0 1 0 0,-1-1 0 0 0,0 1 0 0 0,1-1 0 0 0,0 1-1 0 0,-1-1 1 0 0,1 1 0 0 0,0-1 0 0 0,0 1-1 0 0,0-1 1 0 0,1 0 0 0 0,-1 1 0 0 0,1-1-1 0 0,-1 0 1 0 0,1 0 0 0 0,-1 0 0 0 0,1 0 0 0 0,0 0-1 0 0,0-1 1 0 0,0 1 0 0 0,0-1 0 0 0,1 1-1 0 0,-1-1 1 0 0,0 0 0 0 0,0 1 0 0 0,5 0 0 0 0,-3-1-47 0 0,0 0 0 0 0,0 0 0 0 0,1-1 1 0 0,-1 1-1 0 0,0-1 0 0 0,0 0 0 0 0,1-1 1 0 0,-1 1-1 0 0,0-1 0 0 0,1 1 1 0 0,-1-1-1 0 0,0 0 0 0 0,0-1 0 0 0,0 1 1 0 0,0-1-1 0 0,0 0 0 0 0,4-2 0 0 0,-1-1-28 0 0,1-1 0 0 0,-1 1 0 0 0,0-1 0 0 0,-1-1 0 0 0,1 1 0 0 0,-1-1 0 0 0,0 0 0 0 0,-1-1 0 0 0,9-13 0 0 0,0-7 2 0 0,17-43-1 0 0,-24 52 110 0 0,2-8 398 0 0,5-10 178 0 0,-14 36-602 0 0,0 1 1 0 0,0 0-1 0 0,0-1 0 0 0,1 1 0 0 0,-1 0 0 0 0,0-1 0 0 0,0 1 0 0 0,0 0 0 0 0,0-1 0 0 0,1 1 0 0 0,-1 0 0 0 0,0 0 0 0 0,0-1 0 0 0,1 1 0 0 0,-1 0 0 0 0,0 0 0 0 0,1-1 0 0 0,-1 1 0 0 0,0 0 1 0 0,0 0-1 0 0,1 0 0 0 0,-1 0 0 0 0,0 0 0 0 0,1-1 0 0 0,-1 1 0 0 0,0 0 0 0 0,1 0 0 0 0,-1 0 0 0 0,1 0 0 0 0,-1 0 0 0 0,0 0 0 0 0,1 0 0 0 0,-1 0 0 0 0,1 0 0 0 0,7 12 85 0 0,3 25-35 0 0,-10-33-47 0 0,13 74 64 0 0,4 11-2250 0 0,-14-74 213 0 0,0-1 0 0 0,8 15 0 0 0,-11-27 1404 0 0,0-1 0 0 0,0 1 0 0 0,0 0 0 0 0,0-1 0 0 0,0 1 0 0 0,0 0 0 0 0,0-1 0 0 0,0 1 0 0 0,1-1 0 0 0,-1 0-1 0 0,3 2 1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1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3 135 804 0 0,'-2'-65'12441'0'0,"5"41"-9980"0"0,-2 23-2410 0 0,-1 0-1 0 0,0 0 1 0 0,1 0-1 0 0,0 1 1 0 0,-1-1-1 0 0,1 0 1 0 0,-1 0-1 0 0,1 1 1 0 0,0-1 0 0 0,-1 0-1 0 0,1 1 1 0 0,0-1-1 0 0,0 1 1 0 0,0-1-1 0 0,-1 1 1 0 0,1-1-1 0 0,0 1 1 0 0,0 0-1 0 0,0 0 1 0 0,0-1 0 0 0,0 1-1 0 0,0 0 1 0 0,0 0-1 0 0,0 0 1 0 0,-1 0-1 0 0,1 0 1 0 0,0 0-1 0 0,2 0 1 0 0,23 4 631 0 0,-18-2-532 0 0,0 1-1 0 0,0 1 0 0 0,0 0 1 0 0,-1 0-1 0 0,0 0 0 0 0,0 1 1 0 0,0 0-1 0 0,0 1 1 0 0,-1-1-1 0 0,0 1 0 0 0,0 0 1 0 0,5 8-1 0 0,-1-1 7 0 0,-1 0 0 0 0,0 1 0 0 0,-1 0-1 0 0,-1 1 1 0 0,8 19 0 0 0,-11-24-81 0 0,-1 1 0 0 0,-1 0 0 0 0,1 0-1 0 0,-2 0 1 0 0,1 1 0 0 0,-1 14 0 0 0,-1-21-49 0 0,0 1 1 0 0,-1-1 0 0 0,1 0 0 0 0,-1 1 0 0 0,0-1 0 0 0,-1 0-1 0 0,1 0 1 0 0,-1 0 0 0 0,0 0 0 0 0,0 0 0 0 0,0 0 0 0 0,-1-1-1 0 0,0 1 1 0 0,0-1 0 0 0,-4 6 0 0 0,6-10-23 0 0,1 1-1 0 0,-1 0 1 0 0,0 0-1 0 0,1-1 1 0 0,-1 1-1 0 0,0 0 1 0 0,0-1-1 0 0,0 1 1 0 0,0-1-1 0 0,0 1 1 0 0,0-1-1 0 0,0 1 1 0 0,0-1 0 0 0,0 0-1 0 0,0 0 1 0 0,0 1-1 0 0,0-1 1 0 0,0 0-1 0 0,0 0 1 0 0,0 0-1 0 0,0 0 1 0 0,0 0-1 0 0,0 0 1 0 0,0 0-1 0 0,0-1 1 0 0,0 1-1 0 0,-1-1 1 0 0,0 0-6 0 0,0 0 0 0 0,0 0 0 0 0,0-1 0 0 0,0 1 0 0 0,0-1 0 0 0,1 1 0 0 0,-1-1 0 0 0,1 0 0 0 0,-1 0 0 0 0,1 0 0 0 0,-2-2 0 0 0,-2-5-26 0 0,0-1 0 0 0,1 1 0 0 0,-5-17 0 0 0,7 18 13 0 0,1-1 1 0 0,0 1-1 0 0,0 0 1 0 0,0-1-1 0 0,1 1 0 0 0,1-1 1 0 0,-1 1-1 0 0,1-1 1 0 0,1 1-1 0 0,-1-1 1 0 0,2 1-1 0 0,-1 0 1 0 0,6-13-1 0 0,-1 6 0 0 0,2-1 0 0 0,-1 1 0 0 0,2 0 0 0 0,0 1 0 0 0,15-18 0 0 0,-17 24 7 0 0,0 0 1 0 0,1 0-1 0 0,-1 1 1 0 0,1 0-1 0 0,1 0 1 0 0,-1 1-1 0 0,1 0 0 0 0,0 1 1 0 0,1 0-1 0 0,14-5 1 0 0,-22 9 12 0 0,0 1 1 0 0,0-1-1 0 0,0 1 0 0 0,0 0 0 0 0,0 0 1 0 0,0 0-1 0 0,0 0 0 0 0,0 0 1 0 0,0 1-1 0 0,0-1 0 0 0,0 1 1 0 0,0 0-1 0 0,0 0 0 0 0,-1 0 0 0 0,1 0 1 0 0,0 0-1 0 0,0 1 0 0 0,-1-1 1 0 0,1 1-1 0 0,-1-1 0 0 0,1 1 0 0 0,-1 0 1 0 0,0 0-1 0 0,0 1 0 0 0,0-1 1 0 0,0 0-1 0 0,0 1 0 0 0,0-1 1 0 0,-1 1-1 0 0,3 3 0 0 0,1 5 50 0 0,1 0 0 0 0,-2 0 0 0 0,0 0 0 0 0,0 0 0 0 0,-1 1 0 0 0,2 13 0 0 0,-2 1 58 0 0,-1-1 0 0 0,-4 44 0 0 0,1-44-1606 0 0,1 0-1 0 0,5 41 1 0 0,-5-61 410 0 0,1-1 0 0 0,1 0-1 0 0,-1 0 1 0 0,1 0 0 0 0,-1 0-1 0 0,1 0 1 0 0,4 5-1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1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130 155 188 0 0,'-37'-135'22323'0'0,"31"118"-20304"0"0,6 17-1994 0 0,0-1 1 0 0,0 1-1 0 0,0 0 0 0 0,0 0 0 0 0,0 0 0 0 0,0 0 1 0 0,0 0-1 0 0,0 0 0 0 0,0 0 0 0 0,0 0 0 0 0,0-1 1 0 0,-1 1-1 0 0,1 0 0 0 0,0 0 0 0 0,0 0 0 0 0,0 0 1 0 0,0 0-1 0 0,0 0 0 0 0,0 0 0 0 0,0 0 1 0 0,0 0-1 0 0,-1 0 0 0 0,1 0 0 0 0,0 0 0 0 0,0 0 1 0 0,0 0-1 0 0,0 0 0 0 0,0 0 0 0 0,0 0 0 0 0,-1 0 1 0 0,1 0-1 0 0,0 0 0 0 0,0 0 0 0 0,0 0 0 0 0,0 0 1 0 0,0 0-1 0 0,0 0 0 0 0,0 0 0 0 0,-1 0 0 0 0,1 0 1 0 0,0 0-1 0 0,0 0 0 0 0,0 0 0 0 0,0 0 0 0 0,0 0 1 0 0,0 0-1 0 0,0 0 0 0 0,0 1 0 0 0,-1-1 0 0 0,1 0 1 0 0,0 0-1 0 0,0 0 0 0 0,-1 2 99 0 0,0 0 0 0 0,1 0 0 0 0,-1 1 0 0 0,1-1 0 0 0,-1 0 0 0 0,1 0 0 0 0,-1 0 0 0 0,1 1 0 0 0,0 2 0 0 0,-6 337 3712 0 0,-26-3-3348 0 0,24-293-631 0 0,-6 42-2260 0 0,3-29-3244 0 0,6-43 2648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88 3332 0 0,'37'-88'18103'0'0,"-40"89"-17701"0"0,-15 4-176 0 0,1 1 0 0 0,0 0 1 0 0,0 1-1 0 0,1 1 1 0 0,-18 11-1 0 0,-8 4-44 0 0,-150 83-41 0 0,191-106-144 0 0,-1 1 0 0 0,1 0 0 0 0,0 0 0 0 0,-1 0 0 0 0,1 0 0 0 0,0 0 1 0 0,0 0-1 0 0,0 0 0 0 0,0 0 0 0 0,0 0 0 0 0,0 1 0 0 0,0-1 0 0 0,0 0 0 0 0,1 0 0 0 0,-1 1 0 0 0,0-1 0 0 0,1 1 0 0 0,-1-1 0 0 0,1 1 0 0 0,0-1 0 0 0,-1 3 0 0 0,1-2 1 0 0,0 1-1 0 0,1-1 0 0 0,-1 1 1 0 0,1-1-1 0 0,-1 0 1 0 0,1 1-1 0 0,0-1 0 0 0,0 0 1 0 0,0 0-1 0 0,0 0 0 0 0,0 0 1 0 0,3 3-1 0 0,4 6-6 0 0,1-1-1 0 0,0-1 0 0 0,1 0 1 0 0,10 9-1 0 0,-12-12-4 0 0,194 157 261 0 0,-135-111-163 0 0,-67-52-108 0 0,22 17-674 0 0,29 18-1 0 0,-10-15-2910 0 0,-35-19 2190 0 0,-1 1 0 0 0,1-1 0 0 0,-1 0 0 0 0,1 0 0 0 0,8 0 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2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377 168 536 0 0,'1'-14'2945'0'0,"2"-6"942"0"0,-2 0 0 0 0,0 0 1 0 0,-1 0-1 0 0,-1 0 0 0 0,-5-25 0 0 0,5 45-3836 0 0,1-1-1 0 0,-1 0 1 0 0,1 1-1 0 0,-1-1 1 0 0,1 1-1 0 0,-1-1 1 0 0,0 0-1 0 0,1 1 1 0 0,-1-1-1 0 0,0 1 1 0 0,0 0-1 0 0,1-1 1 0 0,-1 1-1 0 0,0-1 1 0 0,0 1-1 0 0,0 0 1 0 0,1 0-1 0 0,-1 0 1 0 0,0-1-1 0 0,0 1 1 0 0,0 0-1 0 0,0 0 1 0 0,0 0-1 0 0,1 0 1 0 0,-1 0-1 0 0,0 1 0 0 0,0-1 1 0 0,0 0-1 0 0,0 0 1 0 0,1 0-1 0 0,-3 1 1 0 0,-26 8 357 0 0,29-9-405 0 0,-16 7 99 0 0,0 1 0 0 0,0 1 0 0 0,1 0 0 0 0,0 1 0 0 0,1 1 0 0 0,0 0 0 0 0,1 1 0 0 0,-22 25 0 0 0,14-12-70 0 0,1 1 0 0 0,1 1 1 0 0,-29 56-1 0 0,38-61-5 0 0,1 0-1 0 0,0 0 1 0 0,2 1 0 0 0,1 1 0 0 0,0-1-1 0 0,2 1 1 0 0,-2 30 0 0 0,5-42 0 0 0,1-1-1 0 0,0 1 1 0 0,0 0 0 0 0,2 0 0 0 0,-1 0-1 0 0,2 0 1 0 0,-1-1 0 0 0,1 1 0 0 0,1-1-1 0 0,0 0 1 0 0,1 0 0 0 0,0 0 0 0 0,1-1 0 0 0,0 1-1 0 0,0-1 1 0 0,13 14 0 0 0,-12-18-4 0 0,-1-1 0 0 0,1 1-1 0 0,0-2 1 0 0,0 1 0 0 0,0-1 0 0 0,1 0 0 0 0,-1-1 0 0 0,1 1-1 0 0,0-2 1 0 0,0 1 0 0 0,0-1 0 0 0,0 0 0 0 0,1-1 0 0 0,-1 0 0 0 0,0 0-1 0 0,12-1 1 0 0,5 0 18 0 0,-1-2-1 0 0,0-1 0 0 0,1-1 1 0 0,30-9-1 0 0,-41 9-52 0 0,-1 0 0 0 0,1-1 0 0 0,-1-1 0 0 0,-1 0 0 0 0,1-1 0 0 0,15-11-1 0 0,-21 13-605 0 0,-1 0 0 0 0,0-1 0 0 0,10-11-1 0 0,-14 14-148 0 0,0 0 0 0 0,0 0-1 0 0,0 0 1 0 0,-1 0 0 0 0,0 0-1 0 0,1 0 1 0 0,-1-1 0 0 0,1-3-1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7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67 400 0 0,'-10'-32'17391'0'0,"45"25"-17256"0"0,95-10-74 0 0,-47 7-3851 0 0,-79 10 2906 0 0,12 0-1102 0 0,-6 2-2061 0 0,6 1-829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7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21 1160 0 0,'-129'61'16779'0'0,"138"-65"-16655"0"0,0 1 0 0 0,1 0 0 0 0,-1 1 0 0 0,13-2 0 0 0,16-4-83 0 0,104-23-3294 0 0,-52 13-3721 0 0,-55 9 1005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17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12 202 2148 0 0,'-5'-26'7870'0'0,"-2"-4"-3559"0"0,7 28-3727 0 0,5-21 1285 0 0,-3 21-1850 0 0,1 1 0 0 0,-1-1 1 0 0,1 1-1 0 0,0 0 0 0 0,-1 0 0 0 0,1 0 0 0 0,0 0 0 0 0,0 1 0 0 0,-1-1 0 0 0,1 1 0 0 0,0 0 0 0 0,0-1 1 0 0,0 1-1 0 0,0 0 0 0 0,0 1 0 0 0,0-1 0 0 0,-1 1 0 0 0,1-1 0 0 0,0 1 0 0 0,0 0 0 0 0,-1 0 0 0 0,6 2 1 0 0,4 2 55 0 0,0 0 0 0 0,-1 1 0 0 0,22 14 0 0 0,-18-10 69 0 0,-1 1-1 0 0,-1 1 1 0 0,0 0-1 0 0,-1 1 1 0 0,0 0 0 0 0,-1 1-1 0 0,0 0 1 0 0,-1 1-1 0 0,-1 0 1 0 0,0 1-1 0 0,11 28 1 0 0,-16-31 132 0 0,0-1 1 0 0,0 1-1 0 0,-1 0 1 0 0,-1 0-1 0 0,-1 0 1 0 0,1 0-1 0 0,-2 0 1 0 0,0 1-1 0 0,0-1 1 0 0,-2 0-1 0 0,1 0 1 0 0,-2 0-1 0 0,0 0 1 0 0,0 0 0 0 0,-1-1-1 0 0,-8 19 1 0 0,7-21 208 0 0,-21 39 3076 0 0,26-49-3537 0 0,0 1 0 0 0,-1-1 0 0 0,1 0 0 0 0,0 1 0 0 0,0-1 0 0 0,0 0 0 0 0,0 1 0 0 0,0-1-1 0 0,-1 0 1 0 0,1 0 0 0 0,0 1 0 0 0,0-1 0 0 0,0 0 0 0 0,-1 1 0 0 0,1-1 0 0 0,0 0 0 0 0,0 0 0 0 0,-1 0 0 0 0,1 1 0 0 0,0-1 0 0 0,-1 0 0 0 0,1 0 0 0 0,0 0 0 0 0,-1 0 0 0 0,1 1 0 0 0,0-1 0 0 0,-1 0 0 0 0,1 0-1 0 0,0 0 1 0 0,-1 0 0 0 0,1 0 0 0 0,0 0 0 0 0,-1 0 0 0 0,1 0 0 0 0,0 0 0 0 0,-1 0 0 0 0,1 0 0 0 0,0 0 0 0 0,-1 0 0 0 0,1 0 0 0 0,0-1 0 0 0,-1 1 0 0 0,1 0 0 0 0,0 0 0 0 0,-1 0 0 0 0,1 0 0 0 0,0-1 0 0 0,-1 1-1 0 0,1 0 1 0 0,0 0 0 0 0,0-1 0 0 0,-1 1 0 0 0,1 0 0 0 0,0 0 0 0 0,0-1 0 0 0,0 1 0 0 0,-1 0 0 0 0,1-1 0 0 0,0 1 0 0 0,0 0 0 0 0,0-1 0 0 0,0 1 0 0 0,0 0 0 0 0,0-1 0 0 0,0 1 0 0 0,-1-1 0 0 0,-2-22 278 0 0,4 11-233 0 0,1 1 0 0 0,0-1 0 0 0,1 1 0 0 0,1-1 0 0 0,6-15 0 0 0,30-55-14 0 0,-30 63-40 0 0,18-35-767 0 0,3 2 0 0 0,2 1-1 0 0,44-51 1 0 0,-8 26-4343 0 0,7 7-4547 0 0,-44 44-591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20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13 2652 0 0,'9'-13'18819'0'0,"-27"20"-18798"0"0,0-1 0 0 0,0 2 0 0 0,1 1 1 0 0,0 0-1 0 0,-30 22 0 0 0,20-13-18 0 0,-68 49-51 0 0,16-9-17 0 0,36-23-24 0 0,42-34 76 0 0,-7 6-11 0 0,8-7 25 0 0,0 0-1 0 0,0 1 0 0 0,-1-1 1 0 0,1 0-1 0 0,0 0 1 0 0,0 0-1 0 0,-1 1 0 0 0,1-1 1 0 0,0 0-1 0 0,0 1 1 0 0,0-1-1 0 0,0 0 0 0 0,-1 0 1 0 0,1 1-1 0 0,0-1 0 0 0,0 0 1 0 0,0 1-1 0 0,0-1 1 0 0,0 0-1 0 0,0 1 0 0 0,0-1 1 0 0,0 0-1 0 0,0 0 1 0 0,0 1-1 0 0,0-1 0 0 0,0 0 1 0 0,0 1-1 0 0,0-1 1 0 0,0 0-1 0 0,0 1 0 0 0,0-1 1 0 0,0 0-1 0 0,0 1 0 0 0,1-1 1 0 0,-1 0-1 0 0,0 1 1 0 0,31 10 28 0 0,1-1 1 0 0,50 8 0 0 0,-3-1-7 0 0,-54-10-7 0 0,160 48 4 0 0,-128-37 91 0 0,-55-18-58 0 0,27 6-936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20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27 130 1112 0 0,'-1'-10'4018'0'0,"0"0"-1"0"0,-1 0 1 0 0,-6-17-1 0 0,4 14-1831 0 0,3 11-1513 0 0,2-4-26 0 0,1 15-494 0 0,11 38 143 0 0,-3 0 0 0 0,-1 1 1 0 0,-3 0-1 0 0,1 77 1 0 0,-7-124-250 0 0,0 0 0 0 0,0 0 0 0 0,1-1 0 0 0,-1 1 0 0 0,0 0 0 0 0,0 0 1 0 0,0 0-1 0 0,0 0 0 0 0,-1-1 0 0 0,1 1 0 0 0,0 0 0 0 0,0 0 0 0 0,0 0 0 0 0,-1-1 0 0 0,1 1 1 0 0,0 0-1 0 0,-1 0 0 0 0,1-1 0 0 0,-1 1 0 0 0,1 0 0 0 0,-1-1 0 0 0,1 1 0 0 0,-1 0 1 0 0,1-1-1 0 0,-1 1 0 0 0,1-1 0 0 0,-1 1 0 0 0,0-1 0 0 0,0 1 0 0 0,1-1 0 0 0,-1 1 0 0 0,0-1 1 0 0,0 0-1 0 0,1 1 0 0 0,-1-1 0 0 0,0 0 0 0 0,0 0 0 0 0,0 0 0 0 0,0 1 0 0 0,-1-2-19 0 0,1 1-1 0 0,-1-1 0 0 0,1 1 0 0 0,-1-1 0 0 0,1 1 0 0 0,0-1 0 0 0,-1 0 0 0 0,1 0 0 0 0,0 0 0 0 0,-1 0 1 0 0,1 1-1 0 0,0-2 0 0 0,0 1 0 0 0,0 0 0 0 0,0 0 0 0 0,0 0 0 0 0,0 0 0 0 0,0-1 0 0 0,1 1 0 0 0,-1 0 0 0 0,-1-3 1 0 0,0-3 9 0 0,-1 0 0 0 0,1 0 1 0 0,0 0-1 0 0,0-1 1 0 0,1 1-1 0 0,0 0 0 0 0,0-1 1 0 0,1 1-1 0 0,0-1 1 0 0,0 1-1 0 0,3-12 0 0 0,-1 7-19 0 0,1 1 0 0 0,1-1 0 0 0,0 1 0 0 0,0 0 0 0 0,1 0 0 0 0,12-19 0 0 0,-7 15-15 0 0,1 0 0 0 0,1 0-1 0 0,0 2 1 0 0,1-1 0 0 0,0 1 0 0 0,1 1-1 0 0,0 1 1 0 0,1 0 0 0 0,26-14 0 0 0,-30 19-38 0 0,1 1 1 0 0,-1 0 0 0 0,1 0 0 0 0,0 1 0 0 0,1 1-1 0 0,-1 0 1 0 0,1 1 0 0 0,24-2 0 0 0,-32 4 14 0 0,0 0 1 0 0,0 1-1 0 0,0-1 0 0 0,0 1 1 0 0,0 0-1 0 0,0 0 1 0 0,-1 1-1 0 0,1 0 1 0 0,0-1-1 0 0,-1 1 1 0 0,1 1-1 0 0,-1-1 1 0 0,0 1-1 0 0,1 0 1 0 0,-1 0-1 0 0,-1 0 0 0 0,1 0 1 0 0,0 1-1 0 0,-1-1 1 0 0,1 1-1 0 0,-1 0 1 0 0,0 0-1 0 0,-1 0 1 0 0,1 1-1 0 0,2 5 1 0 0,1 3 5 0 0,-1 1 1 0 0,0 0-1 0 0,-1 0 1 0 0,-1 1 0 0 0,0-1-1 0 0,0 21 1 0 0,-3 91 128 0 0,0 0-413 0 0,1-123-24 0 0,-1 0 1 0 0,0 0 0 0 0,1 0-1 0 0,0 0 1 0 0,0 0-1 0 0,0 0 1 0 0,0 0 0 0 0,0 0-1 0 0,0 0 1 0 0,1 0-1 0 0,-1-1 1 0 0,1 1 0 0 0,0 0-1 0 0,3 3 1 0 0,-3-4-429 0 0,0-1 0 0 0,0 1 0 0 0,1-1 0 0 0,-1 1 0 0 0,0-1 0 0 0,0 0 0 0 0,1 0 1 0 0,-1 0-1 0 0,1 0 0 0 0,-1 0 0 0 0,5 1 0 0 0,12 1-7339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28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1 512 0 0,'0'0'5037'0'0,"9"5"-4865"0"0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29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1404 0 0,'0'0'2576'0'0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29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1252 0 0,'0'0'944'0'0,"0"-11"298"0"0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7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298 133 1792 0 0,'0'0'5719'0'0,"1"-10"-1890"0"0,-2 4-3195 0 0,0 1 1 0 0,-1-1-1 0 0,0 1 1 0 0,0-1-1 0 0,0 1 1 0 0,-1 0-1 0 0,0-1 1 0 0,0 1-1 0 0,-7-9 1 0 0,4 8-521 0 0,0 0 0 0 0,0 0 0 0 0,-1 0 0 0 0,1 1 1 0 0,-1 0-1 0 0,0 0 0 0 0,-1 1 0 0 0,1-1 0 0 0,-1 2 0 0 0,-8-4 0 0 0,12 6-115 0 0,0 1-1 0 0,0-1 0 0 0,0 1 0 0 0,0 0 0 0 0,0 0 0 0 0,0 1 0 0 0,0-1 0 0 0,1 1 0 0 0,-1 0 0 0 0,0 0 1 0 0,0 0-1 0 0,1 0 0 0 0,-1 1 0 0 0,0-1 0 0 0,1 1 0 0 0,-1 0 0 0 0,1 0 0 0 0,-5 5 0 0 0,-1 0-5 0 0,1 1-1 0 0,1 1 0 0 0,0 0 0 0 0,0 0 1 0 0,1 0-1 0 0,0 1 0 0 0,0 0 1 0 0,1 0-1 0 0,1 0 0 0 0,-1 1 0 0 0,-3 17 1 0 0,-1 7-9 0 0,1 1 1 0 0,-3 45-1 0 0,9-51-6 0 0,0 0 1 0 0,4 39-1 0 0,-1-57 18 0 0,0 0 0 0 0,1 0 1 0 0,1 0-1 0 0,0 0 0 0 0,0 0 0 0 0,1-1 0 0 0,1 1 1 0 0,8 14-1 0 0,-11-22 14 0 0,-2-3-6 0 0,1 0 0 0 0,0 1 0 0 0,-1-1 0 0 0,1 1 0 0 0,0-1 0 0 0,0 0-1 0 0,0 0 1 0 0,0 1 0 0 0,0-1 0 0 0,1 0 0 0 0,-1 0 0 0 0,0 0 0 0 0,0 0 0 0 0,1 0 0 0 0,-1-1 0 0 0,1 1 0 0 0,-1 0-1 0 0,3 0 1 0 0,-1 0 1 0 0,-1-1-1 0 0,1 0 0 0 0,0 0 1 0 0,0 0-1 0 0,-1-1 0 0 0,1 1 1 0 0,0-1-1 0 0,0 1 0 0 0,-1-1 1 0 0,1 0-1 0 0,0 0 0 0 0,-1 0 1 0 0,1 0-1 0 0,-1-1 0 0 0,0 1 1 0 0,1-1-1 0 0,-1 1 0 0 0,0-1 1 0 0,0 0-1 0 0,0 0 0 0 0,0 0 1 0 0,0 0-1 0 0,0 0 0 0 0,-1 0 1 0 0,1-1-1 0 0,-1 1 0 0 0,1 0 1 0 0,0-4-1 0 0,2-1 10 0 0,5-8 3 0 0,-1 1 0 0 0,-1-2-1 0 0,-1 1 1 0 0,9-31 0 0 0,8-68 111 0 0,-9 38 270 0 0,-6 28-312 0 0,-8 46-122 0 0,1 3-28 0 0,0 0 59 0 0,0-1 0 0 0,0 1 0 0 0,-1 0 0 0 0,1 0 0 0 0,0 0 0 0 0,0-1 0 0 0,-1 1 0 0 0,1 0 0 0 0,-1 0 0 0 0,1 0-1 0 0,-1 0 1 0 0,1 0 0 0 0,-1 0 0 0 0,1 0 0 0 0,-1 0 0 0 0,0 0 0 0 0,0 0 0 0 0,0 1 0 0 0,1-1 0 0 0,-1 0 0 0 0,0 0 0 0 0,0 0 0 0 0,-1 0 0 0 0,1 1 0 0 0,1 7 18 0 0,10 74 40 0 0,-9-55-390 0 0,2 0 1 0 0,9 38-1 0 0,-11-59-192 0 0,0 0 0 0 0,1 0 0 0 0,-1 0 0 0 0,2-1 0 0 0,-1 1-1 0 0,1-1 1 0 0,0 0 0 0 0,0 0 0 0 0,0 0 0 0 0,1 0 0 0 0,0-1 0 0 0,0 0-1 0 0,12 9 1 0 0,-3-7-3026 0 0,-2-3-1494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1956 0 0,'0'-19'3435'0'0,"-1"10"-1710"0"0,1 0 0 0 0,0 0 1 0 0,1 0-1 0 0,2-15 0 0 0,-2 22-1495 0 0,1 2-136 0 0,0 1 0 0 0,1-1-1 0 0,-1 1 1 0 0,0 0-1 0 0,1-1 1 0 0,-1 1 0 0 0,0 0-1 0 0,3 2 1 0 0,-1-1-13 0 0,6 6 154 0 0,-1 1-1 0 0,0 0 0 0 0,-1 1 1 0 0,0-1-1 0 0,0 2 0 0 0,-1-1 1 0 0,10 20-1 0 0,-4-4 1 0 0,-2 1 0 0 0,11 35-1 0 0,-19-52-155 0 0,1 1 0 0 0,-2 1 0 0 0,0-1 0 0 0,0 0 1 0 0,-1 0-1 0 0,0 1 0 0 0,-1-1 0 0 0,-1 13 0 0 0,1-23-74 0 0,0-1 1 0 0,0 1 0 0 0,0-1-1 0 0,0 0 1 0 0,0 1 0 0 0,0-1-1 0 0,0 1 1 0 0,0-1 0 0 0,0 0-1 0 0,0 1 1 0 0,0-1 0 0 0,0 1-1 0 0,0-1 1 0 0,-1 0 0 0 0,1 1 0 0 0,0-1-1 0 0,0 0 1 0 0,0 1 0 0 0,-1-1-1 0 0,1 0 1 0 0,0 1 0 0 0,0-1-1 0 0,-1 0 1 0 0,1 1 0 0 0,0-1-1 0 0,-1 0 1 0 0,1 0 0 0 0,0 1-1 0 0,-1-1 1 0 0,1 0 0 0 0,-1 0-1 0 0,1 0 1 0 0,0 0 0 0 0,-1 0-1 0 0,1 1 1 0 0,0-1 0 0 0,-1 0-1 0 0,1 0 1 0 0,-1 0 0 0 0,1 0-1 0 0,-1 0 1 0 0,1 0 0 0 0,0 0 0 0 0,-1 0-1 0 0,1 0 1 0 0,-1-1 0 0 0,1 1-1 0 0,0 0 1 0 0,-1 0 0 0 0,1 0-1 0 0,0 0 1 0 0,-1 0 0 0 0,1-1-1 0 0,0 1 1 0 0,-1 0 0 0 0,1 0-1 0 0,0-1 1 0 0,-1 1 0 0 0,1 0-1 0 0,0-1 1 0 0,-1 1 0 0 0,1-1-1 0 0,-15-20 38 0 0,11 9-34 0 0,1-1 0 0 0,0 1 0 0 0,1 0 0 0 0,1-1 0 0 0,0 1 0 0 0,1-1 0 0 0,0 1 0 0 0,0-1 0 0 0,2 0 0 0 0,0 1 0 0 0,0 0 0 0 0,1-1 0 0 0,8-21-1 0 0,-7 23-17 0 0,1 1 0 0 0,-1-1-1 0 0,2 1 1 0 0,0 0 0 0 0,0 1 0 0 0,1-1-1 0 0,0 1 1 0 0,0 1 0 0 0,1-1-1 0 0,0 1 1 0 0,1 0 0 0 0,0 1-1 0 0,0 0 1 0 0,0 1 0 0 0,16-8-1 0 0,19-2-81 0 0,-26 15 59 0 0,-13 1 31 0 0,0 0 0 0 0,1 1 0 0 0,-1-1 0 0 0,1 1 0 0 0,-1 0 0 0 0,0 1-1 0 0,0 0 1 0 0,0-1 0 0 0,0 2 0 0 0,0-1 0 0 0,0 0 0 0 0,0 1 0 0 0,-1 0 0 0 0,1 0 0 0 0,5 5 0 0 0,-4-1 15 0 0,0-1 1 0 0,0 1-1 0 0,-1 1 1 0 0,1-1-1 0 0,-2 1 1 0 0,1 0-1 0 0,-1 0 1 0 0,5 13-1 0 0,-1 2-55 0 0,-2 1-1 0 0,0 0 1 0 0,-2 0 0 0 0,0 1 0 0 0,-2-1-1 0 0,0 25 1 0 0,-2-46-57 0 0,-1 9-804 0 0,1-1 0 0 0,1 1 0 0 0,0-1 0 0 0,0 0 0 0 0,4 13 0 0 0,3-11-4626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8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223 149 1040 0 0,'-5'-75'15780'0'0,"4"76"-15665"0"0,-1-1-1 0 0,1 1 1 0 0,-1-1-1 0 0,1 1 1 0 0,0-1-1 0 0,-1 1 1 0 0,1 0-1 0 0,0-1 1 0 0,-1 1 0 0 0,1 0-1 0 0,0 0 1 0 0,0 0-1 0 0,0 0 1 0 0,0 0-1 0 0,0 0 1 0 0,0 1-1 0 0,0-1 1 0 0,0 0-1 0 0,1 0 1 0 0,-1 1-1 0 0,0-1 1 0 0,0 3-1 0 0,-14 35 1189 0 0,14-33-1117 0 0,-88 405 4336 0 0,76-338-4153 0 0,3-15-184 0 0,-15 79 41 0 0,5-28 592 0 0,19-106-582 0 0,-9-23-90 0 0,5-44-503 0 0,3-1-1 0 0,2 1 1 0 0,3-1-1 0 0,4 1 1 0 0,14-65-1 0 0,-10 69 264 0 0,3 1 0 0 0,3 1-1 0 0,2 0 1 0 0,3 2 0 0 0,42-81-1 0 0,-62 135 67 0 0,0-1 0 0 0,0 0 0 0 0,0 1 0 0 0,0-1 0 0 0,0 1 0 0 0,1-1 0 0 0,-1 1 0 0 0,1 0-1 0 0,-1 0 1 0 0,1 0 0 0 0,0 1 0 0 0,0-1 0 0 0,0 1 0 0 0,0-1 0 0 0,4 0 0 0 0,-5 1 20 0 0,1 1 1 0 0,0 0-1 0 0,0 0 1 0 0,0 1-1 0 0,-1-1 1 0 0,1 1-1 0 0,0-1 1 0 0,0 1-1 0 0,-1 0 1 0 0,1 0-1 0 0,-1 0 1 0 0,1 0-1 0 0,-1 0 1 0 0,1 1-1 0 0,-1-1 1 0 0,1 1-1 0 0,2 2 1 0 0,5 5-13 0 0,0 0 0 0 0,-1 0 0 0 0,0 0 0 0 0,-1 1 0 0 0,0 1 0 0 0,0-1 0 0 0,-1 2 0 0 0,10 19 0 0 0,1 8 73 0 0,16 54-1 0 0,-14-19 156 0 0,-3 1 1 0 0,10 99-1 0 0,-18-108-130 0 0,3-2-370 0 0,-12-63-44 0 0,3 1-839 0 0,-3-2 1086 0 0,1 0 0 0 0,-1 0 0 0 0,1 1 0 0 0,-1-1 0 0 0,1 0 0 0 0,-1 0 0 0 0,1 0-1 0 0,-1 0 1 0 0,1 0 0 0 0,-1 0 0 0 0,0 0 0 0 0,1-1 0 0 0,-1 1 0 0 0,1 0 0 0 0,-1 0 0 0 0,1 0 0 0 0,-1 0 0 0 0,1 0 0 0 0,-1-1-1 0 0,0 1 1 0 0,1 0 0 0 0,-1 0 0 0 0,0-1 0 0 0,1 1 0 0 0,0-1 0 0 0,11-7-1918 0 0,-9 4 651 0 0,0 1 45 0 0,0-1 0 0 0,0 1 0 0 0,0-1 0 0 0,-1 0 1 0 0,5-8-1 0 0,-7 11 837 0 0,8-16-6079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09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65 284 0 0,'-207'39'19800'0'0,"250"-53"-17499"0"0,79-25-4814 0 0,-72 27 505 0 0,68-18-7097 0 0,-79 22 2750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32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 1684 0 0,'0'-11'9801'0'0,"-2"80"-3461"0"0,-5 11-3717 0 0,-27 174-2307 0 0,33-246-563 0 0,-5 36-1991 0 0,4-18-2480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33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71 2876 0 0,'19'-71'17899'0'0,"-34"87"-16053"0"0,-8 6-741 0 0,-28 38 0 0 0,20-22-781 0 0,-115 121 33 0 0,145-158-361 0 0,1-1 0 0 0,0 0 0 0 0,-1 1 0 0 0,1-1 0 0 0,0 0 0 0 0,0 1 0 0 0,-1-1 0 0 0,1 0 0 0 0,0 1 0 0 0,0-1 0 0 0,-1 1 1 0 0,1-1-1 0 0,0 1 0 0 0,0-1 0 0 0,0 1 0 0 0,0-1 0 0 0,0 0 0 0 0,0 1 0 0 0,0-1 0 0 0,0 1 0 0 0,0-1 0 0 0,0 1 0 0 0,0-1 0 0 0,0 1 0 0 0,0-1 0 0 0,0 1 1 0 0,0-1-1 0 0,1 1 0 0 0,-1 0 0 0 0,12 11-47 0 0,19 3 34 0 0,-30-14 13 0 0,40 21-1513 0 0,72 51 0 0 0,-10-5-10613 0 0,-72-51 4376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300 258 1976 0 0,'-3'-1'2344'0'0,"-52"-14"9764"0"0,53 15-11873 0 0,1 0 0 0 0,-1-1 1 0 0,0 1-1 0 0,0 0 1 0 0,0 0-1 0 0,0 0 1 0 0,0 0-1 0 0,0 0 1 0 0,0 1-1 0 0,0-1 0 0 0,1 1 1 0 0,-1-1-1 0 0,-2 2 1 0 0,5-1-214 0 0,-1 1 0 0 0,1-1 0 0 0,0 1-1 0 0,0 0 1 0 0,0-1 0 0 0,0 0 0 0 0,0 1 0 0 0,0-1 0 0 0,0 1 0 0 0,0-1 0 0 0,1 0 0 0 0,-1 0 0 0 0,0 0-1 0 0,1 0 1 0 0,-1 0 0 0 0,1 0 0 0 0,-1 0 0 0 0,1 0 0 0 0,0-1 0 0 0,-1 1 0 0 0,1-1 0 0 0,0 1 0 0 0,-1-1-1 0 0,1 1 1 0 0,0-1 0 0 0,2 0 0 0 0,7 1 39 0 0,0-1-1 0 0,-1 0 1 0 0,14-2-1 0 0,-23 2-56 0 0,13-1 45 0 0,1-1 0 0 0,0-1 0 0 0,-1 0 0 0 0,0-1 0 0 0,1-1 1 0 0,-1 0-1 0 0,25-13 0 0 0,-35 15-36 0 0,0 1 1 0 0,0-1-1 0 0,0 0 0 0 0,0 0 0 0 0,-1 0 1 0 0,1 0-1 0 0,-1-1 0 0 0,1 1 1 0 0,-1-1-1 0 0,-1 0 0 0 0,1 0 1 0 0,0 0-1 0 0,-1 0 0 0 0,0-1 1 0 0,0 1-1 0 0,0-1 0 0 0,0 1 0 0 0,-1-1 1 0 0,0 1-1 0 0,0-1 0 0 0,0 0 1 0 0,-1 0-1 0 0,1 0 0 0 0,-1 1 1 0 0,0-1-1 0 0,0 0 0 0 0,-2-6 1 0 0,1 5-10 0 0,0 1-1 0 0,0 0 1 0 0,-1-1 0 0 0,1 1 0 0 0,-1 0 0 0 0,0 0 0 0 0,-1 0 0 0 0,1 0 0 0 0,-1 1 0 0 0,0-1 0 0 0,0 1-1 0 0,-1 0 1 0 0,1-1 0 0 0,-1 2 0 0 0,0-1 0 0 0,0 0 0 0 0,0 1 0 0 0,-1-1 0 0 0,1 1 0 0 0,-1 1 0 0 0,-9-5 0 0 0,8 4-10 0 0,-1 1 1 0 0,0 0 0 0 0,0 1 0 0 0,1 0 0 0 0,-1 0 0 0 0,0 0 0 0 0,0 1 0 0 0,0 0 0 0 0,0 0 0 0 0,0 1 0 0 0,0 0 0 0 0,0 0 0 0 0,0 0 0 0 0,0 1 0 0 0,0 0 0 0 0,-8 4 0 0 0,-2 3 19 0 0,2 0 1 0 0,-1 0 0 0 0,1 1 0 0 0,1 1 0 0 0,0 1 0 0 0,0 0-1 0 0,1 1 1 0 0,1 0 0 0 0,0 1 0 0 0,1 0 0 0 0,0 1 0 0 0,1 0-1 0 0,1 1 1 0 0,0 0 0 0 0,2 0 0 0 0,-1 1 0 0 0,2 0 0 0 0,0 1-1 0 0,2-1 1 0 0,-5 28 0 0 0,8-39-2 0 0,0 0 1 0 0,1 0 0 0 0,0 0-1 0 0,0 0 1 0 0,1 0-1 0 0,-1 0 1 0 0,1 0-1 0 0,1 0 1 0 0,-1 0-1 0 0,1 0 1 0 0,0 0-1 0 0,0-1 1 0 0,1 1-1 0 0,0-1 1 0 0,0 1-1 0 0,0-1 1 0 0,0 0-1 0 0,1 0 1 0 0,0-1-1 0 0,0 1 1 0 0,5 4-1 0 0,-2-4 18 0 0,0 0-1 0 0,0 0 0 0 0,1 0 1 0 0,-1-1-1 0 0,1-1 0 0 0,0 1 0 0 0,0-1 1 0 0,0-1-1 0 0,1 1 0 0 0,-1-1 1 0 0,1-1-1 0 0,-1 1 0 0 0,1-1 1 0 0,11-1-1 0 0,-6 0 59 0 0,1 0 0 0 0,0-1 1 0 0,-1-1-1 0 0,0 0 0 0 0,1-1 0 0 0,-1-1 0 0 0,15-5 0 0 0,-21 3 146 0 0,-14 5-127 0 0,-14 2-80 0 0,7 4-11 0 0,0 0-1 0 0,-1 1 0 0 0,2 1 1 0 0,-1-1-1 0 0,-20 16 1 0 0,-53 50-44 0 0,64-53 34 0 0,-2 3 15 0 0,1 1-1 0 0,-26 31 0 0 0,42-45-5 0 0,0 0-1 0 0,0 1 0 0 0,1 0 0 0 0,0 1 0 0 0,1-1 0 0 0,0 1 0 0 0,1 0 0 0 0,0 0 0 0 0,-4 18 0 0 0,7-26-3 0 0,1 0 0 0 0,0 0 0 0 0,-1 0-1 0 0,1 0 1 0 0,0 0 0 0 0,0 0 0 0 0,1 0 0 0 0,-1 0-1 0 0,1 0 1 0 0,-1-1 0 0 0,1 1 0 0 0,0 0 0 0 0,0 0-1 0 0,0 0 1 0 0,1-1 0 0 0,-1 1 0 0 0,0-1 0 0 0,4 5-1 0 0,-2-4-24 0 0,0-1-1 0 0,0 1 0 0 0,0-1 0 0 0,0 0 1 0 0,0 0-1 0 0,1 0 0 0 0,-1 0 0 0 0,1-1 1 0 0,-1 1-1 0 0,1-1 0 0 0,-1 0 0 0 0,7 1 1 0 0,7 0-321 0 0,0-1 0 0 0,0 0 0 0 0,0-1 1 0 0,0-1-1 0 0,21-4 0 0 0,12-3-1551 0 0,-2-3 0 0 0,78-26 0 0 0,17-22-5315 0 0,-75 26 648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6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322 115 552 0 0,'1'-3'550'0'0,"1"0"-1"0"0,-1-1 1 0 0,0 1 0 0 0,0 0-1 0 0,0 0 1 0 0,-1-1-1 0 0,1 1 1 0 0,-1-1 0 0 0,0 1-1 0 0,0 0 1 0 0,0-1-1 0 0,0 1 1 0 0,0-1 0 0 0,-1 1-1 0 0,0 0 1 0 0,1-1 0 0 0,-1 1-1 0 0,-1 0 1 0 0,1 0-1 0 0,0 0 1 0 0,-1 0 0 0 0,1 0-1 0 0,-1 0 1 0 0,0 0-1 0 0,0 0 1 0 0,-4-3 0 0 0,3 3-297 0 0,0 1 1 0 0,0-1 0 0 0,0 1-1 0 0,0 0 1 0 0,-1 0 0 0 0,1 0-1 0 0,0 1 1 0 0,-1-1 0 0 0,0 1-1 0 0,1 0 1 0 0,-1 0 0 0 0,0 0 0 0 0,0 0-1 0 0,0 1 1 0 0,0-1 0 0 0,1 1-1 0 0,-1 0 1 0 0,0 0 0 0 0,0 1-1 0 0,0-1 1 0 0,0 1 0 0 0,0 0-1 0 0,-4 1 1 0 0,-4 3-13 0 0,0 0 1 0 0,1 0-1 0 0,-1 2 1 0 0,1-1-1 0 0,1 1 0 0 0,-1 1 1 0 0,1 0-1 0 0,0 0 1 0 0,1 1-1 0 0,0 0 1 0 0,0 1-1 0 0,-12 18 0 0 0,11-14-197 0 0,2 0 1 0 0,0 1-1 0 0,0 0 0 0 0,1 0 0 0 0,1 0 0 0 0,1 1 0 0 0,0 0 0 0 0,1 0 1 0 0,-3 24-1 0 0,6-36-46 0 0,1 0 1 0 0,0 0-1 0 0,-1 0 1 0 0,1 0-1 0 0,1 0 1 0 0,-1 0-1 0 0,0 0 1 0 0,1 0 0 0 0,0 0-1 0 0,0 0 1 0 0,0 0-1 0 0,1 0 1 0 0,-1 0-1 0 0,1-1 1 0 0,0 1-1 0 0,0-1 1 0 0,0 1-1 0 0,0-1 1 0 0,1 0-1 0 0,-1 0 1 0 0,1 0 0 0 0,0 0-1 0 0,0 0 1 0 0,0 0-1 0 0,0-1 1 0 0,1 0-1 0 0,-1 1 1 0 0,1-1-1 0 0,-1-1 1 0 0,1 1-1 0 0,0 0 1 0 0,-1-1 0 0 0,1 0-1 0 0,0 0 1 0 0,0 0-1 0 0,4 0 1 0 0,4 1-149 0 0,0-1 1 0 0,-1 0-1 0 0,1-1 0 0 0,0-1 1 0 0,-1 0-1 0 0,1 0 1 0 0,0-1-1 0 0,-1-1 1 0 0,0 0-1 0 0,1 0 0 0 0,14-7 1 0 0,-14 4-19 0 0,0-1 0 0 0,0 0 0 0 0,-1-1 1 0 0,0 0-1 0 0,0-1 0 0 0,-1 0 0 0 0,0-1 0 0 0,-1 0 0 0 0,15-19 1 0 0,-14 14 689 0 0,0-1 0 0 0,-1 0 0 0 0,-1 0 0 0 0,0-1 0 0 0,-2 0 0 0 0,9-30 0 0 0,-15 45 252 0 0,-6 26 331 0 0,-8 35 548 0 0,-9 89 0 0 0,7 63-639 0 0,6 123-272 0 0,13-227-1102 0 0,20 119 1 0 0,-22-216 72 0 0,0 1-469 0 0,0 0-1 0 0,1 0 1 0 0,1-1-1 0 0,0 1 1 0 0,0 0-1 0 0,1-1 1 0 0,8 16-1 0 0,-11-25 630 0 0,-1-1 0 0 0,0 1 0 0 0,1-1 0 0 0,-1 0 0 0 0,0 0 0 0 0,1 1 1 0 0,-1-1-1 0 0,1 0 0 0 0,-1 0 0 0 0,0 1 0 0 0,1-1 0 0 0,-1 0 0 0 0,1 0 0 0 0,-1 0 0 0 0,1 0 0 0 0,-1 0 0 0 0,1 1 0 0 0,-1-1 0 0 0,1 0 0 0 0,-1 0 0 0 0,1 0 0 0 0,-1 0 0 0 0,1 0 0 0 0,-1-1 0 0 0,1 1 0 0 0,-1 0 0 0 0,0 0 0 0 0,1 0 0 0 0,-1 0 0 0 0,1 0 0 0 0,0-1 0 0 0,11-7-3308 0 0,1-7-2516 0 0,3-7-3266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7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11 236 2484 0 0,'-9'-141'20581'0'0,"9"133"-17710"0"0,-1 17-2134 0 0,1 20-334 0 0,7 55 355 0 0,-5-54-726 0 0,0 0 0 0 0,2 0 0 0 0,2-1 0 0 0,15 54 0 0 0,-19-79-146 0 0,-1-1-1 0 0,1 1 1 0 0,0-1 0 0 0,0 1 0 0 0,0-1-1 0 0,0 0 1 0 0,0 0 0 0 0,1 0 0 0 0,-1 0-1 0 0,1 0 1 0 0,0 0 0 0 0,0-1-1 0 0,0 1 1 0 0,0-1 0 0 0,0 0 0 0 0,1 0-1 0 0,-1 0 1 0 0,1 0 0 0 0,-1-1 0 0 0,1 0-1 0 0,0 1 1 0 0,-1-1 0 0 0,1 0 0 0 0,0-1-1 0 0,0 1 1 0 0,0-1 0 0 0,0 0 0 0 0,0 0-1 0 0,0 0 1 0 0,-1 0 0 0 0,1 0 0 0 0,0-1-1 0 0,0 0 1 0 0,4-1 0 0 0,3-1-154 0 0,-1-1 0 0 0,1 0 0 0 0,-1 0 0 0 0,1-1 0 0 0,-1 0 0 0 0,-1-1 0 0 0,1 0 0 0 0,-1-1 0 0 0,0 0 0 0 0,14-15 0 0 0,-11 9 74 0 0,0-1 0 0 0,-1-1 0 0 0,-1 0 0 0 0,-1 0 0 0 0,0-1 0 0 0,0-1 0 0 0,-2 1 0 0 0,7-24 0 0 0,-7 18 645 0 0,6-47 0 0 0,-9 38 1704 0 0,-2-33 1 0 0,-4 17 1535 0 0,1 48-3564 0 0,0 1 0 0 0,0-1 0 0 0,0 1 0 0 0,0 0 0 0 0,0 0 0 0 0,0-1 1 0 0,0 1-1 0 0,0 0 0 0 0,1 0 0 0 0,-1 0 0 0 0,1 0 0 0 0,-1 0 1 0 0,1 0-1 0 0,0 0 0 0 0,0 3 0 0 0,-2 7 286 0 0,-10 30 353 0 0,-10 84 0 0 0,19-95-1901 0 0,1 51-1 0 0,2-76 654 0 0,1-1-1 0 0,-1 1 1 0 0,1-1-1 0 0,0 1 1 0 0,1-1-1 0 0,-1 1 1 0 0,1-1-1 0 0,0 0 1 0 0,1 0 0 0 0,-1 0-1 0 0,1 0 1 0 0,4 7-1 0 0,-4-9-228 0 0,0 0 0 0 0,0 0-1 0 0,0-1 1 0 0,0 1 0 0 0,1 0 0 0 0,-1-1-1 0 0,1 0 1 0 0,-1 0 0 0 0,1 0 0 0 0,0 0 0 0 0,-1-1-1 0 0,1 0 1 0 0,0 1 0 0 0,0-1 0 0 0,0-1-1 0 0,1 1 1 0 0,4 0 0 0 0,15-1-7724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7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282 152 2568 0 0,'0'-9'1690'0'0,"-1"0"-1"0"0,0 0 1 0 0,-1 0 0 0 0,1 0-1 0 0,-2 1 1 0 0,1-1 0 0 0,-7-12-1 0 0,7 15-1053 0 0,-1 1 0 0 0,0-1-1 0 0,0 1 1 0 0,-1 0 0 0 0,1 0 0 0 0,-1 0-1 0 0,0 0 1 0 0,-1 1 0 0 0,1-1 0 0 0,-1 1-1 0 0,-7-5 1 0 0,10 8-574 0 0,0 0 1 0 0,0 1-1 0 0,0-1 0 0 0,0 1 1 0 0,0-1-1 0 0,0 1 0 0 0,0 0 0 0 0,0 0 1 0 0,0 0-1 0 0,0 0 0 0 0,0 0 0 0 0,0 0 1 0 0,0 0-1 0 0,0 1 0 0 0,0-1 1 0 0,0 1-1 0 0,0-1 0 0 0,0 1 0 0 0,0 0 1 0 0,0 0-1 0 0,0 0 0 0 0,1 0 0 0 0,-1 0 1 0 0,0 0-1 0 0,-2 3 0 0 0,-4 2 14 0 0,1 1 0 0 0,-1 0 0 0 0,-9 13-1 0 0,1 1 59 0 0,1 0-1 0 0,1 1 1 0 0,-23 48 0 0 0,31-55-126 0 0,-1 1 1 0 0,2 0-1 0 0,0 0 1 0 0,1 0-1 0 0,1 0 1 0 0,1 1 0 0 0,-1 22-1 0 0,2-35-6 0 0,1-1 1 0 0,1 1-1 0 0,-1-1 1 0 0,0 0-1 0 0,1 1 0 0 0,0-1 1 0 0,0 0-1 0 0,0 1 0 0 0,0-1 1 0 0,0 0-1 0 0,0 0 1 0 0,1 0-1 0 0,0 0 0 0 0,0 0 1 0 0,-1 0-1 0 0,2 0 1 0 0,-1-1-1 0 0,0 1 0 0 0,0-1 1 0 0,1 1-1 0 0,0-1 0 0 0,-1 0 1 0 0,6 3-1 0 0,-4-3-53 0 0,0-1 1 0 0,-1 0-1 0 0,1 1 0 0 0,0-1 0 0 0,0-1 1 0 0,0 1-1 0 0,0 0 0 0 0,0-1 0 0 0,0 0 1 0 0,1 0-1 0 0,-1 0 0 0 0,0-1 0 0 0,0 1 1 0 0,0-1-1 0 0,0 0 0 0 0,0 0 0 0 0,0 0 1 0 0,-1-1-1 0 0,6-2 0 0 0,1-1-103 0 0,0-1 1 0 0,-1-1-1 0 0,1 0 1 0 0,-2 0-1 0 0,1 0 0 0 0,-1-1 1 0 0,0-1-1 0 0,0 1 0 0 0,-1-1 1 0 0,0 0-1 0 0,-1-1 1 0 0,0 0-1 0 0,-1 0 0 0 0,9-21 1 0 0,-3 0 988 0 0,-1-1 1 0 0,-1-1-1 0 0,8-60 1140 0 0,-17 99-1703 0 0,1 0 1 0 0,-1 0 0 0 0,-1 1-1 0 0,1-1 1 0 0,-1 0 0 0 0,-2 9-1 0 0,0 8 275 0 0,-1 10-265 0 0,2 0 1 0 0,1 0 0 0 0,1 0 0 0 0,9 56-1 0 0,-8-84-479 0 0,0-1-1 0 0,0 0 1 0 0,1 1-1 0 0,-1-1 1 0 0,1 0-1 0 0,0 0 1 0 0,0 0-1 0 0,1-1 0 0 0,-1 1 1 0 0,1 0-1 0 0,0-1 1 0 0,0 0-1 0 0,0 1 1 0 0,0-1-1 0 0,0 0 1 0 0,1-1-1 0 0,0 1 1 0 0,-1-1-1 0 0,1 1 1 0 0,0-1-1 0 0,0 0 1 0 0,0 0-1 0 0,0-1 1 0 0,0 0-1 0 0,1 1 0 0 0,-1-1 1 0 0,0 0-1 0 0,1-1 1 0 0,4 1-1 0 0,3 0-1057 0 0,0-1 0 0 0,0-1 0 0 0,-1 1 0 0 0,1-2 0 0 0,0 0 0 0 0,-1 0 0 0 0,1-1 0 0 0,-1 0 0 0 0,0-1 0 0 0,12-6 0 0 0,19-12-7936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8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90 285 860 0 0,'-12'-57'8380'0'0,"-1"1"1"0"0,-35-88-1 0 0,35 119-5828 0 0,9 22-1526 0 0,4 17-239 0 0,49 521 1614 0 0,-48-422-3375 0 0,10 198-4624 0 0,-11-309 5380 0 0,0 3-716 0 0,1-1 1 0 0,-1 1 0 0 0,1 0-1 0 0,0 0 1 0 0,0-1-1 0 0,0 1 1 0 0,1-1 0 0 0,2 5-1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8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61 640 0 0,'8'-61'31345'0'0,"-8"96"-31270"0"0,4 126 591 0 0,-1-136-2913 0 0,1 1-1 0 0,7 26 0 0 0,-10-48 1558 0 0,0 0 0 0 0,1 0 1 0 0,-1-1-1 0 0,1 1 0 0 0,0-1 0 0 0,0 1 1 0 0,4 5-1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1904 0 0,'8'-41'19261'0'0,"-9"73"-15400"0"0,-1-5-2535 0 0,2 0-1 0 0,5 51 0 0 0,-4-70-1264 0 0,0-1 0 0 0,1 1 0 0 0,0-1 0 0 0,0 1 0 0 0,0-1 0 0 0,1 0 0 0 0,0 0 0 0 0,1 0-1 0 0,-1-1 1 0 0,1 1 0 0 0,1-1 0 0 0,-1 0 0 0 0,1 0 0 0 0,0 0 0 0 0,7 5 0 0 0,-8-8-38 0 0,1 0 1 0 0,0 0 0 0 0,0 0-1 0 0,0-1 1 0 0,0 0-1 0 0,0 0 1 0 0,1 0-1 0 0,-1-1 1 0 0,1 0 0 0 0,-1 0-1 0 0,1 0 1 0 0,-1 0-1 0 0,1-1 1 0 0,0 0 0 0 0,-1 0-1 0 0,1-1 1 0 0,-1 0-1 0 0,1 0 1 0 0,-1 0 0 0 0,9-3-1 0 0,-4 1-7 0 0,-1-1-1 0 0,1 0 0 0 0,-1-1 1 0 0,1 0-1 0 0,-1 0 1 0 0,-1-1-1 0 0,1 0 0 0 0,-1-1 1 0 0,14-14-1 0 0,-16 13-82 0 0,0 0 0 0 0,-1 0 0 0 0,0-1 0 0 0,0 0 1 0 0,-1 1-1 0 0,0-2 0 0 0,0 1 0 0 0,-1 0 0 0 0,-1-1 0 0 0,1 1 0 0 0,-2-1 0 0 0,1 0 0 0 0,-1 0 0 0 0,-1 1 0 0 0,0-1 0 0 0,0 0 1 0 0,-1 0-1 0 0,-2-12 0 0 0,1 11 29 0 0,0 1 0 0 0,0 0 0 0 0,-1 0 0 0 0,-1 0 0 0 0,1 1 0 0 0,-2-1 0 0 0,1 1 0 0 0,-1 0 0 0 0,-1 0 0 0 0,1 0 0 0 0,-1 1 0 0 0,-1 0 0 0 0,0 0 0 0 0,0 1 0 0 0,0-1 0 0 0,-1 2 0 0 0,-11-8 0 0 0,14 11 29 0 0,0 0 1 0 0,0 1-1 0 0,-1 0 0 0 0,1 1 0 0 0,-1-1 0 0 0,0 1 1 0 0,1 0-1 0 0,-1 0 0 0 0,0 1 0 0 0,0-1 0 0 0,1 1 0 0 0,-1 1 1 0 0,0-1-1 0 0,0 1 0 0 0,1 0 0 0 0,-1 0 0 0 0,-6 2 1 0 0,5 0-155 0 0,1-1 0 0 0,-1 1 0 0 0,0 0 1 0 0,1 0-1 0 0,-1 1 0 0 0,1 0 0 0 0,0 0 1 0 0,0 0-1 0 0,0 1 0 0 0,1 0 1 0 0,0 0-1 0 0,-10 12 0 0 0,14-16 45 0 0,0 0 0 0 0,0 0 0 0 0,0 1 0 0 0,0-1 0 0 0,1 1 0 0 0,-1-1 0 0 0,0 1 0 0 0,1-1 0 0 0,-1 1 0 0 0,1-1 0 0 0,-1 1 0 0 0,1 0 0 0 0,-1-1 0 0 0,1 1 1 0 0,0 0-1 0 0,0-1 0 0 0,0 1 0 0 0,0 0 0 0 0,0-1 0 0 0,1 3 0 0 0,0-2-32 0 0,0-1 0 0 0,-1 0 1 0 0,1 0-1 0 0,0 0 1 0 0,0 0-1 0 0,0 0 0 0 0,0 0 1 0 0,0 0-1 0 0,0 0 1 0 0,0 0-1 0 0,1 0 1 0 0,-1-1-1 0 0,0 1 0 0 0,0 0 1 0 0,1-1-1 0 0,-1 1 1 0 0,0-1-1 0 0,3 1 0 0 0,4 1-336 0 0,1-1 1 0 0,-1 0-1 0 0,0-1 0 0 0,0 1 0 0 0,1-2 0 0 0,13-1 0 0 0,34-10-675 0 0,63-21 0 0 0,-71 18 2358 0 0,96-17 0 0 0,-139 31-985 0 0,0 0-1 0 0,0 1 1 0 0,0 0-1 0 0,0 1 1 0 0,0-1-1 0 0,0 1 1 0 0,0-1-1 0 0,0 2 1 0 0,0-1-1 0 0,0 0 1 0 0,0 1-1 0 0,-1 0 1 0 0,1 0-1 0 0,-1 1 1 0 0,8 4-1 0 0,-6-2 36 0 0,-1 0-1 0 0,1 0 1 0 0,-1 0-1 0 0,0 1 1 0 0,-1-1-1 0 0,1 1 1 0 0,-1 1-1 0 0,-1-1 0 0 0,7 13 1 0 0,-4-5-24 0 0,-1 1-1 0 0,-1 0 1 0 0,0 0 0 0 0,-1 0 0 0 0,-1 0-1 0 0,0 1 1 0 0,-1-1 0 0 0,0 1 0 0 0,-3 24-1 0 0,1-34-156 0 0,0 0-1 0 0,0-1 0 0 0,0 1 0 0 0,-1 0 0 0 0,0-1 0 0 0,0 1 0 0 0,0-1 1 0 0,-1 0-1 0 0,0 1 0 0 0,-5 7 0 0 0,7-12 1 0 0,-1-2-62 0 0,1 0 0 0 0,0-1 0 0 0,0 1 0 0 0,0 0 0 0 0,0 0 0 0 0,1-1-1 0 0,-1 1 1 0 0,0-1 0 0 0,1 1 0 0 0,-1 0 0 0 0,0-1 0 0 0,1 1 0 0 0,0-1 0 0 0,-1 0 0 0 0,1 1 0 0 0,0-1 0 0 0,0 1-1 0 0,0-1 1 0 0,0 0 0 0 0,0 1 0 0 0,0-1 0 0 0,0 1 0 0 0,1-1 0 0 0,0-2 0 0 0,10-40-71 0 0,-3 23 35 0 0,0 0-1 0 0,2 1 1 0 0,0 0-1 0 0,1 0 0 0 0,1 1 1 0 0,1 1-1 0 0,0 0 1 0 0,1 1-1 0 0,1 0 0 0 0,33-27 1 0 0,-46 42 28 0 0,1-1 1 0 0,0 1-1 0 0,0 1 1 0 0,0-1-1 0 0,0 0 1 0 0,0 1-1 0 0,0-1 0 0 0,0 1 1 0 0,1 0-1 0 0,-1 0 1 0 0,0 0-1 0 0,1 1 1 0 0,-1-1-1 0 0,1 1 1 0 0,-1 0-1 0 0,0 0 1 0 0,1 0-1 0 0,-1 0 0 0 0,1 1 1 0 0,-1-1-1 0 0,1 1 1 0 0,-1 0-1 0 0,6 2 1 0 0,-5-1 20 0 0,0 0 0 0 0,0 1 1 0 0,0 0-1 0 0,-1 0 1 0 0,1 0-1 0 0,-1 0 0 0 0,1 0 1 0 0,-1 1-1 0 0,0-1 0 0 0,0 1 1 0 0,-1 0-1 0 0,1 0 0 0 0,-1 0 1 0 0,0 0-1 0 0,0 1 0 0 0,3 7 1 0 0,-1 6-98 0 0,-1-1 0 0 0,0 1 1 0 0,-1-1-1 0 0,-1 1 1 0 0,0 0-1 0 0,-4 29 0 0 0,1 8-5321 0 0,4-39 545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380 107 1792 0 0,'4'-11'2472'0'0,"0"1"639"0"0,0 0 0 0 0,-1 0 0 0 0,0 0 0 0 0,1-11 0 0 0,-4 20-2959 0 0,0-1-1 0 0,0 1 1 0 0,0 0-1 0 0,0 0 1 0 0,0-1-1 0 0,0 1 1 0 0,0 0-1 0 0,-1-1 1 0 0,1 1-1 0 0,0 0 1 0 0,-1 0-1 0 0,1-1 1 0 0,-1 1-1 0 0,1 0 1 0 0,-1 0-1 0 0,0 0 1 0 0,1 0-1 0 0,-1 0 1 0 0,0 0-1 0 0,0 0 1 0 0,0 0-1 0 0,0 0 1 0 0,0 0-1 0 0,0 0 1 0 0,0 1-1 0 0,0-1 1 0 0,0 0-1 0 0,0 1 1 0 0,0-1-1 0 0,0 1 1 0 0,-1-1-1 0 0,1 1 1 0 0,0-1-1 0 0,0 1 1 0 0,-1 0-1 0 0,1 0 1 0 0,0-1-1 0 0,-1 1 1 0 0,1 0-1 0 0,-3 1 1 0 0,0-2-48 0 0,0 2 1 0 0,0-1-1 0 0,0 0 1 0 0,0 1-1 0 0,0 0 0 0 0,1 0 1 0 0,-1 0-1 0 0,0 0 1 0 0,0 0-1 0 0,0 1 0 0 0,-4 3 1 0 0,5-4-81 0 0,1 1-1 0 0,0 1 1 0 0,0-1 0 0 0,0 0 0 0 0,0 0-1 0 0,0 1 1 0 0,0-1 0 0 0,0 1 0 0 0,1 0-1 0 0,-1-1 1 0 0,1 1 0 0 0,0 0-1 0 0,0 0 1 0 0,0 0 0 0 0,0 0 0 0 0,1 0-1 0 0,-1 0 1 0 0,1 0 0 0 0,0 0 0 0 0,0 0-1 0 0,0 0 1 0 0,0 0 0 0 0,0 0 0 0 0,1 0-1 0 0,-1 0 1 0 0,1 0 0 0 0,0 0 0 0 0,0 0-1 0 0,1 3 1 0 0,5 10 286 0 0,0 0-1 0 0,1-1 1 0 0,1 0-1 0 0,11 16 1 0 0,-2-4 763 0 0,-9-13-981 0 0,-3-5 107 0 0,0 1 0 0 0,0 1 0 0 0,-1-1 1 0 0,0 1-1 0 0,4 15 0 0 0,-9-23-167 0 0,1 0 0 0 0,0 0 0 0 0,-1 0 0 0 0,0-1 0 0 0,0 1 0 0 0,0 0 0 0 0,0 0 0 0 0,0 0 0 0 0,-1 0 0 0 0,1 0 0 0 0,-1 0-1 0 0,0 0 1 0 0,0-1 0 0 0,0 1 0 0 0,0 0 0 0 0,0-1 0 0 0,-1 1 0 0 0,1-1 0 0 0,-1 1 0 0 0,0-1 0 0 0,0 1 0 0 0,0-1 0 0 0,0 0 0 0 0,0 0 0 0 0,0 0 0 0 0,-4 3 0 0 0,1-2-88 0 0,0 0 0 0 0,0 1 0 0 0,0-2 0 0 0,-1 1 0 0 0,1-1 0 0 0,-1 1 0 0 0,1-2 0 0 0,-1 1 0 0 0,0-1 0 0 0,0 1 0 0 0,0-2 0 0 0,1 1 0 0 0,-8 0 0 0 0,4-2-149 0 0,0 0 0 0 0,0 0 0 0 0,1 0 1 0 0,-1-1-1 0 0,0-1 0 0 0,1 1 0 0 0,0-2 0 0 0,-10-3 1 0 0,3-1-219 0 0,1-1 0 0 0,0 0 0 0 0,0-1 1 0 0,1-1-1 0 0,0 0 0 0 0,1 0 1 0 0,0-1-1 0 0,-19-26 0 0 0,-9-27-5544 0 0,19 19-2519 0 0,9 19-992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9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82 2872 0 0,'-10'-20'12531'0'0,"-6"-5"-6265"0"0,-4-2-1135 0 0,19 26-5458 0 0,-4-7-1880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9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0 3072 0 0,'-48'16'6411'0'0,"28"-10"-1715"0"0,-32 16 1981 0 0,52-21-6656 0 0,0-1 0 0 0,0 0-1 0 0,0 1 1 0 0,0-1 0 0 0,0 0-1 0 0,0 0 1 0 0,0 1 0 0 0,1-1 0 0 0,-1 0-1 0 0,0 0 1 0 0,0 0 0 0 0,0 1-1 0 0,0-1 1 0 0,1 0 0 0 0,-1 0 0 0 0,0 1-1 0 0,0-1 1 0 0,0 0 0 0 0,1 0-1 0 0,-1 0 1 0 0,0 0 0 0 0,0 0-1 0 0,1 1 1 0 0,-1-1 0 0 0,0 0 0 0 0,0 0-1 0 0,1 0 1 0 0,-1 0 0 0 0,0 0-1 0 0,0 0 1 0 0,1 0 0 0 0,-1 0 0 0 0,0 0-1 0 0,1 0 1 0 0,-1 0 0 0 0,0 0-1 0 0,0 0 1 0 0,1 0 0 0 0,-1 0 0 0 0,1 0-1 0 0,71 0 483 0 0,84 0-3318 0 0,2-4-6240 0 0,-82-1 1121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0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36 2988 0 0,'-45'-29'28960'0'0,"38"22"-29308"0"0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0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0 2000 0 0,'-9'8'1894'0'0,"-55"52"18135"0"0,41-34-13821 0 0,22-25-5637 0 0,7 2 28 0 0,-5-2-692 0 0,-1-1 0 0 0,1 1 0 0 0,0-1 0 0 0,-1 1 0 0 0,1-1 0 0 0,0 1 0 0 0,0-1 0 0 0,-1 0 0 0 0,1 1 0 0 0,0-1 0 0 0,0 0 0 0 0,0 0 0 0 0,0 0 0 0 0,-1 0 0 0 0,1 1 0 0 0,0-1 0 0 0,0 0 0 0 0,0 0 0 0 0,0-1 0 0 0,-1 1 0 0 0,2 0 0 0 0,41-8-5455 0 0,-14-1-3932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347 180 272 0 0,'2'-1'2202'0'0,"25"-32"6398"0"0,-23 36-8051 0 0,-4-3-525 0 0,1 0-1 0 0,-1 0 1 0 0,0 0-1 0 0,0 1 1 0 0,1-1-1 0 0,-1 0 1 0 0,0 0-1 0 0,0 0 1 0 0,0 0-1 0 0,1 0 1 0 0,-1 0-1 0 0,0 0 1 0 0,0 0-1 0 0,1 0 1 0 0,-1 1-1 0 0,0-1 1 0 0,0 0-1 0 0,0 0 1 0 0,1 0-1 0 0,-1 1 1 0 0,0-1-1 0 0,0 0 1 0 0,0 0-1 0 0,0 0 1 0 0,0 1-1 0 0,1-1 1 0 0,-1 0-1 0 0,0 0 1 0 0,0 1-1 0 0,0-1 1 0 0,0 0-1 0 0,0 0 1 0 0,0 1-1 0 0,0-1 1 0 0,0 8 527 0 0,0-1 0 0 0,-1 1 0 0 0,0-1 1 0 0,0 1-1 0 0,0-1 0 0 0,-1 0 0 0 0,-1 1 0 0 0,1-1 0 0 0,-1 0 1 0 0,0-1-1 0 0,0 1 0 0 0,-1 0 0 0 0,0-1 0 0 0,0 0 0 0 0,-1 0 1 0 0,0 0-1 0 0,0 0 0 0 0,-8 6 0 0 0,12-11-286 0 0,-2-1 14 0 0,2 0-249 0 0,0 0 0 0 0,0 0 0 0 0,-1 0 0 0 0,1 0 0 0 0,0-1 0 0 0,0 1 0 0 0,0-1 0 0 0,-1 1 1 0 0,1 0-1 0 0,0-1 0 0 0,0 0 0 0 0,0 1 0 0 0,0-1 0 0 0,0 0 0 0 0,0 0 0 0 0,0 1 0 0 0,0-1 0 0 0,0 0 0 0 0,0 0 0 0 0,0 0 0 0 0,1 0 0 0 0,-2-2 0 0 0,0-1-7 0 0,0 1 0 0 0,1-1 0 0 0,-1 0 0 0 0,1 0 0 0 0,0 0 0 0 0,0 0 0 0 0,0-5 0 0 0,-1-7-11 0 0,2 0 0 0 0,2-30 0 0 0,0 25-65 0 0,0 1-1 0 0,1-1 1 0 0,2 1 0 0 0,0 0-1 0 0,10-26 1 0 0,-15 45 44 0 0,0 1 1 0 0,1-1 0 0 0,-1 0-1 0 0,0 0 1 0 0,1 0-1 0 0,-1 1 1 0 0,1-1-1 0 0,-1 0 1 0 0,1 1-1 0 0,-1-1 1 0 0,1 0-1 0 0,0 1 1 0 0,-1-1 0 0 0,1 1-1 0 0,0-1 1 0 0,0 1-1 0 0,-1-1 1 0 0,1 1-1 0 0,0-1 1 0 0,0 1-1 0 0,0 0 1 0 0,-1-1 0 0 0,1 1-1 0 0,0 0 1 0 0,0 0-1 0 0,0 0 1 0 0,1 0-1 0 0,-1 0 4 0 0,1 0 0 0 0,-1 1 0 0 0,1-1-1 0 0,-1 1 1 0 0,0 0 0 0 0,1-1 0 0 0,-1 1-1 0 0,0 0 1 0 0,1 0 0 0 0,-1 0 0 0 0,0 0 0 0 0,0 0-1 0 0,0 0 1 0 0,1 2 0 0 0,4 3 10 0 0,-1 1 0 0 0,0 0 1 0 0,-1 1-1 0 0,5 9 0 0 0,3 12 5 0 0,-2 0-1 0 0,-1 1 0 0 0,-1 0 1 0 0,-1 0-1 0 0,3 45 1 0 0,-6-26 5 0 0,-3 0 1 0 0,-8 85 0 0 0,4-109 10 0 0,-1 0 0 0 0,-1 0 0 0 0,-9 26 0 0 0,12-42-1 0 0,-2-1 1 0 0,1 0-1 0 0,-1 0 1 0 0,0 0-1 0 0,0-1 1 0 0,-1 0-1 0 0,0 1 1 0 0,0-1-1 0 0,-1-1 1 0 0,0 1-1 0 0,0-1 1 0 0,-12 9 0 0 0,12-12-13 0 0,1 0 0 0 0,-1-1 0 0 0,0 1 0 0 0,0-2 0 0 0,0 1 0 0 0,0 0 0 0 0,0-1 0 0 0,0 0 0 0 0,0-1 1 0 0,0 1-1 0 0,0-1 0 0 0,0-1 0 0 0,-1 1 0 0 0,-9-3 0 0 0,-10-2 15 0 0,1-1 0 0 0,-27-10 0 0 0,42 12-13 0 0,-99-31-1105 0 0,107 34 507 0 0,1 1 405 0 0,0 1-1 0 0,0-1 1 0 0,0 0-1 0 0,0 0 0 0 0,0 1 1 0 0,1-1-1 0 0,-1 0 1 0 0,0 1-1 0 0,0-1 1 0 0,0 1-1 0 0,0-1 1 0 0,1 1-1 0 0,-1 0 1 0 0,0-1-1 0 0,0 1 1 0 0,0 1-1 0 0,0-2 62 0 0,1 0 0 0 0,0 1 0 0 0,0-1 0 0 0,0 0 0 0 0,-1 1 0 0 0,1-1 0 0 0,0 0 0 0 0,0 1 0 0 0,0-1 1 0 0,0 1-1 0 0,0-1 0 0 0,0 0 0 0 0,0 1 0 0 0,0-1 0 0 0,0 1 0 0 0,0-1 0 0 0,0 0 0 0 0,0 1 0 0 0,0-1 0 0 0,0 1 0 0 0,0-1 0 0 0,0 0 0 0 0,0 1 0 0 0,0-1 0 0 0,1 0 0 0 0,-1 1 0 0 0,0-1 0 0 0,0 0 0 0 0,0 1 0 0 0,1-1 0 0 0,-1 0 0 0 0,0 1 0 0 0,0-1 0 0 0,1 0 0 0 0,-1 0 0 0 0,0 1 0 0 0,1-1 0 0 0,-1 0 0 0 0,0 0 0 0 0,1 1 0 0 0,-1-1 0 0 0,0 0 1 0 0,1 0-1 0 0,-1 0 0 0 0,1 0 0 0 0,-1 0 0 0 0,1 0 0 0 0,6 5-1462 0 0,26-6-8715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455 129 200 0 0,'53'-106'17734'0'0,"-53"105"-17561"0"0,15-20 3135 0 0,-15 21-3287 0 0,0 0 1 0 0,0 0-1 0 0,0 0 0 0 0,1 0 0 0 0,-1 0 1 0 0,0 0-1 0 0,0 0 0 0 0,0 0 1 0 0,0 0-1 0 0,1 0 0 0 0,-1 0 0 0 0,0 0 1 0 0,0 0-1 0 0,0 0 0 0 0,0 0 0 0 0,1 0 1 0 0,-1 0-1 0 0,0 0 0 0 0,0 0 1 0 0,0 0-1 0 0,0 0 0 0 0,1 0 0 0 0,-1 0 1 0 0,0 0-1 0 0,0 0 0 0 0,0 0 0 0 0,0 0 1 0 0,0 0-1 0 0,1 1 0 0 0,-1-1 1 0 0,0 0-1 0 0,0 0 0 0 0,0 0 0 0 0,0 0 1 0 0,0 0-1 0 0,0 0 0 0 0,0 1 0 0 0,1-1 1 0 0,-1 0-1 0 0,4 16 465 0 0,1 35 731 0 0,-5 98 1 0 0,-1-87-807 0 0,-34 620 1126 0 0,-32 0-1144 0 0,66-678-392 0 0,-42 507 333 0 0,43-362-317 0 0,-1-147-8 0 0,1 0 1 0 0,0-1-1 0 0,0 1 0 0 0,0-1 1 0 0,0 1-1 0 0,0 0 0 0 0,1-1 1 0 0,-1 1-1 0 0,0 0 0 0 0,1-1 1 0 0,-1 1-1 0 0,1-1 0 0 0,0 1 1 0 0,-1-1-1 0 0,1 1 0 0 0,0-1 0 0 0,0 0 1 0 0,0 1-1 0 0,0-1 0 0 0,0 0 1 0 0,0 1-1 0 0,1-1 0 0 0,1 1 1 0 0,-2-1-2 0 0,1-1 1 0 0,0 1 0 0 0,0-1-1 0 0,0 0 1 0 0,0 1 0 0 0,0-1-1 0 0,-1 0 1 0 0,1 0 0 0 0,0 0-1 0 0,0 0 1 0 0,0-1 0 0 0,0 1-1 0 0,0 0 1 0 0,0-1 0 0 0,-1 1-1 0 0,4-2 1 0 0,5-3 15 0 0,0 1 0 0 0,-1-2 1 0 0,0 1-1 0 0,0-1 0 0 0,11-10 1 0 0,-7 4-17 0 0,-1 0 1 0 0,-1-1 0 0 0,0 0 0 0 0,0-1-1 0 0,-1 0 1 0 0,-1-1 0 0 0,-1 0 0 0 0,0 0-1 0 0,-1-1 1 0 0,0 0 0 0 0,-2 0 0 0 0,7-28 0 0 0,-9 31 14 0 0,-1-1 1 0 0,0 0-1 0 0,-1 0 1 0 0,-1 1-1 0 0,0-1 1 0 0,-1 0-1 0 0,0 0 1 0 0,-1 1-1 0 0,-1-1 1 0 0,0 1-1 0 0,-1-1 1 0 0,0 1 0 0 0,-1 0-1 0 0,0 1 1 0 0,-1-1-1 0 0,-9-12 1 0 0,-2 0 31 0 0,-1 2 1 0 0,-2 0 0 0 0,0 1 0 0 0,-2 1 0 0 0,0 1 0 0 0,-43-30-1 0 0,-161-83 778 0 0,79 52 857 0 0,145 80-1675 0 0,0 0 0 0 0,-1-1 0 0 0,1 1 0 0 0,0-1 1 0 0,0 1-1 0 0,0-1 0 0 0,0 0 0 0 0,1 0 0 0 0,-1 0 0 0 0,0 0 0 0 0,1 0 0 0 0,-1-1 0 0 0,1 1 0 0 0,0 0 0 0 0,0-1 0 0 0,0 1 0 0 0,0-1 0 0 0,0 1 0 0 0,0-5 0 0 0,0 3-45 0 0,1 0-1 0 0,1 1 1 0 0,-1-1 0 0 0,0 0-1 0 0,1 0 1 0 0,0 1-1 0 0,0-1 1 0 0,0 0 0 0 0,0 1-1 0 0,1-1 1 0 0,-1 1-1 0 0,3-5 1 0 0,5-4-227 0 0,0-1 0 0 0,0 2 1 0 0,1-1-1 0 0,0 1 0 0 0,21-17 0 0 0,16-7-1933 0 0,3 1-1 0 0,0 3 0 0 0,89-41 0 0 0,-14 9-8929 0 0,-91 44 3218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3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1672 0 0,'0'0'4469'0'0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31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24 0 0,'0'0'12634'0'0,"-6"8"-10933"0"0,-2 5 152 0 0,8-6-3767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3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71 251 2764 0 0,'-8'-11'2131'0'0,"2"2"436"0"0,-1-1 0 0 0,0 1-1 0 0,-1 0 1 0 0,-14-13 0 0 0,20 21-2255 0 0,2 3 41 0 0,0 11 48 0 0,0-1 0 0 0,1 0-1 0 0,0 0 1 0 0,4 15 0 0 0,0 11 183 0 0,31 541 2230 0 0,-35-549-2694 0 0,-2 26 1492 0 0,1-54-1163 0 0,-1-2-434 0 0,0 0 0 0 0,1-1-1 0 0,-1 1 1 0 0,0 0 0 0 0,1-1-1 0 0,-1 1 1 0 0,0-1 0 0 0,1 1 0 0 0,-1-1-1 0 0,1 0 1 0 0,-1 1 0 0 0,1-1 0 0 0,-1 1-1 0 0,1-1 1 0 0,-1 0 0 0 0,1 0-1 0 0,0 1 1 0 0,-1-1 0 0 0,1 0 0 0 0,0 0-1 0 0,0 1 1 0 0,-1-2 0 0 0,-5-20 42 0 0,5 19-35 0 0,-9-49-25 0 0,1-1 0 0 0,3 0 0 0 0,2 0-1 0 0,3-1 1 0 0,2 1 0 0 0,2 0 0 0 0,10-55 0 0 0,-7 72-52 0 0,2 0 0 0 0,1 1 0 0 0,2 0 1 0 0,2 1-1 0 0,21-44 0 0 0,-27 64 32 0 0,1 0-1 0 0,0 1 1 0 0,1 0 0 0 0,0 0-1 0 0,1 1 1 0 0,0 0-1 0 0,1 0 1 0 0,1 1 0 0 0,0 1-1 0 0,0 0 1 0 0,1 1-1 0 0,0 0 1 0 0,1 1 0 0 0,26-12-1 0 0,-32 18 13 0 0,-1 0 1 0 0,1 0-1 0 0,0 0 0 0 0,0 1 0 0 0,0 0 0 0 0,0 1 0 0 0,0 0 0 0 0,0 0 1 0 0,0 1-1 0 0,-1 0 0 0 0,1 0 0 0 0,0 0 0 0 0,0 1 0 0 0,-1 1 0 0 0,1-1 1 0 0,-1 1-1 0 0,1 1 0 0 0,-1-1 0 0 0,0 1 0 0 0,10 7 0 0 0,-13-7 16 0 0,1 0 0 0 0,0 0 0 0 0,-1 0 0 0 0,0 0 0 0 0,0 1 0 0 0,0 0 0 0 0,-1 0 0 0 0,1 0 0 0 0,-1 0 0 0 0,0 0 0 0 0,-1 1-1 0 0,1-1 1 0 0,-1 1 0 0 0,0-1 0 0 0,0 1 0 0 0,-1 0 0 0 0,0 0 0 0 0,0 0 0 0 0,0 0 0 0 0,-1 0 0 0 0,0 0 0 0 0,0 0 0 0 0,0 0 0 0 0,-1 0 0 0 0,0 0-1 0 0,0 0 1 0 0,-3 9 0 0 0,-1-1 4 0 0,-1 0 0 0 0,0-1 0 0 0,-1 0 0 0 0,0 0 0 0 0,-1 0 0 0 0,0-1 0 0 0,-1 0 0 0 0,-1-1 0 0 0,0 0 0 0 0,0 0 0 0 0,-1-1 0 0 0,0 0 0 0 0,-1-1 0 0 0,-16 9 0 0 0,9-7 3 0 0,-1 0 0 0 0,0-2 0 0 0,0 0 0 0 0,-1-2 0 0 0,-1 0 0 0 0,1-1 0 0 0,-1-1 0 0 0,-40 3 0 0 0,-70-1 228 0 0,129-7-293 0 0,-1 2-20 0 0,1-1 33 0 0,11 6-83 0 0,22 15 117 0 0,-1 0 0 0 0,-1 2 1 0 0,39 44-1 0 0,65 93 51 0 0,-16-18-185 0 0,-99-124-721 0 0,0-1 0 0 0,1 0-1 0 0,38 28 1 0 0,-50-41 437 0 0,1-1-1 0 0,-1 0 0 0 0,1-1 1 0 0,0 0-1 0 0,0 0 1 0 0,0 0-1 0 0,1-1 1 0 0,-1 0-1 0 0,1 0 1 0 0,-1-1-1 0 0,1 0 1 0 0,-1 0-1 0 0,1-1 1 0 0,0 0-1 0 0,-1-1 0 0 0,1 1 1 0 0,8-3-1 0 0,-2-1-340 0 0,0 0-1 0 0,0-1 1 0 0,-1 0-1 0 0,0-1 1 0 0,0-1-1 0 0,18-11 1 0 0,-14 6 382 0 0,-1-1 1 0 0,-1 0-1 0 0,0-1 1 0 0,16-19-1 0 0,-12 9 1110 0 0,-1-1-1 0 0,-1 0 0 0 0,-1-2 1 0 0,-1 0-1 0 0,-2-1 0 0 0,13-35 0 0 0,-19 44 503 0 0,-2-2 0 0 0,1 1-1 0 0,2-25 1 0 0,-7 36-831 0 0,-1 1 0 0 0,1 0 0 0 0,-1 0 0 0 0,-1-1 0 0 0,1 1 0 0 0,-1 0 0 0 0,-1 0 1 0 0,0 0-1 0 0,0 0 0 0 0,0 0 0 0 0,-4-8 0 0 0,5 14-332 0 0,0 1-1 0 0,0-1 1 0 0,0 0-1 0 0,-1 0 1 0 0,1 0-1 0 0,0 1 1 0 0,-1-1-1 0 0,1 1 1 0 0,-1-1-1 0 0,1 1 1 0 0,-1 0-1 0 0,0-1 1 0 0,0 1-1 0 0,1 0 1 0 0,-1 0-1 0 0,0 0 1 0 0,0 0-1 0 0,0 1 1 0 0,-2-1-1 0 0,0 0-7 0 0,1 1-1 0 0,0-1 1 0 0,-1 1-1 0 0,1 0 0 0 0,-1 1 1 0 0,1-1-1 0 0,-1 0 0 0 0,1 1 1 0 0,0 0-1 0 0,-7 2 0 0 0,0 1 2 0 0,0 1 0 0 0,0 1 0 0 0,0-1 0 0 0,1 1 0 0 0,-1 1 0 0 0,-9 9 0 0 0,-1 3-22 0 0,1 0 1 0 0,1 1-1 0 0,1 1 1 0 0,0 1-1 0 0,2 0 1 0 0,0 1-1 0 0,2 1 1 0 0,1 0 0 0 0,0 1-1 0 0,2 0 1 0 0,-12 47-1 0 0,20-61-22 0 0,0-1 0 0 0,1 1 1 0 0,0 0-1 0 0,1 0 0 0 0,0-1 0 0 0,1 1 0 0 0,0 0 0 0 0,0 0 0 0 0,5 14 0 0 0,-5-22-8 0 0,0 0 0 0 0,0 0 0 0 0,0 0 1 0 0,0 0-1 0 0,0 0 0 0 0,1-1 0 0 0,-1 1 0 0 0,1 0 0 0 0,0-1 0 0 0,0 0 0 0 0,0 1 0 0 0,0-1 0 0 0,0 0 1 0 0,0 0-1 0 0,1 0 0 0 0,-1 0 0 0 0,1 0 0 0 0,0-1 0 0 0,-1 1 0 0 0,1-1 0 0 0,0 1 0 0 0,0-1 0 0 0,0 0 0 0 0,0 0 1 0 0,0-1-1 0 0,0 1 0 0 0,0-1 0 0 0,0 1 0 0 0,0-1 0 0 0,0 0 0 0 0,0 0 0 0 0,0 0 0 0 0,0 0 0 0 0,0-1 0 0 0,0 1 1 0 0,6-3-1 0 0,0 0-34 0 0,0-1 0 0 0,0 0 1 0 0,0 0-1 0 0,-1-1 1 0 0,1 0-1 0 0,-1-1 0 0 0,-1 1 1 0 0,1-2-1 0 0,-1 1 0 0 0,0-1 1 0 0,0 0-1 0 0,-1 0 1 0 0,0-1-1 0 0,9-14 0 0 0,4-9-62 0 0,-2-1 0 0 0,21-53 1 0 0,-25 50 103 0 0,-6 16 88 0 0,1 0 0 0 0,11-19 0 0 0,-19 37-79 0 0,2 3-22 0 0,0 1 15 0 0,-1 0 1 0 0,1 1 0 0 0,-1-1 0 0 0,1 1-1 0 0,-1 0 1 0 0,0-1 0 0 0,-1 1-1 0 0,2 7 1 0 0,0 39 71 0 0,-2-25-102 0 0,1-12 5 0 0,0 21-71 0 0,6 33 1 0 0,-5-58-243 0 0,-1-1 0 0 0,1 1 0 0 0,1-1-1 0 0,0 0 1 0 0,0 0 0 0 0,0 0 0 0 0,1 0 0 0 0,0 0 0 0 0,8 10 0 0 0,-11-17 191 0 0,0 0 0 0 0,0 1 0 0 0,0-1 0 0 0,0 0 0 0 0,0 0 0 0 0,0 1 0 0 0,1-1 0 0 0,-1 0 0 0 0,0 0 0 0 0,1-1 0 0 0,-1 1 0 0 0,1 0 0 0 0,-1 0 0 0 0,1-1 0 0 0,-1 1 1 0 0,1 0-1 0 0,0-1 0 0 0,-1 0 0 0 0,1 1 0 0 0,-1-1 0 0 0,1 0 0 0 0,0 0 0 0 0,-1 0 0 0 0,1 0 0 0 0,0 0 0 0 0,-1 0 0 0 0,1-1 0 0 0,0 1 0 0 0,-1-1 0 0 0,1 1 0 0 0,0-1 0 0 0,-1 1 0 0 0,1-1 0 0 0,-1 0 1 0 0,1 0-1 0 0,-1 1 0 0 0,0-1 0 0 0,1 0 0 0 0,1-2 0 0 0,4-4-319 0 0,-1 1 1 0 0,0-1 0 0 0,0-1-1 0 0,0 1 1 0 0,8-15 0 0 0,4-12 125 0 0,-1-1 0 0 0,18-57 1 0 0,-1 3 2160 0 0,-8 37-184 0 0,-24 49-1546 0 0,0 0-1 0 0,1 0 1 0 0,-1 0-1 0 0,1 1 1 0 0,-1-1-1 0 0,1 1 1 0 0,0-1-1 0 0,0 1 1 0 0,0 0-1 0 0,0 0 0 0 0,0 0 1 0 0,5-2-1 0 0,-7 4-70 0 0,1 0 0 0 0,0 0 1 0 0,-1-1-1 0 0,1 1 0 0 0,0 0 0 0 0,-1 0 0 0 0,1 1 0 0 0,0-1 0 0 0,-1 0 0 0 0,1 0 0 0 0,0 1 0 0 0,-1-1 1 0 0,1 1-1 0 0,-1-1 0 0 0,1 1 0 0 0,-1 0 0 0 0,1 0 0 0 0,-1 0 0 0 0,1 0 0 0 0,-1 0 0 0 0,3 2 0 0 0,22 24 588 0 0,-25-26-622 0 0,6 8 121 0 0,-1 1-1 0 0,1 0 0 0 0,-2 0 0 0 0,1 0 0 0 0,-1 1 0 0 0,-1 0 0 0 0,6 22 0 0 0,-5-13 41 0 0,-2 0 0 0 0,0 0 0 0 0,0 36 0 0 0,-3-53-135 0 0,0 0 0 0 0,-1 1 0 0 0,0-1 0 0 0,1 0 0 0 0,-1 1 0 0 0,0-1 0 0 0,0 0 0 0 0,-1 0 0 0 0,1 0 0 0 0,-1 0 0 0 0,1 0 0 0 0,-1 0 0 0 0,-3 3 0 0 0,5-5-26 0 0,0-1-1 0 0,0 1 0 0 0,-1-1 0 0 0,1 0 1 0 0,0 1-1 0 0,-1-1 0 0 0,1 1 1 0 0,0-1-1 0 0,-1 0 0 0 0,1 1 0 0 0,-1-1 1 0 0,1 0-1 0 0,-1 1 0 0 0,1-1 1 0 0,-1 0-1 0 0,1 0 0 0 0,0 1 0 0 0,-1-1 1 0 0,0 0-1 0 0,1 0 0 0 0,-1 0 1 0 0,1 0-1 0 0,-1 0 0 0 0,1 0 0 0 0,-1 0 1 0 0,1 0-1 0 0,-1 0 0 0 0,1 0 1 0 0,-1 0-1 0 0,1 0 0 0 0,-1 0 0 0 0,1 0 1 0 0,-1 0-1 0 0,1-1 0 0 0,-1 1 0 0 0,1 0 1 0 0,-1 0-1 0 0,1-1 0 0 0,-1 1 1 0 0,1 0-1 0 0,-1-1 0 0 0,1 1 0 0 0,0 0 1 0 0,-1-1-1 0 0,1 1 0 0 0,-1 0 1 0 0,1-1-1 0 0,0 1 0 0 0,0-1 0 0 0,-1 0 1 0 0,-12-23 20 0 0,12 15-22 0 0,-1 0 1 0 0,1 0 0 0 0,0-1 0 0 0,1 1 0 0 0,0-1-1 0 0,1 1 1 0 0,0 0 0 0 0,0-1 0 0 0,1 1 0 0 0,0 0-1 0 0,1 0 1 0 0,0 0 0 0 0,0 0 0 0 0,1 1 0 0 0,0-1-1 0 0,6-7 1 0 0,1-3-22 0 0,1 2 0 0 0,0 0 0 0 0,2 0 0 0 0,0 1-1 0 0,1 1 1 0 0,16-14 0 0 0,-23 22 19 0 0,1 0 0 0 0,-1 1 0 0 0,1 0 0 0 0,1 1 0 0 0,-1 0 0 0 0,1 0 1 0 0,18-5-1 0 0,-26 9 6 0 0,1 1 0 0 0,0-1 0 0 0,-1 1 0 0 0,1-1 0 0 0,0 1 0 0 0,-1 0 0 0 0,1 0 0 0 0,0 0 0 0 0,0 1 0 0 0,-1-1 0 0 0,1 1 0 0 0,0-1 0 0 0,-1 1 0 0 0,1 0 0 0 0,-1 0 0 0 0,1 0 0 0 0,4 3 0 0 0,-4-2 38 0 0,0 1 0 0 0,0 0-1 0 0,-1-1 1 0 0,1 1-1 0 0,0 0 1 0 0,-1 0-1 0 0,0 1 1 0 0,0-1-1 0 0,0 0 1 0 0,0 1-1 0 0,1 3 1 0 0,2 5 63 0 0,-1 1 0 0 0,-1 0 0 0 0,0-1 0 0 0,-1 1 0 0 0,0 0-1 0 0,-1 14 1 0 0,-3 72 201 0 0,0-71-452 0 0,1 1 1 0 0,1-1-1 0 0,2 0 1 0 0,5 31-1 0 0,-6-55-102 0 0,0 1 0 0 0,0-1-1 0 0,0 0 1 0 0,1 0 0 0 0,0 0-1 0 0,0 0 1 0 0,0 0 0 0 0,0-1 0 0 0,1 1-1 0 0,-1-1 1 0 0,1 1 0 0 0,0-1-1 0 0,0 0 1 0 0,6 5 0 0 0,-6-6-524 0 0,0 0 1 0 0,0-1-1 0 0,1 1 1 0 0,-1 0-1 0 0,0-1 1 0 0,1 0-1 0 0,-1 0 1 0 0,1 0-1 0 0,-1 0 1 0 0,1 0-1 0 0,5-1 1 0 0,9 1-6198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100 163 3312 0 0,'-8'-162'21048'0'0,"5"178"-19808"0"0,-9 190 2827 0 0,-27 133-2862 0 0,27-263-1169 0 0,-8 57-1790 0 0,15-44-3422 0 0,5-85 4187 0 0,1 20-835 0 0,1-16-1374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4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97 1260 0 0,'6'-11'2276'0'0,"0"1"930"0"0,-2 0 0 0 0,1-1 0 0 0,4-14 0 0 0,-8 2-576 0 0,-1 23-2586 0 0,0-1-1 0 0,-1 1 0 0 0,1-1 1 0 0,-1 1-1 0 0,1-1 0 0 0,0 1 1 0 0,-1 0-1 0 0,1-1 0 0 0,-1 1 1 0 0,1 0-1 0 0,-1-1 0 0 0,1 1 1 0 0,-1 0-1 0 0,1-1 0 0 0,-1 1 0 0 0,1 0 1 0 0,-1 0-1 0 0,0 0 0 0 0,1-1 1 0 0,-1 1-1 0 0,1 0 0 0 0,-1 0 1 0 0,0 0-1 0 0,1 0 0 0 0,-1 0 1 0 0,1 0-1 0 0,-1 0 0 0 0,0 1 1 0 0,-17 0 270 0 0,18-1-299 0 0,-21 5 192 0 0,0 0-1 0 0,0 2 1 0 0,1 0 0 0 0,-36 18 0 0 0,24-10-114 0 0,-127 54 256 0 0,131-59-258 0 0,26-9-52 0 0,7 8-126 0 0,4-6 72 0 0,-1 1 0 0 0,0-1-1 0 0,0 2 1 0 0,0-1 0 0 0,0 1 0 0 0,-1 0-1 0 0,1 1 1 0 0,-1-1 0 0 0,12 15-1 0 0,4 6 72 0 0,25 37 0 0 0,-26-33 46 0 0,14 27 19 0 0,-31-46-74 0 0,2 0-1 0 0,-1 0 1 0 0,1-1-1 0 0,1 0 1 0 0,0 0-1 0 0,0-1 1 0 0,1 0-1 0 0,17 14 0 0 0,-23-21-24 0 0,-2-1-15 0 0,0 0 0 0 0,0 0 0 0 0,0-1 0 0 0,0 1 0 0 0,0-1 0 0 0,1 1 0 0 0,-1-1 0 0 0,0 1 0 0 0,0-1-1 0 0,0 0 1 0 0,0 0 0 0 0,0 1 0 0 0,1-1 0 0 0,-1 0 0 0 0,1 0 0 0 0,3 0-108 0 0,-1 0-1 0 0,0 0 1 0 0,0 0 0 0 0,0-1 0 0 0,0 1-1 0 0,0-1 1 0 0,-1 0 0 0 0,1 0-1 0 0,0-1 1 0 0,0 1 0 0 0,0-1-1 0 0,-1 1 1 0 0,1-1 0 0 0,-1 0 0 0 0,1-1-1 0 0,-1 1 1 0 0,0-1 0 0 0,0 1-1 0 0,0-1 1 0 0,4-5 0 0 0,3-3-722 0 0,29-33-3664 0 0,-16 15-2080 0 0,-8 14 147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5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285 260 2888 0 0,'-9'-16'3869'0'0,"-12"-27"-1"0"0,16 30-1900 0 0,-1 1 1 0 0,-1-1-1 0 0,-11-16 0 0 0,11 18-1037 0 0,0 3 362 0 0,7 8-1265 0 0,-1 0 1 0 0,1 0 0 0 0,0 0 0 0 0,-1 0 0 0 0,1 1 0 0 0,-1-1 0 0 0,1 0-1 0 0,-1 0 1 0 0,1 0 0 0 0,-1 1 0 0 0,1-1 0 0 0,0 0 0 0 0,-1 0 0 0 0,1 1-1 0 0,0-1 1 0 0,-1 0 0 0 0,1 1 0 0 0,0-1 0 0 0,-1 0 0 0 0,1 1 0 0 0,0-1 0 0 0,-1 1-1 0 0,1-1 1 0 0,0 1 0 0 0,0 0 0 0 0,-5 7 236 0 0,1 0 0 0 0,0 1 0 0 0,1 0 0 0 0,0 0 0 0 0,1 0-1 0 0,0 0 1 0 0,-2 12 0 0 0,-2 9 210 0 0,-58 214 1334 0 0,-6 24-1299 0 0,44-166 59 0 0,25-100-517 0 0,0-5-44 0 0,1-1-1 0 0,0 0 0 0 0,-1 1 0 0 0,1-1 0 0 0,0 0 0 0 0,1 1 0 0 0,-1-1 0 0 0,1 0 0 0 0,-1 1 0 0 0,3-7 0 0 0,0-1-14 0 0,79-351-673 0 0,-55 271 478 0 0,73-168 0 0 0,-63 179-114 0 0,-36 78 281 0 0,15 6-7 0 0,-13-3 50 0 0,-1 1 0 0 0,0-1 0 0 0,0 1 0 0 0,0-1 0 0 0,0 1 0 0 0,0 0 0 0 0,-1 0 0 0 0,1 0 0 0 0,0 0 0 0 0,-1 0 0 0 0,0 0 0 0 0,1 0 0 0 0,1 4 0 0 0,12 32 194 0 0,-13-31-160 0 0,20 60 498 0 0,-4 1 0 0 0,12 83 0 0 0,5 142 511 0 0,-32-255-1064 0 0,2 2 123 0 0,15 66-1 0 0,-19-104-154 0 0,-1-1-1 0 0,1 1 1 0 0,-1-1-1 0 0,1 1 0 0 0,0-1 1 0 0,-1 0-1 0 0,1 1 1 0 0,0-1-1 0 0,0 0 1 0 0,0 1-1 0 0,0-1 1 0 0,0 0-1 0 0,0 0 0 0 0,0 0 1 0 0,1 0-1 0 0,-1 0 1 0 0,0 0-1 0 0,1 0 1 0 0,-1-1-1 0 0,0 1 0 0 0,1 0 1 0 0,-1-1-1 0 0,1 1 1 0 0,-1-1-1 0 0,1 0 1 0 0,-1 1-1 0 0,1-1 0 0 0,-1 0 1 0 0,1 0-1 0 0,0 0 1 0 0,-1 0-1 0 0,1 0 1 0 0,-1 0-1 0 0,1 0 0 0 0,-1-1 1 0 0,1 1-1 0 0,-1-1 1 0 0,1 1-1 0 0,2-2 1 0 0,3 0-744 0 0,1-1 0 0 0,-1-1 0 0 0,0 1 0 0 0,0-1 0 0 0,0-1 0 0 0,10-7 0 0 0,20-24-4592 0 0,-17 8-1487 0 0,-9 10 33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5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206 103 3316 0 0,'-153'1'14309'0'0,"100"-1"-10127"0"0,66-12-3742 0 0,-3 7-639 0 0,1 1-1 0 0,-1 0 0 0 0,1 0 1 0 0,-1 1-1 0 0,1 0 1 0 0,19-1-1 0 0,-5-1-554 0 0,91-20-4021 0 0,-39 6-1366 0 0,-24 4-635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5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64 764 0 0,'-177'-2'17238'0'0,"174"2"-16577"0"0,-13-1 480 0 0,13 1-648 0 0,-4-1 692 0 0,7-2-402 0 0,17-6-80 0 0,24-5-326 0 0,25 1-915 0 0,103-6 0 0 0,-90 17-3742 0 0,0 7-4595 0 0,-62-4 2165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6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21 1440 0 0,'-12'4'1421'0'0,"-192"66"20268"0"0,220-69-20223 0 0,24-5-846 0 0,394-54 1167 0 0,-219 30-1435 0 0,-189 22-2808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6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82 2804 0 0,'-16'-31'9028'0'0,"-14"-19"6260"0"0,27 53-14952 0 0,0 1 0 0 0,1 0 0 0 0,-1 0 0 0 0,1 0 0 0 0,0 0 0 0 0,0 0 0 0 0,0 0 0 0 0,1 1 0 0 0,-1-1 0 0 0,0 8 0 0 0,-7 55 613 0 0,4-28-404 0 0,-31 240-316 0 0,0 382-1 0 0,34-532-1732 0 0,18-145-4961 0 0,-3-11-4334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8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201 637 1832 0 0,'-114'-85'15693'0'0,"112"84"-15338"0"0,-11 8 318 0 0,11-4-568 0 0,1 0 0 0 0,-1 0 0 0 0,1 0 0 0 0,0 0 0 0 0,0 1 0 0 0,0-1 0 0 0,1 0 0 0 0,-1 1 0 0 0,1-1-1 0 0,-1 1 1 0 0,1-1 0 0 0,0 0 0 0 0,1 6 0 0 0,-1 0 132 0 0,-2 379 2776 0 0,4-201-1278 0 0,-5-174-748 0 0,-4-18-185 0 0,-5-20-333 0 0,-1-34-477 0 0,3 1 1 0 0,3-1 0 0 0,0-72 0 0 0,7 124 6 0 0,-3-58-100 0 0,4 0-1 0 0,3 0 1 0 0,19-107 0 0 0,-15 135 92 0 0,2 0 0 0 0,1 0 1 0 0,2 1-1 0 0,1 1 0 0 0,2 0 0 0 0,1 1 1 0 0,34-49-1 0 0,-37 65-1 0 0,0 0 0 0 0,1 1 0 0 0,0 1 1 0 0,29-23-1 0 0,-36 33-8 0 0,0 0 0 0 0,0 1 0 0 0,0 0 0 0 0,1 0 1 0 0,0 0-1 0 0,0 2 0 0 0,0-1 0 0 0,0 1 0 0 0,0 0 1 0 0,1 1-1 0 0,-1 0 0 0 0,20-2 0 0 0,-23 4 9 0 0,0 1 0 0 0,0-1 0 0 0,0 1 0 0 0,0 0 0 0 0,0 1-1 0 0,-1-1 1 0 0,1 1 0 0 0,0 0 0 0 0,-1 0 0 0 0,1 1 0 0 0,-1 0 0 0 0,0 0 0 0 0,0 0-1 0 0,0 1 1 0 0,0-1 0 0 0,0 1 0 0 0,-1 0 0 0 0,0 1 0 0 0,0-1 0 0 0,0 1 0 0 0,0-1 0 0 0,-1 1-1 0 0,0 0 1 0 0,0 1 0 0 0,0-1 0 0 0,0 0 0 0 0,2 11 0 0 0,-1-6-7 0 0,-2 1 1 0 0,1 0-1 0 0,-1-1 1 0 0,-1 1-1 0 0,0 0 1 0 0,0 0 0 0 0,-1 0-1 0 0,0 0 1 0 0,-1 0-1 0 0,-1 0 1 0 0,1 0-1 0 0,-2 0 1 0 0,0 0-1 0 0,-5 13 1 0 0,-3 0 29 0 0,-1-1-1 0 0,-1 0 1 0 0,-1-1 0 0 0,-1 0 0 0 0,-1-1-1 0 0,-1-1 1 0 0,-1-1 0 0 0,-22 19 0 0 0,25-24-3 0 0,0-1 0 0 0,-2-2 1 0 0,1 1-1 0 0,-2-2 0 0 0,1 0 0 0 0,-1-1 1 0 0,-1-1-1 0 0,0 0 0 0 0,0-2 1 0 0,0 0-1 0 0,-22 3 0 0 0,30-5 5 0 0,5-3-17 0 0,-19-3 0 0 0,7-2-256 0 0,16 1-82 0 0,9 2 228 0 0,-5 2 111 0 0,0-1-1 0 0,-1 1 1 0 0,1 0-1 0 0,0-1 1 0 0,0 1 0 0 0,0 0-1 0 0,-1 0 1 0 0,1 0-1 0 0,-1 0 1 0 0,1 1-1 0 0,-1-1 1 0 0,1 0-1 0 0,-1 1 1 0 0,2 1-1 0 0,20 26-17 0 0,-19-24 8 0 0,25 38 2 0 0,-2 1 1 0 0,-2 2-1 0 0,24 58 1 0 0,-28-55-101 0 0,3 0 0 0 0,54 80 1 0 0,-74-122-88 0 0,1-1 1 0 0,1 1 0 0 0,-1-1-1 0 0,1-1 1 0 0,0 1 0 0 0,1-1 0 0 0,-1 0-1 0 0,1-1 1 0 0,0 1 0 0 0,11 4-1 0 0,-11-6-135 0 0,0-1 0 0 0,-1 0 0 0 0,1-1 0 0 0,0 1-1 0 0,0-1 1 0 0,0-1 0 0 0,0 1 0 0 0,0-1 0 0 0,0-1-1 0 0,0 1 1 0 0,0-1 0 0 0,11-3 0 0 0,1-1-162 0 0,-1-2 0 0 0,1 0 0 0 0,-2-1 0 0 0,1 0 0 0 0,-1-2 0 0 0,0 0 0 0 0,-1-1 0 0 0,0 0 1 0 0,-1-2-1 0 0,-1 1 0 0 0,17-19 0 0 0,-7 4 759 0 0,-1-2 1 0 0,-1 0-1 0 0,-1-2 1 0 0,-2 0-1 0 0,17-35 1 0 0,-28 49 506 0 0,-1 1 0 0 0,-1-1 0 0 0,6-26 0 0 0,-10 37-582 0 0,-1 0 0 0 0,0-1 1 0 0,-1 1-1 0 0,1 0 0 0 0,-1 0 0 0 0,0 0 1 0 0,-1 0-1 0 0,1 0 0 0 0,-1-1 0 0 0,0 1 0 0 0,-1 0 1 0 0,1 0-1 0 0,-5-10 0 0 0,4 15-171 0 0,1-1 0 0 0,0 1 0 0 0,0-1 0 0 0,-1 1 0 0 0,1-1 0 0 0,-1 1 0 0 0,1 0 0 0 0,-1 0 0 0 0,1-1 0 0 0,-1 1 0 0 0,0 0 0 0 0,0 0 0 0 0,1 1 0 0 0,-1-1 0 0 0,0 0 0 0 0,0 1 0 0 0,0-1 0 0 0,0 1 0 0 0,0 0 0 0 0,0-1 0 0 0,0 1 0 0 0,0 0 0 0 0,0 0 0 0 0,0 0 0 0 0,0 0 0 0 0,0 1 0 0 0,0-1 0 0 0,0 1 0 0 0,0-1 0 0 0,-3 2 0 0 0,-4 1 15 0 0,-1 1 0 0 0,1 0 0 0 0,0 0-1 0 0,-15 10 1 0 0,1 3-14 0 0,0 0 0 0 0,1 1 0 0 0,1 2 0 0 0,1 0-1 0 0,1 1 1 0 0,-31 43 0 0 0,37-44-12 0 0,0 1 0 0 0,1 0 1 0 0,1 1-1 0 0,2 0 0 0 0,0 1 0 0 0,1 0 0 0 0,1 1 0 0 0,-5 32 0 0 0,11-49 4 0 0,0 1-1 0 0,0 0 0 0 0,1 0 1 0 0,1 0-1 0 0,-1 0 1 0 0,1 0-1 0 0,0 0 0 0 0,1-1 1 0 0,0 1-1 0 0,0 0 0 0 0,1-1 1 0 0,0 0-1 0 0,5 10 1 0 0,-6-13-10 0 0,1 0 1 0 0,0-1 0 0 0,0 1 0 0 0,0-1 0 0 0,0 1 0 0 0,0-1 0 0 0,1 0 0 0 0,-1 0 0 0 0,1-1 0 0 0,0 1 0 0 0,0-1-1 0 0,0 1 1 0 0,0-1 0 0 0,0-1 0 0 0,1 1 0 0 0,-1 0 0 0 0,0-1 0 0 0,1 0 0 0 0,0 0 0 0 0,-1-1 0 0 0,1 1 0 0 0,-1-1-1 0 0,1 0 1 0 0,4 0 0 0 0,-1-1-12 0 0,0-1-1 0 0,0 1 1 0 0,0-1 0 0 0,0-1-1 0 0,0 1 1 0 0,-1-2-1 0 0,1 1 1 0 0,-1-1-1 0 0,0 0 1 0 0,0 0-1 0 0,0-1 1 0 0,-1 0-1 0 0,1 0 1 0 0,-1 0 0 0 0,-1-1-1 0 0,11-12 1 0 0,-1-1-23 0 0,-1-2 0 0 0,-1 1 0 0 0,0-1 0 0 0,11-30 0 0 0,21-76 87 0 0,-17 42 404 0 0,-27 84-389 0 0,-1 5-8 0 0,0 14 47 0 0,-5 23 56 0 0,-2 1-71 0 0,-4 63 0 0 0,10-89-92 0 0,1-1 0 0 0,1 1 0 0 0,0-1 0 0 0,2 1-1 0 0,-1-1 1 0 0,2 1 0 0 0,7 20 0 0 0,-10-32-77 0 0,1-1 0 0 0,-1 1 1 0 0,1 0-1 0 0,0-1 0 0 0,0 1 0 0 0,1-1 0 0 0,-1 0 0 0 0,1 0 1 0 0,0 0-1 0 0,0 0 0 0 0,0 0 0 0 0,0 0 0 0 0,0-1 0 0 0,0 0 1 0 0,1 1-1 0 0,-1-1 0 0 0,1-1 0 0 0,0 1 0 0 0,4 1 0 0 0,-5-2-38 0 0,1 0 0 0 0,-1-1 0 0 0,0 0-1 0 0,1 0 1 0 0,-1 0 0 0 0,0 0 0 0 0,1 0-1 0 0,-1-1 1 0 0,1 1 0 0 0,-1-1-1 0 0,0 0 1 0 0,0 0 0 0 0,1 0 0 0 0,-1-1-1 0 0,0 1 1 0 0,0-1 0 0 0,0 0 0 0 0,-1 0-1 0 0,1 0 1 0 0,0 0 0 0 0,-1 0 0 0 0,1 0-1 0 0,3-5 1 0 0,5-5-79 0 0,-1-1-1 0 0,-1-1 1 0 0,0 0-1 0 0,-1 0 1 0 0,0 0-1 0 0,6-17 1 0 0,30-98-172 0 0,-34 95 398 0 0,14-33 623 0 0,-11 34 319 0 0,8-37 1 0 0,-20 68-948 0 0,-1 1-1 0 0,1-1 1 0 0,0 0 0 0 0,0 0 0 0 0,0 1-1 0 0,0-1 1 0 0,0 0 0 0 0,0 1 0 0 0,0-1-1 0 0,1 1 1 0 0,-1-1 0 0 0,1 1 0 0 0,1-2-1 0 0,-1 2 80 0 0,1 2 45 0 0,0 0-90 0 0,0 1-1 0 0,0 0 0 0 0,0 0 1 0 0,0 0-1 0 0,0 0 0 0 0,0 1 1 0 0,-1-1-1 0 0,1 1 0 0 0,-1 0 1 0 0,0-1-1 0 0,0 1 0 0 0,0 0 1 0 0,0 0-1 0 0,0 0 0 0 0,-1 1 1 0 0,2 4-1 0 0,4 10 298 0 0,8 37 0 0 0,-7-26-202 0 0,4 18 93 0 0,-1 0-1 0 0,6 78 1 0 0,-16-122-222 0 0,-1 0 1 0 0,0 0 0 0 0,0 0 0 0 0,0-1-1 0 0,0 1 1 0 0,0 0 0 0 0,-1 0-1 0 0,1 0 1 0 0,-1 0 0 0 0,1-1-1 0 0,-1 1 1 0 0,-3 5 0 0 0,4-7 48 0 0,-2-1-75 0 0,1 0 0 0 0,-1-1 0 0 0,1 1-1 0 0,0 0 1 0 0,-1-1 0 0 0,1 0-1 0 0,0 1 1 0 0,0-1 0 0 0,-1 0 0 0 0,1 1-1 0 0,0-1 1 0 0,0 0 0 0 0,0 0-1 0 0,0 0 1 0 0,0 0 0 0 0,0 0 0 0 0,0 0-1 0 0,0 0 1 0 0,1-1 0 0 0,-1 1 0 0 0,0 0-1 0 0,1 0 1 0 0,-1-1 0 0 0,1 1-1 0 0,-1 0 1 0 0,1-1 0 0 0,-1 1 0 0 0,1 0-1 0 0,0-2 1 0 0,-6-44 79 0 0,6 43-75 0 0,0-9-14 0 0,1-1 0 0 0,0 0-1 0 0,1 0 1 0 0,0 1 0 0 0,1-1-1 0 0,1 1 1 0 0,0 0 0 0 0,1 0 0 0 0,0 0-1 0 0,1 1 1 0 0,1 0 0 0 0,0 0-1 0 0,0 0 1 0 0,10-10 0 0 0,-5 6-17 0 0,2 1 0 0 0,0 0 1 0 0,0 1-1 0 0,1 1 0 0 0,1 0 0 0 0,0 1 0 0 0,1 1 1 0 0,35-18-1 0 0,-46 27 10 0 0,0-1 0 0 0,0 1 0 0 0,0 0 1 0 0,1 0-1 0 0,-1 1 0 0 0,0-1 0 0 0,0 1 1 0 0,1 1-1 0 0,-1-1 0 0 0,1 1 0 0 0,-1 0 0 0 0,1 1 1 0 0,-1 0-1 0 0,12 2 0 0 0,-14-1 39 0 0,0 0-1 0 0,1 0 1 0 0,-1 0 0 0 0,0 0 0 0 0,0 1-1 0 0,-1-1 1 0 0,1 1 0 0 0,0 0-1 0 0,-1 0 1 0 0,0 0 0 0 0,0 1-1 0 0,0-1 1 0 0,0 1 0 0 0,0 0 0 0 0,-1 0-1 0 0,1 0 1 0 0,-1 0 0 0 0,0 0-1 0 0,0 0 1 0 0,-1 1 0 0 0,2 4-1 0 0,0 3 161 0 0,-1 0-1 0 0,0 0 1 0 0,0 0-1 0 0,-1 0 1 0 0,-1 0-1 0 0,0 0 1 0 0,-3 22-1 0 0,-24 86 692 0 0,7-36-704 0 0,19-79-143 0 0,0-1 0 0 0,0 1 0 0 0,1 0 0 0 0,-1 0 0 0 0,1 0 0 0 0,0 0-1 0 0,1 7 1 0 0,0-11-27 0 0,-1 1-1 0 0,1-1 0 0 0,0 0 1 0 0,-1 0-1 0 0,1 1 0 0 0,0-1 1 0 0,0 0-1 0 0,0 0 0 0 0,0 0 1 0 0,0 0-1 0 0,0 0 0 0 0,0 0 0 0 0,0 0 1 0 0,0 0-1 0 0,0-1 0 0 0,0 1 1 0 0,1 0-1 0 0,-1-1 0 0 0,0 1 1 0 0,0-1-1 0 0,1 1 0 0 0,-1-1 1 0 0,1 1-1 0 0,-1-1 0 0 0,0 0 0 0 0,1 0 1 0 0,-1 0-1 0 0,3 0 0 0 0,3 0-97 0 0,0 0-1 0 0,1-1 0 0 0,-1 1 0 0 0,0-2 1 0 0,0 1-1 0 0,0-1 0 0 0,0 0 1 0 0,0 0-1 0 0,-1-1 0 0 0,12-6 0 0 0,0-1-413 0 0,-1 0 1 0 0,24-20-1 0 0,-17 9-21 0 0,-2-1 1 0 0,0-2-1 0 0,-1 0 1 0 0,-1 0-1 0 0,-1-2 1 0 0,27-50 0 0 0,-5-4-581 0 0,33-93 1 0 0,-57 128 879 0 0,-2-1-1 0 0,-2 0 1 0 0,13-80 0 0 0,-23 96 603 0 0,-1 1 1 0 0,-1-1-1 0 0,-1 1 1 0 0,-2-1 0 0 0,-1 1-1 0 0,-1 0 1 0 0,-10-33 0 0 0,10 42 32 0 0,3 16-316 0 0,0-1-1 0 0,0 0 1 0 0,-1 1-1 0 0,1-1 1 0 0,-1 1 0 0 0,0 0-1 0 0,-4-6 1 0 0,5 8-22 0 0,-2 3-47 0 0,0 0 0 0 0,1 0 0 0 0,-1 1 0 0 0,1-1 0 0 0,-1 1 0 0 0,1 0 0 0 0,-1 0 0 0 0,1 0 0 0 0,0 0 0 0 0,0 0 0 0 0,0 0 0 0 0,0 1 0 0 0,0-1 0 0 0,0 1 0 0 0,1-1 0 0 0,-1 1 0 0 0,1 0 0 0 0,-2 3 0 0 0,-3 10 248 0 0,1 0 1 0 0,-5 18-1 0 0,7-19 0 0 0,-13 51 1418 0 0,-13 129 1 0 0,19 72 333 0 0,23 25-1231 0 0,-8-244-651 0 0,1 20-408 0 0,-6-66 76 0 0,0 0-1 0 0,0 0 1 0 0,0 0 0 0 0,1 0 0 0 0,-1-1 0 0 0,0 1 0 0 0,1 0 0 0 0,-1 0 0 0 0,1 0-1 0 0,0 2 1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9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93 1644 0 0,'40'-93'21556'0'0,"-54"97"-20758"0"0,5 0-570 0 0,0 0 0 0 0,0 1 0 0 0,0 1 1 0 0,-10 7-1 0 0,-10 7 37 0 0,-34 18 38 0 0,-84 47 162 0 0,101-60-185 0 0,44-24-283 0 0,8 0-76 0 0,-1 0 62 0 0,0 0 0 0 0,0 0-1 0 0,0 1 1 0 0,-1 0 0 0 0,1-1 0 0 0,0 2 0 0 0,0-1 0 0 0,6 5 0 0 0,39 30-80 0 0,-49-37 96 0 0,32 29 8 0 0,-1 2 0 0 0,35 43 0 0 0,9 9 96 0 0,-66-72-188 0 0,-6-6 349 0 0,1 0 0 0 0,-1 0 1 0 0,1-1-1 0 0,9 7 1 0 0,-13-10-222 0 0,0 0 0 0 0,0 0 1 0 0,1-1-1 0 0,-1 1 1 0 0,0-1-1 0 0,1 1 0 0 0,-1-1 1 0 0,0 1-1 0 0,1-1 1 0 0,-1 0-1 0 0,0 0 0 0 0,1 0 1 0 0,-1 1-1 0 0,0-1 1 0 0,1-1-1 0 0,-1 1 0 0 0,1 0 1 0 0,-1 0-1 0 0,0 0 1 0 0,1-1-1 0 0,-1 1 0 0 0,0-1 1 0 0,1 1-1 0 0,-1-1 1 0 0,0 1-1 0 0,0-1 0 0 0,0 0 1 0 0,2-1-1 0 0,10-9-113 0 0,-1 0 1 0 0,-1-1-1 0 0,0 0 0 0 0,16-23 0 0 0,13-28-5713 0 0,-34 56 2908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19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405 273 1236 0 0,'9'-16'2152'0'0,"8"-14"2689"0"0,16-38-1 0 0,-29 59-4147 0 0,-1 1-1 0 0,0-1 1 0 0,0 0-1 0 0,-1 0 1 0 0,0-1-1 0 0,-1 1 1 0 0,0 0-1 0 0,-1 0 1 0 0,0-15-1 0 0,0 21-589 0 0,-1 1-1 0 0,1 0 1 0 0,0-1-1 0 0,-1 1 0 0 0,0-1 1 0 0,1 1-1 0 0,-1 0 0 0 0,0 0 1 0 0,0-1-1 0 0,-1 1 0 0 0,1 0 1 0 0,0 0-1 0 0,-1 0 1 0 0,1 0-1 0 0,-1 0 0 0 0,1 1 1 0 0,-1-1-1 0 0,0 0 0 0 0,0 1 1 0 0,-3-3-1 0 0,1 2-10 0 0,1 1 0 0 0,0 0-1 0 0,-1 0 1 0 0,1 0 0 0 0,-1 0 0 0 0,0 1-1 0 0,1 0 1 0 0,-1-1 0 0 0,1 1 0 0 0,-1 0-1 0 0,0 1 1 0 0,-5 0 0 0 0,-3 1 19 0 0,0 2 0 0 0,0-1 0 0 0,1 1 0 0 0,-1 1 0 0 0,1 0 0 0 0,0 1 0 0 0,-12 8 1 0 0,-3 4 53 0 0,2 1 1 0 0,0 2-1 0 0,1 0 1 0 0,1 2 0 0 0,2 0-1 0 0,0 1 1 0 0,-17 28-1 0 0,22-29-19 0 0,1 1 0 0 0,1 1-1 0 0,2 0 1 0 0,0 1 0 0 0,2 0-1 0 0,0 0 1 0 0,2 1-1 0 0,-4 33 1 0 0,9-49-82 0 0,1 0 0 0 0,0 0 0 0 0,1 1-1 0 0,1-1 1 0 0,0 0 0 0 0,0 0 0 0 0,1 0 0 0 0,0 0 0 0 0,6 15-1 0 0,-5-19 6 0 0,0-1-1 0 0,0 1 1 0 0,1-1-1 0 0,0 1 0 0 0,0-1 1 0 0,1 0-1 0 0,0-1 1 0 0,0 1-1 0 0,0-1 1 0 0,0 0-1 0 0,1 0 0 0 0,0-1 1 0 0,0 0-1 0 0,0 0 1 0 0,7 4-1 0 0,3-1 18 0 0,0-1 1 0 0,1 0-1 0 0,-1-1 1 0 0,1 0-1 0 0,34 3 1 0 0,-13-4 100 0 0,62-3 0 0 0,-73-1-24 0 0,1-2 1 0 0,-1 0-1 0 0,0-2 1 0 0,37-11-1 0 0,-62 15-247 0 0,-1-1 0 0 0,1 1 0 0 0,-1-1 1 0 0,0 0-1 0 0,1 1 0 0 0,-1-1 0 0 0,0 0 0 0 0,1 0 0 0 0,-1 0 0 0 0,0 0 0 0 0,2-2 0 0 0,-3 3-57 0 0,0-1-1 0 0,1 1 1 0 0,-1 0-1 0 0,0-1 1 0 0,1 1-1 0 0,-1-1 1 0 0,0 1-1 0 0,0-1 1 0 0,0 1-1 0 0,0-1 0 0 0,1 1 1 0 0,-1-1-1 0 0,0 1 1 0 0,0-1-1 0 0,0 0 1 0 0,0 1-1 0 0,0-1 1 0 0,0 1-1 0 0,0-1 1 0 0,0 1-1 0 0,-1-1 1 0 0,1 1-1 0 0,0-1 1 0 0,0 0-1 0 0,-47 4-14414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3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273 210 1288 0 0,'-14'-17'7865'0'0,"-26"-22"-1"0"0,12 13-2861 0 0,26 24-4493 0 0,0 0 9 0 0,2 1-494 0 0,0 1 0 0 0,0 0 0 0 0,0-1 0 0 0,-1 1 0 0 0,1 0 0 0 0,0 0 0 0 0,0-1 0 0 0,0 1 0 0 0,-1 0 0 0 0,1 0 1 0 0,0-1-1 0 0,0 1 0 0 0,-1 0 0 0 0,1 0 0 0 0,0 0 0 0 0,0-1 0 0 0,-1 1 0 0 0,1 0 0 0 0,0 0 0 0 0,-1 0 0 0 0,1 0 0 0 0,0 0 0 0 0,-1 0 0 0 0,1 0 0 0 0,0 0 0 0 0,-1-1 1 0 0,1 1-1 0 0,0 0 0 0 0,-1 0 0 0 0,1 0 0 0 0,-1 1 0 0 0,0 0 1 0 0,-1 1 0 0 0,0 0 0 0 0,1-1 0 0 0,-1 1 0 0 0,1 0-1 0 0,0 0 1 0 0,0 0 0 0 0,0 0 0 0 0,0 1 0 0 0,0-1 0 0 0,0 0 0 0 0,1 0 0 0 0,-1 0 0 0 0,1 1 0 0 0,-1-1 0 0 0,1 0 0 0 0,0 4 0 0 0,-2 55 414 0 0,1-30-162 0 0,-28 297 802 0 0,25-282-1058 0 0,-37 308 684 0 0,41-352-708 0 0,0-1 0 0 0,0 0 0 0 0,0 1 0 0 0,0-1 0 0 0,0 0 0 0 0,0 1 0 0 0,-1-1 0 0 0,1 0 0 0 0,-1 1 0 0 0,1-1-1 0 0,-1 0 1 0 0,1 0 0 0 0,-1 0 0 0 0,0 0 0 0 0,1 1 0 0 0,-3 0 0 0 0,3-2-16 0 0,-1 1-1 0 0,1-1 1 0 0,-1 0 0 0 0,1 0-1 0 0,0 0 1 0 0,-1 0-1 0 0,1 0 1 0 0,-1 0-1 0 0,1 0 1 0 0,-1 0-1 0 0,1 0 1 0 0,-1 0 0 0 0,1 0-1 0 0,-1 0 1 0 0,1-1-1 0 0,-1 1 1 0 0,1 0-1 0 0,-1 0 1 0 0,1 0-1 0 0,0-1 1 0 0,-1 1 0 0 0,1 0-1 0 0,-1 0 1 0 0,1-1-1 0 0,0 1 1 0 0,-1 0-1 0 0,1-1 1 0 0,-1 0-1 0 0,-2-3-97 0 0,0 0 0 0 0,0 0 0 0 0,0 0 0 0 0,0 0 0 0 0,1-1 0 0 0,0 1 0 0 0,-3-8 0 0 0,-5-24-223 0 0,1 0 0 0 0,2 0 1 0 0,-5-66-1 0 0,11-112-89 0 0,3 170 381 0 0,2 0-1 0 0,3 0 0 0 0,0 0 0 0 0,20-56 0 0 0,-21 81 30 0 0,1 0 0 0 0,1 0 1 0 0,0 1-1 0 0,2 0 0 0 0,0 0 0 0 0,1 1 0 0 0,1 0 0 0 0,0 1 1 0 0,2 1-1 0 0,-1 0 0 0 0,27-22 0 0 0,-35 34 8 0 0,-1 0 1 0 0,1 0-1 0 0,0 0 0 0 0,-1 0 1 0 0,1 1-1 0 0,0-1 0 0 0,1 1 0 0 0,-1 1 1 0 0,0-1-1 0 0,1 1 0 0 0,-1 0 1 0 0,1 0-1 0 0,-1 0 0 0 0,1 1 0 0 0,-1 0 1 0 0,11 1-1 0 0,-9 0 9 0 0,0 1 0 0 0,0 0 1 0 0,0 1-1 0 0,0-1 0 0 0,0 1 0 0 0,-1 1 1 0 0,1-1-1 0 0,-1 1 0 0 0,0 0 0 0 0,0 0 1 0 0,8 8-1 0 0,-4-2 11 0 0,-1 0 1 0 0,0 0 0 0 0,-1 1 0 0 0,0 0-1 0 0,0 0 1 0 0,-1 1 0 0 0,0 0-1 0 0,-1 0 1 0 0,-1 0 0 0 0,0 1-1 0 0,-1 0 1 0 0,0 0 0 0 0,2 16-1 0 0,-4-17 1 0 0,-2-1-1 0 0,1 1 1 0 0,-2-1-1 0 0,1 1 1 0 0,-2-1-1 0 0,1 1 1 0 0,-2-1-1 0 0,1 0 1 0 0,-2 1-1 0 0,1-2 0 0 0,-1 1 1 0 0,-1 0-1 0 0,0-1 1 0 0,-1 0-1 0 0,0 0 1 0 0,0 0-1 0 0,-15 16 1 0 0,10-15 8 0 0,0 0 1 0 0,-1-2 0 0 0,0 1 0 0 0,0-1-1 0 0,-1-1 1 0 0,0 0 0 0 0,0-1 0 0 0,-1-1-1 0 0,0 0 1 0 0,0 0 0 0 0,0-2 0 0 0,-1 0-1 0 0,-24 4 1 0 0,-9-2 198 0 0,-2 2-230 0 0,59 9-32 0 0,150 110 48 0 0,17 13-1807 0 0,-150-123 557 0 0,1 0-1 0 0,1-2 0 0 0,47 20 0 0 0,-55-28-870 0 0,-1-1 1 0 0,1-1-1 0 0,35 5 0 0 0,-18-6-3938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4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519 218 16 0 0,'0'-10'1325'0'0,"-1"0"0"0"0,0 0 0 0 0,-1 0 0 0 0,0 1 0 0 0,-1-1 0 0 0,1 1 0 0 0,-2-1 0 0 0,-4-9 0 0 0,3 10-595 0 0,0 0 0 0 0,0 0 0 0 0,-1 0-1 0 0,0 1 1 0 0,0 0 0 0 0,-1 0 0 0 0,-13-11-1 0 0,15 14-605 0 0,0 1-1 0 0,-1 0 0 0 0,0 0 1 0 0,1 1-1 0 0,-1-1 0 0 0,0 1 1 0 0,-1 1-1 0 0,1-1 1 0 0,0 1-1 0 0,-1 0 0 0 0,1 0 1 0 0,-1 1-1 0 0,0 0 0 0 0,0 0 1 0 0,1 0-1 0 0,-1 1 0 0 0,0 0 1 0 0,0 1-1 0 0,1-1 0 0 0,-1 1 1 0 0,0 1-1 0 0,1-1 0 0 0,-1 1 1 0 0,1 0-1 0 0,-1 1 1 0 0,1-1-1 0 0,-7 5 0 0 0,-4 4-69 0 0,1 0-1 0 0,1 1 1 0 0,0 0-1 0 0,0 1 0 0 0,1 1 1 0 0,1 0-1 0 0,0 1 1 0 0,1 0-1 0 0,1 1 0 0 0,-13 23 1 0 0,9-10-15 0 0,1 1 1 0 0,1 0-1 0 0,2 0 1 0 0,1 1-1 0 0,-9 46 1 0 0,17-68-27 0 0,1 1 1 0 0,0-1-1 0 0,0 1 0 0 0,1-1 0 0 0,1 1 1 0 0,-1-1-1 0 0,1 1 0 0 0,1-1 0 0 0,3 14 1 0 0,-4-20-11 0 0,0 0 0 0 0,1 0 0 0 0,-1 0 0 0 0,0-1 0 0 0,1 1 0 0 0,-1-1 0 0 0,1 1 0 0 0,0-1 0 0 0,0 1 0 0 0,0-1 0 0 0,0 0 0 0 0,0 0 0 0 0,1 0 0 0 0,-1 0 0 0 0,0 0 0 0 0,1-1 0 0 0,0 1 0 0 0,-1-1 0 0 0,1 1 1 0 0,0-1-1 0 0,0 0 0 0 0,0 0 0 0 0,0 0 0 0 0,0-1 0 0 0,0 1 0 0 0,0-1 0 0 0,0 1 0 0 0,0-1 0 0 0,0 0 0 0 0,0 0 0 0 0,0-1 0 0 0,0 1 0 0 0,4-1 0 0 0,5-2 3 0 0,-1 0 0 0 0,1-1-1 0 0,-1 0 1 0 0,0-1 0 0 0,0 0-1 0 0,0-1 1 0 0,-1 0 0 0 0,1-1 0 0 0,-2 0-1 0 0,1 0 1 0 0,-1-1 0 0 0,14-15 0 0 0,1-4-18 0 0,-1-1 0 0 0,38-61 0 0 0,13-48 2555 0 0,-74 136-2534 0 0,1 0-1 0 0,-1 0 1 0 0,0 0 0 0 0,1 1 0 0 0,-1-1 0 0 0,1 0 0 0 0,-1 1 0 0 0,1-1 0 0 0,-1 0 0 0 0,1 1 0 0 0,0-1 0 0 0,-1 0 0 0 0,1 1 0 0 0,0-1-1 0 0,-1 1 1 0 0,2-1 0 0 0,-2 1-6 0 0,1 0 0 0 0,-1 0 0 0 0,0 0 0 0 0,1 0-1 0 0,-1 0 1 0 0,0 0 0 0 0,1 0 0 0 0,-1 0 0 0 0,0 0 0 0 0,0 1 0 0 0,1-1-1 0 0,-1 0 1 0 0,0 0 0 0 0,0 0 0 0 0,1 0 0 0 0,-1 1 0 0 0,0-1-1 0 0,0 0 1 0 0,1 0 0 0 0,-1 0 0 0 0,0 1 0 0 0,0-1 0 0 0,0 0-1 0 0,1 0 1 0 0,-1 1 0 0 0,0-1 0 0 0,0 0 0 0 0,0 1 0 0 0,1 2 0 0 0,0-1 0 0 0,0 1 0 0 0,0 0 0 0 0,0-1 0 0 0,-1 1 0 0 0,1 0 0 0 0,-1 4 0 0 0,0-1-2 0 0,4 163-391 0 0,-1-136-724 0 0,1 0 0 0 0,1-1 0 0 0,12 36 0 0 0,-15-61 456 0 0,0 0 0 0 0,0 0 0 0 0,1-1 0 0 0,0 1-1 0 0,0-1 1 0 0,1 0 0 0 0,0 1 0 0 0,0-2 0 0 0,1 1-1 0 0,-1 0 1 0 0,7 5 0 0 0,12-8-9329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4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1 294 1480 0 0,'0'-2'282'0'0,"11"-166"14984"0"0,-11 166-15160 0 0,0 0 1 0 0,0 0 0 0 0,1 0 0 0 0,-1 0 0 0 0,1 0 0 0 0,-1 0 0 0 0,1 1 0 0 0,0-1 0 0 0,0 0 0 0 0,0 0 0 0 0,0 1 0 0 0,0-1-1 0 0,2-2 1 0 0,-2 2 111 0 0,3 3-5 0 0,3 1-111 0 0,0 0 1 0 0,0 1-1 0 0,0 0 0 0 0,-1 1 0 0 0,1 0 1 0 0,-1 0-1 0 0,0 0 0 0 0,0 0 0 0 0,-1 1 1 0 0,0 0-1 0 0,1 1 0 0 0,-1-1 1 0 0,-1 1-1 0 0,8 11 0 0 0,1 2 66 0 0,-1 1 1 0 0,0 1-1 0 0,12 34 1 0 0,-16-37-37 0 0,-2 2 0 0 0,0-1 1 0 0,-1 1-1 0 0,-1 0 0 0 0,2 32 1 0 0,-6-50-113 0 0,0 0 1 0 0,0-1-1 0 0,0 1 1 0 0,-1 0-1 0 0,1-1 1 0 0,-1 1 0 0 0,1 0-1 0 0,-1-1 1 0 0,0 1-1 0 0,1-1 1 0 0,-1 1-1 0 0,-2 2 1 0 0,3-4-17 0 0,-1 0-1 0 0,1 1 1 0 0,0-1 0 0 0,-1 0 0 0 0,1 1-1 0 0,0-1 1 0 0,-1 0 0 0 0,1 1 0 0 0,-1-1-1 0 0,1 0 1 0 0,-1 0 0 0 0,1 0 0 0 0,-1 1-1 0 0,1-1 1 0 0,-1 0 0 0 0,1 0 0 0 0,-1 0-1 0 0,1 0 1 0 0,-1 0 0 0 0,1 0 0 0 0,-1 0-1 0 0,1 0 1 0 0,-1 0 0 0 0,1 0 0 0 0,-1 0-1 0 0,1 0 1 0 0,-1 0 0 0 0,1 0 0 0 0,-1 0-1 0 0,1-1 1 0 0,0 1 0 0 0,-1 0 0 0 0,1 0-1 0 0,-1-1 1 0 0,1 1 0 0 0,-1 0 0 0 0,1-1-1 0 0,0 1 1 0 0,-1 0 0 0 0,1-1 0 0 0,0 1 0 0 0,-1 0-1 0 0,1-1 1 0 0,-1 0 0 0 0,-4-6-1 0 0,1 0 1 0 0,-1-1 0 0 0,1 1-1 0 0,0-1 1 0 0,1 0-1 0 0,0 0 1 0 0,0 0 0 0 0,1-1-1 0 0,0 1 1 0 0,0-1-1 0 0,1 1 1 0 0,0-1-1 0 0,1 1 1 0 0,0-1 0 0 0,0 0-1 0 0,1 1 1 0 0,2-14-1 0 0,0 5-4 0 0,1 0 0 0 0,0 1 0 0 0,1 0 0 0 0,1 0 0 0 0,1 0 0 0 0,0 0 0 0 0,1 1 0 0 0,11-16-1 0 0,-11 19-4 0 0,0 1 0 0 0,1 0-1 0 0,1 0 1 0 0,-1 1 0 0 0,2 1-1 0 0,-1-1 1 0 0,1 2 0 0 0,1-1-1 0 0,-1 2 1 0 0,1-1 0 0 0,1 2-1 0 0,-1 0 1 0 0,26-9 0 0 0,-34 14 42 0 0,1 1 1 0 0,-1 0-1 0 0,1 0 1 0 0,-1 0-1 0 0,1 0 1 0 0,-1 1-1 0 0,1-1 0 0 0,-1 1 1 0 0,1 0-1 0 0,-1 1 1 0 0,0-1-1 0 0,0 1 1 0 0,1 0-1 0 0,-1 0 1 0 0,0 0-1 0 0,0 0 1 0 0,-1 1-1 0 0,1-1 1 0 0,-1 1-1 0 0,1 0 1 0 0,-1 0-1 0 0,5 6 0 0 0,-3-1 83 0 0,0-1 0 0 0,0 1-1 0 0,-1 0 1 0 0,0 0-1 0 0,-1 0 1 0 0,0 0 0 0 0,0 0-1 0 0,0 1 1 0 0,-1 0-1 0 0,1 14 1 0 0,1 11 172 0 0,-2 46 1 0 0,-2-66-199 0 0,-1 19-207 0 0,0-22-397 0 0,0 0 1 0 0,1 0-1 0 0,0-1 0 0 0,1 1 0 0 0,0 0 1 0 0,1 0-1 0 0,0 0 0 0 0,1-1 0 0 0,4 11 0 0 0,-7-19 284 0 0,1 0-1 0 0,0-1 0 0 0,0 1 0 0 0,0 0 0 0 0,0-1 0 0 0,0 1 0 0 0,1-1 0 0 0,-1 1 1 0 0,1-1-1 0 0,-1 0 0 0 0,0 1 0 0 0,1-1 0 0 0,3 2 0 0 0,13-1-7045 0 0,10-5 184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5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519 295 1168 0 0,'6'-126'12158'0'0,"-6"108"-10010"0"0,-1 1 0 0 0,-1 0 0 0 0,0-1 0 0 0,-9-30 0 0 0,10 44-1857 0 0,0 1 0 0 0,-1 0 0 0 0,0-1 0 0 0,0 1 0 0 0,0 0 0 0 0,-4-6 0 0 0,4 7-202 0 0,-1 0-18 0 0,1 0 1 0 0,0 0 0 0 0,-1 1 0 0 0,0-1-1 0 0,1 1 1 0 0,-1 0 0 0 0,0 0 0 0 0,1 0-1 0 0,-1 0 1 0 0,0 0 0 0 0,0 1 0 0 0,-5-2-1 0 0,7 2-53 0 0,-5-1 12 0 0,1 1 0 0 0,-1-1 0 0 0,1 1-1 0 0,0 0 1 0 0,-1 0 0 0 0,1 1 0 0 0,-1-1 0 0 0,1 1 0 0 0,-1 0 0 0 0,1 1 0 0 0,-7 2 0 0 0,-3 2-10 0 0,0 0 0 0 0,-18 12 0 0 0,11-5-2 0 0,1 2 0 0 0,1 1 0 0 0,0 1-1 0 0,1 0 1 0 0,1 1 0 0 0,0 1 0 0 0,2 1 0 0 0,0 1 0 0 0,1 0-1 0 0,2 1 1 0 0,0 0 0 0 0,1 1 0 0 0,1 0 0 0 0,-10 34 0 0 0,10-15-42 0 0,1 0 0 0 0,3 1 0 0 0,-4 72 0 0 0,13 135-169 0 0,1-95 70 0 0,-16 187 1438 0 0,0-32 119 0 0,13-215-996 0 0,16 117 1 0 0,-16-211-439 0 0,2 15 118 0 0,0-1 0 0 0,1 1 1 0 0,1-1-1 0 0,7 21 0 0 0,-9-32-95 0 0,0 0 1 0 0,0 0-1 0 0,0 0 1 0 0,0-1-1 0 0,1 1 1 0 0,-1-1-1 0 0,1 1 1 0 0,0-1-1 0 0,0 0 1 0 0,0 0-1 0 0,0 0 1 0 0,1-1-1 0 0,-1 1 1 0 0,1-1-1 0 0,0 0 1 0 0,0 0-1 0 0,0 0 1 0 0,0 0-1 0 0,0-1 1 0 0,0 1-1 0 0,5 0 1 0 0,4 0-221 0 0,0-1 1 0 0,0 0-1 0 0,0-1 1 0 0,0 0-1 0 0,0-1 0 0 0,0-1 1 0 0,16-3-1 0 0,89-30-2865 0 0,-67 17 512 0 0,-2-2 0 0 0,77-44 1 0 0,-79 35-2300 0 0,44-35 0 0 0,-34 19-2916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6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182 254 2320 0 0,'-30'-39'9505'0'0,"-13"-14"3932"0"0,39 55-12850 0 0,3-2-571 0 0,1 0 0 0 0,0 0 0 0 0,-1 0 0 0 0,1 0 0 0 0,0 0 0 0 0,0 0 0 0 0,-1 1-1 0 0,1-1 1 0 0,0 0 0 0 0,-1 0 0 0 0,1 0 0 0 0,0 0 0 0 0,0 0 0 0 0,-1 1 0 0 0,1-1 0 0 0,0 0-1 0 0,0 0 1 0 0,0 0 0 0 0,-1 1 0 0 0,1-1 0 0 0,0 0 0 0 0,0 0 0 0 0,0 1 0 0 0,0-1-1 0 0,-1 0 1 0 0,1 0 0 0 0,0 1 0 0 0,0-1 0 0 0,0 0 0 0 0,0 0 0 0 0,0 1 0 0 0,0-1 0 0 0,0 0-1 0 0,0 1 1 0 0,0-1 0 0 0,0 1 0 0 0,-23 217 2166 0 0,18-141-1888 0 0,-33 232 609 0 0,28-251-214 0 0,9-55-537 0 0,-1-6-142 0 0,-1 0-25 0 0,1-2-1 0 0,0 1 1 0 0,0 0-1 0 0,0 0 0 0 0,0-1 1 0 0,1 1-1 0 0,0-1 1 0 0,0 0-1 0 0,0 1 1 0 0,0-1-1 0 0,1 0 0 0 0,0-7 1 0 0,4-67-237 0 0,-3 61 279 0 0,5-31-35 0 0,1 0 0 0 0,3 1 0 0 0,2-1 0 0 0,2 2 0 0 0,2 0 0 0 0,2 1 0 0 0,2 0 0 0 0,2 2 0 0 0,2 0 0 0 0,1 2 0 0 0,46-56 0 0 0,-65 90-48 0 0,2 0-1 0 0,-1 0 1 0 0,1 1-1 0 0,0 0 1 0 0,1 0-1 0 0,12-8 1 0 0,-19 15 47 0 0,0-1 1 0 0,1 0 0 0 0,-1 1 0 0 0,0 0-1 0 0,0-1 1 0 0,0 1 0 0 0,0 0 0 0 0,1 0 0 0 0,-1 0-1 0 0,0 0 1 0 0,0 1 0 0 0,0-1 0 0 0,0 1-1 0 0,1-1 1 0 0,-1 1 0 0 0,0 0 0 0 0,0-1-1 0 0,2 3 1 0 0,3 0-1 0 0,-1 0 0 0 0,1 1 0 0 0,-1 0 0 0 0,7 5 0 0 0,-3 1-11 0 0,1 1 0 0 0,-2 0 0 0 0,1 0-1 0 0,-2 1 1 0 0,10 16 0 0 0,-1 2 81 0 0,14 37 0 0 0,-17-31 24 0 0,-1 1 0 0 0,-2 1 0 0 0,12 76 1 0 0,-15-42 178 0 0,-2 90 0 0 0,-4-126-487 0 0,0-17-2484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7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270 606 1588 0 0,'-86'-3'7200'0'0,"-49"-6"3156"0"0,126 8-9503 0 0,0 0 1 0 0,0 0-1 0 0,-12 1 0 0 0,54-12-292 0 0,231-34-4740 0 0,-105 20-5002 0 0,-103 16 1827 0 0</inkml:trace>
  <inkml:trace contextRef="#ctx0" brushRef="#br0" timeOffset="1">1283 168 3740 0 0,'-60'-28'16495'0'0,"43"24"-10652"0"0,17 4-5800 0 0,-1 0 0 0 0,0 1 0 0 0,0-1 1 0 0,0 0-1 0 0,0 1 0 0 0,0-1 0 0 0,0 0 1 0 0,1 1-1 0 0,-1-1 0 0 0,0 1 0 0 0,0-1 1 0 0,0 1-1 0 0,1 0 0 0 0,-1-1 0 0 0,0 1 1 0 0,1 0-1 0 0,-1-1 0 0 0,0 2 0 0 0,0 0 53 0 0,0 0 0 0 0,1 0-1 0 0,-1 0 1 0 0,1 0 0 0 0,-1 0-1 0 0,1 0 1 0 0,0 0 0 0 0,0 1-1 0 0,0 2 1 0 0,5 292 3487 0 0,-2-150-4602 0 0,-1-3-5349 0 0</inkml:trace>
  <inkml:trace contextRef="#ctx0" brushRef="#br0" timeOffset="2">1199 185 3660 0 0,'-7'-25'4911'0'0,"4"15"-2538"0"0,0 0 1 0 0,1 0 0 0 0,-2-20-1 0 0,4 26-2184 0 0,0 1 0 0 0,0 0 1 0 0,0-1-1 0 0,1 1 0 0 0,0-1 0 0 0,-1 1 0 0 0,1 0 1 0 0,0 0-1 0 0,1-1 0 0 0,-1 1 0 0 0,1 0 0 0 0,-1 0 1 0 0,1 0-1 0 0,0 0 0 0 0,0 1 0 0 0,3-4 0 0 0,-1 2-107 0 0,0 0-1 0 0,0 0 1 0 0,0 1-1 0 0,1-1 1 0 0,-1 1-1 0 0,1 0 1 0 0,0 1-1 0 0,0-1 1 0 0,0 1-1 0 0,0 0 1 0 0,0 0-1 0 0,1 0 1 0 0,9-1-1 0 0,-7 2-45 0 0,1 0-1 0 0,-1 1 0 0 0,0 0 1 0 0,1 1-1 0 0,-1 0 1 0 0,0 0-1 0 0,1 0 1 0 0,13 5-1 0 0,-13-3-27 0 0,1 1-1 0 0,-1 0 0 0 0,-1 0 0 0 0,1 0 0 0 0,0 1 1 0 0,-1 1-1 0 0,0-1 0 0 0,-1 1 0 0 0,1 1 1 0 0,-1-1-1 0 0,0 1 0 0 0,0 1 0 0 0,-1-1 0 0 0,0 1 1 0 0,-1 0-1 0 0,7 12 0 0 0,-10-14-2 0 0,0-1 0 0 0,0 1 0 0 0,0-1 0 0 0,-1 1 0 0 0,0-1 0 0 0,0 1 0 0 0,0 0 0 0 0,-1 0 0 0 0,0-1 0 0 0,0 1 0 0 0,-1 0 0 0 0,1-1 0 0 0,-1 1 0 0 0,0 0 0 0 0,-1-1 0 0 0,0 1 0 0 0,1-1 0 0 0,-2 1 0 0 0,1-1 0 0 0,-1 0 0 0 0,1 0 0 0 0,-7 8 0 0 0,-4 3 48 0 0,0-1-1 0 0,-1 0 1 0 0,-1-1 0 0 0,-32 24-1 0 0,3-3 279 0 0,43-34-271 0 0,0 1-69 0 0,-4 4 85 0 0,4-5-17 0 0,22 0-46 0 0,-1 2 0 0 0,0 0 0 0 0,0 1 0 0 0,0 1 0 0 0,-1 1-1 0 0,0 1 1 0 0,0 0 0 0 0,0 2 0 0 0,25 15 0 0 0,-36-19 103 0 0,0 0 0 0 0,-1 0-1 0 0,0 1 1 0 0,0 1 0 0 0,-1-1-1 0 0,1 1 1 0 0,-1 0 0 0 0,-1 0-1 0 0,1 1 1 0 0,-1-1 0 0 0,-1 1-1 0 0,8 16 1 0 0,-10-19 58 0 0,-1 0 0 0 0,0 0 0 0 0,0 0 0 0 0,0 0 0 0 0,0 0 0 0 0,-1 0 0 0 0,1 0 0 0 0,-2 0 0 0 0,1 0 0 0 0,0 0 0 0 0,-1 1 0 0 0,0-1 0 0 0,0 0 0 0 0,0-1 0 0 0,-1 1 0 0 0,0 0 0 0 0,0 0 0 0 0,0-1 0 0 0,0 1 0 0 0,-1-1 0 0 0,0 1 0 0 0,0-1 0 0 0,0 0 0 0 0,-6 5 0 0 0,0 0-56 0 0,0-1-1 0 0,-1 0 1 0 0,0-1 0 0 0,0 0 0 0 0,0 0-1 0 0,-1-2 1 0 0,0 1 0 0 0,-1-1-1 0 0,1-1 1 0 0,-1 0 0 0 0,0 0 0 0 0,0-1-1 0 0,-21 2 1 0 0,5-2 157 0 0,0-2 1 0 0,1 0-1 0 0,-1-2 1 0 0,-55-9-1 0 0,65 6-852 0 0,0 0-1 0 0,1-1 1 0 0,-33-14 0 0 0,44 16 354 0 0,0 0-1 0 0,0 0 1 0 0,0 0-1 0 0,0-1 1 0 0,0 0-1 0 0,1 0 1 0 0,0-1-1 0 0,0 1 1 0 0,0-1 0 0 0,0 0-1 0 0,1-1 1 0 0,-1 1-1 0 0,-3-7 1 0 0,7 8-162 0 0,-1 1 0 0 0,1-1 0 0 0,0 0 0 0 0,0 1 1 0 0,1-1-1 0 0,-1 0 0 0 0,1 1 0 0 0,0-1 0 0 0,0 0 0 0 0,0 0 1 0 0,0 1-1 0 0,0-1 0 0 0,1 0 0 0 0,0 1 0 0 0,1-5 0 0 0,1-2-1938 0 0,2-1-1 0 0,-1 1 1 0 0,11-16-1 0 0,4-5-7150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7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446 103 2380 0 0,'-93'-71'22144'0'0,"91"69"-21439"0"0,-1-2-87 0 0,-2-4 366 0 0,5 8-956 0 0,0-1 0 0 0,1 1 0 0 0,-1 0-1 0 0,0-1 1 0 0,0 1 0 0 0,1-1 0 0 0,-1 1 0 0 0,0 0-1 0 0,1 0 1 0 0,-1-1 0 0 0,1 1 0 0 0,-1 0 0 0 0,1 0-1 0 0,-1-1 1 0 0,0 1 0 0 0,1 0 0 0 0,-1 0-1 0 0,1 0 1 0 0,-1 0 0 0 0,1 0 0 0 0,-1-1 0 0 0,1 1-1 0 0,-1 0 1 0 0,1 0 0 0 0,-1 0 0 0 0,1 0 0 0 0,-1 0-1 0 0,1 1 1 0 0,439-14 983 0 0,-406 13-910 0 0,-30 0-96 0 0,1 0 32 0 0,36 2-53 0 0,-37-2-24 0 0,-2 1 44 0 0,0-1-7 0 0,0 0-1 0 0,-1 1 1 0 0,1-1 0 0 0,0 1 0 0 0,-1-1 0 0 0,1 1 0 0 0,0 0 0 0 0,-1 0 0 0 0,0-1 0 0 0,1 1-1 0 0,-1 0 1 0 0,1 0 0 0 0,-1 1 0 0 0,0-1 0 0 0,0 0 0 0 0,1 0 0 0 0,0 2 0 0 0,0 1 25 0 0,0-1 0 0 0,0 1 0 0 0,0 0 0 0 0,-1-1 0 0 0,1 1 1 0 0,-1 0-1 0 0,1 5 0 0 0,1 10 236 0 0,-1-1-1 0 0,0 31 1 0 0,-2-27 33 0 0,9 237 1740 0 0,4 76-1687 0 0,-1 201 124 0 0,-38-126-468 0 0,26-409 0 0 0,-3 22 0 0 0,-1 0 0 0 0,-1-1 0 0 0,-10 31 0 0 0,12-46 0 0 0,0-1 0 0 0,-1 1 0 0 0,1 0 0 0 0,-1-1 0 0 0,0 0 0 0 0,-1 0 0 0 0,0 0 0 0 0,0-1 0 0 0,0 1 0 0 0,0-1 0 0 0,-1 0 0 0 0,0-1 0 0 0,0 1 0 0 0,-10 4 0 0 0,-14 6 3 0 0,0-2-1 0 0,-1-1 1 0 0,-38 10 0 0 0,-102 15-29 0 0,118-26-4 0 0,-105 20-3686 0 0,-1-6-7587 0 0,26-7-3996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39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1088 0 0,'13'-7'20453'0'0,"-21"32"-29460"0"0,6-22 8321 0 0,0 2-226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0:40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1744 0 0,'0'0'10298'0'0,"0"-1"-10233"0"0,1 1 1 0 0,-1-1-1 0 0,0 1 1 0 0,1-1 0 0 0,-1 0-1 0 0,0 1 1 0 0,0-1-1 0 0,1 0 1 0 0,-1 1 0 0 0,0-1-1 0 0,0 0 1 0 0,0 1-1 0 0,0-1 1 0 0,0 0-1 0 0,0 1 1 0 0,0-2 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3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1608 0 0,'4'13'12949'0'0,"-4"-10"-13369"0"0,-18 26-7482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1:2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1012 0 0,'1'17'15450'0'0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27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2004 0 0,'4'-7'14677'0'0,"-2"515"-14481"0"0,-1-345 416 0 0,-1-161-533 0 0,0 12 932 0 0,0 0-2891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27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80 268 0 0,'14'-23'10302'0'0,"4"-15"-4351"0"0,-14 29-4209 0 0,0-1-187 0 0,-14 18-1415 0 0,-26 26-80 0 0,-2-2 0 0 0,-70 47 1 0 0,58-43 185 0 0,48-34-171 0 0,-21 14 1976 0 0,22-16-1776 0 0,-2 2-258 0 0,3-1-31 0 0,0 0 0 0 0,-1 0 0 0 0,1-1 0 0 0,0 1 0 0 0,-1 0 0 0 0,1 0 0 0 0,0 0 0 0 0,0 0 0 0 0,0-1 1 0 0,0 1-1 0 0,0 0 0 0 0,0 0 0 0 0,0 0 0 0 0,0 0 0 0 0,0 0 0 0 0,0-1 0 0 0,1 1 0 0 0,-1 1 0 0 0,7 20-40 0 0,0-1-1 0 0,1-1 1 0 0,1 1 0 0 0,1-1-1 0 0,18 25 1 0 0,-21-34 154 0 0,0-1 1 0 0,1 0-1 0 0,1 0 0 0 0,-1-1 1 0 0,17 13-1 0 0,-24-21-21 0 0,1-1 0 0 0,-1 1 0 0 0,1 0 0 0 0,0-1 0 0 0,-1 0 0 0 0,1 1 0 0 0,-1-1 0 0 0,1 0 0 0 0,0 1 0 0 0,-1-1 0 0 0,1 0 0 0 0,-1 0 0 0 0,1-1 0 0 0,0 1 0 0 0,-1 0 0 0 0,1 0 0 0 0,2-2 0 0 0,24-9 675 0 0,-12 0-195 0 0,0-1 1 0 0,-1 0-1 0 0,0-1 0 0 0,15-17 0 0 0,-21 21-400 0 0,-8 8-189 0 0,4-5 44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38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1 148 0 0,'0'0'364'0'0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42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10 816 0 0,'-1'-10'12216'0'0,"-2"11"-12449"0"0,4 8 3406 0 0,3-4-3075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5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275 241 184 0 0,'0'-23'8320'0'0,"-3"5"-762"0"0,1 19-7548 0 0,0 1 0 0 0,0 0 0 0 0,1-1 0 0 0,-1 1 1 0 0,1 0-1 0 0,-1 0 0 0 0,1 0 0 0 0,0 0 0 0 0,-1 1 0 0 0,1-1 0 0 0,0 0 0 0 0,1 0 0 0 0,-2 5 0 0 0,-11 41 42 0 0,9-27-12 0 0,-192 638 1024 0 0,166-554 787 0 0,27-116-1656 0 0,-3-21-39 0 0,10-52-154 0 0,4 0 1 0 0,3 0-1 0 0,26-95 0 0 0,-11 78-58 0 0,4 2-1 0 0,4 1 0 0 0,67-132 1 0 0,-94 216 56 0 0,-4 7-57 0 0,1-1 0 0 0,0 1 0 0 0,0 0 1 0 0,9-11-1 0 0,-12 17 31 0 0,5 3-29 0 0,-6-2 54 0 0,1 0 1 0 0,0 0-1 0 0,-1 0 0 0 0,1 0 1 0 0,0 0-1 0 0,-1 0 0 0 0,1 0 1 0 0,0 1-1 0 0,0-1 0 0 0,-1 0 1 0 0,1 1-1 0 0,-1-1 0 0 0,1 0 1 0 0,0 1-1 0 0,-1-1 0 0 0,1 0 1 0 0,-1 1-1 0 0,2 0 0 0 0,4 10 10 0 0,-1-1-1 0 0,0 1 0 0 0,0 1 0 0 0,-1-1 0 0 0,0 0 0 0 0,3 23 0 0 0,7 80 64 0 0,-10-76-50 0 0,8 222 143 0 0,-1-3-17 0 0,-5-192-124 0 0,-5-34 5 0 0,2 0 1 0 0,1 0 0 0 0,2 0-1 0 0,16 55 1 0 0,-21-85-21 0 0,-1 1 1 0 0,1-1-1 0 0,-1 1 0 0 0,1-1 1 0 0,0 1-1 0 0,-1-1 1 0 0,1 0-1 0 0,0 0 1 0 0,0 1-1 0 0,0-1 0 0 0,0 0 1 0 0,0 0-1 0 0,0 0 1 0 0,0 0-1 0 0,1 0 1 0 0,-1 0-1 0 0,0 0 0 0 0,0 0 1 0 0,1-1-1 0 0,-1 1 1 0 0,1 0-1 0 0,2 0 1 0 0,-2-1-82 0 0,-1 0 0 0 0,1 0 0 0 0,0 0-1 0 0,0-1 1 0 0,0 1 0 0 0,-1-1 0 0 0,1 1 0 0 0,0-1 0 0 0,0 1 0 0 0,-1-1 0 0 0,1 0 0 0 0,-1 0 0 0 0,1 0 0 0 0,-1 0 0 0 0,1 0 0 0 0,1-2 0 0 0,24-27-3525 0 0,-9 1-3303 0 0,-13 14 1207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50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64 76 0 0,'-9'3'1837'0'0,"-50"22"12205"0"0,36-18-10009 0 0,26-10-4022 0 0,-1 0-1 0 0,1-1 0 0 0,0 1 1 0 0,1 0-1 0 0,-1 0 0 0 0,0 1 1 0 0,1-1-1 0 0,0 1 0 0 0,6-4 1 0 0,42-17-1978 0 0,-34 15 622 0 0,44-18-6748 0 0,-41 17 1810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50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1204 0 0,'-3'16'16671'0'0,"3"-1"-10784"0"0,1 2-8081 0 0,3 12-8495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2:59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60 440 2340 0 0,'-18'7'16356'0'0,"5"-4"-14118"0"0,8-13-2155 0 0,1 0 0 0 0,0 0-1 0 0,0-1 1 0 0,1 1 0 0 0,0-1 0 0 0,1 0 0 0 0,1 0 0 0 0,-1 0 0 0 0,2 0-1 0 0,-1 0 1 0 0,4-22 0 0 0,-1 15-100 0 0,1-1 0 0 0,0 1 0 0 0,2-1-1 0 0,0 1 1 0 0,1 0 0 0 0,11-22 0 0 0,-12 29 5 0 0,2 1 0 0 0,-1 0 0 0 0,1 0 0 0 0,0 0 1 0 0,1 1-1 0 0,0 0 0 0 0,1 1 0 0 0,0-1 0 0 0,0 2 0 0 0,1-1 0 0 0,0 1 0 0 0,0 1 1 0 0,0 0-1 0 0,1 0 0 0 0,13-4 0 0 0,-15 7-14 0 0,-1 0 1 0 0,1 1-1 0 0,0 0 1 0 0,0 0-1 0 0,0 1 1 0 0,0 0 0 0 0,0 1-1 0 0,0 0 1 0 0,1 1-1 0 0,-1-1 1 0 0,0 2-1 0 0,0-1 1 0 0,0 1-1 0 0,-1 1 1 0 0,1 0-1 0 0,0 0 1 0 0,-1 0-1 0 0,0 1 1 0 0,0 1-1 0 0,13 7 1 0 0,-14-6-160 0 0,1 1 1 0 0,-1-1 0 0 0,0 1 0 0 0,-1 1 0 0 0,0-1-1 0 0,0 1 1 0 0,0 0 0 0 0,-1 0 0 0 0,0 1-1 0 0,-1-1 1 0 0,0 1 0 0 0,0 0 0 0 0,-1 0 0 0 0,0 1-1 0 0,2 11 1 0 0,-2-5-853 0 0,-1 1 1 0 0,0-1-1 0 0,-1 20 0 0 0,-2-15-1492 0 0,0 0 1 0 0,-5 21-1 0 0,1-25-1469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0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92 1272 0 0,'-18'-26'8952'0'0,"-32"-33"-1"0"0,49 57-8595 0 0,0 2-82 0 0,-9-4 359 0 0,10 4-631 0 0,0 0 0 0 0,0 0 0 0 0,-1 0 0 0 0,1 0 0 0 0,0 0 0 0 0,0 0 0 0 0,0 0 0 0 0,-1 0 0 0 0,1 0 0 0 0,0 0 0 0 0,0 0 0 0 0,0 0 0 0 0,0 0 0 0 0,-1 0 0 0 0,1 0 0 0 0,0 0 0 0 0,0 0 0 0 0,0 0 0 0 0,-1 0 0 0 0,1 0 0 0 0,0 0 0 0 0,0 0 0 0 0,0 1 0 0 0,0-1 0 0 0,0 0 0 0 0,-1 0 0 0 0,1 0 1 0 0,0 0-1 0 0,0 0 0 0 0,0 0 0 0 0,0 1 0 0 0,0-1 0 0 0,0 0 0 0 0,-1 0 0 0 0,1 0 0 0 0,0 0 0 0 0,0 1 0 0 0,0-1 0 0 0,0 0 0 0 0,0 0 0 0 0,0 0 0 0 0,0 0 0 0 0,0 1 0 0 0,0-1 0 0 0,0 0 0 0 0,0 0 0 0 0,0 0 0 0 0,0 1 0 0 0,0-1 0 0 0,0 0 0 0 0,0 0 0 0 0,62 487 168 0 0,-31-279-4826 0 0,-29-186 528 0 0,1 31 0 0 0,-3-34-1269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0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2120 0 0,'-8'3'2086'0'0,"3"-1"-1106"0"0,-1 0 0 0 0,1 1 0 0 0,0 0 0 0 0,0 0 0 0 0,-9 6-1 0 0,14-9-925 0 0,-1 1-1 0 0,0 0 0 0 0,1 0 1 0 0,-1-1-1 0 0,0 1 0 0 0,1 0 0 0 0,-1 0 1 0 0,1 0-1 0 0,0 0 0 0 0,-1 0 0 0 0,1 0 1 0 0,0-1-1 0 0,-1 1 0 0 0,1 0 0 0 0,0 0 1 0 0,0 0-1 0 0,0 0 0 0 0,0 0 0 0 0,0 0 1 0 0,0 0-1 0 0,0 0 0 0 0,0 0 0 0 0,0 0 1 0 0,0 0-1 0 0,1 0 0 0 0,-1 0 0 0 0,0 0 1 0 0,1 0-1 0 0,-1 0 0 0 0,0 0 0 0 0,1-1 1 0 0,-1 1-1 0 0,1 0 0 0 0,0 0 0 0 0,-1 0 1 0 0,1-1-1 0 0,0 1 0 0 0,-1 0 1 0 0,2 0-1 0 0,6 6 96 0 0,-1 0 0 0 0,1 0 0 0 0,1-1 0 0 0,-1 0 0 0 0,1-1 0 0 0,0 0 0 0 0,0-1 0 0 0,1 1 0 0 0,-1-2 1 0 0,12 4-1 0 0,16 3 51 0 0,50 6 1 0 0,-80-15-155 0 0,19 3-121 0 0,-1-1 0 0 0,1-2 0 0 0,0 0 0 0 0,0-2 0 0 0,0-1 0 0 0,46-9 0 0 0,-50 5-1507 0 0,-1 0 0 0 0,0-1 0 0 0,0-1 0 0 0,36-21 0 0 0,-31 14-1882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0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6 127 2308 0 0,'0'-2'2336'0'0,"-2"-45"11739"0"0,-1 31-7302 0 0,4 32-6670 0 0,1 1 0 0 0,1-1-1 0 0,1 1 1 0 0,7 19-1 0 0,6 34-143 0 0,9 61 9 0 0,-25-111 6 0 0,-1-20 21 0 0,0 0 1 0 0,0 0-1 0 0,-1 0 0 0 0,1 1 0 0 0,0-1 0 0 0,0 0 0 0 0,0 0 0 0 0,0 0 0 0 0,0 0 0 0 0,0 1 0 0 0,0-1 0 0 0,-1 0 0 0 0,1 0 0 0 0,0 0 0 0 0,0 0 0 0 0,0 0 0 0 0,0 1 0 0 0,-1-1 0 0 0,1 0 0 0 0,0 0 0 0 0,0 0 0 0 0,0 0 0 0 0,0 0 0 0 0,-1 0 0 0 0,1 0 0 0 0,0 0 0 0 0,0 0 0 0 0,0 0 0 0 0,-1 0 0 0 0,1 0 0 0 0,0 0 0 0 0,0 0 0 0 0,0 0 0 0 0,-1 0 0 0 0,1 0 1 0 0,0 0-1 0 0,0 0 0 0 0,0 0 0 0 0,-1 0 0 0 0,1 0 0 0 0,-1-1-10 0 0,-1 0 0 0 0,1 0 1 0 0,-1 0-1 0 0,1-1 0 0 0,0 1 1 0 0,0 0-1 0 0,-1 0 0 0 0,1-1 1 0 0,0 1-1 0 0,0-1 1 0 0,1 1-1 0 0,-1-1 0 0 0,0 1 1 0 0,-1-3-1 0 0,0-5-7 0 0,0 1 0 0 0,0-1 0 0 0,1 0-1 0 0,0 0 1 0 0,1 0 0 0 0,0 0 0 0 0,0 0 0 0 0,1 0 0 0 0,0 0 0 0 0,0 0-1 0 0,1 0 1 0 0,0 1 0 0 0,5-13 0 0 0,1 0-5 0 0,1 0 0 0 0,1 1 0 0 0,1 0 0 0 0,15-21 0 0 0,-19 31-9 0 0,-1 1 0 0 0,1 1 0 0 0,1-1 0 0 0,0 1 1 0 0,0 1-1 0 0,0 0 0 0 0,1 0 0 0 0,0 0 0 0 0,0 1 0 0 0,1 0 1 0 0,0 1-1 0 0,0 0 0 0 0,0 1 0 0 0,13-4 0 0 0,-20 7 34 0 0,1 1-1 0 0,-1 0 0 0 0,0 0 1 0 0,0 0-1 0 0,0 0 0 0 0,0 1 1 0 0,0-1-1 0 0,1 1 0 0 0,-1 0 1 0 0,0 0-1 0 0,0 0 0 0 0,-1 0 1 0 0,1 1-1 0 0,0-1 0 0 0,0 1 1 0 0,0-1-1 0 0,3 4 0 0 0,-1-1 9 0 0,-1 1 0 0 0,1 0 0 0 0,-1 0 1 0 0,0 0-1 0 0,0 1 0 0 0,0-1 0 0 0,-1 1 0 0 0,0 0 0 0 0,0 0 0 0 0,0 0 0 0 0,-1 0 0 0 0,0 0 0 0 0,2 13 0 0 0,0 2-1011 0 0,-1-1 0 0 0,0 1 0 0 0,-2 23 0 0 0,0-25-1444 0 0,1 8-5396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2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227 155 2500 0 0,'-26'-33'11224'0'0,"21"28"-10276"0"0,0 0 1 0 0,0 1 0 0 0,0 0-1 0 0,-1 0 1 0 0,1 0 0 0 0,-12-6 0 0 0,15 10-689 0 0,1-1-241 0 0,0 1 0 0 0,1-1 0 0 0,-1 1 0 0 0,0 0 0 0 0,0-1 0 0 0,0 1 0 0 0,1 0 0 0 0,-1 0 0 0 0,0 0 0 0 0,0 0 0 0 0,0 0 0 0 0,0 0 1 0 0,0 0-1 0 0,0 0 0 0 0,1 0 0 0 0,-1 0 0 0 0,0 0 0 0 0,0 1 0 0 0,0-1 0 0 0,0 0 0 0 0,1 0 0 0 0,-1 1 0 0 0,0-1 0 0 0,0 1 0 0 0,-1 0 0 0 0,-17 13 102 0 0,13-7-104 0 0,-1 1 0 0 0,1 0 0 0 0,1 0 0 0 0,0 0 0 0 0,0 1 0 0 0,-7 16 0 0 0,-16 59 1 0 0,24-70-7 0 0,-5 16 7 0 0,2 0 1 0 0,-5 51 0 0 0,10-67-29 0 0,2 0 0 0 0,0 0 0 0 0,0 0 0 0 0,1 1 0 0 0,1-1 0 0 0,0 0 0 0 0,1 0 0 0 0,5 13 0 0 0,-7-23-43 0 0,0-1 1 0 0,1 0-1 0 0,-1-1 0 0 0,1 1 0 0 0,-1 0 0 0 0,1 0 0 0 0,0-1 1 0 0,0 1-1 0 0,0-1 0 0 0,1 1 0 0 0,-1-1 0 0 0,0 0 1 0 0,1 0-1 0 0,0 0 0 0 0,-1 0 0 0 0,1 0 0 0 0,0-1 0 0 0,4 2 1 0 0,-2-1-134 0 0,0-1 0 0 0,0 0 0 0 0,0 0 0 0 0,0-1 1 0 0,0 1-1 0 0,0-1 0 0 0,0 0 0 0 0,0 0 0 0 0,0-1 1 0 0,9-2-1 0 0,0 0-326 0 0,-1-2 1 0 0,1 0-1 0 0,-1 0 0 0 0,0-1 1 0 0,-1-1-1 0 0,1 0 0 0 0,18-15 1 0 0,-16 10 222 0 0,0-1 0 0 0,-1-1 0 0 0,-1-1 0 0 0,0 0 0 0 0,-1 0 0 0 0,0-1 0 0 0,-1-1 1 0 0,9-19-1 0 0,-12 18 1133 0 0,0 0 1 0 0,-1 0 0 0 0,-1-1 0 0 0,6-35 0 0 0,-7 3 3639 0 0,-5 49-4186 0 0,1-6 656 0 0,-3 14-918 0 0,0-1-1 0 0,1 1 1 0 0,0 0 0 0 0,0 0 0 0 0,0 0 0 0 0,1-1 0 0 0,0 1 0 0 0,1 8 0 0 0,8 52 93 0 0,-7-51-109 0 0,1-4 2 0 0,-1 1 0 0 0,2-1-1 0 0,0 1 1 0 0,0-1 0 0 0,9 16-1 0 0,-10-22 0 0 0,0 0 0 0 0,0 1 0 0 0,1-1 0 0 0,0 0 0 0 0,0-1 0 0 0,0 1 0 0 0,0-1 0 0 0,1 0 0 0 0,-1 0 0 0 0,1 0 0 0 0,0 0 0 0 0,8 3 0 0 0,-8-5-4 0 0,0 0 0 0 0,0-1 0 0 0,1 0 0 0 0,-1 0 0 0 0,0 0 0 0 0,0-1 0 0 0,0 1 0 0 0,1-1 1 0 0,-1-1-1 0 0,0 1 0 0 0,0-1 0 0 0,0 0 0 0 0,0 0 0 0 0,0 0 0 0 0,0-1 0 0 0,0 1 0 0 0,0-1 0 0 0,0-1 0 0 0,0 1 0 0 0,-1-1 0 0 0,1 1 0 0 0,6-7 0 0 0,-4 3-6 0 0,0 0 0 0 0,0 0 0 0 0,-1 0 0 0 0,0-1 0 0 0,0 0 0 0 0,-1-1 0 0 0,0 1 0 0 0,0-1 0 0 0,-1 0 0 0 0,0 0 0 0 0,0 0 0 0 0,3-12 0 0 0,-4 10-10 0 0,-1 1 0 0 0,-1-1 0 0 0,1 0-1 0 0,-2 0 1 0 0,1 0 0 0 0,-1-1 0 0 0,-1 1-1 0 0,0 0 1 0 0,0 0 0 0 0,-1 0 0 0 0,-1 1 0 0 0,1-1-1 0 0,-1 0 1 0 0,-1 1 0 0 0,0 0 0 0 0,-8-14-1 0 0,8 17 1 0 0,0-1-1 0 0,0 1 0 0 0,-1 0 1 0 0,0 0-1 0 0,-1 1 0 0 0,1 0 1 0 0,-1-1-1 0 0,0 2 0 0 0,0-1 1 0 0,-1 1-1 0 0,1 0 0 0 0,-1 0 1 0 0,0 1-1 0 0,0 0 0 0 0,0 0 1 0 0,0 1-1 0 0,-1 0 0 0 0,1 0 1 0 0,-1 0-1 0 0,1 1 0 0 0,-1 0 1 0 0,-8 1-1 0 0,7 0-11 0 0,0 0 0 0 0,0 1 0 0 0,0 0 0 0 0,0 0-1 0 0,1 1 1 0 0,-1 1 0 0 0,0-1 0 0 0,1 1 0 0 0,-12 6 0 0 0,15-6 1 0 0,0 0 1 0 0,0 1 0 0 0,0-1 0 0 0,0 1-1 0 0,1 0 1 0 0,-1 1 0 0 0,1-1 0 0 0,0 1-1 0 0,0 0 1 0 0,1 0 0 0 0,0 0 0 0 0,0 0 0 0 0,0 0-1 0 0,-3 8 1 0 0,6-12-5 0 0,-1 0 0 0 0,1 0 0 0 0,-1 0 0 0 0,1 0 0 0 0,0 0 0 0 0,0 0 0 0 0,-1 0 0 0 0,1 0 0 0 0,0 0 0 0 0,0 0 1 0 0,0 0-1 0 0,0 0 0 0 0,0 0 0 0 0,0 0 0 0 0,0 0 0 0 0,1 0 0 0 0,-1 0 0 0 0,0 0 0 0 0,1 0 0 0 0,-1 0 0 0 0,0 0 0 0 0,1 0 0 0 0,-1 0 0 0 0,1 1 0 0 0,1-1-9 0 0,-1 0 1 0 0,0 0-1 0 0,0 0 0 0 0,1 0 0 0 0,-1 0 1 0 0,0-1-1 0 0,1 1 0 0 0,-1 0 0 0 0,1-1 1 0 0,-1 1-1 0 0,1-1 0 0 0,-1 0 0 0 0,1 1 1 0 0,2-1-1 0 0,1 0-46 0 0,1 1-1 0 0,0-1 1 0 0,-1-1 0 0 0,1 1 0 0 0,0-1-1 0 0,-1 0 1 0 0,11-3 0 0 0,35-20-436 0 0,88-55-1 0 0,-30 15 218 0 0,-104 61 254 0 0,-1 0 1 0 0,1 1-1 0 0,0 0 0 0 0,0 0 1 0 0,0 1-1 0 0,0-1 0 0 0,1 1 1 0 0,-1 0-1 0 0,7 0 0 0 0,-9 1 64 0 0,-1 0-1 0 0,0 0 0 0 0,1 1 0 0 0,-1-1 1 0 0,1 1-1 0 0,-1 0 0 0 0,0 0 0 0 0,1 0 1 0 0,-1 0-1 0 0,0 0 0 0 0,0 0 0 0 0,0 0 1 0 0,0 1-1 0 0,0-1 0 0 0,0 1 0 0 0,0-1 1 0 0,-1 1-1 0 0,1 0 0 0 0,0 0 0 0 0,-1 0 1 0 0,0 0-1 0 0,2 2 0 0 0,4 8 137 0 0,-1-1 0 0 0,-1 1 0 0 0,1-1 1 0 0,-2 2-1 0 0,0-1 0 0 0,3 18 0 0 0,7 77 430 0 0,-14-100-562 0 0,3 44 2042 0 0,-3-51-2055 0 0,-1 0 0 0 0,1 0-1 0 0,-1-1 1 0 0,1 1 0 0 0,-1 0-1 0 0,0 0 1 0 0,1-1 0 0 0,-1 1-1 0 0,1-1 1 0 0,-1 1 0 0 0,1 0-1 0 0,0-1 1 0 0,-1 1 0 0 0,1-1-1 0 0,-1 1 1 0 0,1-1 0 0 0,-1 0-1 0 0,-1-13-19 0 0,1 1-1 0 0,0-1 1 0 0,0 0-1 0 0,2 1 0 0 0,0-1 1 0 0,0 0-1 0 0,1 1 1 0 0,1-1-1 0 0,0 1 1 0 0,1 0-1 0 0,0 0 0 0 0,1 0 1 0 0,0 1-1 0 0,1-1 1 0 0,1 1-1 0 0,0 1 1 0 0,1-1-1 0 0,0 1 1 0 0,0 0-1 0 0,1 1 0 0 0,1 0 1 0 0,16-14-1 0 0,-22 22-13 0 0,-1-1-1 0 0,1 1 1 0 0,0 0 0 0 0,0-1-1 0 0,-1 2 1 0 0,2-1 0 0 0,-1 0-1 0 0,0 1 1 0 0,0 0-1 0 0,0 0 1 0 0,1 0 0 0 0,7 0-1 0 0,-9 1 16 0 0,-1 0-1 0 0,1 0 1 0 0,0 1-1 0 0,0 0 1 0 0,-1-1-1 0 0,1 1 0 0 0,-1 0 1 0 0,1 0-1 0 0,-1 0 1 0 0,1 1-1 0 0,-1-1 1 0 0,0 0-1 0 0,1 1 1 0 0,-1 0-1 0 0,0-1 1 0 0,0 1-1 0 0,0 0 0 0 0,0 0 1 0 0,-1 0-1 0 0,1 0 1 0 0,0 1-1 0 0,-1-1 1 0 0,1 0-1 0 0,-1 1 1 0 0,0-1-1 0 0,0 1 0 0 0,0-1 1 0 0,0 1-1 0 0,0 2 1 0 0,3 9 22 0 0,-2 0 1 0 0,1 0 0 0 0,-2 0-1 0 0,1 17 1 0 0,-2-22-67 0 0,1 12-502 0 0,3 39-2373 0 0,-3-57 2443 0 0,-1 0 0 0 0,1 0 0 0 0,0 0-1 0 0,0 0 1 0 0,0 0 0 0 0,0 0 0 0 0,1 0 0 0 0,-1 0-1 0 0,1 0 1 0 0,-1 0 0 0 0,1-1 0 0 0,0 1 0 0 0,0-1 0 0 0,4 5-1 0 0,-4-7 159 0 0,-1 0 0 0 0,0 1 0 0 0,1-1-1 0 0,-1 0 1 0 0,0 0 0 0 0,0 0 0 0 0,1 0-1 0 0,-1 0 1 0 0,0 0 0 0 0,1 0 0 0 0,-1 0-1 0 0,0 0 1 0 0,0 0 0 0 0,1-1 0 0 0,1 0-1 0 0,-1 0-761 0 0,15-2-4557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98 1232 0 0,'3'-8'2101'0'0,"0"1"94"0"0,-1 0 0 0 0,1 0 0 0 0,-1-1 0 0 0,2-11 0 0 0,-4 17-1969 0 0,0 0 0 0 0,0 1 0 0 0,0-1-1 0 0,0 0 1 0 0,0 1 0 0 0,-1-1 0 0 0,1 0 0 0 0,0 1 0 0 0,-1-1 0 0 0,1 1 0 0 0,-1-1 0 0 0,0 1 0 0 0,1-1 0 0 0,-1 1 0 0 0,0-1 0 0 0,0 1 0 0 0,0-1 0 0 0,0 1 0 0 0,0 0 0 0 0,0 0 0 0 0,0 0 0 0 0,-1-1 0 0 0,1 1 0 0 0,0 0 0 0 0,-3-1 0 0 0,0 1-143 0 0,1 0 1 0 0,-1 1-1 0 0,1-1 1 0 0,-1 1 0 0 0,1 0-1 0 0,-1 0 1 0 0,1 0-1 0 0,-1 1 1 0 0,1-1 0 0 0,-1 1-1 0 0,1 0 1 0 0,0 0 0 0 0,-1 0-1 0 0,1 0 1 0 0,0 0-1 0 0,-4 3 1 0 0,-3 1-31 0 0,1 1 1 0 0,-1 0-1 0 0,1 1 0 0 0,0 0 0 0 0,1 1 1 0 0,-10 9-1 0 0,15-14-50 0 0,0 0 1 0 0,0 1-1 0 0,0-1 0 0 0,1 1 1 0 0,-1 0-1 0 0,1-1 0 0 0,0 1 1 0 0,0 1-1 0 0,0-1 0 0 0,1 0 1 0 0,-1 0-1 0 0,1 0 1 0 0,0 1-1 0 0,0-1 0 0 0,0 1 1 0 0,1-1-1 0 0,0 1 0 0 0,0 4 1 0 0,1-5-2 0 0,0 1 0 0 0,1 0 0 0 0,-1-1 0 0 0,1 1 1 0 0,0-1-1 0 0,0 1 0 0 0,1-1 0 0 0,-1 0 0 0 0,1 0 1 0 0,0 0-1 0 0,0 0 0 0 0,1-1 0 0 0,-1 1 0 0 0,5 3 1 0 0,6 4 3 0 0,1-1 1 0 0,24 14 0 0 0,0 0-5 0 0,-31-19 117 0 0,-1 0-1 0 0,0 0 1 0 0,0 1-1 0 0,-1 0 1 0 0,1 0-1 0 0,6 10 1 0 0,-11-14 78 0 0,-1 0 1 0 0,0 0 0 0 0,0 1-1 0 0,0-1 1 0 0,0 1 0 0 0,0-1-1 0 0,0 1 1 0 0,-1-1 0 0 0,1 1-1 0 0,-1-1 1 0 0,0 1-1 0 0,1 0 1 0 0,-1-1 0 0 0,0 1-1 0 0,-1-1 1 0 0,1 1 0 0 0,0 0-1 0 0,-1-1 1 0 0,0 1 0 0 0,1-1-1 0 0,-1 1 1 0 0,0-1 0 0 0,0 0-1 0 0,-1 1 1 0 0,-1 3 0 0 0,-2 1 15 0 0,0 0 0 0 0,0-1 0 0 0,0 0-1 0 0,-1 0 1 0 0,0 0 0 0 0,0 0 0 0 0,-1-1 0 0 0,1 0 0 0 0,-1-1 0 0 0,0 1 0 0 0,-13 5 0 0 0,5-4 145 0 0,0 0 0 0 0,0-1 0 0 0,-1-1-1 0 0,1 0 1 0 0,-19 2 0 0 0,19-5-358 0 0,-5 0 0 0 0,1-1 0 0 0,-10-1-131 0 0,27 1-542 0 0,-3-2-821 0 0,5 2 1384 0 0,-1 0-1 0 0,1 0 1 0 0,0 0-1 0 0,-1 0 1 0 0,1 0-1 0 0,0 0 1 0 0,0 0-1 0 0,-1 0 1 0 0,1 0-1 0 0,0 0 1 0 0,-1 0-1 0 0,1 0 1 0 0,0 0-1 0 0,-1 0 1 0 0,1 0-1 0 0,0-1 1 0 0,0 1-1 0 0,-1 0 1 0 0,-1-4-1548 0 0,2 2 975 0 0,0-1 0 0 0,0 1 0 0 0,1 0 0 0 0,-1-1 0 0 0,1 1-1 0 0,0 0 1 0 0,0-1 0 0 0,0 1 0 0 0,0 0 0 0 0,0 0 0 0 0,0 0 0 0 0,0 0 0 0 0,1 0 0 0 0,-1 0 0 0 0,1 1 0 0 0,0-1 0 0 0,-1 0 0 0 0,1 1 0 0 0,0-1 0 0 0,2-1 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2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55 1308 0 0,'-42'-47'31350'0'0,"39"42"-31241"0"0,-3 3-109 0 0,4 13 0 0 0,2-4 0 0 0,5 334 0 0 0,3-262-11596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138 189 744 0 0,'-7'-18'4200'0'0,"0"2"0"0"0,-1-1 0 0 0,-16-22 0 0 0,5 12 156 0 0,-24-26 0 0 0,42 51-4502 0 0,0 1 0 0 0,0 0 0 0 0,0-1 0 0 0,0 1 0 0 0,0 0 0 0 0,0 0 0 0 0,-1 0 0 0 0,1 0 0 0 0,0 0 0 0 0,-1 0 0 0 0,1 0 0 0 0,-1 1 0 0 0,1-1 0 0 0,-1 0 0 0 0,1 1 0 0 0,-1-1 0 0 0,1 1 0 0 0,-1-1-1 0 0,1 1 1 0 0,-3 0 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3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73 2340 0 0,'-1'-3'2298'0'0,"-2"-12"1894"0"0,3 11-3141 0 0,-1 0 0 0 0,0-1 0 0 0,1 1 0 0 0,-2 0-1 0 0,1 0 1 0 0,0 1 0 0 0,-1-1 0 0 0,0 0 0 0 0,-4-6-1 0 0,5 9-989 0 0,0 1 0 0 0,0-1 0 0 0,0 0 0 0 0,0 0 0 0 0,-1 1 0 0 0,1-1 0 0 0,0 0-1 0 0,0 1 1 0 0,-1-1 0 0 0,1 1 0 0 0,0 0 0 0 0,-1-1 0 0 0,1 1 0 0 0,-1 0 0 0 0,1 0 0 0 0,0 0-1 0 0,-1 0 1 0 0,1 0 0 0 0,-1 0 0 0 0,1 0 0 0 0,0 0 0 0 0,-1 1 0 0 0,1-1 0 0 0,0 0-1 0 0,-1 1 1 0 0,1 0 0 0 0,0-1 0 0 0,-1 1 0 0 0,1 0 0 0 0,-2 1 0 0 0,-3 1-15 0 0,0 1 0 0 0,0 0 0 0 0,0 0 0 0 0,-8 8 0 0 0,7-5-45 0 0,1 0 0 0 0,0 0 0 0 0,0 1 0 0 0,1 0-1 0 0,0 0 1 0 0,0 0 0 0 0,1 0 0 0 0,0 1 0 0 0,0 0 0 0 0,1 0 0 0 0,-4 16 0 0 0,7-20-5 0 0,-1-1 0 0 0,1 1 0 0 0,-1-1 0 0 0,1 0 0 0 0,1 1-1 0 0,-1-1 1 0 0,1 1 0 0 0,-1-1 0 0 0,1 0 0 0 0,0 1 0 0 0,1-1 0 0 0,-1 0 0 0 0,1 0 0 0 0,0 0 0 0 0,0 0 0 0 0,0 0 0 0 0,1 0 0 0 0,-1-1 0 0 0,1 1 0 0 0,0-1 0 0 0,0 1 0 0 0,0-1 0 0 0,0 0 0 0 0,0 0 0 0 0,1-1 0 0 0,0 1 0 0 0,4 2 0 0 0,19 9-8 0 0,45 18 0 0 0,-47-23 1 0 0,-1 2 1 0 0,39 23-1 0 0,-60-33 30 0 0,-1 1 0 0 0,1 0 0 0 0,-1 0 0 0 0,0 0 0 0 0,1 0 0 0 0,-1 0 0 0 0,0 0 0 0 0,0 1 0 0 0,0-1 0 0 0,-1 1 0 0 0,1-1 0 0 0,-1 1 0 0 0,1 0-1 0 0,-1 0 1 0 0,0 0 0 0 0,0-1 0 0 0,0 1 0 0 0,1 6 0 0 0,-2-5 106 0 0,0 0 0 0 0,0 0 0 0 0,-1 0 0 0 0,1 0 0 0 0,-1 0-1 0 0,0 0 1 0 0,0 0 0 0 0,0 0 0 0 0,0 0 0 0 0,-1-1 0 0 0,0 1 0 0 0,-3 5-1 0 0,-1 1 199 0 0,-1-1 0 0 0,0-1-1 0 0,0 1 1 0 0,-1-1-1 0 0,0-1 1 0 0,0 1-1 0 0,-1-1 1 0 0,1-1 0 0 0,-16 9-1 0 0,14-10-139 0 0,0 0 0 0 0,0-1 0 0 0,0-1-1 0 0,-1 0 1 0 0,1 0 0 0 0,-1-1 0 0 0,-17 2 0 0 0,21-4-420 0 0,0 0-1 0 0,0 0 1 0 0,0-1 0 0 0,0 1 0 0 0,0-2-1 0 0,0 1 1 0 0,-10-4 0 0 0,16 5 78 0 0,1-1 0 0 0,-1 1 1 0 0,0 0-1 0 0,0-1 0 0 0,1 1 0 0 0,-1-1 1 0 0,0 1-1 0 0,1-1 0 0 0,-1 1 0 0 0,0-1 1 0 0,1 1-1 0 0,-1-1 0 0 0,1 0 0 0 0,-1 1 1 0 0,1-1-1 0 0,0 0 0 0 0,-1 1 1 0 0,1-1-1 0 0,0 0 0 0 0,-1 0 0 0 0,1 1 1 0 0,0-1-1 0 0,0 0 0 0 0,-1 0 0 0 0,1 0 1 0 0,0 1-1 0 0,0-1 0 0 0,0 0 1 0 0,0 0-1 0 0,0 0 0 0 0,0 1 0 0 0,1-1 1 0 0,-1 0-1 0 0,0 0 0 0 0,0 0 0 0 0,0 1 1 0 0,1-2-1 0 0,1-2-1251 0 0,-1 0 0 0 0,1 1 0 0 0,0-1 0 0 0,0 1 0 0 0,0-1 0 0 0,3-2 0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4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40 131 3436 0 0,'-4'-22'7423'0'0,"-1"0"-1"0"0,-14-37 1 0 0,14 43-4148 0 0,0 5-1252 0 0,3 22-1542 0 0,12 119 140 0 0,-4-69-520 0 0,5 138 123 0 0,-3-39-132 0 0,-4-101-80 0 0,13 143 32 0 0,-11-160-97 0 0,1-1-1 0 0,24 73 1 0 0,-27-103-39 0 0,0-1 0 0 0,0 1 0 0 0,1-1 0 0 0,0 0 1 0 0,1 0-1 0 0,0-1 0 0 0,8 10 0 0 0,-12-17 42 0 0,0 0 1 0 0,1 1 0 0 0,-1-1-1 0 0,0-1 1 0 0,1 1 0 0 0,0 0-1 0 0,-1 0 1 0 0,1-1 0 0 0,0 0-1 0 0,0 0 1 0 0,0 1 0 0 0,-1-1-1 0 0,1-1 1 0 0,0 1 0 0 0,1 0-1 0 0,-1-1 1 0 0,0 0 0 0 0,0 0-1 0 0,0 0 1 0 0,0 0 0 0 0,0 0-1 0 0,0 0 1 0 0,0-1 0 0 0,0 1-1 0 0,0-1 1 0 0,0 0-1 0 0,0 0 1 0 0,0 0 0 0 0,0-1-1 0 0,3-1 1 0 0,7-4-210 0 0,-1-1-1 0 0,-1 0 1 0 0,1-1-1 0 0,-2 0 1 0 0,1 0-1 0 0,-1-1 1 0 0,0-1-1 0 0,10-14 1 0 0,1-5-95 0 0,-1 0 0 0 0,16-36 0 0 0,-26 45 371 0 0,0 0 1 0 0,-1-1-1 0 0,-2 0 0 0 0,0-1 0 0 0,-1 1 1 0 0,-1-1-1 0 0,-1-1 0 0 0,-2 1 1 0 0,1-38-1 0 0,-3 60-4 0 0,-4-28 397 0 0,4 28-393 0 0,-1 0-1 0 0,1-1 1 0 0,-1 1-1 0 0,1 0 1 0 0,-1 0-1 0 0,1-1 1 0 0,-1 1-1 0 0,0 0 1 0 0,1 0-1 0 0,-1 0 1 0 0,0 0-1 0 0,0 0 1 0 0,0 0-1 0 0,0 0 1 0 0,0 0-1 0 0,0 0 1 0 0,-2-1 0 0 0,2 2-13 0 0,0 0 0 0 0,0 0 1 0 0,0 0-1 0 0,0 0 0 0 0,0 1 1 0 0,0-1-1 0 0,0 0 0 0 0,0 0 1 0 0,0 0-1 0 0,0 1 0 0 0,0-1 1 0 0,0 1-1 0 0,0-1 1 0 0,0 1-1 0 0,1-1 0 0 0,-1 1 1 0 0,0-1-1 0 0,0 1 0 0 0,0 0 1 0 0,1-1-1 0 0,-1 1 0 0 0,0 0 1 0 0,0 1-1 0 0,-15 18 25 0 0,7-6-21 0 0,2 0-1 0 0,0 0 1 0 0,0 1 0 0 0,2 0-1 0 0,0 0 1 0 0,0 1 0 0 0,-2 18 0 0 0,5-23-39 0 0,1 1 1 0 0,0 0 0 0 0,1-1-1 0 0,0 1 1 0 0,0-1 0 0 0,1 1-1 0 0,1-1 1 0 0,0 1 0 0 0,1-1-1 0 0,6 19 1 0 0,-7-26-90 0 0,0 1 1 0 0,1-1-1 0 0,-1 0 1 0 0,1 0 0 0 0,0 0-1 0 0,0 0 1 0 0,0-1-1 0 0,0 1 1 0 0,1-1-1 0 0,0 0 1 0 0,-1 0-1 0 0,1 0 1 0 0,5 2-1 0 0,-2-1-164 0 0,0-1 0 0 0,0 0-1 0 0,1 0 1 0 0,-1-1 0 0 0,1 0-1 0 0,0 0 1 0 0,10 1-1 0 0,2-2-533 0 0,1-1 0 0 0,-1-1 0 0 0,0 0 0 0 0,0-2 0 0 0,26-5 0 0 0,-22 2-401 0 0,0-1 1 0 0,0-1-1 0 0,34-16 1 0 0,-41 14-777 0 0,0 1-1 0 0,25-20 1 0 0,-10 2-3395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4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67 148 3484 0 0,'2'-9'1083'0'0,"-1"0"-1"0"0,-1 0 0 0 0,1 0 0 0 0,-2 0 1 0 0,1 0-1 0 0,-1 0 0 0 0,-1 0 1 0 0,1 0-1 0 0,-2 0 0 0 0,1 0 0 0 0,-1 1 1 0 0,0-1-1 0 0,-1 1 0 0 0,-7-13 0 0 0,10 19-356 0 0,-12 6 29 0 0,11-1-620 0 0,0 0-1 0 0,0 0 1 0 0,0 0-1 0 0,1 1 0 0 0,0-1 1 0 0,-1 0-1 0 0,1 1 1 0 0,1-1-1 0 0,-1 1 0 0 0,0-1 1 0 0,1 4-1 0 0,-1-1 21 0 0,-4 38 358 0 0,2 1-1 0 0,2-1 1 0 0,8 79 0 0 0,-5-98-456 0 0,18 113 205 0 0,-20-135-255 0 0,1-4-26 0 0,-1 1 13 0 0,1 0 0 0 0,-1-1-1 0 0,1 1 1 0 0,0 0 0 0 0,-1-1-1 0 0,1 1 1 0 0,-1-1 0 0 0,1 1-1 0 0,-1-1 1 0 0,0 1 0 0 0,1-1-1 0 0,-1 1 1 0 0,1-1 0 0 0,-1 1-1 0 0,0-1 1 0 0,1 0-1 0 0,-1 1 1 0 0,0-1 0 0 0,0 0-1 0 0,0 1 1 0 0,1-1 0 0 0,-1-1-1 0 0,4-17-97 0 0,-4 17 76 0 0,36-174-538 0 0,-28 147 466 0 0,2-1 0 0 0,1 1 0 0 0,27-48 1 0 0,-37 74 86 0 0,1 0 1 0 0,0 0 0 0 0,0 0-1 0 0,0 0 1 0 0,0 0 0 0 0,0 1-1 0 0,1-1 1 0 0,-1 1 0 0 0,1 0-1 0 0,0 0 1 0 0,0-1 0 0 0,-1 2-1 0 0,1-1 1 0 0,1 0 0 0 0,-1 1-1 0 0,0-1 1 0 0,0 1 0 0 0,0 0-1 0 0,1 0 1 0 0,-1 0 0 0 0,5 0-1 0 0,-5 1 74 0 0,1 0-1 0 0,0 1 0 0 0,-1-1 1 0 0,1 1-1 0 0,0 0 0 0 0,-1 0 1 0 0,1 0-1 0 0,-1 0 1 0 0,0 0-1 0 0,1 1 0 0 0,-1 0 1 0 0,0-1-1 0 0,0 1 0 0 0,0 1 1 0 0,0-1-1 0 0,0 0 1 0 0,0 1-1 0 0,-1-1 0 0 0,4 5 1 0 0,0 1 157 0 0,1 1 1 0 0,-2 0-1 0 0,1 1 1 0 0,-2-1 0 0 0,1 1-1 0 0,-1 0 1 0 0,0 0 0 0 0,-1 1-1 0 0,-1-1 1 0 0,1 1 0 0 0,0 11-1 0 0,1 19 314 0 0,-2 64 0 0 0,-3-68-402 0 0,4 28-1334 0 0,-2-63 611 0 0,-1-1 469 0 0,1-1-1 0 0,0 0 1 0 0,0 1-1 0 0,0-1 0 0 0,0 0 1 0 0,0 1-1 0 0,-1-1 0 0 0,1 0 1 0 0,0 0-1 0 0,0 0 1 0 0,0 0-1 0 0,0 0 0 0 0,0 0 1 0 0,0 0-1 0 0,0 0 0 0 0,0 0 1 0 0,0 0-1 0 0,0-1 0 0 0,-1 1 1 0 0,1 0-1 0 0,0 0 1 0 0,0-1-1 0 0,0 1 0 0 0,0-1 1 0 0,-1 1-1 0 0,1-1 0 0 0,1 0 1 0 0,24-18-2695 0 0,-23 16 2305 0 0,18-16-3831 0 0,27-32 1 0 0,-39 42 2719 0 0,23-27-5873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5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112 227 1620 0 0,'2'-13'1786'0'0,"-1"-1"-1"0"0,-1 0 1 0 0,0 1 0 0 0,-1-1-1 0 0,-1 0 1 0 0,0 1-1 0 0,-1-1 1 0 0,0 1 0 0 0,-1 0-1 0 0,0 0 1 0 0,-9-17-1 0 0,-8-12 5632 0 0,21 40-6912 0 0,0 2-459 0 0,-1 0 0 0 0,1-1 0 0 0,0 1 1 0 0,0 0-1 0 0,0 0 0 0 0,0-1 0 0 0,0 1 0 0 0,0 0 1 0 0,0 0-1 0 0,0 0 0 0 0,-1-1 0 0 0,1 1 0 0 0,0 0 0 0 0,0 0 1 0 0,0 0-1 0 0,-1-1 0 0 0,1 1 0 0 0,0 0 0 0 0,0 0 1 0 0,0 0-1 0 0,-1 0 0 0 0,1 0 0 0 0,0-1 0 0 0,0 1 0 0 0,-1 0 1 0 0,1 0-1 0 0,0 0 0 0 0,0 0 0 0 0,-1 0 0 0 0,1 0 1 0 0,0 0-1 0 0,-1 0 0 0 0,-1 3-28 0 0,1 0 0 0 0,-1-1 0 0 0,1 1 1 0 0,0 0-1 0 0,0 0 0 0 0,0 1 0 0 0,0-1 0 0 0,1 0 0 0 0,-1 5 0 0 0,-3 38 64 0 0,3-22-71 0 0,-30 585-11 0 0,26-461 0 0 0,3-63 0 0 0,4-73 0 0 0,-2-12 0 0 0,0 1 0 0 0,0 0 0 0 0,0-1 0 0 0,1 1 0 0 0,-1 0 0 0 0,0-1 0 0 0,0 1 0 0 0,1-1 0 0 0,-1 1 0 0 0,1 0 0 0 0,-1-1 0 0 0,0 1 0 0 0,1-1 0 0 0,-1 1 0 0 0,1-1 0 0 0,-1 1 0 0 0,1-1 0 0 0,0 1 0 0 0,0-1-58 0 0,0 1 1 0 0,0-1-1 0 0,0 0 0 0 0,0 0 0 0 0,0 0 1 0 0,0 0-1 0 0,0 0 0 0 0,0 0 1 0 0,0 0-1 0 0,0 0 0 0 0,0 0 0 0 0,0 0 1 0 0,0 0-1 0 0,0-1 0 0 0,0 1 1 0 0,0 0-1 0 0,0-1 0 0 0,0 1 0 0 0,0-1 1 0 0,1 0-1 0 0,20-19-2868 0 0,9-27-3807 0 0,-17 20-725 0 0,3-8-4576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5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117 110 1124 0 0,'-117'-1'25005'0'0,"119"-1"-24449"0"0,14-5-229 0 0,-1 0-1 0 0,1 1 1 0 0,-1 1 0 0 0,32-6-1 0 0,-12 3-471 0 0,50-14-2061 0 0,-8 2-2786 0 0,-26 6-3531 0 0,-25 7-1525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05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9 3696 0 0,'-20'4'1668'0'0,"-180"29"18116"0"0,201-34-19741 0 0,0 0 0 0 0,1 1 0 0 0,-1-1 0 0 0,0 0-1 0 0,1 1 1 0 0,-1-1 0 0 0,0 1 0 0 0,1-1 0 0 0,-1 1 0 0 0,1 0-1 0 0,-1 0 1 0 0,3-1 0 0 0,-3 1-12 0 0,188-24-6811 0 0,-123 16 345 0 0,2 1-3682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51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84 984 0 0,'-29'-78'17160'0'0,"22"73"-15053"0"0,5 8-2061 0 0,1 0 0 0 0,0 1 0 0 0,1 0 0 0 0,-1-1 1 0 0,1 1-1 0 0,-1-1 0 0 0,1 1 0 0 0,0 0 0 0 0,1 5 1 0 0,7 42 64 0 0,-3-25-50 0 0,2 25 7 0 0,14 101 181 0 0,3 181 1 0 0,-24-324-291 0 0,0 82-198 0 0,0-33-3217 0 0,-4-48 1225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52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52 489 2796 0 0,'-20'-52'6840'0'0,"12"33"-3487"0"0,-10-38-1 0 0,16 50-3030 0 0,1 0 0 0 0,0 0 0 0 0,0 0 1 0 0,1-1-1 0 0,0 1 0 0 0,0 0 0 0 0,1-1 0 0 0,0 1 0 0 0,2-9 0 0 0,1 2-180 0 0,1 1 0 0 0,1 0 0 0 0,0 0 0 0 0,0 1-1 0 0,1-1 1 0 0,1 1 0 0 0,0 1 0 0 0,1-1-1 0 0,0 1 1 0 0,0 1 0 0 0,1 0 0 0 0,1 0-1 0 0,22-15 1 0 0,-12 11-108 0 0,1 0 0 0 0,0 2 0 0 0,1 1 0 0 0,0 1 0 0 0,0 1 0 0 0,1 1 0 0 0,26-6 0 0 0,-37 11-26 0 0,1 1-1 0 0,-1 0 1 0 0,0 1-1 0 0,1 1 1 0 0,-1 0-1 0 0,1 0 1 0 0,-1 1-1 0 0,16 4 1 0 0,-24-4-4 0 0,1 0 0 0 0,-1 1-1 0 0,0 0 1 0 0,0 0 0 0 0,0 0 0 0 0,0 1 0 0 0,0-1 0 0 0,0 1 0 0 0,-1 0 0 0 0,1 1 0 0 0,-1-1 0 0 0,0 1 0 0 0,0 0-1 0 0,0 0 1 0 0,0 0 0 0 0,-1 0 0 0 0,0 1 0 0 0,0-1 0 0 0,0 1 0 0 0,0 0 0 0 0,-1 0 0 0 0,3 7 0 0 0,-1 2 2 0 0,-1 1-1 0 0,-1-1 1 0 0,0 1 0 0 0,-1-1 0 0 0,0 1 0 0 0,-1 0 0 0 0,-1-1 0 0 0,0 1-1 0 0,-6 24 1 0 0,-4 6 37 0 0,-28 75 0 0 0,27-84-7 0 0,2-9 1000 0 0,-12 27 0 0 0,3-13 3038 0 0,18-40-3596 0 0,-5 3 945 0 0,3-4-976 0 0,6-7-510 0 0,-2 5 59 0 0,1 0 0 0 0,0-1 0 0 0,-1 1 0 0 0,1 0 0 0 0,0 0 0 0 0,0 0 0 0 0,0 0 0 0 0,1 0 0 0 0,-1 0 0 0 0,0 1 0 0 0,1-1 0 0 0,-1 1 0 0 0,1 0 0 0 0,0 0 0 0 0,-1 0 0 0 0,1 0 0 0 0,0 0 0 0 0,0 0 0 0 0,-1 1 0 0 0,1-1-1 0 0,4 1 1 0 0,5 0-20 0 0,0 0 0 0 0,0 1 0 0 0,0 1 0 0 0,0 0 0 0 0,0 0 0 0 0,0 2 0 0 0,-1-1 0 0 0,1 1-1 0 0,-1 1 1 0 0,0 0 0 0 0,0 1 0 0 0,-1 0 0 0 0,0 0 0 0 0,0 1 0 0 0,0 1 0 0 0,-1-1 0 0 0,0 1 0 0 0,12 15-1 0 0,-14-16 57 0 0,0 1-1 0 0,0 1 0 0 0,-1-1 0 0 0,-1 1 0 0 0,1 0 0 0 0,-1 0 0 0 0,-1 0 0 0 0,0 1 1 0 0,0 0-1 0 0,-1 0 0 0 0,0 0 0 0 0,-1 0 0 0 0,0 0 0 0 0,0 1 0 0 0,-1-1 1 0 0,-1 0-1 0 0,0 1 0 0 0,0-1 0 0 0,-1 1 0 0 0,0-1 0 0 0,-1 0 0 0 0,-3 12 0 0 0,3-14 46 0 0,-1 0 0 0 0,0-1-1 0 0,0 1 1 0 0,-1-1 0 0 0,0 0-1 0 0,0 0 1 0 0,-1 0-1 0 0,0-1 1 0 0,0 1 0 0 0,0-1-1 0 0,-1 0 1 0 0,0-1 0 0 0,-11 9-1 0 0,10-10-13 0 0,-1 0-1 0 0,0 0 1 0 0,0-1-1 0 0,0-1 1 0 0,-1 1-1 0 0,1-1 0 0 0,-1 0 1 0 0,1-1-1 0 0,-1 0 1 0 0,0-1-1 0 0,1 1 1 0 0,-1-2-1 0 0,0 1 1 0 0,-13-3-1 0 0,15 2-62 0 0,-1-1 0 0 0,0 1 0 0 0,1-2 0 0 0,-1 1 0 0 0,1-1 0 0 0,0 0 0 0 0,0 0 0 0 0,0 0 0 0 0,0-1 0 0 0,1-1 0 0 0,-1 1 0 0 0,1-1 0 0 0,-7-7 0 0 0,5 4 0 0 0,-1-4 0 0 0,2 1 0 0 0,-1-11-1612 0 0,8 21 1139 0 0,-1 0 0 0 0,1-1-1 0 0,0 1 1 0 0,0 0 0 0 0,0-1-1 0 0,-1 1 1 0 0,1 0 0 0 0,1-1-1 0 0,-1 1 1 0 0,0 0 0 0 0,0 0-1 0 0,0-1 1 0 0,1-1 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3:5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5673 0 0,'10'-5'26849'0'0,"0"2"-26604"0"0,-10 3-245 0 0,0 0 1 0 0,1 0-1 0 0,-1 0 0 0 0,0 0 1 0 0,0 0-1 0 0,0 0 1 0 0,1 0-1 0 0,-1-1 0 0 0,0 1 1 0 0,0 0-1 0 0,0 0 0 0 0,1 0 1 0 0,-1 0-1 0 0,0 0 0 0 0,0 0 1 0 0,1 0-1 0 0,-1 0 0 0 0,0 0 1 0 0,0 0-1 0 0,0 0 1 0 0,1 1-1 0 0,-1-1 0 0 0,0 0 1 0 0,0 0-1 0 0,0 0 0 0 0,1 0 1 0 0,-1 0-1 0 0,0 0 0 0 0,0 0 1 0 0,0 0-1 0 0,0 1 1 0 0,1-1-1 0 0,-1 0 0 0 0,0 0 1 0 0,0 0-1 0 0,0 0 0 0 0,0 1 1 0 0,0-1-1 0 0,0 0 0 0 0,1 0 1 0 0,-1 0-1 0 0,0 1 0 0 0,0-1 1 0 0,0 0-1 0 0,0 0 1 0 0,0 0-1 0 0,0 1 0 0 0,0-1 1 0 0,0 0-1 0 0,0 0 0 0 0,0 0 1 0 0,0 1-1 0 0,0-1 0 0 0,0 0 1 0 0,0 0-1 0 0,0 1 0 0 0,0-1 1 0 0,0 0-1 0 0,0 0 1 0 0,-1 0-1 0 0,1 1 0 0 0,0-1 1 0 0,0 0-1 0 0,0 0 0 0 0,0 0 1 0 0,0 0-1 0 0,0 1 0 0 0,-1-1 1 0 0,-8 14-1947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2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84 1000 0 0,'-3'-12'3214'0'0,"-2"-6"-388"0"0,4 11-1471 0 0,-1 0 0 0 0,0 0 0 0 0,0 1 1 0 0,-5-10 866 0 0,6 16-2086 0 0,1-1 0 0 0,0 1-1 0 0,0-1 1 0 0,0 0 0 0 0,0 1-1 0 0,0-1 1 0 0,-1 1 0 0 0,1-1 0 0 0,0 1-1 0 0,-1-1 1 0 0,1 1 0 0 0,0-1-1 0 0,-1 1 1 0 0,1-1 0 0 0,-1 1-1 0 0,1 0 1 0 0,0-1 0 0 0,-1 1-1 0 0,1-1 1 0 0,-1 1 0 0 0,0-1-1 0 0,1 1-112 0 0,-1 0-1 0 0,1 0 0 0 0,0 0 0 0 0,-1 0 1 0 0,1 0-1 0 0,0 0 0 0 0,0 0 0 0 0,-1 0 1 0 0,1 0-1 0 0,0 0 0 0 0,-1 0 0 0 0,1 1 0 0 0,0-1 1 0 0,0 0-1 0 0,-1 0 0 0 0,1 0 0 0 0,0 0 1 0 0,0 0-1 0 0,-1 0 0 0 0,1 1 0 0 0,0-1 0 0 0,0 0 1 0 0,-1 0-1 0 0,1 0 0 0 0,0 1 0 0 0,0-1 1 0 0,0 0-1 0 0,-1 0 0 0 0,1 1 0 0 0,0-1 0 0 0,0 0 1 0 0,0 0-1 0 0,0 1 0 0 0,0-1 0 0 0,0 0 1 0 0,0 1-1 0 0,-1-1 0 0 0,1 0 0 0 0,0 0 0 0 0,0 1 1 0 0,0-1-1 0 0,0 0 0 0 0,0 1 0 0 0,0-1 1 0 0,0 0-1 0 0,1 1 0 0 0,-1-1 0 0 0,0 0 0 0 0,0 0 1 0 0,0 1-1 0 0,0-1 0 0 0,0 1 0 0 0,9 440 1431 0 0,-7-371-3537 0 0,0-48-1271 0 0,0-1-3474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2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499 113 2060 0 0,'-6'-6'1857'0'0,"-1"0"-1"0"0,1 1 0 0 0,-12-7 1 0 0,13 8-1101 0 0,0 2 0 0 0,-1-1 0 0 0,1 1 0 0 0,-12-4 1 0 0,11 5-639 0 0,0 0 1 0 0,-1 1 0 0 0,1-1-1 0 0,0 1 1 0 0,0 0 0 0 0,-1 1-1 0 0,1 0 1 0 0,0 0 0 0 0,0 0-1 0 0,0 0 1 0 0,0 1 0 0 0,0 0-1 0 0,0 1 1 0 0,0-1 0 0 0,1 1-1 0 0,-1 0 1 0 0,1 0 0 0 0,-6 5-1 0 0,-6 5 57 0 0,-1 1 0 0 0,2 1 0 0 0,0 1 0 0 0,0 1 0 0 0,2 0 0 0 0,0 0 0 0 0,-16 29 0 0 0,3 1 152 0 0,-40 97-1 0 0,53-106-145 0 0,1 1 0 0 0,1 1-1 0 0,3 0 1 0 0,1 1 0 0 0,2-1-1 0 0,1 2 1 0 0,3 62 0 0 0,3-78-62 0 0,1 0 1 0 0,1-1 0 0 0,1 1 0 0 0,1-1-1 0 0,2 0 1 0 0,0 0 0 0 0,2-1-1 0 0,0 0 1 0 0,2 0 0 0 0,1-1 0 0 0,1-1-1 0 0,0 0 1 0 0,20 24 0 0 0,-24-36-71 0 0,0-1-1 0 0,1 1 1 0 0,-1-2 0 0 0,2 1-1 0 0,0-1 1 0 0,0-1 0 0 0,0 0-1 0 0,1 0 1 0 0,0-1 0 0 0,17 6 0 0 0,-12-7-3 0 0,1 0 1 0 0,0-1 0 0 0,0-1 0 0 0,0-1 0 0 0,0 0 0 0 0,35-2 0 0 0,-16-4-11 0 0,0-2 0 0 0,0-1 0 0 0,-1-1 0 0 0,0-2 0 0 0,0-2 1 0 0,62-30-1 0 0,-74 31 20 0 0,-1-2 1 0 0,-1-1-1 0 0,0 0 1 0 0,0-2 0 0 0,-2 0-1 0 0,0-2 1 0 0,22-24-1 0 0,-29 27 9 0 0,-1-1-1 0 0,0-1 0 0 0,-1 0 0 0 0,-1 0 1 0 0,0-1-1 0 0,-2-1 0 0 0,0 1 0 0 0,-1-1 1 0 0,-1-1-1 0 0,4-20 0 0 0,-4 5-19 0 0,-1-2 1 0 0,-1 1-1 0 0,-3 0 0 0 0,-1-1 0 0 0,-1 1 1 0 0,-2 0-1 0 0,-2 0 0 0 0,-1 0 0 0 0,-2 0 0 0 0,-13-38 1 0 0,12 50 40 0 0,0 0 0 0 0,-2 0 0 0 0,0 1 1 0 0,-2 1-1 0 0,0 0 0 0 0,-2 1 0 0 0,0 0 1 0 0,-1 2-1 0 0,-1-1 0 0 0,-1 2 0 0 0,-1 0 1 0 0,0 2-1 0 0,-1 0 0 0 0,-1 1 0 0 0,-25-14 1 0 0,16 13-37 0 0,-2 1 1 0 0,0 2 0 0 0,-53-16 0 0 0,71 26-75 0 0,1 0 0 0 0,-1 0 0 0 0,0 1 1 0 0,-1 1-1 0 0,1 0 0 0 0,0 1 1 0 0,0 1-1 0 0,0 0 0 0 0,0 1 1 0 0,0 0-1 0 0,-22 7 0 0 0,30-6-172 0 0,0-1-1 0 0,0 1 1 0 0,0 0-1 0 0,0 1 0 0 0,1-1 1 0 0,-1 1-1 0 0,1 0 1 0 0,0 0-1 0 0,0 1 1 0 0,1 0-1 0 0,-7 7 1 0 0,8-7-359 0 0,0-1 1 0 0,0 1 0 0 0,0 0 0 0 0,1 1 0 0 0,0-1 0 0 0,0 0 0 0 0,0 1 0 0 0,0-1 0 0 0,1 1-1 0 0,0-1 1 0 0,0 1 0 0 0,1 0 0 0 0,0 9 0 0 0,2 8-1953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29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1 340 0 0,'4'21'14926'0'0,"-3"-14"-15844"0"0,-1-5 362 0 0,0 2 75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1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520 294 860 0 0,'-1'-1'524'0'0,"1"-1"1"0"0,0 1-1 0 0,-1-1 0 0 0,1 0 0 0 0,0 1 1 0 0,0-1-1 0 0,0 0 0 0 0,0 1 1 0 0,1-1-1 0 0,-1 0 0 0 0,1-1 0 0 0,7-19 2422 0 0,-2 5-1489 0 0,22-47 865 0 0,-25 51-2157 0 0,1 1-61 0 0,-1 1 1 0 0,0-2-1 0 0,-1 1 1 0 0,0-14-1 0 0,-1 23-70 0 0,-2-1 1 0 0,1 0-1 0 0,0 0 0 0 0,-1 1 1 0 0,1-1-1 0 0,-1 1 0 0 0,0-1 0 0 0,0 1 1 0 0,-1-1-1 0 0,1 1 0 0 0,-1-1 1 0 0,0 1-1 0 0,0 0 0 0 0,0 0 1 0 0,0 0-1 0 0,0 0 0 0 0,0 0 0 0 0,-6-4 1 0 0,6 5-30 0 0,0 1 0 0 0,0-1 0 0 0,0 1 0 0 0,0 0 1 0 0,-1-1-1 0 0,1 1 0 0 0,0 1 0 0 0,-1-1 0 0 0,1 0 1 0 0,-1 0-1 0 0,1 1 0 0 0,0-1 0 0 0,-1 1 0 0 0,1 0 1 0 0,-1 0-1 0 0,1 0 0 0 0,-6 0 0 0 0,2 2 3 0 0,1-1 0 0 0,-1 1-1 0 0,0-1 1 0 0,1 2 0 0 0,0-1 0 0 0,-1 0-1 0 0,-6 6 1 0 0,-6 5 7 0 0,0 0 1 0 0,1 1-1 0 0,-16 19 0 0 0,18-18-11 0 0,0 2 0 0 0,2-1-1 0 0,0 2 1 0 0,1 0-1 0 0,0 0 1 0 0,-9 23 0 0 0,17-32-4 0 0,0 1 0 0 0,0-1 0 0 0,1 1 0 0 0,0-1 0 0 0,1 1 1 0 0,0 0-1 0 0,1 0 0 0 0,0 0 0 0 0,0 0 0 0 0,1 0 1 0 0,0 0-1 0 0,1 0 0 0 0,0 0 0 0 0,1 0 0 0 0,3 13 0 0 0,-2-15 8 0 0,1-1 0 0 0,0 0 0 0 0,0 1 0 0 0,1-2 0 0 0,0 1 0 0 0,0 0 0 0 0,0-1-1 0 0,1 0 1 0 0,0 0 0 0 0,0-1 0 0 0,1 1 0 0 0,13 7 0 0 0,8 4 36 0 0,60 25 1 0 0,-45-22-18 0 0,-18-8-8 0 0,0 1 0 0 0,-1 1 1 0 0,24 20-1 0 0,-45-32 5 0 0,0 0 1 0 0,0 0-1 0 0,-1 1 0 0 0,0-1 1 0 0,1 1-1 0 0,-1-1 0 0 0,0 1 1 0 0,0 0-1 0 0,0 0 0 0 0,0 0 1 0 0,-1 0-1 0 0,1 0 1 0 0,-1 0-1 0 0,0 0 0 0 0,0 1 1 0 0,0-1-1 0 0,0 0 0 0 0,0 1 1 0 0,-1-1-1 0 0,0 1 1 0 0,0-1-1 0 0,1 1 0 0 0,-2-1 1 0 0,1 0-1 0 0,0 1 0 0 0,-1-1 1 0 0,0 1-1 0 0,0-1 0 0 0,0 0 1 0 0,0 0-1 0 0,0 1 1 0 0,-4 4-1 0 0,1-1 52 0 0,-1 0 0 0 0,1 0-1 0 0,-2 0 1 0 0,1-1 0 0 0,-1 0 0 0 0,0 0 0 0 0,0 0 0 0 0,-1-1 0 0 0,0 0-1 0 0,0 0 1 0 0,0-1 0 0 0,-11 5 0 0 0,-5 0-10 0 0,-1-1 1 0 0,1-1-1 0 0,-1-1 1 0 0,0-1-1 0 0,-1-1 1 0 0,1-2-1 0 0,-28 1 1 0 0,-5-4 474 0 0,-110-16 1 0 0,164 17-525 0 0,-10-2 101 0 0,0-1 0 0 0,-16-4 0 0 0,26 6-106 0 0,0 0-1 0 0,0 0 1 0 0,0-1-1 0 0,1 1 0 0 0,-1 0 1 0 0,1-1-1 0 0,-1 0 0 0 0,1 1 1 0 0,-1-1-1 0 0,1 0 0 0 0,0-1 1 0 0,0 1-1 0 0,0 0 0 0 0,0 0 1 0 0,-3-5-1 0 0,5 5-28 0 0,-1 0 0 0 0,1 0 0 0 0,-1 0 0 0 0,1 0 0 0 0,0 0 0 0 0,-1 0-1 0 0,1 0 1 0 0,0 0 0 0 0,0 0 0 0 0,1 0 0 0 0,-1 0 0 0 0,0 0 0 0 0,1 0 0 0 0,-1 0 0 0 0,1 0-1 0 0,-1 1 1 0 0,1-1 0 0 0,0 0 0 0 0,0 0 0 0 0,0 0 0 0 0,0 1 0 0 0,0-1 0 0 0,0 0 0 0 0,1 1-1 0 0,-1-1 1 0 0,2-1 0 0 0,3-2-343 0 0,-1-1-1 0 0,1 1 1 0 0,0 1-1 0 0,1-1 1 0 0,8-4-1 0 0,3 0-1048 0 0,1 1 0 0 0,1 1 0 0 0,-1 1-1 0 0,25-5 1 0 0,-15 4-1725 0 0,1-1-1370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3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245 385 2028 0 0,'0'-1'387'0'0,"0"-1"1"0"0,0 1-1 0 0,-1 0 0 0 0,1-1 0 0 0,0 1 0 0 0,-1 0 0 0 0,1-1 1 0 0,0 1-1 0 0,-1 0 0 0 0,1-1 0 0 0,-1 1 0 0 0,0 0 1 0 0,0 0-1 0 0,1-1 0 0 0,-1 1 0 0 0,0 0 0 0 0,0 0 0 0 0,0 0 1 0 0,0 0-1 0 0,0 0 0 0 0,0 0 0 0 0,-2 0 0 0 0,0-1 48 0 0,0 1-1 0 0,0-1 1 0 0,0 1-1 0 0,0 0 0 0 0,0 0 1 0 0,0 1-1 0 0,0-1 1 0 0,0 1-1 0 0,-6-1 0 0 0,3 1-206 0 0,0 0-1 0 0,0 0 0 0 0,0 1 0 0 0,1 0 0 0 0,-1 0 0 0 0,0 0 0 0 0,0 1 0 0 0,1-1 1 0 0,-1 2-1 0 0,1-1 0 0 0,-7 4 0 0 0,3 2-134 0 0,0 0 0 0 0,0 0 1 0 0,1 1-1 0 0,0 0 0 0 0,1 0 0 0 0,0 1 0 0 0,0 0 0 0 0,1 0 1 0 0,1 1-1 0 0,0 0 0 0 0,0 0 0 0 0,1 0 0 0 0,-4 15 1 0 0,3-5-56 0 0,1 0 0 0 0,0 1 0 0 0,2-1 0 0 0,1 0 0 0 0,0 1 0 0 0,5 33 0 0 0,-4-48-27 0 0,1 0 0 0 0,1-1 1 0 0,-1 1-1 0 0,1 0 0 0 0,1 0 0 0 0,-1-1 1 0 0,1 1-1 0 0,0-1 0 0 0,0 0 0 0 0,1 0 0 0 0,0 0 1 0 0,0 0-1 0 0,0-1 0 0 0,10 10 0 0 0,-9-11 0 0 0,0 0-1 0 0,0-1 0 0 0,0 0 0 0 0,1 1 1 0 0,-1-2-1 0 0,1 1 0 0 0,0-1 0 0 0,0 1 1 0 0,0-2-1 0 0,0 1 0 0 0,0-1 0 0 0,0 0 1 0 0,0 0-1 0 0,0 0 0 0 0,1-1 0 0 0,10-1 0 0 0,-7 1-1 0 0,0-2 0 0 0,0 1-1 0 0,-1-1 1 0 0,1-1 0 0 0,-1 0-1 0 0,1 0 1 0 0,-1-1-1 0 0,0 0 1 0 0,0-1 0 0 0,-1 0-1 0 0,1 0 1 0 0,-1 0-1 0 0,12-12 1 0 0,-15 12-11 0 0,0 0-1 0 0,-1 0 1 0 0,0 0-1 0 0,0-1 1 0 0,0 0 0 0 0,0 0-1 0 0,-1 0 1 0 0,0 0 0 0 0,-1 0-1 0 0,1-1 1 0 0,-1 1-1 0 0,0-1 1 0 0,-1 0 0 0 0,0 1-1 0 0,0-1 1 0 0,0 0 0 0 0,-1 0-1 0 0,0 0 1 0 0,0 0 0 0 0,-2-9-1 0 0,0 3-5 0 0,-1 1-1 0 0,-1-1 1 0 0,0 1 0 0 0,-1 0 0 0 0,0 0-1 0 0,0 1 1 0 0,-1 0 0 0 0,-1 0-1 0 0,0 0 1 0 0,-1 0 0 0 0,0 1-1 0 0,0 1 1 0 0,-18-17 0 0 0,20 22 6 0 0,1 0 1 0 0,-1 0 0 0 0,1 0 0 0 0,-1 1 0 0 0,0 0 0 0 0,-1 0-1 0 0,1 0 1 0 0,0 1 0 0 0,-1 0 0 0 0,1 0 0 0 0,-1 1 0 0 0,-7-1 0 0 0,8 1-2 0 0,0 1 0 0 0,1 1 0 0 0,-1-1 0 0 0,0 1 0 0 0,0 0 0 0 0,1 1 0 0 0,-1-1 0 0 0,1 1 0 0 0,-1 0 1 0 0,1 0-1 0 0,0 1 0 0 0,0 0 0 0 0,0 0 0 0 0,0 0 0 0 0,-9 7 0 0 0,7-3 3 0 0,0 1 0 0 0,0-1 1 0 0,1 1-1 0 0,0 1 0 0 0,0-1 0 0 0,1 1 0 0 0,0 0 0 0 0,0 0 1 0 0,1 0-1 0 0,-5 17 0 0 0,8-21 0 0 0,0 0 0 0 0,0 0 0 0 0,0 0 0 0 0,0 0 0 0 0,1 0 0 0 0,0 1 0 0 0,0-1-1 0 0,0 0 1 0 0,1 0 0 0 0,1 7 0 0 0,-1-9 0 0 0,0 0-1 0 0,0-1 0 0 0,0 1 0 0 0,1 0 1 0 0,-1 0-1 0 0,1 0 0 0 0,0-1 0 0 0,0 1 0 0 0,0-1 1 0 0,0 1-1 0 0,0-1 0 0 0,0 0 0 0 0,1 0 1 0 0,-1 0-1 0 0,1 0 0 0 0,-1 0 0 0 0,6 2 0 0 0,-1-1-44 0 0,0-1 0 0 0,0 0-1 0 0,0-1 1 0 0,0 1-1 0 0,0-1 1 0 0,0 0-1 0 0,0-1 1 0 0,0 0-1 0 0,0 0 1 0 0,0 0-1 0 0,0-1 1 0 0,0 0-1 0 0,8-3 1 0 0,11-2-527 0 0,50-21 0 0 0,-46 14 335 0 0,-1-1-1 0 0,0-1 1 0 0,-1-1-1 0 0,0-2 1 0 0,-2-1-1 0 0,0-1 1 0 0,-2-1-1 0 0,0-1 1 0 0,-1-1-1 0 0,-1-1 0 0 0,-1-1 1 0 0,-2-1-1 0 0,0-1 1 0 0,-2 0-1 0 0,-1-2 1 0 0,-1 0-1 0 0,-2 0 1 0 0,19-58-1 0 0,-29 68 660 0 0,0 0-1 0 0,0-1 1 0 0,-2 1-1 0 0,-2-33 1 0 0,1 17 815 0 0,0 32-804 0 0,-1 4-417 0 0,0-1 0 0 0,1 0 1 0 0,-1 0-1 0 0,1 1 0 0 0,-1-1 0 0 0,1 0 1 0 0,-1 1-1 0 0,1-1 0 0 0,-1 1 0 0 0,1-1 1 0 0,-1 0-1 0 0,1 1 0 0 0,-1-1 0 0 0,1 1 1 0 0,0 0-1 0 0,-1-1 0 0 0,1 1 0 0 0,0-1 1 0 0,-1 1-1 0 0,1-1 0 0 0,0 1 0 0 0,0 0 1 0 0,0-1-1 0 0,-1 1 0 0 0,1-1 0 0 0,0 1 1 0 0,0 1-1 0 0,-3 23 431 0 0,3-17-284 0 0,-32 407 2244 0 0,32-400-2370 0 0,-2 153 161 0 0,3-144-177 0 0,1 0 0 0 0,2 0 0 0 0,0 0-1 0 0,14 43 1 0 0,-16-63-20 0 0,0 0 0 0 0,0 1 1 0 0,0-1-1 0 0,0 0 0 0 0,1 0 0 0 0,0 0 1 0 0,0 0-1 0 0,0-1 0 0 0,0 1 0 0 0,0-1 1 0 0,1 1-1 0 0,0-1 0 0 0,6 4 0 0 0,-8-7-9 0 0,0 1-1 0 0,0-1 1 0 0,0 0 0 0 0,0 1-1 0 0,1-1 1 0 0,-1 0-1 0 0,0 0 1 0 0,0 0-1 0 0,0-1 1 0 0,0 1 0 0 0,0 0-1 0 0,1-1 1 0 0,-1 0-1 0 0,0 1 1 0 0,0-1 0 0 0,0 0-1 0 0,0 0 1 0 0,2-2-1 0 0,4-2-78 0 0,0-1-1 0 0,0 0 0 0 0,-1 0 0 0 0,0 0 1 0 0,-1-1-1 0 0,1-1 0 0 0,-1 1 1 0 0,8-13-1 0 0,-1-2-159 0 0,21-45 0 0 0,-15 24 236 0 0,-2-1 0 0 0,-2-1 1 0 0,16-81-1 0 0,-29 112 192 0 0,4-13-81 0 0,-5 26-28 0 0,5 11 29 0 0,0 8 0 0 0,-1 0-1 0 0,-1 0 1 0 0,0 1 0 0 0,1 23-1 0 0,7 33 51 0 0,-6-49-147 0 0,15 52 41 0 0,-18-69-34 0 0,0-1 1 0 0,1 0-1 0 0,0 0 0 0 0,1 0 1 0 0,0 0-1 0 0,11 13 0 0 0,-15-20-6 0 0,0 1 0 0 0,0-1-1 0 0,1 1 1 0 0,-1-1 0 0 0,0 0 0 0 0,1 0-1 0 0,0 0 1 0 0,-1 0 0 0 0,1 0 0 0 0,-1 0-1 0 0,1 0 1 0 0,0 0 0 0 0,0 0 0 0 0,0-1-1 0 0,-1 1 1 0 0,1-1 0 0 0,0 0 0 0 0,0 1-1 0 0,0-1 1 0 0,0 0 0 0 0,2 0-1 0 0,-1-1-2 0 0,0 0-1 0 0,-1 0 0 0 0,1 0 1 0 0,0 0-1 0 0,-1 0 0 0 0,1 0 0 0 0,-1-1 1 0 0,0 1-1 0 0,1-1 0 0 0,-1 0 1 0 0,0 1-1 0 0,4-5 0 0 0,2-4-17 0 0,0-1 0 0 0,0 0-1 0 0,-1 0 1 0 0,11-22 0 0 0,3-15-72 0 0,-3 0 0 0 0,21-78 0 0 0,-38 122 69 0 0,0 1 1 0 0,0-1-1 0 0,1 1 0 0 0,0-1 0 0 0,-1 1 0 0 0,1 0 0 0 0,3-4 1 0 0,-3 6 10 0 0,27 14 50 0 0,-20-3-17 0 0,0-1-1 0 0,-1 1 0 0 0,0 1 0 0 0,0-1 1 0 0,8 18-1 0 0,10 13 6 0 0,-15-26-26 0 0,33 42 73 0 0,-40-53-67 0 0,0 0 1 0 0,0 0-1 0 0,0-1 1 0 0,0 1-1 0 0,1-1 0 0 0,-1 0 1 0 0,1 0-1 0 0,0-1 1 0 0,0 1-1 0 0,6 1 1 0 0,-6-3-9 0 0,0 0 0 0 0,-1 0 0 0 0,1-1 1 0 0,-1 0-1 0 0,1 0 0 0 0,0 0 1 0 0,-1-1-1 0 0,1 0 0 0 0,-1 0 0 0 0,1 0 1 0 0,-1 0-1 0 0,1 0 0 0 0,-1-1 1 0 0,0 0-1 0 0,6-3 0 0 0,7-5-11 0 0,0-1 0 0 0,19-16 0 0 0,-12 9 2 0 0,-5 3-12 0 0,-14 11 0 0 0,0-1-1 0 0,0 1 1 0 0,1 0 0 0 0,-1 0-1 0 0,1 1 1 0 0,0 0 0 0 0,0 0-1 0 0,0 0 1 0 0,1 1 0 0 0,-1 0-1 0 0,1 0 1 0 0,12-2 0 0 0,-11 3 23 0 0,0 1 1 0 0,0 0-1 0 0,0 0 1 0 0,9 2-1 0 0,-7 0 16 0 0,1-2-1 0 0,-1 1 1 0 0,1-1-1 0 0,-1-1 0 0 0,1 0 1 0 0,14-3-1 0 0,-8 0 30 0 0,-14 4-43 0 0,0-1 0 0 0,0 0 0 0 0,0 0 1 0 0,0 0-1 0 0,0 0 0 0 0,-1-1 0 0 0,1 1 0 0 0,0-1 1 0 0,-1 0-1 0 0,1 1 0 0 0,2-4 0 0 0,-4 4 0 0 0,0 0 0 0 0,-1-1 0 0 0,1 1 0 0 0,0 0-1 0 0,-1 0 1 0 0,1-1 0 0 0,-1 1 0 0 0,1 0 0 0 0,-1-1 0 0 0,0 1 0 0 0,1-1 0 0 0,-1-2-1 0 0,1-4 6 0 0,0 4-2 0 0,-1 0 1 0 0,0 1-1 0 0,0-1 0 0 0,-1 0 0 0 0,1 1 1 0 0,-1-1-1 0 0,1 1 0 0 0,-1-1 0 0 0,0 1 1 0 0,-1-1-1 0 0,1 1 0 0 0,0-1 0 0 0,-1 1 1 0 0,-3-4-1 0 0,4 4 15 0 0,-1 1-1 0 0,0 0 1 0 0,0 1 0 0 0,1-1 0 0 0,-1 0-1 0 0,-1 0 1 0 0,1 1 0 0 0,0-1 0 0 0,0 1 0 0 0,0 0-1 0 0,-1 0 1 0 0,1 0 0 0 0,-1 0 0 0 0,1 0-1 0 0,-1 0 1 0 0,1 1 0 0 0,-4-1 0 0 0,1 0 2 0 0,0 1 0 0 0,0 0-1 0 0,0 1 1 0 0,0-1 0 0 0,0 1 0 0 0,1 0 0 0 0,-1 0 0 0 0,-8 4 0 0 0,0 1 14 0 0,0 0-1 0 0,1 1 1 0 0,0 0 0 0 0,0 1-1 0 0,-15 14 1 0 0,12-8-11 0 0,1-1 1 0 0,0 2 0 0 0,1 0-1 0 0,1 1 1 0 0,1 0 0 0 0,0 1 0 0 0,-9 19-1 0 0,15-27-10 0 0,1 0-1 0 0,1 0 0 0 0,-1 0 0 0 0,1 1 1 0 0,1-1-1 0 0,0 1 0 0 0,0 0 1 0 0,1 0-1 0 0,0-1 0 0 0,1 1 1 0 0,0 0-1 0 0,0 0 0 0 0,1 0 0 0 0,0 0 1 0 0,1-1-1 0 0,3 11 0 0 0,-3-16 3 0 0,-1 0 0 0 0,1 0 0 0 0,0-1 0 0 0,0 1 0 0 0,0-1 0 0 0,0 1 0 0 0,0-1 0 0 0,1 0-1 0 0,0 0 1 0 0,0 0 0 0 0,0 0 0 0 0,0 0 0 0 0,0-1 0 0 0,0 1 0 0 0,6 2 0 0 0,-3-2 4 0 0,-1-1 0 0 0,1 0 1 0 0,0 0-1 0 0,0-1 0 0 0,-1 1 1 0 0,1-1-1 0 0,0-1 0 0 0,0 1 1 0 0,11-1-1 0 0,-2-2 19 0 0,-1 0 0 0 0,1 0 0 0 0,0-1 0 0 0,-1-1-1 0 0,0-1 1 0 0,0 0 0 0 0,24-13 0 0 0,-30 13-60 0 0,0 0 0 0 0,0-1 0 0 0,-1 1 0 0 0,0-2-1 0 0,0 1 1 0 0,0-1 0 0 0,-1 0 0 0 0,6-9 0 0 0,-11 14-266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5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74 20 0 0,'-6'-8'9404'0'0,"3"2"-8419"0"0,1 5-521 0 0,1-1-1 0 0,0 0 0 0 0,0 0 0 0 0,0 0 0 0 0,0 0 1 0 0,0 0-1 0 0,1-1 0 0 0,-1 1 0 0 0,1 0 0 0 0,-1 0 1 0 0,1 0-1 0 0,0-1 0 0 0,0-1 0 0 0,0 2-310 0 0,10 2-95 0 0,1 0 1 0 0,-1 0-1 0 0,1 1 0 0 0,-1 1 1 0 0,0 0-1 0 0,1 0 1 0 0,-1 1-1 0 0,14 6 0 0 0,-11-3-34 0 0,-1 1-1 0 0,1 0 1 0 0,-1 0-1 0 0,0 1 1 0 0,-1 1-1 0 0,1 0 1 0 0,-2 1-1 0 0,0 0 1 0 0,13 15-1 0 0,-18-18-5 0 0,0 0-1 0 0,0 0 1 0 0,0 1-1 0 0,-1 0 0 0 0,0 0 1 0 0,-1 0-1 0 0,0 1 1 0 0,0-1-1 0 0,-1 1 1 0 0,0-1-1 0 0,0 1 1 0 0,-1 0-1 0 0,0 0 1 0 0,0 0-1 0 0,-1 0 1 0 0,-2 10-1 0 0,0-4 16 0 0,0-1 0 0 0,-1 1-1 0 0,-1-1 1 0 0,-10 25 0 0 0,11-32-12 0 0,0-1 0 0 0,-1 0 0 0 0,0 0 0 0 0,0 0 0 0 0,0 0 0 0 0,0 0 0 0 0,-1-1 0 0 0,0 0 0 0 0,0 0 0 0 0,0 0 0 0 0,-12 7 0 0 0,13-10 10 0 0,-6 2 2 0 0,10-3-34 0 0,-1-1 0 0 0,0 0 0 0 0,1 0 0 0 0,-1 1 0 0 0,0-1 0 0 0,1 0 0 0 0,-1 0 0 0 0,0 0 0 0 0,0 0 0 0 0,1 0 0 0 0,-1 0 0 0 0,0 0 0 0 0,1 0 0 0 0,-1 0 0 0 0,0 0 0 0 0,1 0 0 0 0,-1 0 0 0 0,0 0 0 0 0,1-1 0 0 0,-1 1-1 0 0,0 0 1 0 0,1-1 0 0 0,-1 1 0 0 0,0 0 0 0 0,1-1 0 0 0,-1 1 0 0 0,1 0 0 0 0,-1-1 0 0 0,1 1 0 0 0,-1-1 0 0 0,1 0 0 0 0,-1 1 0 0 0,1-1 0 0 0,-1 1 0 0 0,1-1 0 0 0,0 1 0 0 0,-1-1 0 0 0,1 0 0 0 0,0 1 0 0 0,0-1 0 0 0,0 0 0 0 0,-1 1 0 0 0,1-1 0 0 0,0 0 0 0 0,0 0 0 0 0,0 1 0 0 0,0-1 0 0 0,0 0 0 0 0,0 1 0 0 0,0-2 0 0 0,0-3-13 0 0,0 0 0 0 0,0 0 0 0 0,0 0-1 0 0,1 0 1 0 0,2-8 0 0 0,4-9-8 0 0,2 1 0 0 0,0 0 0 0 0,2 0 0 0 0,0 1 0 0 0,21-27 0 0 0,77-87-42 0 0,-107 132 64 0 0,112-120-60 0 0,-112 121 40 0 0,-2 0-5 0 0,-1 1 23 0 0,1-1 1 0 0,0 1 0 0 0,0 0-1 0 0,0-1 1 0 0,-1 1 0 0 0,1 0 0 0 0,0 0-1 0 0,-1-1 1 0 0,1 1 0 0 0,0 0-1 0 0,0-1 1 0 0,-1 1 0 0 0,1 0-1 0 0,-1 0 1 0 0,1 0 0 0 0,0 0-1 0 0,-1-1 1 0 0,1 1 0 0 0,0 0 0 0 0,-1 0-1 0 0,1 0 1 0 0,-1 0 0 0 0,1 0-1 0 0,-1 0 1 0 0,-10 6-5 0 0,1 1 1 0 0,1 0-1 0 0,-1 1 0 0 0,1 0 1 0 0,0 0-1 0 0,1 1 0 0 0,0 0 1 0 0,1 0-1 0 0,-1 1 0 0 0,-7 15 1 0 0,2-2 18 0 0,1 0 0 0 0,1 1 0 0 0,-14 46 0 0 0,22-63-7 0 0,2 0 1 0 0,-1 1-1 0 0,1-1 0 0 0,0 0 1 0 0,1 1-1 0 0,0-1 0 0 0,0 0 1 0 0,0 1-1 0 0,1-1 0 0 0,0 0 1 0 0,1 1-1 0 0,-1-1 0 0 0,4 8 1 0 0,-3-10-2 0 0,1 0 0 0 0,-1-1 1 0 0,1 1-1 0 0,0-1 1 0 0,0 0-1 0 0,0 1 0 0 0,0-1 1 0 0,1-1-1 0 0,0 1 0 0 0,-1-1 1 0 0,1 1-1 0 0,1-1 0 0 0,-1 0 1 0 0,0 0-1 0 0,1-1 1 0 0,0 1-1 0 0,-1-1 0 0 0,1 0 1 0 0,7 1-1 0 0,6 2-142 0 0,1-2 0 0 0,-1 0 0 0 0,1-1 0 0 0,0 0 0 0 0,0-2 1 0 0,22-2-1 0 0,-13-1-2113 0 0,-1-1 1 0 0,0-1-1 0 0,42-14 1 0 0,-31 5-3690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5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2648 0 0,'-20'4'3523'0'0,"15"-3"-1732"0"0,0 1 0 0 0,0-2 0 0 0,0 1 1 0 0,-1 0-1 0 0,-7-1 0 0 0,40 1-1092 0 0,0 0 1 0 0,44-5 0 0 0,10-1-2811 0 0,-66 5 953 0 0,23 0-5693 0 0,-23-2 358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6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19 1324 0 0,'-2'-1'3209'0'0,"-48"-16"12562"0"0,48 16-14988 0 0,2 1-763 0 0,-1 0 1 0 0,1 0-1 0 0,0 0 0 0 0,0 0 0 0 0,-1 0 0 0 0,1 0 0 0 0,0 1 1 0 0,-1-1-1 0 0,1 0 0 0 0,0 0 0 0 0,-1 0 0 0 0,1 0 0 0 0,0 0 1 0 0,-1 0-1 0 0,1 1 0 0 0,0-1 0 0 0,0 0 0 0 0,-1 0 0 0 0,1 1 0 0 0,0-1 1 0 0,0 0-1 0 0,0 0 0 0 0,-1 1 0 0 0,1-1 0 0 0,0 0 0 0 0,0 0 1 0 0,0 1-1 0 0,0-1 0 0 0,-1 0 0 0 0,1 1 0 0 0,0-1 0 0 0,0 0 1 0 0,0 0-1 0 0,0 1 0 0 0,-2 14 387 0 0,-1 113 214 0 0,0 58-826 0 0,14-64-6248 0 0,-10-117 5746 0 0,-1-2-129 0 0,0 0 0 0 0,1 0-1 0 0,-1 0 1 0 0,1-1 0 0 0,0 1 0 0 0,0 0 0 0 0,0-1 0 0 0,2 5 0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6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68 364 0 0,'27'-68'21057'0'0,"-27"107"-20208"0"0,2 0 1 0 0,2 0-1 0 0,17 73 1 0 0,-19-104-823 0 0,0-1 0 0 0,1 1 1 0 0,-1-1-1 0 0,2 0 0 0 0,-1 0 0 0 0,1 0 1 0 0,0 0-1 0 0,0-1 0 0 0,1 0 0 0 0,9 10 1 0 0,-11-13-21 0 0,0 0 1 0 0,1-1 0 0 0,-1 0-1 0 0,1 1 1 0 0,-1-2 0 0 0,1 1 0 0 0,0 0-1 0 0,0-1 1 0 0,0 1 0 0 0,0-1-1 0 0,0 0 1 0 0,0 0 0 0 0,0-1 0 0 0,0 1-1 0 0,0-1 1 0 0,0 0 0 0 0,0 0-1 0 0,1-1 1 0 0,-1 1 0 0 0,0-1 0 0 0,7-2-1 0 0,-1 0-52 0 0,1-1 0 0 0,-1 0 0 0 0,0 0 0 0 0,-1-1 0 0 0,1-1 0 0 0,-1 0 0 0 0,0 0-1 0 0,0-1 1 0 0,-1 0 0 0 0,0 0 0 0 0,11-13 0 0 0,-7 5-101 0 0,0 0 0 0 0,-1-1 0 0 0,-1 0 0 0 0,0 0 0 0 0,12-32 1 0 0,-19 37 191 0 0,0 1 1 0 0,-1-1 0 0 0,0 0 0 0 0,-1 0 0 0 0,0 0 0 0 0,-2-18 0 0 0,1 16 146 0 0,-2 6 57 0 0,-4 15 47 0 0,-3 17 528 0 0,-21 453 4810 0 0,25-313-5101 0 0,2-64-434 0 0,-10 144 353 0 0,8-200-383 0 0,-2 0 0 0 0,-1 0 0 0 0,-21 59 0 0 0,25-93-70 0 0,0 0 0 0 0,-1 0 0 0 0,-1-1 0 0 0,1 1 0 0 0,-2-1 0 0 0,1 0 0 0 0,-1-1 0 0 0,-1 1 0 0 0,0-2 0 0 0,-14 14 0 0 0,17-18 0 0 0,1-1 0 0 0,-1 0 0 0 0,0 0 0 0 0,0 0 0 0 0,0-1 0 0 0,0 0 0 0 0,0 0 0 0 0,0 0 0 0 0,-1 0 0 0 0,1-1 0 0 0,-1 0 0 0 0,1 0 0 0 0,-1 0 0 0 0,0-1 0 0 0,1 0 0 0 0,-1 0 0 0 0,0 0 0 0 0,1-1 0 0 0,-1 0 0 0 0,1 0 0 0 0,-1 0 0 0 0,1-1 0 0 0,0 0 0 0 0,-8-3 0 0 0,5 1 0 0 0,0 0 0 0 0,0 0 0 0 0,1-1 0 0 0,-1 0 0 0 0,1 0 0 0 0,0-1 0 0 0,0 1 0 0 0,1-2 0 0 0,-1 1 0 0 0,2-1 0 0 0,-1 0 0 0 0,1 0 0 0 0,-7-11 0 0 0,8 8 0 0 0,-1-1 0 0 0,1 0 0 0 0,0 1 0 0 0,1-1 0 0 0,1 0 0 0 0,-1 0 0 0 0,2-1 0 0 0,0 1 0 0 0,0-17 0 0 0,2 3 0 0 0,2 0 0 0 0,1 0 0 0 0,0 1 0 0 0,2 0 0 0 0,1 0 0 0 0,1 0 0 0 0,1 1 0 0 0,22-42 0 0 0,-17 42-1139 0 0,0 0-1 0 0,1 1 1 0 0,2 1-1 0 0,0 0 1 0 0,35-31-1 0 0,-38 39 247 0 0,1 2-1 0 0,0 0 0 0 0,0 1 1 0 0,1 0-1 0 0,0 1 1 0 0,1 1-1 0 0,0 1 1 0 0,0 0-1 0 0,22-5 1 0 0,-23 8-4862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7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19 129 2432 0 0,'-14'-22'13376'0'0,"13"21"-13124"0"0,1 1 0 0 0,-1-1 0 0 0,1 0-1 0 0,0 0 1 0 0,-1 0 0 0 0,1 0 0 0 0,0 1 0 0 0,-1-1 0 0 0,1 0-1 0 0,0 0 1 0 0,0 0 0 0 0,0 0 0 0 0,0 0 0 0 0,0 0-1 0 0,0 0 1 0 0,0 0 0 0 0,0 0 0 0 0,0 0 0 0 0,1 1 0 0 0,-1-1-1 0 0,0 0 1 0 0,1 0 0 0 0,-1 0 0 0 0,0 0 0 0 0,1 0-1 0 0,0 0 1 0 0,1-1 8 0 0,-1 0-1 0 0,1 0 0 0 0,0 0 1 0 0,1 0-1 0 0,-1 0 1 0 0,0 1-1 0 0,0-1 0 0 0,1 1 1 0 0,2-2-1 0 0,9-3-60 0 0,0 1 0 0 0,25-6 0 0 0,-31 9 191 0 0,47-10-702 0 0,65-5 0 0 0,-78 12-3843 0 0,-2 0-3803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7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23 3328 0 0,'-49'-17'16911'0'0,"35"13"-13141"0"0,14 3-3633 0 0,-1 1 1 0 0,0 0-1 0 0,1 0 0 0 0,-1 0 0 0 0,1-1 1 0 0,-1 1-1 0 0,0 0 0 0 0,1 0 0 0 0,-1 0 1 0 0,0 0-1 0 0,1 0 0 0 0,-1 0 0 0 0,0 1 1 0 0,1-1-1 0 0,-1 0 0 0 0,0 0 0 0 0,1 0 1 0 0,-1 1-1 0 0,1-1 0 0 0,-1 0 0 0 0,0 0 1 0 0,1 1-1 0 0,-2 0 0 0 0,-1 11 402 0 0,1 0 0 0 0,0 1-1 0 0,0-1 1 0 0,1 1 0 0 0,1-1 0 0 0,0 1 0 0 0,2 18-1 0 0,0 14-145 0 0,-3 47-480 0 0,2 92 830 0 0,3-124-3925 0 0,4 0-3387 0 0,-7-53 4446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7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44 380 0 0,'2'-26'16354'0'0,"-2"25"-16123"0"0,1 0 0 0 0,-1 0 0 0 0,0 0 0 0 0,1 1 0 0 0,-1-1 0 0 0,0 0 0 0 0,1 0 0 0 0,-1 0 0 0 0,1 0 0 0 0,0 1 0 0 0,-1-1 1 0 0,1 0-1 0 0,0 0 0 0 0,-1 1 0 0 0,1-1 0 0 0,0 0 0 0 0,0 1 0 0 0,1-1 0 0 0,18-1 440 0 0,-7 2-341 0 0,289 2 658 0 0,-300-2-954 0 0,0 0-16 0 0,0-1 1 0 0,1 1-1 0 0,-1 0 0 0 0,0 0 1 0 0,1 0-1 0 0,-1 0 0 0 0,0 1 0 0 0,1-1 1 0 0,-1 1-1 0 0,0-1 0 0 0,1 1 1 0 0,-1 0-1 0 0,0 0 0 0 0,0 0 1 0 0,0 0-1 0 0,3 2 0 0 0,-5-2-18 0 0,0-1-1 0 0,0 1 1 0 0,0-1-1 0 0,0 1 1 0 0,0-1-1 0 0,0 1 1 0 0,0 0-1 0 0,0-1 1 0 0,0 1 0 0 0,0-1-1 0 0,0 1 1 0 0,0 0-1 0 0,-1-1 1 0 0,1 1-1 0 0,0-1 1 0 0,0 1-1 0 0,-1-1 1 0 0,1 1-1 0 0,0-1 1 0 0,-1 1 0 0 0,1-1-1 0 0,0 1 1 0 0,-1-1-1 0 0,1 0 1 0 0,-1 1-1 0 0,0-1 1 0 0,-15 16 5 0 0,14-13 7 0 0,-102 94 817 0 0,-26 27 1595 0 0,107-99-1822 0 0,2 0-1 0 0,0 2 1 0 0,-22 38-1 0 0,39-59-510 0 0,1-1 0 0 0,0 2 0 0 0,0-1 0 0 0,1 0 0 0 0,0 0 0 0 0,0 1 0 0 0,1-1-1 0 0,-2 11 1 0 0,3-15-64 0 0,0 0-1 0 0,0 0 0 0 0,0 0 1 0 0,0 0-1 0 0,0 0 0 0 0,1 0 1 0 0,-1-1-1 0 0,1 1 0 0 0,-1 0 1 0 0,1 0-1 0 0,0-1 0 0 0,-1 1 1 0 0,1 0-1 0 0,0-1 0 0 0,0 1 1 0 0,1 0-1 0 0,-1-1 0 0 0,0 0 1 0 0,0 1-1 0 0,1-1 0 0 0,-1 0 1 0 0,0 1-1 0 0,1-1 0 0 0,0 0 1 0 0,-1 0-1 0 0,1 0 1 0 0,-1-1-1 0 0,1 1 0 0 0,0 0 1 0 0,0-1-1 0 0,0 1 0 0 0,-1-1 1 0 0,1 1-1 0 0,3-1 0 0 0,6 2 28 0 0,1-1-1 0 0,-1 0 0 0 0,1-1 1 0 0,-1 0-1 0 0,21-4 0 0 0,60-15 51 0 0,-63 11-69 0 0,-23 7-58 0 0,137-34-956 0 0,-48 8-2465 0 0,-17 1-2943 0 0,-3-3-4516 0 0,-55 19 3722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8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51 936 0 0,'-38'-21'31814'0'0,"44"16"-31797"0"0,10 1-17 0 0,34-5-2890 0 0,1 3-1 0 0,94 1 1 0 0,-132 6 1045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8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0 184 0 0,'-142'66'19675'0'0,"100"-43"-14118"0"0,40-22-5083 0 0,2-1-436 0 0,-1 1-1 0 0,1-1 1 0 0,0 0 0 0 0,0 1 0 0 0,0-1-1 0 0,0 1 1 0 0,0-1 0 0 0,-1 1 0 0 0,1-1 0 0 0,0 0-1 0 0,0 1 1 0 0,0-1 0 0 0,0 1 0 0 0,0-1 0 0 0,0 1-1 0 0,1-1 1 0 0,-1 0 0 0 0,0 1 0 0 0,0-1 0 0 0,0 1-1 0 0,0-1 1 0 0,0 0 0 0 0,1 1 0 0 0,-1-1 0 0 0,0 1-1 0 0,19 3-80 0 0,1 0-1 0 0,-1-1 1 0 0,1-2-1 0 0,-1 0 1 0 0,38-3-1 0 0,-38 2-689 0 0,32-2-1949 0 0,45 0-3065 0 0,-32-3-1646 0 0,-21-1-259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38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503 235 1292 0 0,'-1'-53'9961'0'0,"-4"-3"-3690"0"0,4 48-5710 0 0,-1 0 0 0 0,1 1 0 0 0,-1-1 0 0 0,-1 1 0 0 0,1-1 1 0 0,-1 1-1 0 0,-1 0 0 0 0,1 0 0 0 0,-1 1 0 0 0,0-1 0 0 0,-10-11 1 0 0,11 15-493 0 0,0 0 0 0 0,0 1 0 0 0,-1-1 0 0 0,1 1 0 0 0,0 0 0 0 0,-1 0 0 0 0,0 0 0 0 0,1 1 0 0 0,-1-1 0 0 0,0 1 0 0 0,0 0 0 0 0,0 0 0 0 0,-6-1 0 0 0,3 2-28 0 0,0-1 0 0 0,0 1 0 0 0,0 1 0 0 0,-1-1 1 0 0,1 1-1 0 0,0 1 0 0 0,-7 1 0 0 0,-4 3-45 0 0,1 1 0 0 0,0 0 0 0 0,1 1 0 0 0,0 1 0 0 0,-18 13 0 0 0,11-6-28 0 0,1 2-1 0 0,1 0 1 0 0,1 1 0 0 0,-20 24-1 0 0,29-30 57 0 0,0 2 0 0 0,1-1 0 0 0,0 1 0 0 0,1 1 0 0 0,1-1 0 0 0,0 2 0 0 0,-8 26 0 0 0,14-37-15 0 0,1 1 0 0 0,-1-1 0 0 0,1 1 0 0 0,1-1-1 0 0,-1 1 1 0 0,1 0 0 0 0,0-1 0 0 0,1 1 0 0 0,-1 0 0 0 0,1-1 0 0 0,1 1 0 0 0,2 9 0 0 0,-2-13-2 0 0,-1 1 0 0 0,1-1 1 0 0,0 1-1 0 0,0-1 0 0 0,0 0 1 0 0,0 0-1 0 0,1 0 0 0 0,-1 0 1 0 0,1-1-1 0 0,0 1 0 0 0,0-1 1 0 0,0 1-1 0 0,0-1 1 0 0,0 0-1 0 0,0 0 0 0 0,1 0 1 0 0,-1-1-1 0 0,1 1 0 0 0,-1-1 1 0 0,1 0-1 0 0,0 0 0 0 0,6 1 1 0 0,1-1-10 0 0,0 0 0 0 0,0-1 0 0 0,-1 0 0 0 0,1-1 0 0 0,0 0 0 0 0,0-1 0 0 0,-1 0 1 0 0,1-1-1 0 0,-1 0 0 0 0,1 0 0 0 0,-1-1 0 0 0,0-1 0 0 0,-1 0 0 0 0,1 0 0 0 0,12-9 0 0 0,-4 1 13 0 0,-1-1-1 0 0,0-1 1 0 0,0 0-1 0 0,-2-1 1 0 0,0-1-1 0 0,19-26 0 0 0,-24 28 309 0 0,0 0 0 0 0,0-1 0 0 0,-2 0 0 0 0,10-24 0 0 0,-13 23 984 0 0,0-1 0 0 0,-1 1 1 0 0,2-25-1 0 0,-20 108-1230 0 0,-24 208-73 0 0,7-42 0 0 0,13-103-3231 0 0,-6 61-8028 0 0,14-111 6949 0 0,5-32-7253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1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394 105 1452 0 0,'0'0'11544'0'0,"-1"0"-11396"0"0,0 0 1 0 0,0 0 0 0 0,1 0-1 0 0,-1 0 1 0 0,0-1-1 0 0,0 1 1 0 0,1 0 0 0 0,-1-1-1 0 0,0 1 1 0 0,1 0-1 0 0,-1-1 1 0 0,0 1 0 0 0,1 0-1 0 0,-1-1 1 0 0,0 0-1 0 0,0-4-65 0 0,2 1 0 0 0,-1 0 0 0 0,0 0-1 0 0,1 0 1 0 0,0-1 0 0 0,0 1 0 0 0,0 0-1 0 0,0 0 1 0 0,1 0 0 0 0,0 0 0 0 0,-1 1-1 0 0,1-1 1 0 0,1 0 0 0 0,3-5-1 0 0,-4 6-81 0 0,0 1 0 0 0,0-1 0 0 0,1 1 0 0 0,-1-1 0 0 0,0 1 0 0 0,1 0 0 0 0,0 0 1 0 0,-1 0-1 0 0,1 0 0 0 0,0 1 0 0 0,0-1 0 0 0,0 1 0 0 0,0-1 0 0 0,0 1 0 0 0,0 0 0 0 0,0 0 0 0 0,1 1 0 0 0,-1-1 0 0 0,0 1 0 0 0,0-1 0 0 0,1 1 0 0 0,2 1 0 0 0,2 0 19 0 0,-1 0 0 0 0,0 1 0 0 0,0 0 0 0 0,1 0 0 0 0,-2 1 0 0 0,1 0 0 0 0,0 0 1 0 0,0 0-1 0 0,-1 1 0 0 0,0 0 0 0 0,0 0 0 0 0,0 1 0 0 0,0 0 0 0 0,-1 0 0 0 0,0 0 0 0 0,9 12 1 0 0,-8-9 17 0 0,-1 0 0 0 0,0 1 0 0 0,0 0 0 0 0,-1 0 1 0 0,0 0-1 0 0,-1 1 0 0 0,0-1 0 0 0,-1 1 0 0 0,1 0 1 0 0,-2 0-1 0 0,0 0 0 0 0,1 16 0 0 0,-3-2-12 0 0,-1 0-1 0 0,-1 0 1 0 0,-2 0-1 0 0,0-1 0 0 0,-1 0 1 0 0,-1 0-1 0 0,-1 0 1 0 0,-2-1-1 0 0,0 0 0 0 0,-24 38 1 0 0,20-39-14 0 0,-1-1 1 0 0,0 0-1 0 0,-2-1 1 0 0,0 0-1 0 0,-1-1 1 0 0,-1-1 0 0 0,-1-1-1 0 0,0-1 1 0 0,-1-1-1 0 0,-27 14 1 0 0,37-23-10 0 0,0 0 1 0 0,-1-1-1 0 0,1-1 1 0 0,-1 0-1 0 0,0 0 1 0 0,0-1-1 0 0,0-1 1 0 0,0 0-1 0 0,0 0 0 0 0,0-1 1 0 0,0-1-1 0 0,-16-3 1 0 0,19 3-17 0 0,1-1 0 0 0,0 0 0 0 0,1 0 0 0 0,-1-1 0 0 0,0 0-1 0 0,1 0 1 0 0,-1-1 0 0 0,1 0 0 0 0,0 0 0 0 0,0-1 0 0 0,1 0 0 0 0,-1 0 0 0 0,1 0 0 0 0,0-1 0 0 0,1 0 0 0 0,-1 0-1 0 0,1-1 1 0 0,-8-13 0 0 0,12 18 7 0 0,-1-1 1 0 0,1 1-1 0 0,0-1 0 0 0,0 0 0 0 0,0 1 1 0 0,0-1-1 0 0,0 0 0 0 0,1 1 0 0 0,-1-1 1 0 0,1 0-1 0 0,-1 0 0 0 0,1 0 0 0 0,0 0 0 0 0,0 1 1 0 0,1-1-1 0 0,-1 0 0 0 0,1 0 0 0 0,-1 0 1 0 0,1 1-1 0 0,0-1 0 0 0,0 0 0 0 0,0 1 0 0 0,0-1 1 0 0,0 1-1 0 0,1-1 0 0 0,-1 1 0 0 0,1 0 1 0 0,0-1-1 0 0,0 1 0 0 0,0 0 0 0 0,0 0 0 0 0,0 0 1 0 0,0 0-1 0 0,0 1 0 0 0,5-4 0 0 0,1 1 4 0 0,-1 0 1 0 0,1 0-1 0 0,0 1 0 0 0,0 0 0 0 0,1 0 0 0 0,-1 1 1 0 0,1 0-1 0 0,-1 0 0 0 0,1 1 0 0 0,13 0 0 0 0,-2 1 23 0 0,0 2-1 0 0,1 0 1 0 0,-2 1 0 0 0,1 1-1 0 0,0 1 1 0 0,-1 1-1 0 0,0 1 1 0 0,0 0 0 0 0,-1 1-1 0 0,21 13 1 0 0,-13-5 4 0 0,-1 2 1 0 0,-1 0-1 0 0,0 2 0 0 0,-1 1 1 0 0,39 46-1 0 0,-18-9-1039 0 0,-18-22-1480 0 0,2-2-4045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1748 0 0,'2'-26'4220'0'0,"-3"21"-3693"0"0,1 1 0 0 0,0-1 1 0 0,0 1-1 0 0,0-1 1 0 0,1 1-1 0 0,0 0 0 0 0,0-1 1 0 0,0 1-1 0 0,0 0 1 0 0,0 0-1 0 0,1-1 0 0 0,0 1 1 0 0,0 1-1 0 0,5-8 1 0 0,-5 9-442 0 0,0 0 1 0 0,0 0 0 0 0,0 0-1 0 0,0 1 1 0 0,1-1 0 0 0,-1 1-1 0 0,0-1 1 0 0,1 1 0 0 0,0 0-1 0 0,-1 0 1 0 0,1 0-1 0 0,0 1 1 0 0,-1-1 0 0 0,1 1-1 0 0,0-1 1 0 0,0 1 0 0 0,-1 0-1 0 0,1 0 1 0 0,0 0 0 0 0,0 0-1 0 0,-1 1 1 0 0,1-1 0 0 0,0 1-1 0 0,0-1 1 0 0,-1 1 0 0 0,1 0-1 0 0,0 0 1 0 0,-1 0 0 0 0,1 1-1 0 0,-1-1 1 0 0,0 1 0 0 0,1-1-1 0 0,-1 1 1 0 0,3 3 0 0 0,1 0-14 0 0,0 0 0 0 0,0 1 0 0 0,-1 0 0 0 0,1 0 0 0 0,-1 0 0 0 0,-1 1 0 0 0,1 0 0 0 0,-1 0 0 0 0,-1 0 1 0 0,6 12-1 0 0,-7-8-26 0 0,0 0 0 0 0,0 0 0 0 0,-1-1 1 0 0,0 1-1 0 0,0 0 0 0 0,-2 0 0 0 0,1 0 1 0 0,-1 0-1 0 0,-1 0 0 0 0,-4 14 0 0 0,0-2 21 0 0,-1-1 0 0 0,-2 0 0 0 0,-19 38-1 0 0,27-59-59 0 0,0 2-10 0 0,-1 0-1 0 0,0 0 0 0 0,0 0 1 0 0,0-1-1 0 0,0 1 1 0 0,0-1-1 0 0,-1 1 1 0 0,1-1-1 0 0,-4 2 0 0 0,6-5-4 0 0,-1-1 0 0 0,1 1 0 0 0,0-1-1 0 0,0 1 1 0 0,-1-1 0 0 0,1 1 0 0 0,0-1 0 0 0,0 0-1 0 0,0 1 1 0 0,1-1 0 0 0,-1 1 0 0 0,0-1-1 0 0,0 1 1 0 0,1-1 0 0 0,-1 1 0 0 0,1-1 0 0 0,0 1-1 0 0,-1-1 1 0 0,2-1 0 0 0,19-34-34 0 0,-17 31 26 0 0,33-49-54 0 0,89-99 0 0 0,-60 77 140 0 0,-51 57 82 0 0,-14 14-77 0 0,-11 10-83 0 0,-1 4 14 0 0,1 1 0 0 0,0 0 0 0 0,0 0 1 0 0,1 1-1 0 0,1 0 0 0 0,0 0 0 0 0,-12 20 0 0 0,11-17-3 0 0,5-7-3 0 0,-16 22 8 0 0,2 1 0 0 0,-17 34 0 0 0,31-55-7 0 0,1 0 1 0 0,-1 1-1 0 0,1-1 0 0 0,1 0 0 0 0,0 1 0 0 0,0-1 1 0 0,1 1-1 0 0,0 0 0 0 0,0 0 0 0 0,1-1 0 0 0,0 1 1 0 0,1 0-1 0 0,2 15 0 0 0,-2-21 3 0 0,1 1 1 0 0,0-1-1 0 0,0 1 0 0 0,0-1 1 0 0,0 0-1 0 0,0 0 0 0 0,0 0 1 0 0,1 0-1 0 0,0 0 0 0 0,-1 0 1 0 0,1-1-1 0 0,0 0 0 0 0,0 1 1 0 0,1-1-1 0 0,-1 0 0 0 0,0 0 1 0 0,1-1-1 0 0,-1 1 0 0 0,1-1 1 0 0,-1 0-1 0 0,1 1 0 0 0,4-1 0 0 0,5 2-101 0 0,1 0 0 0 0,0-1-1 0 0,0-1 1 0 0,24 0 0 0 0,72-10-3548 0 0,-38-4-2223 0 0,-31 5-422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1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70 1652 0 0,'-4'0'2404'0'0,"-45"0"8225"0"0,46 0-9501 0 0,-11 0 3769 0 0,16-2-4454 0 0,11-4-231 0 0,1 0-1 0 0,0 0 0 0 0,0 2 1 0 0,0 0-1 0 0,0 0 1 0 0,19-1-1 0 0,-15 1-72 0 0,87-10-637 0 0,-59 9-3192 0 0,1-2-5861 0 0,-30 4 2922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2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51 2132 0 0,'-83'-51'18501'0'0,"83"51"-18473"0"0,-1 1 1 0 0,0-1-1 0 0,1 0 1 0 0,-1 0-1 0 0,1 0 1 0 0,-1 1-1 0 0,1-1 1 0 0,-1 0-1 0 0,0 0 1 0 0,1 1-1 0 0,-1-1 1 0 0,1 1 0 0 0,-1-1-1 0 0,1 0 1 0 0,0 1-1 0 0,-1-1 1 0 0,1 1-1 0 0,-1-1 1 0 0,1 1-1 0 0,0 0 1 0 0,-1-1-1 0 0,1 1 1 0 0,0-1-1 0 0,0 1 1 0 0,0-1-1 0 0,-1 1 1 0 0,1 0 0 0 0,0-1-1 0 0,0 1 1 0 0,0-1-1 0 0,0 1 1 0 0,0 0-1 0 0,0-1 1 0 0,0 2-1 0 0,2 27 196 0 0,-2-22-100 0 0,5 148 410 0 0,9 91-2035 0 0,-13-234 539 0 0,6 31-2269 0 0,3-18-4213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2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1 114 996 0 0,'0'-22'4239'0'0,"0"-21"5737"0"0,1 18-6944 0 0,0 24-2992 0 0,0 0 0 0 0,-1 0 0 0 0,1 0 0 0 0,0 0 0 0 0,0 0 0 0 0,0 0 1 0 0,0 1-1 0 0,0-1 0 0 0,0 0 0 0 0,0 0 0 0 0,0 1 0 0 0,0-1 0 0 0,0 0 0 0 0,0 1 0 0 0,0-1 0 0 0,0 1 0 0 0,0 0 0 0 0,1-1 1 0 0,-1 1-1 0 0,0 0 0 0 0,0 0 0 0 0,1 0 0 0 0,-1-1 0 0 0,0 1 0 0 0,2 1 0 0 0,125-10-655 0 0,-67 8-9492 0 0,-44 1 3948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2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0 2700 0 0,'-18'7'2875'0'0,"-1"1"0"0"0,-26 17 0 0 0,30-16-1702 0 0,1 1 0 0 0,1 1 1 0 0,-19 17-1 0 0,24-20-997 0 0,1-1 0 0 0,1 1 0 0 0,0 0 0 0 0,0 0 0 0 0,0 1 0 0 0,1 0 1 0 0,0 0-1 0 0,1 0 0 0 0,0 0 0 0 0,0 1 0 0 0,1-1 0 0 0,0 1 0 0 0,1 0 0 0 0,0 0 0 0 0,1 0 0 0 0,-1 11 0 0 0,2-17-161 0 0,0 0-1 0 0,0-1 1 0 0,0 1-1 0 0,1 0 1 0 0,-1-1-1 0 0,1 1 1 0 0,0-1-1 0 0,0 1 1 0 0,0-1 0 0 0,0 1-1 0 0,1-1 1 0 0,0 0-1 0 0,-1 0 1 0 0,1 1-1 0 0,0-1 1 0 0,1 0-1 0 0,-1-1 1 0 0,0 1 0 0 0,1 0-1 0 0,0-1 1 0 0,-1 1-1 0 0,1-1 1 0 0,0 0-1 0 0,5 3 1 0 0,-2-3-6 0 0,1 1-1 0 0,-1-1 1 0 0,0 0 0 0 0,1-1 0 0 0,-1 0 0 0 0,1 0-1 0 0,0 0 1 0 0,-1-1 0 0 0,1 0 0 0 0,-1 0 0 0 0,1-1-1 0 0,10-1 1 0 0,16-6-13 0 0,63-23-1 0 0,-2 1-26 0 0,-91 29 59 0 0,0 0-1 0 0,0 1 1 0 0,0 0 0 0 0,1-1-1 0 0,-1 1 1 0 0,0 0-1 0 0,0 0 1 0 0,1 1 0 0 0,-1-1-1 0 0,0 1 1 0 0,0 0-1 0 0,0-1 1 0 0,0 1-1 0 0,0 1 1 0 0,0-1 0 0 0,5 3-1 0 0,-3-1 26 0 0,-1 1 0 0 0,0-1 0 0 0,0 1 0 0 0,0 0 0 0 0,0 0-1 0 0,0 0 1 0 0,-1 0 0 0 0,0 1 0 0 0,3 5 0 0 0,2 4 58 0 0,-1 1 1 0 0,-1 0-1 0 0,-1 0 0 0 0,0 1 1 0 0,4 25-1 0 0,-6-25 5 0 0,-2 0 0 0 0,1 1 0 0 0,-2-1 0 0 0,0 1 0 0 0,-1-1 0 0 0,-1 1 0 0 0,0-1-1 0 0,-1 0 1 0 0,-10 28 0 0 0,10-34-64 0 0,-1 1-1 0 0,-1-1 1 0 0,0 0 0 0 0,-1-1-1 0 0,0 1 1 0 0,0-1 0 0 0,-1 0-1 0 0,0-1 1 0 0,0 1-1 0 0,-1-1 1 0 0,0-1 0 0 0,-1 0-1 0 0,1 0 1 0 0,-2 0-1 0 0,-11 6 1 0 0,11-9-44 0 0,-1 0 1 0 0,0 0-1 0 0,1-1 1 0 0,-1 0-1 0 0,0-1 0 0 0,0 0 1 0 0,-1-1-1 0 0,1 0 0 0 0,0-1 1 0 0,0 0-1 0 0,0-1 1 0 0,-1 0-1 0 0,1-1 0 0 0,0 0 1 0 0,0 0-1 0 0,0-1 0 0 0,-12-6 1 0 0,22 9-101 0 0,-1-1 1 0 0,1 1-1 0 0,0-1 0 0 0,-1 0 1 0 0,1 1-1 0 0,0-1 0 0 0,0 0 1 0 0,0 0-1 0 0,0 0 0 0 0,0 0 1 0 0,0 0-1 0 0,0 0 1 0 0,0 0-1 0 0,0 0 0 0 0,0 0 1 0 0,0 0-1 0 0,1 0 0 0 0,-1-1 1 0 0,0 1-1 0 0,1 0 1 0 0,-1 0-1 0 0,1-1 0 0 0,0 1 1 0 0,-1-1-1 0 0,1 1 0 0 0,0 0 1 0 0,0-1-1 0 0,0 1 1 0 0,0 0-1 0 0,0-1 0 0 0,0 1 1 0 0,0-1-1 0 0,0 1 0 0 0,0 0 1 0 0,1-1-1 0 0,-1 1 0 0 0,1 0 1 0 0,-1-1-1 0 0,1 1 1 0 0,-1 0-1 0 0,2-2 0 0 0,2-2-1091 0 0,-1 0 0 0 0,1 0 0 0 0,1 0 0 0 0,-1 0 0 0 0,0 1 0 0 0,1 0 0 0 0,0 0 0 0 0,6-3 0 0 0,4-3-5168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3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48 2048 0 0,'-14'-22'8215'0'0,"3"5"-1512"0"0,4 8-3450 0 0,7 10-3223 0 0,-1-1-1 0 0,1 0 0 0 0,0 0 0 0 0,-1 1 1 0 0,1-1-1 0 0,0 0 0 0 0,-1 0 1 0 0,1 1-1 0 0,0-1 0 0 0,-1 0 1 0 0,1 1-1 0 0,0-1 0 0 0,0 1 1 0 0,-1-1-1 0 0,1 0 0 0 0,0 1 1 0 0,0-1-1 0 0,0 1 0 0 0,0-1 0 0 0,-1 0 1 0 0,1 1-1 0 0,0-1 0 0 0,0 1 1 0 0,0-1-1 0 0,0 1 0 0 0,0-1 1 0 0,0 1-1 0 0,0-1 0 0 0,0 1 1 0 0,0-1-1 0 0,1 1 0 0 0,1 19 319 0 0,-2-17-287 0 0,5 24 97 0 0,0 0 0 0 0,2 0-1 0 0,1 0 1 0 0,1-1 0 0 0,2-1 0 0 0,13 27 0 0 0,-21-47-149 0 0,-1-1 1 0 0,1 0 0 0 0,0 0 0 0 0,0 0-1 0 0,0 0 1 0 0,0-1 0 0 0,1 1 0 0 0,-1-1-1 0 0,1 0 1 0 0,0 0 0 0 0,0 0 0 0 0,0-1-1 0 0,1 1 1 0 0,-1-1 0 0 0,7 2-1 0 0,-8-3-6 0 0,0 0-1 0 0,0-1 0 0 0,0 1 0 0 0,0-1 1 0 0,0 0-1 0 0,0 0 0 0 0,0 0 0 0 0,0-1 1 0 0,0 1-1 0 0,0-1 0 0 0,0 1 0 0 0,0-1 1 0 0,-1 0-1 0 0,1 0 0 0 0,0 0 0 0 0,0-1 1 0 0,-1 1-1 0 0,1-1 0 0 0,0 1 0 0 0,-1-1 1 0 0,0 0-1 0 0,1 0 0 0 0,-1 0 0 0 0,0 0 1 0 0,4-5-1 0 0,0 0-19 0 0,-1-1 1 0 0,0 0 0 0 0,0-1-1 0 0,-1 1 1 0 0,1-1 0 0 0,-2 0-1 0 0,0 0 1 0 0,0 0 0 0 0,3-17 0 0 0,-2 2-29 0 0,-1-1 1 0 0,-1-36 0 0 0,-2 58 4 0 0,-6 19 138 0 0,2-1 155 0 0,1 0-1 0 0,1 0 0 0 0,0 0 1 0 0,1 23-1 0 0,-2 5 363 0 0,-17 263 2371 0 0,-34 251-1286 0 0,47-518-1552 0 0,-18 54 1 0 0,22-82-116 0 0,-1 0 1 0 0,-1 0-1 0 0,0 0 1 0 0,0-1-1 0 0,-1 0 1 0 0,0 0-1 0 0,-1-1 0 0 0,0 0 1 0 0,-13 13-1 0 0,17-19-26 0 0,-1 0 0 0 0,0 0 0 0 0,0 0-1 0 0,0-1 1 0 0,0 0 0 0 0,0 1-1 0 0,-1-1 1 0 0,1-1 0 0 0,-1 1 0 0 0,1-1-1 0 0,-1 0 1 0 0,0 0 0 0 0,1 0 0 0 0,-1 0-1 0 0,0-1 1 0 0,0 0 0 0 0,0 0-1 0 0,1 0 1 0 0,-1-1 0 0 0,0 0 0 0 0,0 1-1 0 0,1-2 1 0 0,-1 1 0 0 0,1 0 0 0 0,-1-1-1 0 0,1 0 1 0 0,0 0 0 0 0,-1 0-1 0 0,1-1 1 0 0,-6-4 0 0 0,1 0-20 0 0,-1 0 1 0 0,1-1-1 0 0,1 0 0 0 0,-1-1 1 0 0,1 0-1 0 0,1 0 1 0 0,0-1-1 0 0,0 0 1 0 0,1 0-1 0 0,0 0 0 0 0,-5-15 1 0 0,7 12 24 0 0,0 0 0 0 0,1 0 0 0 0,1-1 0 0 0,0 1 0 0 0,0-1 0 0 0,2 0 0 0 0,0 1 0 0 0,0-1 0 0 0,1 0 0 0 0,1 1 0 0 0,0-1 0 0 0,1 1 0 0 0,1-1 0 0 0,0 1 0 0 0,1 0 0 0 0,6-13 0 0 0,1 2-415 0 0,1 0 1 0 0,0 1 0 0 0,2 0-1 0 0,1 1 1 0 0,1 1-1 0 0,0 0 1 0 0,25-21-1 0 0,-15 19-2650 0 0,37-26 0 0 0,0 6-5231 0 0,-51 35 5733 0 0,13-9-4987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83 348 0 0,'-2'-2'3458'0'0,"-40"-20"14315"0"0,58 16-15189 0 0,36-4-1325 0 0,59-4 1 0 0,-57 9-1136 0 0,-36 3-660 0 0,56-8-3158 0 0,-27-2-8314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3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14 2140 0 0,'-3'-1'2833'0'0,"-40"-12"8802"0"0,28 14-7967 0 0,14 2-3285 0 0,-1-1 0 0 0,0 1-1 0 0,0 0 1 0 0,1-1 0 0 0,0 1 0 0 0,-1 0 0 0 0,1 0-1 0 0,0 0 1 0 0,0 0 0 0 0,1 0 0 0 0,-1 0 0 0 0,1 0 0 0 0,-1 6-1 0 0,2 48 837 0 0,0-28-672 0 0,-1 1-553 0 0,4 164 307 0 0,1-130-3714 0 0,4 0-3794 0 0,-6-49 1461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4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182 327 2696 0 0,'4'-16'8088'0'0,"2"-16"823"0"0,-6 29-8068 0 0,0-8 1836 0 0,0 7-2543 0 0,-1 1 0 0 0,0 0-1 0 0,0 0 1 0 0,0 0-1 0 0,0 0 1 0 0,0 0 0 0 0,-1 0-1 0 0,1 0 1 0 0,-1 1-1 0 0,0-1 1 0 0,0 0-1 0 0,0 1 1 0 0,0 0 0 0 0,0-1-1 0 0,-5-3 1 0 0,-47-35-171 0 0,35 27 148 0 0,-70-51-370 0 0,88 64 206 0 0,1 1 35 0 0,0 0 14 0 0,0-1 0 0 0,0 1-1 0 0,0 0 1 0 0,0 0 0 0 0,0-1 0 0 0,0 1 0 0 0,0 0 0 0 0,0 0 0 0 0,1-1 0 0 0,-1 1-1 0 0,0 0 1 0 0,0 0 0 0 0,0 0 0 0 0,0-1 0 0 0,0 1 0 0 0,1 0 0 0 0,-1 0 0 0 0,0 0-1 0 0,0 0 1 0 0,0-1 0 0 0,1 1 0 0 0,-1 0 0 0 0,0 0 0 0 0,0 0 0 0 0,1 0 0 0 0,-1 0-1 0 0,0 0 1 0 0,0 0 0 0 0,1 0 0 0 0,-1 0 0 0 0,0 0 0 0 0,0-1 0 0 0,1 1 0 0 0,-1 0-1 0 0,0 1 1 0 0,1-1 0 0 0,14-4-45 0 0,-13 3 33 0 0,130-5-1280 0 0,-36 3-10 0 0,-46 1 660 0 0,-26 2 439 0 0,0-1-1 0 0,1-1 0 0 0,-1-2 1 0 0,33-8-1 0 0,-55 11 236 0 0,0 1 0 0 0,1-1 0 0 0,-1 0 0 0 0,0 0 0 0 0,0 0 0 0 0,0 0 0 0 0,0 0 0 0 0,0-1 0 0 0,0 1 0 0 0,0-1 0 0 0,0 1 0 0 0,-1-1 0 0 0,1 0 0 0 0,0 1 0 0 0,-1-1 0 0 0,0 0 0 0 0,1 0 0 0 0,-1 0 0 0 0,0 0 0 0 0,1-3 0 0 0,-1 3 133 0 0,-2-9 590 0 0,1 3 314 0 0,-9 14-726 0 0,6-1-190 0 0,-1 1 0 0 0,0 0 0 0 0,1 0 0 0 0,0 0 0 0 0,1 1 0 0 0,-1-1 0 0 0,1 1 0 0 0,-1 8 0 0 0,-6 14 218 0 0,-25 71 46 0 0,4 1-1 0 0,5 1 1 0 0,-23 203-1 0 0,44-238-3420 0 0,5-60 1864 0 0,-1-1 0 0 0,0 1 0 0 0,1 0 0 0 0,1-1 0 0 0,-1 0 0 0 0,1 1 0 0 0,4 10 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5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3 114 1932 0 0,'-2'-71'24224'0'0,"7"61"-21914"0"0,14 5-2043 0 0,-1 0 0 0 0,1 0 1 0 0,0 2-1 0 0,0 1 0 0 0,27-1 0 0 0,22-3-173 0 0,-58 5-169 0 0,1-1 0 0 0,-1 2 0 0 0,0-1 0 0 0,17 3-1 0 0,-27-1 71 0 0,0-1-1 0 0,1 1 0 0 0,-1-1 0 0 0,0 1 1 0 0,0 0-1 0 0,0-1 0 0 0,0 1 1 0 0,-1 0-1 0 0,1-1 0 0 0,0 1 0 0 0,0 0 1 0 0,0-1-1 0 0,0 1 0 0 0,-1-1 0 0 0,1 1 1 0 0,0 0-1 0 0,-1-1 0 0 0,1 1 1 0 0,0-1-1 0 0,-1 1 0 0 0,1-1 0 0 0,-1 1 1 0 0,0 0-1 0 0,-11 15-99 0 0,12-16 104 0 0,-95 106 109 0 0,62-72 241 0 0,1 2 1 0 0,-43 63-1 0 0,75-98-338 0 0,-23 42 541 0 0,22-40-448 0 0,0 0 0 0 0,0 0-1 0 0,0 0 1 0 0,0 0 0 0 0,0 0 0 0 0,1 0 0 0 0,0 0-1 0 0,0 1 1 0 0,0-1 0 0 0,0 0 0 0 0,0 0 0 0 0,0 0 0 0 0,2 6-1 0 0,4 3-52 0 0,6 0-51 0 0,6-5 0 0 0,13 0 0 0 0,-22-9 0 0 0,-3 1 0 0 0,26-2-137 0 0,0 0 0 0 0,55-15 0 0 0,-74 15 73 0 0,-9 3-548 0 0,-1-1 0 0 0,0-1 0 0 0,0 1 0 0 0,0 0 0 0 0,0-1 0 0 0,0 1 0 0 0,0-1 0 0 0,0 0 0 0 0,0 0-1 0 0,3-3 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5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50 1524 0 0,'-37'-34'29013'0'0,"37"32"-28640"0"0,1 1-342 0 0,-1 0 1 0 0,1 0 0 0 0,0 1 0 0 0,0-1-1 0 0,0 0 1 0 0,-1 1 0 0 0,1-1-1 0 0,0 1 1 0 0,0-1 0 0 0,0 1 0 0 0,0 0-1 0 0,0-1 1 0 0,0 1 0 0 0,0 0 0 0 0,0 0-1 0 0,0-1 1 0 0,0 1 0 0 0,0 0-1 0 0,0 0 1 0 0,0 0 0 0 0,2 1 0 0 0,101-7-6201 0 0,-67 6-168 0 0,-5 2-3790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5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1 816 0 0,'-98'76'18052'0'0,"62"-44"-13521"0"0,34-30-4033 0 0,4-1-468 0 0,0 0-1 0 0,0 0 1 0 0,1 0 0 0 0,-1-1-1 0 0,0 1 1 0 0,0-1 0 0 0,0 1 0 0 0,1-1-1 0 0,-1 0 1 0 0,0 0 0 0 0,1 0-1 0 0,-1 0 1 0 0,0 0 0 0 0,1 0 0 0 0,-1-1-1 0 0,0 1 1 0 0,4-2 0 0 0,2 1-73 0 0,21-3-2439 0 0,44-13 0 0 0,-8-3-6645 0 0,-36 10 1233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6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88 1440 0 0,'0'-3'3320'0'0,"3"-11"2812"0"0,-2 0 0 0 0,1-24 1061 0 0,-2 37-7008 0 0,0 0 0 0 0,0-1-1 0 0,-1 1 1 0 0,1 0 0 0 0,0 0 0 0 0,-1 0 0 0 0,1 0-1 0 0,-1 0 1 0 0,0 0 0 0 0,1 0 0 0 0,-1 0 0 0 0,0 1 0 0 0,1-1-1 0 0,-1 0 1 0 0,0 0 0 0 0,0 0 0 0 0,0 1 0 0 0,-1-2 0 0 0,-7 4-153 0 0,0 0 0 0 0,0 1 0 0 0,0 0 0 0 0,0 0 1 0 0,0 1-1 0 0,0 0 0 0 0,1 1 0 0 0,0 0 0 0 0,0 0 1 0 0,0 1-1 0 0,-8 7 0 0 0,-7 8-90 0 0,0 1 0 0 0,-23 27 0 0 0,42-45 56 0 0,1 0 0 0 0,-1 0 0 0 0,1 1-1 0 0,-1-1 1 0 0,1 1 0 0 0,1-1 0 0 0,-1 1 0 0 0,0 0 0 0 0,1 0-1 0 0,0 0 1 0 0,1 0 0 0 0,-1 1 0 0 0,-1 9 0 0 0,3-13 8 0 0,1-1 0 0 0,-1 1 1 0 0,1 0-1 0 0,-1-1 0 0 0,1 1 1 0 0,-1 0-1 0 0,1-1 0 0 0,0 1 0 0 0,0-1 1 0 0,0 1-1 0 0,0-1 0 0 0,0 0 1 0 0,0 1-1 0 0,0-1 0 0 0,0 0 1 0 0,1 0-1 0 0,2 2 0 0 0,25 16 63 0 0,-23-16-62 0 0,79 37 34 0 0,-58-28-36 0 0,0 0 1 0 0,27 18 0 0 0,-46-25 46 0 0,0 0 0 0 0,-1 1-1 0 0,0 0 1 0 0,0 0 0 0 0,-1 1 0 0 0,0-1 0 0 0,0 2 0 0 0,0-1-1 0 0,-1 0 1 0 0,0 1 0 0 0,4 9 0 0 0,-8-14 15 0 0,1 0 0 0 0,-1 0 0 0 0,0 1 1 0 0,0-1-1 0 0,0 1 0 0 0,-1-1 0 0 0,1 1 0 0 0,-1-1 0 0 0,0 1 1 0 0,0-1-1 0 0,0 1 0 0 0,0-1 0 0 0,0 1 0 0 0,-1-1 0 0 0,0 1 0 0 0,1-1 1 0 0,-4 7-1 0 0,2-5-16 0 0,-1 0 0 0 0,0 0 0 0 0,0-1 1 0 0,-1 1-1 0 0,1-1 0 0 0,-1 1 0 0 0,0-1 0 0 0,0 0 1 0 0,-1 0-1 0 0,-4 3 0 0 0,-7 3 5 0 0,0-1 1 0 0,0 0-1 0 0,0-1 0 0 0,-1-1 1 0 0,-33 9-1 0 0,37-12-220 0 0,-1-1 0 0 0,1 0 0 0 0,-1-1 0 0 0,1-1 0 0 0,-1 0 0 0 0,-24-2 0 0 0,35 1-60 0 0,0-1 0 0 0,0 1 0 0 0,0 0 0 0 0,0-1 0 0 0,1 0 0 0 0,-1 0 0 0 0,0 0 0 0 0,1 0-1 0 0,-1 0 1 0 0,0 0 0 0 0,1-1 0 0 0,-1 1 0 0 0,1-1 0 0 0,0 0 0 0 0,0 0 0 0 0,0 0 0 0 0,0 0 0 0 0,0 0 0 0 0,0 0 0 0 0,0 0 0 0 0,0-1 0 0 0,1 1 0 0 0,-1-1 0 0 0,1 1 0 0 0,0-1 0 0 0,0 1 0 0 0,0-1 0 0 0,0 0 0 0 0,0 0 0 0 0,1 1 0 0 0,-1-1 0 0 0,1 0 0 0 0,0 0 0 0 0,-1 0 0 0 0,1 0 0 0 0,1 0 0 0 0,-1 1 0 0 0,1-6 0 0 0,1-3-1213 0 0,1 0 1 0 0,0 1 0 0 0,0-1 0 0 0,1 1 0 0 0,1 0 0 0 0,0 0 0 0 0,9-14 0 0 0,-12 20 595 0 0,13-20-5430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84 162 364 0 0,'-11'-16'8241'0'0,"-24"-27"0"0"0,6 9 85 0 0,25 29-7411 0 0,4 5-891 0 0,-1-1 0 0 0,1 1 0 0 0,0 0 0 0 0,-1 0 0 0 0,1 0 0 0 0,0-1 0 0 0,0 1 0 0 0,-1 0 0 0 0,1 0 0 0 0,0-1 0 0 0,0 1 0 0 0,-1 0 0 0 0,1-1 0 0 0,0 1 0 0 0,0 0 0 0 0,0-1 0 0 0,0 1 0 0 0,0 0 0 0 0,-1-1 0 0 0,1 1 0 0 0,0 0 0 0 0,0-1 0 0 0,0 1 0 0 0,0-1 0 0 0,0 1 0 0 0,0 0 0 0 0,0-1 0 0 0,0 1 0 0 0,0 0 0 0 0,0-1 0 0 0,0 1 0 0 0,0-1 0 0 0,1 1 0 0 0,-1 0 0 0 0,0-1 0 0 0,0 1 0 0 0,0 0 0 0 0,0-1 0 0 0,1 1 0 0 0,-1 0 0 0 0,0 0 0 0 0,0-1 0 0 0,1 1 0 0 0,-1 0 0 0 0,0 0 0 0 0,0-1 0 0 0,1 1 0 0 0,-1 0 0 0 0,0 0 0 0 0,1-1 0 0 0,-1 1 0 0 0,0 0 0 0 0,1 0 0 0 0,-1 0 0 0 0,0 0 0 0 0,1 0 0 0 0,-1 0 0 0 0,1 0 0 0 0,16-7 95 0 0,0 1 0 0 0,1 1-1 0 0,-1 0 1 0 0,22-1 0 0 0,76-5-881 0 0,-36 4-3626 0 0,-72 7 3400 0 0,-1 0 0 0 0,1 0 1 0 0,0 0-1 0 0,13 3 0 0 0,8 1-8428 0 0,-11-2 3228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6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28 2092 0 0,'-22'-27'25738'0'0,"24"27"-25305"0"0,7-1-303 0 0,0 1 0 0 0,0 1-1 0 0,0 0 1 0 0,0 0 0 0 0,0 1-1 0 0,0 0 1 0 0,0 1-1 0 0,0 0 1 0 0,-1 0 0 0 0,0 0-1 0 0,11 7 1 0 0,-13-7-124 0 0,0 1 0 0 0,0 0 0 0 0,0 0 1 0 0,0 0-1 0 0,-1 0 0 0 0,1 1 0 0 0,-1 0 0 0 0,-1 0 0 0 0,1 1 1 0 0,-1 0-1 0 0,1-1 0 0 0,-2 1 0 0 0,1 0 0 0 0,-1 1 0 0 0,4 7 0 0 0,-6-8 5 0 0,0-1-1 0 0,-1 0 1 0 0,0 0 0 0 0,1 0-1 0 0,-2 0 1 0 0,1 0-1 0 0,-1 0 1 0 0,1 0-1 0 0,-1 0 1 0 0,-1 0-1 0 0,1 0 1 0 0,-1 0-1 0 0,0 0 1 0 0,0 0-1 0 0,0-1 1 0 0,-3 5-1 0 0,-5 7 15 0 0,-1 0-1 0 0,-23 26 0 0 0,-158 144-244 0 0,144-143 131 0 0,46-42 88 0 0,0 1 8 0 0,0-1 1 0 0,0 1-1 0 0,1 0 1 0 0,-1-1 0 0 0,0 1-1 0 0,1 0 1 0 0,-1 0-1 0 0,1 0 1 0 0,0 0-1 0 0,-1 0 1 0 0,1 0 0 0 0,0 1-1 0 0,-1 2 1 0 0,4-4 2 0 0,-1 0 0 0 0,1 0 0 0 0,0 0 0 0 0,-1-1 1 0 0,1 1-1 0 0,0 0 0 0 0,0-1 0 0 0,0 1 0 0 0,-1-1 0 0 0,1 0 1 0 0,0 1-1 0 0,2-1 0 0 0,-4 0-7 0 0,28 3-10 0 0,0-2 1 0 0,-1-1-1 0 0,51-6 0 0 0,-16 1-332 0 0,62-4-1328 0 0,34-2-3329 0 0,-54 11-6872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167 138 556 0 0,'-3'0'2188'0'0,"0"-1"-1603"0"0,-12-2 4317 0 0,-28-11 1 0 0,38 12-4377 0 0,1 1 0 0 0,0-2 0 0 0,0 1 0 0 0,0 0 0 0 0,0-1 1 0 0,-6-5-1 0 0,9 7-499 0 0,1 0 0 0 0,-1 0 0 0 0,0 0 0 0 0,1-1 0 0 0,-1 1 0 0 0,1 0 0 0 0,0 0 0 0 0,-1 0 0 0 0,1 0 0 0 0,0 0 0 0 0,0-1-1 0 0,0 1 1 0 0,0 0 0 0 0,0 0 0 0 0,0 0 0 0 0,0-1 0 0 0,0 1 0 0 0,0 0 0 0 0,0 0 0 0 0,1 0 0 0 0,-1 0 0 0 0,0-1 0 0 0,1 1 0 0 0,-1 0 0 0 0,1 0 0 0 0,0 0 0 0 0,-1 0 0 0 0,1 0 0 0 0,0 0 0 0 0,0-1 0 0 0,24-26 56 0 0,-21 24-82 0 0,1 1 0 0 0,-1-1-1 0 0,1 1 1 0 0,-1 0 0 0 0,1 1-1 0 0,0-1 1 0 0,0 1 0 0 0,0 0-1 0 0,1 0 1 0 0,-1 0 0 0 0,0 1-1 0 0,1 0 1 0 0,-1 0 0 0 0,1 0-1 0 0,0 1 1 0 0,-1-1 0 0 0,1 1-1 0 0,-1 1 1 0 0,1-1 0 0 0,-1 1-1 0 0,1 0 1 0 0,-1 0 0 0 0,1 1-1 0 0,-1 0 1 0 0,0-1 0 0 0,0 2-1 0 0,1-1 1 0 0,-2 1 0 0 0,1 0-1 0 0,0 0 1 0 0,0 0 0 0 0,-1 0-1 0 0,0 1 1 0 0,0 0 0 0 0,0 0-1 0 0,0 0 1 0 0,-1 0 0 0 0,1 1-1 0 0,-1-1 1 0 0,0 1 0 0 0,0 0-1 0 0,-1 0 1 0 0,1 0 0 0 0,-1 0-1 0 0,0 0 1 0 0,-1 1 0 0 0,1-1-1 0 0,-1 1 1 0 0,0-1 0 0 0,0 11-1 0 0,-2 4 25 0 0,-1 0-1 0 0,-1 0 1 0 0,-1 0-1 0 0,0 0 1 0 0,-2-1-1 0 0,0 1 1 0 0,-1-1-1 0 0,-12 23 1 0 0,-11 13 28 0 0,-48 68-1 0 0,-12-4-38 0 0,36-49-158 0 0,53-69 144 0 0,1-1 1 0 0,-1 1 0 0 0,1-1 0 0 0,-1 1 0 0 0,1-1 0 0 0,-1 1 0 0 0,1 0-1 0 0,0-1 1 0 0,-1 1 0 0 0,1 0 0 0 0,0-1 0 0 0,-1 1 0 0 0,1 0-1 0 0,0-1 1 0 0,0 1 0 0 0,0 0 0 0 0,0 0 0 0 0,0-1 0 0 0,0 1-1 0 0,0 0 1 0 0,0 0 0 0 0,0-1 0 0 0,0 1 0 0 0,0 1 0 0 0,1-2 1 0 0,-1 1 1 0 0,1-1-1 0 0,0 1 1 0 0,-1-1-1 0 0,1 1 1 0 0,-1-1-1 0 0,1 0 0 0 0,0 1 1 0 0,-1-1-1 0 0,1 0 1 0 0,0 1-1 0 0,0-1 1 0 0,-1 0-1 0 0,1 0 1 0 0,0 0-1 0 0,0 0 1 0 0,-1 0-1 0 0,3 0 1 0 0,36-5 49 0 0,98-37-127 0 0,-46 12-1599 0 0,0 1-1542 0 0,-31 8-1927 0 0,-25 8-431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9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46 2068 0 0,'-54'-22'9900'0'0,"34"12"-8096"0"0,18 8-1093 0 0,2-1-301 0 0,0 3-401 0 0,0 0 1 0 0,0 0-1 0 0,0 0 0 0 0,0 0 1 0 0,0-1-1 0 0,0 1 1 0 0,0 0-1 0 0,0 0 0 0 0,-1 0 1 0 0,1 0-1 0 0,0-1 1 0 0,0 1-1 0 0,0 0 0 0 0,0 0 1 0 0,0 0-1 0 0,0 0 1 0 0,0-1-1 0 0,0 1 1 0 0,1 0-1 0 0,-1 0 0 0 0,0 0 1 0 0,0 0-1 0 0,0 0 1 0 0,0-1-1 0 0,0 1 0 0 0,0 0 1 0 0,0 0-1 0 0,0 0 1 0 0,0 0-1 0 0,0 0 0 0 0,0-1 1 0 0,1 1-1 0 0,-1 0 1 0 0,0 0-1 0 0,0 0 1 0 0,0 0-1 0 0,0 0 0 0 0,0 0 1 0 0,1 0-1 0 0,-1 0 1 0 0,0 0-1 0 0,0-1 0 0 0,6 1 47 0 0,0-1 0 0 0,0 1 0 0 0,0 0 0 0 0,0 0 1 0 0,0 1-1 0 0,0 0 0 0 0,0 0 0 0 0,0 0 0 0 0,0 1 0 0 0,0-1 0 0 0,-1 1 0 0 0,1 1 0 0 0,8 4 0 0 0,-4-2-20 0 0,-1 1-1 0 0,0 0 1 0 0,0 0 0 0 0,0 1 0 0 0,-1 0 0 0 0,15 16 0 0 0,-18-17-12 0 0,0 0 1 0 0,0 1 0 0 0,-1 0-1 0 0,0 0 1 0 0,0 0-1 0 0,0 1 1 0 0,-1-1 0 0 0,0 1-1 0 0,0 0 1 0 0,-1 0-1 0 0,0 0 1 0 0,-1 0-1 0 0,0 0 1 0 0,0 1 0 0 0,-1-1-1 0 0,1 0 1 0 0,-2 0-1 0 0,1 1 1 0 0,-1-1 0 0 0,-1 0-1 0 0,0 0 1 0 0,0 0-1 0 0,0 0 1 0 0,-1 0 0 0 0,0-1-1 0 0,0 1 1 0 0,-1-1-1 0 0,0 0 1 0 0,-1 0-1 0 0,1 0 1 0 0,-1 0 0 0 0,-8 7-1 0 0,11-12-13 0 0,0 0 0 0 0,-1 1 0 0 0,1-1 0 0 0,-1-1 0 0 0,0 1 0 0 0,0 0 0 0 0,0-1 0 0 0,0 1 0 0 0,0-1 0 0 0,0 0 0 0 0,-4 1 0 0 0,7-2-10 0 0,-1 0 0 0 0,0 0 0 0 0,0 0 0 0 0,0 0 0 0 0,1 0 0 0 0,-1 0 0 0 0,0 0 0 0 0,0 0 0 0 0,0 0 0 0 0,1 0 0 0 0,-1-1 0 0 0,0 1 0 0 0,0 0 0 0 0,1 0 0 0 0,-1-1 0 0 0,0 1 0 0 0,0-1 0 0 0,1 1 0 0 0,-1 0 0 0 0,0-2 0 0 0,0 1-3 0 0,0 0 1 0 0,0 0 0 0 0,1 0 0 0 0,-1-1 0 0 0,0 1 0 0 0,1 0-1 0 0,-1-1 1 0 0,1 1 0 0 0,0 0 0 0 0,-1-1 0 0 0,1 1-1 0 0,0-1 1 0 0,0 1 0 0 0,0-1 0 0 0,0-1 0 0 0,0-2-6 0 0,1 0-1 0 0,0 0 1 0 0,0 0 0 0 0,0 0 0 0 0,0 0 0 0 0,1 0 0 0 0,0 1 0 0 0,0-1 0 0 0,4-7 0 0 0,30-39-46 0 0,-25 36 33 0 0,14-15-45 0 0,1 1 1 0 0,59-51-1 0 0,-11 12 9 0 0,-72 67 54 0 0,-28 25 21 0 0,19-18-22 0 0,-106 107 78 0 0,103-101-66 0 0,1-1 1 0 0,0 2-1 0 0,1-1 1 0 0,0 1-1 0 0,1 0 1 0 0,1 0-1 0 0,0 1 1 0 0,-7 23-1 0 0,12-34-3 0 0,0 1 0 0 0,1-1 0 0 0,-1 1-1 0 0,1 0 1 0 0,0-1 0 0 0,0 1 0 0 0,0 0 0 0 0,0-1-1 0 0,0 1 1 0 0,1 0 0 0 0,0-1 0 0 0,0 1-1 0 0,0-1 1 0 0,0 1 0 0 0,0-1 0 0 0,1 1 0 0 0,3 5-1 0 0,-2-6 11 0 0,0 1-1 0 0,0-1 0 0 0,0 1 1 0 0,1-1-1 0 0,0 0 0 0 0,-1-1 1 0 0,1 1-1 0 0,0-1 1 0 0,0 1-1 0 0,1-1 0 0 0,-1 0 1 0 0,6 1-1 0 0,5 1-403 0 0,0 0 1 0 0,1-1-1 0 0,-1-1 0 0 0,1-1 1 0 0,0 0-1 0 0,-1-1 0 0 0,21-2 1 0 0,40-10-5527 0 0,-35 4-29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9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92 2836 0 0,'-51'-4'10395'0'0,"8"1"-5102"0"0,41 3-4644 0 0,-14-1 1859 0 0,25-4-2345 0 0,1 0-1 0 0,0 1 0 0 0,0 1 1 0 0,0-1-1 0 0,0 2 1 0 0,1-1-1 0 0,11 0 0 0 0,5-3-21 0 0,111-21-1270 0 0,-81 17-2959 0 0,1-1-5285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49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37 3084 0 0,'-89'-31'19117'0'0,"87"30"-18290"0"0,-9-1 480 0 0,10 2-1285 0 0,1-1 0 0 0,0 1 0 0 0,-1 0 0 0 0,1 0 0 0 0,-1-1 0 0 0,1 1 0 0 0,-1 0 1 0 0,1 0-1 0 0,-1-1 0 0 0,1 1 0 0 0,-1 0 0 0 0,1 0 0 0 0,-1 0 0 0 0,1 0 0 0 0,-1 0 1 0 0,1 0-1 0 0,-1 0 0 0 0,1 0 0 0 0,-1 0 0 0 0,1 0 0 0 0,-1 0 0 0 0,1 0 0 0 0,-1 1 1 0 0,1-1-1 0 0,-1 0 0 0 0,1 0 0 0 0,-1 1 0 0 0,1-1 0 0 0,-1 0 0 0 0,1 0 1 0 0,-1 1-1 0 0,1-1 0 0 0,0 0 0 0 0,-1 1 0 0 0,1-1 0 0 0,-1 1 0 0 0,1-1 0 0 0,0 0 1 0 0,0 1-1 0 0,-1-1 0 0 0,1 1 0 0 0,0-1 0 0 0,0 1 0 0 0,-1-1 0 0 0,1 1 0 0 0,0-1 1 0 0,0 1-1 0 0,0-1 0 0 0,0 1 0 0 0,0-1 0 0 0,0 1 0 0 0,0-1 0 0 0,0 1 0 0 0,0-1 1 0 0,0 2-1 0 0,0 29 98 0 0,1 1 1 0 0,1-1-1 0 0,11 48 0 0 0,-8-50-36 0 0,10 85-1153 0 0,-1-8-3707 0 0,-1-37-5246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50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98 3364 0 0,'11'-69'19584'0'0,"6"111"-18812"0"0,-16-37-746 0 0,37 119 456 0 0,-33-108-435 0 0,2-1-1 0 0,0-1 0 0 0,0 1 1 0 0,2-1-1 0 0,19 25 0 0 0,-24-35-49 0 0,0 0-1 0 0,0 0 1 0 0,1-1 0 0 0,-1 0-1 0 0,1 0 1 0 0,0 0-1 0 0,0 0 1 0 0,0-1-1 0 0,1 0 1 0 0,-1 0 0 0 0,1 0-1 0 0,-1-1 1 0 0,1 0-1 0 0,-1 0 1 0 0,1 0-1 0 0,-1 0 1 0 0,1-1-1 0 0,0 0 1 0 0,0-1 0 0 0,-1 1-1 0 0,1-1 1 0 0,-1 0-1 0 0,9-3 1 0 0,-6 2-92 0 0,0 0 0 0 0,0-1 0 0 0,0 0 0 0 0,0 0 0 0 0,-1-1 0 0 0,1 0 0 0 0,-1 0 0 0 0,0-1 0 0 0,-1 0 0 0 0,1 0 0 0 0,-1-1 0 0 0,0 0 0 0 0,0 0-1 0 0,0 0 1 0 0,5-10 0 0 0,-5 7 6 0 0,-1-1 0 0 0,-1 0 0 0 0,0 0 0 0 0,0 0 0 0 0,-1-1 0 0 0,-1 1 0 0 0,0-1 0 0 0,0 1 0 0 0,-1-1 0 0 0,1-15 0 0 0,-3 8 212 0 0,-1 0 0 0 0,0 1 0 0 0,-1-1 0 0 0,-1 1 0 0 0,-8-24-1 0 0,12 41-119 0 0,0-1 0 0 0,0 1 0 0 0,0 0-1 0 0,0-1 1 0 0,0 1 0 0 0,0 0 0 0 0,0-1-1 0 0,0 1 1 0 0,0 0 0 0 0,0-1 0 0 0,-1 1-1 0 0,1 0 1 0 0,0-1 0 0 0,0 1 0 0 0,0 0-1 0 0,0 0 1 0 0,-1-1 0 0 0,1 1 0 0 0,0 0-1 0 0,0-1 1 0 0,-1 1 0 0 0,1 0 0 0 0,0 0-1 0 0,-1 0 1 0 0,1-1 0 0 0,0 1 0 0 0,0 0-1 0 0,-1 0 1 0 0,1 0 0 0 0,0 0 0 0 0,-1 0-1 0 0,1 0 1 0 0,0-1 0 0 0,-1 1 0 0 0,1 0-1 0 0,-1 0 1 0 0,1 0 0 0 0,-9 12 177 0 0,-1 18 269 0 0,-3 60 1184 0 0,-1 89 0 0 0,5-50-963 0 0,-4 54-26 0 0,-15 135 71 0 0,21-267-584 0 0,-3-1 0 0 0,-2-1 0 0 0,-3 0 0 0 0,-24 57 0 0 0,35-96-104 0 0,-1-1 0 0 0,0 0 0 0 0,-1 0 0 0 0,0 0 0 0 0,0-1 0 0 0,-1 1 0 0 0,0-2 0 0 0,0 1 0 0 0,-1-1 0 0 0,-11 9 0 0 0,15-14-19 0 0,1 0-1 0 0,-1 1 0 0 0,0-1 1 0 0,1 0-1 0 0,-1-1 0 0 0,0 1 1 0 0,0-1-1 0 0,0 0 0 0 0,-1 0 1 0 0,1 0-1 0 0,0 0 0 0 0,0-1 1 0 0,0 0-1 0 0,-1 0 0 0 0,1 0 1 0 0,0 0-1 0 0,0-1 0 0 0,-1 1 1 0 0,1-1-1 0 0,0 0 0 0 0,0 0 1 0 0,0-1-1 0 0,0 1 0 0 0,0-1 0 0 0,0 0 1 0 0,1 0-1 0 0,-6-4 0 0 0,2 1-20 0 0,0 0 1 0 0,1-1-1 0 0,0 1 0 0 0,0-1 0 0 0,1 0 0 0 0,0-1 0 0 0,0 0 0 0 0,0 1 0 0 0,1-2 0 0 0,0 1 0 0 0,-6-15 0 0 0,6 10 0 0 0,0-1 0 0 0,1 1-1 0 0,1-1 1 0 0,0 1-1 0 0,1-1 1 0 0,0 0-1 0 0,1-14 1 0 0,3-4-16 0 0,1 0-1 0 0,2 1 1 0 0,1-1-1 0 0,1 1 1 0 0,19-45 0 0 0,-18 53-169 0 0,1 0 1 0 0,2 1 0 0 0,0 0 0 0 0,1 1 0 0 0,19-23-1 0 0,-22 31-263 0 0,0 1-1 0 0,1 1 0 0 0,0 0 1 0 0,1 0-1 0 0,0 1 0 0 0,0 0 1 0 0,1 1-1 0 0,0 1 0 0 0,20-9 1 0 0,-21 13-1185 0 0,0 0 1 0 0,0 1-1 0 0,0 1 1 0 0,0 0-1 0 0,14 1 1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5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1 480 0 0,'-16'2'7907'0'0,"-13"-1"-365"0"0,26 0-6645 0 0,-2-1-275 0 0,-9 1 1497 0 0,14-1-2083 0 0,-1 0 0 0 0,1 0 0 0 0,0 0 0 0 0,0 0 0 0 0,0 0 0 0 0,0 0 0 0 0,0 0 0 0 0,-1 0 0 0 0,1 0 0 0 0,0 0 0 0 0,0 0 0 0 0,0 0 0 0 0,0 0 0 0 0,0 0 0 0 0,-1 0 0 0 0,1 0 0 0 0,0 0 0 0 0,0 0 0 0 0,0 0 0 0 0,0 1 0 0 0,0-1 0 0 0,0 0 0 0 0,0 0 0 0 0,-1 0 0 0 0,1 0 0 0 0,0 0 0 0 0,0 0 0 0 0,0 0 0 0 0,0 0 0 0 0,0 1 0 0 0,0-1 0 0 0,0 0 0 0 0,0 0 0 0 0,0 0 0 0 0,0 0 0 0 0,0 0 0 0 0,0 1 0 0 0,0-1 0 0 0,-1 0 1 0 0,1 0-1 0 0,0 0 0 0 0,0 0 0 0 0,0 0 0 0 0,0 1 0 0 0,0-1 0 0 0,1 0 0 0 0,-1 0 0 0 0,0 0 0 0 0,0 0 0 0 0,0 0 0 0 0,0 0 0 0 0,0 1 0 0 0,0-1 0 0 0,0 0 0 0 0,0 0 0 0 0,0 0 0 0 0,0 0 0 0 0,0 0 0 0 0,0 0 0 0 0,0 1 0 0 0,1-1 0 0 0,-1 0 0 0 0,0 0 0 0 0,3 1 37 0 0,1 0-1 0 0,-1 0 1 0 0,1 0-1 0 0,-1-1 1 0 0,1 1 0 0 0,-1-1-1 0 0,1 0 1 0 0,6-1 0 0 0,-6 1-59 0 0,43 2 240 0 0,71-6 0 0 0,-17-1 30 0 0,-69 4-7 0 0,-29 1-180 0 0,4-2-68 0 0,7-1-493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51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230 182 2528 0 0,'-7'-10'7702'0'0,"0"2"-6232"0"0,0 1 1 0 0,0 0-1 0 0,-1 0 0 0 0,0 1 0 0 0,0 0 0 0 0,-14-7 0 0 0,-57-23 11 0 0,15 8-1012 0 0,51 19-571 0 0,13 9 101 0 0,0 0 0 0 0,0 0 0 0 0,0 0 0 0 0,0 0 1 0 0,0-1-1 0 0,0 1 0 0 0,0 0 0 0 0,0 0 0 0 0,0 0 0 0 0,0 0 0 0 0,0-1 0 0 0,0 1 0 0 0,0 0 1 0 0,0 0-1 0 0,0 0 0 0 0,0 0 0 0 0,0 0 0 0 0,0-1 0 0 0,0 1 0 0 0,0 0 0 0 0,1 0 0 0 0,-1 0 1 0 0,0 0-1 0 0,0 0 0 0 0,0 0 0 0 0,0-1 0 0 0,0 1 0 0 0,0 0 0 0 0,0 0 0 0 0,0 0 0 0 0,1 0 1 0 0,-1 0-1 0 0,0 0 0 0 0,0 0 0 0 0,0 0 0 0 0,0 0 0 0 0,0-1 0 0 0,1 1 0 0 0,-1 0 1 0 0,0 0-1 0 0,0 0 0 0 0,0 0 0 0 0,26-3 15 0 0,-17 2-11 0 0,342-27-31 0 0,-272 23 37 0 0,-70 4 14 0 0,-7 0-24 0 0,1 1 1 0 0,-1-1-1 0 0,0 1 1 0 0,0 0-1 0 0,0 0 1 0 0,0 0-1 0 0,0 0 1 0 0,0 0-1 0 0,0 1 0 0 0,0-1 1 0 0,0 1-1 0 0,3 0 1 0 0,-4 0-1 0 0,-1-1 1 0 0,1 0 0 0 0,-1 1 0 0 0,0-1-1 0 0,0 0 1 0 0,1 1 0 0 0,-1-1-1 0 0,0 1 1 0 0,0-1 0 0 0,1 0 0 0 0,-1 1-1 0 0,0-1 1 0 0,0 1 0 0 0,0-1 0 0 0,0 1-1 0 0,0-1 1 0 0,1 1 0 0 0,-1-1-1 0 0,0 1 1 0 0,0-1 0 0 0,0 0 0 0 0,0 1-1 0 0,0-1 1 0 0,-1 1 0 0 0,1-1-1 0 0,0 1 1 0 0,0-1 0 0 0,0 1 0 0 0,0-1-1 0 0,0 1 1 0 0,-1-1 0 0 0,1 0 0 0 0,0 1-1 0 0,0-1 1 0 0,-1 1 0 0 0,1-1-1 0 0,0 0 1 0 0,-1 1 0 0 0,1-1 0 0 0,-1 1-1 0 0,-9 7-8 0 0,-77 75 11 0 0,-68 74 112 0 0,45-14 33 0 0,94-119-127 0 0,2 0 0 0 0,0 1 0 0 0,2 0 0 0 0,-13 39 0 0 0,23-60-28 0 0,-4 25 7 0 0,6-28 4 0 0,0 0-1 0 0,0 0 1 0 0,0 0 0 0 0,0 0-1 0 0,0 1 1 0 0,0-1 0 0 0,0 0-1 0 0,0 0 1 0 0,1 0 0 0 0,-1 0-1 0 0,0 0 1 0 0,1 0 0 0 0,-1 0-1 0 0,1-1 1 0 0,-1 1 0 0 0,1 0-1 0 0,0 0 1 0 0,-1 0 0 0 0,1 0-1 0 0,0-1 1 0 0,-1 1 0 0 0,1 0-1 0 0,0 0 1 0 0,0-1 0 0 0,0 1-1 0 0,0-1 1 0 0,1 2 0 0 0,5 0 7 0 0,0 0 1 0 0,1-1 0 0 0,-1 0-1 0 0,0 0 1 0 0,0 0-1 0 0,1-1 1 0 0,-1 0 0 0 0,0-1-1 0 0,1 1 1 0 0,-1-1-1 0 0,10-3 1 0 0,17-5-265 0 0,35-14-1 0 0,-38 13-211 0 0,161-48-4760 0 0,-89 29-3200 0 0,-73 19 2577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51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26 1116 0 0,'-3'0'2924'0'0,"-45"-1"9236"0"0,45 1-10839 0 0,-14 0 1368 0 0,4 0-82 0 0,52 1-2894 0 0,0-1 0 0 0,39-5 0 0 0,-24-2-3794 0 0,-2-3-4375 0 0,-35 7 1441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51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0 3248 0 0,'-124'67'17337'0'0,"122"-66"-16971"0"0,3 0-328 0 0,-1-1 1 0 0,0 1 0 0 0,0 0 0 0 0,1-1 0 0 0,-1 1 0 0 0,0-1-1 0 0,1 1 1 0 0,-1-1 0 0 0,1 1 0 0 0,-1-1 0 0 0,1 1 0 0 0,-1-1 0 0 0,1 1-1 0 0,-1-1 1 0 0,1 0 0 0 0,-1 1 0 0 0,1-1 0 0 0,-1 0 0 0 0,1 1-1 0 0,0-1 1 0 0,-1 0 0 0 0,1 0 0 0 0,-1 0 0 0 0,1 1 0 0 0,0-1-1 0 0,-1 0 1 0 0,1 0 0 0 0,0 0 0 0 0,-1 0 0 0 0,1 0 0 0 0,0 0 0 0 0,0-1-1 0 0,26 0 39 0 0,-24 1-25 0 0,179-25-2583 0 0,-62 1-2660 0 0,-63 13 685 0 0,1-2-3223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4:5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846 119 468 0 0,'-7'-11'3329'0'0,"-1"0"0"0"0,-15-17-1 0 0,17 22-2419 0 0,0 0 0 0 0,0 1 0 0 0,-1 0 0 0 0,1 0 1 0 0,-11-5-1 0 0,12 7-694 0 0,0 1 0 0 0,0 0 0 0 0,-1 0 1 0 0,1 0-1 0 0,-1 1 0 0 0,1 0 1 0 0,-1 0-1 0 0,0 0 0 0 0,1 1 1 0 0,-1 0-1 0 0,0 0 0 0 0,0 0 0 0 0,1 1 1 0 0,-1-1-1 0 0,0 2 0 0 0,1-1 1 0 0,-1 0-1 0 0,1 1 0 0 0,-10 4 1 0 0,-4 4 17 0 0,0 1 0 0 0,1 0 1 0 0,0 2-1 0 0,1 0 1 0 0,1 0-1 0 0,0 2 1 0 0,0 0-1 0 0,-15 21 0 0 0,0 3 15 0 0,2 1 0 0 0,-34 64 0 0 0,45-71-168 0 0,1 0 0 0 0,2 2 0 0 0,-15 51 0 0 0,26-72-53 0 0,0 0 0 0 0,2 1 0 0 0,-1-1 1 0 0,2 1-1 0 0,0 0 0 0 0,0 0 1 0 0,2-1-1 0 0,0 1 0 0 0,0 0 1 0 0,2-1-1 0 0,6 25 0 0 0,-6-32-13 0 0,0 1 0 0 0,0-1-1 0 0,1 0 1 0 0,0 0 0 0 0,0 0 0 0 0,1 0-1 0 0,0-1 1 0 0,0 1 0 0 0,0-2 0 0 0,1 1-1 0 0,9 7 1 0 0,-5-6 3 0 0,-1-1-1 0 0,1 0 1 0 0,-1-1-1 0 0,2 0 1 0 0,-1-1 0 0 0,0 0-1 0 0,19 4 1 0 0,-10-4 7 0 0,0-1 1 0 0,1-1-1 0 0,-1 0 0 0 0,1-2 1 0 0,0 0-1 0 0,-1-2 0 0 0,1 0 1 0 0,-1-1-1 0 0,23-6 1 0 0,-26 4 55 0 0,1-1 1 0 0,0-1 0 0 0,-1-1-1 0 0,-1 0 1 0 0,1-1 0 0 0,-1-1-1 0 0,-1 0 1 0 0,0-1 0 0 0,0 0-1 0 0,-1-1 1 0 0,-1-1 0 0 0,0 0 0 0 0,0 0-1 0 0,-1-2 1 0 0,17-29 0 0 0,-16 21 2 0 0,0-1 0 0 0,-2 0 1 0 0,-1 0-1 0 0,-1-1 0 0 0,-1 0 1 0 0,-1 0-1 0 0,-1-1 1 0 0,-1 0-1 0 0,-1 0 0 0 0,-2-34 1 0 0,-1 45-63 0 0,-1 0 0 0 0,0 0 1 0 0,-1 0-1 0 0,-1 1 0 0 0,-1-1 0 0 0,0 0 1 0 0,0 1-1 0 0,-2 0 0 0 0,0 0 1 0 0,0 1-1 0 0,-1 0 0 0 0,-1 0 0 0 0,0 0 1 0 0,-1 1-1 0 0,0 0 0 0 0,-1 1 1 0 0,-1 0-1 0 0,1 0 0 0 0,-2 1 0 0 0,1 1 1 0 0,-1 0-1 0 0,-1 1 0 0 0,0 0 1 0 0,-19-9-1 0 0,10 8-219 0 0,1 1-1 0 0,-1 2 1 0 0,0 0 0 0 0,0 1 0 0 0,0 1 0 0 0,-1 1 0 0 0,0 1 0 0 0,1 1-1 0 0,-1 1 1 0 0,0 1 0 0 0,1 2 0 0 0,-1 0 0 0 0,-35 9 0 0 0,28-3-727 0 0,0 2 0 0 0,1 1 0 0 0,0 1 0 0 0,1 1 0 0 0,0 1 0 0 0,2 2 0 0 0,0 1 0 0 0,1 1 0 0 0,-30 28 0 0 0,0 9-4097 0 0,4 5-2516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1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72 876 0 0,'-5'-25'5367'0'0,"4"21"-4741"0"0,0 0 0 0 0,0 0 0 0 0,0 0 0 0 0,0 0 0 0 0,-1 0 0 0 0,-2-5 0 0 0,3 8-218 0 0,1 1-351 0 0,0-1 0 0 0,0 1 0 0 0,0-1-1 0 0,0 1 1 0 0,0-1 0 0 0,0 1 0 0 0,0-1 0 0 0,0 1 0 0 0,-1-1 0 0 0,1 1 0 0 0,0-1-1 0 0,0 1 1 0 0,0 0 0 0 0,0-1 0 0 0,-1 1 0 0 0,1-1 0 0 0,0 1 0 0 0,-1 0-1 0 0,1-1 1 0 0,0 1 0 0 0,-1 0 0 0 0,1-1 0 0 0,0 1 0 0 0,-1 0 0 0 0,1 0 0 0 0,0-1-1 0 0,-1 1 1 0 0,1 0 0 0 0,-1 0 0 0 0,1 0 0 0 0,-1-1 0 0 0,1 1 0 0 0,0 0-1 0 0,-1 0 1 0 0,1 0 0 0 0,-1 0 0 0 0,1 0 0 0 0,-1 0 0 0 0,1 0 0 0 0,-1 0 0 0 0,1 0-1 0 0,-1 0 1 0 0,1 0 0 0 0,-1 0 0 0 0,1 0 0 0 0,-1 1 0 0 0,0-1 0 0 0,0 1 39 0 0,-9 30 504 0 0,-31 187 1261 0 0,16-114-1700 0 0,-28 131 278 0 0,38-169-371 0 0,15-64-50 0 0,-2 8-800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2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0 351 1088 0 0,'31'-128'8562'0'0,"-25"108"-7917"0"0,1 0-1 0 0,2 0 0 0 0,20-37 1 0 0,22-17 1610 0 0,-50 73-2141 0 0,18-20 228 0 0,-18 20-322 0 0,6-3-23 0 0,-7 4 21 0 0,1-1 0 0 0,-1 1-1 0 0,1-1 1 0 0,-1 1-1 0 0,1 0 1 0 0,-1-1 0 0 0,1 1-1 0 0,0 0 1 0 0,-1-1-1 0 0,1 1 1 0 0,0 0 0 0 0,-1 0-1 0 0,1-1 1 0 0,0 1-1 0 0,-1 0 1 0 0,1 0 0 0 0,0 0-1 0 0,-1 0 1 0 0,1 0-1 0 0,0 0 1 0 0,0 0 0 0 0,-1 0-1 0 0,1 0 1 0 0,0 1-1 0 0,0-1 1 0 0,2 2 125 0 0,0 0-1 0 0,-1 0 1 0 0,1 1-1 0 0,-1-1 1 0 0,0 1-1 0 0,1-1 1 0 0,-1 1-1 0 0,-1 0 1 0 0,1 0-1 0 0,0-1 1 0 0,-1 2-1 0 0,1-1 1 0 0,-1 0 0 0 0,0 0-1 0 0,2 6 1 0 0,12 59 689 0 0,-14-59-814 0 0,35 281 1663 0 0,-24-166-1427 0 0,11 63-25 0 0,-11-128-58 0 0,-12-57-158 0 0,2 2-69 0 0,5 14-1695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3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83 728 0 0,'-87'-7'15800'0'0,"85"7"-15261"0"0,-13 0 1160 0 0,13 0-1510 0 0,-8 0-28 0 0,7 0 325 0 0,6-1-456 0 0,15-7-5 0 0,0 1-1 0 0,1 1 1 0 0,-1 1-1 0 0,26-4 0 0 0,14-5-2 0 0,-6 1 47 0 0,-50 12-57 0 0,18-3 1 0 0,-10 2-8 0 0,-7 1-10 0 0,7-3 349 0 0,-9 4-605 0 0,-1 0 0 0 0,1 0-1 0 0,0 0 1 0 0,-1-1 0 0 0,1 1 0 0 0,0 0 0 0 0,-1 0 0 0 0,1 0 0 0 0,0 0 0 0 0,-1 0 0 0 0,1 0 0 0 0,0 1-1 0 0,0-1 1 0 0,-1 0 0 0 0,1 0 0 0 0,0 0 0 0 0,-1 1 0 0 0,1-1 0 0 0,-1 0 0 0 0,1 0 0 0 0,3 3-1045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1 288 0 0,'0'0'11950'0'0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5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 1368 0 0,'3'-6'17880'0'0,"-5"10"-18628"0"0,-1 0 1 0 0,1 0-1 0 0,0 0 1 0 0,0 0 0 0 0,1 0-1 0 0,-1 0 1 0 0,1 1-1 0 0,-2 7 1 0 0,-1 6-3937 0 0,-1-4-749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5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1 476 0 0,'1'12'5211'0'0,"-1"22"5907"0"0,-1-20-7828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6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55 2020 0 0,'2'-32'12591'0'0,"-2"31"-12774"0"0,-4-16 5203 0 0,4 17-4963 0 0,0 0 0 0 0,0 0-1 0 0,0-1 1 0 0,0 1 0 0 0,-1 0 0 0 0,1 0 0 0 0,0-1 0 0 0,0 1-1 0 0,0 0 1 0 0,0 0 0 0 0,0-1 0 0 0,-1 1 0 0 0,1 0 0 0 0,0 0-1 0 0,0 0 1 0 0,0 0 0 0 0,-1-1 0 0 0,1 1 0 0 0,0 0-1 0 0,0 0 1 0 0,0 0 0 0 0,-1 0 0 0 0,1 0 0 0 0,0-1 0 0 0,0 1-1 0 0,-1 0 1 0 0,1 0 0 0 0,0 0 0 0 0,-1 0 0 0 0,1 0 0 0 0,0 0-1 0 0,0 0 1 0 0,-1 0 0 0 0,1 0 0 0 0,0 0 0 0 0,0 0-1 0 0,-1 0 1 0 0,1 0 0 0 0,0 0 0 0 0,0 1 0 0 0,-1-1 0 0 0,1 0-1 0 0,0 0 1 0 0,0 0 0 0 0,-1 0 0 0 0,1 0 0 0 0,0 0 0 0 0,0 1-1 0 0,-1-1 1 0 0,1 0 0 0 0,0 0 0 0 0,0 0 0 0 0,0 1-1 0 0,0-1 1 0 0,-1 0 0 0 0,1 2-61 0 0,-1-1 0 0 0,1 0 1 0 0,-1 1-1 0 0,1-1 0 0 0,0 0 0 0 0,-1 1 0 0 0,1-1 0 0 0,0 0 0 0 0,0 1 1 0 0,0-1-1 0 0,0 1 0 0 0,0 0 0 0 0,0 7-9 0 0,-7 176-26 0 0,-2 25 238 0 0,6-167-1519 0 0,4-19-2805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7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7 324 1712 0 0,'-6'-54'7708'0'0,"7"2"-3666"0"0,0 42-3747 0 0,1 1-1 0 0,0 0 1 0 0,0-1 0 0 0,1 1-1 0 0,0 0 1 0 0,1 1 0 0 0,0-1-1 0 0,0 1 1 0 0,7-10 0 0 0,-3 6-228 0 0,0 1 0 0 0,1 1 1 0 0,0-1-1 0 0,1 2 0 0 0,0-1 0 0 0,0 1 1 0 0,18-11-1 0 0,-22 16-44 0 0,-1 1 0 0 0,1 0 0 0 0,0 0 0 0 0,0 1 0 0 0,0-1 0 0 0,0 1 0 0 0,1 0 0 0 0,-1 1 0 0 0,0 0 0 0 0,1 0 0 0 0,-1 0 0 0 0,1 0-1 0 0,0 1 1 0 0,-1 1 0 0 0,1-1 0 0 0,-1 1 0 0 0,13 2 0 0 0,-16-2-18 0 0,0 1 0 0 0,0-1 1 0 0,0 0-1 0 0,0 1 0 0 0,0-1 0 0 0,0 1 0 0 0,0 0 0 0 0,0 0 0 0 0,-1 0 0 0 0,1 1 0 0 0,-1-1 1 0 0,1 0-1 0 0,-1 1 0 0 0,0 0 0 0 0,0-1 0 0 0,3 7 0 0 0,-3-4 5 0 0,0 0 0 0 0,0 1 0 0 0,0-1 0 0 0,-1 1 0 0 0,0 0 0 0 0,0-1 0 0 0,0 1 0 0 0,-1 0 0 0 0,0 6 0 0 0,-1 5 20 0 0,-1 0 0 0 0,0 0 0 0 0,-2 0 1 0 0,0-1-1 0 0,-11 28 0 0 0,-24 37 211 0 0,21-47 297 0 0,18-33-331 0 0,-1-1-163 0 0,1 0-1 0 0,0 1 1 0 0,-1-1-1 0 0,1 0 0 0 0,0 1 1 0 0,0-1-1 0 0,0 0 0 0 0,-1 1 1 0 0,1-1-1 0 0,0 0 1 0 0,0 1-1 0 0,0-1 0 0 0,0 0 1 0 0,0 1-1 0 0,0-1 1 0 0,0 1-1 0 0,0-1 0 0 0,0 0 1 0 0,0 1-1 0 0,0-1 1 0 0,0 0-1 0 0,0 1 0 0 0,0-1 1 0 0,0 1-1 0 0,0 0 0 0 0,13-2-60 0 0,-1 2 0 0 0,1-1 0 0 0,-1 2 0 0 0,1-1 0 0 0,-1 2 0 0 0,0 0 0 0 0,0 0 0 0 0,0 1 0 0 0,0 1 0 0 0,19 10 0 0 0,-13-5 28 0 0,0 0 0 0 0,0 2 0 0 0,-1 0 1 0 0,-1 1-1 0 0,28 28 0 0 0,-41-38 104 0 0,0 1 1 0 0,0 0-1 0 0,0-1 1 0 0,0 1-1 0 0,-1 0 0 0 0,0 0 1 0 0,0 0-1 0 0,0 1 1 0 0,0-1-1 0 0,-1 0 1 0 0,1 1-1 0 0,-1-1 0 0 0,0 1 1 0 0,-1-1-1 0 0,1 1 1 0 0,-1 7-1 0 0,0-8-10 0 0,-1-1-1 0 0,0 1 0 0 0,1-1 1 0 0,-1 0-1 0 0,-1 0 1 0 0,1 0-1 0 0,0 1 0 0 0,-1-1 1 0 0,1 0-1 0 0,-1 0 0 0 0,0-1 1 0 0,0 1-1 0 0,0 0 1 0 0,-1-1-1 0 0,1 1 0 0 0,0-1 1 0 0,-1 0-1 0 0,0 0 1 0 0,0 0-1 0 0,1 0 0 0 0,-1 0 1 0 0,0 0-1 0 0,-4 1 1 0 0,-7 2 27 0 0,1 0 0 0 0,-1-1 0 0 0,0-1 0 0 0,0 0 1 0 0,0 0-1 0 0,0-2 0 0 0,0 0 0 0 0,-23-1 1 0 0,14-1-832 0 0,0-1 0 0 0,0-2 1 0 0,0 0-1 0 0,-31-11 1 0 0,53 15 471 0 0,0-1 1 0 0,0 1 0 0 0,1-1 0 0 0,-1 1 0 0 0,0-1-1 0 0,1 1 1 0 0,-1-1 0 0 0,0 1 0 0 0,1-1-1 0 0,-1 0 1 0 0,1 1 0 0 0,-1-1 0 0 0,1 0 0 0 0,-1 0-1 0 0,1 1 1 0 0,0-1 0 0 0,-1 0 0 0 0,1 0-1 0 0,0 0 1 0 0,-1 0 0 0 0,1 1 0 0 0,0-1-1 0 0,0 0 1 0 0,0-1 0 0 0,1-20-6644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7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441 120 3200 0 0,'-23'-20'10593'0'0,"6"4"-5594"0"0,15 15-4509 0 0,1-3 173 0 0,1 3-648 0 0,-1 1 0 0 0,1 0 0 0 0,0-1-1 0 0,0 1 1 0 0,0 0 0 0 0,0-1 0 0 0,0 1 0 0 0,0 0 0 0 0,-1-1 0 0 0,1 1 0 0 0,0 0 0 0 0,0-1 0 0 0,0 1 0 0 0,0-1 0 0 0,0 1-1 0 0,0 0 1 0 0,0-1 0 0 0,1 1 0 0 0,-1 0 0 0 0,0-1 0 0 0,0 1 0 0 0,0 0 0 0 0,0-1 0 0 0,0 1 0 0 0,1 0 0 0 0,-1-1 0 0 0,0 1 0 0 0,0 0-1 0 0,0-1 1 0 0,1 1 0 0 0,-1 0 0 0 0,0 0 0 0 0,0-1 0 0 0,1 1 0 0 0,-1 0 0 0 0,0 0 0 0 0,1-1 0 0 0,-1 1 0 0 0,0 0 0 0 0,1 0 0 0 0,-1 0-1 0 0,0 0 1 0 0,1 0 0 0 0,-1-1 0 0 0,0 1 0 0 0,1 0 0 0 0,-1 0 0 0 0,1 0 0 0 0,67-17 133 0 0,1 2 1 0 0,119-10 0 0 0,-148 21-160 0 0,14 0-87 0 0,-52 4 64 0 0,2 0 2 0 0,-1 0 21 0 0,12 2-40 0 0,-13-1 61 0 0,-1 0 1 0 0,1 0-1 0 0,0 0 1 0 0,-1 0-1 0 0,1 1 1 0 0,-1-1 0 0 0,0 0-1 0 0,1 1 1 0 0,-1-1-1 0 0,0 1 1 0 0,0-1-1 0 0,0 1 1 0 0,0-1-1 0 0,0 1 1 0 0,0 0 0 0 0,0 0-1 0 0,0-1 1 0 0,-1 1-1 0 0,1 0 1 0 0,-1 0-1 0 0,0 0 1 0 0,1 0 0 0 0,-1 3-1 0 0,0-3 26 0 0,2 34 724 0 0,-1 1 1 0 0,-2 0-1 0 0,-9 57 0 0 0,0-1 20 0 0,-5 569 690 0 0,16-632-1399 0 0,4 201 142 0 0,-7-191 314 0 0,-1 1-1 0 0,-2-1 1 0 0,-17 65-1 0 0,19-94-413 0 0,-1 0 0 0 0,0 0 0 0 0,-1 0 0 0 0,0-1 0 0 0,-1 1 0 0 0,0-2-1 0 0,-1 1 1 0 0,0 0 0 0 0,0-1 0 0 0,-1-1 0 0 0,0 1 0 0 0,-1-1 0 0 0,-15 11 0 0 0,7-8-242 0 0,1-1 0 0 0,-1-1 0 0 0,-1-1-1 0 0,1 0 1 0 0,-1-2 0 0 0,-1 0 0 0 0,-29 6 0 0 0,2-4-1378 0 0,0-2 0 0 0,-1-2-1 0 0,0-2 1 0 0,-52-4-1 0 0,-90-23-9468 0 0,123 12 2490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60 1348 0 0,'17'-27'16306'0'0,"-17"25"-15743"0"0,0 1-388 0 0,0 0-1 0 0,0 0 1 0 0,-1 0-1 0 0,1 0 1 0 0,0 0-1 0 0,0 0 1 0 0,-1 1 0 0 0,1-1-1 0 0,-1 0 1 0 0,1 0-1 0 0,-1 0 1 0 0,1 0-1 0 0,-1 1 1 0 0,0-1 0 0 0,1 0-1 0 0,-1 1 1 0 0,0-2-1 0 0,-2 0-158 0 0,0 1 0 0 0,1-1 0 0 0,-1 1-1 0 0,0-1 1 0 0,0 1 0 0 0,0 0 0 0 0,0 0-1 0 0,0 0 1 0 0,0 0 0 0 0,0 1 0 0 0,-1-1-1 0 0,1 1 1 0 0,-4 0 0 0 0,-6 0-35 0 0,1 0 0 0 0,-1 2-1 0 0,1-1 1 0 0,0 2 0 0 0,0-1 0 0 0,-1 2 0 0 0,2 0 0 0 0,-1 0-1 0 0,0 1 1 0 0,1 0 0 0 0,-14 9 0 0 0,17-8-4 0 0,0 0-1 0 0,0 0 1 0 0,1 1 0 0 0,0 0 0 0 0,0 1-1 0 0,0-1 1 0 0,1 1 0 0 0,0 0 0 0 0,1 1-1 0 0,-1 0 1 0 0,2-1 0 0 0,-1 2 0 0 0,1-1-1 0 0,-5 18 1 0 0,-1 18-6 0 0,1 1 1 0 0,2 1-1 0 0,3-1 0 0 0,1 79 0 0 0,29 191 60 0 0,-7-140 30 0 0,-7-18 99 0 0,-8 1 1 0 0,-23 250-1 0 0,-4-97 191 0 0,23-302-338 0 0,0 0 1 0 0,1 0 0 0 0,0 0-1 0 0,1 0 1 0 0,0 0 0 0 0,0-1-1 0 0,1 1 1 0 0,0-1-1 0 0,1 0 1 0 0,4 10 0 0 0,-4-14-11 0 0,0 0 0 0 0,-1 1 1 0 0,1-1-1 0 0,1-1 0 0 0,-1 1 1 0 0,1-1-1 0 0,0 0 0 0 0,0 0 1 0 0,0 0-1 0 0,0 0 0 0 0,1-1 1 0 0,0 0-1 0 0,-1 0 0 0 0,1-1 1 0 0,0 0-1 0 0,10 3 0 0 0,10 0-380 0 0,-1 0-1 0 0,2-2 0 0 0,-1-1 0 0 0,0-1 0 0 0,27-2 0 0 0,130-20-2874 0 0,27-16-3925 0 0,-97 10 290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9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59 1008 0 0,'-10'-18'10792'0'0,"7"14"-9443"0"0,-6-4 1946 0 0,7 7-2679 0 0,1 1-567 0 0,0 0 0 0 0,1-1 0 0 0,-1 1-1 0 0,0 0 1 0 0,1 0 0 0 0,-1 0 0 0 0,1-1 0 0 0,-1 1 0 0 0,0 0 0 0 0,1-1 0 0 0,-1 1-1 0 0,1 0 1 0 0,-1-1 0 0 0,1 1 0 0 0,-1-1 0 0 0,1 1 0 0 0,-1-1 0 0 0,1 1 0 0 0,0-1-1 0 0,-1 0 1 0 0,1 1 0 0 0,0-1 0 0 0,-1 0 0 0 0,10-3-986 0 0,0 1 0 0 0,0 0 0 0 0,1 1 1 0 0,-1 0-1 0 0,14 0 0 0 0,-14 1-249 0 0,2 0-2519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0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12 1932 0 0,'-3'2'492'0'0,"-19"10"2305"0"0,1 0 1 0 0,1 2 0 0 0,-31 26 661 0 0,75-44-2393 0 0,-6 3-779 0 0,161-38-898 0 0,-60 8-5833 0 0,-64 14 274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15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77 224 0 0,'6'-5'1070'0'0,"-1"0"0"0"0,0 0 0 0 0,0 0 0 0 0,5-8 0 0 0,12-12 3156 0 0,-13 14-125 0 0,-9 11-4051 0 0,0 0 0 0 0,0 0-1 0 0,0-1 1 0 0,0 1 0 0 0,0 0 0 0 0,0 0 0 0 0,0-1 0 0 0,0 1 0 0 0,0 0 0 0 0,0 0 0 0 0,0-1 0 0 0,0 1 0 0 0,-1 0 0 0 0,1 0 0 0 0,0-1-1 0 0,0 1 1 0 0,0 0 0 0 0,0 0 0 0 0,0-1 0 0 0,0 1 0 0 0,-1 0 0 0 0,1 0 0 0 0,0 0 0 0 0,0-1 0 0 0,0 1 0 0 0,-1 0 0 0 0,1 0 0 0 0,0 0-1 0 0,0 0 1 0 0,0 0 0 0 0,-1-1 0 0 0,1 1 0 0 0,-1 0 0 0 0,0-1 157 0 0,-1 1-19 0 0,-41 3 98 0 0,0 1 0 0 0,-72 18 0 0 0,13-2-220 0 0,20-4-32 0 0,-25 4-141 0 0,102-19 74 0 0,0 0 0 0 0,0 0-1 0 0,0 0 1 0 0,0 1 0 0 0,0 0 0 0 0,0 0-1 0 0,-5 4 1 0 0,8-5 17 0 0,2 0 0 0 0,-3 5-3 0 0,2-1 13 0 0,1 0 0 0 0,-1 0 0 0 0,1 1 1 0 0,0-1-1 0 0,0 0 0 0 0,1 0 0 0 0,-1 0 0 0 0,1 1 1 0 0,0-1-1 0 0,0 0 0 0 0,1 0 0 0 0,0 0 1 0 0,2 4-1 0 0,4 20-4 0 0,9 97 12 0 0,-1 164-1 0 0,-3-33 78 0 0,-11-237-70 0 0,69 926 90 0 0,-68-899-134 0 0,23 859 1377 0 0,-1-89-1211 0 0,9-495-85 0 0,-22-242-15 0 0,5 16 7 0 0,-17-94-41 0 0,0 6 4 0 0,1 0 0 0 0,0 0-1 0 0,3 14 1 0 0,0 1 176 0 0,11 229 2736 0 0,-11-152-2479 0 0,-3-76-287 0 0,-1-6-101 0 0,0 0-1 0 0,2 0 1 0 0,1 0-1 0 0,5 23 1 0 0,-7-37 5 0 0,1 0 0 0 0,-1 0 0 0 0,1 0 0 0 0,0 0 0 0 0,0 0 0 0 0,0-1 0 0 0,0 1 0 0 0,1 0 0 0 0,-1-1 1 0 0,1 0-1 0 0,0 1 0 0 0,0-1 0 0 0,1-1 0 0 0,-1 1 0 0 0,0 0 0 0 0,1-1 0 0 0,0 1 0 0 0,-1-1 0 0 0,1 0 0 0 0,0-1 0 0 0,0 1 0 0 0,0 0 0 0 0,6 0 0 0 0,4 1 69 0 0,-1-2 0 0 0,1 1 0 0 0,0-2 0 0 0,0 0 0 0 0,24-3 0 0 0,72-16 37 0 0,-77 11-85 0 0,341-84-617 0 0,-213 49-3254 0 0,1 4-5767 0 0,-120 31 1628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1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29 844 0 0,'-22'-28'28588'0'0,"21"29"-28603"0"0,0-1-1 0 0,0 1 1 0 0,1 0-1 0 0,-1 0 1 0 0,0 0-1 0 0,1 0 1 0 0,-1 0 0 0 0,0 0-1 0 0,1 0 1 0 0,-1 0-1 0 0,1 0 1 0 0,0 0 0 0 0,-1 0-1 0 0,1 0 1 0 0,0 1-1 0 0,0-1 1 0 0,-1 0-1 0 0,1 2 1 0 0,0 30 23 0 0,0-24-10 0 0,-6 162-485 0 0,-2-58-3583 0 0,3-55-630 0 0,2-31-94 0 0,0-9-1570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0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1232 0 0,'12'-22'8264'0'0,"-7"11"-4866"0"0,0 0-1 0 0,-2 0 1 0 0,4-13 4534 0 0,-8 22-7677 0 0,-1-3 400 0 0,2 12-287 0 0,5 47-139 0 0,-3 88 0 0 0,-15 55-161 0 0,10-171-65 0 0,-2 21-92 0 0,5-46-15 0 0,-1 13 141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30 784 0 0,'24'-29'24272'0'0,"-21"42"-23921"0"0,0 1 1 0 0,-1 1-1 0 0,0-1 0 0 0,-1 0 0 0 0,-2 24 0 0 0,2 1 74 0 0,-2 121 707 0 0,-1-57-689 0 0,-3-30-219 0 0,5-71-217 0 0,0 23 470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2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82 260 0 0,'-9'-7'7259'0'0,"8"6"-7060"0"0,0 1 0 0 0,0-1 0 0 0,1-1 0 0 0,-1 1 0 0 0,0 0 0 0 0,1 0 0 0 0,-1 0 0 0 0,1 0 0 0 0,-1 0 0 0 0,1 0 0 0 0,0-1 0 0 0,-1 1 1 0 0,1 0-1 0 0,0 0 0 0 0,0-1 0 0 0,0 1 0 0 0,0 0 0 0 0,0 0 0 0 0,0-1 0 0 0,0 1 0 0 0,0 0 0 0 0,1 0 0 0 0,0-2 0 0 0,0 1-97 0 0,0 0 1 0 0,0 0-1 0 0,0 0 0 0 0,1 0 0 0 0,-1 0 0 0 0,1 0 1 0 0,-1 1-1 0 0,1-1 0 0 0,0 0 0 0 0,0 1 0 0 0,-1 0 1 0 0,4-2-1 0 0,1 0-72 0 0,0-1 0 0 0,1 2 0 0 0,-1-1 0 0 0,0 1 0 0 0,1 0 1 0 0,0 0-1 0 0,-1 1 0 0 0,1 0 0 0 0,9 0 0 0 0,-9 0-21 0 0,-1 2 1 0 0,1-1-1 0 0,-1 1 1 0 0,1 0-1 0 0,-1 1 1 0 0,0-1-1 0 0,0 1 0 0 0,0 0 1 0 0,0 1-1 0 0,0 0 1 0 0,9 5-1 0 0,-11-5 1 0 0,0 0 0 0 0,0 0 0 0 0,0 1 0 0 0,0 0 0 0 0,-1 0 0 0 0,0 0 0 0 0,0 0 0 0 0,0 0 0 0 0,0 0-1 0 0,-1 1 1 0 0,0-1 0 0 0,1 1 0 0 0,-2 0 0 0 0,1 0 0 0 0,0 0 0 0 0,0 6 0 0 0,0 0 28 0 0,-1 1-1 0 0,-1-1 1 0 0,0 0 0 0 0,0 0 0 0 0,-1 1 0 0 0,-1-1-1 0 0,0 0 1 0 0,0 0 0 0 0,-1 0 0 0 0,-1-1-1 0 0,1 1 1 0 0,-10 16 0 0 0,-6 9 559 0 0,-1-1 1 0 0,-27 34 0 0 0,27-42-211 0 0,9-13-53 0 0,-15 26-1 0 0,25-38-268 0 0,3 1 29 0 0,-2-3-92 0 0,0 1 0 0 0,0-1 0 0 0,0 0 0 0 0,0 1 0 0 0,0-1 0 0 0,0 0 0 0 0,0 0 0 0 0,0 1 0 0 0,0-1 0 0 0,0 0 0 0 0,0 0 0 0 0,0 1 0 0 0,1-1 0 0 0,-1 0 0 0 0,0 0 0 0 0,0 1 0 0 0,0-1 0 0 0,0 0 0 0 0,1 0 0 0 0,-1 0 0 0 0,0 1 0 0 0,0-1 0 0 0,0 0 0 0 0,0 0 0 0 0,1 0 0 0 0,-1 0 0 0 0,0 0 0 0 0,0 1 0 0 0,1-1 0 0 0,-1 0 1 0 0,0 0-1 0 0,0 0 0 0 0,1 0 0 0 0,-1 0 0 0 0,0 0 0 0 0,0 0 0 0 0,1 0 0 0 0,30 1 57 0 0,0-2 0 0 0,45-7 0 0 0,-38 4-36 0 0,245-19-1561 0 0,-92 17-6853 0 0,-144 4 2742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3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75 102 640 0 0,'-2'-1'2371'0'0,"-48"-18"9595"0"0,28 9-7458 0 0,23 8-4478 0 0,0 1-1 0 0,0 0 1 0 0,0-1 0 0 0,0 1-1 0 0,0 0 1 0 0,0 0 0 0 0,0 0-1 0 0,0 0 1 0 0,1 0-1 0 0,-1 0 1 0 0,0 0 0 0 0,1 0-1 0 0,-1 1 1 0 0,1-1 0 0 0,-1 0-1 0 0,1 1 1 0 0,-1-1 0 0 0,4 1-1 0 0,36-10-67 0 0,-35 9-69 0 0,5-2-295 0 0,73-15-3568 0 0,-30 3-3515 0 0,-33 8 1843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3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 2504 0 0,'-4'0'2479'0'0,"-11"3"467"0"0,3-2-652 0 0,1 1 0 0 0,-21 6 0 0 0,27-6-2136 0 0,0 0 1 0 0,1 0-1 0 0,-1 0 0 0 0,1 1 0 0 0,0 0 1 0 0,0-1-1 0 0,0 1 0 0 0,0 1 1 0 0,0-1-1 0 0,-4 7 0 0 0,-2 1-65 0 0,2 2 0 0 0,0-1 0 0 0,0 1 0 0 0,1 1 0 0 0,-7 19-1 0 0,10-23-62 0 0,1-1-1 0 0,0 1 0 0 0,1 0 0 0 0,0 0 0 0 0,0 0 1 0 0,1 0-1 0 0,1 0 0 0 0,-1 0 0 0 0,2 11 1 0 0,0-17-14 0 0,0-1 0 0 0,0 1 0 0 0,0-1 0 0 0,0 1 0 0 0,1-1 0 0 0,-1 1 0 0 0,1-1 0 0 0,0 0 0 0 0,0 1 0 0 0,0-1 0 0 0,0 0 0 0 0,0 0 0 0 0,1-1 0 0 0,0 1 0 0 0,-1 0 0 0 0,1-1 0 0 0,0 0 0 0 0,0 1 0 0 0,0-1 0 0 0,1 0 0 0 0,-1-1 0 0 0,0 1 0 0 0,1-1 1 0 0,6 3-1 0 0,7 0 43 0 0,1 0 1 0 0,-1-1 0 0 0,1-1-1 0 0,20 1 1 0 0,1 0 101 0 0,-27-2-155 0 0,1 1 0 0 0,-1 0 0 0 0,0 1 0 0 0,0 1 1 0 0,0 0-1 0 0,0 0 0 0 0,14 8 0 0 0,-21-9 55 0 0,-1 0 0 0 0,1 1 0 0 0,-1-1-1 0 0,1 1 1 0 0,-1 0 0 0 0,0 0 0 0 0,0 0-1 0 0,-1 0 1 0 0,1 1 0 0 0,-1-1 0 0 0,0 1-1 0 0,0 0 1 0 0,0 0 0 0 0,-1 0 0 0 0,0 0-1 0 0,0 1 1 0 0,0-1 0 0 0,1 7 0 0 0,-3-9 53 0 0,0 0-1 0 0,0-1 1 0 0,0 1 0 0 0,0 0 0 0 0,0 0 0 0 0,-1 0-1 0 0,1-1 1 0 0,-1 1 0 0 0,1 0 0 0 0,-1-1 0 0 0,0 1 0 0 0,0 0-1 0 0,-1-1 1 0 0,1 1 0 0 0,0-1 0 0 0,-1 0 0 0 0,0 1-1 0 0,1-1 1 0 0,-1 0 0 0 0,0 0 0 0 0,0 0 0 0 0,0 0-1 0 0,0 0 1 0 0,-3 1 0 0 0,-1 1 57 0 0,0 0 1 0 0,0 0-1 0 0,0-1 0 0 0,0 0 1 0 0,0 0-1 0 0,-1-1 0 0 0,1 0 1 0 0,-11 3-1 0 0,-1-2-95 0 0,0-1 0 0 0,-1-1 0 0 0,1 0-1 0 0,0-1 1 0 0,-31-5 0 0 0,45 5-435 0 0,0 0-1 0 0,1 0 0 0 0,-1-1 1 0 0,1 1-1 0 0,-1-1 0 0 0,1 0 1 0 0,-1 0-1 0 0,1 0 1 0 0,-7-4-1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4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94 125 1292 0 0,'0'0'2720'0'0,"-22"-13"6507"0"0,5 3-5358 0 0,-12-9 1280 0 0,26 18-4852 0 0,0-1-1 0 0,0 1 0 0 0,1-1 0 0 0,-1 1 0 0 0,0-1 1 0 0,1 0-1 0 0,-5-4 0 0 0,14 3-290 0 0,1-1 0 0 0,-1 1 1 0 0,0 0-1 0 0,1 1 0 0 0,0 0 0 0 0,0 0 0 0 0,-1 0 1 0 0,1 1-1 0 0,10 0 0 0 0,17-4 6 0 0,173-28 887 0 0,-206 33-540 0 0,11-2 527 0 0,-11 2-742 0 0,-1-1-1 0 0,1 1 1 0 0,-1-1-1 0 0,1 1 1 0 0,-1 0-1 0 0,0 0 1 0 0,1 0-1 0 0,-1 0 0 0 0,1 0 1 0 0,-1 0-1 0 0,1 0 1 0 0,-1 0-1 0 0,1 0 1 0 0,-1 1-1 0 0,1-1 1 0 0,-1 1-1 0 0,0-1 1 0 0,1 1-1 0 0,-1-1 1 0 0,0 1-1 0 0,1 0 1 0 0,-1 0-1 0 0,0-1 0 0 0,0 1 1 0 0,0 0-1 0 0,2 2 1 0 0,-3 0-131 0 0,1 1 1 0 0,-1-1 0 0 0,0 1-1 0 0,-1 0 1 0 0,1-1-1 0 0,0 1 1 0 0,-1 0 0 0 0,0-1-1 0 0,0 1 1 0 0,0-1-1 0 0,-2 4 1 0 0,1 1 28 0 0,-68 343-661 0 0,58-246-2030 0 0,2-13-3335 0 0,-2-32-4031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6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62 548 0 0,'-6'-22'11577'0'0,"1"13"-8349"0"0,4 8-3073 0 0,1 0 0 0 0,-1 1-1 0 0,1-1 1 0 0,-1 0 0 0 0,1 0-1 0 0,-1 1 1 0 0,1-1 0 0 0,-1 0-1 0 0,1 0 1 0 0,0 0-1 0 0,0 0 1 0 0,-1 1 0 0 0,1-1-1 0 0,0 0 1 0 0,0 0 0 0 0,0 0-1 0 0,0 0 1 0 0,0 0 0 0 0,0 0-1 0 0,0 0 1 0 0,0 1-1 0 0,0-1 1 0 0,0 0 0 0 0,0 0-1 0 0,1 0 1 0 0,-1 0 0 0 0,0 0-1 0 0,1 1 1 0 0,-1-1 0 0 0,1 0-1 0 0,0-1 1 0 0,0 1-143 0 0,14 0-16 0 0,-10 1-4 0 0,-1 0 1 0 0,1 0-1 0 0,-1 1 0 0 0,1-1 1 0 0,-1 1-1 0 0,0 0 0 0 0,1 0 1 0 0,-1 1-1 0 0,0-1 0 0 0,0 1 1 0 0,4 2-1 0 0,38 27-31 0 0,-40-26 36 0 0,0 0 1 0 0,0 0 0 0 0,0 0-1 0 0,-1 1 1 0 0,0 0 0 0 0,0 0 0 0 0,-1 0-1 0 0,0 1 1 0 0,0 0 0 0 0,0 0-1 0 0,-1 0 1 0 0,0 0 0 0 0,0 0 0 0 0,-1 0-1 0 0,3 14 1 0 0,-4-11 7 0 0,0 0-1 0 0,-1 1 0 0 0,0-1 1 0 0,0 0-1 0 0,-1 0 1 0 0,-1 1-1 0 0,0-1 0 0 0,0 0 1 0 0,-1 0-1 0 0,0-1 1 0 0,-7 15-1 0 0,-1-2 4 0 0,-1-1 0 0 0,-1 0 1 0 0,-22 29-1 0 0,-54 52 9 0 0,66-76 3 0 0,-16 16-130 0 0,38-41 64 0 0,1 0 49 0 0,1-1 0 0 0,-1 1-1 0 0,1 0 1 0 0,-1 0 0 0 0,1-1 0 0 0,-1 1-1 0 0,1 0 1 0 0,0 0 0 0 0,-1-1 0 0 0,1 1-1 0 0,0-1 1 0 0,0 1 0 0 0,-1-1 0 0 0,1 1-1 0 0,0-1 1 0 0,0 1 0 0 0,0-1 0 0 0,0 0-1 0 0,0 1 1 0 0,-1-1 0 0 0,1 0 0 0 0,0 0-1 0 0,0 0 1 0 0,0 0 0 0 0,0 0-1 0 0,0 0 1 0 0,0 0 0 0 0,0 0 0 0 0,0 0-1 0 0,0 0 1 0 0,0 0 0 0 0,1-1 0 0 0,43-7 27 0 0,-31 5-23 0 0,130-26 26 0 0,121-21-67 0 0,-234 47 21 0 0,-28 3 11 0 0,0 0-6 0 0,0 1-45 0 0,6 0 431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6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76 2636 0 0,'0'-14'6289'0'0,"0"8"-4433"0"0,0 0-1 0 0,0 1 1 0 0,-1-1-1 0 0,0 0 1 0 0,0 0-1 0 0,0 1 0 0 0,-6-16 3582 0 0,3 27-4967 0 0,-1 14-651 0 0,-17 383 568 0 0,21-387-408 0 0,0-11-403 0 0,-3 28-1879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7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9 436 0 0,'-16'3'11154'0'0,"0"2"-3956"0"0,5-1-2987 0 0,29-4-3308 0 0,26-3-609 0 0,93-11-148 0 0,-135 14-350 0 0,22-3-2889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67 3268 0 0,'2'-51'25531'0'0,"-4"39"-21708"0"0,0 9-3678 0 0,-1 14-145 0 0,-3 167 0 0 0,5-102 0 0 0,5 67-4116 0 0,17 69-9298 0 0,-17-178 581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29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1 784 0 0,'22'18'30245'0'0,"-48"27"-44989"0"0,18-29 7981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0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2156 0 0,'-2'16'7366'0'0,"-9"35"7391"0"0,5-36-9029 0 0,4-10-7150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0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38 2128 0 0,'-27'-31'23389'0'0,"20"25"-23728"0"0,-3 43-5947 0 0,-2 6-3216 0 0,5-27 2516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0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60 0 0,'0'2'3654'0'0,"-1"6"-1924"0"0,-6 41 15383 0 0,3-32-15378 0 0,3-4-5102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1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 2032 0 0,'-30'0'22936'0'0,"27"0"-22269"0"0,-10-1 1413 0 0,7 2-5030 0 0,5 0 2754 0 0,0-1 0 0 0,1 0 0 0 0,-1 1 0 0 0,1-1 0 0 0,-1 0 0 0 0,1 1-1 0 0,-1-1 1 0 0,1 1 0 0 0,-6 40-7030 0 0,3-25 1541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1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2412 0 0,'-10'54'15375'0'0,"3"-18"-7850"0"0,6-29-6257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2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60 2044 0 0,'0'0'4315'0'0,"-6"-22"5018"0"0,4 20-9007 0 0,1-1 1 0 0,-1 0-1 0 0,0 1 0 0 0,0-1 1 0 0,0 1-1 0 0,-1-1 0 0 0,1 1 1 0 0,-1 0-1 0 0,1 0 0 0 0,-1 0 0 0 0,1 1 1 0 0,-1-1-1 0 0,0 0 0 0 0,0 1 1 0 0,0 0-1 0 0,-4-2 0 0 0,3 2-237 0 0,-1 1 0 0 0,1-1 0 0 0,0 1 0 0 0,0 0 0 0 0,0 0 0 0 0,0 0 0 0 0,0 1 0 0 0,0 0 0 0 0,0-1 0 0 0,0 1 0 0 0,-6 3-1 0 0,1-1-124 0 0,0 1 0 0 0,1 1-1 0 0,-1 0 1 0 0,1 0-1 0 0,0 0 1 0 0,1 1 0 0 0,-1 0-1 0 0,1 1 1 0 0,1-1-1 0 0,-9 11 1 0 0,7-6 34 0 0,0 1-1 0 0,1 0 1 0 0,1 0-1 0 0,0 0 1 0 0,-8 24-1 0 0,12-30-8 0 0,0 0 1 0 0,0 0-1 0 0,1 0 0 0 0,0 0 0 0 0,0 0 0 0 0,1 0 0 0 0,0 0 1 0 0,0 0-1 0 0,0 1 0 0 0,1-1 0 0 0,-1 0 0 0 0,2 0 0 0 0,-1 0 1 0 0,1 0-1 0 0,2 7 0 0 0,-2-10 7 0 0,0-1 0 0 0,0 1 0 0 0,0-1 0 0 0,0 1 1 0 0,0-1-1 0 0,0 0 0 0 0,1 0 0 0 0,-1 0 0 0 0,1 0 0 0 0,-1 0 0 0 0,5 2 0 0 0,6 0-48 0 0,21 1 12 0 0,-21-8 24 0 0,-4 0 4 0 0,-2 2-7 0 0,0-2 0 0 0,0 1 0 0 0,0-1 0 0 0,0 0 0 0 0,-1 0 0 0 0,1-1 0 0 0,-1 0 0 0 0,0 0 0 0 0,0 0 0 0 0,0-1 0 0 0,-1 0 0 0 0,0 0 0 0 0,0-1 0 0 0,0 1 0 0 0,0-1 1 0 0,5-9-1 0 0,0-2 603 0 0,-1 0 0 0 0,0 0 1 0 0,-2-1-1 0 0,12-36 0 0 0,-19 53-521 0 0,0 0 0 0 0,0 0-1 0 0,0 0 1 0 0,1 0 0 0 0,-1 0-1 0 0,0 1 1 0 0,0-1 0 0 0,1 0 0 0 0,-1 0-1 0 0,1 0 1 0 0,-1 0 0 0 0,1 0-1 0 0,-1 1 1 0 0,1-1 0 0 0,-1 0-1 0 0,3-1 1 0 0,0 15 213 0 0,-2 37-405 0 0,-1-44 232 0 0,2 202-714 0 0,2 0-5523 0 0,-2-137 2173 0 0,-3-31-975 0 0,1-1-2484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3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21 135 164 0 0,'-15'-11'9484'0'0,"10"0"-4978"0"0,5 9-4443 0 0,0 1 0 0 0,1-1 0 0 0,-1 1 0 0 0,1-1 0 0 0,0 1 0 0 0,-1 0 0 0 0,1-1 0 0 0,0 1 0 0 0,0 0 0 0 0,0 0 0 0 0,-1-1 0 0 0,2 1 0 0 0,-1 0-1 0 0,0 0 1 0 0,0 0 0 0 0,0 0 0 0 0,0 0 0 0 0,1 0 0 0 0,0 0 0 0 0,14-9 8 0 0,1 0 0 0 0,0 1-1 0 0,26-10 1 0 0,22-4-2874 0 0,-28 10-1314 0 0,-28 9 1291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3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0 1724 0 0,'-3'1'2490'0'0,"-22"0"3212"0"0,18-1-4677 0 0,1 0 0 0 0,-1 0-1 0 0,0 1 1 0 0,1 0 0 0 0,-12 3-1 0 0,15-3-974 0 0,1 0-1 0 0,0 1 0 0 0,0-1 1 0 0,1 1-1 0 0,-1-1 0 0 0,0 1 1 0 0,0-1-1 0 0,1 1 1 0 0,-1 0-1 0 0,1 0 0 0 0,-1 0 1 0 0,1 0-1 0 0,-1 2 0 0 0,-13 29 73 0 0,13-29-97 0 0,-8 23 51 0 0,-9 33 0 0 0,16-49-41 0 0,1 0 0 0 0,0 0 0 0 0,1 0 0 0 0,0 1 0 0 0,2 20 0 0 0,-1-30-25 0 0,0-1 0 0 0,0 1 0 0 0,1-1-1 0 0,-1 0 1 0 0,0 1 0 0 0,1-1 0 0 0,-1 0 0 0 0,1 0-1 0 0,-1 1 1 0 0,1-1 0 0 0,0 0 0 0 0,0 0 0 0 0,-1 0-1 0 0,1 0 1 0 0,0 0 0 0 0,0 0 0 0 0,0 0-1 0 0,0 0 1 0 0,0 0 0 0 0,1 0 0 0 0,-1 0 0 0 0,0-1-1 0 0,0 1 1 0 0,0 0 0 0 0,1-1 0 0 0,-1 1 0 0 0,0-1-1 0 0,1 0 1 0 0,-1 1 0 0 0,2-1 0 0 0,4 1 7 0 0,0-1 0 0 0,1 1 0 0 0,-1-2 0 0 0,13-1 0 0 0,-7 1 2 0 0,4-1-22 0 0,0 1-1 0 0,0 1 1 0 0,34 4-1 0 0,-46-3 5 0 0,1 0-1 0 0,0 1 1 0 0,0 0-1 0 0,-1 0 1 0 0,1 0-1 0 0,-1 1 1 0 0,1-1-1 0 0,-1 1 1 0 0,0 1-1 0 0,0-1 1 0 0,0 1-1 0 0,-1 0 1 0 0,1 0-1 0 0,-1 0 1 0 0,6 7-1 0 0,-6-5 92 0 0,0-1 1 0 0,0 1-1 0 0,-1 0 0 0 0,0 0 0 0 0,0 0 0 0 0,0 1 0 0 0,0-1 0 0 0,-1 1 0 0 0,-1 0 1 0 0,1-1-1 0 0,-1 1 0 0 0,0 0 0 0 0,0 0 0 0 0,-1 0 0 0 0,0 0 0 0 0,-1 10 0 0 0,0-11 48 0 0,0-1 0 0 0,-1 0-1 0 0,1 0 1 0 0,-1 0-1 0 0,-1 0 1 0 0,1 0 0 0 0,0 0-1 0 0,-1-1 1 0 0,0 1-1 0 0,0-1 1 0 0,-1 1-1 0 0,1-1 1 0 0,-1 0 0 0 0,0-1-1 0 0,0 1 1 0 0,0-1-1 0 0,0 0 1 0 0,-1 1 0 0 0,0-2-1 0 0,1 1 1 0 0,-10 3-1 0 0,4-2-110 0 0,0-2-1 0 0,0 1 0 0 0,0-1 0 0 0,0-1 0 0 0,0 1 0 0 0,0-2 0 0 0,0 1 1 0 0,-1-2-1 0 0,1 1 0 0 0,0-1 0 0 0,0-1 0 0 0,-13-3 0 0 0,22 5-158 0 0,0 0-1 0 0,0-1 1 0 0,0 1-1 0 0,-1 0 1 0 0,1-1-1 0 0,0 1 1 0 0,0-1-1 0 0,0 1 1 0 0,0-1-1 0 0,0 1 1 0 0,0-1-1 0 0,0 0 1 0 0,0 0-1 0 0,0 1 1 0 0,0-1-1 0 0,0 0 0 0 0,-1-2 1 0 0,2 2-29 0 0,0 1 0 0 0,-1-1 0 0 0,1 0 0 0 0,0 0-1 0 0,0 1 1 0 0,0-1 0 0 0,0 0 0 0 0,0 0 0 0 0,0 0 0 0 0,0 1 0 0 0,0-1 0 0 0,0 0 0 0 0,0 0-1 0 0,0 0 1 0 0,1 1 0 0 0,-1-1 0 0 0,0 0 0 0 0,0 0 0 0 0,2-1 0 0 0,0-2-1240 0 0,2-1 0 0 0,-1 1 0 0 0,1-1 0 0 0,-1 1 0 0 0,8-5 0 0 0,-10 8 882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41 126 744 0 0,'1'-2'3144'0'0,"7"-16"3136"0"0,8-13 655 0 0,-14 27-6590 0 0,1 0 0 0 0,0 0 0 0 0,0 0 0 0 0,0 1 0 0 0,7-7-1 0 0,-2 5-197 0 0,0-1 1 0 0,0 1-1 0 0,1 0 0 0 0,0 1 0 0 0,-1 0 0 0 0,1 1 0 0 0,1 0 0 0 0,-1 0 0 0 0,0 0 0 0 0,12 0 0 0 0,-16 2-127 0 0,0 1-1 0 0,0 0 1 0 0,0 0-1 0 0,0 0 1 0 0,0 1-1 0 0,0-1 1 0 0,0 1-1 0 0,-1 0 1 0 0,9 3 0 0 0,-10-2-13 0 0,0-1 0 0 0,-1 1 0 0 0,1-1 0 0 0,0 1 0 0 0,-1 0 0 0 0,1 0 0 0 0,-1 0 0 0 0,0 0 0 0 0,1 1 0 0 0,-1-1 0 0 0,0 0 1 0 0,0 1-1 0 0,-1 0 0 0 0,1-1 0 0 0,-1 1 0 0 0,2 3 0 0 0,-1-1 8 0 0,-1 0 0 0 0,0 0-1 0 0,0 0 1 0 0,0 1 0 0 0,-1-1 0 0 0,0 0 0 0 0,0 0 0 0 0,0 0 0 0 0,0 0-1 0 0,-1 0 1 0 0,0 0 0 0 0,0 1 0 0 0,0-1 0 0 0,-1-1 0 0 0,-3 9-1 0 0,-4 6 66 0 0,0 0-1 0 0,-17 24 0 0 0,-3-3 151 0 0,-2-1 1 0 0,-51 51-1 0 0,-17 19 105 0 0,99-109-332 0 0,0 1 1 0 0,0-1-1 0 0,-1 0 0 0 0,1 0 0 0 0,0 1 0 0 0,0-1 0 0 0,-1 0 0 0 0,1 0 0 0 0,0 1 0 0 0,0-1 0 0 0,0 0 0 0 0,0 1 0 0 0,-1-1 0 0 0,1 0 0 0 0,0 1 0 0 0,0-1 0 0 0,0 0 0 0 0,0 1 0 0 0,0-1 0 0 0,0 0 0 0 0,0 1 0 0 0,0-1 0 0 0,0 0 1 0 0,0 1-1 0 0,0-1 0 0 0,0 0 0 0 0,0 1 0 0 0,0-1 0 0 0,0 0 0 0 0,0 1 0 0 0,0-1 0 0 0,1 0 0 0 0,-1 1 0 0 0,0-1 0 0 0,0 0 0 0 0,0 0 0 0 0,0 1 0 0 0,1-1 0 0 0,-1 0 0 0 0,0 0 0 0 0,0 1 0 0 0,1-1 0 0 0,-1 0 0 0 0,0 0 1 0 0,1 1-1 0 0,-1-1 0 0 0,0 0 0 0 0,0 0 0 0 0,1 0 0 0 0,-1 0 0 0 0,0 0 0 0 0,1 0 0 0 0,-1 1 0 0 0,0-1 0 0 0,1 0 0 0 0,-1 0 0 0 0,0 0 0 0 0,1 0 0 0 0,-1 0 0 0 0,0 0 0 0 0,1 0 0 0 0,24 0 17 0 0,-25 0-19 0 0,231-36-1925 0 0,-61 7-3197 0 0,-76 15-2095 0 0,-51 7 1064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5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48 792 0 0,'-10'-18'20701'0'0,"9"18"-20526"0"0,-15 12 1827 0 0,-17 31-3362 0 0,28-36 2083 0 0,-16 23-613 0 0,2 0 0 0 0,-21 44 0 0 0,32-55-119 0 0,0 0 0 0 0,1 0 1 0 0,1 1-1 0 0,1 0 0 0 0,-4 32 1 0 0,8-46 22 0 0,1 0 0 0 0,0-1 0 0 0,0 1 0 0 0,0 0 0 0 0,1-1 0 0 0,0 1 0 0 0,0 0 0 0 0,0-1 0 0 0,1 1 0 0 0,4 9-1 0 0,-5-12 2 0 0,1 0-1 0 0,0 0 0 0 0,0-1 0 0 0,0 1 1 0 0,0 0-1 0 0,0-1 0 0 0,0 0 0 0 0,1 1 1 0 0,-1-1-1 0 0,1 0 0 0 0,0 0 0 0 0,0-1 1 0 0,0 1-1 0 0,-1 0 0 0 0,2-1 0 0 0,-1 0 1 0 0,0 0-1 0 0,0 0 0 0 0,0 0 0 0 0,4 1 1 0 0,8-1 15 0 0,-1 0 0 0 0,1 0 0 0 0,-1-1 0 0 0,0-1 0 0 0,1-1 0 0 0,-1 0 0 0 0,0-1 1 0 0,0 0-1 0 0,18-7 0 0 0,-14 4 6 0 0,-1-2 1 0 0,0 0 0 0 0,0 0-1 0 0,0-2 1 0 0,-2 0-1 0 0,27-21 1 0 0,-33 22-15 0 0,0 1-1 0 0,0-1 1 0 0,-1-1 0 0 0,-1 0-1 0 0,1 0 1 0 0,-2 0 0 0 0,1-1-1 0 0,-1 0 1 0 0,-1 0 0 0 0,0 0-1 0 0,5-18 1 0 0,-9 23-11 0 0,1-1-1 0 0,-1 0 1 0 0,0 0-1 0 0,-1 1 1 0 0,0-1 0 0 0,0 0-1 0 0,0 0 1 0 0,-1 0-1 0 0,0 1 1 0 0,0-1 0 0 0,0 0-1 0 0,-1 1 1 0 0,0-1-1 0 0,-1 1 1 0 0,0-1 0 0 0,0 1-1 0 0,0 0 1 0 0,0 0-1 0 0,-1 1 1 0 0,0-1 0 0 0,0 1-1 0 0,-6-6 1 0 0,2 3-419 0 0,-1 0 0 0 0,-1 1 0 0 0,1 0 0 0 0,-1 1 1 0 0,0 0-1 0 0,-1 0 0 0 0,1 1 0 0 0,-1 1 0 0 0,0 0 0 0 0,-17-5 0 0 0,-13 0-3683 0 0,-65-6-1 0 0,68 11 2213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5:36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575 140 1868 0 0,'-25'-10'13797'0'0,"25"10"-13768"0"0,-1 0 0 0 0,1 0 0 0 0,0-1 0 0 0,-1 1 0 0 0,1 0 0 0 0,0-1 0 0 0,0 1 0 0 0,0 0 0 0 0,-1-1 0 0 0,1 1 0 0 0,0 0 0 0 0,0-1 0 0 0,0 1 0 0 0,0 0 0 0 0,0-1 0 0 0,0 1 0 0 0,0 0 0 0 0,-1-1 0 0 0,1 1 0 0 0,0-1 0 0 0,0 1 0 0 0,0 0 0 0 0,1-1 0 0 0,-1 1 0 0 0,0 0 0 0 0,0-1 0 0 0,0 1 0 0 0,0-1 0 0 0,0 1 0 0 0,0 0 0 0 0,0-1 0 0 0,1 1 0 0 0,-1 0 0 0 0,0-1-1 0 0,0 1 1 0 0,0 0 0 0 0,1 0 0 0 0,-1-1 0 0 0,0 1 0 0 0,1 0 0 0 0,-1 0 0 0 0,0-1 0 0 0,0 1 0 0 0,1 0 0 0 0,-1 0 0 0 0,0 0 0 0 0,1-1 0 0 0,-1 1 0 0 0,1 0 0 0 0,-1 0 0 0 0,1 0 0 0 0,27-12 234 0 0,-19 8-156 0 0,44-15 127 0 0,61-15 0 0 0,-90 28-192 0 0,141-32 270 0 0,-162 37-300 0 0,14 1 14 0 0,-16 0-26 0 0,0 0 0 0 0,0 0 0 0 0,0 0 0 0 0,0 0 0 0 0,0 0 0 0 0,0 0 1 0 0,0 0-1 0 0,0 0 0 0 0,0 0 0 0 0,0 0 0 0 0,0 0 0 0 0,0 1 0 0 0,0-1 0 0 0,0 0 0 0 0,-1 1 0 0 0,1-1 0 0 0,0 1 0 0 0,0-1 0 0 0,0 1 0 0 0,0-1 0 0 0,-1 1 0 0 0,1 0 0 0 0,0-1 0 0 0,0 1 0 0 0,-1 0 0 0 0,1 0 0 0 0,0-1 0 0 0,-1 1 0 0 0,1 0 1 0 0,-1 0-1 0 0,1 0 0 0 0,-1 0 0 0 0,1 1 0 0 0,5 15 210 0 0,-1-1 0 0 0,0 1 1 0 0,-1 0-1 0 0,-1 0 1 0 0,0 0-1 0 0,-1 24 0 0 0,1-7 160 0 0,28 613 2861 0 0,-43 1-1854 0 0,4-379-703 0 0,0 28-146 0 0,-7 514 281 0 0,30-21-542 0 0,-6-463-128 0 0,-3-113-24 0 0,3 148 574 0 0,-7-291 2200 0 0,-2-69-2551 0 0,1 39 704 0 0,-1-40-686 0 0,0 1-296 0 0,-1 6-53 0 0,-2 0-7 0 0,-1 0 0 0 0,1 0 0 0 0,0 0 0 0 0,-1-1 0 0 0,-1 0 0 0 0,-1 2 0 0 0,3-6 0 0 0,1 1 0 0 0,-1-1 0 0 0,-1 0 0 0 0,1 0 0 0 0,0 0 0 0 0,-1 0 0 0 0,1-1 0 0 0,-1 1 0 0 0,0-1 0 0 0,0 0 0 0 0,0 0 0 0 0,0 0 0 0 0,0-1 0 0 0,0 1 0 0 0,-1-1 0 0 0,1 0 0 0 0,0-1 0 0 0,-7 2 0 0 0,-2 0 0 0 0,-42 7-1246 0 0,-93 4 1 0 0,-57-12-2846 0 0,157-1 3430 0 0,-165-4-5000 0 0,71-2-1532 0 0,16-2-3073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16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1 844 0 0,'4'25'7727'0'0,"-1"-19"-9170"0"0,-2-5 1023 0 0,0-1 295 0 0,-1-1 0 0 0,1 1 0 0 0,-1 0 1 0 0,1 0-1 0 0,-1 0 0 0 0,1 0 0 0 0,-1 0 1 0 0,1 0-1 0 0,-1 0 0 0 0,1-1 0 0 0,-1 1 1 0 0,1 0-1 0 0,-1 0 0 0 0,1-1 0 0 0,-1 1 1 0 0,0 0-1 0 0,1-1 0 0 0,-1 1 0 0 0,0 0 0 0 0,1-1 1 0 0,5-9-1560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15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16 616 0 0,'0'0'3546'0'0,"7"-16"-4775"0"0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16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53 512 0 0,'0'-5'673'0'0,"0"0"1"0"0,-1 1-1 0 0,1-1 0 0 0,-1 1 0 0 0,0-1 0 0 0,0 0 1 0 0,-2-5-1 0 0,3 9-697 0 0,-2-8-2645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16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51 404 0 0,'-2'11'5237'0'0,"9"-22"-5373"0"0,-5 1-181 0 0,-2 0-327 0 0,3-4-792 0 0,-1-2 732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18 996 0 0,'-2'-18'13960'0'0,"4"42"-12983"0"0,0 1-1 0 0,7 23 1 0 0,2 24 7 0 0,-2 42-39 0 0,-8 150 1 0 0,-2-226-893 0 0,-6 60-1551 0 0,7-97 798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6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17 304 772 0 0,'-2'-59'7996'0'0,"0"38"-6281"0"0,1 0 0 0 0,1 0 0 0 0,1 0 0 0 0,5-28 0 0 0,-5 43-1639 0 0,1 0 0 0 0,-1 0 0 0 0,1 0 0 0 0,1 0 0 0 0,-1 1 0 0 0,1-1 0 0 0,0 1 0 0 0,0 0 0 0 0,1-1 0 0 0,0 2 0 0 0,0-1 0 0 0,0 0 0 0 0,0 1 0 0 0,1 0 0 0 0,-1 0 1 0 0,1 0-1 0 0,0 0 0 0 0,0 1 0 0 0,9-4 0 0 0,-11 5-73 0 0,0 0 0 0 0,0 1 0 0 0,1 0 0 0 0,-1 0 0 0 0,0 0 0 0 0,1 0 0 0 0,-1 0 0 0 0,1 1 0 0 0,-1-1 0 0 0,1 1 0 0 0,-1 0 0 0 0,1 0 0 0 0,-1 1 0 0 0,1-1 0 0 0,-1 1 0 0 0,1-1 0 0 0,-1 1 0 0 0,1 0 0 0 0,-1 0 0 0 0,0 1 0 0 0,0-1 1 0 0,0 1-1 0 0,1 0 0 0 0,-1-1 0 0 0,-1 1 0 0 0,1 1 0 0 0,4 3 0 0 0,-2-1 11 0 0,0 0 0 0 0,-1 0 0 0 0,0 0 0 0 0,0 1 0 0 0,-1 0 0 0 0,0 0 1 0 0,0 0-1 0 0,0 0 0 0 0,0 0 0 0 0,-1 0 0 0 0,0 1 0 0 0,-1-1 0 0 0,2 12 0 0 0,-2 0 7 0 0,-1-1 0 0 0,0 0-1 0 0,-2 0 1 0 0,0 0 0 0 0,-1 0-1 0 0,0-1 1 0 0,-2 1 0 0 0,0-1-1 0 0,-8 17 1 0 0,0-1 15 0 0,-3-1 0 0 0,0-1 0 0 0,-31 42 0 0 0,37-57 122 0 0,0-2-1 0 0,-2 1 0 0 0,1-1 1 0 0,-1-1-1 0 0,-16 12 1 0 0,26-22-49 0 0,-12 2 260 0 0,13-4-354 0 0,0 0-1 0 0,0-1 1 0 0,1 1-1 0 0,-1 0 1 0 0,0-1 0 0 0,1 1-1 0 0,-1 0 1 0 0,0-1-1 0 0,1 1 1 0 0,-1-1 0 0 0,0 0-1 0 0,1 1 1 0 0,-1-1-1 0 0,1 1 1 0 0,-1-1 0 0 0,1 0-1 0 0,-1 1 1 0 0,1-1 0 0 0,0 0-1 0 0,-1 1 1 0 0,1-1-1 0 0,0 0 1 0 0,-1 0 0 0 0,1 0-1 0 0,0 1 1 0 0,0-1-1 0 0,0 0 1 0 0,0 0 0 0 0,0 0-1 0 0,0 1 1 0 0,0-1-1 0 0,0 0 1 0 0,0 0 0 0 0,0-1-1 0 0,1 0-3 0 0,7-3-14 0 0,-4 4 0 0 0,0 1 0 0 0,0 0 0 0 0,-1 0 0 0 0,1 0 0 0 0,0 0 0 0 0,-1 1 0 0 0,1 0 0 0 0,-1-1-1 0 0,1 1 1 0 0,-1 1 0 0 0,1-1 0 0 0,-1 0 0 0 0,1 1 0 0 0,-1 0 0 0 0,0-1 0 0 0,0 1 0 0 0,4 3 0 0 0,9 7 36 0 0,26 26 0 0 0,-38-35-24 0 0,36 39-433 0 0,39 50-1 0 0,-29-31-3206 0 0,3-3-5349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7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3092 0 0,'0'-3'2330'0'0,"1"-3"-595"0"0,0-1 0 0 0,0 1 0 0 0,1 0 0 0 0,0-1 0 0 0,4-6 0 0 0,-6 11-1523 0 0,1 0 0 0 0,1 0 1 0 0,-1 0-1 0 0,0 0 0 0 0,0 0 0 0 0,1 0 0 0 0,-1 1 1 0 0,1-1-1 0 0,-1 1 0 0 0,5-4 0 0 0,-5 5-19 0 0,-1-1-180 0 0,1 1 1 0 0,-1 0-1 0 0,1-1 1 0 0,-1 1-1 0 0,1 0 1 0 0,-1 0-1 0 0,1 0 1 0 0,-1-1-1 0 0,1 1 0 0 0,-1 0 1 0 0,1 0-1 0 0,0 0 1 0 0,-1 0-1 0 0,1 0 1 0 0,-1 0-1 0 0,1 0 0 0 0,-1 0 1 0 0,1 0-1 0 0,-1 0 1 0 0,1 0-1 0 0,-1 1 1 0 0,1-1-1 0 0,-1 0 1 0 0,1 0-1 0 0,-1 0 0 0 0,1 1 1 0 0,-1-1-1 0 0,1 0 1 0 0,-1 1-1 0 0,1-1 1 0 0,16 8 158 0 0,-14-5-130 0 0,0 0 1 0 0,-1 0-1 0 0,1 1 0 0 0,-1-1 0 0 0,1 1 0 0 0,-1 0 0 0 0,0-1 0 0 0,0 1 0 0 0,-1 0 0 0 0,1 0 0 0 0,-1 0 0 0 0,0 0 0 0 0,0 1 1 0 0,1 7-1 0 0,-1 4 229 0 0,0 1 0 0 0,-2 22 1 0 0,-2-5 263 0 0,-3 1 0 0 0,-10 40 0 0 0,-2 9 97 0 0,17-82-613 0 0,1-1-12 0 0,0-1 0 0 0,1 0-1 0 0,-1 1 1 0 0,0-1 0 0 0,0 1 0 0 0,0-1-1 0 0,0 0 1 0 0,0 1 0 0 0,0-1 0 0 0,1 1 0 0 0,-1-1-1 0 0,0 0 1 0 0,0 1 0 0 0,0-1 0 0 0,1 0-1 0 0,-1 1 1 0 0,0-1 0 0 0,1 0 0 0 0,-1 1 0 0 0,0-1-1 0 0,1 0 1 0 0,-1 0 0 0 0,0 0 0 0 0,1 1-1 0 0,-1-1 1 0 0,0 0 0 0 0,1 0 0 0 0,-1 0 0 0 0,1 0-1 0 0,-1 0 1 0 0,0 1 0 0 0,1-1 0 0 0,-1 0-1 0 0,1 0 1 0 0,-1 0 0 0 0,1 0 0 0 0,0 0 0 0 0,25-5-62 0 0,23-15-1480 0 0,-6 1-1115 0 0,29-15-7346 0 0,-50 21 3728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7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62 109 2752 0 0,'-41'-28'17326'0'0,"26"15"-12766"0"0,14 13-4516 0 0,1 0 0 0 0,0 0-1 0 0,-1 0 1 0 0,1 0-1 0 0,0 0 1 0 0,0-1 0 0 0,-1 1-1 0 0,1 0 1 0 0,0 0 0 0 0,0-1-1 0 0,0 1 1 0 0,-1 0-1 0 0,1 0 1 0 0,0-1 0 0 0,0 1-1 0 0,0 0 1 0 0,0 0 0 0 0,-1-1-1 0 0,1 1 1 0 0,0 0-1 0 0,0-1 1 0 0,0 1 0 0 0,0 0-1 0 0,0-1 1 0 0,0 1 0 0 0,0 0-1 0 0,0-1 1 0 0,0 1 0 0 0,0 0-1 0 0,0 0 1 0 0,0-1-1 0 0,0 1 1 0 0,0 0 0 0 0,0-1-1 0 0,0 1 1 0 0,1 0 0 0 0,-1-1-1 0 0,0 1 1 0 0,0 0-1 0 0,0 0 1 0 0,0-1 0 0 0,0 1-1 0 0,1 0 1 0 0,-1 0 0 0 0,0-1-1 0 0,1 1 1 0 0,-1-1 2 0 0,1-1 0 0 0,0 1 0 0 0,-1 0 0 0 0,1 0 0 0 0,0 0 0 0 0,0 0 0 0 0,-1 0 0 0 0,1 0 0 0 0,0 0 0 0 0,0 0 0 0 0,0 1 0 0 0,0-1 0 0 0,0 0 0 0 0,3-1 0 0 0,27-6-203 0 0,0 2 0 0 0,63-6 0 0 0,69 7-4870 0 0,-30 1-4737 0 0,-119 3 5809 0 0,0-2-1803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7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58 2460 0 0,'-8'-14'6166'0'0,"-18"-23"4892"0"0,26 30-9771 0 0,5 16-1210 0 0,-1 0-1 0 0,0 0 0 0 0,0 1 1 0 0,-1 0-1 0 0,0-1 1 0 0,-1 1-1 0 0,0 0 0 0 0,-1 0 1 0 0,0 0-1 0 0,0 0 1 0 0,-1 1-1 0 0,0-1 0 0 0,-1 0 1 0 0,-4 19-1 0 0,-3 9-1820 0 0,-1 1-1 0 0,-21 52 1 0 0,9-47-6815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7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1 100 556 0 0,'5'-15'3876'0'0,"-4"-9"4441"0"0,-1 9-4020 0 0,0 0-769 0 0,0 3-1072 0 0,0 2-72 0 0,0 1-1748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8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79 143 1648 0 0,'-41'-13'11298'0'0,"16"2"-6741"0"0,25 10-4496 0 0,-1 1 1 0 0,0-1 0 0 0,0 1-1 0 0,0-1 1 0 0,0 0-1 0 0,1 1 1 0 0,-1-1-1 0 0,0 0 1 0 0,1 0-1 0 0,-1 1 1 0 0,1-1-1 0 0,-1 0 1 0 0,1 0-1 0 0,-1 0 1 0 0,1 0-1 0 0,-1 0 1 0 0,1 0-1 0 0,0 0 1 0 0,-1 0-1 0 0,1 0 1 0 0,0 0-1 0 0,0 0 1 0 0,0 0-1 0 0,0 0 1 0 0,0 0-1 0 0,0 0 1 0 0,0 0 0 0 0,0 0-1 0 0,0 0 1 0 0,0 0-1 0 0,1 0 1 0 0,-1 0-1 0 0,0 1 1 0 0,1-1-1 0 0,-1 0 1 0 0,1 0-1 0 0,-1 0 1 0 0,1 0-1 0 0,-1 0 1 0 0,1 0-1 0 0,0 1 1 0 0,-1-1-1 0 0,2 0 1 0 0,1-4-6 0 0,1 0 0 0 0,1 1 0 0 0,-1 0-1 0 0,0 0 1 0 0,9-5 0 0 0,-1 2-32 0 0,1 0 0 0 0,0 1-1 0 0,0 0 1 0 0,1 1 0 0 0,0 1 0 0 0,0 0-1 0 0,25-4 1 0 0,-29 7-38 0 0,0 0-1 0 0,0 0 1 0 0,0 1 0 0 0,0 0 0 0 0,-1 1-1 0 0,1 0 1 0 0,0 1 0 0 0,0 0-1 0 0,0 0 1 0 0,-1 1 0 0 0,0 1 0 0 0,11 4-1 0 0,-15-5-23 0 0,-1 0 1 0 0,0 0-1 0 0,0 0 0 0 0,0 1 0 0 0,0 0 1 0 0,0 0-1 0 0,-1 0 0 0 0,1 0 0 0 0,-1 0 0 0 0,-1 0 1 0 0,1 1-1 0 0,0 0 0 0 0,2 7 0 0 0,-4-9-31 0 0,0-1 0 0 0,0 1-1 0 0,0 0 1 0 0,-1 0 0 0 0,1-1-1 0 0,-1 1 1 0 0,1 0 0 0 0,-1 0-1 0 0,0 0 1 0 0,0-1 0 0 0,-1 1-1 0 0,1 0 1 0 0,0 0 0 0 0,-1 0-1 0 0,0-1 1 0 0,0 1 0 0 0,1 0-1 0 0,-2-1 1 0 0,1 1 0 0 0,0-1-1 0 0,0 1 1 0 0,-1-1 0 0 0,0 1-1 0 0,1-1 1 0 0,-1 0 0 0 0,0 0-1 0 0,-4 3 1 0 0,-31 17-544 0 0,35-21 600 0 0,-24 4-1918 0 0,5 0 5233 0 0,9-11-3000 0 0,6 5-302 0 0,1 1 1 0 0,-1-1-1 0 0,1 1 0 0 0,-1 0 0 0 0,1 0 0 0 0,-1 1 0 0 0,0-1 0 0 0,1 1 0 0 0,0 1 0 0 0,-7 1 0 0 0,10-2-6 0 0,-1 0-2 0 0,-33 9-110 0 0,34-9 82 0 0,1-1-47 0 0,1 0 71 0 0,-1 0 1 0 0,0 0-1 0 0,1 0 0 0 0,-1 0 1 0 0,1 1-1 0 0,-1-1 1 0 0,0 0-1 0 0,1 0 1 0 0,-1 1-1 0 0,1-1 1 0 0,-1 0-1 0 0,1 1 1 0 0,-1-1-1 0 0,1 1 1 0 0,-1-1-1 0 0,1 1 1 0 0,0 4-3 0 0,0-1-1 0 0,1 1 1 0 0,0-1 0 0 0,0 0 0 0 0,0 1 0 0 0,1-1 0 0 0,-1 0-1 0 0,1 0 1 0 0,0 1 0 0 0,0-2 0 0 0,1 1 0 0 0,2 5 0 0 0,37 46-30 0 0,-39-51-91 0 0,150 167 1166 0 0,-130-149-1864 0 0,40 28 0 0 0,-43-37-2242 0 0,1 0 0 0 0,38 17-1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64 932 0 0,'-6'-4'2094'0'0,"0"0"-1"0"0,0-1 1 0 0,0 0-1 0 0,1 0 1 0 0,-5-7-1 0 0,-7-5 3848 0 0,9 7-2549 0 0,8 10-3370 0 0,-1 0 0 0 0,1-1-1 0 0,0 1 1 0 0,0 0 0 0 0,0 0 0 0 0,-1 0 0 0 0,1 0 0 0 0,0 0 0 0 0,0 0 0 0 0,-1 0 0 0 0,1 0 0 0 0,0 0 0 0 0,0 0 0 0 0,-1-1-1 0 0,1 1 1 0 0,0 0 0 0 0,0 1 0 0 0,-1-1 0 0 0,1 0 0 0 0,0 0 0 0 0,0 0 0 0 0,-1 0 0 0 0,1 0 0 0 0,0 0 0 0 0,0 0-1 0 0,0 0 1 0 0,-1 0 0 0 0,1 0 0 0 0,0 1 0 0 0,0-1 0 0 0,-1 0 0 0 0,1 0 0 0 0,0 0 0 0 0,0 0 0 0 0,0 1 0 0 0,0-1-1 0 0,-1 0 1 0 0,1 0 0 0 0,0 0 0 0 0,0 1 0 0 0,0-1 0 0 0,0 0 0 0 0,0 0 0 0 0,0 1 0 0 0,0-1 0 0 0,0 0 0 0 0,0 0-1 0 0,0 0 1 0 0,0 1 0 0 0,-1-1 0 0 0,1 0 0 0 0,0 0 0 0 0,1 1 0 0 0,-1-1 0 0 0,0 0 0 0 0,0 0 0 0 0,0 1 0 0 0,0-1 0 0 0,0 0-1 0 0,0 0 1 0 0,0 1 0 0 0,0-1 0 0 0,12 134 1333 0 0,-2-41-764 0 0,7 441-1253 0 0,-17-525 88 0 0,1 20-2784 0 0,4-12-1936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9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79 3288 0 0,'-13'-6'7039'0'0,"11"5"-6596"0"0,0 1-1 0 0,0-1 1 0 0,1 0 0 0 0,-1 0 0 0 0,1 0-1 0 0,-1 0 1 0 0,0-1 0 0 0,1 1-1 0 0,0 0 1 0 0,-1 0 0 0 0,1-1 0 0 0,0 1-1 0 0,0-1 1 0 0,0 1 0 0 0,0-1-1 0 0,0 0 1 0 0,0 1 0 0 0,-1-4 0 0 0,2 3-353 0 0,0 1 1 0 0,-1-1 0 0 0,1 1-1 0 0,0-1 1 0 0,0 0 0 0 0,0 1-1 0 0,0-1 1 0 0,1 0 0 0 0,-1 1-1 0 0,0-1 1 0 0,1 0 0 0 0,-1 1-1 0 0,1-1 1 0 0,0 1 0 0 0,-1-1-1 0 0,1 1 1 0 0,0-1 0 0 0,0 1-1 0 0,0 0 1 0 0,0-1 0 0 0,0 1-1 0 0,0 0 1 0 0,0 0 0 0 0,0 0-1 0 0,1-1 1 0 0,-1 1 0 0 0,0 1-1 0 0,1-1 1 0 0,-1 0 0 0 0,4-1-1 0 0,-4 1-85 0 0,1 1 0 0 0,-1 0 1 0 0,1 0-1 0 0,-1 0 0 0 0,1 0 0 0 0,0 0 0 0 0,-1 0 0 0 0,1 0 0 0 0,-1 0 0 0 0,1 0 0 0 0,0 1 0 0 0,-1-1 0 0 0,1 1 0 0 0,-1-1 0 0 0,3 2 1 0 0,21 13 29 0 0,-20-11-21 0 0,-1 0 1 0 0,0 0-1 0 0,0 0 0 0 0,0 1 1 0 0,0 0-1 0 0,-1 0 0 0 0,0 0 1 0 0,0 0-1 0 0,0 0 0 0 0,0 0 1 0 0,-1 1-1 0 0,0 0 0 0 0,1 6 1 0 0,-1-2-2 0 0,0-1 0 0 0,-1 1 0 0 0,-1-1 0 0 0,0 1 0 0 0,0-1 0 0 0,-1 1 0 0 0,-3 15 0 0 0,-1-4 136 0 0,-1 0-1 0 0,-1 0 0 0 0,-1 0 0 0 0,-1-1 0 0 0,-1 0 0 0 0,-17 26 0 0 0,21-36-9 0 0,-57 94 1947 0 0,62-103-1975 0 0,4 2-30 0 0,-3-3-80 0 0,0 1 0 0 0,0-1 1 0 0,0 0-1 0 0,0 0 1 0 0,0 0-1 0 0,0 0 1 0 0,1 1-1 0 0,-1-1 1 0 0,0 0-1 0 0,0 0 0 0 0,0 0 1 0 0,0 0-1 0 0,0 1 1 0 0,0-1-1 0 0,1 0 1 0 0,-1 0-1 0 0,0 0 1 0 0,0 0-1 0 0,0 0 0 0 0,0 0 1 0 0,1 1-1 0 0,-1-1 1 0 0,0 0-1 0 0,0 0 1 0 0,0 0-1 0 0,1 0 1 0 0,-1 0-1 0 0,0 0 0 0 0,0 0 1 0 0,0 0-1 0 0,1 0 1 0 0,-1 0-1 0 0,0 0 1 0 0,0 0-1 0 0,0 0 1 0 0,1 0-1 0 0,-1 0 0 0 0,0 0 1 0 0,0 0-1 0 0,60-16-2248 0 0,65-26 0 0 0,-3-6-8792 0 0,-87 34 3494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29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0 2904 0 0,'-26'3'5061'0'0,"-31"2"6879"0"0,21 3-5720 0 0,40-10-6085 0 0,0 1 0 0 0,0 0 0 0 0,1 1 1 0 0,-1-1-1 0 0,8 0 0 0 0,107 1-2374 0 0,-62 1-2423 0 0,-1-2-4965 0 0,-36 0 1623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0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93 1308 0 0,'-21'-25'13917'0'0,"14"14"-11747"0"0,7 10-1989 0 0,-1 0 0 0 0,1 0 0 0 0,0-1 0 0 0,-1 1 0 0 0,1 0 0 0 0,0 0-1 0 0,0-1 1 0 0,0 1 0 0 0,0 0 0 0 0,0-1 0 0 0,0 1 0 0 0,0 0 0 0 0,0-1 0 0 0,0 1 0 0 0,1 0 0 0 0,-1 0 0 0 0,1-1 0 0 0,-1 1 0 0 0,1 0 0 0 0,-1 0 0 0 0,1 0-1 0 0,0 0 1 0 0,-1-1 0 0 0,1 1 0 0 0,0 0 0 0 0,0 0 0 0 0,0 0 0 0 0,0 1 0 0 0,0-1 0 0 0,0 0 0 0 0,2-1 0 0 0,0-1-109 0 0,1 1 1 0 0,0 0 0 0 0,0 0-1 0 0,-1 1 1 0 0,1-1 0 0 0,0 1-1 0 0,0-1 1 0 0,0 1 0 0 0,1 0 0 0 0,-1 1-1 0 0,0-1 1 0 0,0 1 0 0 0,0 0-1 0 0,1 0 1 0 0,-1 0 0 0 0,0 0-1 0 0,0 1 1 0 0,0 0 0 0 0,1 0-1 0 0,-1 0 1 0 0,0 0 0 0 0,0 1-1 0 0,-1-1 1 0 0,7 5 0 0 0,-4-3-44 0 0,0 0 0 0 0,0 1 0 0 0,-1 0 0 0 0,0 0 0 0 0,1 0 1 0 0,-2 1-1 0 0,1 0 0 0 0,0 0 0 0 0,-1 0 0 0 0,0 0 0 0 0,0 1 1 0 0,-1 0-1 0 0,1-1 0 0 0,-1 1 0 0 0,2 7 0 0 0,-3-3 2 0 0,0-1 0 0 0,0 1-1 0 0,-1 0 1 0 0,0 0 0 0 0,-1 0 0 0 0,0-1-1 0 0,-1 1 1 0 0,0 0 0 0 0,0 0-1 0 0,-1 0 1 0 0,-1-1 0 0 0,1 1 0 0 0,-2-1-1 0 0,-5 13 1 0 0,-6 10-28 0 0,-2 0 0 0 0,-32 46 0 0 0,-70 81 326 0 0,118-158-306 0 0,1 0 1 0 0,-1-1-1 0 0,0 1 1 0 0,1 0-1 0 0,-1-1 0 0 0,1 1 1 0 0,-1 0-1 0 0,1 0 1 0 0,-1 0-1 0 0,1-1 0 0 0,0 1 1 0 0,-1 0-1 0 0,1 0 1 0 0,0 0-1 0 0,0 0 0 0 0,0 0 1 0 0,-1 0-1 0 0,1 0 1 0 0,0 0-1 0 0,0-1 1 0 0,0 1-1 0 0,0 0 0 0 0,1 0 1 0 0,-1 0-1 0 0,0 0 1 0 0,0 0-1 0 0,1 0 0 0 0,-1 0 1 0 0,1 0-1 0 0,0 0 4 0 0,0 0 0 0 0,0-1 0 0 0,0 1 1 0 0,0-1-1 0 0,0 1 0 0 0,0-1 0 0 0,0 1 0 0 0,0-1 0 0 0,0 0 0 0 0,0 0 0 0 0,0 1 0 0 0,0-1 0 0 0,1 0 1 0 0,-1 0-1 0 0,0 0 0 0 0,2 0 0 0 0,17-1 99 0 0,-19 1-122 0 0,36-4-384 0 0,69-15 0 0 0,-41 6-1235 0 0,79-14-4436 0 0,-49 5-3682 0 0,-64 14 2736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0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50 2728 0 0,'-37'-44'20513'0'0,"34"42"-19580"0"0,3 2-871 0 0,-1 0 0 0 0,1 0 0 0 0,0-1 0 0 0,0 1 0 0 0,0 0 0 0 0,0 0 0 0 0,-1 0 0 0 0,1-1 0 0 0,0 1-1 0 0,0 0 1 0 0,0 0 0 0 0,-1 0 0 0 0,1-1 0 0 0,0 1 0 0 0,0 0 0 0 0,-1 0 0 0 0,1 0 0 0 0,0 0 0 0 0,0 0 0 0 0,-1 0 0 0 0,1 0 0 0 0,0 0-1 0 0,-1 0 1 0 0,1 0 0 0 0,0 0 0 0 0,0 0 0 0 0,-1 0 0 0 0,1 0 0 0 0,0 0 0 0 0,0 0 0 0 0,-1 0 0 0 0,1 0 0 0 0,0 0 0 0 0,-1 0 0 0 0,1 0 0 0 0,0 0-1 0 0,0 0 1 0 0,-1 0 0 0 0,1 1 0 0 0,0-1 0 0 0,0 0 0 0 0,0 0 0 0 0,-1 0 0 0 0,1 0 0 0 0,0 1 0 0 0,0-1 0 0 0,0 0 0 0 0,-1 0 0 0 0,1 1 0 0 0,0-1-1 0 0,0 0 1 0 0,0 0 0 0 0,0 1 0 0 0,0-1 0 0 0,0 0 0 0 0,-1 0 0 0 0,1 1 0 0 0,0-1 0 0 0,0 0 0 0 0,0 0 0 0 0,0 1 0 0 0,0-1 0 0 0,0 0 0 0 0,0 1-1 0 0,0-1 1 0 0,1 1 0 0 0,10 279 3745 0 0,-8-134-4531 0 0,-1-75-2724 0 0,-2-2-5700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15 300 2836 0 0,'-5'-19'2645'0'0,"2"0"0"0"0,0 0 1 0 0,0 0-1 0 0,2 0 0 0 0,1-30 0 0 0,1 42-2294 0 0,0 0 0 0 0,0 0 0 0 0,1 0-1 0 0,0 1 1 0 0,0-1 0 0 0,0 1 0 0 0,1-1 0 0 0,0 1 0 0 0,0 0 0 0 0,1 0 0 0 0,-1 0-1 0 0,1 1 1 0 0,1-1 0 0 0,-1 1 0 0 0,1 0 0 0 0,0 0 0 0 0,0 1 0 0 0,0-1-1 0 0,7-3 1 0 0,-4 3-228 0 0,0 0-1 0 0,1 1 0 0 0,-1 0 0 0 0,1 1 0 0 0,0 0 1 0 0,1 0-1 0 0,-1 1 0 0 0,0 0 0 0 0,1 0 0 0 0,-1 1 1 0 0,1 0-1 0 0,15 1 0 0 0,-20 1-108 0 0,-1-1-1 0 0,1 1 1 0 0,-1-1 0 0 0,1 1 0 0 0,-1 1 0 0 0,1-1 0 0 0,-1 0-1 0 0,0 1 1 0 0,0 0 0 0 0,1 0 0 0 0,-1 1 0 0 0,-1-1-1 0 0,1 1 1 0 0,0-1 0 0 0,0 1 0 0 0,-1 0 0 0 0,0 1-1 0 0,0-1 1 0 0,0 1 0 0 0,0-1 0 0 0,0 1 0 0 0,-1 0-1 0 0,1 0 1 0 0,-1 0 0 0 0,0 0 0 0 0,0 0 0 0 0,-1 1-1 0 0,2 4 1 0 0,-2 0-11 0 0,0 0 0 0 0,0 0 1 0 0,-1 0-1 0 0,0 0 0 0 0,0 0 0 0 0,-1 0 0 0 0,0 0 0 0 0,-1 0 0 0 0,0 0 0 0 0,-1 0 1 0 0,1-1-1 0 0,-2 1 0 0 0,1-1 0 0 0,-1 0 0 0 0,-6 10 0 0 0,0-1-6 0 0,-1-1-1 0 0,0 0 0 0 0,-1 0 1 0 0,-1-1-1 0 0,-29 25 0 0 0,25-26 109 0 0,-2-2 1 0 0,1 0-1 0 0,-2-1 0 0 0,0-1 0 0 0,-38 14 1 0 0,56-23-31 0 0,-3 0 39 0 0,5-1-94 0 0,0 0-1 0 0,-1 0 1 0 0,1 0 0 0 0,0 0 0 0 0,-1 0-1 0 0,1 0 1 0 0,0 0 0 0 0,-1 1 0 0 0,1-1 0 0 0,0 0-1 0 0,-1 0 1 0 0,1 0 0 0 0,0 0 0 0 0,-1 0-1 0 0,1 0 1 0 0,0 1 0 0 0,-1-1 0 0 0,1 0-1 0 0,0 0 1 0 0,0 0 0 0 0,-1 1 0 0 0,1-1 0 0 0,0 0-1 0 0,0 0 1 0 0,-1 1 0 0 0,1-1 0 0 0,0 1-1 0 0,2 1 7 0 0,1 1 0 0 0,-1-1 0 0 0,1 1 0 0 0,-1-1 0 0 0,1 0 0 0 0,0 0 0 0 0,0 0 0 0 0,0 0 0 0 0,0-1 0 0 0,1 1 0 0 0,5 1 0 0 0,16 10 34 0 0,43 35-1490 0 0,88 82-1 0 0,-81-65-4019 0 0,-34-32 840 0 0,-13-14-1610 0 0,-4-4-1722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51 1652 0 0,'-21'-51'29954'0'0,"20"59"-29819"0"0,0 1 1 0 0,1-1 0 0 0,0 0 0 0 0,1 0-1 0 0,0 0 1 0 0,0 0 0 0 0,4 14 0 0 0,-1-1-61 0 0,28 198-7952 0 0,-1-6-3961 0 0,-17-131 1190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2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60 1352 0 0,'-6'-12'5465'0'0,"1"6"-3904"0"0,1 0 1 0 0,-1-1-1 0 0,-1 2 1 0 0,1-1 0 0 0,-7-5-1 0 0,11 10-997 0 0,0 1-534 0 0,1-1 0 0 0,0 1 0 0 0,-1-1 0 0 0,1 1 1 0 0,0 0-1 0 0,-1-1 0 0 0,1 1 0 0 0,-1 0 0 0 0,1-1 0 0 0,0 1 0 0 0,-1 0 0 0 0,1 0 0 0 0,-1-1 0 0 0,1 1 0 0 0,-1 0 0 0 0,1 0 0 0 0,-1 0 0 0 0,1 0 0 0 0,-1 0 0 0 0,0 0 0 0 0,1 0 1 0 0,-1 0-1 0 0,1 0 0 0 0,-1 0 0 0 0,1 0 0 0 0,-1 0 0 0 0,1 0 0 0 0,-1 0 0 0 0,1 0 0 0 0,-1 0 0 0 0,1 1 0 0 0,-1-1 0 0 0,1 0 0 0 0,-1 0 0 0 0,1 1 0 0 0,-1-1 0 0 0,1 0 1 0 0,0 1-1 0 0,-1-1 0 0 0,1 0 0 0 0,-1 1 0 0 0,1-1 0 0 0,0 0 0 0 0,0 1 0 0 0,-1 0 0 0 0,-11 63 116 0 0,-6 92 1 0 0,10 68-48 0 0,8-207-90 0 0,-1 61-579 0 0,0 34-1873 0 0,-6-39-2090 0 0,4-51 974 0 0,-1-6-1466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1 269 372 0 0,'1'-23'2195'0'0,"1"1"1"0"0,2-1-1 0 0,0 1 0 0 0,1 0 1 0 0,11-27-1 0 0,-14 42-1985 0 0,1 0 0 0 0,0 1 0 0 0,1-1 1 0 0,-1 1-1 0 0,1 0 0 0 0,1 0 0 0 0,-1 1 0 0 0,1-1 0 0 0,0 1 0 0 0,0 0 1 0 0,0 0-1 0 0,1 1 0 0 0,-1-1 0 0 0,1 1 0 0 0,0 1 0 0 0,1-1 0 0 0,-1 1 1 0 0,1 0-1 0 0,-1 0 0 0 0,10-2 0 0 0,-11 4-189 0 0,-1 0 0 0 0,1 1 0 0 0,0 0 0 0 0,0 0-1 0 0,0 0 1 0 0,0 0 0 0 0,-1 0 0 0 0,1 1 0 0 0,0 0 0 0 0,0 0 0 0 0,-1 1 0 0 0,1-1-1 0 0,-1 1 1 0 0,1 0 0 0 0,-1 0 0 0 0,0 0 0 0 0,1 1 0 0 0,-1 0 0 0 0,0-1 0 0 0,6 7 0 0 0,-6-4-3 0 0,1-1 1 0 0,-1 1 0 0 0,0-1 0 0 0,0 1-1 0 0,-1 0 1 0 0,1 1 0 0 0,-1-1 0 0 0,-1 1-1 0 0,1-1 1 0 0,-1 1 0 0 0,1 0 0 0 0,-2 0-1 0 0,1 0 1 0 0,-1 0 0 0 0,1 9 0 0 0,-1-7-6 0 0,-2-1 1 0 0,1 1-1 0 0,-1 0 0 0 0,0 0 1 0 0,0 0-1 0 0,-1-1 1 0 0,0 1-1 0 0,-1-1 1 0 0,0 1-1 0 0,0-1 1 0 0,0 0-1 0 0,-1 0 0 0 0,0 0 1 0 0,0-1-1 0 0,-1 1 1 0 0,0-1-1 0 0,0 0 1 0 0,0-1-1 0 0,-11 9 1 0 0,-6 4 281 0 0,-1-2 0 0 0,-1-1 0 0 0,-1 0 1 0 0,-26 10-1 0 0,35-17 193 0 0,14-7-363 0 0,-1 0-16 0 0,-4 5-67 0 0,9-2-51 0 0,0 0 0 0 0,1 0 0 0 0,-1-1 0 0 0,1 1 0 0 0,0 0 0 0 0,0-1 0 0 0,0 0-1 0 0,0 1 1 0 0,1-1 0 0 0,6 4 0 0 0,8 9-15 0 0,86 100 173 0 0,58 59-4342 0 0,-117-135-2897 0 0,-42-38 6111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3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151 166 3068 0 0,'-12'-36'12035'0'0,"8"-3"-6186"0"0,4 35-5715 0 0,1 1 0 0 0,-1-1 0 0 0,1 0 0 0 0,0 1 1 0 0,0-1-1 0 0,0 1 0 0 0,0-1 0 0 0,0 1 0 0 0,1 0 1 0 0,0-1-1 0 0,0 1 0 0 0,-1 0 0 0 0,2 0 0 0 0,-1 0 0 0 0,0 0 1 0 0,1 1-1 0 0,-1-1 0 0 0,1 0 0 0 0,0 1 0 0 0,3-2 1 0 0,-2 1-103 0 0,0 0 1 0 0,0 1-1 0 0,1-1 1 0 0,-1 1-1 0 0,1 0 1 0 0,-1 1-1 0 0,1-1 1 0 0,0 1-1 0 0,0 0 1 0 0,-1 0-1 0 0,1 0 1 0 0,0 1-1 0 0,9-1 1 0 0,-11 2-31 0 0,0-1 0 0 0,0 1 0 0 0,0 0 0 0 0,0-1 0 0 0,-1 1 0 0 0,1 1 0 0 0,0-1-1 0 0,-1 0 1 0 0,1 1 0 0 0,-1-1 0 0 0,1 1 0 0 0,-1 0 0 0 0,0-1 0 0 0,0 1 0 0 0,1 0 0 0 0,-1 1 0 0 0,-1-1 0 0 0,1 0 0 0 0,0 0 0 0 0,-1 1 0 0 0,1-1 0 0 0,-1 1 0 0 0,1 0 0 0 0,1 5 0 0 0,-1 0-22 0 0,0 0 1 0 0,-1 1 0 0 0,1-1 0 0 0,-1 1 0 0 0,-1-1 0 0 0,0 1 0 0 0,0-1 0 0 0,-1 1-1 0 0,0-1 1 0 0,0 1 0 0 0,-1-1 0 0 0,0 0 0 0 0,0 1 0 0 0,-1-1 0 0 0,0 0-1 0 0,-8 13 1 0 0,-4 5 66 0 0,0 0 0 0 0,-2-1 0 0 0,-27 31 0 0 0,44-56-51 0 0,0 0 0 0 0,0 0 0 0 0,0 0-1 0 0,0 0 1 0 0,1 0 0 0 0,-1 0 0 0 0,0 0 0 0 0,0 0 0 0 0,0 0-1 0 0,0 0 1 0 0,1 0 0 0 0,-1 0 0 0 0,0 0 0 0 0,0 0-1 0 0,0 0 1 0 0,0 0 0 0 0,0 0 0 0 0,1 0 0 0 0,-1 0 0 0 0,0 0-1 0 0,0 0 1 0 0,0 0 0 0 0,0 0 0 0 0,0 0 0 0 0,0 0-1 0 0,1 1 1 0 0,-1-1 0 0 0,0 0 0 0 0,0 0 0 0 0,0 0-1 0 0,0 0 1 0 0,0 0 0 0 0,0 0 0 0 0,0 0 0 0 0,0 1 0 0 0,0-1-1 0 0,0 0 1 0 0,1 0 0 0 0,-1 0 0 0 0,0 0 0 0 0,0 0-1 0 0,0 1 1 0 0,0-1 0 0 0,0 0 0 0 0,0 0 0 0 0,0 0 0 0 0,0 0-1 0 0,0 0 1 0 0,0 1 0 0 0,0-1 0 0 0,0 0 0 0 0,0 0-1 0 0,-1 0 1 0 0,1 0 0 0 0,0 0 0 0 0,0 1 0 0 0,0-1-1 0 0,24-7-25 0 0,2 1-25 0 0,-15 4 35 0 0,0 1 0 0 0,0 1 0 0 0,0 0 0 0 0,-1 0 0 0 0,1 1 0 0 0,0 0 1 0 0,0 1-1 0 0,20 7 0 0 0,-26-8 29 0 0,-1 1 0 0 0,0 0 1 0 0,0 0-1 0 0,1 0 0 0 0,-1 1 0 0 0,-1-1 0 0 0,1 1 1 0 0,0 0-1 0 0,-1 0 0 0 0,1 1 0 0 0,-1-1 0 0 0,0 1 0 0 0,0-1 1 0 0,0 1-1 0 0,-1 0 0 0 0,1 0 0 0 0,-1 0 0 0 0,0 1 1 0 0,0-1-1 0 0,-1 0 0 0 0,1 1 0 0 0,-1-1 0 0 0,1 6 1 0 0,-2-5 24 0 0,1 0 0 0 0,-1 1 0 0 0,-1-1 0 0 0,1 0 0 0 0,-1 0 1 0 0,0 0-1 0 0,0 1 0 0 0,-1-1 0 0 0,1 0 0 0 0,-1 0 1 0 0,0 0-1 0 0,-1-1 0 0 0,1 1 0 0 0,-1-1 0 0 0,0 1 1 0 0,0-1-1 0 0,-4 5 0 0 0,-2 2 71 0 0,-1-1 1 0 0,0 0-1 0 0,0-1 0 0 0,-1 1 1 0 0,-14 8-1 0 0,11-10-71 0 0,1 0 0 0 0,-1-1 0 0 0,0 0 0 0 0,-1-1 0 0 0,1-1 0 0 0,-1 0 0 0 0,0-1 0 0 0,0-1 0 0 0,-1 0 0 0 0,1-1 0 0 0,-1 0 0 0 0,1-2 0 0 0,-1 0-1 0 0,0 0 1 0 0,1-2 0 0 0,-1 0 0 0 0,-22-6 0 0 0,36 8-190 0 0,0-1 0 0 0,0 1 0 0 0,0-1 0 0 0,0 0 0 0 0,0 1-1 0 0,0-1 1 0 0,0 0 0 0 0,0-1 0 0 0,0 1 0 0 0,0 0 0 0 0,1 0 0 0 0,-1-1-1 0 0,0 1 1 0 0,1-1 0 0 0,-1 0 0 0 0,1 1 0 0 0,0-1 0 0 0,-1 0 0 0 0,1 0-1 0 0,0 0 1 0 0,0 0 0 0 0,0 0 0 0 0,0 0 0 0 0,1 0 0 0 0,-1 0-1 0 0,1 0 1 0 0,-1 0 0 0 0,1 0 0 0 0,-1 0 0 0 0,1-1 0 0 0,0 1 0 0 0,0 0-1 0 0,0 0 1 0 0,1 0 0 0 0,-1-1 0 0 0,0 1 0 0 0,1 0 0 0 0,1-4 0 0 0,1-3-1229 0 0,1 0 0 0 0,0 0 1 0 0,0 1-1 0 0,1 0 0 0 0,1-1 1 0 0,-1 1-1 0 0,12-11 0 0 0,6-6-4752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3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63 1840 0 0,'-2'0'3356'0'0,"-57"8"14754"0"0,78-16-17698 0 0,-17 8-366 0 0,49-14-1107 0 0,0 2 1 0 0,58-5-1 0 0,-5 0-8390 0 0,-92 14 5795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4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39 2416 0 0,'-42'-38'17595'0'0,"42"38"-17558"0"0,5 2-153 0 0,-2 0 189 0 0,0 0-1 0 0,0 0 1 0 0,-1 0 0 0 0,1 1 0 0 0,-1-1-1 0 0,1 1 1 0 0,-1 0 0 0 0,0 0 0 0 0,0-1 0 0 0,0 1-1 0 0,-1 1 1 0 0,1-1 0 0 0,1 5 0 0 0,4 12 1 0 0,-2 0 0 0 0,0 0 0 0 0,-1 0 0 0 0,-2 0 0 0 0,0 1 0 0 0,0 0 0 0 0,-2-1 0 0 0,-3 23 0 0 0,1-20-1361 0 0,-2-1-1 0 0,0 0 1 0 0,-1 0 0 0 0,-10 24-1 0 0,-2-12-5632 0 0,11-20 1064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2684 0 0,'64'-71'20051'0'0,"-63"71"-20022"0"0,-1 0-1 0 0,0 0 1 0 0,1 0 0 0 0,-1 0 0 0 0,0 0-1 0 0,1-1 1 0 0,-1 1 0 0 0,0 0 0 0 0,1 0-1 0 0,-1 0 1 0 0,0 0 0 0 0,1 1 0 0 0,-1-1-1 0 0,1 0 1 0 0,-1 0 0 0 0,0 0 0 0 0,1 0-1 0 0,-1 0 1 0 0,0 0 0 0 0,0 0 0 0 0,1 1-1 0 0,-1-1 1 0 0,0 0 0 0 0,1 0 0 0 0,-1 0 0 0 0,0 1-1 0 0,0-1 1 0 0,1 0 0 0 0,-1 0 0 0 0,0 1-1 0 0,0-1 1 0 0,0 0 0 0 0,1 1 0 0 0,-1-1-1 0 0,0 0 1 0 0,0 1 0 0 0,8 12 668 0 0,-4 6-393 0 0,0 0 0 0 0,-1 0 0 0 0,-1 0 0 0 0,-1 1 0 0 0,-3 32 0 0 0,2-14-58 0 0,-8 150-1418 0 0,4-148-3386 0 0,-12 43 1 0 0,11-68-902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4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127 251 2204 0 0,'-12'-24'6165'0'0,"-13"-25"3123"0"0,22 41-8251 0 0,0 0 1 0 0,0-1-1 0 0,1 1 0 0 0,-2-11 0 0 0,4 15-922 0 0,0 0-1 0 0,0-1 1 0 0,0 1-1 0 0,1-1 1 0 0,0 1-1 0 0,-1 0 1 0 0,1-1-1 0 0,1 1 1 0 0,-1 0-1 0 0,1 0 1 0 0,0 0-1 0 0,0 0 1 0 0,0 0-1 0 0,0 0 1 0 0,0 1-1 0 0,1-1 1 0 0,0 1-1 0 0,0 0 1 0 0,0-1-1 0 0,0 1 1 0 0,0 1-1 0 0,1-1 1 0 0,4-3-1 0 0,-2 2-111 0 0,0 0 0 0 0,0 1 0 0 0,1-1-1 0 0,-1 1 1 0 0,1 0 0 0 0,0 1 0 0 0,0 0 0 0 0,0 0 0 0 0,0 0 0 0 0,0 1-1 0 0,0 0 1 0 0,0 1 0 0 0,11 0 0 0 0,-11 0-18 0 0,0 1 0 0 0,0 0 0 0 0,0 1 0 0 0,0-1 0 0 0,0 1 0 0 0,-1 1 0 0 0,1-1 0 0 0,-1 1 1 0 0,1 1-1 0 0,-1-1 0 0 0,0 1 0 0 0,10 8 0 0 0,-12-8-3 0 0,-1-1 1 0 0,1 1-1 0 0,-1 0 0 0 0,0 1 1 0 0,0-1-1 0 0,-1 0 0 0 0,1 1 1 0 0,-1-1-1 0 0,0 1 0 0 0,0 0 1 0 0,-1 0-1 0 0,1 0 0 0 0,-1 0 1 0 0,0 0-1 0 0,-1 0 1 0 0,1 0-1 0 0,-1 0 0 0 0,0 9 1 0 0,-1-4-59 0 0,-1 0 1 0 0,0 0-1 0 0,0 0 1 0 0,-1 0 0 0 0,-1 0-1 0 0,1 0 1 0 0,-2-1 0 0 0,1 0-1 0 0,-1 0 1 0 0,-1 0-1 0 0,1 0 1 0 0,-2-1 0 0 0,1 0-1 0 0,-9 9 1 0 0,-1-2-28 0 0,0 0 0 0 0,-1-1 0 0 0,0 0 0 0 0,-2-2 0 0 0,-30 17 0 0 0,30-20 94 0 0,-1 0-1 0 0,1-2 0 0 0,-1-1 0 0 0,-30 7 0 0 0,46-13-10 0 0,1 0 4 0 0,2 0 23 0 0,-14-3-25 0 0,15 3 21 0 0,0 0 1 0 0,-1 0-1 0 0,1 0 0 0 0,0 0 1 0 0,0 0-1 0 0,-1 0 1 0 0,1 0-1 0 0,0 0 1 0 0,0 0-1 0 0,-1 0 1 0 0,1-1-1 0 0,0 1 0 0 0,0 0 1 0 0,-1 0-1 0 0,1 0 1 0 0,0 0-1 0 0,0-1 1 0 0,0 1-1 0 0,0 0 1 0 0,-1 0-1 0 0,1 0 1 0 0,0-1-1 0 0,0 1 0 0 0,0 0 1 0 0,0 0-1 0 0,0-1 1 0 0,0 1-1 0 0,0 0 1 0 0,0 0-1 0 0,-1-1 1 0 0,1 1-1 0 0,0 0 0 0 0,0 0 1 0 0,0-1-1 0 0,0 1 1 0 0,0 0-1 0 0,0 0 1 0 0,1-1-1 0 0,-1 1 1 0 0,0 0-1 0 0,0 0 0 0 0,0-1 1 0 0,0 1-1 0 0,0 0 1 0 0,0 0-1 0 0,0-1 1 0 0,0 1-1 0 0,1 0 1 0 0,-1 0-1 0 0,0 0 0 0 0,0-1 1 0 0,0 1-1 0 0,0 0 1 0 0,1 0-1 0 0,-1 0 1 0 0,0-1-1 0 0,0 1 1 0 0,1 0-1 0 0,-1 0 0 0 0,1-1 11 0 0,1 0-1 0 0,-1 0 1 0 0,0 1-1 0 0,1-1 1 0 0,-1 0-1 0 0,0 1 1 0 0,1-1-1 0 0,-1 1 1 0 0,1-1-1 0 0,-1 1 1 0 0,1 0-1 0 0,-1 0 1 0 0,1 0-1 0 0,-1-1 1 0 0,1 2-1 0 0,0-1 1 0 0,-1 0-1 0 0,1 0 1 0 0,1 1-1 0 0,2-1 6 0 0,8 2 3 0 0,1 0 0 0 0,-1 1 0 0 0,0 1 0 0 0,0 0 0 0 0,0 1 0 0 0,0 0 0 0 0,-1 1 0 0 0,1 0 0 0 0,-2 1 0 0 0,12 9 0 0 0,19 15-983 0 0,49 48-1 0 0,-66-56-72 0 0,24 23-1523 0 0,34 30-7201 0 0,-59-57 3440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5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170 178 288 0 0,'-9'-14'4925'0'0,"2"4"-2192"0"0,1 0 1 0 0,0 0 0 0 0,1 0 0 0 0,-8-21-1 0 0,12 28-2534 0 0,0 1-1 0 0,1-1 1 0 0,-1 1-1 0 0,1-1 1 0 0,-1 1-1 0 0,1-1 1 0 0,0 0-1 0 0,0 1 0 0 0,1-1 1 0 0,-1 1-1 0 0,0-1 1 0 0,1 1-1 0 0,-1-1 1 0 0,1 1-1 0 0,0-1 1 0 0,0 1-1 0 0,0 0 0 0 0,0-1 1 0 0,0 1-1 0 0,1 0 1 0 0,-1 0-1 0 0,1 0 1 0 0,-1 0-1 0 0,1 0 1 0 0,0 0-1 0 0,0 0 0 0 0,0 1 1 0 0,3-3-1 0 0,-1 1-110 0 0,0 0 0 0 0,0 1 0 0 0,0-1 0 0 0,1 1 0 0 0,-1 0 0 0 0,1 0 0 0 0,-1 1 0 0 0,1-1 0 0 0,0 1 0 0 0,0 0 0 0 0,5 0 0 0 0,-7 1-73 0 0,-1 0 1 0 0,1 0-1 0 0,-1 0 1 0 0,1 1-1 0 0,-1-1 1 0 0,1 1-1 0 0,-1-1 1 0 0,0 1-1 0 0,1 0 1 0 0,-1 0-1 0 0,0 0 1 0 0,1 0-1 0 0,-1 1 1 0 0,0-1-1 0 0,0 1 1 0 0,0-1-1 0 0,0 1 1 0 0,-1-1-1 0 0,1 1 1 0 0,0 0 0 0 0,-1 0-1 0 0,1 0 1 0 0,-1 0-1 0 0,1 0 1 0 0,0 3-1 0 0,1 0-1 0 0,-1 0 1 0 0,0 0-1 0 0,-1 0 0 0 0,1 0 1 0 0,-1 0-1 0 0,0 1 0 0 0,0-1 1 0 0,-1 0-1 0 0,1 1 1 0 0,-1-1-1 0 0,0 0 0 0 0,-1 1 1 0 0,1-1-1 0 0,-1 0 0 0 0,0 0 1 0 0,-1 1-1 0 0,-2 6 0 0 0,-4 7-12 0 0,0-1-1 0 0,-1 0 0 0 0,-16 22 1 0 0,10-16 31 0 0,-10 11-34 0 0,24-34-8 0 0,32-7-181 0 0,-16 3 171 0 0,0 1 0 0 0,0 1 0 0 0,0 1 0 0 0,0 0-1 0 0,0 0 1 0 0,-1 2 0 0 0,1 0 0 0 0,23 6 0 0 0,-28-5 26 0 0,-1 0 1 0 0,0 0 0 0 0,0 1-1 0 0,-1 0 1 0 0,1 0 0 0 0,-1 1-1 0 0,0 0 1 0 0,0 0 0 0 0,-1 1-1 0 0,1 0 1 0 0,-1 1-1 0 0,0 0 1 0 0,-1 0 0 0 0,7 9-1 0 0,-11-13 32 0 0,0 0-1 0 0,0 1 0 0 0,0-1 0 0 0,-1 1 0 0 0,1-1 0 0 0,-1 1 0 0 0,0 0 0 0 0,0 0 0 0 0,0 0 0 0 0,0 0 1 0 0,-1 0-1 0 0,0 0 0 0 0,1 0 0 0 0,-2-1 0 0 0,1 1 0 0 0,0 0 0 0 0,-1 0 0 0 0,1 0 0 0 0,-1 0 1 0 0,0 0-1 0 0,-1 0 0 0 0,1-1 0 0 0,-1 1 0 0 0,1 0 0 0 0,-1-1 0 0 0,0 0 0 0 0,-1 1 0 0 0,1-1 1 0 0,0 0-1 0 0,-1 0 0 0 0,-4 4 0 0 0,0 0 63 0 0,-1 0 1 0 0,0 0-1 0 0,0-1 1 0 0,-1-1-1 0 0,0 1 1 0 0,0-1-1 0 0,0-1 1 0 0,0 1-1 0 0,-1-2 0 0 0,0 1 1 0 0,-11 2-1 0 0,-2-2-45 0 0,-1-1 0 0 0,0-1 0 0 0,1-1-1 0 0,-1-2 1 0 0,1 0 0 0 0,-1-1 0 0 0,0-1 0 0 0,1-1-1 0 0,0-1 1 0 0,0-2 0 0 0,-37-14 0 0 0,58 20-244 0 0,-1 0 1 0 0,1 0-1 0 0,-1 0 0 0 0,1-1 1 0 0,0 1-1 0 0,0 0 1 0 0,0-1-1 0 0,0 1 1 0 0,0-1-1 0 0,0 0 1 0 0,0 0-1 0 0,0 0 1 0 0,1 0-1 0 0,-1 0 0 0 0,1 0 1 0 0,0 0-1 0 0,-1-1 1 0 0,1 1-1 0 0,0 0 1 0 0,0-1-1 0 0,0-2 1 0 0,0 2-258 0 0,1 0 1 0 0,1 1-1 0 0,-1-1 1 0 0,0 0-1 0 0,1 0 1 0 0,-1 0-1 0 0,1 1 1 0 0,0-1 0 0 0,0 0-1 0 0,0 1 1 0 0,0-1-1 0 0,1 0 1 0 0,-1 1-1 0 0,1 0 1 0 0,-1-1-1 0 0,1 1 1 0 0,0 0-1 0 0,0 0 1 0 0,2-3-1 0 0,13-11-5012 0 0,5-1-2907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5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71 2212 0 0,'-19'4'6811'0'0,"-6"-3"-1516"0"0,-5 1 1729 0 0,5-5-2139 0 0,25 3-4850 0 0,0 0-1 0 0,1 0 1 0 0,-1 0 0 0 0,0 0 0 0 0,0-1-1 0 0,0 1 1 0 0,1 0 0 0 0,-1 0 0 0 0,0 0-1 0 0,0 0 1 0 0,1-1 0 0 0,-1 1 0 0 0,0 0-1 0 0,0 0 1 0 0,0 0 0 0 0,0-1 0 0 0,0 1-1 0 0,1 0 1 0 0,-1 0 0 0 0,0-1 0 0 0,0 1-1 0 0,0 0 1 0 0,0 0 0 0 0,0-1 0 0 0,0 1-1 0 0,0 0 1 0 0,0-1 0 0 0,0 1 0 0 0,0 0 0 0 0,0 0-1 0 0,0-1 1 0 0,0 1 0 0 0,0 0 0 0 0,0 0-1 0 0,0-1 1 0 0,0 1 0 0 0,0 0 0 0 0,-1 0-1 0 0,1-1 1 0 0,0 1 0 0 0,0 0 0 0 0,0 0-1 0 0,0-1 1 0 0,0 1 0 0 0,-1 0 0 0 0,1 0-1 0 0,0 0 1 0 0,0-1 0 0 0,0 1 0 0 0,-1 0-1 0 0,1 0 1 0 0,0 0 0 0 0,0 0 0 0 0,-1 0-1 0 0,1-1 1 0 0,0 1 0 0 0,0 0 0 0 0,-1 0 0 0 0,1 0-1 0 0,0 0 1 0 0,0 0 0 0 0,-1 0 0 0 0,15-7-374 0 0,1 0 0 0 0,0 2 0 0 0,0-1 0 0 0,31-5 1 0 0,69-6-7262 0 0,-60 11-62 0 0,-24 2-1395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6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170 139 2080 0 0,'0'0'153'0'0,"-34"-52"10949"0"0,31 47-10233 0 0,1 0-1 0 0,-1-1 1 0 0,1 1 0 0 0,-3-10-1 0 0,5 14-831 0 0,0 0 0 0 0,0 0-1 0 0,0 0 1 0 0,0 0 0 0 0,0 0-1 0 0,1 0 1 0 0,-1 0 0 0 0,0 0-1 0 0,0 0 1 0 0,1 0 0 0 0,-1 1-1 0 0,0-1 1 0 0,1 0 0 0 0,-1 0 0 0 0,1 0-1 0 0,-1 0 1 0 0,1 0 0 0 0,-1 1-1 0 0,1-1 1 0 0,0 0 0 0 0,-1 1-1 0 0,1-1 1 0 0,0 0 0 0 0,0 1-1 0 0,-1-1 1 0 0,2 0 0 0 0,25-11 134 0 0,-22 10-65 0 0,5-1-85 0 0,0 0 0 0 0,0 1 0 0 0,0 0 1 0 0,0 0-1 0 0,0 1 0 0 0,0 1 0 0 0,0 0 1 0 0,0 0-1 0 0,1 1 0 0 0,-1 0 0 0 0,0 1 1 0 0,0 0-1 0 0,-1 0 0 0 0,1 1 0 0 0,12 5 0 0 0,-17-5-13 0 0,1-1 0 0 0,-1 1 0 0 0,0 1-1 0 0,0-1 1 0 0,0 1 0 0 0,0-1 0 0 0,0 1-1 0 0,-1 1 1 0 0,0-1 0 0 0,0 1 0 0 0,6 7-1 0 0,-8-8 3 0 0,0 1 0 0 0,0-1 0 0 0,0 0 0 0 0,0 1 0 0 0,-1 0 0 0 0,0-1-1 0 0,0 1 1 0 0,0 0 0 0 0,0 0 0 0 0,-1-1 0 0 0,0 1 0 0 0,0 0-1 0 0,0 0 1 0 0,0 0 0 0 0,-1-1 0 0 0,-1 6 0 0 0,-2 7-4 0 0,-1-1 1 0 0,-1 1-1 0 0,-1-2 1 0 0,0 1-1 0 0,-1-1 1 0 0,-1 0-1 0 0,0 0 1 0 0,-1-1-1 0 0,-22 24 0 0 0,13-18 10 0 0,-1 0 0 0 0,-1-2 0 0 0,0-1 0 0 0,-2 0 0 0 0,-33 18 0 0 0,48-30 2 0 0,-1-1 0 0 0,0 1-1 0 0,-1-1 1 0 0,1-1-1 0 0,-1 0 1 0 0,1 0-1 0 0,-1-1 1 0 0,0-1-1 0 0,-11 2 1 0 0,20-3-17 0 0,0 0 0 0 0,-1 0 0 0 0,1 0 0 0 0,0 0 0 0 0,-1 0 0 0 0,1 0 0 0 0,0-1 0 0 0,-1 1 0 0 0,1 0 0 0 0,0-1 0 0 0,0 1 0 0 0,-1-1 0 0 0,1 1 0 0 0,0-1 0 0 0,0 1 0 0 0,0-1 0 0 0,-1 0 0 0 0,1 0 0 0 0,-1-1 0 0 0,0 1 1 0 0,0 0 0 0 0,0-1 0 0 0,1 1 0 0 0,-1-1 0 0 0,0 1 0 0 0,1-1 0 0 0,-1 1 0 0 0,1-1 0 0 0,0 0 0 0 0,-1 0 0 0 0,1 0 0 0 0,0 0 0 0 0,0 0 0 0 0,-1-4 0 0 0,2 5 1 0 0,0-1 1 0 0,0 0-1 0 0,0 1 1 0 0,0-1-1 0 0,0 0 0 0 0,0 1 1 0 0,1-1-1 0 0,-1 0 1 0 0,1 1-1 0 0,-1-1 1 0 0,1 1-1 0 0,1-2 0 0 0,-1 0 0 0 0,0 2 11 0 0,0 0-1 0 0,1 0 1 0 0,-1-1-1 0 0,1 1 1 0 0,-1 0-1 0 0,1 1 1 0 0,-1-1-1 0 0,1 0 1 0 0,0 0-1 0 0,-1 1 1 0 0,1-1-1 0 0,0 1 1 0 0,-1-1-1 0 0,1 1 1 0 0,0 0-1 0 0,0 0 1 0 0,0 0-1 0 0,-1 0 1 0 0,1 0-1 0 0,3 0 1 0 0,12 2 56 0 0,0 1 0 0 0,0 0 0 0 0,-1 1 0 0 0,0 1 0 0 0,1 1 1 0 0,-2 0-1 0 0,1 1 0 0 0,24 15 0 0 0,53 41-863 0 0,-34-17-2638 0 0,3 2-4235 0 0,-46-36 1066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133 254 1700 0 0,'-3'-11'3078'0'0,"0"0"1"0"0,0 0-1 0 0,-1 0 0 0 0,0 0 0 0 0,-1 0 0 0 0,-7-13 1562 0 0,10 38-3971 0 0,0-1 0 0 0,2 0 1 0 0,-1 1-1 0 0,4 22 0 0 0,-1-3-319 0 0,4 359 816 0 0,-5-390-1178 0 0,-1-1-1 0 0,0 0 1 0 0,0 1-1 0 0,0-1 1 0 0,0 1-1 0 0,0-1 1 0 0,-1 0-1 0 0,1 1 0 0 0,0-1 1 0 0,-1 0-1 0 0,1 1 1 0 0,-1-1-1 0 0,1 0 1 0 0,-1 1-1 0 0,0-1 1 0 0,0 1-1 0 0,0-1-15 0 0,1-1-1 0 0,-1 0 1 0 0,1 0-1 0 0,-1 0 1 0 0,1 0 0 0 0,-1 0-1 0 0,1 0 1 0 0,-1 0 0 0 0,1 0-1 0 0,0 0 1 0 0,-1 0-1 0 0,1 0 1 0 0,-1 0 0 0 0,1 0-1 0 0,-1 0 1 0 0,1 0 0 0 0,-1 0-1 0 0,1-1 1 0 0,-1 1-1 0 0,1 0 1 0 0,0 0 0 0 0,-1 0-1 0 0,1-1 1 0 0,-1 1-1 0 0,1 0 1 0 0,0-1 0 0 0,-1 1-1 0 0,1 0 1 0 0,-1-1 0 0 0,-3-4-216 0 0,0 1 0 0 0,0-1 1 0 0,0 0-1 0 0,1 0 1 0 0,-5-9-1 0 0,-2-7 62 0 0,1 0 0 0 0,1 0-1 0 0,0-1 1 0 0,2-1 0 0 0,0 1-1 0 0,2-1 1 0 0,1 0 0 0 0,0 0-1 0 0,2 0 1 0 0,2-42 0 0 0,1 47 148 0 0,1 1-1 0 0,1-1 1 0 0,0 0 0 0 0,1 1 0 0 0,1 0-1 0 0,0 0 1 0 0,2 1 0 0 0,0 0 0 0 0,0 0-1 0 0,2 1 1 0 0,0 0 0 0 0,0 0 0 0 0,2 1-1 0 0,18-18 1 0 0,-16 19 7 0 0,1 1 0 0 0,0 0 0 0 0,0 1 0 0 0,2 1-1 0 0,-1 1 1 0 0,1 0 0 0 0,19-7 0 0 0,-25 12 13 0 0,1 0 0 0 0,0 0-1 0 0,1 1 1 0 0,-1 1 0 0 0,1 0 0 0 0,-1 0 0 0 0,1 1 0 0 0,0 1-1 0 0,-1 0 1 0 0,1 1 0 0 0,19 4 0 0 0,-29-5 18 0 0,-1 1 0 0 0,1 0 1 0 0,0 0-1 0 0,0 0 0 0 0,-1 0 1 0 0,1 0-1 0 0,-1 0 0 0 0,1 1 0 0 0,-1 0 1 0 0,0-1-1 0 0,1 1 0 0 0,-1 0 0 0 0,0 0 1 0 0,0 0-1 0 0,0 0 0 0 0,0 0 1 0 0,-1 1-1 0 0,1-1 0 0 0,-1 1 0 0 0,1-1 1 0 0,-1 1-1 0 0,0-1 0 0 0,0 1 0 0 0,0 0 1 0 0,0-1-1 0 0,0 1 0 0 0,-1 0 1 0 0,1 0-1 0 0,-1 0 0 0 0,0 0 0 0 0,0 0 1 0 0,0-1-1 0 0,0 1 0 0 0,0 0 0 0 0,-2 4 1 0 0,1 1 23 0 0,-1 1 1 0 0,0-1-1 0 0,-1 1 1 0 0,0-1 0 0 0,0 0-1 0 0,-1 0 1 0 0,0 0-1 0 0,0-1 1 0 0,-1 1-1 0 0,-8 9 1 0 0,-1-2 21 0 0,0 0 1 0 0,-1-1-1 0 0,-1-1 0 0 0,0-1 1 0 0,0 0-1 0 0,-1-1 0 0 0,-1-1 0 0 0,0-1 1 0 0,0 0-1 0 0,-1-1 0 0 0,0-1 1 0 0,-22 5-1 0 0,-70 10 2341 0 0,116-22-2398 0 0,0 1 0 0 0,0 0 0 0 0,0 1 0 0 0,0-1-1 0 0,0 1 1 0 0,-1 0 0 0 0,8 5 0 0 0,0-1-13 0 0,23 11 77 0 0,-1 1 0 0 0,-1 2 1 0 0,0 1-1 0 0,50 44 0 0 0,-45-30-956 0 0,-1 1 1 0 0,-3 2-1 0 0,33 45 0 0 0,-61-74-503 0 0,17 19-1866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7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87 2140 0 0,'-2'-46'21441'0'0,"-4"18"-16081"0"0,5 16-1577 0 0,1 12-3782 0 0,0 0 0 0 0,0 0-1 0 0,0 0 1 0 0,0 0 0 0 0,0 0 0 0 0,0 0-1 0 0,0 0 1 0 0,0 0 0 0 0,0 0 0 0 0,0 1-1 0 0,0-1 1 0 0,0 0 0 0 0,0 0-1 0 0,0 0 1 0 0,0 0 0 0 0,0 0 0 0 0,0 0-1 0 0,0 0 1 0 0,0 0 0 0 0,-1 0 0 0 0,1 0-1 0 0,0 0 1 0 0,0 0 0 0 0,0 0-1 0 0,0 0 1 0 0,0 0 0 0 0,0 0 0 0 0,0 0-1 0 0,0 0 1 0 0,0 0 0 0 0,0 0-1 0 0,0 0 1 0 0,0 0 0 0 0,0 0 0 0 0,0 0-1 0 0,0 0 1 0 0,0 0 0 0 0,0 0 0 0 0,0 0-1 0 0,-1 0 1 0 0,1 0 0 0 0,0 0-1 0 0,0 0 1 0 0,0 0 0 0 0,0 0 0 0 0,0 0-1 0 0,0 0 1 0 0,0 0 0 0 0,0 0-1 0 0,0 0 1 0 0,0 0 0 0 0,0 0 0 0 0,0 0-1 0 0,0 0 1 0 0,0 0 0 0 0,0 0 0 0 0,0 0-1 0 0,0 0 1 0 0,-2 9 10 0 0,0 11-22 0 0,7 195-3986 0 0,15 105-9300 0 0,-16-267 228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39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40 508 0 0,'29'-22'20947'0'0,"-38"13"-20063"0"0,-4 6-695 0 0,7 1-147 0 0,-1 1 0 0 0,0 0 0 0 0,0 0 0 0 0,0 1 0 0 0,0-1 0 0 0,0 2 0 0 0,-13 1-1 0 0,-38 8-51 0 0,23-2-5 0 0,30-7-3 0 0,-1 0 1 0 0,0 1-1 0 0,1 0 0 0 0,0 0 0 0 0,-1 0 1 0 0,1 1-1 0 0,0 0 0 0 0,0 0 0 0 0,1 0 1 0 0,-1 0-1 0 0,-5 6 0 0 0,8-7 7 0 0,-1 1 22 0 0,0 0 0 0 0,0 1-1 0 0,0-1 1 0 0,1 1 0 0 0,0 0 0 0 0,-1-1-1 0 0,2 1 1 0 0,-1 0 0 0 0,0 0 0 0 0,1 1-1 0 0,-1-1 1 0 0,1 0 0 0 0,0 0 0 0 0,1 1-1 0 0,-1-1 1 0 0,1 5 0 0 0,-1 5-45 0 0,1 0 0 0 0,1 1 0 0 0,4 20 0 0 0,6 49 244 0 0,1 127 0 0 0,-18 86 391 0 0,3-206-541 0 0,-17 432 873 0 0,-5 203 336 0 0,3-188-637 0 0,6-194-246 0 0,-14 182 353 0 0,20 582 77 0 0,38-633-386 0 0,-20-391-358 0 0,5 47 478 0 0,-8-87-68 0 0,-5-42-450 0 0,0-1-20 0 0,0-1-11 0 0,0 1 0 0 0,0-1 0 0 0,0 1 1 0 0,-1 0-1 0 0,1-1 0 0 0,0 1 0 0 0,0 0 1 0 0,0-1-1 0 0,0 1 0 0 0,0 0 0 0 0,0-1 1 0 0,0 1-1 0 0,0 0 0 0 0,1-1 0 0 0,-1 1 0 0 0,0 0 1 0 0,0-1-1 0 0,0 1 0 0 0,1 0 0 0 0,-1-1 1 0 0,0 1-1 0 0,1-1 0 0 0,-1 1 0 0 0,0-1 1 0 0,1 1-1 0 0,0 0 0 0 0,1 1 0 0 0,0 0-1 0 0,0-1 1 0 0,0 1-1 0 0,1-1 1 0 0,-1 1-1 0 0,0-1 1 0 0,1 0-1 0 0,-1 0 1 0 0,1 0-1 0 0,-1 0 1 0 0,1-1-1 0 0,-1 1 1 0 0,1-1-1 0 0,-1 1 1 0 0,1-1-1 0 0,0 0 1 0 0,-1 0-1 0 0,1 0 1 0 0,0 0-1 0 0,3-1 1 0 0,64-9-64 0 0,-58 8 23 0 0,280-58-5828 0 0,-99 12-6258 0 0,-129 31 2488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41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2120 0 0,'30'-64'17905'0'0,"-27"73"-17762"0"0,-1 1 0 0 0,0 0 0 0 0,0-1 0 0 0,-1 1 0 0 0,-1 0 0 0 0,1 0-1 0 0,-2 0 1 0 0,-1 13 0 0 0,1 10 175 0 0,-4 112 556 0 0,0-3-1562 0 0,8-48-7299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42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26 2592 0 0,'-23'-22'11615'0'0,"22"21"-11462"0"0,-1 1 0 0 0,1-1-1 0 0,-1 1 1 0 0,0 0 0 0 0,1-1-1 0 0,-1 1 1 0 0,1 0 0 0 0,-1 0-1 0 0,0 0 1 0 0,1 0 0 0 0,-1 0 0 0 0,0 0-1 0 0,1 0 1 0 0,-1 1 0 0 0,1-1-1 0 0,-1 0 1 0 0,1 1 0 0 0,-1 0-1 0 0,1-1 1 0 0,-1 1 0 0 0,1 0-1 0 0,-1 0 1 0 0,1-1 0 0 0,0 1-1 0 0,-1 0 1 0 0,1 1 0 0 0,0-1-1 0 0,0 0 1 0 0,0 0 0 0 0,0 0 0 0 0,0 1-1 0 0,-2 2 1 0 0,-5 7-66 0 0,1 1 0 0 0,0 0-1 0 0,-6 13 1 0 0,6-10 375 0 0,-16 30-56 0 0,-27 76-1 0 0,42-97-354 0 0,1-1-1 0 0,2 1 1 0 0,0 1 0 0 0,2-1 0 0 0,-1 35 0 0 0,4-52-43 0 0,0 1 0 0 0,1 0 0 0 0,0 0 0 0 0,0-1 0 0 0,1 1 0 0 0,0-1 0 0 0,1 1 0 0 0,-1-1 0 0 0,1 0 0 0 0,8 13 0 0 0,-9-17 3 0 0,0 1 0 0 0,1-1 0 0 0,0 0 0 0 0,-1 0 1 0 0,1 0-1 0 0,1 0 0 0 0,-1 0 0 0 0,0-1 0 0 0,0 1 1 0 0,1-1-1 0 0,0 0 0 0 0,-1 0 0 0 0,1 0 0 0 0,0-1 0 0 0,0 1 1 0 0,0-1-1 0 0,0 0 0 0 0,0 0 0 0 0,0 0 0 0 0,0-1 0 0 0,8 1 1 0 0,-4-2 56 0 0,1 1 1 0 0,-1-1-1 0 0,0 0 1 0 0,1-1 0 0 0,-1 0-1 0 0,0 0 1 0 0,0-1-1 0 0,0 0 1 0 0,0 0 0 0 0,0-1-1 0 0,-1 0 1 0 0,0-1-1 0 0,0 1 1 0 0,0-1-1 0 0,0-1 1 0 0,-1 1 0 0 0,0-1-1 0 0,0 0 1 0 0,0 0-1 0 0,-1-1 1 0 0,0 0 0 0 0,4-7-1 0 0,-3 4 90 0 0,-1 0 0 0 0,0 0 0 0 0,-1 0 0 0 0,0 0 0 0 0,-1-1 0 0 0,0 0 0 0 0,-1 0 0 0 0,0 1 0 0 0,-1-1-1 0 0,0 0 1 0 0,0 0 0 0 0,-1-1 0 0 0,-1 1 0 0 0,0 0 0 0 0,0 0 0 0 0,-5-16 0 0 0,2 15-58 0 0,0 0-1 0 0,-1 0 1 0 0,0 1-1 0 0,-1-1 1 0 0,-1 1-1 0 0,1 1 1 0 0,-13-15 0 0 0,14 19-143 0 0,1 1 0 0 0,-1 0 1 0 0,0 0-1 0 0,-1 0 1 0 0,1 1-1 0 0,-1-1 1 0 0,0 1-1 0 0,0 1 1 0 0,0-1-1 0 0,-1 1 1 0 0,1 0-1 0 0,-1 1 1 0 0,1-1-1 0 0,-12-1 1 0 0,15 3-159 0 0,0 1 0 0 0,1 0 0 0 0,-1 0 0 0 0,0 0 0 0 0,0 0 0 0 0,0 1 0 0 0,0-1 0 0 0,1 1 0 0 0,-1-1 0 0 0,0 1 0 0 0,0 0 0 0 0,1 0 0 0 0,-1 0 0 0 0,1 1 0 0 0,-1-1 0 0 0,1 1 0 0 0,-1-1 0 0 0,1 1 0 0 0,0 0 0 0 0,0 0 0 0 0,0 0 0 0 0,0 0 0 0 0,0 0 0 0 0,0 0 0 0 0,1 0 0 0 0,-1 1 0 0 0,1-1 0 0 0,-2 5 0 0 0,-2 2-1512 0 0,2 0 0 0 0,0 0-1 0 0,0 1 1 0 0,0-1 0 0 0,1 1-1 0 0,-1 17 1 0 0,2-7-3987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42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250 133 2376 0 0,'-20'-13'11433'0'0,"16"9"-10270"0"0,0 1-1 0 0,-1 0 0 0 0,1 1 1 0 0,0-1-1 0 0,-1 0 1 0 0,-5-1-1 0 0,8 3-759 0 0,-11 9-91 0 0,6 4-282 0 0,0 1-1 0 0,1-1 1 0 0,1 1 0 0 0,0 0 0 0 0,1 1 0 0 0,1-1 0 0 0,-3 18 0 0 0,-7 102 47 0 0,12-117-62 0 0,0 1-1 0 0,2 0 1 0 0,0 0-1 0 0,1-1 1 0 0,1 1-1 0 0,0-1 1 0 0,1 1-1 0 0,1-1 1 0 0,7 16-1 0 0,-10-27 6 0 0,1 0 0 0 0,-1 0-1 0 0,1 0 1 0 0,0 0 0 0 0,1 0 0 0 0,-1-1-1 0 0,1 0 1 0 0,0 0 0 0 0,0 0-1 0 0,0 0 1 0 0,1 0 0 0 0,-1-1 0 0 0,1 1-1 0 0,0-1 1 0 0,0-1 0 0 0,0 1 0 0 0,0-1-1 0 0,0 0 1 0 0,1 0 0 0 0,-1 0 0 0 0,1-1-1 0 0,-1 0 1 0 0,1 0 0 0 0,0 0-1 0 0,-1-1 1 0 0,1 1 0 0 0,0-1 0 0 0,-1-1-1 0 0,11-1 1 0 0,-4 0 97 0 0,0-1 1 0 0,-1 0-1 0 0,1-1 0 0 0,-1 0 0 0 0,0-1 1 0 0,0 0-1 0 0,0-1 0 0 0,-1 0 1 0 0,0-1-1 0 0,0 0 0 0 0,-1-1 0 0 0,0 0 1 0 0,0 0-1 0 0,-1 0 0 0 0,0-1 0 0 0,0-1 1 0 0,-1 0-1 0 0,0 0 0 0 0,6-12 0 0 0,-5 8-22 0 0,-1-1 0 0 0,-1 0 0 0 0,0 0 0 0 0,-1 0 0 0 0,-1-1 0 0 0,0 1 0 0 0,-2-1 0 0 0,1 0 0 0 0,-2 0 0 0 0,0 0 0 0 0,-1 0 0 0 0,0 0 0 0 0,-6-32 0 0 0,3 36-65 0 0,-1 0-1 0 0,0 0 1 0 0,-1 0 0 0 0,0 1-1 0 0,-1 0 1 0 0,0 0 0 0 0,0 0-1 0 0,-1 1 1 0 0,-1 0-1 0 0,0 0 1 0 0,0 1 0 0 0,-1 0-1 0 0,0 0 1 0 0,-1 1 0 0 0,0 0-1 0 0,0 1 1 0 0,0 0-1 0 0,-1 1 1 0 0,0 0 0 0 0,0 0-1 0 0,-14-4 1 0 0,14 6-381 0 0,-1 1-1 0 0,1 0 1 0 0,-1 0 0 0 0,0 1-1 0 0,0 1 1 0 0,0 0 0 0 0,0 0 0 0 0,0 1-1 0 0,-1 1 1 0 0,1 0 0 0 0,0 1-1 0 0,1 0 1 0 0,-23 7 0 0 0,17-3-1122 0 0,1 1 0 0 0,-26 16 1 0 0,-5 9-5159 0 0,5 1-3039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45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1132 0 0,'19'-41'14429'0'0,"-16"52"-11378"0"0,4 58-2098 0 0,-8 266-115 0 0,-10-193-6123 0 0,10-108-1193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46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1296 0 0,'4'-10'4366'0'0,"3"-3"-1445"0"0,-5 9-1260 0 0,1 0 0 0 0,-1 0 0 0 0,0-1 1 0 0,0 1-1 0 0,-1-1 0 0 0,1 0 0 0 0,0-5 1 0 0,10 100-1354 0 0,-7 224-1802 0 0,-5-281-135 0 0,3-8-3373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47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83 1860 0 0,'5'-22'18775'0'0,"-7"18"-18291"0"0,0-1 0 0 0,0 1 0 0 0,0 0 0 0 0,0 0 0 0 0,-1 0 0 0 0,-3-4 0 0 0,5 7-377 0 0,-1-1-69 0 0,0 0 0 0 0,0 0 0 0 0,-1 0 0 0 0,1 0 0 0 0,-1 1 0 0 0,1-1 0 0 0,-1 1 0 0 0,1 0 0 0 0,-1-1 0 0 0,-4 0 0 0 0,-3 0-50 0 0,0 0 0 0 0,0 0 1 0 0,0 1-1 0 0,0 1 0 0 0,0 0 1 0 0,0 0-1 0 0,0 1 0 0 0,1 0 1 0 0,-1 1-1 0 0,0 0 0 0 0,0 1 1 0 0,1 0-1 0 0,-1 0 1 0 0,1 1-1 0 0,-14 7 0 0 0,12-4-6 0 0,1 0 0 0 0,0 0 0 0 0,0 1 0 0 0,1 0 0 0 0,0 0-1 0 0,1 1 1 0 0,-1 1 0 0 0,2-1 0 0 0,-1 1 0 0 0,1 1 0 0 0,1-1 0 0 0,-6 14 0 0 0,6-12-14 0 0,1-1 0 0 0,1 1 0 0 0,0 1 0 0 0,1-1 0 0 0,0 0 0 0 0,1 1 0 0 0,-1 18 0 0 0,2-27 38 0 0,1 0-1 0 0,0-1 1 0 0,1 1-1 0 0,-1-1 1 0 0,0 1-1 0 0,1-1 0 0 0,0 1 1 0 0,0-1-1 0 0,0 0 1 0 0,0 1-1 0 0,1-1 1 0 0,-1 0-1 0 0,1 0 0 0 0,0 0 1 0 0,0 0-1 0 0,0 0 1 0 0,0 0-1 0 0,0 0 1 0 0,1-1-1 0 0,-1 1 1 0 0,1-1-1 0 0,0 1 0 0 0,-1-1 1 0 0,1 0-1 0 0,0 0 1 0 0,1-1-1 0 0,-1 1 1 0 0,0-1-1 0 0,0 1 0 0 0,7 1 1 0 0,0-1 15 0 0,0-1 1 0 0,0 0-1 0 0,0 0 0 0 0,1-1 1 0 0,-1 0-1 0 0,0-1 1 0 0,0 0-1 0 0,0 0 0 0 0,0-1 1 0 0,-1 0-1 0 0,1-1 1 0 0,0-1-1 0 0,-1 1 0 0 0,0-1 1 0 0,11-6-1 0 0,-5 1 16 0 0,0 0-1 0 0,0-2 1 0 0,-1 1-1 0 0,-1-2 1 0 0,1 1-1 0 0,-2-2 0 0 0,21-25 1 0 0,-19 19 28 0 0,-6 11 675 0 0,-1-2 1 0 0,0 1-1 0 0,8-18 1 0 0,-15 26-598 0 0,1-1 0 0 0,-1 1 1 0 0,1 0-1 0 0,-1-1 0 0 0,1 1 0 0 0,-1 0 1 0 0,1 0-1 0 0,0-1 0 0 0,0 1 0 0 0,-1 0 1 0 0,1 0-1 0 0,0 0 0 0 0,0 0 0 0 0,0 0 1 0 0,0 0-1 0 0,2-1 0 0 0,-3 3-126 0 0,1 0-1 0 0,0 0 1 0 0,-1 1-1 0 0,0-1 1 0 0,1 0-1 0 0,-1 0 1 0 0,0 0-1 0 0,0 0 1 0 0,1 1-1 0 0,-1-1 1 0 0,0 0 0 0 0,0 0-1 0 0,0 1 1 0 0,0-1-1 0 0,-1 0 1 0 0,1 0-1 0 0,0 2 1 0 0,-7 260-368 0 0,10-87-2974 0 0,-1-68-2072 0 0,-1-1-3711 0 0,-1-65-740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48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 2300 0 0,'-6'-12'24008'0'0,"3"21"-25512"0"0,-6 24-10050 0 0,7-24 9231 0 0,2-9 2327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48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3592 0 0,'10'45'20551'0'0,"-7"-21"-11965"0"0,-2-11-11412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54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0 129 976 0 0,'0'0'19432'0'0,"7"-24"-18519"0"0,0 14-896 0 0,0 1-1 0 0,0 1 1 0 0,1-1-1 0 0,0 1 0 0 0,1 0 1 0 0,0 1-1 0 0,0 0 1 0 0,1 1-1 0 0,0 0 0 0 0,0 0 1 0 0,0 1-1 0 0,15-5 1 0 0,-22 9-28 0 0,0 0-1 0 0,0 0 1 0 0,0 0 0 0 0,0 1 0 0 0,0-1 0 0 0,0 1 0 0 0,0 0 0 0 0,0 0 0 0 0,1 0 0 0 0,-1 0 0 0 0,0 0 0 0 0,0 1 0 0 0,0 0 0 0 0,0-1-1 0 0,0 1 1 0 0,0 0 0 0 0,0 0 0 0 0,0 1 0 0 0,-1-1 0 0 0,1 1 0 0 0,0-1 0 0 0,-1 1 0 0 0,1 0 0 0 0,-1 0 0 0 0,1 0 0 0 0,-1 0 0 0 0,0 1-1 0 0,0-1 1 0 0,0 0 0 0 0,0 1 0 0 0,0 0 0 0 0,-1-1 0 0 0,1 1 0 0 0,-1 0 0 0 0,0 0 0 0 0,0 0 0 0 0,0 0 0 0 0,0 0 0 0 0,0 0 0 0 0,-1 0-1 0 0,1 0 1 0 0,-1 0 0 0 0,0 4 0 0 0,-1 7 2 0 0,-1 0 0 0 0,0 1-1 0 0,-1-1 1 0 0,-1 0-1 0 0,0 0 1 0 0,-1-1 0 0 0,-1 1-1 0 0,-9 16 1 0 0,-7 19 109 0 0,6-22 416 0 0,3-7 1112 0 0,13-19-1627 0 0,0-1 0 0 0,0 1 0 0 0,0-1 0 0 0,0 1 0 0 0,0-1 0 0 0,0 1 1 0 0,0-1-1 0 0,1 1 0 0 0,-1-1 0 0 0,0 1 0 0 0,0-1 0 0 0,0 1 0 0 0,1-1 0 0 0,-1 1 0 0 0,0-1 0 0 0,0 1 1 0 0,1-1-1 0 0,-1 0 0 0 0,0 1 0 0 0,1-1 0 0 0,-1 0 0 0 0,1 1 0 0 0,-1-1 0 0 0,1 0 0 0 0,-1 1 0 0 0,0-1 1 0 0,1 0-1 0 0,-1 0 0 0 0,1 1 0 0 0,-1-1 0 0 0,1 0 0 0 0,0 0 0 0 0,21 9-53 0 0,-18-8 55 0 0,7 5-31 0 0,1 1 0 0 0,-2-1 0 0 0,1 1 0 0 0,-1 1 0 0 0,0 0 0 0 0,-1 1 0 0 0,0 0 0 0 0,0 0 0 0 0,13 20 0 0 0,-19-26 119 0 0,-1 1 1 0 0,0 0-1 0 0,0 0 0 0 0,0 0 1 0 0,0 1-1 0 0,0-1 0 0 0,-1 0 0 0 0,0 1 1 0 0,0-1-1 0 0,0 1 0 0 0,0-1 0 0 0,-1 1 1 0 0,0-1-1 0 0,0 1 0 0 0,0-1 1 0 0,-1 1-1 0 0,1-1 0 0 0,-1 1 0 0 0,0-1 1 0 0,0 1-1 0 0,-1-1 0 0 0,1 0 0 0 0,-1 1 1 0 0,0-1-1 0 0,0 0 0 0 0,0 0 1 0 0,-1 0-1 0 0,1-1 0 0 0,-1 1 0 0 0,-4 4 1 0 0,1-3 133 0 0,0 1 0 0 0,0-1 0 0 0,0-1 0 0 0,0 1 0 0 0,-1-1 0 0 0,1 0 0 0 0,-1 0 0 0 0,0-1 0 0 0,-1 0 1 0 0,1-1-1 0 0,0 1 0 0 0,-1-1 0 0 0,0-1 0 0 0,1 1 0 0 0,-11 0 0 0 0,2-2-345 0 0,-1 1 0 0 0,1-2 1 0 0,0 0-1 0 0,0-1 0 0 0,0-1 0 0 0,-16-4 1 0 0,3-4-4641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56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6 105 452 0 0,'-6'-13'13361'0'0,"6"10"-12470"0"0,0 3-656 0 0,0-1 0 0 0,1 0 0 0 0,4-6 3055 0 0,-4 6-3055 0 0,0 1 0 0 0,3-3-669 0 0,1 1 0 0 0,0 1 0 0 0,0-1 0 0 0,-1 1 0 0 0,8-2 0 0 0,6-1 1783 0 0,173-42-1584 0 0,-112 32-4389 0 0,-75 13 3676 0 0,-1 0 0 0 0,0 1 0 0 0,1 0 1 0 0,-1 0-1 0 0,1 0 0 0 0,-1 0 0 0 0,7 2 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5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1 228 0 0,'-3'0'2376'0'0,"-39"2"3475"0"0,15-1-2756 0 0,-28 4-1 0 0,50-4-3036 0 0,1 0 0 0 0,-1 1-1 0 0,1 0 1 0 0,0 0 0 0 0,-1 0 0 0 0,1 0 0 0 0,0 1 0 0 0,0 0-1 0 0,0 0 1 0 0,1 0 0 0 0,-1 0 0 0 0,1 0 0 0 0,0 1 0 0 0,0-1-1 0 0,0 1 1 0 0,0 0 0 0 0,0 0 0 0 0,1 0 0 0 0,0 0 0 0 0,-4 9-1 0 0,0 4-39 0 0,0 1 0 0 0,1 0 0 0 0,-5 32 0 0 0,8-42 11 0 0,1-1 0 0 0,1 0 0 0 0,-1 0 0 0 0,1 1 0 0 0,0-1 0 0 0,1 0 0 0 0,0 1 0 0 0,0-1 0 0 0,1 0 0 0 0,-1 0 0 0 0,2 0 0 0 0,-1 0 0 0 0,7 12-1 0 0,-8-17 15 0 0,0-1 0 0 0,0 1 0 0 0,0-1 0 0 0,0 0-1 0 0,1 0 1 0 0,-1 0 0 0 0,1 0 0 0 0,-1 1-1 0 0,0-2 1 0 0,1 1 0 0 0,0 0 0 0 0,-1 0-1 0 0,1 0 1 0 0,0-1 0 0 0,-1 1 0 0 0,1-1-1 0 0,0 1 1 0 0,-1-1 0 0 0,4 0 0 0 0,33-2 828 0 0,-26 1-579 0 0,9-1 30 0 0,-3 0-142 0 0,29 1-1 0 0,-41 1-138 0 0,0 1-1 0 0,0 0 0 0 0,0 0 0 0 0,0 1 0 0 0,0 0 0 0 0,0 0 0 0 0,-1 0 0 0 0,10 5 0 0 0,-3 1 50 0 0,1 0 0 0 0,-2 0 0 0 0,1 1-1 0 0,-1 1 1 0 0,0 0 0 0 0,-1 1-1 0 0,-1 0 1 0 0,1 0 0 0 0,-2 1-1 0 0,15 24 1 0 0,-21-30 109 0 0,1-1 0 0 0,0 1 0 0 0,-1 0 1 0 0,0-1-1 0 0,0 1 0 0 0,-1 0 0 0 0,0 0 0 0 0,0 0 0 0 0,0 1 1 0 0,-1-1-1 0 0,1 0 0 0 0,-2 0 0 0 0,1 0 0 0 0,-1 0 0 0 0,0 0 0 0 0,0 0 1 0 0,0 0-1 0 0,-1 0 0 0 0,0 0 0 0 0,0 0 0 0 0,-1-1 0 0 0,1 1 0 0 0,-1-1 1 0 0,0 1-1 0 0,-1-1 0 0 0,1 0 0 0 0,-1-1 0 0 0,-7 8 0 0 0,6-7-3 0 0,-1-1 0 0 0,1 1-1 0 0,-1-1 1 0 0,0-1 0 0 0,0 1-1 0 0,0-1 1 0 0,0 0-1 0 0,-1 0 1 0 0,1-1 0 0 0,-1 0-1 0 0,0 0 1 0 0,0 0 0 0 0,0-1-1 0 0,1 0 1 0 0,-15 0 0 0 0,3-2-311 0 0,0 0 0 0 0,0-1 0 0 0,1-1 0 0 0,-33-9 0 0 0,48 11-555 0 0,-1 0-216 0 0,-9-5-2566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59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2228 0 0,'-14'18'16881'0'0,"14"-12"-14888"0"0,1-5-1958 0 0,1-1 0 0 0,0 1 0 0 0,0 0 0 0 0,0 0 0 0 0,0-1 0 0 0,0 0 1 0 0,-1 1-1 0 0,1-1 0 0 0,0 0 0 0 0,4 0 0 0 0,84 0 372 0 0,-35-2-268 0 0,-24 1-49 0 0,-29 1-57 0 0,1-1-26 0 0,8 0 7 0 0,-8 1-4 0 0,0 0-19 0 0,7-1-53 0 0,-7 0-138 0 0,6 0-1778 0 0,1-1-1766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6:59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20 2884 0 0,'1'-19'25722'0'0,"-4"98"-24825"0"0,9 250 717 0 0,0 58 36 0 0,-7-373-1650 0 0,-1-5-11 0 0,1-7-189 0 0,-18-18-6644 0 0,13-3 652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01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53 128 0 0,'-10'21'21020'0'0,"31"-23"-20919"0"0,0-2 0 0 0,-1 0 0 0 0,1-1 0 0 0,-1-1 0 0 0,21-10 0 0 0,-11 5-23 0 0,4-4 1 0 0,-32 14-63 0 0,16-8-120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0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119 165 68 0 0,'-8'-26'11254'0'0,"5"19"-9499"0"0,0-1-1 0 0,1 0 1 0 0,0 1 0 0 0,-2-16 0 0 0,3 20-1612 0 0,1 0 0 0 0,0-1 0 0 0,0 1 1 0 0,0 0-1 0 0,0 0 0 0 0,1 0 0 0 0,-1 0 0 0 0,1 0 0 0 0,0 0 1 0 0,0 0-1 0 0,0 0 0 0 0,0 0 0 0 0,0 0 0 0 0,4-5 0 0 0,-3 6-112 0 0,1-1-1 0 0,0 1 0 0 0,-1 0 0 0 0,1-1 1 0 0,0 1-1 0 0,1 1 0 0 0,-1-1 0 0 0,0 0 1 0 0,0 1-1 0 0,6-2 0 0 0,28-6-2 0 0,-33 8-30 0 0,-1 0-1 0 0,1 1 1 0 0,0-1 0 0 0,0 1-1 0 0,0 0 1 0 0,0 1 0 0 0,-1-1-1 0 0,1 1 1 0 0,0-1 0 0 0,0 1-1 0 0,0 0 1 0 0,-1 1 0 0 0,1-1-1 0 0,-1 1 1 0 0,1-1 0 0 0,-1 1-1 0 0,0 0 1 0 0,1 0-1 0 0,-1 1 1 0 0,0-1 0 0 0,0 0-1 0 0,2 4 1 0 0,-2-2 5 0 0,0 0 0 0 0,-1 0-1 0 0,1 0 1 0 0,-1 0 0 0 0,0 1 0 0 0,0-1-1 0 0,-1 0 1 0 0,1 1 0 0 0,-1-1 0 0 0,0 1-1 0 0,0 0 1 0 0,-1-1 0 0 0,0 1 0 0 0,1 0-1 0 0,-1-1 1 0 0,-2 9 0 0 0,0 11 43 0 0,-2-1 0 0 0,-1-1 0 0 0,-1 1 0 0 0,-16 39 0 0 0,7-22 1288 0 0,14-39-1017 0 0,1-1-276 0 0,0 1 0 0 0,1-1 0 0 0,-1 1-1 0 0,0-1 1 0 0,0 0 0 0 0,0 1 0 0 0,0-1-1 0 0,0 0 1 0 0,0 1 0 0 0,0-1 0 0 0,0 1-1 0 0,0-1 1 0 0,0 0 0 0 0,0 1 0 0 0,0-1-1 0 0,0 0 1 0 0,0 1 0 0 0,0-1 0 0 0,0 1 0 0 0,-1-1-1 0 0,1 0 1 0 0,0 1 0 0 0,0-1 0 0 0,0 0-1 0 0,-1 1 1 0 0,1-1 0 0 0,0 0 0 0 0,-1 1-1 0 0,-1 4 787 0 0,11-4-794 0 0,-7-1-43 0 0,0 0-8 0 0,6-1 15 0 0,0 2 1 0 0,0-1-1 0 0,-1 1 0 0 0,1 0 1 0 0,0 0-1 0 0,-1 1 1 0 0,1 0-1 0 0,-1 0 0 0 0,0 1 1 0 0,0 0-1 0 0,0 0 1 0 0,0 1-1 0 0,0 0 1 0 0,-1 0-1 0 0,8 6 0 0 0,-5-3 22 0 0,-1 0 0 0 0,1 1 0 0 0,-1 1 0 0 0,0-1 0 0 0,-1 1 0 0 0,0 0 0 0 0,-1 1 0 0 0,0-1 0 0 0,9 21 0 0 0,-12-21 49 0 0,0 0 0 0 0,-1 0 0 0 0,0 0 0 0 0,0 1 0 0 0,-1-1 0 0 0,-1 1 0 0 0,1 0 0 0 0,-1-1 0 0 0,-1 1 0 0 0,0-1 0 0 0,0 1 0 0 0,-1-1 0 0 0,0 0 0 0 0,-5 11 0 0 0,5-12 57 0 0,-1 0-1 0 0,0-1 0 0 0,-1 1 1 0 0,0-1-1 0 0,0 1 1 0 0,-1-1-1 0 0,0 0 0 0 0,0-1 1 0 0,-1 1-1 0 0,1-1 0 0 0,-1 0 1 0 0,-1-1-1 0 0,1 1 1 0 0,-1-1-1 0 0,0 0 0 0 0,-8 3 1 0 0,7-4-63 0 0,-1-2 0 0 0,1 1 0 0 0,-1-1 0 0 0,1-1 0 0 0,-1 1 0 0 0,0-2-1 0 0,1 1 1 0 0,-1-1 0 0 0,0 0 0 0 0,1-1 0 0 0,-1 0 0 0 0,0 0 0 0 0,-16-6 0 0 0,5 1-349 0 0,1-1 0 0 0,0-1 0 0 0,0 0 0 0 0,-31-20 0 0 0,39 21-716 0 0,1 0-1 0 0,0-1 0 0 0,-15-15 1 0 0,3-6-3910 0 0,19 25 3328 0 0,1-1-1 0 0,0 1 1 0 0,0-1 0 0 0,1 0 0 0 0,-2-5-1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06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 1088 0 0,'12'-3'18399'0'0,"-21"35"-25128"0"0,1-1 181 0 0,4-20 2742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06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2760 0 0,'-1'26'9548'0'0,"-2"-4"-4284"0"0,3-11-1511 0 0,-1 3-1861 0 0,1-14-1880 0 0,0 0 1 0 0,-1 1 0 0 0,1-1 0 0 0,0 0-1 0 0,0 1 1 0 0,0-1 0 0 0,0 0-1 0 0,0 1 1 0 0,0-1 0 0 0,0 0-1 0 0,-1 1 1 0 0,1-1 0 0 0,0 0-1 0 0,0 1 1 0 0,0-1 0 0 0,0 0 0 0 0,0 1-1 0 0,1-1 1 0 0,-1 0 0 0 0,0 1-1 0 0,0-1 1 0 0,0 0 0 0 0,0 1-1 0 0,0-1 1 0 0,0 0 0 0 0,1 0-1 0 0,-1 1 1 0 0,0-1 0 0 0,0 0 0 0 0,0 1-1 0 0,1-1 1 0 0,-1 0 0 0 0,0 0-1 0 0,0 1 1 0 0,1-1 0 0 0,-1 0-1 0 0,0 0 1 0 0,0 0 0 0 0,1 1-1 0 0,-1-1 1 0 0,0 0 0 0 0,1 0-1 0 0,-1 0 1 0 0,0 0 0 0 0,1 0 0 0 0,-1 0-1 0 0,0 0 1 0 0,1 0 0 0 0,-1 0-1 0 0,0 0 1 0 0,1 0 0 0 0,-1 0-1 0 0,0 0 1 0 0,1 0 0 0 0,-1 0-1 0 0,1 0 1 0 0,1 0 28 0 0,8-1 3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09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77 1140 0 0,'11'-5'16144'0'0,"-4"-18"-7762"0"0,-6 3-5472 0 0,-1 17-2385 0 0,-4-22 462 0 0,-38 108-22192 0 0,34-63 14726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09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1 488 0 0,'1'14'9298'0'0,"1"11"-202"0"0,-2-15-6631 0 0,0 8-2450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07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77 564 0 0,'-13'-7'6785'0'0,"-21"-17"3642"0"0,38 18-9965 0 0,-4 6-449 0 0,0-1 0 0 0,1 0 1 0 0,-1 0-1 0 0,0 1 1 0 0,1-1-1 0 0,-1 0 0 0 0,0 0 1 0 0,1 1-1 0 0,-1-1 1 0 0,1 1-1 0 0,0-1 0 0 0,-1 0 1 0 0,1 1-1 0 0,-1-1 1 0 0,1 1-1 0 0,0-1 1 0 0,-1 1-1 0 0,2-1 0 0 0,11-4 24 0 0,0 0-1 0 0,0 1 1 0 0,1 0-1 0 0,-1 1 1 0 0,1 1-1 0 0,19-2 1 0 0,-26 4-42 0 0,0 0 0 0 0,-1 0 0 0 0,1 0 0 0 0,-1 1 0 0 0,1 0-1 0 0,0 0 1 0 0,-1 1 0 0 0,1-1 0 0 0,-1 2 0 0 0,0-1 0 0 0,0 1 0 0 0,0 0 0 0 0,0 0 0 0 0,0 0 0 0 0,8 8 0 0 0,-12-9 10 0 0,0 0-1 0 0,0 0 1 0 0,0 0-1 0 0,0 0 1 0 0,0 1-1 0 0,-1-1 1 0 0,1 1-1 0 0,-1-1 1 0 0,0 1 0 0 0,0 0-1 0 0,0-1 1 0 0,0 1-1 0 0,0 0 1 0 0,-1 0-1 0 0,1 4 1 0 0,-1-2 1 0 0,0 1 1 0 0,0 0-1 0 0,0-1 0 0 0,-1 1 1 0 0,0-1-1 0 0,0 1 1 0 0,-3 7-1 0 0,-2 2 26 0 0,0-1 0 0 0,-1 0 0 0 0,0 0 0 0 0,-17 22-1 0 0,-20 19 401 0 0,44-54-340 0 0,-6 9 96 0 0,2-8-177 0 0,4-1-16 0 0,0-1 1 0 0,0 1-1 0 0,0 0 0 0 0,0-1 1 0 0,0 1-1 0 0,0-1 0 0 0,0 1 1 0 0,0 0-1 0 0,0-1 0 0 0,0 1 0 0 0,0 0 1 0 0,0-1-1 0 0,0 1 0 0 0,0 0 1 0 0,1-1-1 0 0,-1 1 0 0 0,0-1 1 0 0,1 1-1 0 0,-1 0 0 0 0,0-1 0 0 0,1 2 1 0 0,4 4-7 0 0,0-1-1 0 0,-1 1 1 0 0,2 0 0 0 0,-1-1 0 0 0,9 6 0 0 0,16 17 18 0 0,-26-23-63 0 0,9 10 150 0 0,0 1-1 0 0,-1 1 1 0 0,13 24-1 0 0,-23-37 46 0 0,0 0 0 0 0,0 1 0 0 0,0-1 0 0 0,0 0 1 0 0,-1 1-1 0 0,0-1 0 0 0,0 1 0 0 0,0-1 0 0 0,0 1 0 0 0,-1-1 0 0 0,0 1 0 0 0,0 0 0 0 0,0-1 0 0 0,-1 1 0 0 0,1-1 0 0 0,-1 1 0 0 0,0-1 1 0 0,0 1-1 0 0,-1-1 0 0 0,-3 9 0 0 0,2-9-6 0 0,0 0 1 0 0,0 0-1 0 0,-1 0 1 0 0,1-1 0 0 0,-1 1-1 0 0,0-1 1 0 0,0 0-1 0 0,-1 0 1 0 0,1 0 0 0 0,0-1-1 0 0,-1 0 1 0 0,0 1-1 0 0,0-1 1 0 0,1-1-1 0 0,-1 1 1 0 0,0-1 0 0 0,0 0-1 0 0,-8 1 1 0 0,0 0-43 0 0,-1-1-1 0 0,1-1 1 0 0,-1 0 0 0 0,1 0 0 0 0,-24-5 0 0 0,15 1-2 0 0,-40-11-215 0 0,60 15-123 0 0,1 0 0 0 0,0-1-1 0 0,-1 1 1 0 0,1-1 0 0 0,0 1-1 0 0,0-1 1 0 0,-1 1 0 0 0,1-1 0 0 0,0 1-1 0 0,0-1 1 0 0,-1 0 0 0 0,1 0 0 0 0,0 0-1 0 0,0 0 1 0 0,0 0 0 0 0,0 0 0 0 0,-1-2-1 0 0,2 2-87 0 0,0 0 0 0 0,0 0 0 0 0,0 0 0 0 0,1 0 0 0 0,-1 0 0 0 0,0 0-1 0 0,1 0 1 0 0,-1 0 0 0 0,1 0 0 0 0,-1 0 0 0 0,1 0 0 0 0,-1 0 0 0 0,1 0-1 0 0,0 0 1 0 0,-1 0 0 0 0,1 0 0 0 0,0 1 0 0 0,0-1 0 0 0,0 0 0 0 0,0 0-1 0 0,-1 1 1 0 0,1-1 0 0 0,0 1 0 0 0,2-2 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08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82 2424 0 0,'-5'-22'8093'0'0,"3"10"-3954"0"0,-1 0 0 0 0,1-18 0 0 0,2 30-4129 0 0,0 0-1 0 0,0 0 1 0 0,0 0 0 0 0,0 0-1 0 0,0 0 1 0 0,0-1-1 0 0,0 1 1 0 0,0 0 0 0 0,0 0-1 0 0,0 0 1 0 0,0 0-1 0 0,0 0 1 0 0,1 0 0 0 0,-1-1-1 0 0,0 1 1 0 0,0 0 0 0 0,0 0-1 0 0,0 0 1 0 0,0 0-1 0 0,0 0 1 0 0,0-1 0 0 0,-1 1-1 0 0,1 0 1 0 0,0 0-1 0 0,0 0 1 0 0,0 0 0 0 0,0 0-1 0 0,0 0 1 0 0,0-1-1 0 0,0 1 1 0 0,0 0 0 0 0,0 0-1 0 0,0 0 1 0 0,0 0 0 0 0,0 0-1 0 0,0 0 1 0 0,-1 0-1 0 0,1 0 1 0 0,0-1 0 0 0,0 1-1 0 0,0 0 1 0 0,0 0-1 0 0,0 0 1 0 0,0 0 0 0 0,0 0-1 0 0,-1 0 1 0 0,1 0 0 0 0,0 0-1 0 0,0 0 1 0 0,0 0-1 0 0,0 0 1 0 0,0 0 0 0 0,-1 0-1 0 0,1 0 1 0 0,0 0-1 0 0,0 0 1 0 0,0 0 0 0 0,0 0-1 0 0,-4 13 83 0 0,1 21-73 0 0,2 0 0 0 0,1-1 1 0 0,2 1-1 0 0,1-1 0 0 0,10 42 0 0 0,-13-73-14 0 0,1 1 0 0 0,-1-1 0 0 0,1 0 0 0 0,0 1 0 0 0,0-1 0 0 0,0 0 0 0 0,0 0 0 0 0,0 0 0 0 0,0 0 0 0 0,1 0 0 0 0,-1 0 0 0 0,1 0 0 0 0,-1 0 0 0 0,1-1 0 0 0,0 1 0 0 0,0-1 0 0 0,0 1 0 0 0,0-1 0 0 0,0 1 0 0 0,0-1 0 0 0,0 0 0 0 0,3 1 0 0 0,-1-1-2 0 0,0-1 0 0 0,1 0 1 0 0,-1 1-1 0 0,0-2 0 0 0,0 1 0 0 0,1 0 0 0 0,-1-1 1 0 0,0 0-1 0 0,0 0 0 0 0,1 0 0 0 0,-1 0 1 0 0,0-1-1 0 0,6-3 0 0 0,-3 1-16 0 0,0-1 1 0 0,-1 1-1 0 0,0-1 0 0 0,0 0 1 0 0,0-1-1 0 0,10-12 0 0 0,-5 3 43 0 0,-1 0 0 0 0,0-1-1 0 0,-1 0 1 0 0,-1 0-1 0 0,12-33 1 0 0,-7-13 2878 0 0,-12 51-2625 0 0,0 9-48 0 0,-2 4-66 0 0,-5 26 206 0 0,2 0 0 0 0,-2 53 0 0 0,8 60-446 0 0,15 94-5580 0 0,-6-99-5737 0 0,-7-90 2225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12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0 668 0 0,'-14'36'18978'0'0,"14"-36"-18904"0"0,0 0 0 0 0,0 0 0 0 0,0 1 0 0 0,-1-1 0 0 0,1 0 0 0 0,0 1 0 0 0,0-1 0 0 0,0 0 0 0 0,0 0 0 0 0,0 1 0 0 0,-1-1 0 0 0,1 0 0 0 0,0 1 0 0 0,0-1 0 0 0,0 0 0 0 0,0 1 0 0 0,0-1 0 0 0,0 0 0 0 0,0 1 0 0 0,0-1 0 0 0,0 0 0 0 0,0 1 0 0 0,1-1 0 0 0,-1 0 0 0 0,0 1 0 0 0,0-1 0 0 0,0 0 0 0 0,0 1 0 0 0,0-1 0 0 0,0 0 0 0 0,1 0 0 0 0,-1 1 0 0 0,0-1 0 0 0,0 0 0 0 0,1 0 0 0 0,-1 1 1 0 0,0-1-1 0 0,0 0 0 0 0,1 0 0 0 0,-1 0 0 0 0,0 0 0 0 0,0 1 0 0 0,1-1 0 0 0,-1 0 0 0 0,1 0-300 0 0,0 1 268 0 0,3-1-30 0 0,21-3 91 0 0,-23 3-98 0 0,1-1 23 0 0,24-3 30 0 0,40-13 0 0 0,-66 17-64 0 0,12-2 177 0 0,12-3-10277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12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67 668 0 0,'5'-49'18276'0'0,"-7"31"-12324"0"0,3 118-5410 0 0,-3 140-271 0 0,-2-136-2187 0 0,4-103 1348 0 0,0 9-604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13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88 1752 0 0,'11'-24'10254'0'0,"7"-30"-621"0"0,-17 52-8813 0 0,-1 2-781 0 0,0-1 0 0 0,0 1 0 0 0,0 0-1 0 0,1 0 1 0 0,-1 0 0 0 0,0 0 0 0 0,0 0 0 0 0,0-1 0 0 0,0 1 0 0 0,0 0-1 0 0,0 0 1 0 0,0 0 0 0 0,0 0 0 0 0,0-1 0 0 0,1 1 0 0 0,-1 0 0 0 0,0 0-1 0 0,0 0 1 0 0,0 0 0 0 0,0-1 0 0 0,0 1 0 0 0,0 0 0 0 0,0 0 0 0 0,0 0-1 0 0,0 0 1 0 0,-1-1 0 0 0,1 1 0 0 0,0 0 0 0 0,0 0 0 0 0,0 0-1 0 0,0-1 1 0 0,0 1 0 0 0,0 0 0 0 0,0 0 0 0 0,0 0 0 0 0,0 0 0 0 0,0 0-1 0 0,-1-1 1 0 0,1 1 0 0 0,0 0 0 0 0,0 0 0 0 0,-5 1-36 0 0,1 1 0 0 0,0 0 0 0 0,0 0 0 0 0,0 0 0 0 0,0 1 1 0 0,1-1-1 0 0,-1 1 0 0 0,1 0 0 0 0,-1 0 0 0 0,1 0 0 0 0,0 0 0 0 0,0 1 0 0 0,0-1 0 0 0,-4 8 1 0 0,-6 9-47 0 0,-15 34 1 0 0,21-41 28 0 0,4-5-9 0 0,0 0-1 0 0,0 0 1 0 0,1 0 0 0 0,0 0-1 0 0,0 0 1 0 0,1 1 0 0 0,0-1-1 0 0,0 1 1 0 0,1-1 0 0 0,0 0-1 0 0,1 1 1 0 0,2 14 0 0 0,-2-20 24 0 0,0 0 1 0 0,0 0 0 0 0,0 0 0 0 0,0 0 0 0 0,1 0 0 0 0,0 0 0 0 0,-1-1 0 0 0,1 1 0 0 0,0-1 0 0 0,0 1 0 0 0,0-1 0 0 0,1 1 0 0 0,-1-1 0 0 0,6 4 0 0 0,2 0 11 0 0,0 0 0 0 0,17 8 0 0 0,-15-8-9 0 0,58 24-16 0 0,-52-24 9 0 0,-1 1 1 0 0,0 1-1 0 0,0 0 1 0 0,0 1-1 0 0,-1 1 1 0 0,29 23-1 0 0,-43-31 59 0 0,0 0-1 0 0,0 1 1 0 0,0-1 0 0 0,0 1-1 0 0,0-1 1 0 0,-1 1 0 0 0,1-1-1 0 0,-1 1 1 0 0,1 0 0 0 0,-1 0-1 0 0,0 0 1 0 0,0 0 0 0 0,0 0-1 0 0,-1 0 1 0 0,1 0-1 0 0,-1 0 1 0 0,0 0 0 0 0,0 0-1 0 0,0 4 1 0 0,-1-2 60 0 0,0-1-1 0 0,0 1 1 0 0,0 0-1 0 0,-1-1 0 0 0,0 0 1 0 0,0 1-1 0 0,0-1 1 0 0,-1 0-1 0 0,1 0 1 0 0,-1 0-1 0 0,-5 5 1 0 0,-1 1 118 0 0,-2 0 0 0 0,1-1 0 0 0,-1 0-1 0 0,-1-1 1 0 0,0 0 0 0 0,0 0 0 0 0,-20 7 0 0 0,18-9-90 0 0,-1-1 1 0 0,0-1 0 0 0,0 0-1 0 0,-1-2 1 0 0,1 1-1 0 0,-23-1 1 0 0,36-1-145 0 0,0-1 0 0 0,-1 0 0 0 0,1 0 0 0 0,0 0 0 0 0,-1 0 0 0 0,1-1 0 0 0,0 1 0 0 0,-1 0 0 0 0,1-1 0 0 0,0 0 0 0 0,0 0 0 0 0,-1 1 0 0 0,1-1 0 0 0,0 0 0 0 0,0-1 0 0 0,0 1 0 0 0,0 0 0 0 0,0-1 0 0 0,1 1 0 0 0,-1-1 0 0 0,0 1 0 0 0,1-1 0 0 0,-1 0 0 0 0,1 0 0 0 0,-1 1 0 0 0,1-1 0 0 0,0 0 0 0 0,0 0 0 0 0,0-1 0 0 0,0 1 0 0 0,0 0 0 0 0,0 0 0 0 0,1 0 0 0 0,-1-1 0 0 0,1 1 0 0 0,-1 0-1 0 0,1-1 1 0 0,0 1 0 0 0,0 0 0 0 0,0-1 0 0 0,0 1 0 0 0,1-3 0 0 0,1-9-24 0 0,0 1 0 0 0,2-1-1 0 0,-1 1 1 0 0,2 0 0 0 0,7-18-1 0 0,13-18 86 0 0,43-68-1 0 0,-39 71 58 0 0,36-76 0 0 0,-63 115-115 0 0,1 0 0 0 0,-1 0-1 0 0,-1 0 1 0 0,1 0 0 0 0,-1-1 0 0 0,0 1-1 0 0,-1-10 1 0 0,0 15-17 0 0,-1-1 0 0 0,0 0 0 0 0,0 0 0 0 0,0 0 0 0 0,0 0 0 0 0,0 1 0 0 0,0-1 0 0 0,-1 0 0 0 0,1 1 0 0 0,-1 0 0 0 0,0-1 0 0 0,0 1 0 0 0,0 0 0 0 0,0 0 0 0 0,0 0 0 0 0,0 0 0 0 0,-1 0 0 0 0,1 0 0 0 0,-4-2 0 0 0,-1 1-376 0 0,-1 0 0 0 0,0 0 0 0 0,0 1 0 0 0,0 0 0 0 0,0 0 0 0 0,0 1 1 0 0,0 0-1 0 0,0 0 0 0 0,-10 1 0 0 0,-20 1-4421 0 0,-2 1-6003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14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304 163 2048 0 0,'-9'-20'17176'0'0,"13"12"-15160"0"0,19-1-2223 0 0,-17 7 528 0 0,406-107 240 0 0,-360 97 325 0 0,-50 11-776 0 0,17-1 198 0 0,-17 3-305 0 0,0-1-1 0 0,-1 0 0 0 0,1 0 0 0 0,-1 1 1 0 0,1-1-1 0 0,0 1 0 0 0,-1-1 0 0 0,1 1 0 0 0,-1 0 1 0 0,0-1-1 0 0,1 1 0 0 0,-1 0 0 0 0,1 0 0 0 0,-1 0 1 0 0,0 0-1 0 0,0 0 0 0 0,0 0 0 0 0,1 1 1 0 0,0 0-1 0 0,1 2-1 0 0,0 1 1 0 0,-1-1-1 0 0,1 1 1 0 0,-1 0 0 0 0,4 10-1 0 0,-1 4 30 0 0,-1 0 0 0 0,4 25 0 0 0,-6-24-25 0 0,30 324 965 0 0,-48 408 711 0 0,3-371-1375 0 0,7-138-86 0 0,-15 441 283 0 0,8-434-181 0 0,-24 565-171 0 0,35-751-144 0 0,-16 306 724 0 0,13-315 15 0 0,1 4 410 0 0,-3-1 0 0 0,-21 89 0 0 0,25-137-927 0 0,2-8-227 0 0,1-1 0 0 0,0 1 0 0 0,-1-1 0 0 0,1 1-1 0 0,-1 0 1 0 0,1-1 0 0 0,-1 1 0 0 0,0-1 0 0 0,0 0 0 0 0,1 1-1 0 0,-1-1 1 0 0,0 0 0 0 0,0 1 0 0 0,-1-1 0 0 0,1 0-1 0 0,0 0 1 0 0,0 0 0 0 0,-3 2 0 0 0,-2 1-10 0 0,-1 2 7 0 0,0-1 0 0 0,0 1 0 0 0,0-2 0 0 0,-1 1 0 0 0,0-1 0 0 0,0 0 0 0 0,0-1 0 0 0,-15 5 0 0 0,-5 0 0 0 0,-38 5 0 0 0,-31-3-1721 0 0,-52-10-5279 0 0,-94-27-5574 0 0,194 20 3506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16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26 180 0 0,'-7'-25'21415'0'0,"0"37"-21397"0"0,-10 211 274 0 0,5-106-94 0 0,5-44-89 0 0,-4 81 432 0 0,6-115 5271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18 224 0 0,'5'-17'14409'0'0,"31"188"-9248"0"0,-14-49-4983 0 0,42 127 1 0 0,-27-124-131 0 0,50 185 228 0 0,80 740 462 0 0,-142-769-421 0 0,50 426 72 0 0,-27-248-183 0 0,54 469 466 0 0,-66-629-574 0 0,47 417 69 0 0,-39-306-169 0 0,40 401 121 0 0,-20-224-68 0 0,-10-90 107 0 0,30 527-65 0 0,-34-87 44 0 0,-41-692 70 0 0,11 379 236 0 0,-14-150-209 0 0,43 650-54 0 0,25 62 129 0 0,16 48-54 0 0,4-79-263 0 0,-70-861 70 0 0,59 606-75 0 0,-46-527 184 0 0,-21-199-132 0 0,49 463-204 0 0,-54-511 280 0 0,8 62-329 0 0,-19-186-365 0 0,3 6-1552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4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0 492 0 0,'0'0'15163'0'0,"2"13"-14074"0"0,10 192 1971 0 0,-4-97-2765 0 0,19 70-2626 0 0,-7-60-8399 0 0,-19-107 6096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4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0 349 2152 0 0,'0'-20'1750'0'0,"1"-1"-1"0"0,1 1 1 0 0,0 0-1 0 0,2 0 1 0 0,0 0-1 0 0,13-33 1 0 0,-12 41-1477 0 0,0 1 1 0 0,1 0-1 0 0,0 0 1 0 0,1 1-1 0 0,0-1 1 0 0,1 1-1 0 0,0 1 0 0 0,1 0 1 0 0,-1 0-1 0 0,2 0 1 0 0,-1 1-1 0 0,12-7 1 0 0,-12 10-213 0 0,-1 0 0 0 0,2 0 0 0 0,-1 1 0 0 0,0 0 0 0 0,1 0 0 0 0,0 1 0 0 0,0 0 1 0 0,0 1-1 0 0,0 0 0 0 0,0 1 0 0 0,21 0 0 0 0,-27 1-51 0 0,0 0 1 0 0,0 1-1 0 0,1-1 1 0 0,-1 1-1 0 0,0 0 1 0 0,0 0-1 0 0,1 1 1 0 0,-1-1-1 0 0,0 1 1 0 0,-1 0-1 0 0,1 0 0 0 0,0 0 1 0 0,0 0-1 0 0,-1 1 1 0 0,0 0-1 0 0,1-1 1 0 0,-1 1-1 0 0,0 1 1 0 0,0-1-1 0 0,-1 0 1 0 0,1 1-1 0 0,-1-1 0 0 0,1 1 1 0 0,-1 0-1 0 0,0-1 1 0 0,0 1-1 0 0,-1 0 1 0 0,1 1-1 0 0,-1-1 1 0 0,1 7-1 0 0,-1-3 4 0 0,0 1 0 0 0,-1-1 0 0 0,0 1 0 0 0,0 0 0 0 0,-1-1 0 0 0,0 1 0 0 0,-1-1 0 0 0,0 1 0 0 0,0-1 0 0 0,-1 0 0 0 0,0 0 0 0 0,0 0 0 0 0,-1 0 0 0 0,0 0-1 0 0,-9 12 1 0 0,-1 0 14 0 0,-1-1-1 0 0,0-1 0 0 0,-1 0 0 0 0,-27 22 0 0 0,26-26 151 0 0,-2 0 0 0 0,1-1-1 0 0,-2-1 1 0 0,0 0-1 0 0,0-2 1 0 0,-1 0 0 0 0,-23 6-1 0 0,42-15 40 0 0,-7 0 39 0 0,5-1 88 0 0,7-6-168 0 0,0 5-166 0 0,0 0 0 0 0,0 0 1 0 0,0 0-1 0 0,0 0 0 0 0,0 1 0 0 0,0-1 1 0 0,1 1-1 0 0,-1 0 0 0 0,4 0 0 0 0,-6 0-8 0 0,14-1 13 0 0,-1 1-1 0 0,1 0 1 0 0,-1 1-1 0 0,1 1 1 0 0,-1 0 0 0 0,1 1-1 0 0,-1 1 1 0 0,0 0-1 0 0,-1 1 1 0 0,1 0 0 0 0,-1 1-1 0 0,0 1 1 0 0,24 16-1 0 0,-10-5-785 0 0,38 37 0 0 0,20 28-4354 0 0,-25-23-2196 0 0,-41-43 1621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4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7 100 1348 0 0,'-4'-16'5837'0'0,"3"12"-4979"0"0,1 0-1 0 0,-1 0 0 0 0,1-1 0 0 0,-1 1 0 0 0,1 0 0 0 0,1-1 1 0 0,-1 1-1 0 0,2-8 0 0 0,-2 11-697 0 0,1-1-1 0 0,-1 0 1 0 0,1 0-1 0 0,0 0 1 0 0,0 0-1 0 0,-1 0 1 0 0,1 1 0 0 0,0-1-1 0 0,1 0 1 0 0,-1 1-1 0 0,0-1 1 0 0,0 1-1 0 0,1-1 1 0 0,-1 1-1 0 0,1 0 1 0 0,-1 0 0 0 0,1-1-1 0 0,0 1 1 0 0,-1 0-1 0 0,1 0 1 0 0,0 1-1 0 0,0-1 1 0 0,0 0 0 0 0,2 0-1 0 0,-2 0-119 0 0,1 1 0 0 0,-1-1 0 0 0,1 1-1 0 0,-1 0 1 0 0,1-1 0 0 0,0 1 0 0 0,-1 0 0 0 0,1 1-1 0 0,-1-1 1 0 0,1 0 0 0 0,-1 1 0 0 0,1 0 0 0 0,-1-1-1 0 0,1 1 1 0 0,-1 0 0 0 0,1 0 0 0 0,-1 0 0 0 0,0 1 0 0 0,0-1-1 0 0,0 0 1 0 0,1 1 0 0 0,-1 0 0 0 0,-1-1 0 0 0,1 1-1 0 0,3 3 1 0 0,-3-1-23 0 0,1 0 1 0 0,-1 0-1 0 0,0 0 0 0 0,0 0 0 0 0,0 0 0 0 0,-1 0 0 0 0,1 0 1 0 0,-1 1-1 0 0,0-1 0 0 0,0 0 0 0 0,-1 1 0 0 0,1-1 0 0 0,-1 1 1 0 0,0 6-1 0 0,-2 0 21 0 0,1 0 0 0 0,-1 0-1 0 0,-1-1 1 0 0,0 1 0 0 0,-8 18 0 0 0,-29 50 91 0 0,15-33-86 0 0,20-37-19 0 0,-2 1 28 0 0,6-9-35 0 0,1 0-1 0 0,-1 0 1 0 0,0 0-1 0 0,0 0 1 0 0,1 0 0 0 0,-1 0-1 0 0,1 0 1 0 0,-1 0-1 0 0,1 0 1 0 0,-1 0 0 0 0,1 0-1 0 0,0 1 1 0 0,-1-1-1 0 0,1 0 1 0 0,0 2 0 0 0,0-2-13 0 0,0-1 0 0 0,0 0 0 0 0,1 1 0 0 0,-1-1 0 0 0,0 0 0 0 0,0 1 1 0 0,0-1-1 0 0,0 0 0 0 0,1 0 0 0 0,-1 1 0 0 0,0-1 0 0 0,0 0 0 0 0,1 0 0 0 0,-1 1 1 0 0,0-1-1 0 0,1 0 0 0 0,-1 0 0 0 0,0 0 0 0 0,0 1 0 0 0,1-1 0 0 0,-1 0 1 0 0,0 0-1 0 0,1 0 0 0 0,-1 0 0 0 0,1 0 0 0 0,-1 0 0 0 0,0 0 0 0 0,1 0 1 0 0,-1 0-1 0 0,0 0 0 0 0,1 0 0 0 0,-1 0 0 0 0,1 0 0 0 0,12-1 37 0 0,-13 1-40 0 0,46-9-932 0 0,54-18 0 0 0,41-24-6414 0 0,-105 36 3446 0 0,-1-1-1696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5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123 200 1140 0 0,'-4'-2'2358'0'0,"-103"-31"15225"0"0,105 32-17045 0 0,1 1-497 0 0,1 0 1 0 0,-1 0-1 0 0,1 0 0 0 0,0 0 1 0 0,-1 0-1 0 0,1 0 1 0 0,0 0-1 0 0,-1 0 1 0 0,1 0-1 0 0,0 0 1 0 0,-1 0-1 0 0,1 0 0 0 0,0-1 1 0 0,-1 1-1 0 0,1 0 1 0 0,0 0-1 0 0,-1 0 1 0 0,1-1-1 0 0,0 1 1 0 0,0 0-1 0 0,-1 0 1 0 0,1-1-1 0 0,0 1 0 0 0,0 0 1 0 0,-1 0-1 0 0,1-1 1 0 0,0 1-1 0 0,0 0 1 0 0,0-1-1 0 0,-1 1 1 0 0,2-1-30 0 0,-1 1 0 0 0,0-1 0 0 0,0 1 1 0 0,1-1-1 0 0,-1 1 0 0 0,0 0 0 0 0,1-1 1 0 0,-1 1-1 0 0,1-1 0 0 0,-1 1 0 0 0,0 0 1 0 0,1-1-1 0 0,-1 1 0 0 0,1 0 0 0 0,-1 0 1 0 0,1-1-1 0 0,-1 1 0 0 0,1 0 0 0 0,-1 0 1 0 0,1 0-1 0 0,-1 0 0 0 0,1 0 0 0 0,-1-1 1 0 0,1 1-1 0 0,0 0 0 0 0,-1 0 0 0 0,1 0 1 0 0,0 1-1 0 0,305-22-1831 0 0,-198 16-3318 0 0,-91 5 3629 0 0,-10 0 1045 0 0,-1 0 1 0 0,0-1-1 0 0,1 0 0 0 0,-1 0 1 0 0,0 0-1 0 0,10-4 0 0 0,-15 5 422 0 0,0-1 0 0 0,0 1 0 0 0,-1-1 0 0 0,1 1 0 0 0,0-1 0 0 0,0 0-1 0 0,-1 1 1 0 0,1-1 0 0 0,0 0 0 0 0,-1 0 0 0 0,1 0 0 0 0,-1 1 0 0 0,1-1-1 0 0,-1 0 1 0 0,1 0 0 0 0,-1 0 0 0 0,0 0 0 0 0,1 0 0 0 0,-1 0 0 0 0,0 0-1 0 0,0 0 1 0 0,1 0 0 0 0,-1 0 0 0 0,0 0 0 0 0,0 0 0 0 0,0 0 0 0 0,0 0-1 0 0,-1 0 1 0 0,1 0 0 0 0,0-1 0 0 0,-10-35 1081 0 0,6 26 251 0 0,2 4-762 0 0,1 6-412 0 0,0 0 0 0 0,0 0 0 0 0,1 0 0 0 0,-1 0-1 0 0,1 0 1 0 0,-1-1 0 0 0,1 1 0 0 0,0 0 0 0 0,-1 0 0 0 0,1 0-1 0 0,0-1 1 0 0,0 1 0 0 0,0 0 0 0 0,0 0 0 0 0,0-1 0 0 0,0 1-1 0 0,0 0 1 0 0,0 0 0 0 0,0-1 0 0 0,1 1 0 0 0,-1 0-1 0 0,0 0 1 0 0,1 0 0 0 0,-1-1 0 0 0,2-1 0 0 0,0 3-66 0 0,-1 0 1 0 0,1-1-1 0 0,0 1 1 0 0,0 0-1 0 0,-1 0 1 0 0,1 0-1 0 0,0 0 1 0 0,0 0-1 0 0,-1 0 1 0 0,1 1 0 0 0,0-1-1 0 0,0 1 1 0 0,-1-1-1 0 0,4 2 1 0 0,23 10 238 0 0,-19-8-245 0 0,-1 0-1 0 0,0 1 1 0 0,0 1 0 0 0,0-1-1 0 0,-1 1 1 0 0,1 0-1 0 0,-2 1 1 0 0,1 0-1 0 0,-1 0 1 0 0,7 10-1 0 0,-10-13-41 0 0,0 1 0 0 0,-1 0 1 0 0,1 0-1 0 0,-1 0 0 0 0,-1 0 0 0 0,1 1 0 0 0,-1-1 0 0 0,0 1 0 0 0,0-1 0 0 0,0 0 0 0 0,-1 1 0 0 0,0 0 0 0 0,0-1 0 0 0,0 1 0 0 0,-1-1 0 0 0,1 1 0 0 0,-1-1 0 0 0,-4 10 0 0 0,2-6-465 0 0,0 0 1 0 0,-1 0-1 0 0,-1-1 1 0 0,1 0-1 0 0,-1 0 1 0 0,0 0-1 0 0,-1 0 1 0 0,-10 10-1 0 0,8-11-865 0 0,1 0 1 0 0,-1-1-1 0 0,0 0 0 0 0,-14 9 0 0 0,-3-2-3271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5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94 84 0 0,'2'-16'4902'0'0,"0"-1"0"0"0,-2-22 0 0 0,0 18-2040 0 0,-16 35-2490 0 0,-14 31-317 0 0,-37 77 0 0 0,59-106-41 0 0,1 1-1 0 0,1 0 0 0 0,0 0 0 0 0,1 0 1 0 0,1 1-1 0 0,1 0 0 0 0,1 0 0 0 0,-1 31 1 0 0,3-42 1 0 0,1-1 1 0 0,0 0 0 0 0,0 1-1 0 0,0-1 1 0 0,1 0 0 0 0,0 0 0 0 0,0 0-1 0 0,0 0 1 0 0,1 0 0 0 0,0-1-1 0 0,0 1 1 0 0,0-1 0 0 0,1 0-1 0 0,6 7 1 0 0,-4-5-100 0 0,1-1 1 0 0,1 0-1 0 0,-1 0 0 0 0,1 0 1 0 0,0-1-1 0 0,1-1 0 0 0,-1 1 1 0 0,16 5-1 0 0,6-1-1020 0 0,0-1 0 0 0,1-2 0 0 0,0-1 0 0 0,56 3 0 0 0,-25-7-2859 0 0,1-2-1886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6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30 1276 0 0,'-60'-24'16918'0'0,"46"19"-14051"0"0,13 4-2830 0 0,0 1 0 0 0,1 0-1 0 0,-1 0 1 0 0,0 0-1 0 0,0 0 1 0 0,0 0 0 0 0,0 0-1 0 0,0 1 1 0 0,1-1 0 0 0,-1 0-1 0 0,0 0 1 0 0,0 1 0 0 0,0-1-1 0 0,1 0 1 0 0,-1 1 0 0 0,0-1-1 0 0,0 1 1 0 0,1-1-1 0 0,-1 1 1 0 0,0-1 0 0 0,1 1-1 0 0,-1-1 1 0 0,0 2 0 0 0,0 0-9 0 0,0 0 0 0 0,0 0 0 0 0,0 0 0 0 0,0 0 0 0 0,0 0 0 0 0,1 0 1 0 0,-1 0-1 0 0,1 0 0 0 0,-1 4 0 0 0,0 6-34 0 0,1 0 0 0 0,2 23-1 0 0,-1-26 83 0 0,6 79-29 0 0,22 179-1210 0 0,-18-200-2681 0 0,-4-22-5211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6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3 217 2720 0 0,'0'-13'1558'0'0,"1"-1"0"0"0,0 2-1 0 0,0-1 1 0 0,1 0 0 0 0,1 0 0 0 0,4-13-1 0 0,-4 19-1288 0 0,0 1 0 0 0,0-1 0 0 0,0 1 0 0 0,1 0 0 0 0,0 0-1 0 0,0 0 1 0 0,1 1 0 0 0,-1-1 0 0 0,1 1 0 0 0,0 0 0 0 0,1 1 0 0 0,10-8 0 0 0,-9 7-178 0 0,0 1 1 0 0,0 1 0 0 0,0-1 0 0 0,1 1-1 0 0,-1 0 1 0 0,1 1 0 0 0,0 0 0 0 0,-1 0 0 0 0,1 1-1 0 0,0 0 1 0 0,0 0 0 0 0,11 1 0 0 0,-16 0-70 0 0,1 0 0 0 0,0 1 0 0 0,-1-1 0 0 0,1 1 0 0 0,-1 0 0 0 0,1 0 0 0 0,-1 0 1 0 0,0 1-1 0 0,1-1 0 0 0,-1 1 0 0 0,0 0 0 0 0,0 0 0 0 0,0 0 0 0 0,0 0 0 0 0,0 0 0 0 0,0 1 0 0 0,-1-1 1 0 0,1 1-1 0 0,-1 0 0 0 0,0 0 0 0 0,0-1 0 0 0,0 2 0 0 0,0-1 0 0 0,0 0 0 0 0,-1 0 0 0 0,1 1 0 0 0,-1-1 1 0 0,0 0-1 0 0,1 6 0 0 0,-1-1 0 0 0,0 0 0 0 0,0 0-1 0 0,-1 0 1 0 0,0 0 0 0 0,-1 0 0 0 0,0 0 0 0 0,0 0 0 0 0,-1 0 0 0 0,0 0 0 0 0,0 0 0 0 0,0-1 0 0 0,-1 1 0 0 0,-1-1 0 0 0,1 0-1 0 0,-8 11 1 0 0,-3 4 27 0 0,-1-2-1 0 0,-1 0 0 0 0,-29 29 1 0 0,26-32 141 0 0,0-1-1 0 0,-1-1 1 0 0,0-1 0 0 0,-44 22 0 0 0,63-36-105 0 0,-9 8 222 0 0,65 9-238 0 0,-32-10-51 0 0,-1 0 0 0 0,30 15 0 0 0,72 51-1905 0 0,-56-32-2125 0 0,2-3-3526 0 0,-47-27 2395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6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204 116 2404 0 0,'-2'-2'2322'0'0,"0"-3"-652"0"0,-1-1 1 0 0,0 1 0 0 0,1-1-1 0 0,0 0 1 0 0,1 1 0 0 0,-3-12-1 0 0,4 14-1456 0 0,0 0 0 0 0,0 1-1 0 0,0-1 1 0 0,1 0 0 0 0,-1 0-1 0 0,1 1 1 0 0,-1-1 0 0 0,1 0 0 0 0,0 1-1 0 0,0-1 1 0 0,0 1 0 0 0,0-1 0 0 0,0 1-1 0 0,1-1 1 0 0,-1 1 0 0 0,4-4-1 0 0,-4 4-191 0 0,1 1 0 0 0,-1 0-1 0 0,0 0 1 0 0,1-1 0 0 0,-1 1-1 0 0,1 0 1 0 0,-1 0 0 0 0,1 0-1 0 0,-1 1 1 0 0,1-1 0 0 0,0 0-1 0 0,-1 1 1 0 0,1-1 0 0 0,0 1-1 0 0,0-1 1 0 0,0 1 0 0 0,-1 0 0 0 0,1 0-1 0 0,0-1 1 0 0,0 1 0 0 0,0 1-1 0 0,-1-1 1 0 0,1 0 0 0 0,0 0-1 0 0,0 1 1 0 0,2 0 0 0 0,-1 0-16 0 0,-1 0 1 0 0,1 0-1 0 0,-1 0 1 0 0,1 1-1 0 0,-1-1 1 0 0,0 0-1 0 0,0 1 1 0 0,0 0-1 0 0,0 0 1 0 0,0-1-1 0 0,0 1 1 0 0,0 0-1 0 0,-1 0 1 0 0,1 1 0 0 0,-1-1-1 0 0,1 0 1 0 0,-1 0-1 0 0,0 1 1 0 0,0-1-1 0 0,0 1 1 0 0,0-1-1 0 0,0 1 1 0 0,0-1-1 0 0,-1 1 1 0 0,0 0-1 0 0,1-1 1 0 0,-1 1-1 0 0,0 0 1 0 0,0-1 0 0 0,0 1-1 0 0,-1 0 1 0 0,1-1-1 0 0,-1 1 1 0 0,0 2-1 0 0,-4 8 12 0 0,0 1 0 0 0,0-1 0 0 0,-2-1 0 0 0,0 1 0 0 0,0-1 0 0 0,-1-1 0 0 0,-10 13 0 0 0,1 0 20 0 0,12-18-18 0 0,4-5-28 0 0,-1 1 0 0 0,1 0 0 0 0,0 0 0 0 0,0 0 0 0 0,-1 0 0 0 0,1 0 0 0 0,1 0-1 0 0,-1 0 1 0 0,-1 2 0 0 0,2-3 5 0 0,1 0 0 0 0,-1-1 0 0 0,0 1 0 0 0,0 0 0 0 0,0 0 1 0 0,1-1-1 0 0,-1 1 0 0 0,0 0 0 0 0,1 0 0 0 0,-1-1 0 0 0,1 1 0 0 0,-1 0 0 0 0,1-1 0 0 0,-1 1 0 0 0,1-1 0 0 0,-1 1 0 0 0,1-1 0 0 0,0 1 0 0 0,-1-1 0 0 0,1 1 0 0 0,0-1 0 0 0,-1 1 0 0 0,1-1 1 0 0,0 0-1 0 0,-1 1 0 0 0,1-1 0 0 0,0 0 0 0 0,0 0 0 0 0,0 0 0 0 0,61 21 4 0 0,-32-11-2 0 0,36 15 0 0 0,-58-21 4 0 0,0 0 0 0 0,0 1 0 0 0,-1-1 1 0 0,1 2-1 0 0,-1-1 0 0 0,0 1 0 0 0,-1 0 0 0 0,1 0 0 0 0,5 8 1 0 0,-10-11 4 0 0,0 0 1 0 0,0-1 0 0 0,0 1-1 0 0,-1 0 1 0 0,1 0 0 0 0,-1 0 0 0 0,0 1-1 0 0,0-1 1 0 0,0 0 0 0 0,0 0-1 0 0,0 1 1 0 0,-1-1 0 0 0,0 0-1 0 0,1 1 1 0 0,-1-1 0 0 0,-1 0 0 0 0,0 7-1 0 0,0-5 6 0 0,0 0-1 0 0,-1 0 1 0 0,0 0 0 0 0,0 0-1 0 0,-1-1 1 0 0,0 1 0 0 0,1-1-1 0 0,-1 1 1 0 0,-1-1-1 0 0,-4 5 1 0 0,-3 2 13 0 0,0 0 0 0 0,-1-1-1 0 0,0-1 1 0 0,-1 0 0 0 0,0-1 0 0 0,-25 12 0 0 0,19-12-318 0 0,-1-1 0 0 0,0-1 0 0 0,0-1 1 0 0,0 0-1 0 0,0-2 0 0 0,-34 2 0 0 0,35-5-2129 0 0,-1 0-1 0 0,0-1 0 0 0,-37-8 0 0 0,27 0-4881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8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20 288 0 0,'5'-7'24150'0'0,"-7"6"-24082"0"0,-1-1 1 0 0,0 1-1 0 0,1-1 1 0 0,-1 1 0 0 0,0 0-1 0 0,0 0 1 0 0,0 0-1 0 0,0 0 1 0 0,0 0 0 0 0,0 1-1 0 0,0 0 1 0 0,0-1-1 0 0,-1 1 1 0 0,-2 1 0 0 0,-49 3-137 0 0,44-3 78 0 0,7-1-34 0 0,-1 1 0 0 0,0 0-1 0 0,0 0 1 0 0,1 0 0 0 0,-1 1 0 0 0,1-1-1 0 0,-1 1 1 0 0,1 0 0 0 0,0 1 0 0 0,-1-1-1 0 0,1 1 1 0 0,0-1 0 0 0,1 1 0 0 0,-7 6-1 0 0,6-4 17 0 0,-1 1 0 0 0,1 0 0 0 0,0 0 0 0 0,0 0 0 0 0,1 0 0 0 0,0 0 0 0 0,0 1 0 0 0,1 0 0 0 0,-2 6 0 0 0,-2 13-43 0 0,2 0-1 0 0,1 0 1 0 0,1 0 0 0 0,1 32 0 0 0,1-51 10 0 0,36 407-317 0 0,-13-215 488 0 0,34 868-20 0 0,-42-336-344 0 0,3-345 289 0 0,5 166-70 0 0,-20-398 10 0 0,5 369 123 0 0,-1-223-69 0 0,-7-199-57 0 0,2-64-7 0 0,1 0 94 0 0,-3-35-75 0 0,1 0 0 0 0,-1-1 1 0 0,1 1-1 0 0,-1 0 1 0 0,1 0-1 0 0,-1 0 1 0 0,1-1-1 0 0,0 1 1 0 0,0 0-1 0 0,0-1 0 0 0,0 1 1 0 0,0-1-1 0 0,0 1 1 0 0,1-1-1 0 0,-1 0 1 0 0,0 1-1 0 0,1-1 0 0 0,-1 0 1 0 0,3 2-1 0 0,1 0 14 0 0,0 0 0 0 0,0 0 0 0 0,0-1 0 0 0,11 4 0 0 0,19 4-198 0 0,1-2 0 0 0,0-2 0 0 0,0-1 1 0 0,36 0-1 0 0,149-7-4176 0 0,-193 1 3547 0 0,108-7-7161 0 0,-62-1-344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39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35 1420 0 0,'13'-33'16513'0'0,"-12"32"-16099"0"0,-7 13-825 0 0,2 115 281 0 0,0-9 333 0 0,-11 85-136 0 0,13-187-677 0 0,-2 31 1675 0 0,3-16-8481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0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2140 0 0,'15'-23'20245'0'0,"-11"35"-20253"0"0,0-1 0 0 0,-2 1 0 0 0,1-1 0 0 0,-1 1-1 0 0,0 13 1 0 0,-2 66 454 0 0,0-51-301 0 0,-11 204 214 0 0,10-225-884 0 0,-1-2 2822 0 0,1-6-3773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1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58 580 0 0,'10'-11'5361'0'0,"18"-30"7959"0"0,-24 37-12604 0 0,-1 2-157 0 0,0 12-599 0 0,3 24 95 0 0,-2 0 0 0 0,-2 1-1 0 0,-1 42 1 0 0,-16 108 198 0 0,5-85-159 0 0,0-13 3272 0 0,10-79-3045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1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 1376 0 0,'-10'-1'1916'0'0,"-18"1"9547"0"0,19-1-8621 0 0,-1 0-141 0 0,-5-1 281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1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1336 0 0,'-36'53'26780'0'0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370 100 848 0 0,'12'-25'11224'0'0,"-12"21"-10721"0"0,0 0 0 0 0,0 0-1 0 0,-1 0 1 0 0,1 0-1 0 0,-1 0 1 0 0,0 0-1 0 0,0 1 1 0 0,0-1 0 0 0,-1 0-1 0 0,-1-3 1 0 0,1 4-488 0 0,1 1 0 0 0,-1 0 0 0 0,1 0 0 0 0,-1 0 0 0 0,0 1 0 0 0,0-1 0 0 0,0 0 0 0 0,0 1 0 0 0,0-1 0 0 0,0 1 0 0 0,-1 0 0 0 0,1 0 0 0 0,0 0 0 0 0,-1 0 0 0 0,1 0 0 0 0,-1 0 0 0 0,1 1 0 0 0,-5-2 0 0 0,-5 2-24 0 0,1-1 0 0 0,0 1 0 0 0,-1 1 0 0 0,1 0 0 0 0,0 0 0 0 0,0 2 0 0 0,-1-1 0 0 0,2 1 0 0 0,-1 1 0 0 0,0 0 0 0 0,1 0 0 0 0,-1 1 0 0 0,1 0 0 0 0,-18 14 0 0 0,13-9-3 0 0,1 1 0 0 0,0 1-1 0 0,0 0 1 0 0,1 1 0 0 0,1 0 0 0 0,0 1-1 0 0,1 0 1 0 0,-17 29 0 0 0,26-39 9 0 0,0-1 0 0 0,1 0 0 0 0,-1 1 1 0 0,1-1-1 0 0,0 1 0 0 0,0-1 0 0 0,0 1 0 0 0,0 0 0 0 0,1-1 1 0 0,-1 1-1 0 0,1 0 0 0 0,0-1 0 0 0,0 1 0 0 0,1 0 0 0 0,-1 0 0 0 0,1-1 1 0 0,1 7-1 0 0,0-7 11 0 0,-1 0 1 0 0,0-1 0 0 0,1 1-1 0 0,0-1 1 0 0,0 0-1 0 0,-1 1 1 0 0,1-1 0 0 0,1 0-1 0 0,-1 0 1 0 0,0 0-1 0 0,0 0 1 0 0,1-1 0 0 0,-1 1-1 0 0,1-1 1 0 0,0 1-1 0 0,-1-1 1 0 0,1 0 0 0 0,0 0-1 0 0,0 0 1 0 0,-1 0-1 0 0,1-1 1 0 0,4 1 0 0 0,7 1 32 0 0,-1-2 1 0 0,1 1 0 0 0,0-2 0 0 0,-1 0 0 0 0,1 0-1 0 0,-1-1 1 0 0,0-1 0 0 0,1 0 0 0 0,-1-1 0 0 0,-1 0-1 0 0,1-1 1 0 0,19-11 0 0 0,-7 2 721 0 0,-1-1 0 0 0,0-1 0 0 0,-1-1-1 0 0,-1-1 1 0 0,19-21 0 0 0,7 0 2025 0 0,-47 38-2778 0 0,0 1-8 0 0,-1 1-1 0 0,1 0 1 0 0,0 0-1 0 0,-1 0 0 0 0,1-1 1 0 0,-1 1-1 0 0,1 0 1 0 0,-1 0-1 0 0,0 0 0 0 0,1 0 1 0 0,-1 0-1 0 0,0 0 1 0 0,0 0-1 0 0,1 0 0 0 0,-1 0 1 0 0,0 0-1 0 0,0 0 0 0 0,0-1 1 0 0,0 1-1 0 0,-1 2 1 0 0,-24 361-220 0 0,25-206-5442 0 0,5-103-2912 0 0,-3-28-310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5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83 149 592 0 0,'0'0'3505'0'0,"3"-30"1846"0"0,-10 12-198 0 0,4 4-3788 0 0,3 12-982 0 0,4-10 449 0 0,2-7-307 0 0,-6 18-334 0 0,2-11 418 0 0,2-4-341 0 0,1-6 449 0 0,-3 19-490 0 0,0 9-257 0 0,3 53 53 0 0,-6 101 1 0 0,-1-61 2 0 0,2-89-12 0 0,0 13 40 0 0,-4 35 1 0 0,3-52-184 0 0,1-1 662 0 0,-1 0 0 0 0,0-1 0 0 0,1 1 1 0 0,0 0-1 0 0,0 0 0 0 0,1 0 0 0 0,-1 0 0 0 0,2 7 1 0 0,-1-11-523 0 0,-2 5-298 0 0,1 0 276 0 0,0 0-1 0 0,0 0 1 0 0,3 11-1 0 0,1 3-1 0 0,-3-13 2 0 0,0 0-1 0 0,1 0 1 0 0,0 0 0 0 0,4 9-1 0 0,-1 6 4 0 0,-5-19 5 0 0,1 1 1 0 0,0-1-1 0 0,0 0 0 0 0,0 1 1 0 0,0-1-1 0 0,0 0 0 0 0,0 0 1 0 0,1 0-1 0 0,2 4 1 0 0,-3-6 6 0 0,19 19-54 0 0,-6-10 61 0 0,-12-9 76 0 0,8 3-40 0 0,13 0-26 0 0,-21-4-27 0 0,1 1-15 0 0,7 0 23 0 0,-8-1 38 0 0,1 0-16 0 0,9 0 11 0 0,-10 0-16 0 0,1 0-8 0 0,8-1 7 0 0,-8 0-2 0 0,0 1 1 0 0,6-3 18 0 0,0 0 1 0 0,0 0-1 0 0,0-1 0 0 0,-1 0 0 0 0,0 0 1 0 0,1-1-1 0 0,-1 0 0 0 0,-1-1 1 0 0,1 0-1 0 0,-1 0 0 0 0,0 0 1 0 0,-1-1-1 0 0,8-9 0 0 0,-3 2 160 0 0,-2 0 0 0 0,0 0 0 0 0,0-1 0 0 0,-1 0-1 0 0,-1 0 1 0 0,9-29 0 0 0,-10 26-81 0 0,-1 1-1 0 0,-1-1 1 0 0,0 0 0 0 0,-1 0-1 0 0,-1 0 1 0 0,-1 0 0 0 0,-1 0-1 0 0,0 0 1 0 0,-4-20 0 0 0,2 26-131 0 0,-1 0 1 0 0,0 0-1 0 0,-1 0 1 0 0,0 1-1 0 0,-1-1 1 0 0,0 1-1 0 0,-1 0 1 0 0,0 1-1 0 0,-1 0 1 0 0,0 0-1 0 0,0 0 1 0 0,-1 1 0 0 0,-1 0-1 0 0,1 0 1 0 0,-2 1-1 0 0,1 0 1 0 0,-1 1-1 0 0,0 0 1 0 0,0 0-1 0 0,-1 1 1 0 0,-21-9-1 0 0,25 12 1 0 0,-1 0 1 0 0,0 0-1 0 0,-1 0 0 0 0,1 1 1 0 0,0 1-1 0 0,-1-1 0 0 0,1 1 1 0 0,-1 1-1 0 0,1-1 0 0 0,-1 1 1 0 0,0 1-1 0 0,-13 2 0 0 0,9 1-7 0 0,0 1 1 0 0,0 0-1 0 0,0 1 1 0 0,1 0-1 0 0,0 1 0 0 0,0 0 1 0 0,-18 15-1 0 0,-7 15-4589 0 0,35-35 4066 0 0,0 0 0 0 0,1 1 0 0 0,0-1 0 0 0,-1 0 0 0 0,1 1 0 0 0,0-1 0 0 0,0 1 0 0 0,0 0 0 0 0,1-1-1 0 0,-1 1 1 0 0,1-1 0 0 0,-1 1 0 0 0,1 0 0 0 0,0 0 0 0 0,0-1 0 0 0,0 5 0 0 0,0-1-1002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5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91 1220 0 0,'-19'7'19092'0'0,"28"-9"-18431"0"0,16-4-867 0 0,244-64 901 0 0,-206 53-182 0 0,-61 17-831 0 0,7-3-2591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37 2072 0 0,'-5'-37'24565'0'0,"4"37"-24560"0"0,1 0 0 0 0,0 0 0 0 0,-1 0 0 0 0,1 0 0 0 0,-1 0 0 0 0,1 1 0 0 0,0-1-1 0 0,-1 0 1 0 0,1 0 0 0 0,-1 0 0 0 0,1 1 0 0 0,0-1 0 0 0,-1 0 0 0 0,1 0 0 0 0,0 1 0 0 0,-1-1 0 0 0,1 0 0 0 0,0 1 0 0 0,-1-1 0 0 0,1 0-1 0 0,0 1 1 0 0,0-1 0 0 0,-1 1 0 0 0,1-1 0 0 0,0 0 0 0 0,0 1 0 0 0,0-1 0 0 0,0 1 0 0 0,0-1 0 0 0,0 0 0 0 0,-1 1 0 0 0,1 0-1 0 0,0 17 65 0 0,0-13-56 0 0,12 410 342 0 0,-6-286 591 0 0,-6-128-961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6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44 268 0 0,'-2'0'2835'0'0,"-19"0"4461"0"0,12 0-3854 0 0,6 0-2185 0 0,-13 0 1833 0 0,14 1-2410 0 0,-19-4 3164 0 0,34 0-3981 0 0,42-4 236 0 0,-37 6-75 0 0,0-2-1 0 0,34-7 0 0 0,-41 7 38 0 0,1 1 0 0 0,19-1 0 0 0,-1-1 12 0 0,-28 3 0 0 0,23-3-1329 0 0,-23 3 416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7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108 114 2928 0 0,'-1'-14'6894'0'0,"1"14"-6776"0"0,-3-42 9824 0 0,3 39-9641 0 0,0 0 0 0 0,0 0 0 0 0,1 0 0 0 0,-1 0 0 0 0,1 0 0 0 0,0 0 0 0 0,0 0 0 0 0,0 1 0 0 0,0-1 0 0 0,0 0 0 0 0,1 0 0 0 0,2-3 0 0 0,-3 4-282 0 0,1 1 0 0 0,0-1 0 0 0,0 1 0 0 0,0 0 0 0 0,0-1 0 0 0,0 1 0 0 0,0 0 0 0 0,0 0 0 0 0,0 0 0 0 0,0 1 0 0 0,1-1 0 0 0,-1 0 0 0 0,0 1 0 0 0,0-1 0 0 0,1 1 0 0 0,-1 0 0 0 0,0 0 0 0 0,1 0-1 0 0,-1 0 1 0 0,5 1 0 0 0,2 0-25 0 0,-1 1-1 0 0,1 0 1 0 0,15 6 0 0 0,-19-6 4 0 0,-1 0 0 0 0,0 0-1 0 0,0 0 1 0 0,0 0 0 0 0,0 1 0 0 0,0-1 0 0 0,-1 1 0 0 0,1 0 0 0 0,-1 0 0 0 0,1 1 0 0 0,-1-1 0 0 0,0 1 0 0 0,-1-1 0 0 0,1 1 0 0 0,-1 0 0 0 0,1 0 0 0 0,-1 0 0 0 0,0 0 0 0 0,1 6 0 0 0,-1-4 18 0 0,-1-1-1 0 0,0 1 0 0 0,0 0 1 0 0,-1-1-1 0 0,0 1 1 0 0,0 0-1 0 0,0-1 1 0 0,-1 1-1 0 0,0 0 1 0 0,0-1-1 0 0,0 1 1 0 0,0 0-1 0 0,-1-1 0 0 0,-4 9 1 0 0,-49 83 221 0 0,54-95-264 0 0,-8 16 196 0 0,87 5-190 0 0,-69-19 19 0 0,-1 0 0 0 0,0 0 0 0 0,0 1 0 0 0,-1 1 0 0 0,1-1 0 0 0,-1 1 0 0 0,0 0 0 0 0,-1 1 0 0 0,1-1 0 0 0,-1 1 0 0 0,8 14 0 0 0,-11-17 16 0 0,0 1-1 0 0,-1-1 1 0 0,1 1-1 0 0,-1 0 1 0 0,0 0-1 0 0,0 0 1 0 0,-1 0-1 0 0,0 1 1 0 0,0-1-1 0 0,0 0 1 0 0,0 0-1 0 0,-1 1 0 0 0,0-1 1 0 0,0 0-1 0 0,0 1 1 0 0,-1-1-1 0 0,0 0 1 0 0,0 1-1 0 0,0-1 1 0 0,-1 0-1 0 0,-2 7 1 0 0,1-6 41 0 0,0 0 0 0 0,-1 0 0 0 0,0 0 1 0 0,0 0-1 0 0,0-1 0 0 0,-1 0 0 0 0,1 0 1 0 0,-1 0-1 0 0,-1 0 0 0 0,1-1 0 0 0,-1 0 1 0 0,-9 6-1 0 0,6-6 9 0 0,0 1 1 0 0,-1-2 0 0 0,0 1-1 0 0,0-1 1 0 0,0-1 0 0 0,0 0-1 0 0,-18 2 1 0 0,7-3-70 0 0,-1-1 0 0 0,1-2 0 0 0,-1 0 0 0 0,1-1 0 0 0,0 0 0 0 0,0-2 1 0 0,-29-11-1 0 0,46 15-725 0 0,0-1 1 0 0,1 1 0 0 0,-1-1-1 0 0,0 0 1 0 0,1 0-1 0 0,-6-4 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7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27 1192 0 0,'-27'-21'19933'0'0,"16"15"-18194"0"0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7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 1912 0 0,'-37'56'25060'0'0,"33"-51"-24902"0"0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8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46 1380 0 0,'-10'1'1944'0'0,"-29"2"14486"0"0,73-8-15898 0 0,45-4-242 0 0,28-5-3488 0 0,-37-4-7453 0 0,-56 15 6328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8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28 1172 0 0,'-4'-27'23089'0'0,"3"35"-23016"0"0,0 1 0 0 0,1-1 1 0 0,0 1-1 0 0,1 0 0 0 0,2 13 0 0 0,0 11-6 0 0,8 319 470 0 0,-7-319-1899 0 0,-1-17-2263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49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438 148 172 0 0,'5'-7'2838'0'0,"-1"-1"0"0"0,0 1 0 0 0,0-1 0 0 0,4-10 0 0 0,6-12 4741 0 0,-14 29-7433 0 0,0 0 1 0 0,0-1-1 0 0,1 1 0 0 0,-1 0 0 0 0,0 0 0 0 0,0 0 0 0 0,0 0 0 0 0,-1 0 1 0 0,1-1-1 0 0,0 1 0 0 0,0 0 0 0 0,-1 0 0 0 0,1 0 0 0 0,0 0 0 0 0,-2-2 1 0 0,-2 4-114 0 0,0 1 1 0 0,0-1 0 0 0,0 1 0 0 0,0 0 0 0 0,1 0 0 0 0,-1 0 0 0 0,1 0 0 0 0,-1 1-1 0 0,1 0 1 0 0,0-1 0 0 0,0 1 0 0 0,0 0 0 0 0,0 1 0 0 0,-3 3 0 0 0,1 0-30 0 0,0 1 0 0 0,1-1 1 0 0,0 1-1 0 0,1 0 1 0 0,-1-1-1 0 0,-1 11 0 0 0,4-15 0 0 0,0 1-1 0 0,1-1 0 0 0,-1 1 1 0 0,1-1-1 0 0,0 1 1 0 0,0-1-1 0 0,0 0 0 0 0,1 1 1 0 0,-1-1-1 0 0,1 1 1 0 0,0-1-1 0 0,0 1 1 0 0,0-1-1 0 0,1 0 0 0 0,-1 0 1 0 0,1 0-1 0 0,-1 0 1 0 0,1 0-1 0 0,0 0 0 0 0,0 0 1 0 0,0 0-1 0 0,1-1 1 0 0,-1 1-1 0 0,1-1 0 0 0,-1 0 1 0 0,5 3-1 0 0,7 5 46 0 0,0 0 1 0 0,1-1-1 0 0,32 13 0 0 0,-35-16-42 0 0,0-1 2 0 0,0 1 0 0 0,0 1 1 0 0,0-1-1 0 0,-1 2 1 0 0,0 0-1 0 0,-1 0 1 0 0,15 15-1 0 0,-23-21 2 0 0,-1 1-1 0 0,0-1 1 0 0,0 0 0 0 0,0 1-1 0 0,0-1 1 0 0,0 1 0 0 0,0-1-1 0 0,-1 1 1 0 0,1-1 0 0 0,-1 1-1 0 0,0-1 1 0 0,0 1 0 0 0,0-1-1 0 0,0 6 1 0 0,-1-5 16 0 0,-1 0 0 0 0,1 1 0 0 0,-1-1 1 0 0,1 0-1 0 0,-1 0 0 0 0,0 0 0 0 0,0 0 0 0 0,0 0 0 0 0,-1-1 0 0 0,1 1 1 0 0,-1-1-1 0 0,1 1 0 0 0,-1-1 0 0 0,0 0 0 0 0,-5 3 0 0 0,-6 3 124 0 0,0-1-1 0 0,-16 7 0 0 0,22-11-82 0 0,-71 23 3555 0 0,77-25-3029 0 0,-16-3 943 0 0,17 2-1434 0 0,-3-1-10 0 0,-2-12 419 0 0,6 12-512 0 0,-1-1 0 0 0,0 0 0 0 0,1 1 0 0 0,0-1 0 0 0,-1 0 1 0 0,1 1-1 0 0,0-1 0 0 0,0 0 0 0 0,0 1 0 0 0,0-1 0 0 0,0 0 0 0 0,0 1 1 0 0,1-1-1 0 0,-1 0 0 0 0,1 1 0 0 0,-1-1 0 0 0,1 0 0 0 0,-1 1 1 0 0,1-1-1 0 0,0 1 0 0 0,0-1 0 0 0,0 1 0 0 0,2-3 0 0 0,1-2 0 0 0,11-18 0 0 0,1 0 0 0 0,2 2 0 0 0,37-40 0 0 0,-19 23 0 0 0,-13 16 0 0 0,-7 6 0 0 0,21-28 0 0 0,-33 41 0 0 0,-1-1 0 0 0,-1 1 0 0 0,1-1 0 0 0,0 0 0 0 0,-1 0 0 0 0,0 0 0 0 0,0 0 0 0 0,-1 0 0 0 0,1 0 0 0 0,-1 0 0 0 0,1-11 0 0 0,-2 13-40 0 0,-1-1 0 0 0,1 1 0 0 0,-1 0 0 0 0,0 0 0 0 0,0-1 0 0 0,0 1 0 0 0,-1 0 0 0 0,1 0 0 0 0,-1 0 0 0 0,1 0 0 0 0,-1 1 0 0 0,0-1 0 0 0,0 0 1 0 0,0 1-1 0 0,-1-1 0 0 0,1 1 0 0 0,0 0 0 0 0,-1 0 0 0 0,0 0 0 0 0,1 0 0 0 0,-1 0 0 0 0,-6-2 0 0 0,-6-4-306 0 0,0 2 1 0 0,0 0-1 0 0,-20-5 1 0 0,33 10 321 0 0,-32-7-1360 0 0,0 0-1 0 0,0 3 0 0 0,0 0 1 0 0,-69 2-1 0 0,44 6-2878 0 0,-1 2-1 0 0,-63 15 0 0 0,54-6-4060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54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27 480 0 0,'-2'-9'11098'0'0,"0"6"-10610"0"0,0 1 0 0 0,0 0 1 0 0,-1 0-1 0 0,1 1 0 0 0,0-1 0 0 0,-1 0 0 0 0,-2-1 0 0 0,3 2-186 0 0,1 1-298 0 0,0 0 0 0 0,0 0 0 0 0,0 0-1 0 0,1 0 1 0 0,-1 0 0 0 0,0 1-1 0 0,0-1 1 0 0,0 0 0 0 0,0 0 0 0 0,0 1-1 0 0,0-1 1 0 0,1 0 0 0 0,-1 1-1 0 0,0-1 1 0 0,-1 2 0 0 0,-21 34 27 0 0,2 2 0 0 0,1 0 0 0 0,2 1 0 0 0,2 1 1 0 0,2 1-1 0 0,1 0 0 0 0,-13 80 0 0 0,24-101-36 0 0,0 1 0 0 0,2 0-1 0 0,2 32 1 0 0,-1-42 3 0 0,1 1 1 0 0,0-1-1 0 0,1 1 1 0 0,0-1-1 0 0,1 0 0 0 0,0 0 1 0 0,10 18-1 0 0,-12-26 4 0 0,0 0 0 0 0,0 0 0 0 0,0 0 1 0 0,1 0-1 0 0,-1 0 0 0 0,1-1 0 0 0,0 1 0 0 0,0-1 0 0 0,-1 0 0 0 0,2 0 0 0 0,-1 0 0 0 0,0 0 1 0 0,0-1-1 0 0,1 1 0 0 0,-1-1 0 0 0,5 2 0 0 0,-2-2 68 0 0,0 0 0 0 0,0 0 0 0 0,0-1 0 0 0,1 0 0 0 0,-1 0 0 0 0,0 0 1 0 0,0-1-1 0 0,0 0 0 0 0,8-2 0 0 0,-4 0 56 0 0,-1 0 1 0 0,0 0-1 0 0,0-1 1 0 0,0 0-1 0 0,-1-1 1 0 0,1 0-1 0 0,-1 0 1 0 0,0-1-1 0 0,0 0 1 0 0,-1 0-1 0 0,0-1 1 0 0,9-10-1 0 0,-5 1-72 0 0,-1 0-1 0 0,-1-1 1 0 0,-1 0 0 0 0,0-1-1 0 0,-2 0 1 0 0,1 0 0 0 0,-2 0-1 0 0,-1-1 1 0 0,0 1 0 0 0,-1-1-1 0 0,-1 0 1 0 0,-1 0-1 0 0,-1-1 1 0 0,-2-18 0 0 0,1 31-82 0 0,0 0 0 0 0,-1 1 0 0 0,1-1 0 0 0,-2 1 0 0 0,1-1 0 0 0,-1 1 0 0 0,0 0 0 0 0,0 0 1 0 0,0 0-1 0 0,-1 1 0 0 0,0-1 0 0 0,0 1 0 0 0,0 0 0 0 0,-1 0 0 0 0,0 0 0 0 0,-5-4 0 0 0,-1 2-66 0 0,1-1-1 0 0,-1 1 1 0 0,0 1-1 0 0,-1 0 1 0 0,0 1 0 0 0,1 0-1 0 0,-18-5 1 0 0,26 9-343 0 0,-1 0 1 0 0,1 0-1 0 0,0 1 1 0 0,-1-1 0 0 0,1 1-1 0 0,0 0 1 0 0,-1 0-1 0 0,1 0 1 0 0,-1 0 0 0 0,1 0-1 0 0,0 1 1 0 0,-6 1-1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55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4 127 408 0 0,'-2'-29'10092'0'0,"1"-2"-4271"0"0,5 2-3906 0 0,-3 27-1889 0 0,0 0 0 0 0,0 0 0 0 0,0 0 0 0 0,0 1 0 0 0,0-1-1 0 0,0 0 1 0 0,1 1 0 0 0,-1 0 0 0 0,1-1 0 0 0,-1 1 0 0 0,1-1 0 0 0,0 1-1 0 0,-1 0 1 0 0,1 0 0 0 0,0 0 0 0 0,0 0 0 0 0,0 0 0 0 0,-1 1 0 0 0,5-2 0 0 0,36-6 48 0 0,-28 7-74 0 0,-1 1 1 0 0,1 0-1 0 0,0 1 1 0 0,-1 0-1 0 0,1 1 1 0 0,-1 1-1 0 0,15 5 0 0 0,-20-6-32 0 0,0 1-1 0 0,0 0 0 0 0,0 0 0 0 0,0 1 0 0 0,-1 0 1 0 0,0 1-1 0 0,0-1 0 0 0,0 1 0 0 0,0 1 0 0 0,-1-1 1 0 0,0 1-1 0 0,9 11 0 0 0,-13-13 33 0 0,0 0 0 0 0,0 0 1 0 0,0 0-1 0 0,0 0 0 0 0,-1 0 0 0 0,0 0 1 0 0,0 0-1 0 0,0 0 0 0 0,0 1 0 0 0,-1-1 1 0 0,0 0-1 0 0,0 0 0 0 0,0 1 0 0 0,0-1 1 0 0,0 0-1 0 0,-1 1 0 0 0,0-1 0 0 0,0 0 0 0 0,0 0 1 0 0,-1 0-1 0 0,1 0 0 0 0,-1 0 0 0 0,0 0 1 0 0,0 0-1 0 0,-4 5 0 0 0,-5 8 50 0 0,-2 0-1 0 0,0-1 1 0 0,-28 27 0 0 0,33-35-12 0 0,-28 27 575 0 0,35-34-160 0 0,18 1-475 0 0,-8-3 11 0 0,1 1-1 0 0,-1 0 0 0 0,1 1 0 0 0,-1 0 0 0 0,1 1 0 0 0,-1 0 0 0 0,12 3 0 0 0,1 3-13 0 0,0 0 0 0 0,28 17 0 0 0,-43-21 27 0 0,0 0-1 0 0,0 1 1 0 0,-1 0-1 0 0,0 0 1 0 0,0 0-1 0 0,0 1 1 0 0,-1 0-1 0 0,0 0 1 0 0,0 1-1 0 0,7 11 0 0 0,-10-14 9 0 0,0 0-1 0 0,0 0 0 0 0,0 1 0 0 0,0-1 1 0 0,-1 0-1 0 0,0 1 0 0 0,0-1 0 0 0,0 0 0 0 0,0 1 1 0 0,-1-1-1 0 0,0 1 0 0 0,0-1 0 0 0,0 1 1 0 0,0-1-1 0 0,-1 1 0 0 0,-2 7 0 0 0,1-7 9 0 0,0 1 0 0 0,0-1 0 0 0,-1-1 1 0 0,0 1-1 0 0,0 0 0 0 0,0 0 0 0 0,-1-1 0 0 0,1 0 0 0 0,-1 0 0 0 0,0 0 0 0 0,0 0 0 0 0,-5 3 0 0 0,-2 1 25 0 0,-1-1 0 0 0,0 0 0 0 0,0-1 0 0 0,-1 0 0 0 0,0-1 0 0 0,1-1 0 0 0,-2 0 0 0 0,1 0 0 0 0,0-1 0 0 0,-19 1 0 0 0,-1-2 46 0 0,-1-1 1 0 0,-55-5-1 0 0,26-10-3302 0 0,63 14 3034 0 0,-1 0-1 0 0,1 0 0 0 0,-1 0 0 0 0,1 0 1 0 0,-1 0-1 0 0,1 0 0 0 0,-1 0 1 0 0,1 0-1 0 0,-1 0 0 0 0,1-1 0 0 0,-1 1 1 0 0,1 0-1 0 0,-1 0 0 0 0,1-1 1 0 0,-5-7-3416 0 0,5 8 3416 0 0,0-1-1 0 0,0 1 0 0 0,0-1 0 0 0,0 1 1 0 0,0-1-1 0 0,0 1 0 0 0,0-1 0 0 0,1 1 1 0 0,-1-1-1 0 0,0 1 0 0 0,0-1 1 0 0,0 1-1 0 0,1 0 0 0 0,-1-1 0 0 0,0 1 1 0 0,1-1-1 0 0,-1 0-13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56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56 332 0 0,'-3'-6'13589'0'0,"19"0"-13476"0"0,1 0 0 0 0,0 1 0 0 0,-1 1 1 0 0,1 1-1 0 0,30-3 0 0 0,-19 2-62 0 0,105-11-1523 0 0,-130 14 1206 0 0,-1 1 1 0 0,1 0-1 0 0,0 0 1 0 0,0 0 0 0 0,0 1-1 0 0,0-1 1 0 0,-1 0-1 0 0,1 1 1 0 0,0 0 0 0 0,0 0-1 0 0,4 2 1 0 0,5 5-4102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57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4 1772 0 0,'-3'0'3725'0'0,"-5"-1"-2320"0"0,-29-2 8292 0 0,23 5-9324 0 0,13-1-355 0 0,-1 0 0 0 0,1 0 0 0 0,0 0 0 0 0,0 0 0 0 0,0 0-1 0 0,0 0 1 0 0,0 1 0 0 0,0-1 0 0 0,0 0 0 0 0,0 0 0 0 0,0 1 0 0 0,1-1-1 0 0,-1 1 1 0 0,0-1 0 0 0,1 1 0 0 0,0-1 0 0 0,-1 1 0 0 0,1 1 0 0 0,-7 27-17 0 0,3 0 0 0 0,0 0 0 0 0,2 1 0 0 0,1-1 0 0 0,2 0 0 0 0,5 44 0 0 0,-6-72 58 0 0,0-1-1 0 0,0 0 1 0 0,1 0 0 0 0,-1 1-1 0 0,0-1 1 0 0,0 0 0 0 0,1 0 0 0 0,-1 0-1 0 0,0 1 1 0 0,1-1 0 0 0,-1 0-1 0 0,1 0 1 0 0,0 0 0 0 0,-1 0-1 0 0,1 0 1 0 0,0 0 0 0 0,0 0 0 0 0,0 0-1 0 0,-1 0 1 0 0,1 0 0 0 0,0-1-1 0 0,0 1 1 0 0,0 0 0 0 0,0 0-1 0 0,1-1 1 0 0,-1 1 0 0 0,0-1 0 0 0,0 1-1 0 0,0-1 1 0 0,0 0 0 0 0,3 1-1 0 0,1-1 83 0 0,1 0-1 0 0,-1 0 1 0 0,0-1-1 0 0,1 0 0 0 0,-1 0 1 0 0,7-3-1 0 0,13-2 13 0 0,-14 5-140 0 0,1 0 0 0 0,-1 1 0 0 0,1 0 0 0 0,-1 1 0 0 0,1 0 0 0 0,-1 1 0 0 0,1 0 0 0 0,-1 1 0 0 0,0 0 0 0 0,0 1 0 0 0,0 0 0 0 0,-1 1 0 0 0,1 0 0 0 0,-1 0 0 0 0,11 9 0 0 0,-2-1 8 0 0,0 1 0 0 0,-1 1 0 0 0,-1 1 0 0 0,-1 0 0 0 0,0 1 0 0 0,24 34 0 0 0,-38-48 11 0 0,0 0-1 0 0,1 0 1 0 0,-2 0 0 0 0,1 0 0 0 0,0 1-1 0 0,-1-1 1 0 0,1 0 0 0 0,-1 1 0 0 0,0-1 0 0 0,0 1-1 0 0,-1 0 1 0 0,1-1 0 0 0,-1 1 0 0 0,0 0-1 0 0,0-1 1 0 0,0 1 0 0 0,0 0 0 0 0,0-1-1 0 0,-1 1 1 0 0,0 0 0 0 0,0-1 0 0 0,-1 5-1 0 0,-1-3 36 0 0,1-1 0 0 0,-1 0-1 0 0,0 0 1 0 0,0 0-1 0 0,0 0 1 0 0,-1-1-1 0 0,1 1 1 0 0,-1-1-1 0 0,0 0 1 0 0,0 0 0 0 0,0 0-1 0 0,0 0 1 0 0,0-1-1 0 0,-1 0 1 0 0,-8 3-1 0 0,-7 2 17 0 0,-1-1 0 0 0,1-1 1 0 0,-1-1-1 0 0,0-1 0 0 0,0-1 0 0 0,0-1 0 0 0,-23-2 0 0 0,-34-6-2348 0 0,73 6 577 0 0,-16-5-486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7:59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26 844 0 0,'-11'-4'5542'0'0,"-2"7"-3783"0"0,17-1-1509 0 0,0 0 0 0 0,-1 0 0 0 0,1 0-1 0 0,0-1 1 0 0,0 0 0 0 0,1 1 0 0 0,-1-2-1 0 0,0 1 1 0 0,0 0 0 0 0,0-1 0 0 0,0 0-1 0 0,7 0 1 0 0,-7 0-194 0 0,60 0 1069 0 0,104-15-1 0 0,-114 8-214 0 0,-5 0 96 0 0,-32 3-731 0 0,0 2 1 0 0,-1 0-1 0 0,28 0 1 0 0,-41 3-273 0 0,-1-1-1 0 0,0 1 1 0 0,0 0-1 0 0,0 0 1 0 0,0-1 0 0 0,0 1-1 0 0,0 1 1 0 0,0-1 0 0 0,0 0-1 0 0,0 0 1 0 0,-1 1-1 0 0,1-1 1 0 0,0 1 0 0 0,-1-1-1 0 0,1 1 1 0 0,-1 0 0 0 0,0 0-1 0 0,1 0 1 0 0,-1 0 0 0 0,0-1-1 0 0,0 1 1 0 0,0 1-1 0 0,0-1 1 0 0,0 3 0 0 0,3 8 24 0 0,0-1-1 0 0,3 26 1 0 0,-6-34-20 0 0,9 92 61 0 0,-3 156-1 0 0,-6-117 104 0 0,13 588 3483 0 0,-13-680-3718 0 0,5 792 2463 0 0,-9-393-2894 0 0,4-260 573 0 0,4-7 53 0 0,0-92-74 0 0,3 49-10 0 0,-4-89-9 0 0,-4-41-80 0 0,0-1 45 0 0,1 1-1 0 0,0 0 1 0 0,-1 0 0 0 0,1 0 0 0 0,-1 0 0 0 0,0 0 0 0 0,1 0-1 0 0,-1 0 1 0 0,0 0 0 0 0,0 0 0 0 0,-1 3 0 0 0,1 4 6 0 0,2 50 36 0 0,-2-57-68 0 0,1 29 9 0 0,-1 9 24 0 0,0-38 9 0 0,1 10-17 0 0,0 5 13 0 0,-1-15-49 0 0,-5 15 481 0 0,-26-7-1192 0 0,-1-1 0 0 0,0-2-1 0 0,-52 5 1 0 0,53-8-406 0 0,-138 12-7630 0 0,67-13 611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39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43 1668 0 0,'-11'-35'14271'0'0,"10"34"-14174"0"0,1 1 0 0 0,0 0 0 0 0,0-1 0 0 0,0 1 0 0 0,0 0 0 0 0,-1-1 0 0 0,1 1 1 0 0,0 0-1 0 0,0-1 0 0 0,-1 1 0 0 0,1 0 0 0 0,0-1 0 0 0,0 1 0 0 0,-1 0 0 0 0,1 0 0 0 0,0-1 0 0 0,-1 1 1 0 0,1 0-1 0 0,-1 0 0 0 0,1 0 0 0 0,0-1 0 0 0,-1 1 0 0 0,1 0 0 0 0,-1 0 0 0 0,1 0 0 0 0,0 0 0 0 0,-1 0 1 0 0,1 0-1 0 0,-1 0 0 0 0,1 0 0 0 0,0 0 0 0 0,-1 0 0 0 0,1 0 0 0 0,-1 0 0 0 0,1 0 0 0 0,-1 1 0 0 0,0-1-64 0 0,0 0 0 0 0,1 0 0 0 0,-1 0 0 0 0,0 0 0 0 0,0 0 0 0 0,1 1 0 0 0,-1-1 0 0 0,0 0 0 0 0,1 1 0 0 0,-1-1 0 0 0,0 0-1 0 0,1 1 1 0 0,-1-1 0 0 0,0 1 0 0 0,1-1 0 0 0,-1 1 0 0 0,1-1 0 0 0,-1 1 0 0 0,1-1 0 0 0,-1 1 0 0 0,1 0 0 0 0,-1 0 0 0 0,-61 205 20 0 0,30-81-45 0 0,32-124-1 0 0,-1 0-8 0 0,0 0 1 0 0,0 0 0 0 0,1 0 0 0 0,-1 0 0 0 0,1 0-1 0 0,-1 0 1 0 0,1-1 0 0 0,-1 1 0 0 0,1 0 0 0 0,0 0 0 0 0,-1 1-1 0 0,1-1 1 0 0,0 0 0 0 0,0 0 0 0 0,0 0 0 0 0,0 0-1 0 0,0 2 1 0 0,0 23 205 0 0,15-26-184 0 0,13-1 23 0 0,0-2 1 0 0,45-10 0 0 0,-29 5-27 0 0,80-17 134 0 0,-121 24-147 0 0,11-1 103 0 0,-13 2-104 0 0,0 0 1 0 0,1 0-1 0 0,-1 0 1 0 0,0-1-1 0 0,0 1 0 0 0,0 0 1 0 0,0-1-1 0 0,0 1 1 0 0,0 0-1 0 0,0-1 1 0 0,0 0-1 0 0,0 1 0 0 0,0-1 1 0 0,0 1-1 0 0,-1-1 1 0 0,1 0-1 0 0,0 0 0 0 0,0 1 1 0 0,0-1-1 0 0,-1 0 1 0 0,1 0-1 0 0,-1 0 1 0 0,1 0-1 0 0,-1 0 0 0 0,1 0 1 0 0,-1 0-1 0 0,1 0 1 0 0,-1 0-1 0 0,0 0 0 0 0,1 0 1 0 0,-1-2-1 0 0,0 1 7 0 0,-4-22-13 0 0,-7-11 737 0 0,11 33-567 0 0,-1 1-116 0 0,0 0-1 0 0,0 0 1 0 0,0 0-1 0 0,0 0 1 0 0,0-1-1 0 0,0 1 1 0 0,0 0-1 0 0,0-1 1 0 0,1 1-1 0 0,-1 0 0 0 0,1-1 1 0 0,-1 1-1 0 0,1-1 1 0 0,-1 1-1 0 0,1-3 1 0 0,-5-8 3030 0 0,5 12-3034 0 0,0 0 0 0 0,0 0 1 0 0,0 0-1 0 0,0 1 0 0 0,0-1 0 0 0,0 0 0 0 0,0 0 0 0 0,0 0 1 0 0,0 1-1 0 0,0-1 0 0 0,0 0 0 0 0,0 0 0 0 0,-1 0 0 0 0,1 0 0 0 0,0 1 1 0 0,0-1-1 0 0,0 0 0 0 0,0 0 0 0 0,0 0 0 0 0,0 0 0 0 0,-1 1 1 0 0,1-1-1 0 0,0 0 0 0 0,0 0 0 0 0,0 0 0 0 0,0 0 0 0 0,0 0 1 0 0,-1 0-1 0 0,1 0 0 0 0,0 1 0 0 0,0-1 0 0 0,0 0 0 0 0,-1 0 1 0 0,1 0-1 0 0,0 0 0 0 0,0 0 0 0 0,0 0 0 0 0,-1 0 0 0 0,1 0 1 0 0,0 0-1 0 0,0 0 0 0 0,0 0 0 0 0,-1 0 0 0 0,1 0 0 0 0,0 0 1 0 0,0 0-1 0 0,0 0 0 0 0,-1-1 0 0 0,1 1 0 0 0,0 0 0 0 0,0 0 0 0 0,0 0 1 0 0,0 0-1 0 0,-1 0 0 0 0,1 0 0 0 0,0 0 0 0 0,0-1 0 0 0,0 1 1 0 0,4 40-154 0 0,-2 0 0 0 0,-3 57 0 0 0,-1-24 55 0 0,-2 105-287 0 0,6-87-3006 0 0,-4-98 450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30 528 0 0,'28'-25'22877'0'0,"-22"21"-25047"0"0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5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2768 0 0,'-4'44'19429'0'0,"23"-45"-18735"0"0,-17 0-678 0 0,13-5-2169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6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2968 0 0,'6'-26'13782'0'0,"-5"9"-10337"0"0,-1-1 58 0 0,0 17-2936 0 0,0-8-688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7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0 580 0 0,'-7'24'9607'0'0,"1"-3"-1453"0"0,8-13-6215 0 0,-2-8-2003 0 0,1 1-1 0 0,-1-1 1 0 0,1 0-1 0 0,-1 0 1 0 0,0 0-1 0 0,1 1 1 0 0,-1-1-1 0 0,1 0 1 0 0,-1 0-1 0 0,0 0 1 0 0,1 0 0 0 0,-1 0-1 0 0,1 0 1 0 0,-1 0-1 0 0,1 0 1 0 0,-1 0-1 0 0,0 0 1 0 0,1 0-1 0 0,-1 0 1 0 0,1 0-1 0 0,-1-1 1 0 0,0 1 0 0 0,1 0-1 0 0,10-3-1078 0 0,22-5-8082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1720 0 0,'16'-2'12540'0'0,"-15"2"-12580"0"0,0 0 0 0 0,0 1 0 0 0,0-1 0 0 0,0 1-1 0 0,0-1 1 0 0,0 1 0 0 0,0 0 0 0 0,0 0 0 0 0,0-1 0 0 0,0 1 0 0 0,0 0 0 0 0,-1 0-1 0 0,1 0 1 0 0,0 0 0 0 0,0 0 0 0 0,-1 0 0 0 0,1 0 0 0 0,-1 0 0 0 0,1 0 0 0 0,-1 0 0 0 0,0 0-1 0 0,1 0 1 0 0,-1 0 0 0 0,0 0 0 0 0,1 2 0 0 0,-1 0-596 0 0,0-1-1 0 0,0 1 1 0 0,0 0 0 0 0,0-1-1 0 0,0 1 1 0 0,-1 0 0 0 0,1-1-1 0 0,-1 1 1 0 0,0 0 0 0 0,-1 4-1 0 0,-2 3-3176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1536 0 0,'-6'24'10672'0'0,"-3"15"736"0"0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41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0 524 0 0,'-6'6'13411'0'0,"4"-11"-12267"0"0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42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1204 0 0,'-4'12'5130'0'0,"3"-8"-4601"0"0,0-1 206 0 0,0-1 0 0 0,0 0 0 0 0,0 1 0 0 0,1-1-1 0 0,-1 1 1 0 0,1-1 0 0 0,-1 1 0 0 0,1-1-1 0 0,1 6 1743 0 0,5-5-2825 0 0,-1-1-1547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46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43 60 0 0,'0'0'15494'0'0,"10"-6"-15411"0"0,13-2-52 0 0,0 1 0 0 0,0 1 0 0 0,0 1 0 0 0,1 1 0 0 0,-1 1 0 0 0,1 1 0 0 0,0 1 0 0 0,41 4-1 0 0,-63-3-27 0 0,0 0 0 0 0,0 0-1 0 0,0 1 1 0 0,0-1 0 0 0,0 1-1 0 0,0-1 1 0 0,0 1-1 0 0,0 0 1 0 0,0 0 0 0 0,0 0-1 0 0,0 0 1 0 0,0 0-1 0 0,-1 0 1 0 0,1 1 0 0 0,-1-1-1 0 0,1 1 1 0 0,-1-1-1 0 0,1 1 1 0 0,-1-1 0 0 0,0 1-1 0 0,0 0 1 0 0,1-1-1 0 0,-1 1 1 0 0,-1 0 0 0 0,1 0-1 0 0,0 0 1 0 0,0 0 0 0 0,-1 0-1 0 0,1 0 1 0 0,-1 0-1 0 0,1 0 1 0 0,-1 0 0 0 0,0 0-1 0 0,0 0 1 0 0,0 1-1 0 0,0-1 1 0 0,0 0 0 0 0,-1 0-1 0 0,0 3 1 0 0,0 2 3 0 0,-1 0 1 0 0,0 0-1 0 0,-1 1 0 0 0,0-1 1 0 0,0 0-1 0 0,0-1 0 0 0,-1 1 1 0 0,0-1-1 0 0,-6 8 0 0 0,8-11 5 0 0,-90 98-196 0 0,91-99 194 0 0,0-2-11 0 0,1 0-1 0 0,-1 1 1 0 0,0-1-1 0 0,1 1 1 0 0,-1-1-1 0 0,0 1 1 0 0,1 0-1 0 0,-1-1 1 0 0,1 1-1 0 0,-1 0 1 0 0,1-1-1 0 0,-1 1 1 0 0,1 0-1 0 0,0-1 1 0 0,-1 1-1 0 0,1 0 1 0 0,0 0-1 0 0,0 0 1 0 0,-1-1-1 0 0,1 1 1 0 0,0 1-1 0 0,4-1 46 0 0,0 0-1 0 0,1-1 0 0 0,-1 1 1 0 0,0-1-1 0 0,8-1 0 0 0,-6 1-28 0 0,0 0-1 0 0,0 0 1 0 0,0 0 0 0 0,0 1-1 0 0,12 2 1 0 0,-9-1-11 0 0,0 1 0 0 0,0 1 0 0 0,0 0 0 0 0,-1 0 0 0 0,1 0 0 0 0,-1 1 0 0 0,0 0 0 0 0,0 1 1 0 0,-1 0-1 0 0,0 0 0 0 0,8 9 0 0 0,-12-11 33 0 0,1 0-1 0 0,-1 0 1 0 0,0 0 0 0 0,-1 1 0 0 0,1-1 0 0 0,-1 1 0 0 0,0 0 0 0 0,0-1-1 0 0,0 1 1 0 0,-1 0 0 0 0,0 0 0 0 0,0 0 0 0 0,0 0 0 0 0,0 0-1 0 0,-1 1 1 0 0,0-1 0 0 0,0 0 0 0 0,0 0 0 0 0,-1 0 0 0 0,0 0 0 0 0,0 0-1 0 0,-3 9 1 0 0,-1-1 207 0 0,0-1 0 0 0,-1 1 0 0 0,-1-1-1 0 0,0-1 1 0 0,-1 1 0 0 0,0-2 0 0 0,0 1-1 0 0,-2-1 1 0 0,-18 17 0 0 0,19-19-70 0 0,-1 0 0 0 0,1-1 0 0 0,-1 0 0 0 0,-1-1 0 0 0,1 0 0 0 0,-1-1 0 0 0,0 0 0 0 0,-1 0 0 0 0,1-1 1 0 0,-1-1-1 0 0,-13 2 0 0 0,11-4-139 0 0,0 0 1 0 0,0-1 0 0 0,0-1-1 0 0,-1-1 1 0 0,1 0-1 0 0,0 0 1 0 0,1-2 0 0 0,-1 1-1 0 0,1-2 1 0 0,-16-7 0 0 0,-15-4-762 0 0,34 10-1099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48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17 104 0 0,'0'0'10492'0'0,"15"-10"-6849"0"0,-10 3-2260 0 0,-26 106-1038 0 0,4-15-53 0 0,-12 58-174 0 0,28-139-55 0 0,1-1-3 0 0,-1 0-1 0 0,1 0 1 0 0,-1 0 0 0 0,1 0 0 0 0,0 0-1 0 0,0 0 1 0 0,-1 0 0 0 0,2 0-1 0 0,-1 0 1 0 0,0-1 0 0 0,0 1 0 0 0,1 0-1 0 0,-1 0 1 0 0,1 0 0 0 0,-1 0-1 0 0,1 0 1 0 0,1 2 0 0 0,-1-3 31 0 0,2-1-94 0 0,15-4 18 0 0,0 0 0 0 0,0-1 0 0 0,0-1 0 0 0,0 0 0 0 0,22-13 0 0 0,19-5-34 0 0,-56 23 11 0 0,1-1 0 0 0,0 1 0 0 0,0 0 0 0 0,-1-1 0 0 0,1 0 1 0 0,0 0-1 0 0,-1 0 0 0 0,0 0 0 0 0,0-1 0 0 0,1 1 1 0 0,-2-1-1 0 0,1 0 0 0 0,0 0 0 0 0,0 0 0 0 0,-1 0 0 0 0,1 0 1 0 0,-1-1-1 0 0,0 1 0 0 0,0 0 0 0 0,-1-1 0 0 0,1 0 0 0 0,1-4 1 0 0,-3 2 209 0 0,-1 1 0 0 0,0 0 0 0 0,1 0 0 0 0,-2 0 0 0 0,-2-9 1 0 0,2 5 390 0 0,1 8-256 0 0,-4-16 649 0 0,1 14-751 0 0,0 11 165 0 0,-5 31-73 0 0,1 0-1 0 0,3 1 1 0 0,-1 50-1 0 0,8 127-2035 0 0,1-133-752 0 0,-2-22-337 0 0,1 20-4487 0 0,0-48 1378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0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36 4 0 0,'5'-35'15761'0'0,"-8"42"-15092"0"0,2 0-646 0 0,1-1 0 0 0,-1 1 0 0 0,1-1-1 0 0,1 1 1 0 0,1 9 0 0 0,0 8 23 0 0,-8 277 378 0 0,0-173-4508 0 0,3-94-1398 0 0,-1-20 411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0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55 271 1652 0 0,'6'-30'3536'0'0,"11"-31"0"0"0,-13 49-3120 0 0,1 1 0 0 0,0 0 1 0 0,0 1-1 0 0,1-1 0 0 0,14-18 1 0 0,-11 18-183 0 0,1-1 0 0 0,1 1 1 0 0,0 1-1 0 0,23-18 1 0 0,-31 25-222 0 0,1 0 1 0 0,1 1 0 0 0,-1-1 0 0 0,0 1-1 0 0,1 0 1 0 0,-1 0 0 0 0,1 1 0 0 0,-1-1 0 0 0,1 1-1 0 0,0 0 1 0 0,0 0 0 0 0,-1 1 0 0 0,1-1-1 0 0,0 1 1 0 0,0 0 0 0 0,0 0 0 0 0,0 1 0 0 0,-1 0-1 0 0,8 1 1 0 0,-10-1-8 0 0,1 0 0 0 0,-1 0 0 0 0,1 0 0 0 0,-1 0 0 0 0,0 0 0 0 0,1 1-1 0 0,-1-1 1 0 0,0 1 0 0 0,0-1 0 0 0,0 1 0 0 0,0 0 0 0 0,0 0 0 0 0,0 0 0 0 0,-1 0 0 0 0,1 0 0 0 0,0 1-1 0 0,1 3 1 0 0,-2-2 6 0 0,1-1-1 0 0,-1 1 0 0 0,-1 0 1 0 0,1-1-1 0 0,0 1 0 0 0,-1 0 1 0 0,0 0-1 0 0,0 0 0 0 0,0-1 1 0 0,0 1-1 0 0,-2 5 0 0 0,-1 4 30 0 0,-1-1-1 0 0,0 0 1 0 0,-1 1-1 0 0,0-1 1 0 0,-1-1-1 0 0,-9 14 1 0 0,-1 0 68 0 0,-2-2 0 0 0,-1 0 0 0 0,-1-2 0 0 0,-1 0 0 0 0,-1-1 0 0 0,0-1 0 0 0,-2-1 0 0 0,-37 22 0 0 0,-5-2 3511 0 0,64-37-3530 0 0,-2 4 91 0 0,2-3-70 0 0,10 4-83 0 0,55 29-76 0 0,103 77-1 0 0,-19-10-7905 0 0,-127-90 4638 0 0,-2-3-1119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1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107 128 2164 0 0,'-9'-13'4574'0'0,"1"1"1"0"0,-9-19-1 0 0,16 30-4457 0 0,1-1 0 0 0,-1 1 0 0 0,1-1 0 0 0,-1 1 0 0 0,1-1 0 0 0,0 1 0 0 0,0-1 0 0 0,0 0 0 0 0,0 1 0 0 0,0-1 0 0 0,0 1 0 0 0,0-1 0 0 0,1 1 0 0 0,-1-1 0 0 0,0 0 0 0 0,1 1 1 0 0,0-1-1 0 0,-1 1 0 0 0,2-3 0 0 0,0 1-15 0 0,0 0-1 0 0,0 0 1 0 0,0 0 0 0 0,0 0 0 0 0,0 1 0 0 0,4-4 0 0 0,-4 4-88 0 0,0 1 1 0 0,-1-1-1 0 0,1 1 1 0 0,0 0-1 0 0,0-1 0 0 0,0 1 1 0 0,0 0-1 0 0,0 0 1 0 0,0 0-1 0 0,0 1 1 0 0,0-1-1 0 0,1 0 0 0 0,-1 1 1 0 0,0 0-1 0 0,0-1 1 0 0,1 1-1 0 0,-1 0 0 0 0,0 0 1 0 0,0 0-1 0 0,1 0 1 0 0,-1 1-1 0 0,0-1 0 0 0,0 1 1 0 0,0-1-1 0 0,1 1 1 0 0,-1 0-1 0 0,0-1 0 0 0,0 1 1 0 0,0 1-1 0 0,0-1 1 0 0,0 0-1 0 0,2 2 0 0 0,-1-1-9 0 0,0 1 0 0 0,0 0-1 0 0,0 0 1 0 0,-1 1 0 0 0,1-1-1 0 0,-1 1 1 0 0,1-1 0 0 0,-1 1-1 0 0,0 0 1 0 0,0-1 0 0 0,-1 1-1 0 0,1 0 1 0 0,-1 0 0 0 0,0 0-1 0 0,1 6 1 0 0,-2-1-1 0 0,1 0 0 0 0,-2 0 1 0 0,1 0-1 0 0,-1 1 0 0 0,0-1 0 0 0,-1 0 0 0 0,0 0 0 0 0,-1-1 1 0 0,0 1-1 0 0,0 0 0 0 0,-8 14 0 0 0,-4 2 42 0 0,-1 0 1 0 0,-24 29-1 0 0,20-35 49 0 0,19-18-88 0 0,0-1 0 0 0,1 1 0 0 0,-1-1 1 0 0,0 1-1 0 0,0-1 0 0 0,0 1 0 0 0,0-1 0 0 0,0 0 0 0 0,0 1 0 0 0,0-1 0 0 0,0 0 0 0 0,0 0 0 0 0,0 0 0 0 0,0 1 1 0 0,0-1-1 0 0,0 0 0 0 0,0 0 0 0 0,0-1 0 0 0,0 1 0 0 0,0 0 0 0 0,-1 0 0 0 0,0-1 22 0 0,3-1-32 0 0,2-1 3 0 0,0 0-1 0 0,0 0 1 0 0,0 0 0 0 0,0 0-1 0 0,0 0 1 0 0,0 1 0 0 0,1 0-1 0 0,-1-1 1 0 0,1 1 0 0 0,0 1-1 0 0,0-1 1 0 0,-1 0-1 0 0,1 1 1 0 0,0 0 0 0 0,0 0-1 0 0,0 0 1 0 0,1 0 0 0 0,-1 1-1 0 0,0 0 1 0 0,0-1 0 0 0,6 2-1 0 0,0 0-2 0 0,0 1 0 0 0,0 0 0 0 0,-1 0 0 0 0,1 1 0 0 0,-1 1 0 0 0,0-1 0 0 0,0 1 0 0 0,0 1 0 0 0,0 0 0 0 0,15 11 0 0 0,-20-13 10 0 0,0 0 0 0 0,-1 0 0 0 0,1 0 0 0 0,-1 1 0 0 0,1-1 0 0 0,-1 1 0 0 0,0 0 1 0 0,-1 0-1 0 0,1 0 0 0 0,-1 0 0 0 0,0 0 0 0 0,0 1 0 0 0,0-1 0 0 0,0 1 0 0 0,-1-1 0 0 0,1 1 0 0 0,-1 0 0 0 0,-1 0 0 0 0,1-1 0 0 0,-1 1 0 0 0,1 0 0 0 0,-1 0 0 0 0,-1 0 0 0 0,1-1 0 0 0,-2 8 0 0 0,1-6 58 0 0,-1 0 1 0 0,1 0-1 0 0,-1 0 0 0 0,0 0 1 0 0,-1-1-1 0 0,1 1 0 0 0,-1-1 1 0 0,0 1-1 0 0,-1-1 0 0 0,1 0 1 0 0,-1 0-1 0 0,0-1 0 0 0,0 1 0 0 0,0-1 1 0 0,-1 0-1 0 0,0 0 0 0 0,0 0 1 0 0,-6 3-1 0 0,0-1 17 0 0,1-1 1 0 0,-1 0-1 0 0,0 0 1 0 0,-1-2-1 0 0,1 1 0 0 0,-1-1 1 0 0,0-1-1 0 0,1 0 0 0 0,-1-1 1 0 0,0 0-1 0 0,0-1 1 0 0,0 0-1 0 0,-19-3 0 0 0,26 2-130 0 0,0 0 0 0 0,0 0 0 0 0,0 0 0 0 0,0 0-1 0 0,0-1 1 0 0,1 0 0 0 0,-8-3 0 0 0,11 4-78 0 0,0 0 0 0 0,0 0 0 0 0,0 0 0 0 0,0 0 0 0 0,0 0 0 0 0,0 0 1 0 0,0 0-1 0 0,0-1 0 0 0,0 1 0 0 0,0 0 0 0 0,1-1 0 0 0,-1 1 0 0 0,1 0 0 0 0,-1-1 0 0 0,1 1 0 0 0,-1-1 1 0 0,1 1-1 0 0,0-1 0 0 0,-1 1 0 0 0,1-1 0 0 0,0 1 0 0 0,0-1 0 0 0,0 1 0 0 0,0-1 0 0 0,1 1 0 0 0,-1-1 1 0 0,0 1-1 0 0,1-1 0 0 0,-1 1 0 0 0,1 0 0 0 0,1-4 0 0 0,0 0-663 0 0,2-1 1 0 0,-1 1-1 0 0,0 0 0 0 0,1-1 0 0 0,0 1 1 0 0,0 1-1 0 0,1-1 0 0 0,5-4 1 0 0,-1 0-1611 0 0,10-11-3779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1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75 776 0 0,'-2'-1'5095'0'0,"-22"-8"5123"0"0,15 5-8617 0 0,23-3-1056 0 0,123-26-1279 0 0,-62 17-8560 0 0,-61 11 3491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26 1324 0 0,'-2'-1'2746'0'0,"-42"-22"10104"0"0,38 22-11478 0 0,10 0-170 0 0,-3 1-1153 0 0,1 0 0 0 0,0 0 0 0 0,-1 1 0 0 0,1-1 0 0 0,-1 0 0 0 0,1 1 0 0 0,-1-1 0 0 0,1 1 0 0 0,-1-1 0 0 0,0 1-1 0 0,1 0 1 0 0,-1 0 0 0 0,2 0 0 0 0,5 6 5 0 0,0 1 0 0 0,-1-1 0 0 0,0 1 0 0 0,0 1 0 0 0,0-1 0 0 0,-1 1 1 0 0,-1 0-1 0 0,0 1 0 0 0,0-1 0 0 0,0 1 0 0 0,-1 0 0 0 0,-1 0 0 0 0,0 0 0 0 0,3 21 0 0 0,-3-16-247 0 0,-2 0 0 0 0,0 0 0 0 0,-1 0 0 0 0,-1 18 0 0 0,-1-18-803 0 0,0-1-1 0 0,-1 1 1 0 0,-1-1 0 0 0,-6 17-1 0 0,9-28 43 0 0,-1 0-1 0 0,1 0 1 0 0,-1 0-1 0 0,1 0 1 0 0,-1 0-1 0 0,-4 4 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1788 0 0,'23'-51'18042'0'0,"-20"59"-17825"0"0,-1-1 0 0 0,0 1 0 0 0,0 0 0 0 0,-1-1 0 0 0,0 1 0 0 0,0 0 0 0 0,-1 0 1 0 0,-1 12-1 0 0,2 14 241 0 0,1 246 1204 0 0,-5-132-4475 0 0,3-136 1165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2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16 233 1080 0 0,'-2'-7'1095'0'0,"1"-1"1"0"0,0 0-1 0 0,0 0 0 0 0,1 0 1 0 0,0 0-1 0 0,0 0 0 0 0,1-1 1 0 0,2-9-1 0 0,-1 10-859 0 0,0 1-1 0 0,1 1 1 0 0,0-1-1 0 0,0 0 1 0 0,1 1-1 0 0,0-1 1 0 0,0 1 0 0 0,0 0-1 0 0,0 0 1 0 0,1 1-1 0 0,0-1 1 0 0,1 1-1 0 0,-1 0 1 0 0,10-6-1 0 0,-4 4-98 0 0,0 0-1 0 0,0 1 0 0 0,0 0 1 0 0,1 1-1 0 0,-1 0 0 0 0,1 1 1 0 0,1 0-1 0 0,24-3 0 0 0,-30 6-103 0 0,-1 0 1 0 0,1 1-1 0 0,0 0 0 0 0,0 1 1 0 0,-1-1-1 0 0,1 1 0 0 0,0 0 0 0 0,7 3 1 0 0,-10-2-17 0 0,0-1 0 0 0,0 1 0 0 0,0 0 0 0 0,-1 0 0 0 0,1 0 0 0 0,-1 0 0 0 0,1 1 1 0 0,-1 0-1 0 0,0-1 0 0 0,0 1 0 0 0,0 0 0 0 0,-1 0 0 0 0,1 1 0 0 0,2 3 0 0 0,-2-2 0 0 0,-1-1 0 0 0,0 0 0 0 0,0 1 0 0 0,0-1 0 0 0,-1 1 0 0 0,0-1-1 0 0,0 1 1 0 0,0 0 0 0 0,0 0 0 0 0,-1-1 0 0 0,1 1 0 0 0,-1 0 0 0 0,-1 6 0 0 0,0-3 2 0 0,-1 0 1 0 0,1-1-1 0 0,-2 1 1 0 0,1 0-1 0 0,-1-1 1 0 0,0 0-1 0 0,-6 11 1 0 0,0-4 2 0 0,-1 0 0 0 0,0-1 0 0 0,0-1 1 0 0,-2 1-1 0 0,1-2 0 0 0,-1 1 1 0 0,-16 10-1 0 0,5-8 49 0 0,0 0 0 0 0,-1-2 0 0 0,-34 14 0 0 0,34-16 85 0 0,-34 10 2429 0 0,56-19-2412 0 0,-2 0 91 0 0,4-1-257 0 0,0 0 0 0 0,0 0 0 0 0,-1 0 0 0 0,1 0 0 0 0,0 0 0 0 0,-1 0 0 0 0,1 0 0 0 0,0 0 0 0 0,0 0 0 0 0,-1 0 0 0 0,1 0 0 0 0,0 0 1 0 0,0 1-1 0 0,-1-1 0 0 0,1 0 0 0 0,0 0 0 0 0,0 0 0 0 0,-1 0 0 0 0,1 0 0 0 0,0 1 0 0 0,0-1 0 0 0,0 0 0 0 0,-1 0 0 0 0,1 0 0 0 0,0 1 0 0 0,0-1 0 0 0,0 0 0 0 0,0 0 0 0 0,-1 1 0 0 0,1-1 0 0 0,0 0 1 0 0,1 2-4 0 0,1 0 1 0 0,-1 0-1 0 0,1 0 1 0 0,-1 0 0 0 0,1 0-1 0 0,-1-1 1 0 0,1 1 0 0 0,0-1-1 0 0,0 1 1 0 0,0-1 0 0 0,0 1-1 0 0,3 0 1 0 0,34 16 18 0 0,-5-2 8 0 0,17 18-891 0 0,-1 3 0 0 0,50 47 0 0 0,-15-11-8392 0 0,-61-55 2861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3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179 113 2788 0 0,'-7'-12'4351'0'0,"-11"-21"4295"0"0,17 30-8376 0 0,0 1 0 0 0,1-1 0 0 0,-1 1 0 0 0,1-1-1 0 0,-1 1 1 0 0,1-1 0 0 0,0 1 0 0 0,0-1 0 0 0,0 1 0 0 0,0-1-1 0 0,0 1 1 0 0,2-4 0 0 0,-2 4-221 0 0,1 1 1 0 0,-1-1-1 0 0,1 1 0 0 0,0-1 0 0 0,0 1 0 0 0,0-1 1 0 0,0 1-1 0 0,0 0 0 0 0,0-1 0 0 0,0 1 0 0 0,0 0 1 0 0,0 0-1 0 0,1 0 0 0 0,-1 0 0 0 0,0 0 1 0 0,1 0-1 0 0,-1 0 0 0 0,1 0 0 0 0,-1 1 0 0 0,1-1 1 0 0,-1 1-1 0 0,3-2 0 0 0,2 1 2 0 0,-1 0-1 0 0,1 0 1 0 0,-1 0 0 0 0,10 1 0 0 0,-12 0-48 0 0,0 0 0 0 0,0 0 1 0 0,0 0-1 0 0,0 1 1 0 0,0-1-1 0 0,0 1 0 0 0,0 0 1 0 0,-1 0-1 0 0,1 0 1 0 0,0 0-1 0 0,0 1 0 0 0,-1-1 1 0 0,1 0-1 0 0,-1 1 1 0 0,1 0-1 0 0,-1 0 0 0 0,0 0 1 0 0,0 0-1 0 0,0 0 1 0 0,0 0-1 0 0,0 0 0 0 0,0 1 1 0 0,0-1-1 0 0,-1 1 1 0 0,1-1-1 0 0,-1 1 0 0 0,0 0 1 0 0,0 0-1 0 0,1 2 1 0 0,-1 1 2 0 0,1-1 1 0 0,-1 0-1 0 0,-1 0 1 0 0,1 1-1 0 0,-1-1 1 0 0,0 0 0 0 0,0 1-1 0 0,-1-1 1 0 0,1 0-1 0 0,-1 1 1 0 0,0-1 0 0 0,-1 0-1 0 0,1 0 1 0 0,-5 9-1 0 0,2-5 21 0 0,-1-1-1 0 0,-1 1 1 0 0,1-1-1 0 0,-1 0 0 0 0,-1 0 1 0 0,1-1-1 0 0,-14 12 1 0 0,18-18 13 0 0,1 0-5 0 0,0 0 0 0 0,0 0 0 0 0,0 0 0 0 0,0 1 0 0 0,0-1 1 0 0,0 0-1 0 0,0 0 0 0 0,0 1 0 0 0,1-1 0 0 0,-2 2 0 0 0,17-4-31 0 0,-1 0 1 0 0,1 1-1 0 0,-1 0 0 0 0,1 1 0 0 0,21 5 0 0 0,-28-5-3 0 0,0 1 0 0 0,-1 1 0 0 0,0-1 0 0 0,1 1 0 0 0,-1 1 0 0 0,0-1 0 0 0,-1 1 0 0 0,1 0 0 0 0,-1 1 0 0 0,0 0 0 0 0,0 0 0 0 0,8 7 0 0 0,-13-10 5 0 0,1 0 0 0 0,-1 0-1 0 0,1 0 1 0 0,-1 0 0 0 0,0 1 0 0 0,0-1-1 0 0,1 0 1 0 0,-2 1 0 0 0,1-1 0 0 0,0 0-1 0 0,0 1 1 0 0,-1-1 0 0 0,1 1-1 0 0,-1-1 1 0 0,0 1 0 0 0,0 4 0 0 0,-1-3 21 0 0,1 0 0 0 0,-1 1 1 0 0,0-1-1 0 0,-1 0 1 0 0,1 0-1 0 0,-1 0 0 0 0,0 0 1 0 0,0 0-1 0 0,-2 4 1 0 0,-2 1 56 0 0,-1-1 0 0 0,1 0 0 0 0,-2 0 0 0 0,1-1 1 0 0,-1 1-1 0 0,0-1 0 0 0,-11 6 0 0 0,3-3-21 0 0,-1-2 1 0 0,-1 0-1 0 0,1-1 0 0 0,-1 0 1 0 0,-1-2-1 0 0,1 0 0 0 0,-1-1 0 0 0,1-1 1 0 0,-1-1-1 0 0,0-1 0 0 0,0 0 1 0 0,0-1-1 0 0,0-1 0 0 0,-30-6 0 0 0,47 7-141 0 0,1 0-1 0 0,-1 0 1 0 0,0-1-1 0 0,0 1 1 0 0,1 0-1 0 0,-1-1 1 0 0,0 0-1 0 0,1 1 1 0 0,-1-1-1 0 0,0 0 1 0 0,1 0-1 0 0,-1 1 1 0 0,1-1-1 0 0,0-1 1 0 0,-1 1-1 0 0,1 0 1 0 0,0 0-1 0 0,-1 0 1 0 0,1-1-1 0 0,0 1 1 0 0,0 0-1 0 0,0-1 0 0 0,0 1 1 0 0,0-1-1 0 0,1 0 1 0 0,-1 1-1 0 0,-1-4 1 0 0,2 2-196 0 0,1 1 1 0 0,-1-1-1 0 0,0 1 0 0 0,1-1 1 0 0,-1 1-1 0 0,1-1 1 0 0,0 1-1 0 0,0-1 0 0 0,0 1 1 0 0,0 0-1 0 0,0-1 0 0 0,0 1 1 0 0,1 0-1 0 0,-1 0 1 0 0,1 0-1 0 0,0 0 0 0 0,-1 0 1 0 0,4-2-1 0 0,25-24-6660 0 0,-10 12 120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3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58 2096 0 0,'-100'-13'19485'0'0,"108"5"-19127"0"0,-1 6-303 0 0,-1 0 1 0 0,1 1-1 0 0,0 0 0 0 0,-1 0 0 0 0,1 0 0 0 0,7 0 0 0 0,13-1 26 0 0,78-8-742 0 0,-34 5-2450 0 0,-2-5-6379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3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36 2020 0 0,'-45'-16'11384'0'0,"-3"0"-1885"0"0,46 15-9007 0 0,2 1-447 0 0,-1 0-1 0 0,0-1 0 0 0,1 1 0 0 0,-1 0 0 0 0,0 0 0 0 0,1-1 0 0 0,-1 1 0 0 0,0 0 0 0 0,1 0 1 0 0,-1 0-1 0 0,0 0 0 0 0,1 0 0 0 0,-1 0 0 0 0,0 0 0 0 0,1 0 0 0 0,-1 0 0 0 0,0 0 0 0 0,1 0 1 0 0,-1 1-1 0 0,0-1 0 0 0,1 0 0 0 0,-1 0 0 0 0,0 1 0 0 0,1-1 0 0 0,-1 0 0 0 0,1 1 0 0 0,-1-1 1 0 0,0 0-1 0 0,1 1 0 0 0,-1-1 0 0 0,0 1 0 0 0,0 14 23 0 0,1 0 0 0 0,0-1 0 0 0,0 1-1 0 0,2 0 1 0 0,0-1 0 0 0,0 1 0 0 0,6 16 0 0 0,5 35 23 0 0,-6-13-312 0 0,16 57 1 0 0,-1-44-5902 0 0,-16-53 2850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4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7 198 2996 0 0,'-2'-9'1941'0'0,"0"0"-1"0"0,1 0 0 0 0,0-1 1 0 0,0-16-1 0 0,2 19-1304 0 0,0 0-1 0 0,0 0 1 0 0,0 1-1 0 0,1-1 1 0 0,0 0-1 0 0,4-9 0 0 0,-4 10-544 0 0,1 1-1 0 0,0 1 0 0 0,0-1 0 0 0,0 0 0 0 0,1 1 0 0 0,-1 0 1 0 0,1-1-1 0 0,0 1 0 0 0,0 1 0 0 0,1-1 0 0 0,-1 1 0 0 0,1 0 1 0 0,0 0-1 0 0,0 0 0 0 0,0 0 0 0 0,0 1 0 0 0,0 0 0 0 0,0 0 1 0 0,11-2-1 0 0,-10 3-70 0 0,0 0 0 0 0,0 0 1 0 0,1 0-1 0 0,-1 1 0 0 0,0 0 1 0 0,1 1-1 0 0,-1-1 0 0 0,0 1 1 0 0,1 0-1 0 0,-1 1 0 0 0,0-1 0 0 0,0 1 1 0 0,0 1-1 0 0,0-1 0 0 0,7 5 1 0 0,-10-6-14 0 0,0 1 1 0 0,-1 0-1 0 0,1 1 0 0 0,0-1 1 0 0,-1 0-1 0 0,1 1 0 0 0,-1-1 1 0 0,0 1-1 0 0,0 0 1 0 0,0 0-1 0 0,0 0 0 0 0,0 0 1 0 0,-1 0-1 0 0,1 0 1 0 0,-1 0-1 0 0,0 0 0 0 0,0 1 1 0 0,0-1-1 0 0,0 0 1 0 0,-1 1-1 0 0,1-1 0 0 0,-1 1 1 0 0,0-1-1 0 0,0 1 0 0 0,0-1 1 0 0,-1 1-1 0 0,1-1 1 0 0,-1 0-1 0 0,-1 5 0 0 0,-2 3 14 0 0,1-1 0 0 0,-2 0 0 0 0,0 0 0 0 0,0 0 0 0 0,-1 0 0 0 0,0-1-1 0 0,-9 11 1 0 0,-55 55 154 0 0,61-65-153 0 0,6-7-17 0 0,-11 14 88 0 0,16-12-49 0 0,10-2-33 0 0,-1-2 7 0 0,8 0-12 0 0,0 2-1 0 0,0 0 0 0 0,-1 1 0 0 0,31 11 1 0 0,-45-13-2 0 0,0-1 1 0 0,0 1 0 0 0,0 0 0 0 0,-1 1-1 0 0,1-1 1 0 0,-1 1 0 0 0,1 0 0 0 0,-1 0-1 0 0,0 0 1 0 0,0 0 0 0 0,4 6 0 0 0,-6-7 6 0 0,1 1 0 0 0,-1 0 0 0 0,0 0 0 0 0,0 0 0 0 0,0 0 0 0 0,0 0 0 0 0,0 1 0 0 0,-1-1 0 0 0,1 0 0 0 0,-1 0 0 0 0,0 0 0 0 0,0 1 0 0 0,0-1 0 0 0,-1 0 0 0 0,1 0 0 0 0,-1 0 0 0 0,-1 5 0 0 0,0 0 93 0 0,-1 0 1 0 0,0 0 0 0 0,-1 0-1 0 0,0 0 1 0 0,0-1 0 0 0,0 0-1 0 0,-1 0 1 0 0,0 0 0 0 0,-1-1-1 0 0,1 1 1 0 0,-1-1 0 0 0,-7 5-1 0 0,2-3 36 0 0,1 0-1 0 0,-1-1 0 0 0,-1 0 0 0 0,1-1 1 0 0,-1 0-1 0 0,0-1 0 0 0,-17 5 0 0 0,25-9-160 0 0,0 0 0 0 0,0 0 0 0 0,0 0 0 0 0,0 0 0 0 0,0-1 0 0 0,-7 0 0 0 0,10 0-171 0 0,0 0 0 0 0,0 0 0 0 0,0 0 0 0 0,0-1 0 0 0,0 1 0 0 0,0 0 0 0 0,0-1 0 0 0,0 1 0 0 0,0-1 0 0 0,0 1 0 0 0,0-1 0 0 0,0 1 0 0 0,0-1 0 0 0,0 1 0 0 0,0-1 0 0 0,1 0 0 0 0,-1 0 0 0 0,0 0 0 0 0,0 1 0 0 0,1-1 0 0 0,-1 0 0 0 0,1 0 0 0 0,-1 0 0 0 0,1 0 0 0 0,-1 0 0 0 0,0-2 0 0 0,1 3-142 0 0,0-1 0 0 0,0 0 0 0 0,0 0 0 0 0,0 0 0 0 0,0 1 1 0 0,0-1-1 0 0,0 0 0 0 0,0 0 0 0 0,0 0 0 0 0,1 0 0 0 0,-1 1 0 0 0,0-1 0 0 0,0 0 0 0 0,3-3-1002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4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56 1380 0 0,'0'-1'3682'0'0,"-1"-13"1438"0"0,-3-27 9950 0 0,5 126-14389 0 0,-18 161 1 0 0,0-48-2500 0 0,17-146-1901 0 0,1-36-108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5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21 293 2584 0 0,'-4'-15'2856'0'0,"1"1"-1"0"0,-2-18 1 0 0,5 22-1841 0 0,-1 0-1 0 0,2 1 1 0 0,-1-1 0 0 0,3-10 0 0 0,-2 13-755 0 0,1-1 1 0 0,0 0 0 0 0,1 1-1 0 0,0 0 1 0 0,0-1-1 0 0,0 1 1 0 0,1 1-1 0 0,0-1 1 0 0,1 0-1 0 0,-1 1 1 0 0,1 0-1 0 0,0 0 1 0 0,10-8-1 0 0,-6 6-146 0 0,1 1 0 0 0,0 0 0 0 0,1 0 0 0 0,-1 1-1 0 0,1 0 1 0 0,1 1 0 0 0,-1 0 0 0 0,1 1-1 0 0,13-3 1 0 0,-18 5-92 0 0,0 1 0 0 0,1-1 0 0 0,-1 1 0 0 0,1 1 1 0 0,-1-1-1 0 0,0 1 0 0 0,1 0 0 0 0,-1 1 0 0 0,1 0 0 0 0,-1 0 0 0 0,1 1 0 0 0,-1 0 0 0 0,0 0 1 0 0,0 1-1 0 0,0-1 0 0 0,8 6 0 0 0,-12-6-13 0 0,0 0 0 0 0,0 0 0 0 0,-1 0 0 0 0,1 0 0 0 0,-1 0 0 0 0,0 1 0 0 0,1-1 0 0 0,-1 1 0 0 0,0-1 0 0 0,-1 1 1 0 0,1 0-1 0 0,0 0 0 0 0,-1 0 0 0 0,0 0 0 0 0,1 0 0 0 0,-1 0 0 0 0,1 5 0 0 0,-2-3 3 0 0,1 0 0 0 0,-1-1 1 0 0,0 1-1 0 0,0 0 0 0 0,-1 0 0 0 0,0 0 0 0 0,0 0 1 0 0,0-1-1 0 0,0 1 0 0 0,-4 7 0 0 0,-2 3 15 0 0,0 0-1 0 0,-2-1 0 0 0,0 0 1 0 0,0-1-1 0 0,-22 24 0 0 0,10-16 59 0 0,-1-1 0 0 0,-1-1-1 0 0,-1 0 1 0 0,-1-2-1 0 0,0-1 1 0 0,-2-1 0 0 0,1-1-1 0 0,-32 11 1 0 0,34-18 1293 0 0,19-6-389 0 0,12-4-839 0 0,-2 4-140 0 0,0-1-1 0 0,0 1 0 0 0,0 0 1 0 0,0 0-1 0 0,0 0 0 0 0,0 1 0 0 0,0-1 1 0 0,0 1-1 0 0,0 0 0 0 0,6 5 1 0 0,-9-6-4 0 0,11 6 5 0 0,0 1-1 0 0,-1 1 1 0 0,0 0-1 0 0,0 0 1 0 0,-1 1-1 0 0,0 1 1 0 0,11 14-1 0 0,62 91-1955 0 0,-38-49-1970 0 0,-9-22-4468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15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36 3016 0 0,'-19'-35'23432'0'0,"17"56"-22490"0"0,16 118 339 0 0,0-5-5870 0 0,-10-109-1964 0 0,12 37-1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28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59 404 0 0,'0'0'5671'0'0,"-11"-4"-2237"0"0,-32-7 6456 0 0,49 1-9881 0 0,28-10 53 0 0,-32 19-44 0 0,0 1-12 0 0,5-2-10 0 0,2-2 5 0 0,-5 3-1 0 0,0-1 1 0 0,0 1-1 0 0,0 1 1 0 0,1-1-1 0 0,-1 0 1 0 0,0 1-1 0 0,1 0 1 0 0,6 1-1 0 0,-8-1-13 0 0,13 2-145 0 0,-15-2 153 0 0,1 1 0 0 0,-1-1 0 0 0,1 1 1 0 0,-1-1-1 0 0,1 1 0 0 0,-1 0 0 0 0,0 0 0 0 0,0 0 1 0 0,1 0-1 0 0,1 2 0 0 0,-2-2 6 0 0,9 32-9 0 0,-10-8-11 0 0,1-5 25 0 0,-1 0 0 0 0,-6 35 1 0 0,1-29 16 0 0,-1 1 0 0 0,-1-1 0 0 0,-1 0 0 0 0,-19 38 0 0 0,20-52-6 0 0,-1-1 0 0 0,0 1 0 0 0,-1-1 0 0 0,0 0 0 0 0,-20 17 0 0 0,-8 9 14 0 0,-26 23 407 0 0,36-36 124 0 0,26-23-538 0 0,-7 5 88 0 0,7-6-96 0 0,0 1-9 0 0,0-1-1 0 0,1 0 0 0 0,-1 0 0 0 0,1 0 0 0 0,-1 0 0 0 0,1 1 1 0 0,-1-1-1 0 0,1 0 0 0 0,-1 1 0 0 0,1-1 0 0 0,-1 0 1 0 0,1 1-1 0 0,0-1 0 0 0,-1 1 0 0 0,1-1 0 0 0,-1 0 1 0 0,1 1-1 0 0,0-1 0 0 0,0 1 0 0 0,-1-1 0 0 0,1 1 1 0 0,0-1-1 0 0,0 1 0 0 0,-1-1 0 0 0,1 1 0 0 0,0 0 1 0 0,0-1-1 0 0,0 2 0 0 0,0-2 4 0 0,0 0-1 0 0,1 1 1 0 0,-1-1 0 0 0,0 0-1 0 0,0 1 1 0 0,1-1 0 0 0,-1 0 0 0 0,0 1-1 0 0,1-1 1 0 0,-1 0 0 0 0,1 1-1 0 0,-1-1 1 0 0,0 0 0 0 0,1 0-1 0 0,-1 0 1 0 0,1 0 0 0 0,-1 1 0 0 0,0-1-1 0 0,1 0 1 0 0,-1 0 0 0 0,1 0-1 0 0,-1 0 1 0 0,1 0 0 0 0,-1 0 0 0 0,1 0-1 0 0,0 0 1 0 0,18 1 156 0 0,333-48 197 0 0,-282 39-303 0 0,-68 7-40 0 0,-1 1-14 0 0,1-1-1 0 0,-1 1 1 0 0,0-1-1 0 0,0 1 1 0 0,0-1-1 0 0,1 1 1 0 0,-1 0-1 0 0,0-1 1 0 0,1 1-1 0 0,-1 0 1 0 0,0 0-1 0 0,0 0 1 0 0,1 0-1 0 0,-1 0 0 0 0,0 0 1 0 0,2 1-1 0 0,11-2-3506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2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97 760 0 0,'0'0'3657'0'0,"-23"-20"5131"0"0,23 19-8748 0 0,0 0 0 0 0,0 0 0 0 0,0 1-1 0 0,0-1 1 0 0,0 0 0 0 0,0 0 0 0 0,0 0-1 0 0,0 1 1 0 0,0-1 0 0 0,0 0 0 0 0,0 0 0 0 0,0 1-1 0 0,1-1 1 0 0,-1 0 0 0 0,0 0 0 0 0,0 1 0 0 0,1-1-1 0 0,-1 0 1 0 0,1 0 0 0 0,-1 1 0 0 0,1-1-1 0 0,-1 1 1 0 0,1-2 0 0 0,21-15 367 0 0,27-8-33 0 0,-41 22-281 0 0,0 0-1 0 0,1 1 1 0 0,-1 0 0 0 0,1 0 0 0 0,-1 1 0 0 0,1 0 0 0 0,-1 0 0 0 0,1 1-1 0 0,0 0 1 0 0,16 2 0 0 0,-22-1-72 0 0,0 0 1 0 0,1 0-1 0 0,-1 0 1 0 0,0 1-1 0 0,1-1 0 0 0,-1 1 1 0 0,0 0-1 0 0,0-1 0 0 0,0 1 1 0 0,-1 1-1 0 0,1-1 0 0 0,0 0 1 0 0,-1 1-1 0 0,1-1 0 0 0,-1 1 1 0 0,0 0-1 0 0,0 0 0 0 0,0 0 1 0 0,0 0-1 0 0,-1 0 0 0 0,1 0 1 0 0,-1 0-1 0 0,0 1 0 0 0,1-1 1 0 0,-2 1-1 0 0,1-1 0 0 0,0 1 1 0 0,0 3-1 0 0,0 2 67 0 0,0 0 0 0 0,-1 0 0 0 0,1 0 0 0 0,-2 0 0 0 0,1 0 0 0 0,-1 0 0 0 0,-1-1 0 0 0,1 1 0 0 0,-6 15 0 0 0,1-10 155 0 0,-1 0 0 0 0,0-1 0 0 0,-1 0 0 0 0,0 0 0 0 0,-1-1 1 0 0,-1 0-1 0 0,-19 18 0 0 0,-1-3 379 0 0,-56 38 1 0 0,6-11-328 0 0,78-54-272 0 0,-22 18 113 0 0,23-17 62 0 0,12 3-20 0 0,37-7-60 0 0,0-3 1 0 0,65-14-1 0 0,-44 6-75 0 0,-32 8-88 0 0,121-20-619 0 0,-156 26 332 0 0,1 0-251 0 0,14-1-1234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02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72 444 0 0,'-27'10'16550'0'0,"27"-12"-16525"0"0,1-1 0 0 0,0 1-1 0 0,0 0 1 0 0,0 0 0 0 0,1-1 0 0 0,-1 1-1 0 0,0 0 1 0 0,1 0 0 0 0,-1 0-1 0 0,1 0 1 0 0,0 1 0 0 0,0-1 0 0 0,1-1-1 0 0,33-24 19 0 0,-14 12-68 0 0,-21 14-87 0 0,1 0 0 0 0,0 0 0 0 0,0 0 0 0 0,0 0 0 0 0,-1 0 0 0 0,1 0 1 0 0,0 1-1 0 0,0-1 0 0 0,0 1 0 0 0,0-1 0 0 0,0 1 0 0 0,0 0 0 0 0,0-1 0 0 0,5 1 0 0 0,-5 1-575 0 0,2 4-778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1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41 1132 0 0,'-5'-6'14910'0'0,"14"4"-14564"0"0,0 0 0 0 0,0 1 0 0 0,-1 0 0 0 0,1 0 0 0 0,13 1-1 0 0,9-2-160 0 0,85-18 375 0 0,-113 20-376 0 0,5 0-128 0 0,-12-2-178 0 0,-20-1-1741 0 0,14 4 1064 0 0,-19 4-8412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31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47 325 556 0 0,'0'0'1102'0'0,"-2"-16"1678"0"0,4-25 585 0 0,-2 39-3029 0 0,5-30 5288 0 0,-7 25-4625 0 0,1 7-866 0 0,1-1-1 0 0,0 1 0 0 0,0-1 1 0 0,0 1-1 0 0,-1-1 1 0 0,1 1-1 0 0,0-1 1 0 0,0 1-1 0 0,0-1 0 0 0,0 1 1 0 0,0-1-1 0 0,0 1 1 0 0,0-1-1 0 0,0 0 0 0 0,0 1 1 0 0,0-1-1 0 0,0 1 1 0 0,0-1-1 0 0,0 1 1 0 0,0-1-1 0 0,1 1 0 0 0,-1-1 1 0 0,0 0-1 0 0,1 0 138 0 0,8 27 539 0 0,-20 112-276 0 0,3-49-219 0 0,-27 270 267 0 0,34-357-341 0 0,1 7 514 0 0,-2-39-655 0 0,1 1 1 0 0,1 0-1 0 0,1 0 0 0 0,7-38 0 0 0,-2 13-158 0 0,0-5-34 0 0,3-1 0 0 0,2 2 0 0 0,3 0 0 0 0,2 0 0 0 0,33-76 0 0 0,-38 112 65 0 0,0 1 0 0 0,22-32 1 0 0,-29 46 17 0 0,1 1 0 0 0,0 0 0 0 0,0 0-1 0 0,1 0 1 0 0,0 0 0 0 0,0 1 0 0 0,0 0 0 0 0,0 0 0 0 0,1 1 0 0 0,0 0 0 0 0,12-6 0 0 0,-15 9 7 0 0,-1 0 0 0 0,1 0 0 0 0,-1 1 0 0 0,1-1 0 0 0,-1 1 0 0 0,1-1 0 0 0,0 1 1 0 0,-1 0-1 0 0,1 1 0 0 0,-1-1 0 0 0,1 1 0 0 0,-1-1 0 0 0,1 1 0 0 0,-1 0 0 0 0,1 1 0 0 0,-1-1 0 0 0,0 0 0 0 0,0 1 0 0 0,0 0 0 0 0,0 0 1 0 0,0 0-1 0 0,0 0 0 0 0,0 0 0 0 0,0 0 0 0 0,-1 1 0 0 0,1-1 0 0 0,-1 1 0 0 0,0 0 0 0 0,0 0 0 0 0,0 0 0 0 0,3 6 0 0 0,-1-2-2 0 0,0 1 0 0 0,-1 0 0 0 0,0 0-1 0 0,0 0 1 0 0,-1 0 0 0 0,0 0 0 0 0,0 1-1 0 0,-1-1 1 0 0,0 1 0 0 0,-1-1-1 0 0,0 1 1 0 0,-1 13 0 0 0,-4-1 19 0 0,0 0 0 0 0,-2 0 0 0 0,0-1 0 0 0,-1 0 0 0 0,-1-1 0 0 0,-1 1 1 0 0,-1-2-1 0 0,0 0 0 0 0,-2 0 0 0 0,0-1 0 0 0,-1 0 0 0 0,0-1 0 0 0,-1-1 0 0 0,-34 26 0 0 0,43-37-7 0 0,0-1 0 0 0,0 0 0 0 0,0 0 0 0 0,0 0 0 0 0,-1-1-1 0 0,1 0 1 0 0,-1 0 0 0 0,1-1 0 0 0,-1 1 0 0 0,-9-1 0 0 0,7 1-15 0 0,3-3-2 0 0,-17-7 6 0 0,-6-5-142 0 0,27 11 127 0 0,7 3 10 0 0,-1-1 16 0 0,1 1-1 0 0,-1 0 0 0 0,1 0 0 0 0,-1 1 0 0 0,1-1 0 0 0,-1 1 0 0 0,0 0 1 0 0,0 0-1 0 0,0 1 0 0 0,5 2 0 0 0,42 37 147 0 0,-32-25-152 0 0,188 181-353 0 0,-134-124-2688 0 0,-30-35-871 0 0,-39-37 2849 0 0,0 1 0 0 0,0-1 0 0 0,0 0-1 0 0,1 0 1 0 0,7 3 0 0 0,4-1-4125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31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342 146 1700 0 0,'1'-8'1096'0'0,"0"0"0"0"0,0 0 0 0 0,-1 1 0 0 0,0-1 0 0 0,0 0 0 0 0,-1 0 1 0 0,-3-15-1 0 0,3 19-728 0 0,0 0 0 0 0,0 0 0 0 0,-1 0 0 0 0,1 0 0 0 0,-1 0 0 0 0,0 0 0 0 0,0 0 0 0 0,0 1 0 0 0,0-1 0 0 0,-1 1 0 0 0,1-1 0 0 0,-1 1 0 0 0,0 0 0 0 0,0 0 0 0 0,-6-4 0 0 0,6 6-265 0 0,0 0-1 0 0,0 0 0 0 0,0 0 0 0 0,0 1 0 0 0,0-1 0 0 0,0 1 0 0 0,0 0 0 0 0,0 0 1 0 0,0 0-1 0 0,0 0 0 0 0,0 0 0 0 0,0 1 0 0 0,0-1 0 0 0,0 1 0 0 0,0 0 0 0 0,0 0 0 0 0,0 0 1 0 0,-3 2-1 0 0,-6 3 73 0 0,0 1 0 0 0,0 0 0 0 0,0 1 0 0 0,1 0 0 0 0,0 1 0 0 0,1 0 0 0 0,0 1-1 0 0,-11 13 1 0 0,1 2 3 0 0,0 1-1 0 0,-21 40 0 0 0,32-51-147 0 0,1 1-1 0 0,1 0 1 0 0,0 0-1 0 0,-4 20 1 0 0,9-32-20 0 0,1 0 1 0 0,0 1-1 0 0,0-1 0 0 0,0 0 0 0 0,1 1 1 0 0,0-1-1 0 0,-1 1 0 0 0,2-1 0 0 0,-1 0 0 0 0,0 1 1 0 0,1-1-1 0 0,0 0 0 0 0,0 1 0 0 0,0-1 1 0 0,1 0-1 0 0,-1 0 0 0 0,1 0 0 0 0,0 0 1 0 0,0 0-1 0 0,0 0 0 0 0,6 6 0 0 0,-6-8-7 0 0,1 0-1 0 0,0 0 0 0 0,0 0 0 0 0,0 0 1 0 0,0-1-1 0 0,0 1 0 0 0,0-1 0 0 0,1 0 1 0 0,-1 0-1 0 0,0 0 0 0 0,1 0 0 0 0,-1-1 1 0 0,0 1-1 0 0,1-1 0 0 0,-1 0 1 0 0,1 0-1 0 0,-1 0 0 0 0,1-1 0 0 0,-1 1 1 0 0,0-1-1 0 0,1 0 0 0 0,-1 0 0 0 0,5-1 1 0 0,1-2-32 0 0,0 1 1 0 0,0-1 0 0 0,0-1-1 0 0,-1 1 1 0 0,1-1 0 0 0,14-13-1 0 0,-8 3-11 0 0,-1 0-1 0 0,0-1 0 0 0,-1-1 1 0 0,-1 0-1 0 0,-1 0 0 0 0,0-2 1 0 0,-1 1-1 0 0,-1-1 1 0 0,-1 0-1 0 0,-1-1 0 0 0,0 0 1 0 0,-2 0-1 0 0,4-24 1 0 0,-2 22 29 0 0,-6 19 29 0 0,1-1 0 0 0,-1 1 0 0 0,0-1 0 0 0,0 1 0 0 0,-1-1 0 0 0,2-6 1 0 0,-3 61 395 0 0,3 81 410 0 0,0-110-1751 0 0,0 0-1 0 0,2 0 1 0 0,11 39-1 0 0,0-31-2177 0 0,-1-14-2867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32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2320 0 0,'5'-24'6112'0'0,"0"7"892"0"0,-3 17-6829 0 0,0 1 0 0 0,0 0 0 0 0,-1 0 0 0 0,1-1 0 0 0,0 1 0 0 0,-1 0 0 0 0,1 1-1 0 0,-1-1 1 0 0,1 0 0 0 0,-1 0 0 0 0,1 1 0 0 0,-1-1 0 0 0,0 1 0 0 0,0-1 0 0 0,1 1 0 0 0,-1-1 0 0 0,0 1 0 0 0,-1 0 0 0 0,1-1 0 0 0,0 1-1 0 0,0 0 1 0 0,-1 0 0 0 0,2 3 0 0 0,11 47 1039 0 0,-11-35-1115 0 0,-1-1 0 0 0,0 0 0 0 0,-1 1 0 0 0,0 0 0 0 0,-2-1 0 0 0,0 0 0 0 0,-1 1 0 0 0,0-1 0 0 0,-1 0 0 0 0,-10 22 0 0 0,14-36-41 0 0,-1-2-57 0 0,1 0-1 0 0,-1 0 1 0 0,1 0 0 0 0,0 0 0 0 0,-1-1 0 0 0,1 1-1 0 0,0 0 1 0 0,-1 0 0 0 0,1-1 0 0 0,0 1 0 0 0,-1 0 0 0 0,1-1-1 0 0,0 1 1 0 0,0 0 0 0 0,-1-1 0 0 0,1 1 0 0 0,0 0-1 0 0,0-1 1 0 0,0 1 0 0 0,-1 0 0 0 0,1-1 0 0 0,0 1 0 0 0,0-1-1 0 0,0 1 1 0 0,0-1 0 0 0,0 1 0 0 0,0 0 0 0 0,0-1 0 0 0,0 1-1 0 0,0-1 1 0 0,0-16-12 0 0,0 13 8 0 0,1-8 3 0 0,0-1 0 0 0,1 1-1 0 0,0-1 1 0 0,1 1 0 0 0,0 0 0 0 0,1 0 0 0 0,1 0-1 0 0,8-15 1 0 0,0 3-59 0 0,1 0-1 0 0,30-37 1 0 0,-39 53 61 0 0,2 0-1 0 0,-1 1 1 0 0,1 0-1 0 0,0 1 1 0 0,0 0-1 0 0,1 0 1 0 0,0 0-1 0 0,0 1 1 0 0,0 0 0 0 0,1 1-1 0 0,0 0 1 0 0,0 0-1 0 0,0 0 1 0 0,17-3-1 0 0,-23 7 36 0 0,0-1-1 0 0,-1 1 0 0 0,1 0 1 0 0,0 0-1 0 0,-1 1 1 0 0,1-1-1 0 0,0 0 0 0 0,-1 1 1 0 0,1 0-1 0 0,0-1 1 0 0,-1 1-1 0 0,1 0 0 0 0,-1 0 1 0 0,1 1-1 0 0,-1-1 1 0 0,0 0-1 0 0,3 3 0 0 0,-2-1 4 0 0,0 0-1 0 0,0 0 1 0 0,-1 0-1 0 0,1 0 1 0 0,-1 1-1 0 0,1-1 0 0 0,-1 1 1 0 0,0-1-1 0 0,-1 1 1 0 0,3 4-1 0 0,-1 4 7 0 0,0 0 0 0 0,0-1 0 0 0,-1 1 0 0 0,-1 0 0 0 0,0 0 0 0 0,-1 19-1 0 0,-7 55 94 0 0,-2 20-2624 0 0,9-103 2174 0 0,0 0 1 0 0,0 0 0 0 0,1 0 0 0 0,-1 0 0 0 0,1 0 0 0 0,-1-1 0 0 0,1 1 0 0 0,0 0 0 0 0,0 0 0 0 0,0-1-1 0 0,3 6 1 0 0,-3-7-11 0 0,0 0 0 0 0,0 0 0 0 0,0 0 0 0 0,0 0 0 0 0,0 0 0 0 0,0 0 0 0 0,0-1 0 0 0,1 1 0 0 0,-1 0 0 0 0,0-1 0 0 0,0 1 0 0 0,1 0 0 0 0,-1-1 0 0 0,0 0 0 0 0,1 1 0 0 0,-1-1 0 0 0,0 0 0 0 0,1 0 0 0 0,-1 0 0 0 0,1 0 0 0 0,-1 0 0 0 0,0 0 0 0 0,1 0 0 0 0,-1 0 0 0 0,0 0 0 0 0,3-1 0 0 0,12-4-5799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32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65 177 1808 0 0,'14'-50'4665'0'0,"-4"19"2094"0"0,10-64 3759 0 0,-20 98-9548 0 0,-2 40 1768 0 0,-11 60 1 0 0,-1 4-1504 0 0,-29 210 150 0 0,15-138-2764 0 0,27-166 511 0 0,-5 31-2577 0 0,4-18-2617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32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278 153 1244 0 0,'33'-48'5626'0'0,"-13"22"2132"0"0,25-49 1672 0 0,-45 74-9409 0 0,0 1 0 0 0,0 0 0 0 0,0 0 0 0 0,-1-1 1 0 0,1 1-1 0 0,0 0 0 0 0,-1 0 0 0 0,1 0 0 0 0,0-1 1 0 0,0 1-1 0 0,-1 0 0 0 0,1 0 0 0 0,0 0 0 0 0,-1 0 1 0 0,1 0-1 0 0,0 0 0 0 0,-1 0 0 0 0,1 0 0 0 0,0 0 1 0 0,-1 0-1 0 0,1 0 0 0 0,0 0 0 0 0,-1 0 1 0 0,1 0-1 0 0,0 0 0 0 0,-1 0 0 0 0,1 0 0 0 0,0 0 1 0 0,0 0-1 0 0,-1 0 0 0 0,1 1 0 0 0,0-1 0 0 0,-1 0 1 0 0,-11 5 215 0 0,-212 131 809 0 0,147-86-1008 0 0,65-43-58 0 0,7-4 12 0 0,1-1 0 0 0,0 1 0 0 0,0 0 0 0 0,0 0 0 0 0,0 0 0 0 0,0 0 0 0 0,0 1 0 0 0,-3 5 0 0 0,6-8 10 0 0,1 0 0 0 0,0 0-1 0 0,0-1 0 0 0,0 1 1 0 0,1 0-1 0 0,-1 0 0 0 0,0-1 0 0 0,0 1 1 0 0,1 0-1 0 0,-1-1 0 0 0,0 1 1 0 0,1 0-1 0 0,-1-1 0 0 0,1 1 1 0 0,-1 0-1 0 0,1-1 0 0 0,-1 1 0 0 0,2 0 1 0 0,20 17 3 0 0,39 22 1 0 0,-44-29 33 0 0,0 0 1 0 0,19 16-1 0 0,1 7 341 0 0,1-2 0 0 0,2-2 1 0 0,58 34-1 0 0,-88-59-324 0 0,0-1 0 0 0,1 1 0 0 0,-1-2 0 0 0,1 1 0 0 0,0-1 1 0 0,-1-1-1 0 0,1 0 0 0 0,1-1 0 0 0,-1 0 0 0 0,21-1 0 0 0,-23 0-373 0 0,0-2 0 0 0,-1 1 1 0 0,1-1-1 0 0,-1-1 0 0 0,0 0 0 0 0,1 0 0 0 0,-1 0 0 0 0,-1-1 0 0 0,1 0 0 0 0,0-1 1 0 0,-1 1-1 0 0,0-1 0 0 0,0-1 0 0 0,8-8 0 0 0,-13 12 22 0 0,29-30-4841 0 0,-14 8-2340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6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380 123 1736 0 0,'10'-13'4751'0'0,"-9"11"-4333"0"0,1-1-1 0 0,-1 0 1 0 0,0 0 0 0 0,0 0-1 0 0,-1 1 1 0 0,1-1 0 0 0,0 0-1 0 0,-1 0 1 0 0,0 0-1 0 0,0 0 1 0 0,0 0 0 0 0,0 0-1 0 0,0 0 1 0 0,-1 0-1 0 0,1 0 1 0 0,-1 0 0 0 0,1 0-1 0 0,-1 0 1 0 0,-3-5 0 0 0,3 5-312 0 0,-1 0 1 0 0,0 0 0 0 0,0 1 0 0 0,-1-1 0 0 0,1 0-1 0 0,-1 1 1 0 0,1-1 0 0 0,-1 1 0 0 0,0 0 0 0 0,0 0-1 0 0,1 0 1 0 0,-2 0 0 0 0,1 1 0 0 0,0-1 0 0 0,0 1 0 0 0,0 0-1 0 0,-6-2 1 0 0,-2 1-77 0 0,0 0 0 0 0,-1 1 0 0 0,1 0 0 0 0,0 1 0 0 0,-1 0 0 0 0,1 0 0 0 0,-1 2 0 0 0,1-1 0 0 0,0 1 0 0 0,0 1 0 0 0,0 0 0 0 0,0 1 0 0 0,0 0 1 0 0,-18 9-1 0 0,16-6-28 0 0,1 1 0 0 0,-1 0 0 0 0,1 0 0 0 0,1 1 1 0 0,0 1-1 0 0,0 0 0 0 0,1 1 0 0 0,0 0 0 0 0,1 0 1 0 0,0 1-1 0 0,-7 13 0 0 0,13-22 1 0 0,2 0 0 0 0,-1 1 0 0 0,0-1 0 0 0,1 1 1 0 0,0 0-1 0 0,-1-1 0 0 0,1 1 0 0 0,1 0 0 0 0,-1 0 0 0 0,1-1 0 0 0,-1 1 1 0 0,1 0-1 0 0,0 0 0 0 0,0 0 0 0 0,1 0 0 0 0,-1-1 0 0 0,3 7 0 0 0,-2-7 4 0 0,0 0 0 0 0,1-1 0 0 0,-1 1 0 0 0,1-1 0 0 0,0 1 0 0 0,0-1 0 0 0,0 1 0 0 0,0-1 0 0 0,0 0 0 0 0,0 0 0 0 0,1 0 0 0 0,-1 0 0 0 0,1 0 0 0 0,-1-1 0 0 0,1 1 0 0 0,0-1 0 0 0,-1 0-1 0 0,1 0 1 0 0,0 0 0 0 0,0 0 0 0 0,6 1 0 0 0,3 0 48 0 0,0 0 0 0 0,0-1 0 0 0,0 0 0 0 0,0-1 0 0 0,0-1 0 0 0,0 0 0 0 0,0 0 0 0 0,0-1 0 0 0,-1-1 0 0 0,1 0 0 0 0,0 0 0 0 0,-1-2-1 0 0,0 1 1 0 0,19-11 0 0 0,4-6 1076 0 0,-2-1 0 0 0,0-2 0 0 0,32-30 0 0 0,-60 50-897 0 0,12-8 620 0 0,-16 12-845 0 0,1 0 0 0 0,-1 0 0 0 0,1-1 0 0 0,-1 1 0 0 0,1 0 0 0 0,0 0 0 0 0,-1 0 0 0 0,1 0 0 0 0,-1 0 0 0 0,1 0 0 0 0,-1 0 0 0 0,1 0 0 0 0,-1 0 0 0 0,1 0 0 0 0,0 0 0 0 0,-1 1 0 0 0,1-1 0 0 0,-1 0-1 0 0,1 0 1 0 0,-1 0 0 0 0,1 1 0 0 0,-1-1 0 0 0,1 0 0 0 0,0 1 0 0 0,-1 0-13 0 0,1 1 0 0 0,-1-1 0 0 0,1 1 1 0 0,-1-1-1 0 0,0 0 0 0 0,1 1 0 0 0,-1-1 0 0 0,0 1 0 0 0,0-1 0 0 0,0 1 0 0 0,0-1 0 0 0,0 1 0 0 0,-1-1 0 0 0,1 1 1 0 0,0-1-1 0 0,-1 3 0 0 0,0 0-8 0 0,-30 339-584 0 0,31-171-3641 0 0,17 0-5706 0 0,-10-124 3093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7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1580 0 0,'0'0'18030'0'0,"16"-4"-17569"0"0,185-54 170 0 0,-170 50-599 0 0,-11 2-1214 0 0,-12 3-2251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7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21 3044 0 0,'5'-20'18399'0'0,"-3"28"-15471"0"0,-4 36-3875 0 0,1-18 1567 0 0,-14 278-444 0 0,8-231-433 0 0,4-27-4767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38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61 2096 0 0,'8'-14'5361'0'0,"4"-15"1963"0"0,-11 29-7236 0 0,-1-1 0 0 0,0 1 0 0 0,0 0 0 0 0,1-1-1 0 0,-1 1 1 0 0,0-1 0 0 0,0 1 0 0 0,0-1 0 0 0,1 1 0 0 0,-1-1-1 0 0,0 1 1 0 0,0-1 0 0 0,0 1 0 0 0,0-1 0 0 0,0 1 0 0 0,0-1-1 0 0,0 1 1 0 0,0-1 0 0 0,0 1 0 0 0,0-1 0 0 0,0 1 0 0 0,-1-1-1 0 0,1 1 1 0 0,0-1 0 0 0,0 1 0 0 0,0-1 0 0 0,-1 1 0 0 0,1-1-1 0 0,0 1 1 0 0,0 0 0 0 0,-1-1 0 0 0,1 1 0 0 0,0 0 0 0 0,-1-1-1 0 0,1 1 1 0 0,-1 0 0 0 0,1-1 0 0 0,0 1 0 0 0,-1 0 0 0 0,0-1-1 0 0,-5 3-37 0 0,0 1 0 0 0,1 0-1 0 0,-1 0 1 0 0,1 0 0 0 0,-1 0 0 0 0,1 1-1 0 0,0 0 1 0 0,0 0 0 0 0,1 0-1 0 0,-1 1 1 0 0,-3 5 0 0 0,-5 4-33 0 0,1 1 0 0 0,-14 26 0 0 0,23-36-14 0 0,0 0-1 0 0,0 0 0 0 0,1 0 1 0 0,0 0-1 0 0,0 1 0 0 0,1-1 0 0 0,0 0 1 0 0,-1 1-1 0 0,2 0 0 0 0,-1-1 1 0 0,1 1-1 0 0,0 0 0 0 0,0-1 0 0 0,0 1 1 0 0,1 0-1 0 0,0-1 0 0 0,2 8 0 0 0,0-5 23 0 0,0 0-1 0 0,1 0 0 0 0,0 0 0 0 0,0-1 0 0 0,1 1 0 0 0,0-1 1 0 0,0 0-1 0 0,0-1 0 0 0,1 1 0 0 0,10 8 0 0 0,7 5 33 0 0,-1 2 1 0 0,32 39-1 0 0,-53-60-25 0 0,0 1-1 0 0,0 0 0 0 0,0-1 1 0 0,0 1-1 0 0,-1 0 0 0 0,1 0 1 0 0,0 0-1 0 0,-1 0 1 0 0,0-1-1 0 0,1 1 0 0 0,-1 0 1 0 0,0 0-1 0 0,0 0 1 0 0,0 0-1 0 0,0 0 0 0 0,0 0 1 0 0,0 0-1 0 0,-1 0 1 0 0,1 0-1 0 0,-1 0 0 0 0,1 0 1 0 0,-1 0-1 0 0,0-1 0 0 0,1 1 1 0 0,-2 2-1 0 0,-1 0 52 0 0,0 1 0 0 0,-1-1 0 0 0,1 0 0 0 0,-1 0 0 0 0,1 0 0 0 0,-1 0 0 0 0,-7 5 0 0 0,-7 2 223 0 0,1 0-1 0 0,-1-2 0 0 0,-35 14 1 0 0,26-12 336 0 0,24-9-544 0 0,0-1 1 0 0,0 0-1 0 0,0-1 1 0 0,0 1-1 0 0,0 0 1 0 0,0-1-1 0 0,0 0 1 0 0,0 0-1 0 0,-1 0 1 0 0,1 0-1 0 0,0 0 0 0 0,0 0 1 0 0,0-1-1 0 0,0 0 1 0 0,0 1-1 0 0,0-1 1 0 0,0 0-1 0 0,0-1 1 0 0,-2 0-1 0 0,4 0-82 0 0,0 1 0 0 0,0 0 0 0 0,1-1 0 0 0,-1 1 0 0 0,0 0 0 0 0,1-1 0 0 0,0 1 1 0 0,-1 0-1 0 0,1-1 0 0 0,0 1 0 0 0,0-1 0 0 0,0 1 0 0 0,-1-1 0 0 0,2 1 0 0 0,-1-1 0 0 0,0 1 0 0 0,0-1 0 0 0,0 1 0 0 0,1 0 0 0 0,-1-1 0 0 0,1 1 0 0 0,-1-1 0 0 0,2-1 0 0 0,14-31 73 0 0,8-2-12 0 0,57-64 0 0 0,-57 73-26 0 0,-1-1-1 0 0,-1-1 0 0 0,31-54 0 0 0,-49 75-46 0 0,-1 1 1 0 0,1-1-1 0 0,-2 0 0 0 0,1 0 0 0 0,-1 0 1 0 0,0 0-1 0 0,0-11 0 0 0,-2 17-91 0 0,1 0 1 0 0,-1 0-1 0 0,0 0 0 0 0,-1 0 1 0 0,1 0-1 0 0,0 0 0 0 0,-1 0 1 0 0,1 0-1 0 0,-1 0 0 0 0,1 0 1 0 0,-1 0-1 0 0,0 0 1 0 0,0 0-1 0 0,0 0 0 0 0,0 1 1 0 0,0-1-1 0 0,0 0 0 0 0,0 1 1 0 0,-1-1-1 0 0,1 1 0 0 0,-1-1 1 0 0,1 1-1 0 0,-1 0 0 0 0,0-1 1 0 0,1 1-1 0 0,-1 0 0 0 0,0 0 1 0 0,0 0-1 0 0,0 0 0 0 0,0 1 1 0 0,1-1-1 0 0,-1 0 0 0 0,0 1 1 0 0,-4-1-1 0 0,-7 0-876 0 0,-1 1-1 0 0,1 1 1 0 0,-1 0 0 0 0,1 0 0 0 0,-1 1-1 0 0,1 1 1 0 0,0 1 0 0 0,-14 4-1 0 0,8-2-400 0 0,-22 6-2788 0 0,-9 5-1910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57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74 4 0 0,'0'0'1433'0'0,"-12"-9"2588"0"0,-30-14 2616 0 0,41 22-6426 0 0,0 1 0 0 0,0-1 1 0 0,0 1-1 0 0,0 0 0 0 0,0-1 0 0 0,0 1 0 0 0,0 0 0 0 0,0-1 0 0 0,0 1 1 0 0,0 0-1 0 0,0 0 0 0 0,0 0 0 0 0,0 0 0 0 0,-6 0 2476 0 0,20 1-2367 0 0,407-21 885 0 0,-417 19-1039 0 0,16-3 235 0 0,-6-10-1209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57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96 1652 0 0,'-6'-12'4771'0'0,"-11"-27"1959"0"0,17 38-6128 0 0,-3-12 927 0 0,3 12-1489 0 0,1 0-1 0 0,-1-1 1 0 0,1 1-1 0 0,0-1 1 0 0,0 1-1 0 0,-1 0 1 0 0,1-1-1 0 0,0 1 1 0 0,0 0 0 0 0,0 0-1 0 0,1 0 1 0 0,-1 0-1 0 0,0 0 1 0 0,0 0-1 0 0,0 0 1 0 0,1 0-1 0 0,2-1 1 0 0,0 0-3 0 0,0 1 0 0 0,0 0 0 0 0,0 0 0 0 0,1 0 0 0 0,-1 0 0 0 0,7 0-1 0 0,3 1-16 0 0,-1 0-1 0 0,1 1 1 0 0,20 4-1 0 0,-26-4-17 0 0,-1 1-1 0 0,1 0 1 0 0,-1 1-1 0 0,1-1 1 0 0,-1 2 0 0 0,0-1-1 0 0,0 1 1 0 0,0 0-1 0 0,-1 0 1 0 0,1 1-1 0 0,-1 0 1 0 0,0 0 0 0 0,8 10-1 0 0,-11-12 6 0 0,-1 0 0 0 0,1 1 0 0 0,-1-1 0 0 0,0 1 0 0 0,0 0 1 0 0,0 0-1 0 0,0 0 0 0 0,-1 0 0 0 0,0 0 0 0 0,0 0 0 0 0,0 0 0 0 0,0 1 0 0 0,0-1 0 0 0,-1 0 0 0 0,0 1 0 0 0,0-1 0 0 0,0 0 0 0 0,-1 0 0 0 0,1 1 0 0 0,-1-1 0 0 0,0 0 0 0 0,0 0 0 0 0,0 0 0 0 0,-1 0 0 0 0,-3 8 1 0 0,-7 9 94 0 0,-1 0 0 0 0,0-1 0 0 0,-2-1 0 0 0,-28 31 0 0 0,-78 64 1082 0 0,72-71-682 0 0,8-1 43 0 0,40-40-423 0 0,1-1-115 0 0,1-1 0 0 0,-1 1 0 0 0,1 0 0 0 0,-1 0 0 0 0,1 0 0 0 0,-1-1 0 0 0,1 1 0 0 0,0 0 0 0 0,-1-1 0 0 0,1 1 0 0 0,0-1 0 0 0,0 1 0 0 0,-1-1 0 0 0,1 1 0 0 0,0-1 0 0 0,0 1 0 0 0,0-1 0 0 0,-1 0 0 0 0,1 0 0 0 0,0 1 0 0 0,0-1 0 0 0,0 0 0 0 0,0 0 0 0 0,0 0 0 0 0,0 0 0 0 0,0 0 0 0 0,0 0 0 0 0,0 0 0 0 0,1 0 0 0 0,57-3 22 0 0,1-2-1 0 0,59-13 0 0 0,-60 8 194 0 0,-56 10-146 0 0,25-3 131 0 0,-17 0-209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58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149 100 1100 0 0,'-2'-16'5371'0'0,"1"13"-4824"0"0,0 0 0 0 0,0 0 0 0 0,0 0 0 0 0,0 0 0 0 0,0 0 0 0 0,-1 1 0 0 0,1-1 0 0 0,-1 0 0 0 0,0 1 0 0 0,1-1 0 0 0,-2 1 0 0 0,1-1 0 0 0,0 1 0 0 0,0 0 0 0 0,-5-4 0 0 0,5 6 4 0 0,-13 2 490 0 0,12 0-928 0 0,0-1-1 0 0,0 1 1 0 0,0-1 0 0 0,0 1 0 0 0,0 0 0 0 0,0 0-1 0 0,1 0 1 0 0,-1 0 0 0 0,1 1 0 0 0,0-1-1 0 0,-1 1 1 0 0,1-1 0 0 0,0 1 0 0 0,1 0-1 0 0,-1 0 1 0 0,0 0 0 0 0,-1 5 0 0 0,-5 5 252 0 0,1-1-208 0 0,1 0 0 0 0,0 0 0 0 0,1 1 1 0 0,0 0-1 0 0,1 0 0 0 0,1 0 0 0 0,-4 24 1 0 0,5-28-120 0 0,2-1 0 0 0,-1 1 0 0 0,1 0 1 0 0,0 0-1 0 0,1-1 0 0 0,0 1 0 0 0,0 0 1 0 0,1-1-1 0 0,0 1 0 0 0,0-1 0 0 0,1 0 1 0 0,0 1-1 0 0,5 8 0 0 0,-5-14-24 0 0,0 1 0 0 0,0 0 0 0 0,0-1 0 0 0,1 0 0 0 0,-1 0 0 0 0,1 0 0 0 0,0 0 0 0 0,0-1 0 0 0,0 1 0 0 0,0-1 0 0 0,0 0 0 0 0,0 0 0 0 0,1 0 0 0 0,-1-1 0 0 0,0 0 0 0 0,1 1 0 0 0,0-2 0 0 0,-1 1 0 0 0,1 0 0 0 0,7-1 0 0 0,0 0 8 0 0,-1 0 1 0 0,1-1-1 0 0,-1-1 1 0 0,1 0-1 0 0,-1 0 1 0 0,0-1-1 0 0,15-5 1 0 0,-8-1 71 0 0,-1 0 0 0 0,0 0 0 0 0,0-2-1 0 0,-1 0 1 0 0,0-1 0 0 0,-1-1 0 0 0,0 0 0 0 0,-1-1 0 0 0,-1 0 0 0 0,0-1 0 0 0,-1-1 0 0 0,0 0 0 0 0,-2 0 0 0 0,11-21 0 0 0,-19 33-69 0 0,-1 1-1 0 0,1-1 1 0 0,-1 1 0 0 0,0-1-1 0 0,0 0 1 0 0,-1 0-1 0 0,1 1 1 0 0,-1-1 0 0 0,1 0-1 0 0,-1 0 1 0 0,0 0-1 0 0,-1 0 1 0 0,1 0 0 0 0,-1 1-1 0 0,1-1 1 0 0,-1 0 0 0 0,0 0-1 0 0,-2-3 1 0 0,0 2-7 0 0,1 1 0 0 0,-1-1 0 0 0,0 1 1 0 0,-1 0-1 0 0,1 0 0 0 0,-1 0 0 0 0,1 1 0 0 0,-1-1 1 0 0,0 1-1 0 0,-1 0 0 0 0,1 0 0 0 0,-5-2 0 0 0,-4-2-129 0 0,0 1 0 0 0,0 1 0 0 0,0 0 0 0 0,-1 1 0 0 0,1 1 0 0 0,-1 0 0 0 0,0 1 0 0 0,-29-2 0 0 0,36 5-517 0 0,0-1 0 0 0,-1 1 0 0 0,1 0 0 0 0,0 1 0 0 0,-13 4-1 0 0,-11 9-9597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9:59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106 105 1600 0 0,'0'0'2968'0'0,"-3"0"-1725"0"0,-43 0 10100 0 0,54-7-10983 0 0,-2 4-335 0 0,1 0 1 0 0,0 0 0 0 0,0 1 0 0 0,0-1 0 0 0,14-1-1 0 0,4-1-23 0 0,83-20 33 0 0,155-15 0 0 0,-228 36-49 0 0,60-2-6 0 0,-92 6-34 0 0,-1 1 81 0 0,1 0-1 0 0,0 0 0 0 0,-1 1 0 0 0,1-1 1 0 0,0 1-1 0 0,-1 0 0 0 0,0 0 0 0 0,1 0 0 0 0,-1 0 0 0 0,0 0 0 0 0,0 0 1 0 0,0 1-1 0 0,0-1 0 0 0,0 0 0 0 0,-1 1 0 0 0,1 0 0 0 0,-1-1 1 0 0,0 1-1 0 0,3 6 0 0 0,2 10 511 0 0,9 34 0 0 0,-11-37-335 0 0,77 402 3157 0 0,-70-353-2865 0 0,163 1207 7103 0 0,-152-654-6574 0 0,-51 0-181 0 0,-4 280-842 0 0,31-826 0 0 0,-9 228 0 0 0,9-275 0 0 0,-1 13 0 0 0,2-25 0 0 0,-1-3 0 0 0,-1 2 0 0 0,-2-2 0 0 0,5-9 0 0 0,-1 0 0 0 0,1 0 0 0 0,-1 0 0 0 0,1 0 0 0 0,-1 0 0 0 0,0-1 0 0 0,1 1 0 0 0,-1 0 0 0 0,0 0 0 0 0,0-1 0 0 0,1 1 0 0 0,-1 0 0 0 0,0-1 0 0 0,0 1 0 0 0,0-1 0 0 0,0 1 0 0 0,0-1 0 0 0,0 0 0 0 0,0 1 0 0 0,-2-1 0 0 0,0 1 0 0 0,-26 16 0 0 0,-1-1 0 0 0,-1-1 0 0 0,-42 13 0 0 0,13-5 0 0 0,9-4-899 0 0,-1-2 0 0 0,0-3 1 0 0,-76 12-1 0 0,38-15-4289 0 0,-115 0 1 0 0,113-12-11206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36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1 700 0 0,'0'0'6473'0'0,"7"10"-8401"0"0,-6-2 449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36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0 508 0 0,'0'0'7416'0'0,"3"4"-6798"0"0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36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1 756 0 0,'0'0'3784'0'0,"0"10"-4656"0"0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42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94 133 976 0 0,'-13'-4'2696'0'0,"0"0"-1"0"0,1 0 0 0 0,0-2 1 0 0,0 1-1 0 0,-16-11 1 0 0,26 14-2190 0 0,1-7 268 0 0,1 8-739 0 0,0 0-1 0 0,0 0 1 0 0,-1 0 0 0 0,1 0-1 0 0,0 0 1 0 0,0 0 0 0 0,0 0-1 0 0,0 0 1 0 0,1 0 0 0 0,-1 0-1 0 0,0 0 1 0 0,0 0 0 0 0,1 0-1 0 0,-1 0 1 0 0,0 0 0 0 0,1 0-1 0 0,-1 0 1 0 0,1 0 0 0 0,0-1-1 0 0,3-2 0 0 0,-1 0 0 0 0,1 0 0 0 0,0 0 0 0 0,0 1 0 0 0,1 0 0 0 0,-1-1 0 0 0,1 1 0 0 0,-1 1 0 0 0,1-1 0 0 0,0 1 0 0 0,0 0 0 0 0,8-3-1 0 0,6 0-21 0 0,0 0 0 0 0,21-1-1 0 0,-27 5-14 0 0,-1 0-1 0 0,0 1 1 0 0,1 0-1 0 0,-1 1 0 0 0,1 1 1 0 0,-1 0-1 0 0,17 5 0 0 0,-23-6 3 0 0,0 1-1 0 0,-1 0 0 0 0,1 0 0 0 0,-1 0 1 0 0,1 1-1 0 0,-1 0 0 0 0,0 0 1 0 0,0 0-1 0 0,0 1 0 0 0,-1-1 0 0 0,1 1 1 0 0,-1 0-1 0 0,0 0 0 0 0,0 1 1 0 0,-1-1-1 0 0,1 1 0 0 0,4 8 0 0 0,-6-7 7 0 0,-1-1-1 0 0,0 0 0 0 0,0 0 0 0 0,0 1 1 0 0,-1-1-1 0 0,1 1 0 0 0,-1-1 0 0 0,-1 0 1 0 0,1 1-1 0 0,-1-1 0 0 0,0 1 0 0 0,0-1 1 0 0,0 0-1 0 0,-1 0 0 0 0,0 0 0 0 0,0 0 1 0 0,-5 9-1 0 0,-5 7 23 0 0,-1 0 0 0 0,-24 30 0 0 0,33-46-25 0 0,-19 22 393 0 0,-1-2-1 0 0,-48 40 1 0 0,70-63-148 0 0,-5 5 768 0 0,17-11-997 0 0,0-1-1 0 0,1 1 1 0 0,-1 1 0 0 0,1 0-1 0 0,-1 0 1 0 0,1 1 0 0 0,0 1-1 0 0,0 0 1 0 0,0 0-1 0 0,0 1 1 0 0,0 0 0 0 0,0 1-1 0 0,0 0 1 0 0,13 4 0 0 0,-1 0-16 0 0,0 1 0 0 0,-1 1 1 0 0,0 1-1 0 0,0 1 0 0 0,36 20 1 0 0,-50-24 25 0 0,1 0 0 0 0,-2 0 1 0 0,1 1-1 0 0,-1 0 0 0 0,0 1 1 0 0,0-1-1 0 0,0 1 0 0 0,-1 1 1 0 0,10 14-1 0 0,-14-17 53 0 0,0 0-1 0 0,0-1 1 0 0,0 1-1 0 0,0 0 1 0 0,-1 0 0 0 0,1 1-1 0 0,-1-1 1 0 0,-1 0 0 0 0,1 0-1 0 0,-1 0 1 0 0,0 1 0 0 0,0-1-1 0 0,0 0 1 0 0,-1 0 0 0 0,0 1-1 0 0,0-1 1 0 0,0 0 0 0 0,0 0-1 0 0,-4 7 1 0 0,-1 1 111 0 0,0 0 0 0 0,-1-1 0 0 0,-1 0 0 0 0,0 0 0 0 0,0-1 0 0 0,-1 0 0 0 0,-1-1 0 0 0,0 1 0 0 0,0-2 0 0 0,-1 0 0 0 0,0 0 0 0 0,-1-1 0 0 0,-17 10 0 0 0,15-11-110 0 0,1 0 1 0 0,-2-1-1 0 0,1 0 1 0 0,-1-2-1 0 0,0 1 1 0 0,0-2-1 0 0,0 0 1 0 0,0-1-1 0 0,0 0 1 0 0,-1-2-1 0 0,1 1 1 0 0,-19-3-1 0 0,4-4-388 0 0,1 0 1 0 0,-38-13-1 0 0,22 5-5344 0 0,23 10-3994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2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42 1036 0 0,'20'-10'4251'0'0,"16"-2"9326"0"0,-41 8-12994 0 0,-8-6-132 0 0,1 7-405 0 0,0 2 0 0 0,0 0 0 0 0,0 0 0 0 0,-22 2 0 0 0,-3 1-46 0 0,33-2-8 0 0,0 0-1 0 0,0 1 1 0 0,0-1 0 0 0,0 1 0 0 0,0 0 0 0 0,1 1-1 0 0,-1-1 1 0 0,0 0 0 0 0,0 1 0 0 0,1 0-1 0 0,-1 0 1 0 0,1 0 0 0 0,0 0 0 0 0,-1 1 0 0 0,1 0-1 0 0,0-1 1 0 0,1 1 0 0 0,-1 0 0 0 0,0 0-1 0 0,1 0 1 0 0,-1 1 0 0 0,1-1 0 0 0,0 0 0 0 0,0 1-1 0 0,1 0 1 0 0,-2 4 0 0 0,-4 10-3 0 0,1 0-1 0 0,1 1 1 0 0,1 0 0 0 0,-2 21-1 0 0,3-27-7 0 0,-3 51 20 0 0,3 0-1 0 0,6 94 0 0 0,0-85-29 0 0,14 289-55 0 0,11 177 8 0 0,13 196 10 0 0,-30-577 61 0 0,13 224-19 0 0,6 68 95 0 0,3-88-57 0 0,-5-85 17 0 0,-20-188-20 0 0,6 122 119 0 0,-9-182-21 0 0,0-7 53 0 0,-4-21-145 0 0,1 0 1 0 0,-1 0 0 0 0,1-1-1 0 0,0 1 1 0 0,-1 0 0 0 0,1-1-1 0 0,0 1 1 0 0,-1-1 0 0 0,1 0-1 0 0,0 1 1 0 0,0-1 0 0 0,-1 0-1 0 0,4 0 1 0 0,34-2-396 0 0,1-1 1 0 0,42-9-1 0 0,82-24-3345 0 0,-123 26 2576 0 0,75-21-5122 0 0,-58 13 623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24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1656 0 0,'18'-12'18978'0'0,"-9"92"-18779"0"0,2 108 322 0 0,-2-7-5167 0 0,-2-136-2404 0 0,-3-25-204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24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62 288 0 0,'1'-27'13085'0'0,"-1"27"-13036"0"0,-6 14 418 0 0,-6 21-480 0 0,10-26 45 0 0,-24 112 215 0 0,23-104-235 0 0,1 0 0 0 0,1 1 0 0 0,1-1 0 0 0,0 1 0 0 0,3 17 0 0 0,-2-30 35 0 0,-1-1 0 0 0,1 1 0 0 0,0-1 0 0 0,1 0 0 0 0,-1 1 1 0 0,1-1-1 0 0,0 0 0 0 0,0 0 0 0 0,0 0 0 0 0,0 0 0 0 0,1-1 0 0 0,0 1 0 0 0,-1-1 0 0 0,1 1 0 0 0,1-1 0 0 0,-1 0 0 0 0,4 3 0 0 0,-2-3 64 0 0,-1-1-1 0 0,1 1 1 0 0,0-1-1 0 0,0 0 1 0 0,0-1-1 0 0,0 1 1 0 0,0-1-1 0 0,0 0 1 0 0,0 0 0 0 0,0-1-1 0 0,0 1 1 0 0,0-1-1 0 0,6-1 1 0 0,0 0 95 0 0,1-1 0 0 0,-1 0-1 0 0,0-1 1 0 0,0 0 0 0 0,-1 0 0 0 0,1-1 0 0 0,-1-1 0 0 0,1 0-1 0 0,-1 0 1 0 0,-1-1 0 0 0,1 0 0 0 0,15-15 0 0 0,-16 13-40 0 0,-1-1 1 0 0,0-1-1 0 0,-1 1 0 0 0,0-1 1 0 0,0 0-1 0 0,-1-1 0 0 0,-1 0 1 0 0,0 0-1 0 0,0 0 1 0 0,-1 0-1 0 0,-1-1 0 0 0,1 0 1 0 0,-2 0-1 0 0,2-17 1 0 0,-3 21-125 0 0,-1 1 0 0 0,0 0 1 0 0,0-1-1 0 0,-1 1 0 0 0,0 0 1 0 0,0 0-1 0 0,-1 0 1 0 0,0 0-1 0 0,0 0 0 0 0,0 0 1 0 0,-1 0-1 0 0,0 0 0 0 0,-1 1 1 0 0,1 0-1 0 0,-1-1 1 0 0,0 1-1 0 0,-1 1 0 0 0,0-1 1 0 0,1 1-1 0 0,-2 0 1 0 0,1 0-1 0 0,-1 0 0 0 0,1 1 1 0 0,-1-1-1 0 0,-8-3 0 0 0,8 5-215 0 0,0 0 0 0 0,-1 1 0 0 0,1-1 0 0 0,-1 1 0 0 0,0 0 0 0 0,0 1-1 0 0,1 0 1 0 0,-1 0 0 0 0,0 0 0 0 0,0 1 0 0 0,0 0 0 0 0,0 0 0 0 0,0 1-1 0 0,0 0 1 0 0,0 0 0 0 0,0 1 0 0 0,0 0 0 0 0,-6 2 0 0 0,5 0-1046 0 0,-1-1 1 0 0,1 1-1 0 0,1 1 1 0 0,-1 0-1 0 0,0 0 1 0 0,1 0-1 0 0,0 1 1 0 0,-9 10-1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2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51 792 0 0,'-17'-37'12409'0'0,"11"27"-8934"0"0,5 10-3452 0 0,1-1 1 0 0,0 1-1 0 0,0 0 1 0 0,0 0 0 0 0,0-1-1 0 0,-1 1 1 0 0,1 0-1 0 0,0 0 1 0 0,0 0 0 0 0,0 0-1 0 0,-1-1 1 0 0,1 1-1 0 0,0 0 1 0 0,0 0 0 0 0,-1 0-1 0 0,1 0 1 0 0,0 0 0 0 0,0 0-1 0 0,-1 0 1 0 0,1 0-1 0 0,0 0 1 0 0,0-1 0 0 0,-1 1-1 0 0,1 0 1 0 0,0 0-1 0 0,-1 0 1 0 0,1 1 0 0 0,0-1-1 0 0,0 0 1 0 0,-1 0-1 0 0,1 0 1 0 0,0 0 0 0 0,0 0-1 0 0,-1 0 1 0 0,1 0 0 0 0,0 0-1 0 0,0 0 1 0 0,-1 1-1 0 0,1-1 1 0 0,0 0 0 0 0,0 0-1 0 0,0 0 1 0 0,-1 1-1 0 0,1-1 1 0 0,-10 18 334 0 0,-3 28-314 0 0,12-41 26 0 0,-11 54 23 0 0,2 1 0 0 0,3 0 0 0 0,1 85 0 0 0,5-134-83 0 0,2 0-1 0 0,0-1 0 0 0,0 1 0 0 0,1 0 0 0 0,0-1 1 0 0,0 1-1 0 0,2-1 0 0 0,-1 0 0 0 0,1 0 0 0 0,7 13 0 0 0,-8-18 25 0 0,0-1-1 0 0,1 1 0 0 0,-1-1 1 0 0,1 0-1 0 0,0 0 0 0 0,0 0 1 0 0,0 0-1 0 0,1-1 0 0 0,-1 0 1 0 0,1 0-1 0 0,0 0 0 0 0,0 0 1 0 0,0-1-1 0 0,0 0 0 0 0,0 0 1 0 0,0 0-1 0 0,1-1 0 0 0,-1 1 0 0 0,1-1 1 0 0,-1 0-1 0 0,9-1 0 0 0,-4 0 26 0 0,0 0-1 0 0,0-1 1 0 0,0 0-1 0 0,-1-1 1 0 0,1 0-1 0 0,0-1 0 0 0,-1 0 1 0 0,0-1-1 0 0,1 1 1 0 0,-1-2-1 0 0,-1 1 0 0 0,1-1 1 0 0,-1-1-1 0 0,0 1 1 0 0,0-1-1 0 0,0-1 0 0 0,-1 0 1 0 0,0 0-1 0 0,7-9 1 0 0,-4 4 6 0 0,-1-1 1 0 0,0 0-1 0 0,-1 0 1 0 0,0-1-1 0 0,-1 0 1 0 0,-1 0 0 0 0,0-1-1 0 0,-1 0 1 0 0,-1 0-1 0 0,0 0 1 0 0,2-24-1 0 0,-4 26 10 0 0,-2-1-1 0 0,0 0 1 0 0,0 0-1 0 0,-1 1 1 0 0,-1-1-1 0 0,-1 1 1 0 0,1-1-1 0 0,-9-21 1 0 0,8 27-114 0 0,-1 1 0 0 0,1 0 1 0 0,-1 0-1 0 0,0 0 0 0 0,-1 0 0 0 0,0 0 1 0 0,0 1-1 0 0,0 0 0 0 0,-1 0 1 0 0,0 1-1 0 0,0-1 0 0 0,0 1 1 0 0,-1 1-1 0 0,0-1 0 0 0,1 1 1 0 0,-10-4-1 0 0,5 4-415 0 0,1 0 1 0 0,0 0-1 0 0,-1 1 1 0 0,0 1-1 0 0,0 0 0 0 0,1 1 1 0 0,-22-1-1 0 0,10 3-1983 0 0,0 1 0 0 0,1 1 0 0 0,-23 6 0 0 0,15-2-3166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2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1368 0 0,'2'-34'18032'0'0,"-3"37"-18026"0"0,1 0-1 0 0,-1 0 1 0 0,1 0-1 0 0,0 0 1 0 0,0 0-1 0 0,0 1 1 0 0,1-1-1 0 0,-1 0 1 0 0,2 3-1 0 0,0 11 19 0 0,-6 239-300 0 0,2-128-2850 0 0,1-1-5031 0 0,1-89 2641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27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38 156 296 0 0,'-18'-32'9426'0'0,"-1"-4"-1381"0"0,19 36-8040 0 0,0 0 1 0 0,0 0-1 0 0,0 0 0 0 0,1 0 0 0 0,-1 0 1 0 0,0 0-1 0 0,0 0 0 0 0,0 0 1 0 0,0 0-1 0 0,0 0 0 0 0,0 0 1 0 0,0 0-1 0 0,0-1 0 0 0,0 1 0 0 0,1 0 1 0 0,-1 0-1 0 0,0 0 0 0 0,0 0 1 0 0,0 0-1 0 0,0 0 0 0 0,0 0 0 0 0,0-1 1 0 0,0 1-1 0 0,0 0 0 0 0,0 0 1 0 0,0 0-1 0 0,0 0 0 0 0,0 0 1 0 0,0 0-1 0 0,0 0 0 0 0,0-1 0 0 0,0 1 1 0 0,0 0-1 0 0,0 0 0 0 0,0 0 1 0 0,0 0-1 0 0,0 0 0 0 0,0 0 1 0 0,0-1-1 0 0,0 1 0 0 0,0 0 0 0 0,0 0 1 0 0,0 0-1 0 0,-1 0 0 0 0,1 0 1 0 0,0 0-1 0 0,0 0 0 0 0,0 0 0 0 0,0 0 1 0 0,0-1-1 0 0,0 1 0 0 0,0 0 1 0 0,0 0-1 0 0,0 0 0 0 0,-1 0 1 0 0,1 0-1 0 0,0 0 0 0 0,0 0 0 0 0,0 0 1 0 0,0 0-1 0 0,0 0 0 0 0,0 0 1 0 0,0 0-1 0 0,-1 0 0 0 0,1 0 1 0 0,14-7 77 0 0,126-16 269 0 0,52-11 140 0 0,-122 22-104 0 0,-68 12-342 0 0,15-2 62 0 0,-9 1-110 0 0,-6 1-137 0 0,13-4-2036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27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63 2892 0 0,'-2'-25'10398'0'0,"-4"-13"-1079"0"0,12 386-8807 0 0,5-199-6437 0 0,-3-102-2578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28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91 720 0 0,'1'-13'4096'0'0,"-1"-1"0"0"0,-1-20 939 0 0,0 22-1814 0 0,1 11-3053 0 0,0 0 0 0 0,0 0 1 0 0,-1 0-1 0 0,1 0 0 0 0,0 0 0 0 0,-1 0 0 0 0,1 1 0 0 0,-1-1 0 0 0,1 0 0 0 0,-1 0 0 0 0,1 0 0 0 0,-1 0 1 0 0,0 1-1 0 0,1-1 0 0 0,-1 0 0 0 0,0 1 0 0 0,1-1 0 0 0,-1 0 0 0 0,0 1 0 0 0,-2-2 0 0 0,2 2-140 0 0,-1 1-1 0 0,1-1 0 0 0,-1 0 0 0 0,1 0 1 0 0,-1 1-1 0 0,1-1 0 0 0,0 1 1 0 0,-1-1-1 0 0,1 1 0 0 0,-1 0 0 0 0,1 0 1 0 0,0-1-1 0 0,0 1 0 0 0,-1 0 0 0 0,1 0 1 0 0,0 0-1 0 0,-1 2 0 0 0,-8 6-13 0 0,1 1 0 0 0,0 0-1 0 0,1 0 1 0 0,0 1-1 0 0,0 0 1 0 0,-9 20 0 0 0,4-3-31 0 0,-18 54 0 0 0,26-67 12 0 0,2 1 0 0 0,0 0 0 0 0,0-1 0 0 0,2 1 0 0 0,0 0 0 0 0,1 0 0 0 0,3 30 0 0 0,-2-33 26 0 0,2 0 0 0 0,0-1 0 0 0,0 1 1 0 0,1-1-1 0 0,1 1 0 0 0,0-1 0 0 0,0-1 1 0 0,1 1-1 0 0,15 21 0 0 0,-17-29-4 0 0,0 1-1 0 0,1-1 0 0 0,-1 0 0 0 0,1 0 0 0 0,-1 0 1 0 0,1 0-1 0 0,0-1 0 0 0,1 0 0 0 0,-1 0 0 0 0,0 0 1 0 0,1-1-1 0 0,10 4 0 0 0,-7-4 12 0 0,0 0-1 0 0,0-1 1 0 0,0 0-1 0 0,1 0 1 0 0,-1-1-1 0 0,0 0 1 0 0,0-1-1 0 0,10-1 1 0 0,-8 0 15 0 0,0-1 0 0 0,-1 1 0 0 0,1-2 1 0 0,-1 1-1 0 0,0-1 0 0 0,0-1 1 0 0,0 0-1 0 0,-1 0 0 0 0,1-1 0 0 0,-1 0 1 0 0,-1-1-1 0 0,1 0 0 0 0,-1 0 0 0 0,12-15 1 0 0,-11 10-9 0 0,0-1 1 0 0,-1 1-1 0 0,-1-1 0 0 0,0-1 1 0 0,-1 1-1 0 0,0-1 1 0 0,-1 0-1 0 0,-1-1 1 0 0,0 1-1 0 0,-1-1 0 0 0,-1 1 1 0 0,0-1-1 0 0,-1 0 1 0 0,0 0-1 0 0,-2 0 1 0 0,1 0-1 0 0,-2 0 1 0 0,0 0-1 0 0,-1 1 0 0 0,-5-18 1 0 0,6 25-77 0 0,-1 1 0 0 0,0-1 0 0 0,0 1 0 0 0,0 0 0 0 0,-1 0 0 0 0,0 1 0 0 0,0-1 0 0 0,0 1 0 0 0,-1 0 0 0 0,0 0 0 0 0,0 0 0 0 0,-7-4 0 0 0,8 6-155 0 0,0 0 0 0 0,-1 0 0 0 0,1 1 0 0 0,-1 0 1 0 0,0 0-1 0 0,0 0 0 0 0,0 1 0 0 0,0-1 0 0 0,0 1 1 0 0,0 1-1 0 0,0-1 0 0 0,0 1 0 0 0,-1-1 0 0 0,1 1 1 0 0,0 1-1 0 0,-10 1 0 0 0,-7 4-2110 0 0,0 0-1 0 0,0 2 1 0 0,-37 18 0 0 0,50-21 1027 0 0,-36 16-5226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30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65 24 0 0,'-2'-24'5661'0'0,"2"9"-2562"0"0,0 13-3092 0 0,-3-22 5421 0 0,-1 34-5753 0 0,1 1 395 0 0,1 1 0 0 0,1-1 0 0 0,0 1 0 0 0,1 17 0 0 0,0-17-41 0 0,0 54-50 0 0,5 159-1143 0 0,11-102-5345 0 0,-8-81 2334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4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51 128 0 0,'-14'-1'10892'0'0,"3"-3"-6489"0"0,18 0-2906 0 0,30-7-2166 0 0,-22 7 1064 0 0,12-2-1173 0 0,32-4 1 0 0,-2 0-2915 0 0,-36 10-1044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42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57 1172 0 0,'-48'37'12749'0'0,"52"-37"-12530"0"0,16-4-170 0 0,1 0 1 0 0,-1-1-1 0 0,37-16 0 0 0,1 1-1254 0 0,52-9-4834 0 0,-69 19 1350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48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60 448 0 0,'10'-8'6561'0'0,"-2"-2"-4112"0"0,-6 8-1738 0 0,1-1 0 0 0,-1 0 0 0 0,0 1 0 0 0,0-1 1 0 0,0 0-1 0 0,3-7 1618 0 0,-6 7-1907 0 0,-2-3 264 0 0,-2 4-575 0 0,3 1-86 0 0,-1 0 1 0 0,1 1 0 0 0,-1-1 0 0 0,1 0 0 0 0,-1 1 0 0 0,1 0 0 0 0,-1-1 0 0 0,1 1 0 0 0,-1 0 0 0 0,0 1 0 0 0,1-1-1 0 0,-1 0 1 0 0,-4 2 0 0 0,-18 1 41 0 0,21-3-65 0 0,1 0-1 0 0,0 1 1 0 0,0-1 0 0 0,0 1-1 0 0,1 0 1 0 0,-1 0 0 0 0,0 0-1 0 0,0 0 1 0 0,1 0 0 0 0,-4 2-1 0 0,2-1-3 0 0,0 0-1 0 0,0 1 1 0 0,1-1 0 0 0,-1 1-1 0 0,1 0 1 0 0,-1 0-1 0 0,1 0 1 0 0,0 1-1 0 0,0-1 1 0 0,1 1-1 0 0,-1-1 1 0 0,1 1 0 0 0,-1 0-1 0 0,-1 6 1 0 0,-4 7 21 0 0,2 1 1 0 0,-5 20 0 0 0,9-32-18 0 0,-2 8 14 0 0,1 0 0 0 0,-2 24 0 0 0,3 52 21 0 0,2-46 24 0 0,0-42-46 0 0,1-1-55 0 0,-1 0 0 0 0,1 1 0 0 0,-1-1 0 0 0,0 0 0 0 0,1 0-1 0 0,-1 1 1 0 0,0-1 0 0 0,0 0 0 0 0,0 0 0 0 0,0 1 0 0 0,0-1-1 0 0,-1 3 1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0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9 152 0 0,'-6'-9'12760'0'0,"-42"16"-8753"0"0,15-1-2644 0 0,25-4-1096 0 0,0-1 0 0 0,-1 1 0 0 0,1 0 0 0 0,0 1 1 0 0,-10 4-1 0 0,-20 7 273 0 0,32-13-472 0 0,0 1 1 0 0,0 0-1 0 0,0 0 0 0 0,0 1 0 0 0,0 0 0 0 0,-5 3 0 0 0,-8 5 103 0 0,12-8-143 0 0,0 0 0 0 0,1 1 1 0 0,0 0-1 0 0,0 0 0 0 0,0 1 0 0 0,1-1 0 0 0,-1 1 0 0 0,1 1 0 0 0,0-1 0 0 0,-5 8 0 0 0,0 2 90 0 0,1 0-1 0 0,-14 30 0 0 0,11-14 79 0 0,0-1 0 0 0,2 2 1 0 0,1-1-1 0 0,2 1 0 0 0,1 0 0 0 0,1 1 0 0 0,0 53 0 0 0,5-64-117 0 0,1 0-1 0 0,2 0 0 0 0,0 1 0 0 0,1-2 0 0 0,9 29 1 0 0,-9-38 56 0 0,1 0 1 0 0,0 0 0 0 0,1 0 0 0 0,0 0 0 0 0,1-1 0 0 0,0 0-1 0 0,1 0 1 0 0,0-1 0 0 0,19 19 0 0 0,-21-25-70 0 0,0 1-1 0 0,0-1 1 0 0,1 0 0 0 0,0 0-1 0 0,-1-1 1 0 0,1 0 0 0 0,1 0-1 0 0,-1-1 1 0 0,0 0 0 0 0,1 0-1 0 0,-1 0 1 0 0,15 0 0 0 0,6-1 6 0 0,0-1 0 0 0,33-5 0 0 0,-31 2-37 0 0,60-10 6 0 0,-87 13-34 0 0,0-1-11 0 0,8-1-6 0 0,21-3 1018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20 180 0 0,'20'-20'11248'0'0,"-20"20"-11170"0"0,0 0 0 0 0,1 0 0 0 0,-1 0 0 0 0,0 0 0 0 0,0 0 0 0 0,1 0 1 0 0,-1 0-1 0 0,0 0 0 0 0,0 0 0 0 0,1 0 0 0 0,-1 0 0 0 0,0 0 0 0 0,0 0 0 0 0,1 0 1 0 0,-1 1-1 0 0,0-1 0 0 0,0 0 0 0 0,1 0 0 0 0,-1 0 0 0 0,0 0 0 0 0,0 0 0 0 0,0 0 1 0 0,1 1-1 0 0,-1-1 78 0 0,0 0-78 0 0,0 0 0 0 0,0 0 0 0 0,1 1 1 0 0,-1-1-1 0 0,0 0 0 0 0,0 0 0 0 0,0 1 0 0 0,0-1 0 0 0,0 0 0 0 0,0 0 0 0 0,0 0 1 0 0,0 1-1 0 0,8 18 1155 0 0,1 21-287 0 0,1 30 240 0 0,3 124-1 0 0,-20 70-701 0 0,5-204-386 0 0,1 54-735 0 0,2-66-5771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2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4 221 1652 0 0,'-2'-9'1261'0'0,"1"-1"0"0"0,1 1 0 0 0,0-1-1 0 0,0 0 1 0 0,1 1 0 0 0,0-1 0 0 0,5-17 0 0 0,-4 21-1069 0 0,0 0-1 0 0,1 0 1 0 0,0 0 0 0 0,0 0 0 0 0,1 1-1 0 0,-1-1 1 0 0,1 1 0 0 0,0 0 0 0 0,1 0 0 0 0,-1 1-1 0 0,1-1 1 0 0,9-5 0 0 0,-4 3-71 0 0,1 0 0 0 0,0 1 0 0 0,0 1 1 0 0,1 0-1 0 0,-1 0 0 0 0,1 1 0 0 0,0 1 0 0 0,1 0 0 0 0,-1 1 1 0 0,0 0-1 0 0,1 1 0 0 0,-1 0 0 0 0,1 1 0 0 0,0 0 1 0 0,-1 1-1 0 0,1 0 0 0 0,-1 1 0 0 0,18 6 0 0 0,-24-7-88 0 0,0 2 0 0 0,0-1 0 0 0,-1 0 0 0 0,1 1 0 0 0,-1 0 0 0 0,1 1 0 0 0,-1-1 0 0 0,0 1-1 0 0,-1 0 1 0 0,1 0 0 0 0,-1 0 0 0 0,6 7 0 0 0,-8-7-23 0 0,1-1 0 0 0,-1 1-1 0 0,0 0 1 0 0,0 0 0 0 0,-1 0 0 0 0,1 0 0 0 0,-1 0-1 0 0,0 1 1 0 0,0-1 0 0 0,0 0 0 0 0,0 1 0 0 0,-1-1-1 0 0,0 0 1 0 0,0 1 0 0 0,0-1 0 0 0,0 0 0 0 0,-1 1-1 0 0,-1 4 1 0 0,-3 12 1 0 0,-2 1-1 0 0,-1-2 0 0 0,0 1 1 0 0,-2-1-1 0 0,0-1 0 0 0,-1 0 1 0 0,-1 0-1 0 0,-17 20 1 0 0,11-17 2 0 0,-1-1 1 0 0,0-1-1 0 0,-2-1 1 0 0,0-1 0 0 0,-1-1-1 0 0,-27 17 1 0 0,39-30 280 0 0,0 1 0 0 0,-1-1 0 0 0,0 0 0 0 0,0-1 0 0 0,0-1 0 0 0,-17 3 0 0 0,26-5-82 0 0,-17-1 601 0 0,18 1-797 0 0,1-1 0 0 0,-1 1-1 0 0,1 0 1 0 0,-1-1 0 0 0,1 1 0 0 0,0 0 0 0 0,-1-1 0 0 0,1 1-1 0 0,-1-1 1 0 0,1 1 0 0 0,0-1 0 0 0,-1 1 0 0 0,1-1 0 0 0,0 1 0 0 0,0-1-1 0 0,-1 1 1 0 0,1-1 0 0 0,0 1 0 0 0,0-1 0 0 0,0 1 0 0 0,0-2-1 0 0,0 2-9 0 0,0-1-1 0 0,0 1 1 0 0,0-1-1 0 0,0 1 1 0 0,1 0-1 0 0,-1-1 1 0 0,0 1-1 0 0,0 0 1 0 0,1-1-1 0 0,-1 1 1 0 0,0-1-1 0 0,0 1 1 0 0,1 0-1 0 0,-1 0 1 0 0,1-1-1 0 0,-1 1 1 0 0,0 0-1 0 0,1 0 1 0 0,-1-1-1 0 0,1 1 1 0 0,-1 0-1 0 0,0 0 1 0 0,1 0-1 0 0,-1 0 1 0 0,1-1-1 0 0,-1 1 1 0 0,1 0-1 0 0,-1 0 1 0 0,0 0-1 0 0,1 0 1 0 0,-1 0-1 0 0,1 0 1 0 0,-1 0-1 0 0,1 0 0 0 0,-1 1 1 0 0,1-1-1 0 0,-1 0 1 0 0,1 0-1 0 0,0 1 1 0 0,8 0 60 0 0,1 2 0 0 0,-1-1 0 0 0,1 1 0 0 0,-1 1 0 0 0,0 0 0 0 0,0 0 0 0 0,0 1 0 0 0,14 10 0 0 0,64 54 194 0 0,-76-59-254 0 0,23 22 85 0 0,32 39 0 0 0,18 18-2041 0 0,-70-76-407 0 0,34 24-1 0 0,-41-33 796 0 0,0-1 0 0 0,0 1 0 0 0,1-1 0 0 0,13 3 0 0 0,-3-1-3589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2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343 131 2344 0 0,'-1'-8'937'0'0,"0"0"0"0"0,-1 1 0 0 0,0-1-1 0 0,-1 0 1 0 0,1 1 0 0 0,-2 0 0 0 0,1-1 0 0 0,-1 1-1 0 0,0 1 1 0 0,0-1 0 0 0,-1 1 0 0 0,-6-8 0 0 0,9 11-777 0 0,-2 1-1 0 0,1-1 1 0 0,0 0 0 0 0,0 1 0 0 0,-1 0 0 0 0,1 0 0 0 0,-1 0 0 0 0,0 0-1 0 0,0 0 1 0 0,1 1 0 0 0,-1 0 0 0 0,0 0 0 0 0,0 0 0 0 0,-1 0 0 0 0,1 0-1 0 0,0 1 1 0 0,0 0 0 0 0,0 0 0 0 0,0 0 0 0 0,0 0 0 0 0,0 1 0 0 0,0 0-1 0 0,0-1 1 0 0,0 1 0 0 0,-5 2 0 0 0,-2 2-87 0 0,0 0 0 0 0,0 1 1 0 0,1 0-1 0 0,0 0 0 0 0,0 1 0 0 0,1 1 0 0 0,-1-1 1 0 0,2 2-1 0 0,-1-1 0 0 0,1 1 0 0 0,0 0 1 0 0,-7 12-1 0 0,7-8-38 0 0,0-1 1 0 0,0 1-1 0 0,1 1 1 0 0,1-1-1 0 0,0 1 1 0 0,1 1-1 0 0,1-1 1 0 0,0 0-1 0 0,-3 21 1 0 0,7-30-29 0 0,-1 0 1 0 0,1 0 0 0 0,0 1-1 0 0,0-1 1 0 0,1 0-1 0 0,0 1 1 0 0,0-1 0 0 0,0 0-1 0 0,0 0 1 0 0,1 0-1 0 0,0 0 1 0 0,0 0 0 0 0,0 0-1 0 0,1 0 1 0 0,-1-1-1 0 0,1 1 1 0 0,0-1 0 0 0,1 0-1 0 0,-1 1 1 0 0,1-2-1 0 0,-1 1 1 0 0,1 0-1 0 0,1-1 1 0 0,-1 0 0 0 0,0 0-1 0 0,1 0 1 0 0,-1 0-1 0 0,1-1 1 0 0,0 1 0 0 0,0-1-1 0 0,0-1 1 0 0,0 1-1 0 0,0-1 1 0 0,0 0 0 0 0,8 1-1 0 0,-7-1-67 0 0,0-1-1 0 0,0 0 0 0 0,0 0 1 0 0,1 0-1 0 0,-1-1 1 0 0,0 0-1 0 0,0 0 0 0 0,0-1 1 0 0,0 0-1 0 0,0 0 1 0 0,-1 0-1 0 0,1 0 0 0 0,-1-1 1 0 0,1 0-1 0 0,-1 0 1 0 0,0-1-1 0 0,0 1 0 0 0,0-1 1 0 0,6-6-1 0 0,-4 2-5 0 0,-1-1-1 0 0,0 1 1 0 0,0-1-1 0 0,0 0 1 0 0,-1 0-1 0 0,-1 0 1 0 0,0-1-1 0 0,0 0 1 0 0,0 1-1 0 0,3-20 1 0 0,13-77 120 0 0,-18 98-7 0 0,1 8 214 0 0,0 10 319 0 0,-2-3-572 0 0,3 5 127 0 0,-1 1-1 0 0,-1 0 1 0 0,2 14 0 0 0,2 19-30 0 0,-3-34-385 0 0,1 1 1 0 0,0-1-1 0 0,1 0 1 0 0,0 0-1 0 0,0 0 1 0 0,11 15-1 0 0,-12-21-367 0 0,1-1 1 0 0,-1 1-1 0 0,1-1 0 0 0,0 0 0 0 0,9 6 0 0 0,-10-8-249 0 0,1 0-1 0 0,0 0 1 0 0,0 0-1 0 0,0-1 1 0 0,0 1-1 0 0,0-2 0 0 0,10 4 1 0 0,-1-2-3600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3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2120 0 0,'2'-11'2354'0'0,"-1"3"-328"0"0,0 0-1 0 0,1 0 1 0 0,5-14-1 0 0,-7 21-1898 0 0,1 1 0 0 0,0-1 0 0 0,-1 0 0 0 0,1 1-1 0 0,0-1 1 0 0,-1 0 0 0 0,1 1 0 0 0,0-1 0 0 0,0 1-1 0 0,-1-1 1 0 0,1 1 0 0 0,0 0 0 0 0,0-1 0 0 0,0 1-1 0 0,0 0 1 0 0,0-1 0 0 0,-1 1 0 0 0,1 0 0 0 0,0 0-1 0 0,0 0 1 0 0,0 0 0 0 0,0 0 0 0 0,0 0 0 0 0,0 0-1 0 0,0 0 1 0 0,0 0 0 0 0,0 0 0 0 0,-1 1-1 0 0,1-1 1 0 0,0 0 0 0 0,0 1 0 0 0,0-1 0 0 0,0 1-1 0 0,1 0 1 0 0,4 6 103 0 0,1 0 0 0 0,-1 0-1 0 0,-1 0 1 0 0,0 1-1 0 0,0 0 1 0 0,0 0 0 0 0,-1 0-1 0 0,0 1 1 0 0,0-1 0 0 0,-1 1-1 0 0,-1 0 1 0 0,1 0 0 0 0,-1 0-1 0 0,-1 0 1 0 0,1 16 0 0 0,-1-8-152 0 0,-1 1 0 0 0,-1-1 0 0 0,0 0 0 0 0,-1 0 0 0 0,-1 0 0 0 0,-1 0 0 0 0,-11 31 0 0 0,15-46-46 0 0,-2-4-151 0 0,2 2 117 0 0,-1 0 1 0 0,1-1-1 0 0,0 1 1 0 0,0 0-1 0 0,0 0 1 0 0,-1 0-1 0 0,1 0 0 0 0,0 0 1 0 0,0 0-1 0 0,0 0 1 0 0,0 0-1 0 0,-1-1 1 0 0,1 1-1 0 0,0 0 1 0 0,0 0-1 0 0,0 0 1 0 0,0 0-1 0 0,0-1 0 0 0,0 1 1 0 0,-1 0-1 0 0,1 0 1 0 0,0 0-1 0 0,0-1 1 0 0,0 1-1 0 0,0 0 1 0 0,0 0-1 0 0,0 0 0 0 0,0-1 1 0 0,0 1-1 0 0,0 0 1 0 0,0 0-1 0 0,0 0 1 0 0,0-1-1 0 0,0 1 1 0 0,0 0-1 0 0,0 0 1 0 0,0 0-1 0 0,0-1 0 0 0,0 1 1 0 0,2-18-44 0 0,-1 0 1 0 0,2 0-1 0 0,0 1 0 0 0,2-1 1 0 0,0 1-1 0 0,0 0 0 0 0,2 0 1 0 0,9-18-1 0 0,-7 18 43 0 0,0-1 0 0 0,2 1 0 0 0,0 1-1 0 0,1 0 1 0 0,1 0 0 0 0,0 1 0 0 0,20-17 0 0 0,-27 27 33 0 0,1 0 0 0 0,0 0 0 0 0,0 1 0 0 0,0 0 1 0 0,1 0-1 0 0,-1 0 0 0 0,1 1 0 0 0,0 0 1 0 0,0 1-1 0 0,1 0 0 0 0,-1 0 0 0 0,0 1 0 0 0,0 0 1 0 0,1 0-1 0 0,13 1 0 0 0,-16 1 12 0 0,0 0 1 0 0,0 0-1 0 0,-1 0 1 0 0,1 1-1 0 0,-1 0 1 0 0,1 0-1 0 0,-1 0 1 0 0,1 0-1 0 0,-1 1 0 0 0,0 0 1 0 0,-1 0-1 0 0,1 1 1 0 0,0-1-1 0 0,-1 1 1 0 0,0 0-1 0 0,0 0 1 0 0,0 1-1 0 0,0-1 0 0 0,-1 1 1 0 0,1 0-1 0 0,-1 0 1 0 0,0 0-1 0 0,3 8 1 0 0,-3-2 7 0 0,1 0 0 0 0,-2 0 0 0 0,1 1 0 0 0,-2-1 0 0 0,1 1 0 0 0,-2-1 1 0 0,1 1-1 0 0,-2-1 0 0 0,-1 15 0 0 0,1-8-671 0 0,0 0 1 0 0,4 31-1 0 0,-3-47 376 0 0,0 1-1 0 0,1-1 1 0 0,-1 0-1 0 0,1 0 0 0 0,-1 1 1 0 0,1-1-1 0 0,0 0 1 0 0,0 0-1 0 0,0 0 0 0 0,0 0 1 0 0,1 0-1 0 0,-1 0 1 0 0,1 0-1 0 0,-1 0 1 0 0,1-1-1 0 0,-1 1 0 0 0,1 0 1 0 0,0-1-1 0 0,0 1 1 0 0,0-1-1 0 0,2 1 1 0 0,-1 0-561 0 0,0-1 0 0 0,0 0 0 0 0,1 0 0 0 0,-1 0 0 0 0,1 0 0 0 0,-1-1 0 0 0,0 1 0 0 0,7-1 0 0 0,9 0-5105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3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150 273 2560 0 0,'2'-7'1468'0'0,"24"-53"15022"0"0,-26 66-13700 0 0,-1 20-1675 0 0,-2-1 0 0 0,-1 0 0 0 0,-12 45 0 0 0,3-19-498 0 0,-15 64 11 0 0,-67 177 1 0 0,95-292-632 0 0,0 1-1 0 0,-1 0 1 0 0,1-1 0 0 0,0 1 0 0 0,0-1-1 0 0,0 1 1 0 0,-1-1 0 0 0,1 1-1 0 0,0 0 1 0 0,-1-1 0 0 0,1 1-1 0 0,-1-1 1 0 0,1 1 0 0 0,-1-1 0 0 0,1 0-1 0 0,0 1 1 0 0,-1-1 0 0 0,0 1-1 0 0,0-1 1 0 0,-4-6-155 0 0,1-21-256 0 0,6-22-144 0 0,1 1 0 0 0,3 0 0 0 0,22-85 0 0 0,-4 50 215 0 0,43-99 0 0 0,-11 61 142 0 0,-48 106 204 0 0,2-1 1 0 0,-1 2-1 0 0,2-1 0 0 0,0 1 0 0 0,18-17 0 0 0,-27 29 17 0 0,0 0 0 0 0,0 0 0 0 0,1 0 0 0 0,-1 0-1 0 0,1 0 1 0 0,-1 0 0 0 0,1 1 0 0 0,-1 0-1 0 0,1-1 1 0 0,0 1 0 0 0,0 0 0 0 0,0 0 0 0 0,0 0-1 0 0,0 1 1 0 0,0-1 0 0 0,0 1 0 0 0,0 0 0 0 0,0-1-1 0 0,0 1 1 0 0,0 1 0 0 0,0-1 0 0 0,0 0 0 0 0,4 2-1 0 0,-4-1 39 0 0,1 1 0 0 0,-1 0 0 0 0,0 0 0 0 0,1 0 0 0 0,-1 0 0 0 0,0 1 0 0 0,0 0 0 0 0,0-1 0 0 0,-1 1-1 0 0,1 0 1 0 0,-1 0 0 0 0,1 0 0 0 0,-1 1 0 0 0,0-1 0 0 0,0 0 0 0 0,0 1 0 0 0,1 4 0 0 0,7 18 362 0 0,-1 0 0 0 0,-2 1 1 0 0,0 0-1 0 0,-2 0 0 0 0,4 55 1 0 0,-7-14 35 0 0,-10 84-1 0 0,1-65-200 0 0,6 107-1 0 0,1-190-238 0 0,0-1 0 0 0,0 1 0 0 0,1 0 0 0 0,-1 0 0 0 0,1 0 0 0 0,0 0 1 0 0,0 0-1 0 0,1-1 0 0 0,-1 1 0 0 0,1 0 0 0 0,0-1 0 0 0,0 1 0 0 0,3 4 0 0 0,6-2-20 0 0,-6-5-162 0 0,0 0 1 0 0,0 0-1 0 0,1-1 1 0 0,-1 1-1 0 0,0-1 1 0 0,1-1-1 0 0,-1 1 1 0 0,0-1-1 0 0,0 0 1 0 0,1 0-1 0 0,-1 0 1 0 0,0-1-1 0 0,0 0 1 0 0,0 0-1 0 0,-1 0 1 0 0,1 0-1 0 0,7-6 1 0 0,7-4-1853 0 0,-1-1-1 0 0,29-26 1 0 0,-38 31 527 0 0,-1-1-1 0 0,0 0 0 0 0,9-12 0 0 0,3-14-6151 0 0,-13 18 1106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4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60 452 0 0,'-70'7'7798'0'0,"-28"1"3608"0"0,95-8-10595 0 0,0 0-201 0 0,-6-2 184 0 0,10-1-258 0 0,16-5-58 0 0,31-3-656 0 0,69-10-3273 0 0,9-2-6551 0 0,-88 16 3152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4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29 492 0 0,'-10'0'26360'0'0,"20"-4"-26352"0"0,-1 0-1 0 0,1 1 1 0 0,-1 0 0 0 0,1 1 0 0 0,18-3 0 0 0,50-3-6057 0 0,-77 8 5806 0 0,38 1-11590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4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2 2644 0 0,'-11'7'2960'0'0,"0"0"0"0"0,-20 16-1 0 0,-8 6 5665 0 0,39-29-8552 0 0,0 0-1 0 0,0 0 1 0 0,-1 0 0 0 0,1 0-1 0 0,0 0 1 0 0,-1 1 214 0 0,1-1-214 0 0,0 0-1 0 0,0 1 1 0 0,0-1 0 0 0,0 0-1 0 0,0 0 1 0 0,-1 0-1 0 0,1 1 1 0 0,0-1 0 0 0,0 0-1 0 0,0 0 1 0 0,0 0-1 0 0,0 1 1 0 0,0-1 0 0 0,0 0-1 0 0,0 0 1 0 0,0 0-1 0 0,0 1 1 0 0,0-1 0 0 0,0 0-1 0 0,0 0 1 0 0,0 1-1 0 0,0-1 1 0 0,0 0 0 0 0,0 0-1 0 0,0 0 1 0 0,0 1-1 0 0,0-1 1 0 0,1 0 0 0 0,-1 0-1 0 0,0 0 1 0 0,0 1-1 0 0,1-1 216 0 0,-1 0-216 0 0,0 1 1 0 0,0-1 0 0 0,0 0-1 0 0,0 0 1 0 0,1 0-1 0 0,-1 0 1 0 0,1 1 40 0 0,0 0 0 0 0,0-1 1 0 0,0 1-1 0 0,0-1 0 0 0,0 0 1 0 0,0 1-1 0 0,0-1 0 0 0,0 0 0 0 0,0 1 1 0 0,0-1-1 0 0,1 0 0 0 0,-1 0 0 0 0,1 0 1 0 0,190-28 1748 0 0,-47 4-4832 0 0,-113 20 1443 0 0,46-6-3645 0 0,-27 1-2380 0 0,-20 3-193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31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73 104 1776 0 0,'-56'-46'11585'0'0,"54"45"-11095"0"0,-12-13 1342 0 0,34 9-1732 0 0,1 0 0 0 0,40-1 1 0 0,-43 4-110 0 0,155-18 872 0 0,-170 19-749 0 0,13-3 1665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5:58:31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20 103 2004 0 0,'-15'-36'12003'0'0,"14"35"-11878"0"0,1 0-1 0 0,-1 0 1 0 0,1 0-1 0 0,-1 0 1 0 0,1-1-1 0 0,0 1 1 0 0,-1 0-1 0 0,1 0 1 0 0,0-1-1 0 0,0 1 1 0 0,0 0-1 0 0,0 0 1 0 0,0-1-1 0 0,0 1 1 0 0,0 0-1 0 0,0 0 1 0 0,0 0-1 0 0,1-1 1 0 0,-1 1-1 0 0,1 0 1 0 0,-1 0-1 0 0,1 0 1 0 0,-1 0-1 0 0,2-2 1 0 0,-1 1-64 0 0,1 0-1 0 0,0 0 1 0 0,0 0 0 0 0,0 1-1 0 0,0-1 1 0 0,0 1 0 0 0,1-1-1 0 0,-1 1 1 0 0,0 0 0 0 0,5-2-1 0 0,4-1-89 0 0,0 1 0 0 0,1 0 0 0 0,22-3 0 0 0,-26 6 31 0 0,1-1 0 0 0,0 2 0 0 0,-1-1-1 0 0,1 1 1 0 0,0 0 0 0 0,-1 1 0 0 0,1 0 0 0 0,-1 0 0 0 0,0 1-1 0 0,0 0 1 0 0,0 1 0 0 0,13 7 0 0 0,-18-9 3 0 0,0 0 0 0 0,0 0-1 0 0,0 0 1 0 0,0 0 0 0 0,0 1 0 0 0,0-1 0 0 0,-1 1-1 0 0,1 0 1 0 0,-1 0 0 0 0,0 0 0 0 0,0 0 0 0 0,0 0-1 0 0,0 0 1 0 0,0 0 0 0 0,-1 1 0 0 0,1-1 0 0 0,-1 1-1 0 0,0-1 1 0 0,0 1 0 0 0,-1 0 0 0 0,1-1-1 0 0,-1 1 1 0 0,1 0 0 0 0,-1 0 0 0 0,0-1 0 0 0,-1 1-1 0 0,1 0 1 0 0,-1-1 0 0 0,1 1 0 0 0,-3 6 0 0 0,-3 4 29 0 0,0 0 0 0 0,-1 0 1 0 0,0-1-1 0 0,-2 1 1 0 0,1-2-1 0 0,-1 1 1 0 0,-22 21-1 0 0,30-33 3 0 0,0 0 0 0 0,-1 0 0 0 0,1 0-1 0 0,0 0 1 0 0,0 0 0 0 0,0 1 0 0 0,1-1 0 0 0,-1 0 0 0 0,0 0 0 0 0,0 1 0 0 0,1-1-1 0 0,-1 0 1 0 0,1 1 0 0 0,-1-1 0 0 0,1 1 0 0 0,-1-1 0 0 0,1 0 0 0 0,0 1 0 0 0,0-1-1 0 0,0 1 1 0 0,0-1 0 0 0,0 4 0 0 0,1-4-20 0 0,11 0-12 0 0,1 1 0 0 0,-1 0 0 0 0,0 1-1 0 0,1 0 1 0 0,-1 1 0 0 0,-1 1 0 0 0,1 0 0 0 0,-1 0 0 0 0,14 9 0 0 0,-23-12 3 0 0,2 0 21 0 0,0 0 1 0 0,0 1-1 0 0,-1-1 1 0 0,1 1 0 0 0,-1 0-1 0 0,1 0 1 0 0,-1 0-1 0 0,0 1 1 0 0,0-1-1 0 0,-1 1 1 0 0,1 0 0 0 0,2 5-1 0 0,-5-8-7 0 0,1 0 0 0 0,-1 1 0 0 0,0-1 0 0 0,0 0-1 0 0,0 0 1 0 0,0 0 0 0 0,0 0 0 0 0,-1 0 0 0 0,1 0 0 0 0,0 0 0 0 0,0 0-1 0 0,-1 0 1 0 0,1 0 0 0 0,-1 0 0 0 0,1 0 0 0 0,-1 0 0 0 0,1 0 0 0 0,-1 0-1 0 0,1 0 1 0 0,-2 1 0 0 0,-15 16 392 0 0,9-12-267 0 0,0-1-1 0 0,-1 0 1 0 0,1 0 0 0 0,-1-1 0 0 0,0 0 0 0 0,0-1-1 0 0,0 0 1 0 0,-12 2 0 0 0,-75 10 565 0 0,88-14-667 0 0,-10 0-220 0 0,-1-1 0 0 0,-26-3 0 0 0,38 2-299 0 0,4 1-394 0 0,0 0-231 0 0,-3 0 1250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7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0 828 0 0,'0'0'2580'0'0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7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0 268 0 0,'4'14'6592'0'0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59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6 134 716 0 0,'0'0'1658'0'0,"-2"-25"5805"0"0,1 23-7058 0 0,0 0 0 0 0,1 0-1 0 0,-1-1 1 0 0,1 1 0 0 0,-1 0 0 0 0,1 0 0 0 0,0-1-1 0 0,0 1 1 0 0,0 0 0 0 0,0 0 0 0 0,1 0 0 0 0,-1-1-1 0 0,1 1 1 0 0,-1 0 0 0 0,1 0 0 0 0,0 0 0 0 0,0 0-1 0 0,1-3 1 0 0,0 2-331 0 0,0 0 1 0 0,1 0-1 0 0,0 0 0 0 0,-1 0 0 0 0,1 1 0 0 0,0-1 0 0 0,0 1 1 0 0,0 0-1 0 0,0-1 0 0 0,1 2 0 0 0,3-3 0 0 0,5-2-15 0 0,1 1-1 0 0,0 0 0 0 0,-1 1 0 0 0,2 1 0 0 0,-1 0 1 0 0,0 1-1 0 0,25-2 0 0 0,-28 4-51 0 0,0 0-1 0 0,0 1 1 0 0,0 0-1 0 0,0 0 1 0 0,0 1-1 0 0,0 0 1 0 0,-1 1 0 0 0,1 0-1 0 0,0 1 1 0 0,16 9-1 0 0,-23-11-5 0 0,0-1-1 0 0,0 2 0 0 0,0-1 0 0 0,0 0 1 0 0,-1 0-1 0 0,1 1 0 0 0,-1 0 0 0 0,0-1 1 0 0,0 1-1 0 0,0 0 0 0 0,0 0 0 0 0,0 0 1 0 0,0 0-1 0 0,-1 0 0 0 0,0 1 0 0 0,2 4 1 0 0,-2-2-3 0 0,0 0 1 0 0,0-1 0 0 0,-1 1 0 0 0,0 0 0 0 0,0 0-1 0 0,0 0 1 0 0,-1 0 0 0 0,0 0 0 0 0,-2 5-1 0 0,-3 10 19 0 0,-1 0 1 0 0,-2-1-1 0 0,0 0 0 0 0,-12 19 0 0 0,21-39-16 0 0,-26 41 1783 0 0,40-45-1706 0 0,-12 2-66 0 0,1 1 1 0 0,-1 0-1 0 0,1 0 0 0 0,-1 1 0 0 0,1-1 0 0 0,-1 0 0 0 0,6 0 1 0 0,2 2 7 0 0,0 0 0 0 0,0 1 1 0 0,0 0-1 0 0,0 0 0 0 0,0 1 1 0 0,-1 1-1 0 0,1-1 1 0 0,-1 2-1 0 0,0-1 0 0 0,0 1 1 0 0,9 7-1 0 0,0 0 174 0 0,-2 1 0 0 0,0 0 0 0 0,0 2 0 0 0,21 25 0 0 0,-33-35-70 0 0,0 1 0 0 0,0-1 0 0 0,0 1 0 0 0,-1 1 0 0 0,0-1 0 0 0,0 0 0 0 0,-1 1 0 0 0,1-1 0 0 0,-1 1-1 0 0,-1 0 1 0 0,1-1 0 0 0,-1 1 0 0 0,0 0 0 0 0,-1 0 0 0 0,0 0 0 0 0,0 0 0 0 0,0 0 0 0 0,-1 0 0 0 0,0 0-1 0 0,-1 0 1 0 0,1-1 0 0 0,-1 1 0 0 0,0 0 0 0 0,-1-1 0 0 0,0 1 0 0 0,0-1 0 0 0,-5 7 0 0 0,1-1 103 0 0,0-1 1 0 0,-1 0 0 0 0,-1-1-1 0 0,0 1 1 0 0,0-2 0 0 0,-1 1-1 0 0,0-2 1 0 0,-1 1 0 0 0,0-1-1 0 0,0-1 1 0 0,0 0 0 0 0,-1 0-1 0 0,-16 5 1 0 0,12-6-98 0 0,1-2 0 0 0,-1 0-1 0 0,0-1 1 0 0,0-1 0 0 0,0 0 0 0 0,-31-2 0 0 0,33 0-136 0 0,1-1 1 0 0,0-1 0 0 0,0 0 0 0 0,0-1 0 0 0,0-1 0 0 0,1 0-1 0 0,-1 0 1 0 0,-23-13 0 0 0,33 15-286 0 0,-1 0 0 0 0,0 0 0 0 0,1-1 0 0 0,-1 0-1 0 0,1 0 1 0 0,0 0 0 0 0,0 0 0 0 0,0 0 0 0 0,0-1 0 0 0,1 1 0 0 0,-1-1-1 0 0,1 1 1 0 0,0-1 0 0 0,0 0 0 0 0,-2-7 0 0 0,3 6-814 0 0,-1-1 0 0 0,2 0 0 0 0,-1 0 0 0 0,1 0 0 0 0,0 0 0 0 0,0 1 0 0 0,0-1 0 0 0,1 0 0 0 0,0 0 0 0 0,0 0 0 0 0,4-8 0 0 0,7-23-8301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45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1 124 360 0 0,'0'-16'14431'0'0,"15"33"-13266"0"0,0 1-1 0 0,18 30 1 0 0,-18-25-701 0 0,28 33 0 0 0,-25-37-258 0 0,1 0 0 0 0,1 0-1 0 0,26 17 1 0 0,-37-29-166 0 0,1-1 1 0 0,0 0-1 0 0,0-1 0 0 0,1 0 0 0 0,0-1 0 0 0,0 0 1 0 0,0-1-1 0 0,0 0 0 0 0,0-1 0 0 0,17 2 1 0 0,-8-3-13 0 0,-1-1 1 0 0,1-1-1 0 0,-1-1 1 0 0,1-1-1 0 0,20-6 1 0 0,-15 1-17 0 0,0-2 0 0 0,-1 0 1 0 0,-1-2-1 0 0,38-24 0 0 0,33-17-18 0 0,-57 36 4 0 0,76-24 1 0 0,-93 35 7 0 0,1 2 0 0 0,1 0 0 0 0,-1 2 0 0 0,0 0 0 0 0,34 2 0 0 0,-39 1 19 0 0,0 1-1 0 0,0 1 1 0 0,0 0 0 0 0,0 1 0 0 0,0 1-1 0 0,-1 1 1 0 0,0 0 0 0 0,0 0 0 0 0,0 2-1 0 0,-1 0 1 0 0,0 1 0 0 0,0 0 0 0 0,-1 1-1 0 0,-1 0 1 0 0,21 22 0 0 0,52 74 236 0 0,-66-81-221 0 0,-18-23-33 0 0,9 8 1239 0 0,-9-10-1185 0 0,-1 0 0 0 0,0 1 1 0 0,0-1-1 0 0,1 0 0 0 0,-1 0 1 0 0,0 0-1 0 0,1 1 0 0 0,-1-1 1 0 0,0 0-1 0 0,1 0 0 0 0,-1 0 1 0 0,0 0-1 0 0,1 0 1 0 0,-1 1-1 0 0,0-1 0 0 0,1 0 1 0 0,-1 0-1 0 0,0 0 0 0 0,1 0 1 0 0,-1 0-1 0 0,1 0 0 0 0,-1 0 1 0 0,0 0-1 0 0,1-1 0 0 0,-1 1 1 0 0,0 0-1 0 0,1 0 0 0 0,-1 0 1 0 0,0 0-1 0 0,1 0 0 0 0,-1-1 1 0 0,0 1-1 0 0,1 0 1 0 0,-1 0-1 0 0,0 0 0 0 0,0-1 1 0 0,1 1-1 0 0,-1 0 0 0 0,0 0 1 0 0,0-1-1 0 0,1 1 0 0 0,-1-1 1 0 0,4-11-22 0 0,1 0 0 0 0,1 0 1 0 0,-1 1-1 0 0,2 0 0 0 0,0 0 1 0 0,0 1-1 0 0,1-1 0 0 0,0 1 1 0 0,1 1-1 0 0,11-10 0 0 0,-6 7-32 0 0,1 0 0 0 0,1 2 0 0 0,0 0-1 0 0,1 0 1 0 0,0 2 0 0 0,22-9-1 0 0,-1 5-21 0 0,0 1 0 0 0,1 2-1 0 0,0 2 1 0 0,0 2 0 0 0,1 1-1 0 0,41 1 1 0 0,-41 5 4 0 0,0 1-1 0 0,56 11 1 0 0,76 27 8 0 0,3 1 44 0 0,-102-26-53 0 0,-25-5 23 0 0,52 4 1 0 0,-73-12 33 0 0,0-2 0 0 0,0-1-1 0 0,0-1 1 0 0,1-2 0 0 0,45-9 0 0 0,-57 8 64 0 0,0-1-1 0 0,0-1 0 0 0,-1 0 1 0 0,0-1-1 0 0,0-1 1 0 0,0 0-1 0 0,-1-1 0 0 0,0-1 1 0 0,-1 0-1 0 0,19-18 0 0 0,-22 19 92 0 0,0-1-1 0 0,-1 0 0 0 0,0-1 0 0 0,0 0 1 0 0,-1 0-1 0 0,-1-1 0 0 0,0 0 0 0 0,0 0 0 0 0,8-25 1 0 0,-12 30-124 0 0,-1 1 0 0 0,-1-1 0 0 0,1 1 0 0 0,-1-1 0 0 0,-1 0 0 0 0,1 0 0 0 0,-1 1-1 0 0,0-1 1 0 0,0 0 0 0 0,-2-8 0 0 0,1 13-95 0 0,0-1-24 0 0,1 3 16 0 0,0 0 0 0 0,0 0-1 0 0,0-1 1 0 0,0 1 0 0 0,0 0-1 0 0,0 0 1 0 0,-1-1-1 0 0,1 1 1 0 0,0 0 0 0 0,0 0-1 0 0,0-1 1 0 0,0 1 0 0 0,0 0-1 0 0,0 0 1 0 0,0-1-1 0 0,0 1 1 0 0,-1 0 0 0 0,1 0-1 0 0,0 0 1 0 0,0 0-1 0 0,0-1 1 0 0,-1 1 0 0 0,1 0-1 0 0,0 0 1 0 0,0 0 0 0 0,0 0-1 0 0,-1-1 1 0 0,1 1-1 0 0,0 0 1 0 0,-2 0-361 0 0,0 0-1 0 0,0-1 1 0 0,0 1 0 0 0,0 0-1 0 0,0 0 1 0 0,0 1 0 0 0,1-1 0 0 0,-1 0-1 0 0,0 1 1 0 0,0-1 0 0 0,0 1-1 0 0,0-1 1 0 0,1 1 0 0 0,-1 0-1 0 0,-2 1 1 0 0,-27 19-7366 0 0,20-13 3537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46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9 872 0 0,'0'0'2376'0'0,"6"-9"-4148"0"0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46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7 688 0 0,'0'0'1872'0'0,"12"-3"-1700"0"0,0-1-1632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0:47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1140 0 0,'0'0'4256'0'0,"15"-2"-1071"0"0,-3 0-2737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03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0 460 1728 0 0,'0'0'1438'0'0,"2"-38"11877"0"0,-1 43-11817 0 0,3 28-385 0 0,3-10-902 0 0,0 0-1 0 0,2 0 0 0 0,1 0 0 0 0,1-2 0 0 0,0 1 1 0 0,2-1-1 0 0,0-1 0 0 0,2 0 0 0 0,0-1 0 0 0,1-1 1 0 0,1 0-1 0 0,0-1 0 0 0,2-1 0 0 0,0-1 0 0 0,0 0 1 0 0,2-1-1 0 0,22 11 0 0 0,-2-6-155 0 0,1-2 1 0 0,0-2-1 0 0,1-2 0 0 0,1-1 0 0 0,0-3 1 0 0,1-1-1 0 0,54 2 0 0 0,30-5-25 0 0,159-16 0 0 0,322-82 12 0 0,-384 49-17 0 0,200-23-63 0 0,-313 55 98 0 0,205 5 0 0 0,-93 27-31 0 0,-193-14-23 0 0,-1 0 0 0 0,1 2 0 0 0,-1 2 0 0 0,57 25 0 0 0,-83-33-6 0 0,5 4 3 0 0,1 0-1 0 0,-1 0 1 0 0,-1 1-1 0 0,17 14 1 0 0,4 4 80 0 0,-29-24-62 0 0,7 7 672 0 0,-7-8-635 0 0,-1 0-1 0 0,1 0 0 0 0,-1 0 1 0 0,1 0-1 0 0,-1 0 1 0 0,0 0-1 0 0,1 0 0 0 0,-1 0 1 0 0,1 0-1 0 0,-1 0 1 0 0,1-1-1 0 0,-1 1 1 0 0,0 0-1 0 0,1 0 0 0 0,-1 0 1 0 0,1-1-1 0 0,-1 1 1 0 0,0 0-1 0 0,1 0 0 0 0,-1-1 1 0 0,0 1-1 0 0,1 0 1 0 0,-1-1-1 0 0,0 1 0 0 0,0 0 1 0 0,1-1-1 0 0,-1 1 1 0 0,0 0-1 0 0,0-1 0 0 0,0 1 1 0 0,1-1-1 0 0,-1 1 1 0 0,0-1-1 0 0,0 0 0 0 0,11-24-19 0 0,-2 3-11 0 0,-3 13-31 0 0,0 0 0 0 0,0 1 0 0 0,1 0-1 0 0,0 0 1 0 0,0 1 0 0 0,1 0-1 0 0,0 0 1 0 0,0 0 0 0 0,0 1-1 0 0,16-8 1 0 0,-12 8-1 0 0,1 1 0 0 0,-1 1 0 0 0,0 0 0 0 0,1 0 0 0 0,0 2 0 0 0,0-1 0 0 0,0 2 0 0 0,15-1 0 0 0,88 3-37 0 0,141 19 0 0 0,20 1 108 0 0,187-31-11 0 0,-1-26 4 0 0,-304 20-9 0 0,-2-8 0 0 0,239-68 0 0 0,-364 83-52 0 0,-1-2 0 0 0,0-2 1 0 0,0 0-1 0 0,51-33 0 0 0,-70 38-6 0 0,-1 0-1 0 0,0 0 0 0 0,0-1 1 0 0,-1-1-1 0 0,0 1 1 0 0,-1-2-1 0 0,0 1 0 0 0,0-1 1 0 0,-1-1-1 0 0,-1 1 0 0 0,0-1 1 0 0,0-1-1 0 0,-2 1 0 0 0,6-17 1 0 0,-6 12 36 0 0,0 1 0 0 0,-2 0 0 0 0,0-1 0 0 0,-1 0 0 0 0,-1 0 0 0 0,0 1 0 0 0,-1-1 0 0 0,-1 0 0 0 0,-3-18 0 0 0,2 27-16 0 0,1 2-17 0 0,0 1 0 0 0,0 0 0 0 0,0 0 0 0 0,0 0 0 0 0,-1-1 0 0 0,0 1 0 0 0,0 0 0 0 0,-1 1 0 0 0,-5-9 0 0 0,7 11-13 0 0,1 2 12 0 0,0-1 2 0 0,0 1 0 0 0,0-1 0 0 0,0 0-1 0 0,0 0 1 0 0,-1 1 0 0 0,1-1-1 0 0,0 0 1 0 0,-1 0 0 0 0,1 1 0 0 0,0-1-1 0 0,-1 1 1 0 0,1-1 0 0 0,-1 0-1 0 0,1 1 1 0 0,-1-1 0 0 0,1 1 0 0 0,-1-1-1 0 0,1 1 1 0 0,-1-1 0 0 0,-1 0-1 0 0,1 0-34 0 0,-8-5-1494 0 0,5 7 1607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06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9 124 0 0,'0'0'2160'0'0,"3"-9"-604"0"0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06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25 152 0 0,'0'0'1252'0'0,"11"-5"-624"0"0,-2-4-680 0 0,-4-1-1036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0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0 688 0 0,'0'12'2852'0'0,"-2"-2"529"0"0,12-15-4773 0 0,-5-10-1733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3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18 2196 0 0,'-15'-16'10563'0'0,"14"16"-10272"0"0,0-1 0 0 0,1 1 1 0 0,-1 0-1 0 0,0 0 1 0 0,1-1-1 0 0,-1 1 0 0 0,-1 0 1 0 0,1 0-161 0 0,1 1 0 0 0,-1-1 0 0 0,1 1 0 0 0,-1-1 0 0 0,1 0 0 0 0,-1 1 0 0 0,1-1 0 0 0,-1 1-1 0 0,1-1 1 0 0,0 1 0 0 0,-1-1 0 0 0,1 1 0 0 0,0 0 0 0 0,-1-1 0 0 0,1 1 0 0 0,0-1 0 0 0,0 1 0 0 0,0 0 0 0 0,0-1 0 0 0,-1 2 0 0 0,-1 46 508 0 0,2-35 125 0 0,-8 142 669 0 0,0-44-1379 0 0,12 175 0 0 0,-3-253-1278 0 0,1 1-4889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4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107 205 1840 0 0,'3'-12'888'0'0,"1"-1"0"0"0,1 1 0 0 0,-1 0 0 0 0,2 1 0 0 0,0-1 0 0 0,0 1 0 0 0,1 0 0 0 0,1 1 0 0 0,0 0 0 0 0,0 0 0 0 0,1 0 0 0 0,10-8 0 0 0,-12 12-688 0 0,0 0 0 0 0,0 1 0 0 0,1 0 0 0 0,0 1 0 0 0,0-1 0 0 0,1 1 0 0 0,-1 1 0 0 0,1 0 0 0 0,0 0 0 0 0,0 0 0 0 0,0 1 0 0 0,0 1 0 0 0,0-1 0 0 0,0 2 0 0 0,0-1 0 0 0,1 1 0 0 0,14 2 0 0 0,-17-1-139 0 0,-1 0 0 0 0,0 0 0 0 0,1 1 0 0 0,-1 0 0 0 0,0 0 0 0 0,1 1 0 0 0,-1 0 0 0 0,-1 0-1 0 0,1 0 1 0 0,0 0 0 0 0,10 9 0 0 0,-14-9-38 0 0,1 0 0 0 0,0 1 0 0 0,0-1 0 0 0,-1 0 0 0 0,0 1 0 0 0,0-1 0 0 0,0 1 0 0 0,0 0 0 0 0,0 0 0 0 0,-1-1 0 0 0,1 1 0 0 0,-1 0 0 0 0,0 1 0 0 0,-1-1 0 0 0,1 0 0 0 0,0 0 0 0 0,-1 0 0 0 0,0 0 0 0 0,0 0 0 0 0,-1 6 0 0 0,-2 5-4 0 0,-1 0 0 0 0,0 0 0 0 0,0-1 0 0 0,-2 1 1 0 0,0-1-1 0 0,0 0 0 0 0,-1-1 0 0 0,-1 1 0 0 0,-1-1 1 0 0,1-1-1 0 0,-13 13 0 0 0,1-2-5 0 0,-1-2 0 0 0,-1 0 0 0 0,0-1 0 0 0,-43 28 0 0 0,43-35 192 0 0,-1-1 0 0 0,0-1 0 0 0,-1-1 0 0 0,0-2 0 0 0,0 0-1 0 0,-1-1 1 0 0,-28 4 0 0 0,31-11 293 0 0,21 0-492 0 0,1 0 0 0 0,0 0 0 0 0,0 0 0 0 0,0 0 0 0 0,-1 0 0 0 0,1 0 0 0 0,0 0-1 0 0,0 0 1 0 0,0 0 0 0 0,0-1 0 0 0,-1 1 0 0 0,1 0 0 0 0,0 0 0 0 0,0 0 0 0 0,0 0-1 0 0,0 0 1 0 0,-1 0 0 0 0,1 0 0 0 0,0-1 0 0 0,0 1 0 0 0,0 0 0 0 0,0 0-1 0 0,0 0 1 0 0,0 0 0 0 0,0-1 0 0 0,0 1 0 0 0,-1 0 0 0 0,1 0 0 0 0,0 0 0 0 0,0 0-1 0 0,0-1 1 0 0,0 1 0 0 0,0 0 0 0 0,0 0 0 0 0,0 0 0 0 0,0-1 0 0 0,0 1 0 0 0,0 0-1 0 0,0 0 1 0 0,0 0 0 0 0,0-1 0 0 0,0 1 0 0 0,0 0 0 0 0,1 0 0 0 0,-1 0-1 0 0,0 0 1 0 0,0-1 0 0 0,0 1 0 0 0,0 0 0 0 0,0 0 0 0 0,0 0 0 0 0,0 0 0 0 0,0 0-1 0 0,1-1 1 0 0,-1 1 0 0 0,0 0 0 0 0,0 0 0 0 0,0 0 0 0 0,0 0 0 0 0,1 0 0 0 0,-1 0-1 0 0,0 0 1 0 0,0 0 0 0 0,0-1 0 0 0,1 1 0 0 0,0-1 127 0 0,3 2 22 0 0,6 1-50 0 0,0 1 0 0 0,0 0 0 0 0,0 1-1 0 0,-1 0 1 0 0,1 1 0 0 0,-1 0 0 0 0,0 0 0 0 0,0 1 0 0 0,-1 0 0 0 0,13 12-1 0 0,10 12-36 0 0,36 43-1 0 0,-26-26-50 0 0,-9-12-73 0 0,1 2-1068 0 0,2-1 0 0 0,44 35 0 0 0,-67-61 46 0 0,0-2 1 0 0,0 0 0 0 0,1 0 0 0 0,0-1 0 0 0,1 0 0 0 0,0-2 0 0 0,0 1 0 0 0,0-2 0 0 0,0 0 0 0 0,1 0 0 0 0,23 2 0 0 0,-14-6-2890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4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268 216 908 0 0,'5'-14'1565'0'0,"-1"-1"-1"0"0,-1 1 1 0 0,0-1-1 0 0,-1 0 1 0 0,1-27 0 0 0,-3 37-1259 0 0,0 0 1 0 0,0 1 0 0 0,-1-1-1 0 0,1 0 1 0 0,-1 1 0 0 0,0-1-1 0 0,-1 0 1 0 0,1 1 0 0 0,-1-1 0 0 0,0 1-1 0 0,0 0 1 0 0,0 0 0 0 0,-1 0-1 0 0,1 0 1 0 0,-1 0 0 0 0,0 0-1 0 0,0 1 1 0 0,0-1 0 0 0,-1 1-1 0 0,1 0 1 0 0,-8-5 0 0 0,9 7-219 0 0,0 0 1 0 0,1 1 0 0 0,-1-1-1 0 0,0 1 1 0 0,0-1-1 0 0,0 1 1 0 0,0 0-1 0 0,0 0 1 0 0,0 0 0 0 0,0 0-1 0 0,1 0 1 0 0,-1 0-1 0 0,0 1 1 0 0,0-1-1 0 0,-2 1 1 0 0,-26 12 503 0 0,17-5-437 0 0,2 1-1 0 0,-1 0 0 0 0,1 1 0 0 0,1 0 0 0 0,0 1 0 0 0,0 0 0 0 0,1 0 0 0 0,-8 15 0 0 0,4-5-75 0 0,1 0-1 0 0,1 1 0 0 0,1 0 0 0 0,-7 25 0 0 0,14-38-62 0 0,1-1 0 0 0,0 1-1 0 0,1 0 1 0 0,0-1 0 0 0,0 1 0 0 0,1 0 0 0 0,0 0-1 0 0,0 0 1 0 0,1-1 0 0 0,3 16 0 0 0,-3-21-27 0 0,0 0 1 0 0,0 0 0 0 0,0 0-1 0 0,0-1 1 0 0,0 1 0 0 0,1 0-1 0 0,-1-1 1 0 0,1 1 0 0 0,0-1 0 0 0,0 1-1 0 0,0-1 1 0 0,0 0 0 0 0,0 0-1 0 0,0 1 1 0 0,1-2 0 0 0,-1 1-1 0 0,1 0 1 0 0,-1 0 0 0 0,1-1-1 0 0,0 0 1 0 0,0 1 0 0 0,0-1-1 0 0,-1 0 1 0 0,1 0 0 0 0,0-1-1 0 0,0 1 1 0 0,0-1 0 0 0,0 1-1 0 0,1-1 1 0 0,-1 0 0 0 0,0 0-1 0 0,0 0 1 0 0,5-1 0 0 0,0-1-119 0 0,-1 0 0 0 0,1 0 0 0 0,0 0 0 0 0,-1-1 0 0 0,0 0 0 0 0,0-1 1 0 0,1 1-1 0 0,-2-1 0 0 0,1-1 0 0 0,0 1 0 0 0,-1-1 0 0 0,0 0 0 0 0,0-1 1 0 0,-1 0-1 0 0,9-10 0 0 0,4-7-299 0 0,-2-1 0 0 0,26-50 0 0 0,19-65 1428 0 0,-60 140-903 0 0,0 0 0 0 0,0 0 0 0 0,-1 0 0 0 0,1 1 0 0 0,0-1 0 0 0,0 0 0 0 0,-1 0 0 0 0,1 1 0 0 0,-1-1 0 0 0,1 0 0 0 0,-1 1 0 0 0,1 2 0 0 0,0-2-33 0 0,3 72 857 0 0,-3-47-689 0 0,6 49-1 0 0,-5-69-529 0 0,-1 0-1 0 0,1 0 0 0 0,0-1 0 0 0,0 1 0 0 0,1 0 0 0 0,0-1 1 0 0,0 0-1 0 0,1 0 0 0 0,0 0 0 0 0,0 0 0 0 0,8 9 0 0 0,-10-13-83 0 0,0 0-1 0 0,0-1 1 0 0,0 1-1 0 0,0-1 1 0 0,0 0-1 0 0,0 1 1 0 0,1-1-1 0 0,-1 0 1 0 0,0 0-1 0 0,1 0 1 0 0,-1-1-1 0 0,1 1 1 0 0,-1-1-1 0 0,1 1 1 0 0,-1-1-1 0 0,1 0 1 0 0,-1 0-1 0 0,1 0 1 0 0,0 0-1 0 0,-1 0 1 0 0,1-1-1 0 0,-1 1 1 0 0,1-1-1 0 0,-1 1 0 0 0,0-1 1 0 0,1 0-1 0 0,2-2 1 0 0,6-5-3934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4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1188 0 0,'4'-16'3078'0'0,"1"1"-1"0"0,8-16 0 0 0,-5 13-1078 0 0,-8 17-1859 0 0,1 1 1 0 0,-1-1-1 0 0,1 0 0 0 0,-1 0 1 0 0,1 1-1 0 0,0-1 0 0 0,-1 0 0 0 0,1 1 1 0 0,0-1-1 0 0,-1 1 0 0 0,1-1 1 0 0,0 1-1 0 0,0-1 0 0 0,0 1 0 0 0,-1 0 1 0 0,1-1-1 0 0,0 1 0 0 0,0 0 1 0 0,0 0-1 0 0,0-1 0 0 0,0 1 0 0 0,0 0 1 0 0,0 0-1 0 0,0 0 0 0 0,0 0 0 0 0,-1 0 1 0 0,1 0-1 0 0,0 1 0 0 0,1-1 1 0 0,1 0 73 0 0,-1 1 1 0 0,0-1-1 0 0,1 1 1 0 0,-1 0 0 0 0,1 0-1 0 0,-1 0 1 0 0,0 0-1 0 0,4 2 1 0 0,1 3 33 0 0,-1 1 0 0 0,0-1 1 0 0,-1 1-1 0 0,1 0 0 0 0,-1 1 0 0 0,-1-1 0 0 0,1 1 1 0 0,-1 0-1 0 0,-1 0 0 0 0,1 0 0 0 0,3 15 0 0 0,-3-5-122 0 0,0 1 1 0 0,0 0-1 0 0,-2 0 0 0 0,0 26 0 0 0,-2-33-70 0 0,0-1 0 0 0,-1 0 0 0 0,0 0 0 0 0,-1 0 1 0 0,-7 22-1 0 0,3-24-4 0 0,-1-12-7 0 0,0-15-26 0 0,5 5-23 0 0,2 0 0 0 0,-1 0 0 0 0,2 0-1 0 0,0-1 1 0 0,0 1 0 0 0,1 0 0 0 0,1 0-1 0 0,0 1 1 0 0,8-22 0 0 0,-1 11-11 0 0,1 0 1 0 0,0 0-1 0 0,2 1 1 0 0,16-21-1 0 0,-19 29 22 0 0,2-1 1 0 0,0 2-1 0 0,17-17 1 0 0,-24 26 49 0 0,0 0 1 0 0,1 0-1 0 0,-1 0 1 0 0,1 0-1 0 0,0 1 0 0 0,0 0 1 0 0,0 0-1 0 0,0 1 1 0 0,0-1-1 0 0,1 1 1 0 0,11-2-1 0 0,-15 4 44 0 0,1 0-1 0 0,0 0 1 0 0,0 0-1 0 0,0 1 1 0 0,0-1-1 0 0,0 1 1 0 0,-1 0-1 0 0,1 0 1 0 0,0 0-1 0 0,-1 0 1 0 0,1 1-1 0 0,0-1 1 0 0,-1 1-1 0 0,0 0 1 0 0,1 0-1 0 0,-1 1 1 0 0,0-1-1 0 0,0 1 1 0 0,0-1-1 0 0,-1 1 1 0 0,1 0-1 0 0,-1 0 1 0 0,1 0-1 0 0,-1 0 1 0 0,0 0-1 0 0,0 1 1 0 0,0-1-1 0 0,2 7 1 0 0,0 2 73 0 0,1 1 0 0 0,-2-1 0 0 0,0 0 0 0 0,0 1 1 0 0,-1 0-1 0 0,-1-1 0 0 0,1 18 0 0 0,-12 109 354 0 0,1-49-1614 0 0,9-88 898 0 0,0 0 0 0 0,0-1 0 0 0,0 1 0 0 0,-1-1-1 0 0,1 1 1 0 0,1 0 0 0 0,-1-1 0 0 0,0 1 0 0 0,0-1 0 0 0,1 1 0 0 0,-1-1-1 0 0,1 1 1 0 0,-1-1 0 0 0,1 1 0 0 0,-1-1 0 0 0,1 1 0 0 0,0-1-1 0 0,0 0 1 0 0,0 1 0 0 0,0-1 0 0 0,0 0 0 0 0,0 0 0 0 0,0 1 0 0 0,0-1-1 0 0,1 0 1 0 0,-1 0 0 0 0,0-1 0 0 0,2 2 0 0 0,0-1-555 0 0,0 0 1 0 0,0-1-1 0 0,0 1 0 0 0,1-1 1 0 0,-1 0-1 0 0,0 0 0 0 0,0 0 1 0 0,0 0-1 0 0,0-1 0 0 0,0 1 1 0 0,0-1-1 0 0,0 1 0 0 0,0-1 1 0 0,4-2-1 0 0,16-5-7232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66 107 760 0 0,'7'-42'8578'0'0,"-4"27"-3963"0"0,-1 0 0 0 0,0-20 2960 0 0,-3 63-5143 0 0,-18 196 832 0 0,-25 111-2921 0 0,39-308-666 0 0,2-8-1079 0 0,-1 1 1 0 0,2 0-1 0 0,1 26 0 0 0,4-28-1696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74 2496 0 0,'5'-9'3340'0'0,"-1"0"-1"0"0,1-1 1 0 0,4-18-1 0 0,-9 27-3214 0 0,0 1 1 0 0,1-1-1 0 0,-1 0 1 0 0,0 1-1 0 0,0-1 0 0 0,0 1 1 0 0,0-1-1 0 0,0 1 0 0 0,0-1 1 0 0,0 1-1 0 0,0-1 1 0 0,0 1-1 0 0,0-1 0 0 0,0 0 1 0 0,-1 1-1 0 0,1-1 0 0 0,0 1 1 0 0,0-1-1 0 0,0 1 1 0 0,-1-1-1 0 0,1 1 0 0 0,0-1 1 0 0,-1 1-1 0 0,1 0 0 0 0,0-1 1 0 0,-1 1-1 0 0,1-1 1 0 0,-1 1-1 0 0,1 0 0 0 0,0-1 1 0 0,-1 1-1 0 0,1 0 0 0 0,-1 0 1 0 0,1-1-1 0 0,-1 1 1 0 0,1 0-1 0 0,-1 0 0 0 0,1 0 1 0 0,-1-1-1 0 0,0 1 0 0 0,1 0 1 0 0,-1 0-1 0 0,1 0 1 0 0,-1 0-1 0 0,1 0 0 0 0,-1 0 1 0 0,1 0-1 0 0,-1 0 0 0 0,1 1 1 0 0,-1-1-1 0 0,0 0 1 0 0,-27 8 1438 0 0,-182 93 1696 0 0,36-14-2708 0 0,162-79-578 0 0,12-7 25 0 0,0-1 0 0 0,0 0 1 0 0,0 0-1 0 0,0 1 0 0 0,0-1 0 0 0,0 0 0 0 0,0 0 1 0 0,0 0-1 0 0,0 1 0 0 0,0-1 0 0 0,0 0 0 0 0,0 0 1 0 0,0 1-1 0 0,1-1 0 0 0,-1 0 0 0 0,0 0 0 0 0,0 0 1 0 0,0 0-1 0 0,0 1 0 0 0,0-1 0 0 0,0 0 0 0 0,1 0 1 0 0,-1 0-1 0 0,0 0 0 0 0,0 1 0 0 0,0-1 0 0 0,1 0 1 0 0,-1 0-1 0 0,0 0 0 0 0,0 0 0 0 0,0 0 0 0 0,1 0 1 0 0,-1 1-1 0 0,30 6-30 0 0,-15-3 46 0 0,3 2-20 0 0,0 2-1 0 0,0 0 1 0 0,-1 1 0 0 0,-1 1-1 0 0,0 0 1 0 0,21 18-1 0 0,79 83 19 0 0,-17-14-772 0 0,-87-87 10 0 0,1-1 1 0 0,0 0-1 0 0,0-1 0 0 0,1-1 1 0 0,0 0-1 0 0,0 0 0 0 0,1-2 1 0 0,16 5-1 0 0,-1-3-1922 0 0,1 0 0 0 0,-1-3 0 0 0,37 2 0 0 0,-15-5-4400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6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164 276 140 0 0,'-4'-133'21354'0'0,"-3"148"-20162"0"0,-9 28-177 0 0,-14 68 1 0 0,21-72-801 0 0,-70 276 423 0 0,68-277-589 0 0,11-37-70 0 0,-6-16-125 0 0,5 8 61 0 0,0-1 1 0 0,1 0-1 0 0,0 0 1 0 0,1 1-1 0 0,-1-1 1 0 0,3-10-1 0 0,1-5-85 0 0,2-39-88 0 0,3 1 0 0 0,3 0 0 0 0,2 0 0 0 0,43-113-1 0 0,-46 151 244 0 0,0 0-1 0 0,22-31 1 0 0,-28 46 12 0 0,1 1 1 0 0,0-1 0 0 0,0 1-1 0 0,0 0 1 0 0,1 0-1 0 0,1 1 1 0 0,-1 0 0 0 0,1 0-1 0 0,13-7 1 0 0,-18 12 32 0 0,0-1 0 0 0,1 1 1 0 0,-1 0-1 0 0,1 0 0 0 0,-1 0 1 0 0,1 0-1 0 0,-1 1 0 0 0,1-1 1 0 0,-1 1-1 0 0,1 0 0 0 0,0 0 0 0 0,-1 1 1 0 0,1-1-1 0 0,-1 0 0 0 0,1 1 1 0 0,4 2-1 0 0,-3-1 60 0 0,0 0-1 0 0,0 0 1 0 0,0 1 0 0 0,-1 0 0 0 0,1 0 0 0 0,-1 0-1 0 0,0 1 1 0 0,0 0 0 0 0,7 7 0 0 0,-1 2 157 0 0,-1 0-1 0 0,-1 0 1 0 0,0 1 0 0 0,0 0 0 0 0,-2 1-1 0 0,7 19 1 0 0,0 8 357 0 0,-2 0 0 0 0,6 54-1 0 0,3 89 284 0 0,-16-140-804 0 0,13 121-1718 0 0,-17-166 1465 0 0,0 1 0 0 0,0-1 0 0 0,0 1 0 0 0,0-1 0 0 0,0 1 0 0 0,0-1 0 0 0,0 1 0 0 0,0-1-1 0 0,0 1 1 0 0,0-1 0 0 0,1 1 0 0 0,-1-1 0 0 0,0 1 0 0 0,0-1 0 0 0,1 0 0 0 0,-1 1 0 0 0,5 3-2211 0 0,-4-4 2210 0 0,-1 0 1 0 0,1 0 0 0 0,-1 0 0 0 0,1 0 0 0 0,-1 0 0 0 0,1 0 0 0 0,0 0 0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6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55 3024 0 0,'-175'8'20185'0'0,"193"-14"-19618"0"0,5 0-541 0 0,1 1 0 0 0,0 2-1 0 0,28-2 1 0 0,7 0-732 0 0,128-12-3596 0 0,-82 9-3642 0 0,-42 1-579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16 1168 0 0,'-106'27'24988'0'0,"283"-61"-26646"0"0,-117 28-3121 0 0,-1 4-4558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6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13 1884 0 0,'-52'26'7060'0'0,"28"-15"-2219"0"0,0 1 0 0 0,-30 22 542 0 0,56-34-4934 0 0,17 2-349 0 0,0-1-1 0 0,0-2 1 0 0,0 0-1 0 0,0 0 1 0 0,19-6-1 0 0,-8 3-429 0 0,-25 3 238 0 0,305-40-5998 0 0,-103 12-2585 0 0,-111 16 1211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7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303 352 3352 0 0,'-13'-8'1684'0'0,"0"1"0"0"0,1-2 0 0 0,1 0 0 0 0,-1 0 0 0 0,1-1 0 0 0,1-1 0 0 0,0 0 0 0 0,-16-21 0 0 0,25 30-1596 0 0,-16-19 3310 0 0,17 21-3344 0 0,-1 0-1 0 0,1 0 1 0 0,0 0-1 0 0,0 0 1 0 0,0 0 0 0 0,-1 0-1 0 0,1 0 1 0 0,0 0 0 0 0,0 0-1 0 0,0 0 1 0 0,-1 0 0 0 0,1 0-1 0 0,0 0 1 0 0,0 0 0 0 0,0 0-1 0 0,-1 0 1 0 0,1 0 0 0 0,0 0-1 0 0,0 0 1 0 0,0 0 0 0 0,0 0-1 0 0,-1 0 1 0 0,1 1 0 0 0,0-1-1 0 0,0 0 1 0 0,0 0 0 0 0,0 0-1 0 0,-1 0 1 0 0,1 0 0 0 0,0 0-1 0 0,0 1 1 0 0,0-1-1 0 0,0 0 1 0 0,0 0 0 0 0,-1 0-1 0 0,-3 16 1217 0 0,-24 178 2628 0 0,-24 97-2794 0 0,16-115-816 0 0,36-175-286 0 0,1-1-1 0 0,-1 0 1 0 0,0 1-1 0 0,0-1 0 0 0,-1 1 1 0 0,1-1-1 0 0,0 1 1 0 0,0-1-1 0 0,0 1 0 0 0,0-1 1 0 0,0 0-1 0 0,0 1 1 0 0,0-1-1 0 0,-1 1 0 0 0,1-1 1 0 0,0 0-1 0 0,0 1 0 0 0,-1-1 1 0 0,1 0-1 0 0,0 1 1 0 0,0-1-1 0 0,-1 0 0 0 0,1 1 1 0 0,0-1-1 0 0,-1 0 1 0 0,1 0-1 0 0,-1 0 0 0 0,1 1 1 0 0,0-1-1 0 0,-1 0 1 0 0,1 0-1 0 0,-1 1 0 0 0,-8-13-126 0 0,-1-24-234 0 0,3-18-130 0 0,3 0 0 0 0,2 0 0 0 0,2 0 0 0 0,10-82 0 0 0,-4 99 421 0 0,1 1 0 0 0,1-1 1 0 0,3 2-1 0 0,0 0 1 0 0,3 0-1 0 0,0 1 1 0 0,31-50-1 0 0,-35 68 47 0 0,2 0 0 0 0,0 1-1 0 0,1 0 1 0 0,0 1 0 0 0,1 0 0 0 0,1 1-1 0 0,0 1 1 0 0,1 0 0 0 0,33-18 0 0 0,-41 26 14 0 0,0 0-1 0 0,0 1 1 0 0,0 0 0 0 0,1 1 0 0 0,-1-1 0 0 0,1 2-1 0 0,-1-1 1 0 0,1 1 0 0 0,0 1 0 0 0,14 0 0 0 0,-16 1 4 0 0,-1 0 1 0 0,1 0 0 0 0,0 1-1 0 0,-1 0 1 0 0,1 1 0 0 0,-1-1-1 0 0,1 1 1 0 0,-1 0 0 0 0,0 1-1 0 0,0-1 1 0 0,-1 1 0 0 0,1 0-1 0 0,-1 1 1 0 0,10 9-1 0 0,-11-9 5 0 0,0-1-1 0 0,0 1 1 0 0,0 0-1 0 0,-1 0 1 0 0,0 0-1 0 0,0 1 1 0 0,0-1-1 0 0,-1 1 1 0 0,1 0-1 0 0,-1-1 1 0 0,-1 1-1 0 0,1 0 1 0 0,-1 0-1 0 0,0 0 1 0 0,0 8-1 0 0,-1-6 7 0 0,0-1 0 0 0,-1 1 0 0 0,0 0 0 0 0,-1-1 0 0 0,0 1 0 0 0,0-1 0 0 0,-1 0 0 0 0,1 1 0 0 0,-2-1 0 0 0,-6 12 0 0 0,1-6 4 0 0,0 0-1 0 0,-1 0 1 0 0,-1-1 0 0 0,1-1 0 0 0,-2 0 0 0 0,0 0-1 0 0,0-1 1 0 0,-1-1 0 0 0,0 0 0 0 0,-1 0-1 0 0,-17 7 1 0 0,22-12-27 0 0,-2 0 1 0 0,1-1-1 0 0,0 0 0 0 0,0 0 0 0 0,-1-1 1 0 0,0 0-1 0 0,1-1 0 0 0,-1 0 0 0 0,0-1 1 0 0,0 0-1 0 0,1-1 0 0 0,-1 0 0 0 0,0-1 1 0 0,1 0-1 0 0,-1-1 0 0 0,1 0 0 0 0,0 0 1 0 0,0-1-1 0 0,0 0 0 0 0,0-1 0 0 0,1 0 1 0 0,-13-9-1 0 0,21 13 11 0 0,0 0 0 0 0,0 1 0 0 0,0-1 0 0 0,0 0 0 0 0,1 0 0 0 0,-1 0 0 0 0,0 0 0 0 0,0 0 0 0 0,1 0-1 0 0,-1 0 1 0 0,0 0 0 0 0,1 0 0 0 0,-1 0 0 0 0,1 0 0 0 0,0 0 0 0 0,-1-1 0 0 0,1 1 2 0 0,0 1 0 0 0,0-1 0 0 0,0 0 0 0 0,0 1 0 0 0,0-1 0 0 0,0 1 0 0 0,1-1 0 0 0,-1 1 0 0 0,0-1 0 0 0,0 1 0 0 0,1-1 0 0 0,-1 1 0 0 0,0-1 0 0 0,0 1 0 0 0,1 0 0 0 0,-1-1-1 0 0,0 1 1 0 0,1-1 0 0 0,-1 1 0 0 0,1 0 0 0 0,-1-1 0 0 0,1 1 0 0 0,0-1 0 0 0,2 0 1 0 0,-1 0 0 0 0,1 0 0 0 0,0 0 0 0 0,0 0 0 0 0,0 0 0 0 0,0 1-1 0 0,0-1 1 0 0,0 1 0 0 0,3-1 0 0 0,3 2 56 0 0,0 0 0 0 0,0 1 0 0 0,0 0 0 0 0,0 0 0 0 0,-1 0 0 0 0,1 1 0 0 0,0 1-1 0 0,-1 0 1 0 0,0 0 0 0 0,13 8 0 0 0,-2 1 149 0 0,0 1-1 0 0,32 32 1 0 0,-23-15-43 0 0,-2 2 0 0 0,-2 0 0 0 0,30 52 0 0 0,-29-43-717 0 0,58 71 0 0 0,-75-103-198 0 0,1-1 0 0 0,1 0 0 0 0,0-1 1 0 0,0 0-1 0 0,1 0 0 0 0,0-1 0 0 0,0 0 1 0 0,0-1-1 0 0,23 8 0 0 0,-24-10-550 0 0,1-1 0 0 0,-1-1-1 0 0,1 0 1 0 0,0 0 0 0 0,0-1 0 0 0,0-1-1 0 0,16 0 1 0 0,6-5-5586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359 159 952 0 0,'4'-6'1059'0'0,"3"-4"881"0"0,-1 0 0 0 0,0-1-1 0 0,0 1 1 0 0,7-24-1 0 0,-12 32-1734 0 0,0 0 0 0 0,-1-1 0 0 0,1 1 0 0 0,-1 0 0 0 0,0 0 0 0 0,0 0 0 0 0,0-1 0 0 0,0 1 0 0 0,0 0 0 0 0,0 0 0 0 0,0-1 0 0 0,-1 1 0 0 0,1 0 0 0 0,-1 0 0 0 0,0 0 0 0 0,0 0 0 0 0,1-1 0 0 0,-1 1 0 0 0,0 0 0 0 0,-1 1 0 0 0,1-1 0 0 0,0 0 0 0 0,-1 0 0 0 0,1 0 0 0 0,-1 1 0 0 0,1-1 0 0 0,-1 1 0 0 0,0-1 0 0 0,1 1 0 0 0,-1 0 0 0 0,0 0 0 0 0,0-1 0 0 0,-4 0 0 0 0,0-1-36 0 0,-1 1 0 0 0,1 0 0 0 0,-1 1 0 0 0,0-1 0 0 0,1 1 0 0 0,-1 1 0 0 0,0-1 0 0 0,0 1 0 0 0,0 0 0 0 0,1 1 0 0 0,-1-1 0 0 0,0 1 0 0 0,0 1 0 0 0,1-1 0 0 0,-1 1 0 0 0,1 1 0 0 0,-8 2 0 0 0,1 1-40 0 0,0 1 0 0 0,0 0 0 0 0,0 1 0 0 0,1 1 0 0 0,0-1 0 0 0,-19 20-1 0 0,12-8 20 0 0,1 0 0 0 0,1 1 0 0 0,-19 30 0 0 0,30-41-92 0 0,-1 1 1 0 0,2 0-1 0 0,0 0 0 0 0,0 1 0 0 0,1-1 0 0 0,0 1 0 0 0,1 0 0 0 0,0 0 0 0 0,-1 19 0 0 0,4-26-39 0 0,0 0 1 0 0,0 1-1 0 0,0-1 0 0 0,1 0 0 0 0,0 1 0 0 0,2 5 0 0 0,-3-9-18 0 0,1 0 1 0 0,0 0-1 0 0,0 0 0 0 0,0 0 0 0 0,0-1 0 0 0,0 1 0 0 0,0 0 0 0 0,0-1 0 0 0,0 1 0 0 0,1 0 0 0 0,-1-1 0 0 0,1 0 0 0 0,-1 1 0 0 0,1-1 1 0 0,-1 0-1 0 0,1 0 0 0 0,0 0 0 0 0,3 2 0 0 0,-4-2 0 0 0,1-1-1 0 0,-1 1 1 0 0,1 0-1 0 0,-1 0 1 0 0,1-1 0 0 0,0 1-1 0 0,-1 0 1 0 0,1-1 0 0 0,0 0-1 0 0,0 1 1 0 0,-1-1 0 0 0,1 0-1 0 0,0 0 1 0 0,0 0 0 0 0,-1 0-1 0 0,1 0 1 0 0,0-1 0 0 0,2 0-1 0 0,2 0-10 0 0,1-1-69 0 0,1 1-1 0 0,0-1 1 0 0,-1 0 0 0 0,1-1 0 0 0,-1 0 0 0 0,0 0-1 0 0,0-1 1 0 0,0 0 0 0 0,-1 0 0 0 0,13-10 0 0 0,1-4-553 0 0,32-36 0 0 0,-34 35 333 0 0,58-71-606 0 0,13-14 576 0 0,-88 103 376 0 0,-1 1 1 0 0,1-1 0 0 0,-1 1 0 0 0,0-1-1 0 0,1 1 1 0 0,-1-1 0 0 0,1 1 0 0 0,-1 0 0 0 0,1-1-1 0 0,-1 1 1 0 0,1 0 0 0 0,0-1 0 0 0,-1 1 0 0 0,1 0-1 0 0,-1 0 1 0 0,1-1 0 0 0,0 1 0 0 0,-1 0-1 0 0,1 0 1 0 0,0 0 0 0 0,-1 0 0 0 0,1 0 0 0 0,-1 0-1 0 0,1 0 1 0 0,0 0 0 0 0,-1 0 0 0 0,1 0 0 0 0,0 0-1 0 0,-1 1 1 0 0,1-1 0 0 0,-1 0 0 0 0,2 1-1 0 0,-1 0 33 0 0,0 0 0 0 0,0 0-1 0 0,0 0 1 0 0,0 1-1 0 0,0-1 1 0 0,0 1-1 0 0,0-1 1 0 0,0 1-1 0 0,0-1 1 0 0,-1 1-1 0 0,1-1 1 0 0,0 3-1 0 0,2 6 191 0 0,-1-1 1 0 0,-1 1-1 0 0,2 13 0 0 0,-1 16 55 0 0,9 101-1687 0 0,-10-134 761 0 0,1-1-1 0 0,-1 0 1 0 0,1 1 0 0 0,0-1 0 0 0,0 0 0 0 0,0 0 0 0 0,5 7-1 0 0,-5-9-270 0 0,0-1 0 0 0,0 1 0 0 0,0-1 0 0 0,0 0 0 0 0,1 1 0 0 0,-1-1 0 0 0,0 0 0 0 0,1 0 0 0 0,2 1 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8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2240 0 0,'9'-21'16316'0'0,"-6"23"-15951"0"0,0 1-1 0 0,-1-1 0 0 0,1 0 0 0 0,-1 1 1 0 0,1 0-1 0 0,-1-1 0 0 0,0 1 0 0 0,0 0 1 0 0,0 0-1 0 0,-1 0 0 0 0,1 1 0 0 0,-1-1 1 0 0,1 0-1 0 0,-1 0 0 0 0,0 1 1 0 0,0-1-1 0 0,0 6 0 0 0,4 14 578 0 0,1 32-1 0 0,-5-45-732 0 0,0 2-97 0 0,-1 0 0 0 0,0 0 0 0 0,-1-1 0 0 0,0 1 0 0 0,-1 0-1 0 0,0-1 1 0 0,-1 1 0 0 0,0-1 0 0 0,-10 21 0 0 0,13-31-116 0 0,0-1 1 0 0,0 1 0 0 0,0-1-1 0 0,0 0 1 0 0,0 1-1 0 0,0-1 1 0 0,0 0-1 0 0,-1 1 1 0 0,1-1-1 0 0,0 0 1 0 0,0 1-1 0 0,0-1 1 0 0,-1 0-1 0 0,1 0 1 0 0,0 1-1 0 0,0-1 1 0 0,-1 0-1 0 0,1 0 1 0 0,0 1 0 0 0,-1-1-1 0 0,1 0 1 0 0,0 0-1 0 0,-1 0 1 0 0,1 0-1 0 0,0 1 1 0 0,-1-1-1 0 0,1 0 1 0 0,0 0-1 0 0,-1 0 1 0 0,1 0-1 0 0,0 0 1 0 0,-1 0-1 0 0,1 0 1 0 0,0 0 0 0 0,-1 0-1 0 0,1 0 1 0 0,-1 0-1 0 0,1 0 1 0 0,0 0-1 0 0,-1 0 1 0 0,1-1-1 0 0,0 1 1 0 0,-1 0-1 0 0,1 0 1 0 0,0 0-1 0 0,-1 0 1 0 0,1-1-1 0 0,0 1 1 0 0,0 0-1 0 0,-1 0 1 0 0,1 0 0 0 0,0-1-1 0 0,0 1 1 0 0,-1 0-1 0 0,1-1 1 0 0,0 1-1 0 0,0 0 1 0 0,0-1-1 0 0,-1 1 1 0 0,1 0-1 0 0,0-1 1 0 0,0 1-1 0 0,0 0 1 0 0,0-1 0 0 0,-8-22-381 0 0,8 8 227 0 0,0 0 0 0 0,1 0-1 0 0,1 0 1 0 0,1 0 0 0 0,0 0 0 0 0,1 1-1 0 0,0-1 1 0 0,1 1 0 0 0,1 0-1 0 0,0 0 1 0 0,10-16 0 0 0,-10 20 140 0 0,0 1-1 0 0,0-1 1 0 0,1 1-1 0 0,1 0 1 0 0,-1 1 0 0 0,1 0-1 0 0,1 0 1 0 0,-1 1-1 0 0,1 0 1 0 0,1 0 0 0 0,-1 1-1 0 0,1 0 1 0 0,0 1-1 0 0,1 0 1 0 0,16-6 0 0 0,-21 10 74 0 0,0-1 1 0 0,-1 1 0 0 0,1 1-1 0 0,0-1 1 0 0,0 1 0 0 0,0 0-1 0 0,-1 0 1 0 0,1 0 0 0 0,0 1-1 0 0,0 0 1 0 0,-1 0 0 0 0,1 1-1 0 0,0-1 1 0 0,9 6 0 0 0,-8-3 27 0 0,-1 0 0 0 0,1 0 1 0 0,-1 1-1 0 0,0 0 0 0 0,0 0 0 0 0,-1 0 1 0 0,0 1-1 0 0,0 0 0 0 0,0 0 0 0 0,4 7 1 0 0,2 5-56 0 0,-2 1 0 0 0,0 0 0 0 0,-1 1 0 0 0,-1 0 0 0 0,0 0 0 0 0,-2 1 0 0 0,4 25 0 0 0,-8-35-483 0 0,9 38-3375 0 0,-9-45 2913 0 0,0 0-1 0 0,1 0 1 0 0,0-1 0 0 0,-1 1-1 0 0,1 0 1 0 0,0-1 0 0 0,1 1-1 0 0,-1-1 1 0 0,5 5 0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8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66 3360 0 0,'9'-65'26315'0'0,"-15"89"-25578"0"0,1 1 1 0 0,-3 27-1 0 0,-2 18 143 0 0,-136 520-880 0 0,143-579-21 0 0,-5 13-850 0 0,-6 32 1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9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88 836 0 0,'3'-7'2085'0'0,"1"1"0"0"0,-1-1 0 0 0,0 0 0 0 0,0 1 0 0 0,-1-1 0 0 0,0 0 0 0 0,0-1 0 0 0,1-7 0 0 0,-3 14-1939 0 0,-1 0 1 0 0,1 0-1 0 0,-1 1 0 0 0,1-1 1 0 0,-1 0-1 0 0,1 0 0 0 0,-1 0 0 0 0,0 0 1 0 0,0 1-1 0 0,1-1 0 0 0,-1 0 0 0 0,0 0 1 0 0,0 1-1 0 0,0-1 0 0 0,1 1 1 0 0,-1-1-1 0 0,0 1 0 0 0,0-1 0 0 0,0 1 1 0 0,0-1-1 0 0,0 1 0 0 0,0 0 0 0 0,0 0 1 0 0,0-1-1 0 0,0 1 0 0 0,0 0 1 0 0,-2 0-1 0 0,-12-1 152 0 0,0 0 0 0 0,0 1 0 0 0,0 1 0 0 0,0 0 1 0 0,0 1-1 0 0,0 1 0 0 0,1 0 0 0 0,-27 10 0 0 0,-113 53 242 0 0,153-66-536 0 0,-117 63 145 0 0,117-62-147 0 0,0-1 1 0 0,0 1-1 0 0,1-1 0 0 0,-1 1 1 0 0,0 0-1 0 0,0 0 0 0 0,0 0 0 0 0,1-1 1 0 0,-1 1-1 0 0,0 0 0 0 0,1 0 1 0 0,-1 0-1 0 0,1 0 0 0 0,-1 0 0 0 0,1 0 1 0 0,0 0-1 0 0,-1 0 0 0 0,1 0 1 0 0,0 0-1 0 0,0 0 0 0 0,0 0 0 0 0,0 0 1 0 0,-1 1-1 0 0,2-1 0 0 0,-1 0 1 0 0,0 0-1 0 0,0 0 0 0 0,0 0 0 0 0,0 0 1 0 0,1 0-1 0 0,-1 0 0 0 0,0 0 1 0 0,1 0-1 0 0,-1 0 0 0 0,1 0 0 0 0,-1 0 1 0 0,2 1-1 0 0,2 4 18 0 0,0-1 0 0 0,0 1-1 0 0,1-1 1 0 0,8 8 0 0 0,-8-8 32 0 0,144 129 1351 0 0,-43-42-277 0 0,19 13-321 0 0,-101-88-658 0 0,0-2 0 0 0,1 0 0 0 0,44 18 1 0 0,-64-31-175 0 0,1 0 0 0 0,0-1 0 0 0,-1 0 0 0 0,1 0 0 0 0,0 0 0 0 0,-1-1 0 0 0,1 0 0 0 0,0 0 0 0 0,0 0 0 0 0,-1-1 0 0 0,10-2 0 0 0,-11 1-784 0 0,1 0 1 0 0,-1 0-1 0 0,0-1 0 0 0,0 0 1 0 0,-1 1-1 0 0,1-1 0 0 0,0-1 1 0 0,-1 1-1 0 0,0 0 0 0 0,0-1 1 0 0,5-7-1 0 0,13-15-10011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19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291 162 460 0 0,'16'-33'8031'0'0,"9"-24"3844"0"0,-24 51-11067 0 0,1 1-1 0 0,-1 0 0 0 0,0-1 0 0 0,0 1 1 0 0,0-1-1 0 0,-1 1 0 0 0,0-1 1 0 0,0-9-1 0 0,-1 15-777 0 0,1-1 1 0 0,0 0-1 0 0,-1 0 1 0 0,1 1-1 0 0,-1-1 1 0 0,1 0-1 0 0,-1 1 0 0 0,1-1 1 0 0,-1 0-1 0 0,1 1 1 0 0,-1-1-1 0 0,1 1 1 0 0,-1-1-1 0 0,0 1 1 0 0,1-1-1 0 0,-1 1 0 0 0,0-1 1 0 0,0 1-1 0 0,1 0 1 0 0,-1 0-1 0 0,0-1 1 0 0,0 1-1 0 0,0 0 0 0 0,1 0 1 0 0,-1 0-1 0 0,0 0 1 0 0,0 0-1 0 0,0 0 1 0 0,1 0-1 0 0,-2 0 1 0 0,-24 2 228 0 0,20 0-222 0 0,-1 0 1 0 0,0 0 0 0 0,1 0-1 0 0,-1 1 1 0 0,1 0 0 0 0,0 1-1 0 0,0-1 1 0 0,-7 7 0 0 0,-43 39 216 0 0,41-35-147 0 0,-6 6 141 0 0,2 1-1 0 0,-32 42 1 0 0,41-48-101 0 0,0 0 0 0 0,1 1 0 0 0,1 0 0 0 0,0 1 0 0 0,-8 28 0 0 0,15-41-123 0 0,0-1 1 0 0,0 1-1 0 0,0 0 1 0 0,1 0 0 0 0,-1 0-1 0 0,1-1 1 0 0,0 1 0 0 0,0 0-1 0 0,1 0 1 0 0,-1 0 0 0 0,1 0-1 0 0,0-1 1 0 0,0 1 0 0 0,0 0-1 0 0,0-1 1 0 0,1 1 0 0 0,0-1-1 0 0,-1 1 1 0 0,1-1-1 0 0,5 6 1 0 0,-3-5-12 0 0,0 1-1 0 0,1-1 1 0 0,-1-1 0 0 0,1 1 0 0 0,0-1-1 0 0,0 0 1 0 0,0 0 0 0 0,1 0-1 0 0,-1-1 1 0 0,1 0 0 0 0,-1 0 0 0 0,1 0-1 0 0,6 0 1 0 0,16 4-110 0 0,0-2 1 0 0,1-2 0 0 0,-1 0-1 0 0,38-3 1 0 0,23-8-4540 0 0,-45 3-1355 0 0,-1-1-3429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0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65 2020 0 0,'13'-65'12437'0'0,"-39"227"-7975"0"0,-32 82-2526 0 0,21-91-1070 0 0,26-107-682 0 0,0-5-43 0 0,2 1 0 0 0,2 0 0 0 0,-3 58 0 0 0,10-99-139 0 0,0 0 1 0 0,0 0 0 0 0,0 1 0 0 0,0-1-1 0 0,0 0 1 0 0,0 0 0 0 0,0 1-1 0 0,1-1 1 0 0,-1 0 0 0 0,0 0 0 0 0,1 0-1 0 0,-1 1 1 0 0,1-1 0 0 0,-1 0-1 0 0,1 0 1 0 0,0 0 0 0 0,-1 0-1 0 0,1 0 1 0 0,0 0 0 0 0,0 0 0 0 0,0 0-1 0 0,-1 0 1 0 0,3 1 0 0 0,-1-2-26 0 0,0 1 0 0 0,-1-1 0 0 0,1 1 0 0 0,0-1 0 0 0,-1 0 0 0 0,1 0 0 0 0,0 1 0 0 0,-1-1 0 0 0,1-1 1 0 0,0 1-1 0 0,0 0 0 0 0,-1 0 0 0 0,1-1 0 0 0,0 1 0 0 0,1-1 0 0 0,6-2-249 0 0,-1-1 0 0 0,1 0-1 0 0,-1-1 1 0 0,0 1 0 0 0,9-8 0 0 0,-3 0-494 0 0,0 0 0 0 0,-1 0-1 0 0,0-2 1 0 0,-1 1 0 0 0,0-2 0 0 0,-1 1 0 0 0,11-21-1 0 0,-15 21-545 0 0,0 1-1 0 0,-1-1 1 0 0,-1 0-1 0 0,0-1 0 0 0,4-20 1 0 0,-5 10-2813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173 312 1816 0 0,'-14'-2'1296'0'0,"0"0"0"0"0,0 1 0 0 0,0 1 0 0 0,0 0 0 0 0,0 1-1 0 0,0 1 1 0 0,-22 4 0 0 0,33-5-1134 0 0,1 0-1 0 0,-1 0 1 0 0,1 0-1 0 0,-1 0 1 0 0,1 0 0 0 0,-1 1-1 0 0,1-1 1 0 0,-1 1-1 0 0,1-1 1 0 0,0 1-1 0 0,0 0 1 0 0,0 0 0 0 0,0 0-1 0 0,-2 3 1 0 0,3-4-141 0 0,1-1 0 0 0,0 1 1 0 0,0-1-1 0 0,0 1 0 0 0,0-1 1 0 0,-1 1-1 0 0,1-1 0 0 0,0 1 0 0 0,0-1 1 0 0,0 1-1 0 0,0-1 0 0 0,0 1 1 0 0,0-1-1 0 0,0 1 0 0 0,1-1 1 0 0,-1 1-1 0 0,0-1 0 0 0,0 1 0 0 0,0-1 1 0 0,0 1-1 0 0,1-1 0 0 0,-1 0 1 0 0,0 1-1 0 0,0-1 0 0 0,1 1 1 0 0,-1-1-1 0 0,0 0 0 0 0,1 1 1 0 0,-1-1-1 0 0,0 1 0 0 0,1-1 0 0 0,-1 0 1 0 0,1 0-1 0 0,-1 1 0 0 0,0-1 1 0 0,1 0-1 0 0,-1 0 0 0 0,1 1 1 0 0,-1-1-1 0 0,1 0 0 0 0,-1 0 1 0 0,1 0-1 0 0,-1 0 0 0 0,1 0 0 0 0,0 0 1 0 0,11 1 45 0 0,-1-2 0 0 0,1 1 0 0 0,-1-1 0 0 0,1-1 0 0 0,11-3 0 0 0,62-20 63 0 0,-40 12-83 0 0,218-70 98 0 0,-210 63-207 0 0,0-2 1 0 0,89-53-1 0 0,-134 71 41 0 0,0-1 0 0 0,-1 0 0 0 0,1 0 1 0 0,-1-1-1 0 0,-1 0 0 0 0,1 0 0 0 0,-1 0 0 0 0,0-1 0 0 0,0 0 0 0 0,-1 0 0 0 0,0-1 0 0 0,0 1 0 0 0,6-15 0 0 0,-11 22 20 0 0,0 0-1 0 0,0 0 0 0 0,0 0 1 0 0,1-1-1 0 0,-1 1 0 0 0,0 0 1 0 0,0 0-1 0 0,0-1 0 0 0,0 1 0 0 0,0 0 1 0 0,0 0-1 0 0,1-1 0 0 0,-1 1 1 0 0,0 0-1 0 0,0 0 0 0 0,0-1 0 0 0,0 1 1 0 0,0 0-1 0 0,0 0 0 0 0,0-1 1 0 0,0 1-1 0 0,0 0 0 0 0,0-1 1 0 0,0 1-1 0 0,0 0 0 0 0,-1 0 0 0 0,1-1 1 0 0,0 1-1 0 0,0 0 0 0 0,0 0 1 0 0,0-1-1 0 0,0 1 0 0 0,0 0 1 0 0,-1 0-1 0 0,1 0 0 0 0,0-1 0 0 0,0 1 1 0 0,0 0-1 0 0,0 0 0 0 0,-1 0 1 0 0,1-1-1 0 0,0 1 0 0 0,0 0 1 0 0,-1 0-1 0 0,1 0 0 0 0,0 0 0 0 0,0 0 1 0 0,-1 0-1 0 0,1 0 0 0 0,0 0 1 0 0,0-1-1 0 0,-1 1 0 0 0,1 0 0 0 0,0 0 1 0 0,0 0-1 0 0,-1 0 0 0 0,1 0 1 0 0,0 0-1 0 0,-1 0 0 0 0,1 1 1 0 0,0-1-1 0 0,-1 0 0 0 0,-11 5-8 0 0,8-1 34 0 0,1 0-1 0 0,-1 0 1 0 0,1 1-1 0 0,0-1 1 0 0,0 1-1 0 0,0 0 1 0 0,1 0 0 0 0,-1 0-1 0 0,1 0 1 0 0,1 0-1 0 0,-3 8 1 0 0,1-2 46 0 0,-24 78 894 0 0,-22 150 0 0 0,28-126-681 0 0,6-40-133 0 0,-18 112 147 0 0,29-163-96 0 0,3-17-79 0 0,2-14-111 0 0,3-10-12 0 0,0 0 0 0 0,1 1 0 0 0,1 0 0 0 0,1 0 0 0 0,0 0 0 0 0,2 1 0 0 0,0 0 0 0 0,0 1 0 0 0,2 0 0 0 0,0 0-1 0 0,24-25 1 0 0,-32 38-3 0 0,0 0 0 0 0,1 0 0 0 0,0 0-1 0 0,0 0 1 0 0,0 0 0 0 0,0 1-1 0 0,0 0 1 0 0,0 0 0 0 0,1 0-1 0 0,-1 0 1 0 0,1 1 0 0 0,-1-1 0 0 0,1 1-1 0 0,0 1 1 0 0,8-2 0 0 0,-10 2 11 0 0,0 1-1 0 0,1-1 1 0 0,-1 1 0 0 0,0-1 0 0 0,1 1 0 0 0,-1 0 0 0 0,0 0-1 0 0,0 0 1 0 0,0 1 0 0 0,0-1 0 0 0,0 1 0 0 0,0 0 0 0 0,0-1-1 0 0,-1 1 1 0 0,1 0 0 0 0,-1 1 0 0 0,1-1 0 0 0,-1 0 0 0 0,0 1-1 0 0,0 0 1 0 0,0-1 0 0 0,0 1 0 0 0,2 4 0 0 0,1 3 105 0 0,0 1 0 0 0,-1 0 1 0 0,0 0-1 0 0,-1 0 1 0 0,0 0-1 0 0,-1 0 0 0 0,0 1 1 0 0,0 13-1 0 0,-4 97 369 0 0,-2-46-373 0 0,4-75-106 0 0,1 0 1 0 0,-1 1 0 0 0,0-1-1 0 0,0 0 1 0 0,0 0-1 0 0,1 0 1 0 0,-1 0 0 0 0,1 1-1 0 0,-1-1 1 0 0,1 0-1 0 0,-1 0 1 0 0,1 0 0 0 0,-1 0-1 0 0,1 0 1 0 0,0 0-1 0 0,0 0 1 0 0,0 0 0 0 0,-1 0-1 0 0,1-1 1 0 0,0 1-1 0 0,0 0 1 0 0,0 0 0 0 0,0-1-1 0 0,0 1 1 0 0,0-1-1 0 0,1 1 1 0 0,-1-1 0 0 0,0 1-1 0 0,0-1 1 0 0,0 0-1 0 0,0 1 1 0 0,1-1 0 0 0,-1 0-1 0 0,0 0 1 0 0,0 0-1 0 0,0 0 1 0 0,1 0 0 0 0,-1 0-1 0 0,0 0 1 0 0,0-1-1 0 0,2 1 1 0 0,5-1 4 0 0,-1-1 1 0 0,1 1-1 0 0,0-1 1 0 0,13-6-1 0 0,4-3-5 0 0,-1-2 0 0 0,-1-1 0 0 0,0 0 0 0 0,0-2 0 0 0,37-34 0 0 0,-29 20 1 0 0,-2-2 0 0 0,51-68 0 0 0,-79 99-3 0 0,29-47 0 0 0,-28 44 0 0 0,0-1-1 0 0,0 1 1 0 0,0-1 0 0 0,0 0-1 0 0,-1 0 1 0 0,0 0 0 0 0,0 0-1 0 0,1-9 1 0 0,-2 13-1 0 0,0 1-1 0 0,0-1 1 0 0,0 0 0 0 0,1 0 0 0 0,-1 0-1 0 0,0 0 1 0 0,0 0 0 0 0,0 0 0 0 0,0 0-1 0 0,-1 0 1 0 0,1 0 0 0 0,0 0 0 0 0,0 0 0 0 0,-1 1-1 0 0,1-1 1 0 0,0 0 0 0 0,-1 0 0 0 0,1 0-1 0 0,0 0 1 0 0,-1 1 0 0 0,0-1 0 0 0,1 0-1 0 0,-1 0 1 0 0,1 1 0 0 0,-1-1 0 0 0,0 0-1 0 0,1 1 1 0 0,-2-1 0 0 0,1 0 1 0 0,0 0-1 0 0,0 1 1 0 0,0-1 0 0 0,0 1-1 0 0,0-1 1 0 0,0 1 0 0 0,-1 0-1 0 0,1-1 1 0 0,0 1 0 0 0,0 0-1 0 0,0 0 1 0 0,-1 0 0 0 0,1 0-1 0 0,0 0 1 0 0,0 0 0 0 0,0 0-1 0 0,-1 0 1 0 0,1 0-1 0 0,0 1 1 0 0,0-1 0 0 0,0 0-1 0 0,-3 2 1 0 0,1-1-1 0 0,-4 2 6 0 0,1 0-1 0 0,-1 0 1 0 0,1 0 0 0 0,0 1-1 0 0,0 0 1 0 0,0 0-1 0 0,0 1 1 0 0,1-1 0 0 0,-1 1-1 0 0,1 0 1 0 0,-4 7-1 0 0,-6 6 19 0 0,2 1 0 0 0,-13 21 0 0 0,18-25 2 0 0,0 0 1 0 0,1 0 0 0 0,0 1-1 0 0,1 0 1 0 0,1 0 0 0 0,-6 32-1 0 0,10-43-13 0 0,1 1 0 0 0,0 0 0 0 0,0 0 0 0 0,0-1 0 0 0,0 1 0 0 0,1 0 0 0 0,0-1 0 0 0,0 1 0 0 0,1-1 0 0 0,3 9 0 0 0,-3-10-4 0 0,0-1-1 0 0,0 1 1 0 0,0 0-1 0 0,1-1 1 0 0,0 0-1 0 0,0 1 1 0 0,0-1-1 0 0,0 0 1 0 0,0-1-1 0 0,0 1 1 0 0,1 0-1 0 0,0-1 1 0 0,-1 0 0 0 0,1 0-1 0 0,6 3 1 0 0,3-1-41 0 0,-1 0 1 0 0,1-1-1 0 0,0 0 1 0 0,0-1-1 0 0,0 0 1 0 0,22 0-1 0 0,82-10-1506 0 0,-91 6 951 0 0,126-21-3848 0 0,-53 0-1393 0 0,-36 5-566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420 183 2484 0 0,'-22'5'2686'0'0,"8"-2"-1350"0"0,1-1-1 0 0,0 2 1 0 0,0 0 0 0 0,1 0-1 0 0,-1 2 1 0 0,1-1 0 0 0,0 1-1 0 0,-21 16 1 0 0,31-21-1213 0 0,1 0 0 0 0,-1 1 0 0 0,1 0 0 0 0,-1-1 0 0 0,1 1 0 0 0,0 0-1 0 0,0-1 1 0 0,0 1 0 0 0,0 0 0 0 0,0 0 0 0 0,0 0 0 0 0,1 0 0 0 0,-1 0 0 0 0,1 0 0 0 0,-1 0 0 0 0,1 0 0 0 0,0 0 0 0 0,-1 0 0 0 0,1 1 0 0 0,1 2-1 0 0,-1-4-88 0 0,0 0 0 0 0,0 0-1 0 0,1 1 1 0 0,-1-1 0 0 0,1 0-1 0 0,-1 0 1 0 0,1 0 0 0 0,-1 0-1 0 0,1 0 1 0 0,-1 0 0 0 0,1 0-1 0 0,0 0 1 0 0,0 0 0 0 0,-1 0-1 0 0,1 0 1 0 0,0-1 0 0 0,0 1-1 0 0,0 0 1 0 0,0 0 0 0 0,0-1-1 0 0,0 1 1 0 0,0-1 0 0 0,0 1-1 0 0,0-1 1 0 0,1 1 0 0 0,-1-1-1 0 0,0 0 1 0 0,0 1 0 0 0,0-1-1 0 0,0 0 1 0 0,1 0 0 0 0,-1 0-1 0 0,0 0 1 0 0,0 0 0 0 0,0 0-1 0 0,2-1 1 0 0,3 1 4 0 0,0 0 0 0 0,0 0-1 0 0,0-1 1 0 0,0 0 0 0 0,9-3 0 0 0,-8 1-24 0 0,1-1 1 0 0,-1 0 0 0 0,0 0 0 0 0,0-1 0 0 0,0 0-1 0 0,0 0 1 0 0,-1 0 0 0 0,0-1 0 0 0,0 0 0 0 0,0 0-1 0 0,-1-1 1 0 0,0 1 0 0 0,6-12 0 0 0,-8 14-19 0 0,-1 0 1 0 0,1-1 0 0 0,-1 1-1 0 0,0-1 1 0 0,-1 0 0 0 0,1 1-1 0 0,-1-1 1 0 0,0 0 0 0 0,0 0 0 0 0,0 0-1 0 0,-1 0 1 0 0,0 0 0 0 0,0 0-1 0 0,0 0 1 0 0,-1 0 0 0 0,1 1-1 0 0,-1-1 1 0 0,0 0 0 0 0,0 0-1 0 0,-1 0 1 0 0,0 1 0 0 0,0-1-1 0 0,-5-8 1 0 0,6 10-2 0 0,-2 0 1 0 0,1 0-1 0 0,0 1 0 0 0,-1-1 1 0 0,1 1-1 0 0,-1-1 0 0 0,0 1 0 0 0,1 0 1 0 0,-1 0-1 0 0,0 0 0 0 0,-1 0 1 0 0,1 1-1 0 0,0-1 0 0 0,0 1 1 0 0,-1 0-1 0 0,-3-1 0 0 0,1 1 0 0 0,0 0 0 0 0,0 1 0 0 0,0 0 0 0 0,0 0-1 0 0,0 0 1 0 0,0 1 0 0 0,1 0 0 0 0,-12 3 0 0 0,1 1 15 0 0,2 0 0 0 0,-1 2 1 0 0,1-1-1 0 0,0 2 0 0 0,0 0 1 0 0,-17 14-1 0 0,12-7 103 0 0,1 2-1 0 0,1 0 1 0 0,0 1-1 0 0,1 0 1 0 0,1 1 0 0 0,1 1-1 0 0,0 1 1 0 0,2 0 0 0 0,0 0-1 0 0,-13 38 1 0 0,23-55-105 0 0,0 1 1 0 0,1-1 0 0 0,0 0-1 0 0,0 1 1 0 0,0-1-1 0 0,1 1 1 0 0,0-1 0 0 0,-1 1-1 0 0,1-1 1 0 0,1 1 0 0 0,-1-1-1 0 0,1 1 1 0 0,0-1-1 0 0,0 1 1 0 0,0-1 0 0 0,0 0-1 0 0,1 1 1 0 0,0-1-1 0 0,0 0 1 0 0,0 0 0 0 0,0 0-1 0 0,1-1 1 0 0,-1 1 0 0 0,1 0-1 0 0,0-1 1 0 0,0 0-1 0 0,0 1 1 0 0,1-1 0 0 0,-1-1-1 0 0,1 1 1 0 0,0 0-1 0 0,-1-1 1 0 0,1 0 0 0 0,0 0-1 0 0,0 0 1 0 0,1 0 0 0 0,-1-1-1 0 0,0 1 1 0 0,6 0-1 0 0,14 3-387 0 0,1-1-1 0 0,-1-1 0 0 0,1-2 1 0 0,0 0-1 0 0,0-1 0 0 0,32-6 1 0 0,4-3-2095 0 0,82-23-1 0 0,-104 21 1191 0 0,0-3 0 0 0,0 0 0 0 0,-2-3-1 0 0,62-36 1 0 0,-73 36 907 0 0,0-1 0 0 0,-1-1 1 0 0,-1-2-1 0 0,-1 0 0 0 0,0-1 0 0 0,33-45 1 0 0,-47 53 1082 0 0,0 0 0 0 0,14-29 0 0 0,-20 37-315 0 0,0-1-1 0 0,-1 0 1 0 0,0 0-1 0 0,0 0 1 0 0,0 0 0 0 0,-1 0-1 0 0,0-1 1 0 0,-1 1-1 0 0,0-8 1 0 0,0 13-245 0 0,0 0 0 0 0,0 1 0 0 0,0-1 0 0 0,0 0-1 0 0,-1 1 1 0 0,1-1 0 0 0,0 0 0 0 0,-1 1 0 0 0,0-1 0 0 0,1 1 0 0 0,-1-1-1 0 0,0 1 1 0 0,0-1 0 0 0,0 1 0 0 0,0-1 0 0 0,0 1 0 0 0,0 0 0 0 0,0 0-1 0 0,0 0 1 0 0,-1-1 0 0 0,1 1 0 0 0,-2-1 0 0 0,1 1 4 0 0,0 1-1 0 0,-1-1 1 0 0,1 1 0 0 0,0-1 0 0 0,0 1 0 0 0,-1 0 0 0 0,1-1 0 0 0,0 1-1 0 0,-1 0 1 0 0,1 1 0 0 0,0-1 0 0 0,0 0 0 0 0,-1 1 0 0 0,-2 0 0 0 0,-4 2 181 0 0,-1 1 1 0 0,1 0 0 0 0,0 0-1 0 0,1 1 1 0 0,-1 0 0 0 0,-11 10-1 0 0,-4 5 60 0 0,0 1 0 0 0,2 2 0 0 0,1 0-1 0 0,-21 29 1 0 0,30-36-297 0 0,1 2 1 0 0,1-1-1 0 0,0 1 0 0 0,1 0 0 0 0,1 1 0 0 0,1 0 1 0 0,-7 29-1 0 0,13-44-87 0 0,0 0 0 0 0,0 0 0 0 0,1-1 0 0 0,-1 1 0 0 0,1 0 0 0 0,0 0 0 0 0,0 0 0 0 0,1 0 0 0 0,-1 0 0 0 0,1 0 0 0 0,0-1 0 0 0,0 1 0 0 0,0 0 0 0 0,0 0 0 0 0,1-1 0 0 0,-1 1 0 0 0,1-1 0 0 0,0 1 0 0 0,5 5 0 0 0,-5-6-17 0 0,1-1 0 0 0,0 1 0 0 0,1-1 0 0 0,-1 0 0 0 0,0 0 0 0 0,1 0 0 0 0,-1-1 0 0 0,1 1 0 0 0,-1-1 0 0 0,1 0 0 0 0,0 0 0 0 0,0 0 0 0 0,-1 0 0 0 0,1-1 0 0 0,0 1 0 0 0,0-1 0 0 0,0 0 0 0 0,0 0 0 0 0,-1-1 0 0 0,6 0 0 0 0,1-1-102 0 0,0 0-1 0 0,0 0 1 0 0,0-1-1 0 0,0 0 0 0 0,-1-1 1 0 0,1 0-1 0 0,-1-1 0 0 0,0 1 1 0 0,12-10-1 0 0,-9 4-75 0 0,1 0 1 0 0,-2 0-1 0 0,1-2 0 0 0,-2 1 0 0 0,15-20 1 0 0,-5-1 20 0 0,0-1 1 0 0,-2-1 0 0 0,-2-1 0 0 0,15-44 0 0 0,-23 64 845 0 0,-7 24-129 0 0,-7 36 418 0 0,5-36-611 0 0,-22 123 2211 0 0,-46 143 0 0 0,31-131-1907 0 0,-45 203 283 0 0,79-331-1075 0 0,1-5-505 0 0,1-1-1 0 0,0 1 1 0 0,0 0 0 0 0,1-1-1 0 0,0 1 1 0 0,1 12 0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3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42 116 2388 0 0,'5'-16'2254'0'0,"0"1"418"0"0,-1 0-1 0 0,0-1 1 0 0,5-30 5178 0 0,-5 63-6044 0 0,-7 58 651 0 0,-13 90 0 0 0,-25 73-1805 0 0,36-211-438 0 0,-1-2-22 0 0,5-22-98 0 0,2-15-99 0 0,7-24-140 0 0,2 1 1 0 0,27-67-1 0 0,-31 87 121 0 0,71-156-315 0 0,-65 149 284 0 0,1 0 0 0 0,1 0 0 0 0,2 2 0 0 0,0-1 0 0 0,23-22 0 0 0,-35 39 43 0 0,1 1-1 0 0,-1-1 1 0 0,0 1 0 0 0,1 0-1 0 0,0 0 1 0 0,0 0 0 0 0,0 1-1 0 0,0-1 1 0 0,0 1-1 0 0,0 1 1 0 0,0-1 0 0 0,9-1-1 0 0,-11 3 20 0 0,0 0 0 0 0,-1 0 0 0 0,1 0-1 0 0,0 0 1 0 0,0 0 0 0 0,-1 1-1 0 0,1-1 1 0 0,0 1 0 0 0,-1 0 0 0 0,1 0-1 0 0,-1 0 1 0 0,1 0 0 0 0,-1 0 0 0 0,1 1-1 0 0,-1-1 1 0 0,0 1 0 0 0,0-1-1 0 0,1 1 1 0 0,-1 0 0 0 0,0 0 0 0 0,-1 0-1 0 0,1 0 1 0 0,0 0 0 0 0,0 0-1 0 0,2 5 1 0 0,1 3 40 0 0,-1-1-1 0 0,0 1 1 0 0,0 0 0 0 0,0 1-1 0 0,-2-1 1 0 0,1 0-1 0 0,-1 1 1 0 0,-1 0 0 0 0,0-1-1 0 0,0 12 1 0 0,-2 14-36 0 0,-10 60 0 0 0,0-8-2225 0 0,10-77 832 0 0,1 10-2226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3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320 143 1636 0 0,'12'-135'14442'0'0,"-12"133"-14120"0"0,-3 0 57 0 0,3 2-371 0 0,0-1 1 0 0,0 1 0 0 0,-1 0 0 0 0,1 0-1 0 0,0 0 1 0 0,0 0 0 0 0,0-1 0 0 0,0 1-1 0 0,0 0 1 0 0,0 0 0 0 0,-1 0 0 0 0,1 0-1 0 0,0 0 1 0 0,0 0 0 0 0,0-1 0 0 0,0 1-1 0 0,-1 0 1 0 0,1 0 0 0 0,0 0 0 0 0,0 0-1 0 0,0 0 1 0 0,0 0 0 0 0,-1 0 0 0 0,1 0-1 0 0,0 0 1 0 0,0 0 0 0 0,0 0 0 0 0,-1 0 0 0 0,1 0-1 0 0,0 0 1 0 0,0 0 0 0 0,0 0 0 0 0,-1 0-1 0 0,1 0 1 0 0,0 0 0 0 0,0 0 0 0 0,0 0-1 0 0,0 1 1 0 0,-1-1 0 0 0,1 0 0 0 0,-15 8 116 0 0,1 0 0 0 0,-1 1 0 0 0,2 1 0 0 0,-1 0 0 0 0,2 1 0 0 0,-1 0 1 0 0,1 1-1 0 0,1 0 0 0 0,-19 28 0 0 0,28-38-117 0 0,1 0 0 0 0,-1 1-1 0 0,1-1 1 0 0,0 1 0 0 0,0 0 0 0 0,0-1-1 0 0,0 1 1 0 0,0 0 0 0 0,0-1 0 0 0,1 1 0 0 0,-1 0-1 0 0,1 0 1 0 0,0 0 0 0 0,0-1 0 0 0,0 1-1 0 0,0 0 1 0 0,1 0 0 0 0,-1 0 0 0 0,1 0-1 0 0,-1-1 1 0 0,1 1 0 0 0,0 0 0 0 0,0-1 0 0 0,0 1-1 0 0,1-1 1 0 0,-1 1 0 0 0,1-1 0 0 0,-1 1-1 0 0,3 2 1 0 0,6 6 50 0 0,1 0-1 0 0,-1-1 0 0 0,2 0 1 0 0,19 13-1 0 0,-2 0 354 0 0,-16-13-80 0 0,0 2 1 0 0,-1-1-1 0 0,0 2 1 0 0,-1-1-1 0 0,-1 2 1 0 0,17 27-1 0 0,-25-38-218 0 0,0 1 0 0 0,0 0 0 0 0,0 0 0 0 0,-1 0 0 0 0,1 0 0 0 0,-1 0-1 0 0,0 1 1 0 0,-1-1 0 0 0,1 0 0 0 0,-1 1 0 0 0,0-1 0 0 0,0 0 0 0 0,0 0 0 0 0,0 1 0 0 0,-1-1 0 0 0,0 0 0 0 0,0 0 0 0 0,0 1-1 0 0,0-1 1 0 0,-1 0 0 0 0,1 0 0 0 0,-1 0 0 0 0,0-1 0 0 0,0 1 0 0 0,-1 0 0 0 0,1-1 0 0 0,-1 1 0 0 0,0-1 0 0 0,0 0 0 0 0,0 0-1 0 0,0 0 1 0 0,-4 3 0 0 0,-3 1 31 0 0,1 0-1 0 0,-1-1 0 0 0,0 0 0 0 0,0-1 0 0 0,0 0 1 0 0,-1-1-1 0 0,0 0 0 0 0,0 0 0 0 0,0-1 0 0 0,0-1 1 0 0,-1 0-1 0 0,1 0 0 0 0,-1-1 0 0 0,-17-1 0 0 0,21 0-137 0 0,0-1 0 0 0,0 0-1 0 0,0 0 1 0 0,0-1-1 0 0,0 0 1 0 0,0 0-1 0 0,0-1 1 0 0,1 0-1 0 0,-1 0 1 0 0,1-1-1 0 0,0 0 1 0 0,0 0 0 0 0,0-1-1 0 0,0 0 1 0 0,1 0-1 0 0,0 0 1 0 0,0-1-1 0 0,0 0 1 0 0,1 0-1 0 0,0-1 1 0 0,-6-8 0 0 0,10 12-156 0 0,-1 0 0 0 0,0 0 1 0 0,1 0-1 0 0,0 0 0 0 0,0 0 1 0 0,0 0-1 0 0,0 0 1 0 0,0 0-1 0 0,0-1 0 0 0,1 1 1 0 0,0 0-1 0 0,-1 0 0 0 0,1-1 1 0 0,0 1-1 0 0,1 0 1 0 0,-1-1-1 0 0,1 1 0 0 0,-1 0 1 0 0,1 0-1 0 0,0 0 0 0 0,0 0 1 0 0,0-1-1 0 0,1 1 1 0 0,-1 1-1 0 0,1-1 0 0 0,0 0 1 0 0,0 0-1 0 0,0 1 0 0 0,3-4 1 0 0,3-2-1545 0 0,0 1 0 0 0,0 0 0 0 0,1 0 0 0 0,0 1 0 0 0,0 0 0 0 0,1 1 0 0 0,15-7 0 0 0,-2 2-5498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5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98 104 0 0,'0'0'7171'0'0,"0"-27"-2025"0"0,-1 24-4699 0 0,-1 0 0 0 0,0 0-1 0 0,0 0 1 0 0,-1 0 0 0 0,1 0-1 0 0,-6-4 1 0 0,5 5-407 0 0,0-1 0 0 0,0 1 0 0 0,0 0 0 0 0,0 0 0 0 0,-1 0 0 0 0,1 1 0 0 0,-1-1 0 0 0,1 1 0 0 0,-1 0-1 0 0,0 0 1 0 0,0 0 0 0 0,1 1 0 0 0,-1-1 0 0 0,0 1 0 0 0,0 0 0 0 0,0 0 0 0 0,1 0 0 0 0,-1 0 0 0 0,0 1 0 0 0,0 0 0 0 0,0-1 0 0 0,1 1 0 0 0,-1 1 0 0 0,1-1-1 0 0,-1 0 1 0 0,1 1 0 0 0,-1 0 0 0 0,1 0 0 0 0,0 0 0 0 0,0 0 0 0 0,-6 6 0 0 0,-2 2 33 0 0,0 0 0 0 0,1 1-1 0 0,0 0 1 0 0,1 1 0 0 0,0 0 0 0 0,-13 27 0 0 0,10-17-24 0 0,1 0 0 0 0,1 2-1 0 0,1-1 1 0 0,1 1 0 0 0,1 0 0 0 0,1 1 0 0 0,1 0 0 0 0,-3 42 0 0 0,8-60-35 0 0,1 0-1 0 0,-1-1 0 0 0,1 1 0 0 0,0-1 1 0 0,0 1-1 0 0,1-1 0 0 0,0 0 0 0 0,0 1 1 0 0,1-1-1 0 0,4 8 0 0 0,-6-12-9 0 0,1 1 1 0 0,0-1-1 0 0,-1 0 0 0 0,1 1 0 0 0,0-1 0 0 0,0 0 1 0 0,1 0-1 0 0,-1-1 0 0 0,0 1 0 0 0,1 0 1 0 0,-1-1-1 0 0,1 1 0 0 0,-1-1 0 0 0,1 0 0 0 0,0 0 1 0 0,0 0-1 0 0,-1 0 0 0 0,1-1 0 0 0,0 1 0 0 0,0-1 1 0 0,0 1-1 0 0,0-1 0 0 0,0 0 0 0 0,0 0 0 0 0,4-1 1 0 0,1-1-1 0 0,-1 0-1 0 0,1 0 1 0 0,-1-1 0 0 0,1 0 0 0 0,-1 0 0 0 0,0-1 0 0 0,-1 1 0 0 0,1-2-1 0 0,-1 1 1 0 0,1-1 0 0 0,-1 0 0 0 0,0 0 0 0 0,-1-1 0 0 0,0 1 0 0 0,8-11-1 0 0,2-5 7 0 0,0 0-1 0 0,-2-1 0 0 0,16-34 0 0 0,8-39 56 0 0,7-11-202 0 0,-44 105 111 0 0,0 3 4 0 0,-3 86 168 0 0,1-69-95 0 0,0 0 0 0 0,2 1 0 0 0,0 0 0 0 0,2-1 0 0 0,0 0 0 0 0,1 1 0 0 0,8 25 0 0 0,-11-43-43 0 0,1 1-1 0 0,0-1 1 0 0,0 1-1 0 0,0-1 1 0 0,1 0-1 0 0,-1 0 1 0 0,0 1-1 0 0,1-1 1 0 0,-1 0-1 0 0,1 0 1 0 0,0 0-1 0 0,0-1 1 0 0,0 1-1 0 0,0 0 1 0 0,0-1-1 0 0,0 1 1 0 0,0-1-1 0 0,1 0 1 0 0,-1 0-1 0 0,0 0 1 0 0,1 0-1 0 0,-1 0 1 0 0,1 0-1 0 0,-1 0 1 0 0,1-1-1 0 0,-1 0 0 0 0,1 1 1 0 0,0-1-1 0 0,-1 0 1 0 0,4 0-1 0 0,-2-1 7 0 0,0 1 0 0 0,1-1-1 0 0,-1 0 1 0 0,0 0-1 0 0,0-1 1 0 0,0 1 0 0 0,0-1-1 0 0,0 0 1 0 0,-1 0-1 0 0,1 0 1 0 0,0 0 0 0 0,-1-1-1 0 0,0 0 1 0 0,1 1-1 0 0,-1-1 1 0 0,0 0-1 0 0,3-5 1 0 0,5-9-17 0 0,-2 1 0 0 0,0-1 1 0 0,-1-1-1 0 0,0 0 0 0 0,-2 0 0 0 0,0 0 0 0 0,-1-1 0 0 0,-1 1 1 0 0,0-1-1 0 0,-2 0 0 0 0,0-1 0 0 0,-1 1 0 0 0,-1 0 0 0 0,-1 0 1 0 0,-3-20-1 0 0,3 33-16 0 0,0 0 1 0 0,-1 0 0 0 0,1 1-1 0 0,-1-1 1 0 0,-4-8 0 0 0,5 13-2 0 0,-6-6-65 0 0,7 8 85 0 0,0-1 0 0 0,0 1-1 0 0,0 0 1 0 0,0-1 0 0 0,-1 1 0 0 0,1-1-1 0 0,0 1 1 0 0,0-1 0 0 0,0 1 0 0 0,0 0 0 0 0,0-1-1 0 0,1 1 1 0 0,-1-1 0 0 0,0 1 0 0 0,0 0-1 0 0,0-1 1 0 0,0 1 0 0 0,1-1 0 0 0,-1 1 0 0 0,1 0-1 0 0,3 3 3 0 0,1 0 0 0 0,0-1 0 0 0,0 0 0 0 0,0 0 0 0 0,0 0-1 0 0,0 0 1 0 0,1-1 0 0 0,-1 0 0 0 0,1 0 0 0 0,0 0 0 0 0,0-1 0 0 0,-1 1-1 0 0,1-2 1 0 0,0 1 0 0 0,0-1 0 0 0,10 0 0 0 0,-4 1 0 0 0,11-2 27 0 0,1 0 0 0 0,0-1-1 0 0,-1-1 1 0 0,1-2 0 0 0,27-8 0 0 0,-49 12-15 0 0,4 0 4 0 0,-2 2 12 0 0,-9 9-15 0 0,-35 47 223 0 0,19-28 47 0 0,1 0 0 0 0,1 2 0 0 0,1 0 0 0 0,2 1 0 0 0,-13 36 1 0 0,29-67-280 0 0,-3 5 37 0 0,1 1 0 0 0,1-1 1 0 0,-1 1-1 0 0,1 0 0 0 0,0 12 0 0 0,1-17-36 0 0,0-1 0 0 0,0 1 0 0 0,0-1-1 0 0,1 1 1 0 0,-1-1 0 0 0,0 1 0 0 0,1-1 0 0 0,0 1 0 0 0,-1-1-1 0 0,1 1 1 0 0,0-1 0 0 0,0 0 0 0 0,-1 0 0 0 0,1 1-1 0 0,0-1 1 0 0,0 0 0 0 0,1 0 0 0 0,-1 0 0 0 0,0 0-1 0 0,0 0 1 0 0,0 0 0 0 0,1 0 0 0 0,-1 0 0 0 0,0-1-1 0 0,1 1 1 0 0,-1 0 0 0 0,1-1 0 0 0,-1 1 0 0 0,1-1-1 0 0,-1 0 1 0 0,4 1 0 0 0,4 0 1 0 0,1 0 0 0 0,-1-1 0 0 0,1 0 0 0 0,0-1 0 0 0,-1 0 1 0 0,1 0-1 0 0,-1-1 0 0 0,1 0 0 0 0,-1-1 0 0 0,15-6 0 0 0,4-3 0 0 0,-1-1 1 0 0,27-18-1 0 0,-26 13-39 0 0,0-1 1 0 0,-2-1-1 0 0,0-2 1 0 0,-2 0-1 0 0,0-2 1 0 0,-2 0-1 0 0,-1-2 1 0 0,0 0-1 0 0,-2-1 1 0 0,18-36-1 0 0,-34 58 23 0 0,-1 0-1 0 0,0 0 1 0 0,0-1-1 0 0,0 1 1 0 0,0-6-1 0 0,-2 0-5 0 0,-6-2 12 0 0,6 12 7 0 0,-1 0 1 0 0,0 0 0 0 0,0 0-1 0 0,0 0 1 0 0,0 1 0 0 0,0-1-1 0 0,-1 0 1 0 0,1 0 0 0 0,0 1-1 0 0,0-1 1 0 0,0 1 0 0 0,-1-1-1 0 0,1 1 1 0 0,0-1 0 0 0,-1 1-1 0 0,1 0 1 0 0,0 0 0 0 0,-1-1-1 0 0,1 1 1 0 0,0 0 0 0 0,-3 1-1 0 0,0-1 38 0 0,0 1 0 0 0,0 0-1 0 0,0 0 1 0 0,0 1 0 0 0,0-1-1 0 0,0 1 1 0 0,-4 3 0 0 0,-4 2 160 0 0,0 1 1 0 0,1 0-1 0 0,-14 14 1 0 0,8-5 120 0 0,1 0 1 0 0,1 1 0 0 0,-23 34-1 0 0,32-41-220 0 0,-1 0-1 0 0,2 0 1 0 0,-1 1 0 0 0,2-1-1 0 0,-1 1 1 0 0,2 0-1 0 0,0 0 1 0 0,-3 21 0 0 0,5-28-97 0 0,1-1 0 0 0,0 1 0 0 0,0 0 0 0 0,0-1 0 0 0,1 1 0 0 0,0-1 0 0 0,0 1 0 0 0,0-1 0 0 0,0 1 0 0 0,1-1 1 0 0,-1 1-1 0 0,1-1 0 0 0,0 0 0 0 0,1 0 0 0 0,-1 0 0 0 0,1 0 0 0 0,0 0 0 0 0,0-1 0 0 0,0 1 0 0 0,0-1 0 0 0,0 0 0 0 0,1 0 1 0 0,0 0-1 0 0,-1 0 0 0 0,1-1 0 0 0,0 1 0 0 0,0-1 0 0 0,0 0 0 0 0,1 0 0 0 0,6 2 0 0 0,6 1-730 0 0,0-1-1 0 0,0-1 0 0 0,0 0 1 0 0,0-1-1 0 0,1 0 0 0 0,32-3 1 0 0,-27 0-1809 0 0,1-1 0 0 0,-1-1 0 0 0,30-8 0 0 0,-3-4-4804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7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347 322 548 0 0,'-3'0'527'0'0,"1"0"-416"0"0,0 0 0 0 0,0-1-1 0 0,0 1 1 0 0,0 0-1 0 0,0-1 1 0 0,0 1 0 0 0,1-1-1 0 0,-1 0 1 0 0,0 1-1 0 0,0-1 1 0 0,0 0 0 0 0,1 0-1 0 0,-1 0 1 0 0,1-1-1 0 0,-1 1 1 0 0,1 0 0 0 0,-1 0-1 0 0,1-1 1 0 0,0 1-1 0 0,-1-1 1 0 0,1 1 0 0 0,0-1-1 0 0,0 0 1 0 0,-1-1-1 0 0,-4-16 1234 0 0,0 1-1 0 0,2-1 1 0 0,0 0-1 0 0,-2-25 0 0 0,4 20 1882 0 0,-12-44 0 0 0,11 59-2265 0 0,3 8-838 0 0,0-1 0 0 0,-1 0 0 0 0,1 1 0 0 0,-1-1 0 0 0,1 1 0 0 0,-1-1 0 0 0,0 1 0 0 0,0-1 0 0 0,0 1 0 0 0,0-1 0 0 0,-2-1-1 0 0,2 1 211 0 0,-18 7 346 0 0,15-3-576 0 0,0 0 0 0 0,1 0-1 0 0,-1 0 1 0 0,0 0 0 0 0,1 0 0 0 0,-1 1 0 0 0,1 0 0 0 0,0-1 0 0 0,0 1 0 0 0,-4 5-1 0 0,-23 36 478 0 0,20-29-393 0 0,-19 31 380 0 0,-32 66 1 0 0,50-88-464 0 0,1 1 1 0 0,1 1-1 0 0,1-1 1 0 0,-8 48 0 0 0,15-70-100 0 0,1 0 1 0 0,-1 0-1 0 0,1 0 1 0 0,0-1 0 0 0,0 1-1 0 0,0 0 1 0 0,0 0 0 0 0,1 0-1 0 0,-1 0 1 0 0,1-1-1 0 0,-1 1 1 0 0,1 0 0 0 0,0-1-1 0 0,0 1 1 0 0,1 0 0 0 0,-1-1-1 0 0,0 1 1 0 0,1-1 0 0 0,-1 0-1 0 0,1 1 1 0 0,0-1-1 0 0,0 0 1 0 0,0 0 0 0 0,0 0-1 0 0,0 0 1 0 0,0-1 0 0 0,1 1-1 0 0,-1 0 1 0 0,5 1 0 0 0,-2-1-62 0 0,1 0 1 0 0,-1-1 0 0 0,1 1 0 0 0,-1-1 0 0 0,1-1 0 0 0,0 1-1 0 0,-1-1 1 0 0,1 0 0 0 0,0 0 0 0 0,-1-1 0 0 0,1 0 0 0 0,-1 0-1 0 0,1 0 1 0 0,5-2 0 0 0,7-3-379 0 0,-1-2 0 0 0,0 0 0 0 0,0 0 0 0 0,-1-2 0 0 0,0 0-1 0 0,20-17 1 0 0,82-81-1920 0 0,-72 64 1870 0 0,22-31 398 0 0,-66 73 809 0 0,-18 15 145 0 0,5 4-567 0 0,1 1 0 0 0,0 0 0 0 0,2 1 0 0 0,0 0-1 0 0,1 0 1 0 0,1 1 0 0 0,0 0 0 0 0,2 0-1 0 0,0 0 1 0 0,-1 31 0 0 0,5-48-286 0 0,0-1 0 0 0,0 1-1 0 0,1-1 1 0 0,-1 1 0 0 0,0-1 0 0 0,1 1 0 0 0,0 0-1 0 0,-1-1 1 0 0,1 0 0 0 0,0 1 0 0 0,0-1 0 0 0,0 1-1 0 0,1-1 1 0 0,-1 0 0 0 0,0 0 0 0 0,1 0 0 0 0,0 0-1 0 0,-1 0 1 0 0,1 0 0 0 0,2 2 0 0 0,0-2-3 0 0,-1 0 0 0 0,0-1 0 0 0,1 1 0 0 0,0 0 0 0 0,-1-1 0 0 0,1 0 0 0 0,0 0 0 0 0,-1 0 0 0 0,1 0 0 0 0,0-1 0 0 0,0 0 0 0 0,4 0 1 0 0,4 0-1 0 0,0-1 0 0 0,0 0 0 0 0,-1-1 0 0 0,1-1 1 0 0,-1 0-1 0 0,0 0 0 0 0,20-10 0 0 0,-17 6-45 0 0,-1-1-1 0 0,-1-1 1 0 0,1 0-1 0 0,-2 0 1 0 0,1-2-1 0 0,-1 1 1 0 0,-1-1-1 0 0,0-1 1 0 0,0 0-1 0 0,10-17 1 0 0,-13 18-13 0 0,-1 0 0 0 0,0-1 0 0 0,0 0 0 0 0,-2 0 0 0 0,1-1 0 0 0,-1 1 0 0 0,-1-1 0 0 0,0 0 1 0 0,-1 0-1 0 0,-1 0 0 0 0,0 0 0 0 0,0-17 0 0 0,-3 22 31 0 0,1 0 0 0 0,-1-1 0 0 0,0 2 0 0 0,-1-1-1 0 0,0 0 1 0 0,0 0 0 0 0,-1 1 0 0 0,0 0 0 0 0,0 0 0 0 0,0 0 0 0 0,-1 0 0 0 0,0 0 0 0 0,-1 1-1 0 0,1 0 1 0 0,-1 0 0 0 0,-12-8 0 0 0,9 7 0 0 0,-1 0 0 0 0,0 0-1 0 0,0 1 1 0 0,-1 0 0 0 0,0 1 0 0 0,0 1 0 0 0,0-1 0 0 0,-1 2-1 0 0,1 0 1 0 0,-22-4 0 0 0,29 7 0 0 0,0-1 5 0 0,0 1 0 0 0,0 0-1 0 0,0 0 1 0 0,0 0 0 0 0,0 0 0 0 0,0 0 0 0 0,0 1 0 0 0,-7 2 0 0 0,-7 5 2 0 0,17-6 9 0 0,0-1 6 0 0,1 0-5 0 0,1 0-1 0 0,-1-1 0 0 0,1 1 0 0 0,-1 0 1 0 0,1 0-1 0 0,-1-1 0 0 0,1 1 1 0 0,0 0-1 0 0,-1 0 0 0 0,1-1 0 0 0,0 1 1 0 0,0-1-1 0 0,1 2 0 0 0,16 1 3 0 0,1 0 0 0 0,-1-1-1 0 0,1-1 1 0 0,34-2 0 0 0,3 1-10 0 0,-27 0 6 0 0,0 1 0 0 0,0 2 0 0 0,0 1 0 0 0,0 1 0 0 0,39 13 0 0 0,-60-15 11 0 0,-1 0-1 0 0,1 1 1 0 0,-1 0 0 0 0,-1 0-1 0 0,1 0 1 0 0,0 1 0 0 0,-1 0 0 0 0,0 0-1 0 0,0 0 1 0 0,8 11 0 0 0,-10-11 28 0 0,-1 1 0 0 0,1 0 0 0 0,-1 0 0 0 0,0 0 1 0 0,-1 0-1 0 0,0 1 0 0 0,0-1 0 0 0,0 1 0 0 0,0-1 0 0 0,-1 1 1 0 0,0 0-1 0 0,-1-1 0 0 0,0 1 0 0 0,0 9 0 0 0,-3 6 84 0 0,0 0-1 0 0,-1 0 0 0 0,-2-1 0 0 0,0 0 0 0 0,-1 0 0 0 0,-1 0 1 0 0,-15 28-1 0 0,15-39-38 0 0,3-13-87 0 0,4-18-51 0 0,5-1-42 0 0,1 0-1 0 0,1 1 0 0 0,1 0 1 0 0,1 0-1 0 0,1 0 0 0 0,13-21 1 0 0,-16 32 60 0 0,7-15 8 0 0,2 1 0 0 0,1 0 0 0 0,1 1 0 0 0,1 1-1 0 0,1 1 1 0 0,1 1 0 0 0,1 0 0 0 0,44-31 0 0 0,-62 48 20 0 0,0 1-1 0 0,1 0 1 0 0,0 0 0 0 0,-1 0 0 0 0,1 0 0 0 0,0 0-1 0 0,0 1 1 0 0,0 0 0 0 0,0 0 0 0 0,1 0 0 0 0,-1 0 0 0 0,0 1-1 0 0,8-1 1 0 0,-10 1 24 0 0,0 1-1 0 0,0-1 1 0 0,0 1 0 0 0,0-1-1 0 0,-1 1 1 0 0,1 0-1 0 0,0 0 1 0 0,-1 0-1 0 0,1 0 1 0 0,0 0 0 0 0,-1 0-1 0 0,1 0 1 0 0,-1 0-1 0 0,0 1 1 0 0,1-1 0 0 0,-1 0-1 0 0,0 1 1 0 0,0-1-1 0 0,0 1 1 0 0,0-1-1 0 0,0 1 1 0 0,0 0 0 0 0,0 0-1 0 0,-1-1 1 0 0,1 1-1 0 0,-1 0 1 0 0,1 0-1 0 0,-1 0 1 0 0,0-1 0 0 0,1 1-1 0 0,-1 3 1 0 0,1 8 144 0 0,-1 0 1 0 0,-1 0 0 0 0,1 0-1 0 0,-2 0 1 0 0,0 0 0 0 0,-5 15-1 0 0,-28 78 377 0 0,12-40-354 0 0,17-48-148 0 0,2-8-103 0 0,0 2-1 0 0,1-1 0 0 0,1 0 0 0 0,-1 0 0 0 0,1 15 0 0 0,2-26 13 0 0,0 1 1 0 0,0 0-1 0 0,0 0 1 0 0,1 0-1 0 0,-1 0 1 0 0,0-1-1 0 0,1 1 1 0 0,-1 0-1 0 0,1 0 1 0 0,-1 0-1 0 0,1-1 1 0 0,-1 1-1 0 0,1 0 0 0 0,0-1 1 0 0,-1 1-1 0 0,1-1 1 0 0,0 1-1 0 0,0-1 1 0 0,-1 1-1 0 0,1-1 1 0 0,0 1-1 0 0,0-1 1 0 0,-1 0-1 0 0,1 1 1 0 0,0-1-1 0 0,0 0 1 0 0,0 0-1 0 0,0 1 1 0 0,0-1-1 0 0,0 0 1 0 0,-1 0-1 0 0,2 0 1 0 0,27-1-1574 0 0,-20-1 1164 0 0,0-1 0 0 0,-1 0 1 0 0,1-1-1 0 0,-1 0 0 0 0,1 0 1 0 0,-1 0-1 0 0,7-7 0 0 0,49-41-1745 0 0,-50 39 1849 0 0,-10 9 301 0 0,135-123-1560 0 0,-113 100 2339 0 0,0-1 1 0 0,41-62 0 0 0,-63 84-297 0 0,0 0 1 0 0,0-1-1 0 0,-1 1 1 0 0,1 0 0 0 0,-2-1-1 0 0,1 0 1 0 0,-1 0-1 0 0,0 0 1 0 0,1-8-1 0 0,-3 14-375 0 0,0 1-1 0 0,0-1 1 0 0,-1 0-1 0 0,1 0 0 0 0,0 0 1 0 0,0 1-1 0 0,-1-1 1 0 0,1 0-1 0 0,-1 1 0 0 0,1-1 1 0 0,-1 0-1 0 0,1 1 1 0 0,-1-1-1 0 0,1 0 0 0 0,-1 1 1 0 0,0-1-1 0 0,1 1 1 0 0,-1-1-1 0 0,0 1 0 0 0,1 0 1 0 0,-1-1-1 0 0,0 1 1 0 0,0 0-1 0 0,1-1 0 0 0,-1 1 1 0 0,0 0-1 0 0,0 0 1 0 0,0 0-1 0 0,1-1 0 0 0,-1 1 1 0 0,0 0-1 0 0,0 0 1 0 0,-1 1-1 0 0,-24 0 667 0 0,20 1-644 0 0,-1 0-1 0 0,1 0 1 0 0,0 1 0 0 0,0-1 0 0 0,1 1 0 0 0,-1 1 0 0 0,0-1 0 0 0,1 1 0 0 0,0 0 0 0 0,0 0 0 0 0,0 1 0 0 0,1-1 0 0 0,-6 7 0 0 0,7-7-48 0 0,1-1 0 0 0,0 1 0 0 0,-1 0 0 0 0,1 0 0 0 0,0 0 0 0 0,1 0 0 0 0,-1 0 0 0 0,1 0 1 0 0,0 1-1 0 0,0-1 0 0 0,0 0 0 0 0,0 1 0 0 0,1-1 0 0 0,0 0 0 0 0,0 1 0 0 0,0-1 0 0 0,0 1 0 0 0,1-1 0 0 0,2 8 0 0 0,1 2 20 0 0,1-1 0 0 0,1 0-1 0 0,1 0 1 0 0,0 0 0 0 0,10 14-1 0 0,49 57 169 0 0,-24-33 218 0 0,-38-46-172 0 0,0 0-1 0 0,-1 0 0 0 0,0 0 1 0 0,0 1-1 0 0,0-1 0 0 0,0 1 1 0 0,1 7-1 0 0,-3-12-187 0 0,-1 1-1 0 0,0 0 1 0 0,1-1-1 0 0,-1 1 0 0 0,0-1 1 0 0,0 1-1 0 0,0 0 1 0 0,-1-1-1 0 0,1 1 1 0 0,0 0-1 0 0,-1-1 1 0 0,1 1-1 0 0,-1-1 0 0 0,1 1 1 0 0,-1-1-1 0 0,1 1 1 0 0,-1-1-1 0 0,0 0 1 0 0,0 1-1 0 0,0-1 1 0 0,0 0-1 0 0,0 1 0 0 0,0-1 1 0 0,0 0-1 0 0,-1 0 1 0 0,1 0-1 0 0,0 0 1 0 0,-1 0-1 0 0,1 0 1 0 0,0-1-1 0 0,-3 2 1 0 0,-3 1 11 0 0,-1 1 0 0 0,0-2 0 0 0,0 1 0 0 0,-1-1 1 0 0,1 0-1 0 0,0-1 0 0 0,-1 0 0 0 0,1 0 1 0 0,-1-1-1 0 0,-14-1 0 0 0,13 0-629 0 0,0 0 0 0 0,-1-1 0 0 0,1-1 0 0 0,-17-5 0 0 0,26 8 284 0 0,0-1 1 0 0,0 1-1 0 0,0 0 1 0 0,0-1-1 0 0,0 1 1 0 0,0-1-1 0 0,1 1 1 0 0,-1-1-1 0 0,0 1 1 0 0,0-1-1 0 0,1 1 1 0 0,-1-1 0 0 0,0 0-1 0 0,1 1 1 0 0,-1-1-1 0 0,0 0 1 0 0,1 0-1 0 0,-1 1 1 0 0,1-1-1 0 0,-1 0 1 0 0,1 0-1 0 0,0 0 1 0 0,-1 0-1 0 0,1 0 1 0 0,0 1-1 0 0,0-1 1 0 0,-1 0-1 0 0,1-1 1 0 0,1-1-579 0 0,-1 1-1 0 0,1 0 1 0 0,-1 0-1 0 0,1 0 1 0 0,0 0 0 0 0,0 0-1 0 0,0 0 1 0 0,0 0 0 0 0,2-3-1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7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70 140 0 0,'19'-22'5392'0'0,"23"-26"13267"0"0,-41 49-18481 0 0,-1 0 0 0 0,1 0 0 0 0,-1 0 0 0 0,1 0 0 0 0,-1 0 0 0 0,0 0 0 0 0,0 0 0 0 0,1 0 0 0 0,-1 0 0 0 0,0 0 0 0 0,0 0 0 0 0,0 0 0 0 0,0 0 0 0 0,0 0 0 0 0,0 1 0 0 0,-1-1 0 0 0,1 1 0 0 0,-7 24 1251 0 0,4-15-574 0 0,-46 182 448 0 0,-25 121 482 0 0,71-287-1785 0 0,5-16 0 0 0,7-3-127 0 0,-8-7-41 0 0,1-1 1 0 0,-1 0 0 0 0,1 0-1 0 0,-1 0 1 0 0,1 0 0 0 0,-1 0 0 0 0,1 0-1 0 0,-1 0 1 0 0,1 0 0 0 0,-1-1-1 0 0,1 1 1 0 0,-1-1 0 0 0,1 1 0 0 0,-1-1-1 0 0,1 1 1 0 0,-1-1 0 0 0,0 0-1 0 0,1 0 1 0 0,-1 0 0 0 0,0 0 0 0 0,0 0-1 0 0,0 0 1 0 0,2-2 0 0 0,28-32-4939 0 0,-25 27 4041 0 0,7-10-4010 0 0,17-29-1 0 0,-6 5-4823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7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138 119 1348 0 0,'-8'-19'2328'0'0,"-3"4"-383"0"0,0 2-369 0 0,-1-1-300 0 0,0 0-248 0 0,-2 4-232 0 0,4 0-164 0 0,0 2-140 0 0,0 1 56 0 0,0 3-368 0 0,-7-1-620 0 0,5 12-1392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8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89 110 744 0 0,'83'-95'18652'0'0,"-83"95"-18586"0"0,1-1-1 0 0,-1 1 1 0 0,0 0 0 0 0,1 0 0 0 0,-1-1-1 0 0,0 1 1 0 0,1 0 0 0 0,-1-1 0 0 0,0 1-1 0 0,0 0 1 0 0,1-1 0 0 0,-1 1 0 0 0,0-1 0 0 0,0 1-1 0 0,0 0 1 0 0,0-1 0 0 0,1 1 0 0 0,-1-1-1 0 0,0 1 1 0 0,0 0 0 0 0,0-1 0 0 0,0 1-1 0 0,0-1 1 0 0,0 1 0 0 0,0 0 0 0 0,0-1 0 0 0,0 1-1 0 0,0-1 1 0 0,-1 1 0 0 0,1 0 0 0 0,0-1-1 0 0,0 0 1 0 0,-13-1 669 0 0,-14 8-467 0 0,21-3-224 0 0,-1 1-1 0 0,1-1 1 0 0,0 1-1 0 0,0 0 0 0 0,0 0 1 0 0,0 1-1 0 0,1 0 1 0 0,0 0-1 0 0,0 0 0 0 0,0 1 1 0 0,1-1-1 0 0,0 1 1 0 0,-5 9-1 0 0,7-11-28 0 0,0 1 0 0 0,0 0 0 0 0,0-1 0 0 0,1 1 0 0 0,-1 0-1 0 0,1-1 1 0 0,1 1 0 0 0,-1 0 0 0 0,1 0 0 0 0,0 0 0 0 0,0 0 0 0 0,0 0 0 0 0,0 0 0 0 0,1 0 0 0 0,0-1 0 0 0,0 1-1 0 0,0 0 1 0 0,1 0 0 0 0,0-1 0 0 0,2 5 0 0 0,9 13 96 0 0,0-1 0 0 0,2-1 0 0 0,0 0 0 0 0,31 30 0 0 0,-29-33 366 0 0,0 2-1 0 0,-1 0 1 0 0,-1 1 0 0 0,21 36-1 0 0,-35-54-402 0 0,0 0-1 0 0,0 0 0 0 0,0 0 0 0 0,-1 0 0 0 0,1 0 0 0 0,-1 0 0 0 0,1 1 0 0 0,-1-1 1 0 0,0 0-1 0 0,0 0 0 0 0,0 0 0 0 0,0 0 0 0 0,0 1 0 0 0,0-1 0 0 0,-1 0 1 0 0,1 0-1 0 0,-1 0 0 0 0,-1 4 0 0 0,0-2-9 0 0,0-1-1 0 0,0 0 1 0 0,0 0 0 0 0,0 0 0 0 0,-1 0-1 0 0,1 0 1 0 0,-1 0 0 0 0,0 0 0 0 0,-6 4-1 0 0,0-1-14 0 0,0-1 0 0 0,0 0-1 0 0,-1-1 1 0 0,0 1 0 0 0,1-2-1 0 0,-2 1 1 0 0,-9 1 0 0 0,9-3-269 0 0,1 0 0 0 0,-1-1 0 0 0,0 0 0 0 0,1-1 0 0 0,-1 0 0 0 0,0-1 0 0 0,-13-2 0 0 0,21 2-118 0 0,1 1-1 0 0,0-1 1 0 0,-1 0 0 0 0,1 0-1 0 0,-1 0 1 0 0,1 0 0 0 0,0-1-1 0 0,0 1 1 0 0,0 0 0 0 0,-1-1-1 0 0,1 1 1 0 0,1-1-1 0 0,-1 0 1 0 0,0 0 0 0 0,-1-2-1 0 0,1 2-246 0 0,1-1 0 0 0,0 1-1 0 0,0 0 1 0 0,1-1-1 0 0,-1 1 1 0 0,0-1 0 0 0,1 1-1 0 0,0-1 1 0 0,-1 1-1 0 0,1-1 1 0 0,0 0 0 0 0,0 1-1 0 0,1-1 1 0 0,-1 1 0 0 0,1-1-1 0 0,-1 1 1 0 0,1-1-1 0 0,1-2 1 0 0,5-16-7560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73 2976 0 0,'0'-20'3291'0'0,"1"15"-1866"0"0,-1 0 1 0 0,0 0-1 0 0,0 0 1 0 0,0 0 0 0 0,0 0-1 0 0,-1-1 1 0 0,-2-5 0 0 0,3 10-1317 0 0,0 1 1 0 0,-1 0 0 0 0,1-1 0 0 0,0 1-1 0 0,0 0 1 0 0,-1-1 0 0 0,1 1 0 0 0,0 0 0 0 0,0-1-1 0 0,-1 1 1 0 0,1 0 0 0 0,0 0 0 0 0,-1-1-1 0 0,1 1 1 0 0,-1 0 0 0 0,1 0 0 0 0,0 0-1 0 0,-1 0 1 0 0,1-1 0 0 0,0 1 0 0 0,-1 0-1 0 0,1 0 1 0 0,-1 0 0 0 0,1 0 0 0 0,0 0 0 0 0,-1 0-1 0 0,1 0 1 0 0,-1 0 0 0 0,1 0 0 0 0,-1 0-1 0 0,1 0 1 0 0,0 1 0 0 0,-1-1 0 0 0,0 0-1 0 0,-9 5 1102 0 0,10-5-1206 0 0,-5 4 442 0 0,1 0-1 0 0,0 0 0 0 0,0 1 0 0 0,0 0 1 0 0,1-1-1 0 0,0 1 0 0 0,0 1 0 0 0,0-1 0 0 0,1 0 1 0 0,-1 1-1 0 0,-2 10 0 0 0,0-4 185 0 0,-25 76 719 0 0,4 1 1 0 0,-24 138 0 0 0,18-29-1351 0 0,26-148 0 0 0,2 99 0 0 0,4-144-308 0 0,0 0 0 0 0,1 0 0 0 0,0 0 0 0 0,0 0 0 0 0,0 0 0 0 0,1 0 0 0 0,-1-1-1 0 0,1 1 1 0 0,0 0 0 0 0,1-1 0 0 0,-1 0 0 0 0,1 1 0 0 0,4 4 0 0 0,-4-6-284 0 0,0 0 1 0 0,1 1-1 0 0,0-2 0 0 0,-1 1 1 0 0,1 0-1 0 0,0-1 0 0 0,0 0 1 0 0,0 0-1 0 0,1 0 0 0 0,-1 0 1 0 0,0-1-1 0 0,1 1 0 0 0,-1-1 1 0 0,1 0-1 0 0,-1-1 0 0 0,1 1 0 0 0,0-1 1 0 0,-1 0-1 0 0,1 0 0 0 0,0 0 1 0 0,-1-1-1 0 0,7 0 0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8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218 187 2008 0 0,'-24'-7'2797'0'0,"0"1"177"0"0,-1-2 0 0 0,1 0 0 0 0,0-1 0 0 0,1-2 0 0 0,-38-22 0 0 0,61 33-2885 0 0,-1-1-1 0 0,0 1 0 0 0,0-1 0 0 0,0 1 0 0 0,0-1 0 0 0,1 0 0 0 0,-1 1 1 0 0,0-1-1 0 0,1 0 0 0 0,-1 0 0 0 0,1 0 0 0 0,-1 1 0 0 0,1-1 1 0 0,-1 0-1 0 0,1 0 0 0 0,-1 0 0 0 0,1 0 0 0 0,0 0 0 0 0,0 0 0 0 0,-1 0 1 0 0,1 0-1 0 0,0 0 0 0 0,0 0 0 0 0,0 0 0 0 0,0 0 0 0 0,0-1 1 0 0,1 0-23 0 0,0 0 0 0 0,-1 0 1 0 0,1 1-1 0 0,0-1 0 0 0,0 1 0 0 0,0-1 1 0 0,1 0-1 0 0,-1 1 0 0 0,0 0 1 0 0,0-1-1 0 0,1 1 0 0 0,-1 0 1 0 0,2-2-1 0 0,5-2-138 0 0,0 1-1 0 0,0-1 1 0 0,0 1-1 0 0,0 0 1 0 0,9-2-1 0 0,7-1-1499 0 0,1 1 0 0 0,26-3 0 0 0,18 2-8359 0 0,-42 5 1459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479 240 2380 0 0,'-92'18'21858'0'0,"89"-18"-20936"0"0,-9 0 3067 0 0,15-5-3951 0 0,0 1 0 0 0,1-1 0 0 0,-1 1 0 0 0,1 0 0 0 0,0 0 0 0 0,9-6 0 0 0,19-21 22 0 0,-28 24-129 0 0,1 0-1 0 0,-1 0 0 0 0,0-1 1 0 0,-1 0-1 0 0,1 1 0 0 0,-2-1 1 0 0,1 0-1 0 0,-1-1 0 0 0,0 1 1 0 0,-1 0-1 0 0,1-17 0 0 0,-2 22 43 0 0,0 0 0 0 0,0-1 0 0 0,0 1 0 0 0,-1 0 0 0 0,1 0-1 0 0,-1 0 1 0 0,0-1 0 0 0,0 1 0 0 0,0 0 0 0 0,-1 0 0 0 0,1 0-1 0 0,-1 0 1 0 0,1 1 0 0 0,-1-1 0 0 0,0 0 0 0 0,0 1 0 0 0,0-1-1 0 0,-1 1 1 0 0,1-1 0 0 0,0 1 0 0 0,-1 0 0 0 0,0 0 0 0 0,1 0 0 0 0,-1 1-1 0 0,0-1 1 0 0,0 1 0 0 0,0-1 0 0 0,0 1 0 0 0,0 0 0 0 0,0 0-1 0 0,0 0 1 0 0,-1 1 0 0 0,-4-1 0 0 0,-4 0 32 0 0,0 0 1 0 0,0 1-1 0 0,-1 0 1 0 0,1 1-1 0 0,0 1 0 0 0,0 0 1 0 0,0 0-1 0 0,0 1 1 0 0,0 1-1 0 0,1 0 0 0 0,-1 1 1 0 0,1 0-1 0 0,0 0 1 0 0,1 2-1 0 0,-1-1 1 0 0,-12 11-1 0 0,4-2 156 0 0,1 1 0 0 0,0 1-1 0 0,1 0 1 0 0,1 2 0 0 0,1 0 0 0 0,0 0 0 0 0,-15 28 0 0 0,23-34-43 0 0,0 0 1 0 0,1 1-1 0 0,0 0 1 0 0,1 0-1 0 0,-6 27 1 0 0,10-37-101 0 0,0 0 0 0 0,0 0 1 0 0,1 0-1 0 0,0 0 0 0 0,0 1 1 0 0,0-1-1 0 0,0 0 0 0 0,0 0 1 0 0,1 0-1 0 0,0 0 1 0 0,0 0-1 0 0,0 0 0 0 0,0 0 1 0 0,1-1-1 0 0,0 1 0 0 0,-1 0 1 0 0,1-1-1 0 0,0 1 0 0 0,1-1 1 0 0,-1 1-1 0 0,1-1 0 0 0,0 0 1 0 0,-1 0-1 0 0,1 0 0 0 0,7 4 1 0 0,-4-3-218 0 0,1 0 1 0 0,-1 0-1 0 0,1-1 1 0 0,0 0-1 0 0,0-1 1 0 0,0 0 0 0 0,0 0-1 0 0,1 0 1 0 0,-1-1-1 0 0,0 0 1 0 0,1 0-1 0 0,10-1 1 0 0,-6 0-468 0 0,-1-2 1 0 0,1 0 0 0 0,0 0 0 0 0,-1-1-1 0 0,1 0 1 0 0,-1-1 0 0 0,13-6-1 0 0,3-5-1277 0 0,-1 0-1 0 0,0-2 0 0 0,-1-1 0 0 0,-1-1 0 0 0,26-25 1 0 0,-10 5-523 0 0,45-56 1 0 0,-65 69 4792 0 0,30-55 6877 0 0,-68 112-5303 0 0,-27 71 729 0 0,-11 55-2249 0 0,55-155-2270 0 0,23-22-42 0 0,20-33-289 0 0,-7 7-22 0 0,43-42 0 0 0,-15 31-12 0 0,-62 57 251 0 0,-1-1 0 0 0,1 0 0 0 0,0 0 0 0 0,0 1 0 0 0,0-1 0 0 0,0 0 0 0 0,0 1 1 0 0,1-1-1 0 0,-1 1 0 0 0,0 0 0 0 0,0-1 0 0 0,0 1 0 0 0,0 0 0 0 0,0-1 0 0 0,1 1 0 0 0,-1 0 0 0 0,0 0 0 0 0,0 0 0 0 0,0 0 1 0 0,1 0-1 0 0,-1 1 0 0 0,0-1 0 0 0,2 1 0 0 0,-1 0 18 0 0,-1 0 1 0 0,1 0-1 0 0,0 0 0 0 0,-1 0 1 0 0,1 0-1 0 0,-1 1 1 0 0,1-1-1 0 0,-1 1 0 0 0,0-1 1 0 0,1 1-1 0 0,-1-1 1 0 0,2 4-1 0 0,0 2 77 0 0,0 0 0 0 0,0-1-1 0 0,-1 1 1 0 0,0 0 0 0 0,0 0 0 0 0,1 10 0 0 0,-2 53 316 0 0,-2-58-515 0 0,1 1 0 0 0,0 0 0 0 0,0-1 0 0 0,1 1 0 0 0,1 0 0 0 0,0-1 0 0 0,1 1 0 0 0,8 21 0 0 0,-10-32-203 0 0,0 0 1 0 0,0 0 0 0 0,0 0-1 0 0,1 0 1 0 0,-1 0 0 0 0,0-1-1 0 0,1 1 1 0 0,0-1-1 0 0,-1 1 1 0 0,1-1 0 0 0,0 1-1 0 0,0-1 1 0 0,0 0-1 0 0,0 0 1 0 0,0 0 0 0 0,0 0-1 0 0,0 0 1 0 0,0 0 0 0 0,2 0-1 0 0,-1-1-514 0 0,0 1 0 0 0,0-1-1 0 0,0 0 1 0 0,0 0 0 0 0,0 0-1 0 0,0-1 1 0 0,0 1 0 0 0,0 0-1 0 0,0-1 1 0 0,0 0 0 0 0,0 0-1 0 0,-1 0 1 0 0,5-2 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130 121 2176 0 0,'-2'-9'1292'0'0,"-1"-13"3153"0"0,-2 0-1 0 0,0 1 1 0 0,-11-26 1940 0 0,14 48-5410 0 0,-1 0-720 0 0,1 1-1 0 0,0-1 1 0 0,-1 1 0 0 0,1 0-1 0 0,0 0 1 0 0,0 0 0 0 0,0 0-1 0 0,0 0 1 0 0,1 0 0 0 0,-1 0-1 0 0,0 0 1 0 0,1 1-1 0 0,0-1 1 0 0,-1 1 0 0 0,1-1-1 0 0,0 1 1 0 0,0-1 0 0 0,-1 6-1 0 0,-3 11 1127 0 0,-4 31 0 0 0,5-24-669 0 0,-15 92-566 0 0,-6 203 1 0 0,25-309-296 0 0,0 0-1 0 0,0 1 1 0 0,1-1 0 0 0,1 0-1 0 0,0 0 1 0 0,1 0 0 0 0,0 0-1 0 0,7 16 1 0 0,-9-24 55 0 0,1 0-1 0 0,1 0 1 0 0,-1 0 0 0 0,1 0-1 0 0,-1 0 1 0 0,1-1 0 0 0,0 1-1 0 0,0-1 1 0 0,0 0 0 0 0,1 0-1 0 0,-1 0 1 0 0,1 0 0 0 0,0-1-1 0 0,0 0 1 0 0,0 1 0 0 0,0-1 0 0 0,0-1-1 0 0,0 1 1 0 0,0 0 0 0 0,1-1-1 0 0,-1 0 1 0 0,1 0 0 0 0,-1 0-1 0 0,1-1 1 0 0,8 0 0 0 0,-2 0-1797 0 0,1-1 1 0 0,-1 0 0 0 0,22-5 0 0 0,10-10-6618 0 0,-8 0-1990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2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46 1548 0 0,'-243'-25'15274'0'0,"224"21"-14030"0"0,16 3-852 0 0,5 0-348 0 0,-1 0-1 0 0,0 0 1 0 0,0 1 0 0 0,1-1 0 0 0,-1 0 0 0 0,1 1 0 0 0,-1-1 0 0 0,1 1 0 0 0,-1-1 0 0 0,1 1-1 0 0,-1 0 1 0 0,1 0 0 0 0,-1-1 0 0 0,1 1 0 0 0,-1 0 0 0 0,3 1 0 0 0,-1-1-4 0 0,107-6-4934 0 0,-78 5 930 0 0,18 0-4018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3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49 600 0 0,'8'-20'11835'0'0,"-14"21"-11283"0"0,4-1-80 0 0,-25 22 2599 0 0,23-20-2711 0 0,1 1 1 0 0,-1-1 0 0 0,1 1-1 0 0,0 0 1 0 0,-5 5 0 0 0,7-6-4 0 0,1-1-301 0 0,-1 0-1 0 0,1 0 1 0 0,-1 0-1 0 0,1 0 1 0 0,0 0 0 0 0,0 1-1 0 0,0-1 1 0 0,0 0-1 0 0,0 0 1 0 0,0 0-1 0 0,0 0 1 0 0,0 1 0 0 0,1 1-1 0 0,5-1-1 0 0,0 1-1 0 0,0-1 1 0 0,0 0-1 0 0,1-1 1 0 0,-1 1-1 0 0,1-1 1 0 0,-1-1-1 0 0,1 1 0 0 0,10-2 1 0 0,68-6 272 0 0,-68 4-311 0 0,511-79 140 0 0,-472 70-596 0 0,-54 12 34 0 0,9-2-443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39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5 150 828 0 0,'-4'15'16390'0'0,"4"-15"-16218"0"0,28-5 588 0 0,-1-1 1 0 0,53-18-1 0 0,-4 0-624 0 0,261-55-53 0 0,-297 70-65 0 0,15-3 767 0 0,-53 12-639 0 0,0-1-126 0 0,4-2 0 0 0,-4 2 30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40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54 312 0 0,'0'0'1308'0'0,"-3"-10"2767"0"0,-7-33 14484 0 0,-23 153-17690 0 0,5-12-629 0 0,-65 195-111 0 0,73-215-83 0 0,-18 147-1 0 0,35-191-13 0 0,2 47-1 0 0,2-65-110 0 0,1-1 1 0 0,0 0-1 0 0,1 0 0 0 0,0 0 0 0 0,8 21 1 0 0,-8-31-151 0 0,-1-1 0 0 0,1 1 0 0 0,0-1 0 0 0,0 0 1 0 0,1 0-1 0 0,-1 0 0 0 0,1 0 0 0 0,0-1 0 0 0,0 1 1 0 0,0-1-1 0 0,0 0 0 0 0,0 0 0 0 0,1 0 0 0 0,-1-1 0 0 0,1 0 1 0 0,0 0-1 0 0,0 0 0 0 0,8 2 0 0 0,10 2-2190 0 0,0-1 0 0 0,43 3 0 0 0,-49-7 1035 0 0,37 4-4759 0 0,-37-6 2505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41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52 114 1800 0 0,'-2'-1'1427'0'0,"-23"-5"2723"0"0,22 6-3245 0 0,0 0-1156 0 0,-16-6 7509 0 0,27 1-7208 0 0,12-2 172 0 0,1 2-1 0 0,38-7 1 0 0,-7 2-108 0 0,149-27 224 0 0,-90 17-1394 0 0,-103 18 410 0 0,-6 2 396 0 0,1-1 0 0 0,-1 1 1 0 0,0-1-1 0 0,0 1 0 0 0,0 0 1 0 0,0 0-1 0 0,0 0 0 0 0,0 0 1 0 0,0 0-1 0 0,0 0 0 0 0,1 0 1 0 0,-1 1-1 0 0,2 0 0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1:4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1 332 0 0,'0'0'14188'0'0,"-24"9"-12783"0"0,-192 79 115 0 0,49-21-3626 0 0,57-18-6111 0 0,92-40 3499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1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 2032 0 0,'-7'-6'15251'0'0,"7"6"-15224"0"0,-1 0 0 0 0,1 0 0 0 0,-1 1-1 0 0,1-1 1 0 0,0 0 0 0 0,-1 0 0 0 0,1 0 0 0 0,0 1 0 0 0,-1-1 0 0 0,1 0 0 0 0,0 0 0 0 0,-1 1 0 0 0,1-1-1 0 0,0 0 1 0 0,0 1 0 0 0,-1-1 0 0 0,1 0 0 0 0,0 1 0 0 0,0-1 0 0 0,0 0 0 0 0,-1 1 0 0 0,1-1 0 0 0,0 0-1 0 0,0 1 1 0 0,0-1 0 0 0,0 1 0 0 0,0-1 0 0 0,0 1 0 0 0,0-1 0 0 0,0 0 0 0 0,0 1 0 0 0,0-1 0 0 0,0 1-1 0 0,0-1 1 0 0,0 2 94 0 0,7 3 138 0 0,-7-4-247 0 0,1 0 0 0 0,0 0 1 0 0,-1 0-1 0 0,1 0 0 0 0,0-1 0 0 0,0 1 0 0 0,0 0 0 0 0,0 0 0 0 0,0-1 0 0 0,0 1 0 0 0,0-1 1 0 0,2 2-1 0 0,17 1 27 0 0,0 0-1 0 0,0-2 1 0 0,41-1 0 0 0,4-1-98 0 0,11 1-4477 0 0,-63 8 1837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1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 1024 0 0,'-180'70'16468'0'0,"179"-70"-16389"0"0,0 0 0 0 0,0 1-1 0 0,0-1 1 0 0,0 0-1 0 0,0 1 1 0 0,0-1 0 0 0,0 1-1 0 0,0-1 1 0 0,0 1-1 0 0,0-1 1 0 0,0 1 0 0 0,0 0-1 0 0,1 0 1 0 0,-1-1 0 0 0,0 1-1 0 0,1 0 1 0 0,-1 0-1 0 0,0 0 1 0 0,0 1 0 0 0,1-1-45 0 0,0-1 1 0 0,0 1 0 0 0,1-1 0 0 0,-1 1-1 0 0,0-1 1 0 0,0 1 0 0 0,1-1 0 0 0,-1 1-1 0 0,0-1 1 0 0,1 1 0 0 0,-1-1 0 0 0,1 0-1 0 0,-1 1 1 0 0,0-1 0 0 0,1 0 0 0 0,-1 1-1 0 0,1-1 1 0 0,-1 0 0 0 0,1 1 0 0 0,-1-1-1 0 0,1 0 1 0 0,-1 0 0 0 0,1 0-1 0 0,0 1 1 0 0,40 7 495 0 0,62-4-400 0 0,139-12 0 0 0,-200 6-101 0 0,134-17 37 0 0,-174 19-100 0 0,0 0 0 0 0,0 0 0 0 0,0-1 0 0 0,0 1-1 0 0,0 0 1 0 0,0-1 0 0 0,0 0 0 0 0,-1 0 0 0 0,1 1 0 0 0,0-1 0 0 0,0 0 0 0 0,-1 0 0 0 0,1-1 0 0 0,-1 1 0 0 0,3-2 0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2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1236 0 0,'0'-3'2495'0'0,"3"-20"4251"0"0,-3 21-5843 0 0,0 0 0 0 0,0 0 0 0 0,0 0 0 0 0,0-1 0 0 0,1 1 0 0 0,-1 0 0 0 0,1 0 0 0 0,0-4 0 0 0,2 8-695 0 0,-1 0 0 0 0,0 0 0 0 0,0 1-1 0 0,0-1 1 0 0,0 0 0 0 0,0 1 0 0 0,-1-1-1 0 0,1 1 1 0 0,-1-1 0 0 0,1 1-1 0 0,-1 0 1 0 0,0 0 0 0 0,0-1 0 0 0,0 4-1 0 0,12 48 978 0 0,-12-50-1063 0 0,6 33 208 0 0,-1 1 0 0 0,-2-1 0 0 0,-2 1 0 0 0,-1 0 0 0 0,-8 69 1 0 0,2-83-242 0 0,2-10 178 0 0,1-1 1 0 0,-1 17-1 0 0,2-66 8 0 0,4 6-255 0 0,2 1-1 0 0,1-1 1 0 0,1 1 0 0 0,2 0 0 0 0,1 1-1 0 0,1 0 1 0 0,1 0 0 0 0,2 1 0 0 0,0 1 0 0 0,2 0-1 0 0,24-29 1 0 0,-37 51-20 0 0,-1 1 1 0 0,1 1-1 0 0,-1-1 1 0 0,1 0-1 0 0,0 1 0 0 0,0-1 1 0 0,1 1-1 0 0,-1 0 1 0 0,0 0-1 0 0,1 1 0 0 0,-1-1 1 0 0,1 0-1 0 0,-1 1 1 0 0,1 0-1 0 0,0 0 0 0 0,4-1 1 0 0,-5 2 0 0 0,0 1-1 0 0,-1-1 1 0 0,1 0 0 0 0,0 1 0 0 0,0 0 0 0 0,-1-1-1 0 0,1 1 1 0 0,0 0 0 0 0,-1 0 0 0 0,1 1 0 0 0,-1-1 0 0 0,1 0-1 0 0,-1 1 1 0 0,0-1 0 0 0,1 1 0 0 0,-1 0 0 0 0,0 0-1 0 0,0 0 1 0 0,0 0 0 0 0,-1 0 0 0 0,1 1 0 0 0,2 3-1 0 0,2 4-15 0 0,0 0 0 0 0,0 1 0 0 0,-1 0-1 0 0,0 0 1 0 0,4 17 0 0 0,10 61 152 0 0,1-2 51 0 0,-17-75-180 0 0,1 0-1 0 0,0 0 0 0 0,1-1 0 0 0,0 1 1 0 0,12 17-1 0 0,-14-25-8 0 0,0 0 0 0 0,1 0 0 0 0,0 0 0 0 0,0-1 0 0 0,0 1 0 0 0,0-1 0 0 0,1 0 0 0 0,-1 0 0 0 0,1 0 0 0 0,0-1 0 0 0,0 0 0 0 0,0 1 0 0 0,0-2 0 0 0,0 1 0 0 0,9 1 0 0 0,-3-1-436 0 0,1-1 0 0 0,-1 0 0 0 0,0-1-1 0 0,1 0 1 0 0,-1-1 0 0 0,0 0 0 0 0,0-1-1 0 0,13-4 1 0 0,32-12-4527 0 0,-4-5-3563 0 0,-28 11 1659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6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1 265 976 0 0,'0'-3'1576'0'0,"0"0"-1010"0"0,2-49 4834 0 0,-1 48-5205 0 0,-1 0-1 0 0,1-1 1 0 0,0 1-1 0 0,0 0 0 0 0,1 0 1 0 0,-1 0-1 0 0,1 0 1 0 0,0 0-1 0 0,0 1 1 0 0,3-6-1 0 0,-3 8-154 0 0,-1 0-1 0 0,0 0 1 0 0,1 0 0 0 0,-1 0 0 0 0,1 0-1 0 0,-1 0 1 0 0,1 0 0 0 0,-1 1 0 0 0,1-1-1 0 0,0 1 1 0 0,-1-1 0 0 0,1 1 0 0 0,0-1-1 0 0,0 1 1 0 0,-1 0 0 0 0,1 0 0 0 0,0 0-1 0 0,0 0 1 0 0,-1 0 0 0 0,1 0-1 0 0,0 1 1 0 0,0-1 0 0 0,-1 0 0 0 0,1 1-1 0 0,0 0 1 0 0,2 0 0 0 0,0 1 31 0 0,1 0 1 0 0,-1 0 0 0 0,0 1-1 0 0,1-1 1 0 0,-1 1-1 0 0,0 0 1 0 0,0 0-1 0 0,3 3 1 0 0,-1 2 56 0 0,0 1 0 0 0,0-1 0 0 0,-1 1 0 0 0,0 0 1 0 0,-1 0-1 0 0,0 1 0 0 0,0-1 0 0 0,-1 1 0 0 0,0 0 0 0 0,-1 0 1 0 0,0 0-1 0 0,-1 0 0 0 0,1 12 0 0 0,-1 19 256 0 0,-8 79 1 0 0,5-87-297 0 0,-8 48 130 0 0,5-50-143 0 0,2 1 1 0 0,1 0-1 0 0,3 53 0 0 0,-1-82-70 0 0,1-1 0 0 0,-1 1 0 0 0,0 0 0 0 0,1-1 0 0 0,0 1-1 0 0,-1-1 1 0 0,1 1 0 0 0,0-1 0 0 0,1 1 0 0 0,-1-1 0 0 0,0 0 0 0 0,1 1 0 0 0,-1-1 0 0 0,1 0 0 0 0,-1 0 0 0 0,1 0-1 0 0,0 0 1 0 0,0 0 0 0 0,0-1 0 0 0,0 1 0 0 0,1 0 0 0 0,-1-1 0 0 0,0 0 0 0 0,0 1 0 0 0,1-1 0 0 0,-1 0-1 0 0,1 0 1 0 0,-1-1 0 0 0,1 1 0 0 0,0 0 0 0 0,-1-1 0 0 0,1 1 0 0 0,0-1 0 0 0,-1 0 0 0 0,1 0 0 0 0,0 0-1 0 0,-1-1 1 0 0,5 0 0 0 0,6-1-10 0 0,-1 0-1 0 0,1-1 1 0 0,0-1-1 0 0,-1 0 1 0 0,0-1-1 0 0,20-10 1 0 0,-6 0-15 0 0,0-2 1 0 0,-2-1 0 0 0,1 0 0 0 0,-2-2-1 0 0,-1-1 1 0 0,0-1 0 0 0,-2-1-1 0 0,0 0 1 0 0,-2-1 0 0 0,-1-2-1 0 0,0 1 1 0 0,-2-2 0 0 0,-1 0-1 0 0,-2-1 1 0 0,0 0 0 0 0,-2-1 0 0 0,-1 0-1 0 0,-1-1 1 0 0,-2 0 0 0 0,-1 0-1 0 0,-1 0 1 0 0,-2-1 0 0 0,-1 1-1 0 0,-1-1 1 0 0,-5-36 0 0 0,-18-29 737 0 0,23 93-710 0 0,-1 4-3 0 0,1-1-1 0 0,-1 0 0 0 0,1 0 0 0 0,0 0 0 0 0,-1 0 0 0 0,1 0 0 0 0,0 1 0 0 0,-1-1 0 0 0,1 0 0 0 0,-1 0 0 0 0,1 1 1 0 0,0-1-1 0 0,0 0 0 0 0,-1 0 0 0 0,1 1 0 0 0,0-1 0 0 0,-1 0 0 0 0,1 1 0 0 0,0-1 0 0 0,0 0 0 0 0,0 1 0 0 0,0-1 1 0 0,-1 1-1 0 0,1-1 0 0 0,0 0 0 0 0,0 1 0 0 0,0-1 0 0 0,0 1 0 0 0,0 0 0 0 0,-1 13 124 0 0,1-12-103 0 0,-4 79 768 0 0,4-1 1 0 0,17 134-1 0 0,-17-212-797 0 0,23 160 366 0 0,-18-144-487 0 0,-1 0 0 0 0,2 0 1 0 0,0-1-1 0 0,1 0 0 0 0,1 0 0 0 0,18 28 1 0 0,-22-40-147 0 0,0 0 1 0 0,0 0-1 0 0,0 0 1 0 0,1-1-1 0 0,0 0 1 0 0,-1 0-1 0 0,1 0 1 0 0,1-1-1 0 0,-1 1 1 0 0,0-1-1 0 0,1 0 1 0 0,0-1 0 0 0,-1 0-1 0 0,10 3 1 0 0,-12-5 139 0 0,0 1 1 0 0,1-1-1 0 0,-1 0 0 0 0,0 0 1 0 0,0 0-1 0 0,1-1 1 0 0,-1 1-1 0 0,0-1 1 0 0,0 0-1 0 0,0 0 1 0 0,1 0-1 0 0,-1 0 1 0 0,0 0-1 0 0,0-1 0 0 0,-1 1 1 0 0,1-1-1 0 0,0 0 1 0 0,0 0-1 0 0,-1 0 1 0 0,1 0-1 0 0,-1 0 1 0 0,3-4-1 0 0,2-2-97 0 0,1-1 0 0 0,-1 0 0 0 0,-1-1 0 0 0,10-17 0 0 0,-6 6 161 0 0,-1 0-1 0 0,-1-1 0 0 0,-2 0 1 0 0,6-27-1 0 0,8-94 3999 0 0,-20 134-3974 0 0,2-8 2368 0 0,-2 17-2289 0 0,0 0 1 0 0,0-1-1 0 0,0 1 0 0 0,1 0 0 0 0,-1 0 1 0 0,0 0-1 0 0,0 0 0 0 0,0-1 0 0 0,0 1 1 0 0,0 0-1 0 0,0 0 0 0 0,0 0 0 0 0,1 0 1 0 0,-1 0-1 0 0,0-1 0 0 0,0 1 1 0 0,0 0-1 0 0,0 0 0 0 0,0 0 0 0 0,1 0 1 0 0,-1 0-1 0 0,0 0 0 0 0,0 0 0 0 0,0 0 1 0 0,1 0-1 0 0,-1 0 0 0 0,0 0 0 0 0,0 0 1 0 0,0 0-1 0 0,0 0 0 0 0,1 0 1 0 0,-1 0-1 0 0,0 0 0 0 0,0 0 0 0 0,0 0 1 0 0,1 0-1 0 0,-1 0 0 0 0,0 0 0 0 0,0 0 1 0 0,0 0-1 0 0,0 0 0 0 0,1 0 0 0 0,-1 0 1 0 0,0 0-1 0 0,0 0 0 0 0,0 0 1 0 0,0 1-1 0 0,0-1 0 0 0,1 0 0 0 0,-1 0 1 0 0,0 0-1 0 0,0 0 0 0 0,0 0 0 0 0,0 1 1 0 0,0-1-1 0 0,0 0 0 0 0,0 0 0 0 0,1 0 1 0 0,-1 1-1 0 0,1 2 217 0 0,1 0 0 0 0,0 1 1 0 0,-1-1-1 0 0,0 0 0 0 0,0 1 1 0 0,0-1-1 0 0,0 1 0 0 0,0-1 0 0 0,0 8 1 0 0,0-3 89 0 0,39 297 2094 0 0,-39-298-2375 0 0,2 12 244 0 0,4-36-118 0 0,0-12-197 0 0,20-69-66 0 0,-24 88 47 0 0,1 1-1 0 0,0 0 1 0 0,1 0 0 0 0,0 0-1 0 0,0 0 1 0 0,1 1 0 0 0,12-14-1 0 0,-16 20 20 0 0,1 0 0 0 0,-1 0-1 0 0,0 0 1 0 0,1 0-1 0 0,-1 0 1 0 0,1 1-1 0 0,0-1 1 0 0,-1 1-1 0 0,1 0 1 0 0,0 0-1 0 0,0-1 1 0 0,0 2-1 0 0,0-1 1 0 0,0 0-1 0 0,0 1 1 0 0,0-1-1 0 0,0 1 1 0 0,6 0-1 0 0,-4 1 10 0 0,0 0-1 0 0,-1 0 1 0 0,1 1 0 0 0,0-1-1 0 0,-1 1 1 0 0,1 0-1 0 0,-1 1 1 0 0,1-1-1 0 0,-1 1 1 0 0,7 5-1 0 0,0 1 8 0 0,-2 0-1 0 0,1 1 0 0 0,-1 0 0 0 0,0 1 1 0 0,-1-1-1 0 0,-1 2 0 0 0,12 20 0 0 0,-11-11 0 0 0,12 42 1 0 0,-3-7-693 0 0,-17-55 628 0 0,1 0 0 0 0,-1 0 0 0 0,0 0 1 0 0,1-1-1 0 0,-1 1 0 0 0,1 0 0 0 0,-1 0 1 0 0,1-1-1 0 0,0 1 0 0 0,-1 0 0 0 0,1-1 0 0 0,0 1 1 0 0,-1 0-1 0 0,1-1 0 0 0,0 1 0 0 0,-1-1 1 0 0,1 1-1 0 0,0-1 0 0 0,0 0 0 0 0,0 1 0 0 0,0-1 1 0 0,-1 0-1 0 0,1 0 0 0 0,0 1 0 0 0,0-1 1 0 0,0 0-1 0 0,0 0 0 0 0,0 0 0 0 0,0 0 0 0 0,0 0 1 0 0,0 0-1 0 0,-1 0 0 0 0,1 0 0 0 0,0-1 1 0 0,0 1-1 0 0,0 0 0 0 0,0-1 0 0 0,0 1 0 0 0,-1 0 1 0 0,1-1-1 0 0,1 0 0 0 0,3-2-291 0 0,1 0 0 0 0,-1 0 0 0 0,0-1 1 0 0,7-6-1 0 0,8-9-415 0 0,-1-1 0 0 0,0 0 1 0 0,-2-2-1 0 0,0 0 0 0 0,17-32 1 0 0,-18 25 1441 0 0,-1-1 0 0 0,11-32 0 0 0,-22 48 665 0 0,4-9 1186 0 0,-10 34-36 0 0,-1 9-1639 0 0,2 0 0 0 0,0 0-1 0 0,2 29 1 0 0,11 65 300 0 0,-9-93-1114 0 0,-2-11-6 0 0,1 0 1 0 0,0 0-1 0 0,1 0 0 0 0,0 0 1 0 0,0-1-1 0 0,1 1 1 0 0,0-1-1 0 0,1 0 1 0 0,0 0-1 0 0,7 10 0 0 0,-10-18-42 0 0,0 1 0 0 0,-1 0-1 0 0,1-1 1 0 0,0 1-1 0 0,0-1 1 0 0,0 1-1 0 0,0-1 1 0 0,0 0-1 0 0,1 0 1 0 0,-1 0 0 0 0,0 0-1 0 0,0-1 1 0 0,1 1-1 0 0,-1-1 1 0 0,1 1-1 0 0,3-1 1 0 0,-2 0-141 0 0,1 0 1 0 0,-1 0-1 0 0,1-1 0 0 0,-1 0 1 0 0,0 0-1 0 0,1 0 0 0 0,-1 0 1 0 0,6-3-1 0 0,-1 0-418 0 0,0-1 0 0 0,-1 0 0 0 0,0 0 0 0 0,0-1-1 0 0,0 0 1 0 0,0 0 0 0 0,10-13 0 0 0,-5 4-1031 0 0,-2 0 0 0 0,1-1 0 0 0,-2-1 0 0 0,0 0 0 0 0,-1 0 1 0 0,-1-1-1 0 0,9-27 0 0 0,-5 6-4493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60 404 0 0,'-12'-9'1981'0'0,"0"0"1"0"0,-1 2-1 0 0,1 0 0 0 0,-2 0 1 0 0,1 1-1 0 0,-26-8 0 0 0,37 13-1686 0 0,0 1-318 0 0,0 0 0 0 0,0 1 0 0 0,1-1-1 0 0,-1 0 1 0 0,0 1 0 0 0,0-1 0 0 0,1 1 0 0 0,-1 0 0 0 0,1-1 0 0 0,-1 1 0 0 0,0 0-1 0 0,1 0 1 0 0,-1 0 0 0 0,1 0 0 0 0,0 0 0 0 0,-1 0 0 0 0,1 1 0 0 0,0-1-1 0 0,0 0 1 0 0,0 1 0 0 0,0-1 0 0 0,0 1 0 0 0,0-1 0 0 0,0 1 0 0 0,0-1 0 0 0,1 1-1 0 0,-1-1 1 0 0,0 1 0 0 0,1 0 0 0 0,0 0 0 0 0,-1 3 0 0 0,0 2-1086 0 0,0 1-1 0 0,0 0 1 0 0,1 0 0 0 0,0-1 0 0 0,1 1 0 0 0,1 8 0 0 0,2 0-2551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7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289 101 2832 0 0,'0'-27'8591'0'0,"-9"-3"-3871"0"0,8 27-4482 0 0,-1 0 0 0 0,1 0 0 0 0,-1 1 1 0 0,0-1-1 0 0,0 0 0 0 0,0 1 0 0 0,0-1 1 0 0,0 1-1 0 0,0 0 0 0 0,-1 0 0 0 0,1 0 1 0 0,-1 0-1 0 0,1 0 0 0 0,-1 0 0 0 0,0 1 1 0 0,0 0-1 0 0,-5-3 0 0 0,2 3-188 0 0,1 1-1 0 0,-1-1 0 0 0,0 1 1 0 0,1 0-1 0 0,-1 0 1 0 0,0 1-1 0 0,1 0 0 0 0,-1 0 1 0 0,1 0-1 0 0,-1 1 1 0 0,1-1-1 0 0,-1 1 0 0 0,1 1 1 0 0,0-1-1 0 0,0 1 1 0 0,0 0-1 0 0,0 0 1 0 0,1 0-1 0 0,-1 1 0 0 0,-6 6 1 0 0,-2 2-31 0 0,1 1 0 0 0,0 1 1 0 0,0-1-1 0 0,2 2 0 0 0,-15 24 1 0 0,20-30-25 0 0,0 1 1 0 0,1 0 0 0 0,0 0 0 0 0,0 0 0 0 0,1 0-1 0 0,1 1 1 0 0,-2 11 0 0 0,3-16 9 0 0,0 0-1 0 0,1 0 1 0 0,0 1 0 0 0,1-1 0 0 0,-1 0-1 0 0,1 0 1 0 0,0 0 0 0 0,1 0 0 0 0,-1 0-1 0 0,1 0 1 0 0,1-1 0 0 0,-1 1 0 0 0,6 9-1 0 0,-6-12-5 0 0,0-1 0 0 0,0 1 0 0 0,0-1-1 0 0,0 0 1 0 0,1 1 0 0 0,-1-1 0 0 0,1 0 0 0 0,-1-1-1 0 0,1 1 1 0 0,0 0 0 0 0,-1-1 0 0 0,1 0 0 0 0,0 1-1 0 0,0-1 1 0 0,0 0 0 0 0,0-1 0 0 0,0 1 0 0 0,0 0-1 0 0,0-1 1 0 0,1 0 0 0 0,-1 1 0 0 0,0-1 0 0 0,0-1-1 0 0,0 1 1 0 0,0 0 0 0 0,0-1 0 0 0,1 0 0 0 0,4-1-1 0 0,0-1 0 0 0,-1 1 0 0 0,1-1 0 0 0,-1-1-1 0 0,0 0 1 0 0,0 0 0 0 0,0 0-1 0 0,0-1 1 0 0,-1 1 0 0 0,0-2 0 0 0,8-6-1 0 0,-6 2-10 0 0,0-1 0 0 0,-1 1 0 0 0,0-1 0 0 0,0-1 1 0 0,-1 1-1 0 0,7-21 0 0 0,18-75 217 0 0,-26 83 20 0 0,0 2 143 0 0,-2 7 858 0 0,-2 33 198 0 0,-2 107 2599 0 0,4 170-896 0 0,4-126-2602 0 0,4 72-372 0 0,5-82-3491 0 0,-12-144-1109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7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1816 0 0,'27'-217'22900'0'0,"-25"236"-20988"0"0,3 56 566 0 0,-3-19-1953 0 0,3-1 0 0 0,19 82-1 0 0,-22-126-509 0 0,2-1 0 0 0,0 0 0 0 0,7 16 0 0 0,-9-23-41 0 0,-1 0-1 0 0,1-1 0 0 0,0 1 1 0 0,0 0-1 0 0,0-1 0 0 0,0 1 1 0 0,0-1-1 0 0,1 0 1 0 0,-1 1-1 0 0,1-1 0 0 0,-1 0 1 0 0,1-1-1 0 0,0 1 0 0 0,0 0 1 0 0,3 1-1 0 0,-2-2-69 0 0,-1-1-1 0 0,1 1 1 0 0,-1-1 0 0 0,0 0 0 0 0,1 0-1 0 0,-1-1 1 0 0,0 1 0 0 0,1-1-1 0 0,-1 1 1 0 0,0-1 0 0 0,1 0-1 0 0,-1 0 1 0 0,0 0 0 0 0,0-1-1 0 0,0 1 1 0 0,0-1 0 0 0,0 0-1 0 0,4-3 1 0 0,3-3-356 0 0,0 0-1 0 0,0-1 1 0 0,10-13-1 0 0,-1-1-351 0 0,0-1-1 0 0,28-51 0 0 0,20-58-244 0 0,-30 54 1135 0 0,-36 78-5 0 0,7 10 528 0 0,-2 13 75 0 0,0 0 1 0 0,-2 1-1 0 0,4 43 0 0 0,-6-40-444 0 0,1 1-1 0 0,12 44 1 0 0,-13-65-220 0 0,0 1 1 0 0,1-1 0 0 0,-1 0 0 0 0,1 0 0 0 0,1 0 0 0 0,-1-1 0 0 0,1 1 0 0 0,0-1 0 0 0,0 1 0 0 0,6 5 0 0 0,-6-8-13 0 0,-1-1-1 0 0,0 0 1 0 0,1 1 0 0 0,0-1-1 0 0,-1 0 1 0 0,1-1-1 0 0,0 1 1 0 0,0-1 0 0 0,0 0-1 0 0,0 0 1 0 0,0 0-1 0 0,0 0 1 0 0,0-1 0 0 0,1 1-1 0 0,-1-1 1 0 0,0 0-1 0 0,6-1 1 0 0,1-1-106 0 0,0 0 0 0 0,-1-1 0 0 0,1 0 0 0 0,-1 0 0 0 0,1-1-1 0 0,-1-1 1 0 0,0 1 0 0 0,-1-2 0 0 0,1 1 0 0 0,-1-2 0 0 0,-1 1 0 0 0,1-1 0 0 0,-1 0 0 0 0,10-11 0 0 0,-7 5-83 0 0,1 0 0 0 0,-2-1 0 0 0,0 0 0 0 0,-1-1 0 0 0,0 0 0 0 0,-1-1 0 0 0,0 0 0 0 0,5-20 0 0 0,-9 25 112 0 0,-1-1 1 0 0,-1 0-1 0 0,1-20 1 0 0,-2 26 66 0 0,-1 1 1 0 0,0-1-1 0 0,0 1 1 0 0,-1 0-1 0 0,0-1 0 0 0,0 1 1 0 0,0 0-1 0 0,0 0 0 0 0,-1 0 1 0 0,-4-8-1 0 0,6 11 18 0 0,-1 0 0 0 0,0 1 0 0 0,-1-1 0 0 0,1 1 0 0 0,0-1 0 0 0,0 1 1 0 0,0 0-1 0 0,-1-1 0 0 0,1 1 0 0 0,-1 0 0 0 0,1 0 0 0 0,-1 0 0 0 0,0 0 0 0 0,1 0 0 0 0,-1 0 0 0 0,0 1 0 0 0,1-1 0 0 0,-1 0 0 0 0,0 1 0 0 0,-3-1 0 0 0,1 1 14 0 0,1 0 0 0 0,0 0 0 0 0,0 1 0 0 0,0-1 0 0 0,0 1 0 0 0,-1 0 0 0 0,1 0 0 0 0,0 0 0 0 0,0 0 0 0 0,1 0 0 0 0,-5 3 0 0 0,-1 0 83 0 0,1 1 1 0 0,1 0-1 0 0,-1 0 0 0 0,1 1 1 0 0,0 0-1 0 0,0 0 0 0 0,1 0 1 0 0,-9 13-1 0 0,8-10 0 0 0,2 1 1 0 0,-1 0-1 0 0,1 0 1 0 0,0 0-1 0 0,1 0 1 0 0,0 1-1 0 0,1-1 0 0 0,0 1 1 0 0,1 0-1 0 0,0 0 1 0 0,1 0-1 0 0,0-1 1 0 0,2 20-1 0 0,-1-24-104 0 0,1 0 0 0 0,-1 0 0 0 0,1 0 0 0 0,0 0 0 0 0,0 0 0 0 0,1-1 0 0 0,0 1 0 0 0,0-1 0 0 0,0 0 0 0 0,0 1 0 0 0,1-2 0 0 0,0 1 0 0 0,0 0 0 0 0,0-1 0 0 0,1 0 0 0 0,0 0 0 0 0,-1 0 0 0 0,1 0 0 0 0,1-1 0 0 0,-1 0 0 0 0,0 0 0 0 0,1 0 0 0 0,0-1 0 0 0,-1 0 0 0 0,9 2 0 0 0,-1-1-481 0 0,0-1 0 0 0,0 0 0 0 0,-1-1 0 0 0,1-1 0 0 0,0 0 0 0 0,0-1 0 0 0,0 0 0 0 0,13-3 0 0 0,7-4-3817 0 0,59-21 0 0 0,-51 13-845 0 0,3-5-2459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8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145 162 1832 0 0,'12'-24'4430'0'0,"-6"13"-3008"0"0,0 1 0 0 0,-1-1 0 0 0,0 0 0 0 0,0 0 0 0 0,-2 0 0 0 0,1-1 0 0 0,-1 1 0 0 0,2-23 0 0 0,-5 33-1395 0 0,0 1-1 0 0,0-1 1 0 0,0 1 0 0 0,0-1 0 0 0,0 0 0 0 0,0 1 0 0 0,0-1 0 0 0,0 1 0 0 0,0-1-1 0 0,-1 1 1 0 0,1-1 0 0 0,0 0 0 0 0,0 1 0 0 0,-1-1 0 0 0,1 1 0 0 0,0-1-1 0 0,0 1 1 0 0,-1-1 0 0 0,1 1 0 0 0,-1 0 0 0 0,1-1 0 0 0,0 1 0 0 0,-1-1 0 0 0,1 1-1 0 0,-1 0 1 0 0,1-1 0 0 0,-2 1 0 0 0,1-1-6 0 0,0 1 0 0 0,-1 0-1 0 0,1 0 1 0 0,0 0 0 0 0,0 0 0 0 0,-1 0-1 0 0,1 0 1 0 0,0 0 0 0 0,0 0 0 0 0,-1 0 0 0 0,1 1-1 0 0,-2 0 1 0 0,-2 1-5 0 0,0 0 0 0 0,-1 0 0 0 0,1 1-1 0 0,-7 5 1 0 0,-1 2-6 0 0,0 1-1 0 0,1 1 1 0 0,0 0-1 0 0,1 1 0 0 0,1 0 1 0 0,-11 16-1 0 0,14-19-9 0 0,1 1-1 0 0,0 0 0 0 0,1 0 0 0 0,0 0 1 0 0,1 1-1 0 0,0-1 0 0 0,1 1 0 0 0,0 0 1 0 0,-1 13-1 0 0,4-21 2 0 0,0-1 0 0 0,0 1 1 0 0,1-1-1 0 0,-1 1 0 0 0,1-1 1 0 0,0 1-1 0 0,0-1 0 0 0,0 0 1 0 0,0 1-1 0 0,1-1 0 0 0,-1 0 0 0 0,1 0 1 0 0,0 0-1 0 0,0 0 0 0 0,0 0 1 0 0,0 0-1 0 0,1 0 0 0 0,-1-1 1 0 0,1 1-1 0 0,-1-1 0 0 0,1 0 0 0 0,4 3 1 0 0,7 4 4 0 0,0-1 0 0 0,1-1 0 0 0,24 10 0 0 0,-15-6 8 0 0,-1-2-33 0 0,-9-3 27 0 0,-1 0 0 0 0,1 0 0 0 0,-1 1 0 0 0,0 1 0 0 0,-1 0 0 0 0,15 13 0 0 0,-26-20 37 0 0,0 0 1 0 0,1 0 0 0 0,-1 1 0 0 0,0-1 0 0 0,0 1 0 0 0,0-1 0 0 0,0 1 0 0 0,0-1 0 0 0,0 1 0 0 0,0 0 0 0 0,-1-1 0 0 0,1 1 0 0 0,0 0 0 0 0,-1 0 0 0 0,0 0 0 0 0,1-1 0 0 0,-1 1 0 0 0,0 0-1 0 0,0 0 1 0 0,0 0 0 0 0,0 0 0 0 0,0-1 0 0 0,-1 1 0 0 0,1 0 0 0 0,0 0 0 0 0,-1 0 0 0 0,1-1 0 0 0,-1 1 0 0 0,0 0 0 0 0,0 0 0 0 0,1-1 0 0 0,-1 1 0 0 0,0-1 0 0 0,-1 1 0 0 0,1-1 0 0 0,0 1-1 0 0,-2 1 1 0 0,-1 1 130 0 0,-1 1-1 0 0,-1-1 1 0 0,1 0 0 0 0,0 0-1 0 0,-1 0 1 0 0,0-1-1 0 0,0 0 1 0 0,-11 5-1 0 0,1-4 6 0 0,1 0 0 0 0,-1-1 0 0 0,0-1 1 0 0,-25 1-1 0 0,28-2-61 0 0,4-1-278 0 0,0-1 0 0 0,1 1 1 0 0,-1-1-1 0 0,0-1 1 0 0,1 0-1 0 0,-1 0 1 0 0,1 0-1 0 0,-12-6 0 0 0,20 8 51 0 0,0 0-1 0 0,-1-1 0 0 0,1 1 0 0 0,0 0 0 0 0,-1-1 1 0 0,1 1-1 0 0,0 0 0 0 0,0-1 0 0 0,-1 1 0 0 0,1 0 0 0 0,0-1 1 0 0,0 1-1 0 0,0 0 0 0 0,-1-1 0 0 0,1 1 0 0 0,0-1 0 0 0,0 1 1 0 0,0-1-1 0 0,0 1 0 0 0,0 0 0 0 0,0-1 0 0 0,0 1 0 0 0,0-1 1 0 0,0 1-1 0 0,0-1 0 0 0,0 1 0 0 0,0 0 0 0 0,0-1 0 0 0,0 1 1 0 0,0-1-1 0 0,0 1 0 0 0,1-1 0 0 0,-1 1 0 0 0,0 0 1 0 0,0-1-1 0 0,0 1 0 0 0,1 0 0 0 0,-1-1 0 0 0,0 1 0 0 0,1 0 1 0 0,-1-1-1 0 0,0 1 0 0 0,0 0 0 0 0,1-1 0 0 0,0 1 0 0 0,15-13-2820 0 0,28-11-5060 0 0,-21 13 3011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09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117 505 2004 0 0,'8'-14'5252'0'0,"-7"13"-4592"0"0,-1-1 0 0 0,1 1-1 0 0,0-1 1 0 0,-1 0 0 0 0,1 1 0 0 0,-1-1-1 0 0,1 0 1 0 0,-1 1 0 0 0,0-1-1 0 0,0 0 1 0 0,0 0 0 0 0,0 1-1 0 0,0-1 1 0 0,-1-7 2976 0 0,-3 10-3003 0 0,0 0-493 0 0,0 0 1 0 0,0 1 0 0 0,0-1 0 0 0,0 1 0 0 0,0 0 0 0 0,1 0-1 0 0,-1 1 1 0 0,1-1 0 0 0,-1 1 0 0 0,1-1 0 0 0,0 1 0 0 0,0 0-1 0 0,0 1 1 0 0,0-1 0 0 0,0 0 0 0 0,1 1 0 0 0,-4 7-1 0 0,-4 5 55 0 0,1 1-1 0 0,-12 34 0 0 0,16-39-156 0 0,1 2-1 0 0,1-1 1 0 0,0 0 0 0 0,1 0-1 0 0,0 1 1 0 0,1 0-1 0 0,0-1 1 0 0,2 16-1 0 0,0-26-27 0 0,-1 1-1 0 0,0 0 0 0 0,1 0 0 0 0,0-1 0 0 0,0 1 1 0 0,0-1-1 0 0,0 1 0 0 0,1-1 0 0 0,-1 1 1 0 0,1-1-1 0 0,0 0 0 0 0,0 1 0 0 0,0-1 0 0 0,0 0 1 0 0,0 0-1 0 0,1-1 0 0 0,0 1 0 0 0,-1 0 0 0 0,1-1 1 0 0,0 0-1 0 0,0 0 0 0 0,0 0 0 0 0,1 0 0 0 0,-1 0 1 0 0,0 0-1 0 0,1-1 0 0 0,-1 0 0 0 0,1 1 1 0 0,0-1-1 0 0,-1-1 0 0 0,1 1 0 0 0,0 0 0 0 0,7-1 1 0 0,-2 0-47 0 0,1-1 0 0 0,0 1 0 0 0,0-2 0 0 0,-1 0 0 0 0,1 0 0 0 0,-1-1 0 0 0,1 0 1 0 0,-1 0-1 0 0,0-1 0 0 0,0 0 0 0 0,-1-1 0 0 0,1 0 0 0 0,-1 0 0 0 0,0-1 0 0 0,0 0 1 0 0,-1-1-1 0 0,0 1 0 0 0,0-1 0 0 0,0-1 0 0 0,-1 1 0 0 0,0-1 0 0 0,-1 0 1 0 0,8-14-1 0 0,-8 12-25 0 0,1 0 0 0 0,-2 0 0 0 0,1-1 0 0 0,-1 0 0 0 0,-1 1 0 0 0,0-2 0 0 0,-1 1 0 0 0,0 0 0 0 0,0 0 0 0 0,-1-1 0 0 0,-1 1 0 0 0,0-1 0 0 0,0 1 0 0 0,-2-1 0 0 0,1 1 0 0 0,-1 0 0 0 0,-1 0 0 0 0,0 0 0 0 0,0 0 0 0 0,-6-11 0 0 0,8 20 60 0 0,0-1-1 0 0,0 1 1 0 0,0 0-1 0 0,-1-1 1 0 0,1 1-1 0 0,-1 0 1 0 0,0 0-1 0 0,1 0 1 0 0,-1 0-1 0 0,0 0 0 0 0,0 1 1 0 0,0-1-1 0 0,-1 0 1 0 0,1 1-1 0 0,0 0 1 0 0,0-1-1 0 0,-1 1 1 0 0,1 0-1 0 0,-1 0 1 0 0,1 1-1 0 0,-1-1 1 0 0,0 0-1 0 0,1 1 1 0 0,-1-1-1 0 0,1 1 0 0 0,-1 0 1 0 0,-3 0-1 0 0,2 1 0 0 0,0 0-1 0 0,0 0 1 0 0,0 0-1 0 0,0 1 0 0 0,0-1 1 0 0,1 1-1 0 0,-1 0 0 0 0,0 0 1 0 0,1 0-1 0 0,0 1 1 0 0,-1-1-1 0 0,1 1 0 0 0,0 0 1 0 0,0 0-1 0 0,0 0 1 0 0,1 0-1 0 0,-4 5 0 0 0,2-2 9 0 0,0 0 0 0 0,0 0 0 0 0,1 1 0 0 0,0 0-1 0 0,0-1 1 0 0,1 1 0 0 0,0 0 0 0 0,0 1 0 0 0,0-1-1 0 0,1 0 1 0 0,0 0 0 0 0,1 1 0 0 0,0 10 0 0 0,0-14-6 0 0,0-1 1 0 0,1 1-1 0 0,-1-1 1 0 0,1 1 0 0 0,0-1-1 0 0,0 0 1 0 0,1 1-1 0 0,-1-1 1 0 0,1 0-1 0 0,-1 0 1 0 0,1 0 0 0 0,0 0-1 0 0,0 0 1 0 0,0 0-1 0 0,1 0 1 0 0,-1-1 0 0 0,1 1-1 0 0,-1-1 1 0 0,1 0-1 0 0,0 0 1 0 0,0 0-1 0 0,0 0 1 0 0,0 0 0 0 0,0-1-1 0 0,1 1 1 0 0,-1-1-1 0 0,0 0 1 0 0,1 0-1 0 0,4 1 1 0 0,6 0-342 0 0,0 0 1 0 0,0-1-1 0 0,0-1 1 0 0,0 0-1 0 0,1-1 1 0 0,-1 0-1 0 0,0-2 1 0 0,-1 1-1 0 0,1-2 1 0 0,0 1-1 0 0,-1-2 1 0 0,0 0-1 0 0,16-8 0 0 0,-10 3-146 0 0,0-1 0 0 0,-1-1-1 0 0,-1 0 1 0 0,1-1-1 0 0,-2-1 1 0 0,0-1-1 0 0,-1 0 1 0 0,14-18 0 0 0,-10 8 173 0 0,-1-1 1 0 0,-1-1 0 0 0,-2-1-1 0 0,-1-1 1 0 0,13-35 0 0 0,-12 21 1431 0 0,-3-1 1 0 0,-1 0-1 0 0,5-48 1 0 0,-14 47 1193 0 0,-2 42-1676 0 0,0 3-601 0 0,-1 0 0 0 0,1 1 0 0 0,-1-1 0 0 0,1 0 0 0 0,-1 0 1 0 0,1 1-1 0 0,-1-1 0 0 0,1 0 0 0 0,-1 1 0 0 0,1-1 0 0 0,-1 0 0 0 0,1 1 0 0 0,0-1 0 0 0,-1 1 0 0 0,1-1 0 0 0,0 1 0 0 0,-1-1 1 0 0,1 1-1 0 0,0-1 0 0 0,0 1 0 0 0,-1-1 0 0 0,1 1 0 0 0,0-1 0 0 0,0 2 0 0 0,-5 17 430 0 0,4-14-198 0 0,-21 105 1445 0 0,6 1 1 0 0,-3 129 0 0 0,17-201-1594 0 0,6 57 0 0 0,-2-81-144 0 0,0 1 1 0 0,1-1-1 0 0,0 0 1 0 0,2 1-1 0 0,0-2 1 0 0,10 23-1 0 0,-13-32-77 0 0,0-1 0 0 0,1 0 0 0 0,0 0 0 0 0,0 0 0 0 0,0-1 0 0 0,0 1 0 0 0,0 0 0 0 0,1-1 0 0 0,-1 0 0 0 0,1 0 0 0 0,0 0 0 0 0,0-1 0 0 0,0 1 0 0 0,0-1 0 0 0,9 4 0 0 0,-9-5-46 0 0,0 0 0 0 0,0 0 0 0 0,1-1 0 0 0,-1 0 0 0 0,0 1 0 0 0,0-1 0 0 0,1 0 0 0 0,-1-1 0 0 0,0 1-1 0 0,0-1 1 0 0,1 0 0 0 0,-1 0 0 0 0,0 0 0 0 0,0-1 0 0 0,0 1 0 0 0,0-1 0 0 0,-1 0 0 0 0,6-3 0 0 0,5-5-212 0 0,0 0 0 0 0,0-1 0 0 0,-1-1 0 0 0,0 0 0 0 0,-1-1-1 0 0,0 0 1 0 0,-1 0 0 0 0,12-22 0 0 0,-8 12 531 0 0,-2-2 1 0 0,-1 0-1 0 0,-1 0 1 0 0,13-44-1 0 0,-5 8 2397 0 0,-18 59-2140 0 0,-1 3-391 0 0,1-1 0 0 0,-1 1 0 0 0,1-1 0 0 0,-1 1 0 0 0,1-1-1 0 0,-1 1 1 0 0,0-1 0 0 0,1 1 0 0 0,-1-1 0 0 0,0 1 0 0 0,0 0-1 0 0,1-1 1 0 0,-1 1 0 0 0,0-1 0 0 0,0 1 0 0 0,0 0 0 0 0,0-1-1 0 0,0 1 1 0 0,0 0 0 0 0,0-1 0 0 0,0 1 0 0 0,0 1 0 0 0,0 21 415 0 0,0-18-342 0 0,0 22 321 0 0,-1-1-152 0 0,1 0-1 0 0,6 36 1 0 0,-5-56-276 0 0,0 0 0 0 0,1 0 0 0 0,-1 0 1 0 0,1 0-1 0 0,0 0 0 0 0,0-1 0 0 0,1 1 0 0 0,0-1 0 0 0,0 1 1 0 0,0-1-1 0 0,1 0 0 0 0,-1 0 0 0 0,1-1 0 0 0,1 1 0 0 0,7 7 1 0 0,-6-9-123 0 0,-1-1 0 0 0,0 1 1 0 0,0-1-1 0 0,1 0 1 0 0,-1 0-1 0 0,1-1 1 0 0,0 0-1 0 0,-1 0 1 0 0,1 0-1 0 0,0 0 1 0 0,0-1-1 0 0,0 0 1 0 0,-1-1-1 0 0,1 1 0 0 0,0-1 1 0 0,0 0-1 0 0,-1 0 1 0 0,1-1-1 0 0,6-2 1 0 0,0 0-253 0 0,-1 0 1 0 0,1-1 0 0 0,-1-1 0 0 0,0 0-1 0 0,-1-1 1 0 0,1 0 0 0 0,17-15-1 0 0,-17 11 186 0 0,-1 0-1 0 0,-1 0 0 0 0,0-1 0 0 0,0 0 1 0 0,-1 0-1 0 0,-1-1 0 0 0,0 0 1 0 0,6-16-1 0 0,-8 14 662 0 0,0 0 0 0 0,-1 0 1 0 0,-1-1-1 0 0,3-21 0 0 0,-1 9 1113 0 0,-4 25-1033 0 0,-4 17-189 0 0,-4 24-12 0 0,3-1 0 0 0,0 72-1 0 0,3-98-423 0 0,2 1-1 0 0,-1-1 1 0 0,2 0-1 0 0,-1-1 1 0 0,1 1 0 0 0,1 0-1 0 0,4 10 1 0 0,-6-17-134 0 0,1 0 0 0 0,0 0 0 0 0,0-1 0 0 0,1 1-1 0 0,-1-1 1 0 0,0 0 0 0 0,1 1 0 0 0,0-1 0 0 0,0 0 0 0 0,0-1 0 0 0,0 1 0 0 0,1-1 0 0 0,-1 1 0 0 0,1-1 0 0 0,-1 0 0 0 0,1 0-1 0 0,0 0 1 0 0,0-1 0 0 0,-1 1 0 0 0,1-1 0 0 0,7 1 0 0 0,-2-1-842 0 0,0 0-1 0 0,0 0 1 0 0,1-1-1 0 0,-1-1 1 0 0,0 0 0 0 0,0 0-1 0 0,0 0 1 0 0,16-6-1 0 0,2-3-5170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123 173 2084 0 0,'-3'-26'3340'0'0,"-2"0"-1"0"0,0 1 0 0 0,-2 0 1 0 0,-18-44-1 0 0,24 67-2900 0 0,-11 8 634 0 0,10-3-927 0 0,-1 0 1 0 0,1 0 0 0 0,0 0 0 0 0,0 1-1 0 0,1-1 1 0 0,-1 1 0 0 0,0-1 0 0 0,1 1-1 0 0,0 0 1 0 0,0 0 0 0 0,-1 6 0 0 0,0-1 112 0 0,-9 38 781 0 0,2 0-1 0 0,-3 60 1 0 0,4 97 156 0 0,7-158-1007 0 0,1-19-185 0 0,0 139 400 0 0,2-140-953 0 0,1 1 1 0 0,1-1-1 0 0,1 0 0 0 0,10 30 1 0 0,-12-48 51 0 0,0-1 0 0 0,0 1 0 0 0,1-1 0 0 0,0 0 1 0 0,1 0-1 0 0,-1 0 0 0 0,1-1 0 0 0,0 1 0 0 0,1-1 1 0 0,0 0-1 0 0,0-1 0 0 0,13 10 0 0 0,-14-11-295 0 0,1-1 0 0 0,-1 0 1 0 0,1-1-1 0 0,-1 0 0 0 0,1 1 0 0 0,0-2 0 0 0,0 1 0 0 0,0-1 0 0 0,0 0 1 0 0,0 0-1 0 0,9 0 0 0 0,10-2-5325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0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90 1452 0 0,'10'-90'21655'0'0,"-11"93"-21417"0"0,0-1 0 0 0,0 0-1 0 0,0 1 1 0 0,1-1 0 0 0,-1 0-1 0 0,1 1 1 0 0,-1-1-1 0 0,1 1 1 0 0,0 2 0 0 0,-1-2-12 0 0,-3 27-101 0 0,1 1 0 0 0,2 1 0 0 0,1-1 0 0 0,1 0 0 0 0,10 60 0 0 0,-10-86-443 0 0,0-1-1 0 0,1 0 0 0 0,-1 0 1 0 0,1 0-1 0 0,0 0 0 0 0,0 0 0 0 0,0 0 1 0 0,1 0-1 0 0,-1-1 0 0 0,1 1 1 0 0,0-1-1 0 0,0 1 0 0 0,0-1 0 0 0,1 0 1 0 0,-1-1-1 0 0,1 1 0 0 0,-1 0 0 0 0,1-1 1 0 0,0 0-1 0 0,0 0 0 0 0,0 0 1 0 0,0 0-1 0 0,5 1 0 0 0,-1-1-632 0 0,1-1-1 0 0,-1 1 0 0 0,0-1 1 0 0,0-1-1 0 0,1 1 0 0 0,-1-2 1 0 0,0 1-1 0 0,0-1 0 0 0,1 0 1 0 0,-1-1-1 0 0,12-3 0 0 0,6-5-4035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1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2 133 2464 0 0,'12'-32'20307'0'0,"-15"50"-19334"0"0,-1 7 712 0 0,-3 53 1 0 0,7-69-1593 0 0,0 0 0 0 0,1 0 0 0 0,0 0-1 0 0,1 1 1 0 0,0-1 0 0 0,0-1 0 0 0,0 1 0 0 0,1 0 0 0 0,5 9 0 0 0,-6-15-86 0 0,-1 0-1 0 0,1 0 1 0 0,0 0 0 0 0,0 0 0 0 0,1-1-1 0 0,-1 1 1 0 0,0-1 0 0 0,1 1 0 0 0,0-1-1 0 0,-1 0 1 0 0,1 0 0 0 0,0 0 0 0 0,0 0 0 0 0,0-1-1 0 0,0 1 1 0 0,0-1 0 0 0,1 0 0 0 0,-1 0-1 0 0,0 0 1 0 0,1 0 0 0 0,-1 0 0 0 0,1-1-1 0 0,-1 1 1 0 0,0-1 0 0 0,1 0 0 0 0,-1 0-1 0 0,1-1 1 0 0,-1 1 0 0 0,1-1 0 0 0,4-1-1 0 0,-1 0-134 0 0,-1 0-1 0 0,0 0 1 0 0,0-1 0 0 0,-1 0-1 0 0,1 0 1 0 0,-1 0-1 0 0,1-1 1 0 0,-1 1-1 0 0,0-1 1 0 0,0-1-1 0 0,-1 1 1 0 0,1-1-1 0 0,-1 0 1 0 0,0 0-1 0 0,6-10 1 0 0,-6 9 16 0 0,-1 0 1 0 0,0-1-1 0 0,-1 1 1 0 0,0 0 0 0 0,0-1-1 0 0,0 1 1 0 0,-1-1-1 0 0,0 0 1 0 0,0 1-1 0 0,-1-1 1 0 0,1 0-1 0 0,-1 0 1 0 0,-1 0 0 0 0,0 1-1 0 0,0-1 1 0 0,0 0-1 0 0,0 1 1 0 0,-1-1-1 0 0,0 1 1 0 0,-1 0-1 0 0,-3-9 1 0 0,-1 5 75 0 0,1-1 0 0 0,-1 1 0 0 0,-1 0-1 0 0,0 1 1 0 0,0 0 0 0 0,-1 0 0 0 0,0 1 0 0 0,-1 0-1 0 0,1 1 1 0 0,-21-12 0 0 0,-18-11-194 0 0,46 29 212 0 0,31 9-181 0 0,35 4 91 0 0,-29-7 102 0 0,0 2 1 0 0,0 2-1 0 0,60 23 1 0 0,-65-19-5 0 0,-1 2 0 0 0,51 35 0 0 0,-69-42 50 0 0,-1 1 0 0 0,0 0 0 0 0,0 0 0 0 0,0 1 0 0 0,-2 0 0 0 0,1 1 0 0 0,-1-1 0 0 0,-1 2 0 0 0,12 20 0 0 0,-17-26 83 0 0,0 0-1 0 0,0 0 1 0 0,0 0-1 0 0,-1 0 1 0 0,0 0-1 0 0,0 0 1 0 0,0 0-1 0 0,-1 1 1 0 0,0-1-1 0 0,0 0 1 0 0,-1 0-1 0 0,0 1 1 0 0,0-1-1 0 0,0 0 0 0 0,-3 7 1 0 0,4-12-92 0 0,0-1 0 0 0,0 1 0 0 0,0-1-1 0 0,-1 1 1 0 0,1-1 0 0 0,0 1 0 0 0,0-1 0 0 0,0 1 0 0 0,-1-1 0 0 0,1 1 0 0 0,0-1-1 0 0,-1 0 1 0 0,1 1 0 0 0,0-1 0 0 0,-1 1 0 0 0,1-1 0 0 0,-1 0 0 0 0,1 1 0 0 0,0-1-1 0 0,-1 0 1 0 0,0 1 0 0 0,-6-5 150 0 0,-2-13-98 0 0,9 8-80 0 0,0 0 0 0 0,0-1 0 0 0,0 1 0 0 0,1 0 0 0 0,1 0 0 0 0,0 0 0 0 0,0 0 0 0 0,0 0 0 0 0,5-10 0 0 0,3-4-69 0 0,1 0 0 0 0,13-22 0 0 0,-13 27 21 0 0,0 1-1 0 0,2 0 0 0 0,-1 1 1 0 0,2 1-1 0 0,0 0 1 0 0,29-24-1 0 0,-41 37 44 0 0,1 0 1 0 0,0 0-1 0 0,-1 0 1 0 0,1 1-1 0 0,0-1 1 0 0,0 1-1 0 0,0-1 1 0 0,0 1-1 0 0,1 0 0 0 0,-1 0 1 0 0,0 0-1 0 0,0 1 1 0 0,1-1-1 0 0,-1 1 1 0 0,0 0-1 0 0,1 0 1 0 0,-1 0-1 0 0,0 0 0 0 0,0 1 1 0 0,1-1-1 0 0,-1 1 1 0 0,0 0-1 0 0,0 0 1 0 0,1 0-1 0 0,3 2 0 0 0,-1 0 92 0 0,-1 1 0 0 0,0 0 0 0 0,0 0 0 0 0,0 0 0 0 0,-1 0 0 0 0,1 1 0 0 0,-1 0 0 0 0,0 0 0 0 0,0 0 0 0 0,-1 0 0 0 0,0 1 0 0 0,5 8 0 0 0,0 8 166 0 0,0 0 0 0 0,-1 0 0 0 0,-2 0 0 0 0,4 27 0 0 0,11 41 47 0 0,-19-87-317 0 0,-1-1-1 0 0,1 1 1 0 0,0-1 0 0 0,0 1-1 0 0,0-1 1 0 0,0 0-1 0 0,1 1 1 0 0,-1-1-1 0 0,1 0 1 0 0,-1 0 0 0 0,1 0-1 0 0,0 0 1 0 0,0 0-1 0 0,-1 0 1 0 0,6 2 0 0 0,-6-3-413 0 0,1-1 47 0 0,0 0 0 0 0,0-1-1 0 0,0 1 1 0 0,0-1 0 0 0,0 1 0 0 0,0-1 0 0 0,0 0 0 0 0,0 0 0 0 0,0 0-1 0 0,0 0 1 0 0,0 0 0 0 0,0 0 0 0 0,-1 0 0 0 0,1-1 0 0 0,-1 1 0 0 0,1-1 0 0 0,-1 1-1 0 0,1-1 1 0 0,-1 0 0 0 0,0 1 0 0 0,0-1 0 0 0,0 0 0 0 0,0 0 0 0 0,0 0-1 0 0,1-3 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9 3452 0 0,'-135'-3'12980'0'0,"50"-3"-7411"0"0,81 6-5438 0 0,1 0-204 0 0,-12 0-223 0 0,11 0-304 0 0,-3 3-2486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1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 2504 0 0,'-70'17'8078'0'0,"-48"8"6370"0"0,208-27-14556 0 0,46-4-4133 0 0,71-6-6234 0 0,-111 5 2673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1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33 6533 0 0,'-8'-5'15449'0'0,"3"-4"-13545"0"0,-2 1-1104 0 0,4-3-2588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7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 1632 0 0,'-9'-3'10482'0'0,"7"12"-10386"0"0,0 0 0 0 0,0 1 0 0 0,1-1 0 0 0,1 0 0 0 0,-1 1 0 0 0,2 9 0 0 0,-1 19 12 0 0,-27 257 573 0 0,12-170-3606 0 0,10-89-1570 0 0,4-21 744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1 214 2140 0 0,'0'-7'723'0'0,"0"-12"628"0"0,0-1 0 0 0,1 1 0 0 0,2-1-1 0 0,5-27 1 0 0,-7 43-1283 0 0,0 0-1 0 0,1-1 0 0 0,-1 1 0 0 0,1 0 1 0 0,0 0-1 0 0,0 0 0 0 0,0 0 0 0 0,1 1 0 0 0,-1-1 1 0 0,1 1-1 0 0,0-1 0 0 0,0 1 0 0 0,0 0 0 0 0,0 0 1 0 0,1 0-1 0 0,-1 1 0 0 0,1-1 0 0 0,0 1 1 0 0,0-1-1 0 0,0 1 0 0 0,0 1 0 0 0,0-1 0 0 0,0 1 1 0 0,0-1-1 0 0,8 0 0 0 0,-3 1-50 0 0,0 0-1 0 0,-1 1 1 0 0,1 0-1 0 0,0 0 1 0 0,0 1-1 0 0,-1 1 1 0 0,1-1-1 0 0,0 1 1 0 0,-1 1-1 0 0,0 0 1 0 0,1 0-1 0 0,-1 0 1 0 0,-1 1-1 0 0,1 0 1 0 0,0 1 0 0 0,-1 0-1 0 0,0 0 1 0 0,0 0-1 0 0,0 1 1 0 0,-1 0-1 0 0,0 0 1 0 0,0 1-1 0 0,0 0 1 0 0,-1 0-1 0 0,0 0 1 0 0,-1 0-1 0 0,1 1 1 0 0,-1 0-1 0 0,-1 0 1 0 0,0 0 0 0 0,0 0-1 0 0,0 1 1 0 0,-1-1-1 0 0,0 1 1 0 0,-1 0-1 0 0,0-1 1 0 0,0 1-1 0 0,-1 0 1 0 0,0 0-1 0 0,-1-1 1 0 0,0 1-1 0 0,0 0 1 0 0,-3 11-1 0 0,0-7 26 0 0,0-1-1 0 0,-1 1 0 0 0,0-1 0 0 0,-1 0 0 0 0,-1 0 0 0 0,1-1 1 0 0,-2 0-1 0 0,0 0 0 0 0,0 0 0 0 0,-1-1 0 0 0,0-1 0 0 0,-1 1 1 0 0,0-1-1 0 0,0-1 0 0 0,-1 0 0 0 0,0-1 0 0 0,0 0 1 0 0,-1 0-1 0 0,-16 6 0 0 0,23-11 165 0 0,-1 0 0 0 0,0 0 1 0 0,0 0-1 0 0,0 0 0 0 0,0-1 1 0 0,-9 1-1 0 0,11-2-101 0 0,2 0 7 0 0,0 1-86 0 0,-1-1 1 0 0,1 1-1 0 0,0 0 0 0 0,-1 0 1 0 0,1-1-1 0 0,0 1 1 0 0,0 1-1 0 0,-4 1 1 0 0,20 7-12 0 0,1 0 1 0 0,0-1-1 0 0,21 8 1 0 0,25 15-8 0 0,-21-6 8 0 0,73 43-970 0 0,-93-58-871 0 0,1-1 0 0 0,0-1 0 0 0,37 10 0 0 0,-29-12-2418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8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304 136 460 0 0,'-2'-15'2553'0'0,"0"0"-1"0"0,-8-25 1 0 0,9 35-2191 0 0,-1 1 0 0 0,0-1 0 0 0,0 0 1 0 0,0 1-1 0 0,0-1 0 0 0,-1 1 0 0 0,0 0 1 0 0,0 0-1 0 0,0 0 0 0 0,0 0 0 0 0,-7-6 0 0 0,8 9-322 0 0,0 0 0 0 0,0 0-1 0 0,0 0 1 0 0,0 0-1 0 0,0 0 1 0 0,0 1-1 0 0,-1-1 1 0 0,1 1-1 0 0,0-1 1 0 0,0 1 0 0 0,-1 0-1 0 0,1 0 1 0 0,0 0-1 0 0,0 0 1 0 0,-1 1-1 0 0,1-1 1 0 0,0 0-1 0 0,0 1 1 0 0,0-1 0 0 0,-1 1-1 0 0,1 0 1 0 0,0 0-1 0 0,0 0 1 0 0,0 0-1 0 0,0 0 1 0 0,0 0-1 0 0,-2 3 1 0 0,-7 5-7 0 0,0-1 0 0 0,1 2 0 0 0,-13 13 0 0 0,15-14 40 0 0,-11 11-35 0 0,2 2 0 0 0,0 0 1 0 0,-16 26-1 0 0,27-38-24 0 0,0 0 1 0 0,1 1-1 0 0,0-1 0 0 0,1 1 1 0 0,0 1-1 0 0,1-1 0 0 0,0 0 1 0 0,0 1-1 0 0,-1 22 0 0 0,4-32-3 0 0,0 0 0 0 0,0 1 0 0 0,0-1-1 0 0,1 1 1 0 0,-1-1 0 0 0,1 0 0 0 0,-1 1 0 0 0,1-1-1 0 0,0 0 1 0 0,0 0 0 0 0,0 1 0 0 0,0-1 0 0 0,0 0-1 0 0,0 0 1 0 0,0 0 0 0 0,1 0 0 0 0,-1 0 0 0 0,1-1-1 0 0,3 4 1 0 0,-2-3-1 0 0,0 0-1 0 0,0-1 1 0 0,0 1 0 0 0,0-1-1 0 0,0 0 1 0 0,0 0 0 0 0,0 0-1 0 0,0 0 1 0 0,0-1 0 0 0,1 1-1 0 0,-1-1 1 0 0,0 0 0 0 0,4 0-1 0 0,2-1-6 0 0,0 1 0 0 0,0-2 0 0 0,0 1 0 0 0,-1-2 1 0 0,1 1-1 0 0,0-1 0 0 0,-1 0 0 0 0,0-1 0 0 0,15-8 0 0 0,-14 5-25 0 0,1-1 1 0 0,-1 1-1 0 0,-1-2 1 0 0,1 1-1 0 0,-2-1 1 0 0,1-1-1 0 0,-1 1 1 0 0,9-19 0 0 0,-2 2 468 0 0,-2 0 0 0 0,13-40 0 0 0,-23 56-204 0 0,3-5-39 0 0,-4 15-202 0 0,-1 0-1 0 0,0 0 1 0 0,0 0-1 0 0,0 0 0 0 0,0 0 1 0 0,0-1-1 0 0,1 1 1 0 0,-1 0-1 0 0,0 0 1 0 0,0 0-1 0 0,0 0 0 0 0,0 0 1 0 0,1 0-1 0 0,-1 0 1 0 0,0 0-1 0 0,0 0 1 0 0,0 0-1 0 0,1-1 1 0 0,-1 1-1 0 0,0 0 0 0 0,0 0 1 0 0,0 0-1 0 0,1 0 1 0 0,-1 0-1 0 0,0 1 1 0 0,0-1-1 0 0,0 0 0 0 0,1 0 1 0 0,-1 0-1 0 0,0 0 1 0 0,0 0-1 0 0,0 0 1 0 0,1 0-1 0 0,-1 0 1 0 0,0 0-1 0 0,0 0 0 0 0,0 1 1 0 0,0-1-1 0 0,1 0 1 0 0,-1 0-1 0 0,0 0 1 0 0,0 0-1 0 0,0 0 1 0 0,0 1-1 0 0,0-1 0 0 0,0 0 1 0 0,0 0-1 0 0,1 0 1 0 0,-1 1-1 0 0,0-1 1 0 0,0 0-1 0 0,0 0 0 0 0,0 0 1 0 0,0 1-1 0 0,0-1 1 0 0,1 4 5 0 0,1-1 0 0 0,-1 1 0 0 0,0-1 0 0 0,-1 1 0 0 0,1 0 0 0 0,-1-1 0 0 0,1 1 0 0 0,-1 0 0 0 0,0 0 0 0 0,-1 4 0 0 0,1 7 10 0 0,2 21-45 0 0,5 55-92 0 0,-5-80-834 0 0,0 0 1 0 0,1 1 0 0 0,0-1 0 0 0,1 0-1 0 0,9 19 1 0 0,-6-20-2359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8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36 616 0 0,'1'-3'1863'0'0,"9"-29"3393"0"0,-9 31-4843 0 0,25 22 1033 0 0,-18-10-1285 0 0,0-1 0 0 0,-1 1 0 0 0,0 1 1 0 0,0 0-1 0 0,-1-1 0 0 0,-1 2 1 0 0,0-1-1 0 0,4 17 0 0 0,-4-8 80 0 0,-1 0-1 0 0,0 0 0 0 0,-2 1 1 0 0,0 24-1 0 0,-2-44-127 0 0,0 0 1 0 0,0-1-1 0 0,0 1 0 0 0,0 0 1 0 0,-1 0-1 0 0,1-1 1 0 0,-1 1-1 0 0,1-1 0 0 0,-1 1 1 0 0,1 0-1 0 0,-1-1 0 0 0,0 1 1 0 0,0-1-1 0 0,0 1 0 0 0,0-1 1 0 0,0 0-1 0 0,0 1 0 0 0,0-1 1 0 0,-3 2-1 0 0,3-3-94 0 0,1-1 1 0 0,-1 1-1 0 0,1 0 1 0 0,-1-1-1 0 0,0 1 0 0 0,1 0 1 0 0,-1-1-1 0 0,1 1 1 0 0,-1-1-1 0 0,1 1 0 0 0,-1-1 1 0 0,1 1-1 0 0,-1-1 0 0 0,1 1 1 0 0,-1-1-1 0 0,1 0 1 0 0,0 1-1 0 0,-1-1 0 0 0,1 0 1 0 0,0 1-1 0 0,0-1 1 0 0,-1 0-1 0 0,1 1 0 0 0,0-2 1 0 0,-7-17 88 0 0,5 6-108 0 0,1 1 1 0 0,0-1-1 0 0,1 1 0 0 0,1 0 0 0 0,0-1 0 0 0,0 1 0 0 0,1-1 0 0 0,1 1 0 0 0,0 0 0 0 0,1 0 0 0 0,0 1 0 0 0,1-1 0 0 0,0 1 0 0 0,1 0 1 0 0,0 0-1 0 0,14-19 0 0 0,-16 26-4 0 0,0 0 0 0 0,0 0 0 0 0,0 0 1 0 0,0 0-1 0 0,1 1 0 0 0,0 0 0 0 0,-1 0 0 0 0,1 0 1 0 0,0 0-1 0 0,0 1 0 0 0,1 0 0 0 0,-1 0 0 0 0,0 0 1 0 0,1 1-1 0 0,-1 0 0 0 0,1 0 0 0 0,0 0 0 0 0,-1 1 1 0 0,1 0-1 0 0,-1 0 0 0 0,1 0 0 0 0,0 0 0 0 0,-1 1 1 0 0,1 0-1 0 0,-1 0 0 0 0,11 4 0 0 0,-8-2 14 0 0,-1 1 0 0 0,1-1 0 0 0,-1 1 0 0 0,1 1 0 0 0,-1-1 0 0 0,0 1 0 0 0,-1 1 0 0 0,1-1 0 0 0,-1 1 0 0 0,0 0 0 0 0,0 0 0 0 0,-1 1 0 0 0,0 0 0 0 0,0 0 0 0 0,-1 0-1 0 0,0 0 1 0 0,5 11 0 0 0,-4-1-10 0 0,0 1-1 0 0,4 31 1 0 0,-6-33-1552 0 0,0 1 0 0 0,1-1 1 0 0,7 20-1 0 0,-7-27-1338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8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1296 0 0,'33'-117'13577'0'0,"-28"120"-13292"0"0,-5-3-272 0 0,1 0-1 0 0,-1 0 1 0 0,1 0 0 0 0,-1 0 0 0 0,1 1 0 0 0,-1-1-1 0 0,1 0 1 0 0,0 0 0 0 0,-1 1 0 0 0,1-1-1 0 0,-1 0 1 0 0,0 1 0 0 0,1-1 0 0 0,-1 0-1 0 0,1 1 1 0 0,-1-1 0 0 0,0 1 0 0 0,1-1 0 0 0,-1 0-1 0 0,1 2 1 0 0,4 16 204 0 0,-1 0 0 0 0,0 1 0 0 0,-1-1 0 0 0,0 26 0 0 0,-5 80 175 0 0,1-76-253 0 0,-6 72 218 0 0,0-5-1230 0 0,8-39-2547 0 0,-1-73 2874 0 0,0 0 0 0 0,0 1 0 0 0,0-1 0 0 0,1 0 0 0 0,0 0 0 0 0,0 0 0 0 0,-1 0 0 0 0,2 0 0 0 0,-1 0 0 0 0,0 0 0 0 0,4 6 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73 860 0 0,'22'-61'10352'0'0,"-22"59"-9735"0"0,0 2-571 0 0,1-1-1 0 0,-1 1 1 0 0,0-1-1 0 0,0 1 1 0 0,0-1-1 0 0,0 1 1 0 0,0 0-1 0 0,0-1 1 0 0,-1 1-1 0 0,1-1 1 0 0,0 1-1 0 0,0 0 1 0 0,0-1-1 0 0,0 1 1 0 0,0 0-1 0 0,-1-1 1 0 0,1 1-1 0 0,0 0 1 0 0,0-1-1 0 0,-1 1 1 0 0,1 0-1 0 0,0-1 1 0 0,0 1-1 0 0,-1 0 1 0 0,0-1 0 0 0,-17 6 108 0 0,-1 0 0 0 0,1 1 1 0 0,0 1-1 0 0,0 1 0 0 0,0 1 1 0 0,-18 12-1 0 0,-18 7-16 0 0,-124 56 893 0 0,143-70 378 0 0,33-13-1234 0 0,-10 3 297 0 0,34 2-453 0 0,-1 1 0 0 0,-1 1 1 0 0,0 1-1 0 0,0 1 0 0 0,18 12 1 0 0,91 69 153 0 0,-76-51-42 0 0,-48-37-441 0 0,0 1 1 0 0,0-1 0 0 0,1 0-1 0 0,-1-1 1 0 0,1 1 0 0 0,-1-1 0 0 0,1 0-1 0 0,0 0 1 0 0,6 1 0 0 0,-5-3-639 0 0,-1 1-1 0 0,1-1 1 0 0,0 0 0 0 0,-1-1 0 0 0,1 1 0 0 0,-1-1 0 0 0,12-4 0 0 0,5-1-3708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19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35 2648 0 0,'12'-34'14786'0'0,"-15"52"-12438"0"0,-1 2-1995 0 0,-48 252 1794 0 0,30-163-2012 0 0,16-79-865 0 0,-7 35-875 0 0,11-44-2598 0 0,1 0-3507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1 125 284 0 0,'1'-50'11409'0'0,"-1"3"-3143"0"0,11 27-6779 0 0,-9 19-1466 0 0,0 0-1 0 0,1 0 1 0 0,-1 0 0 0 0,1 0-1 0 0,-1 0 1 0 0,1 1 0 0 0,-1-1-1 0 0,1 1 1 0 0,-1 0 0 0 0,1-1-1 0 0,0 1 1 0 0,-1 0-1 0 0,1 1 1 0 0,-1-1 0 0 0,1 0-1 0 0,4 2 1 0 0,-2 0-2 0 0,0 0 1 0 0,0 0-1 0 0,0 1 0 0 0,0-1 1 0 0,0 1-1 0 0,0 0 1 0 0,5 6-1 0 0,3 2 43 0 0,-1 1-1 0 0,-1 1 1 0 0,0 0 0 0 0,12 19 0 0 0,-12-14 24 0 0,-1 1 0 0 0,-1 0 0 0 0,0 1 0 0 0,-2 0 0 0 0,0 1 0 0 0,-2-1 0 0 0,0 1 0 0 0,3 29 0 0 0,-2 22 38 0 0,-2 78 0 0 0,-5-123-99 0 0,0-16 5 0 0,1 0 0 0 0,0 0 0 0 0,1 0 0 0 0,0 0 0 0 0,1 0 0 0 0,3 12 0 0 0,-5-22-19 0 0,0 0 0 0 0,1 0 0 0 0,-1 0-1 0 0,0-1 1 0 0,1 1 0 0 0,-1 0 0 0 0,0-1 0 0 0,1 1 0 0 0,-1 0 0 0 0,1 0-1 0 0,-1-1 1 0 0,1 1 0 0 0,0-1 0 0 0,-1 1 0 0 0,1-1 0 0 0,0 1-1 0 0,-1-1 1 0 0,1 1 0 0 0,0-1 0 0 0,-1 1 0 0 0,1-1 0 0 0,0 0-1 0 0,1 1 1 0 0,0-1-15 0 0,1 1-1 0 0,-1-1 0 0 0,0 0 0 0 0,1 0 1 0 0,-1 0-1 0 0,1 0 0 0 0,-1 0 1 0 0,3-1-1 0 0,3-1-310 0 0,-1 0 0 0 0,0 0 0 0 0,-1 0 0 0 0,11-6 0 0 0,-1-1-1514 0 0,-1-1 0 0 0,20-16 0 0 0,-28 20-222 0 0,-1 0 0 0 0,0 0 0 0 0,10-14-1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59 1784 0 0,'-132'22'12831'0'0,"130"-22"-12462"0"0,-7 0 177 0 0,12 0-119 0 0,28-3-71 0 0,116-27-2627 0 0,25-6-5016 0 0,-114 24 2936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0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27 2548 0 0,'-46'19'17717'0'0,"39"-16"-15443"0"0,145-27-1158 0 0,-59 9-4362 0 0,-3 5-8568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0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0 1672 0 0,'-29'18'4198'0'0,"20"-14"-2194"0"0,1 1 0 0 0,0 0 0 0 0,1 0 0 0 0,-14 13 768 0 0,22-18-2694 0 0,-1 0 0 0 0,0 1 0 0 0,0-1 0 0 0,1 1 0 0 0,-1-1 0 0 0,0 1 0 0 0,1-1 0 0 0,-1 0 0 0 0,0 1 0 0 0,1-1 0 0 0,-1 0 0 0 0,1 1 0 0 0,-1-1 0 0 0,1 0 0 0 0,-1 0 0 0 0,1 1-1 0 0,-1-1 1 0 0,0 0 0 0 0,1 0 0 0 0,-1 0 0 0 0,1 0 0 0 0,-1 0 0 0 0,1 1 0 0 0,0-1 0 0 0,0 0 0 0 0,104 0 609 0 0,160-20 0 0 0,-200 14-1752 0 0,24-7-2039 0 0,-32 0-3914 0 0,-34 5 550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1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0 130 700 0 0,'0'-8'1411'0'0,"1"1"1"0"0,0-1-1 0 0,0 1 0 0 0,4-11 0 0 0,-4 12-1039 0 0,2-1 0 0 0,-1 1 0 0 0,1 0 0 0 0,0 0 0 0 0,0 0 0 0 0,0 0 0 0 0,1 1 0 0 0,8-10 0 0 0,-10 13-335 0 0,-1 0 0 0 0,2 0 0 0 0,-1 1-1 0 0,0-1 1 0 0,0 1 0 0 0,1-1 0 0 0,-1 1 0 0 0,0 0-1 0 0,1 0 1 0 0,-1 0 0 0 0,1 0 0 0 0,0 1-1 0 0,-1-1 1 0 0,1 1 0 0 0,-1-1 0 0 0,6 1-1 0 0,-3 0-1 0 0,0 1-1 0 0,0 0 0 0 0,-1 0 0 0 0,1 0 1 0 0,0 0-1 0 0,0 1 0 0 0,-1 0 0 0 0,8 3 0 0 0,0 2 25 0 0,-1 1 0 0 0,1 0 0 0 0,-1 0 0 0 0,-1 1 0 0 0,16 17 0 0 0,-13-12-7 0 0,-1 2 1 0 0,0 0-1 0 0,-2 0 0 0 0,1 1 1 0 0,-2 0-1 0 0,0 1 0 0 0,-2 0 1 0 0,1 0-1 0 0,-2 1 0 0 0,-1 0 1 0 0,0 0-1 0 0,2 22 0 0 0,-2 10 22 0 0,1 17 4663 0 0,-8-70-4531 0 0,1 0-180 0 0,-1-1 0 0 0,1 1 1 0 0,-1-1-1 0 0,1 0 0 0 0,0 1 1 0 0,0-1-1 0 0,0 0 0 0 0,0 0 1 0 0,1 0-1 0 0,-1 1 0 0 0,1-1 1 0 0,0 0-1 0 0,0 0 0 0 0,0 0 0 0 0,0 0 1 0 0,0-3-1 0 0,10-56 35 0 0,-7 47-57 0 0,1-8-22 0 0,2 0 1 0 0,1 1 0 0 0,0 0-1 0 0,2 0 1 0 0,0 0 0 0 0,2 1-1 0 0,0 1 1 0 0,1 0 0 0 0,1 0-1 0 0,22-24 1 0 0,-33 41 5 0 0,1 0 1 0 0,0 1-1 0 0,0-1 1 0 0,0 1-1 0 0,0-1 1 0 0,1 1-1 0 0,-1 0 1 0 0,1 0-1 0 0,-1 0 0 0 0,1 1 1 0 0,0-1-1 0 0,0 1 1 0 0,6-1-1 0 0,-7 1 5 0 0,1 1 1 0 0,-1 0-1 0 0,0 0 0 0 0,0 1 1 0 0,0-1-1 0 0,0 0 0 0 0,0 1 0 0 0,0 0 1 0 0,0 0-1 0 0,-1 0 0 0 0,1 0 1 0 0,0 0-1 0 0,0 1 0 0 0,-1-1 1 0 0,1 1-1 0 0,0-1 0 0 0,-1 1 0 0 0,4 4 1 0 0,1 1 6 0 0,0 1 0 0 0,-1 0 0 0 0,0 0 0 0 0,0 0 0 0 0,-1 1 0 0 0,0 0 0 0 0,-1 0 0 0 0,0 0 0 0 0,0 1 1 0 0,-1 0-1 0 0,0-1 0 0 0,1 11 0 0 0,3 19 61 0 0,3 68 0 0 0,-10-94-46 0 0,1 23 33 0 0,-1-19-777 0 0,1 0 0 0 0,4 26 0 0 0,2-25-3359 0 0,6-15-926 0 0,-9-3 4232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0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76 465 1856 0 0,'-13'-49'9097'0'0,"1"21"-6357"0"0,11 27-2347 0 0,-10 16-68 0 0,1 18-247 0 0,2 0-1 0 0,1 1 1 0 0,2 0 0 0 0,2 0-1 0 0,0 35 1 0 0,3-62-65 0 0,0-1 1 0 0,0 1-1 0 0,1 0 0 0 0,0-1 1 0 0,1 1-1 0 0,-1-1 1 0 0,1 1-1 0 0,0-1 1 0 0,1 0-1 0 0,-1 0 1 0 0,1 0-1 0 0,4 6 0 0 0,-4-9 0 0 0,-1 0 0 0 0,1 0-1 0 0,0 0 1 0 0,-1 0 0 0 0,1-1-1 0 0,1 0 1 0 0,-1 1 0 0 0,0-1-1 0 0,0 0 1 0 0,1 0 0 0 0,-1-1-1 0 0,1 1 1 0 0,0-1 0 0 0,-1 0-1 0 0,1 0 1 0 0,0 0 0 0 0,0 0-1 0 0,0-1 1 0 0,-1 1 0 0 0,1-1-1 0 0,8-1 1 0 0,-4 1-1 0 0,1-1 0 0 0,-1 0 0 0 0,0-1 0 0 0,1 1 0 0 0,-1-2 0 0 0,0 1 0 0 0,0-1 0 0 0,0-1 0 0 0,0 1 0 0 0,-1-1 0 0 0,0-1 0 0 0,1 1 0 0 0,-1-1 0 0 0,-1 0 0 0 0,1-1 0 0 0,-1 0 0 0 0,0 0 0 0 0,0 0 0 0 0,-1-1 0 0 0,0 0 0 0 0,0 0 0 0 0,0 0 0 0 0,-1 0 0 0 0,0-1 0 0 0,-1 0 0 0 0,0 1 0 0 0,0-1-1 0 0,0-1 1 0 0,2-15 0 0 0,-2 9 13 0 0,-1 0-1 0 0,-1 0 0 0 0,-1-1 0 0 0,0 1 0 0 0,0-1 1 0 0,-2 1-1 0 0,0 0 0 0 0,0 0 0 0 0,-2 0 1 0 0,0 0-1 0 0,-1 0 0 0 0,0 1 0 0 0,-1 0 0 0 0,0 0 1 0 0,-11-17-1 0 0,15 28-22 0 0,-1 0 1 0 0,1 0-1 0 0,0 0 1 0 0,-1 0-1 0 0,1 0 0 0 0,-1 1 1 0 0,0 0-1 0 0,0-1 1 0 0,0 1-1 0 0,0 0 1 0 0,0 0-1 0 0,0 0 0 0 0,-1 1 1 0 0,1-1-1 0 0,-1 1 1 0 0,1 0-1 0 0,-5-1 1 0 0,3 2-3 0 0,1-1 0 0 0,-1 1 0 0 0,0 1 0 0 0,1-1 0 0 0,-1 1 0 0 0,1-1 0 0 0,0 1 0 0 0,-1 0 0 0 0,1 1 0 0 0,0-1 0 0 0,-1 1 0 0 0,-4 3 0 0 0,-3 2-6 0 0,2 0 1 0 0,-1 0 0 0 0,1 1 0 0 0,0 1 0 0 0,1 0 0 0 0,0 0-1 0 0,0 1 1 0 0,-13 20 0 0 0,18-24 3 0 0,1-1-1 0 0,0 1 0 0 0,0 0 1 0 0,0 1-1 0 0,1-1 0 0 0,0 0 1 0 0,0 1-1 0 0,0 0 1 0 0,1-1-1 0 0,0 1 0 0 0,1 0 1 0 0,-1 0-1 0 0,2 12 0 0 0,-1-16 4 0 0,1 1 0 0 0,0 0 0 0 0,0 0 0 0 0,0 0 0 0 0,1-1 0 0 0,-1 1 0 0 0,1 0 0 0 0,0-1 0 0 0,-1 0 0 0 0,2 1 0 0 0,-1-1 0 0 0,0 0 0 0 0,1 0 0 0 0,-1 0-1 0 0,1 0 1 0 0,0-1 0 0 0,0 1 0 0 0,0-1 0 0 0,1 1 0 0 0,-1-1 0 0 0,0 0 0 0 0,1-1 0 0 0,-1 1 0 0 0,8 2 0 0 0,1-1-15 0 0,1 0 1 0 0,0-1-1 0 0,0 0 1 0 0,0-1-1 0 0,1 0 1 0 0,-1-1-1 0 0,0-1 1 0 0,0 0-1 0 0,22-5 0 0 0,-4 0-183 0 0,-2-3-1 0 0,1 0 0 0 0,28-14 0 0 0,-36 13 57 0 0,1-2 0 0 0,-2 0 0 0 0,0-1 0 0 0,-1-1 0 0 0,0-1 0 0 0,-1-1 0 0 0,0-1 0 0 0,-2 0 0 0 0,0-2 0 0 0,-1 0 1 0 0,-1 0-1 0 0,0-1 0 0 0,12-26 0 0 0,-15 24 304 0 0,-2 0 0 0 0,-1 0 1 0 0,0-1-1 0 0,-2-1 0 0 0,-1 1 1 0 0,-1-1-1 0 0,0 0 0 0 0,0-32 1 0 0,-5 1 555 0 0,0 52-684 0 0,-2 4 10 0 0,0 1-34 0 0,0-1-1 0 0,0 1 0 0 0,0 0 1 0 0,1 0-1 0 0,-1 0 1 0 0,1 0-1 0 0,-1 0 1 0 0,1 0-1 0 0,0 0 0 0 0,0 0 1 0 0,0 0-1 0 0,0 1 1 0 0,0-1-1 0 0,0 0 1 0 0,0 3-1 0 0,-8 45 29 0 0,6-30-28 0 0,-8 64 45 0 0,0 116-1 0 0,16 88 152 0 0,-3-216-137 0 0,23 421 254 0 0,2 143 255 0 0,-27-632-577 0 0,-4 211 379 0 0,1-184-15 0 0,-1 0 0 0 0,-2 0 0 0 0,0-1 0 0 0,-20 54 0 0 0,22-75-220 0 0,0 0-1 0 0,0 0 0 0 0,-1-1 1 0 0,0 0-1 0 0,-1 0 1 0 0,0 0-1 0 0,0 0 1 0 0,0-1-1 0 0,-15 12 0 0 0,17-15-81 0 0,-1-1 0 0 0,0 1 0 0 0,0-1 0 0 0,0-1-1 0 0,-1 1 1 0 0,1-1 0 0 0,-1 0 0 0 0,1 0 0 0 0,-1 0-1 0 0,0-1 1 0 0,0 0 0 0 0,1 0 0 0 0,-1-1 0 0 0,0 0 0 0 0,0 0-1 0 0,0 0 1 0 0,-9-2 0 0 0,-1-1 17 0 0,0-1 1 0 0,0-1-1 0 0,1-1 0 0 0,0 0 0 0 0,0-1 1 0 0,0-1-1 0 0,1 0 0 0 0,0-1 0 0 0,1 0 1 0 0,0-1-1 0 0,-21-21 0 0 0,15 11-5 0 0,1 0 0 0 0,1-1-1 0 0,0-1 1 0 0,2 0-1 0 0,1-1 1 0 0,-16-35 0 0 0,21 37-42 0 0,1 0 0 0 0,1 0 0 0 0,0-1 0 0 0,2 0 0 0 0,1 0 0 0 0,0-1 0 0 0,2 1 0 0 0,1-1 0 0 0,2-35 0 0 0,2 30-41 0 0,1 1 0 0 0,1-1 0 0 0,1 1 0 0 0,2 0 0 0 0,1 1 0 0 0,1 0 0 0 0,18-34 0 0 0,-6 20-54 0 0,1 0-1 0 0,2 2 0 0 0,2 1 0 0 0,2 1 0 0 0,1 1 0 0 0,38-33 0 0 0,-43 45-327 0 0,2 2 0 0 0,0 1 0 0 0,1 1 0 0 0,1 1 0 0 0,0 1 0 0 0,2 2 0 0 0,0 1 0 0 0,63-18-1 0 0,-78 27-238 0 0,1 2 0 0 0,-1 0 0 0 0,22-1 0 0 0,-31 4-5 0 0,0 0-1 0 0,0 0 1 0 0,1 1-1 0 0,6 2 1 0 0,-9-2-390 0 0,0 1 1 0 0,-1-1 0 0 0,1 1 0 0 0,0 0 0 0 0,-1 0-1 0 0,8 5 1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1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1608 0 0,'3'-119'15230'0'0,"4"145"-14881"0"0,0 59-119 0 0,-4-44-157 0 0,1-1 1 0 0,15 63-1 0 0,-18-98-69 0 0,0-1 1 0 0,1 1-1 0 0,0 0 0 0 0,0-1 1 0 0,1 1-1 0 0,-1-1 1 0 0,1 0-1 0 0,0 1 0 0 0,0-1 1 0 0,0-1-1 0 0,0 1 0 0 0,6 5 1 0 0,-6-7-11 0 0,0-1 1 0 0,-1 1-1 0 0,1 0 1 0 0,0-1-1 0 0,0 1 1 0 0,0-1-1 0 0,0 0 1 0 0,0 0-1 0 0,1 0 1 0 0,-1-1-1 0 0,0 1 1 0 0,0-1-1 0 0,1 1 1 0 0,-1-1 0 0 0,0 0-1 0 0,1-1 1 0 0,-1 1-1 0 0,7-2 1 0 0,-3 0-28 0 0,0 0 1 0 0,0-1-1 0 0,-1 0 1 0 0,1 0-1 0 0,0-1 1 0 0,-1 0 0 0 0,0 0-1 0 0,0-1 1 0 0,0 1-1 0 0,-1-1 1 0 0,1-1-1 0 0,-1 1 1 0 0,6-9-1 0 0,1-2 15 0 0,0-2 0 0 0,-1 0 0 0 0,12-26 0 0 0,-15 23 963 0 0,0-1 1 0 0,-1 0-1 0 0,6-42 1 0 0,-13 62-878 0 0,1-3 32 0 0,1 12-63 0 0,0 14-12 0 0,-2-6-62 0 0,0 21 82 0 0,8 71-1 0 0,-6-97-429 0 0,0 0 0 0 0,0 0 0 0 0,1 0 0 0 0,1 0 0 0 0,-1 0 0 0 0,1-1 0 0 0,1 0 0 0 0,0 1-1 0 0,0-2 1 0 0,1 1 0 0 0,11 12 0 0 0,-13-17-393 0 0,1 0 0 0 0,-1-1-1 0 0,1 1 1 0 0,0-1-1 0 0,0 0 1 0 0,0-1 0 0 0,1 1-1 0 0,-1-1 1 0 0,7 2 0 0 0,9 1-5541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1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63 1776 0 0,'-11'-63'11785'0'0,"19"79"-11087"0"0,15 41-349 0 0,-4 0-1 0 0,-1 2 1 0 0,10 69-1 0 0,-23-97 2793 0 0,-7-32-2935 0 0,0-1-185 0 0,0-1-1 0 0,1 1 1 0 0,-1 0-1 0 0,0-1 1 0 0,1 1-1 0 0,0-1 1 0 0,-1 1-1 0 0,1-1 1 0 0,0 0-1 0 0,0 0 1 0 0,1 1-1 0 0,-1-1 1 0 0,0 0 0 0 0,1 0-1 0 0,0 0 1 0 0,0-3-1 0 0,-1-6 12 0 0,0 1 1 0 0,1 0-1 0 0,2-15 0 0 0,0 10-28 0 0,1 1-1 0 0,1 0 0 0 0,0 0 0 0 0,1 0 1 0 0,1 1-1 0 0,10-21 0 0 0,-13 30-18 0 0,0-1 0 0 0,1 1-1 0 0,0-1 1 0 0,0 1 0 0 0,0 0 0 0 0,1 1 0 0 0,0-1 0 0 0,0 1-1 0 0,0 0 1 0 0,0 0 0 0 0,0 0 0 0 0,1 1 0 0 0,0 0-1 0 0,0 0 1 0 0,0 0 0 0 0,0 1 0 0 0,10-3 0 0 0,-12 5 11 0 0,1-1 0 0 0,-1 1-1 0 0,0 0 1 0 0,0 0 0 0 0,1 1 0 0 0,-1-1 0 0 0,0 1 0 0 0,0 0 0 0 0,1 0 0 0 0,-1 0 0 0 0,0 1 0 0 0,0-1 0 0 0,0 1 0 0 0,-1 0-1 0 0,1 0 1 0 0,5 5 0 0 0,0-1 10 0 0,0 1 0 0 0,-1 0-1 0 0,0 1 1 0 0,14 17-1 0 0,-14-14 22 0 0,-1 0 0 0 0,0 1 0 0 0,0 0 0 0 0,-1 1 0 0 0,5 17 0 0 0,7 28-1112 0 0,-9-20-2754 0 0,-4-19 286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2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35 124 2528 0 0,'0'-34'6869'0'0,"-7"-54"0"0"0,7 87-6563 0 0,0 19-70 0 0,4 225 612 0 0,45 300-1 0 0,-37-432-431 0 0,-10-93-271 0 0,0 3 652 0 0,-12-44-534 0 0,2-5-332 0 0,2 0-1 0 0,1-1 1 0 0,1 0 0 0 0,2 1 0 0 0,0-1-1 0 0,2 0 1 0 0,5-42 0 0 0,-3 56 35 0 0,0 0 0 0 0,1 0 0 0 0,1 1 0 0 0,0-1 0 0 0,1 1 0 0 0,1 0 0 0 0,0 0 0 0 0,10-17 0 0 0,-12 25 37 0 0,0 0-1 0 0,0 0 0 0 0,0 0 1 0 0,1 0-1 0 0,-1 1 1 0 0,2-1-1 0 0,-1 1 0 0 0,0 1 1 0 0,1-1-1 0 0,0 1 0 0 0,0 0 1 0 0,0 0-1 0 0,1 1 0 0 0,-1 0 1 0 0,1 0-1 0 0,0 0 0 0 0,0 1 1 0 0,12-3-1 0 0,-16 5 3 0 0,0 0 1 0 0,1-1-1 0 0,-1 2 1 0 0,1-1-1 0 0,-1 0 0 0 0,1 1 1 0 0,-1-1-1 0 0,0 1 0 0 0,0 0 1 0 0,1 0-1 0 0,-1 0 0 0 0,0 1 1 0 0,0-1-1 0 0,0 1 0 0 0,0 0 1 0 0,0-1-1 0 0,5 6 0 0 0,-7-6 0 0 0,1 1 0 0 0,-1-1-1 0 0,0 1 1 0 0,1-1-1 0 0,-1 1 1 0 0,0 0 0 0 0,0-1-1 0 0,0 1 1 0 0,-1 0-1 0 0,1 0 1 0 0,0 0 0 0 0,-1 0-1 0 0,1 0 1 0 0,-1 0-1 0 0,1 0 1 0 0,-1 0-1 0 0,0 0 1 0 0,0 0 0 0 0,0 0-1 0 0,0 0 1 0 0,0 0-1 0 0,-1 0 1 0 0,1 0 0 0 0,0 0-1 0 0,-1 0 1 0 0,0 0-1 0 0,1 0 1 0 0,-1 0 0 0 0,-2 2-1 0 0,-2 4-8 0 0,-1 1 0 0 0,0-2 0 0 0,0 1 0 0 0,-1-1-1 0 0,0 0 1 0 0,0 0 0 0 0,-1-1 0 0 0,1 0 0 0 0,-2 0 0 0 0,1-1-1 0 0,0 0 1 0 0,-13 5 0 0 0,-12 4 125 0 0,-68 19 1 0 0,86-28-65 0 0,8-4-97 0 0,-1 1-1 0 0,1 0 1 0 0,1 1 0 0 0,-10 4-1 0 0,15-6 31 0 0,1-1 0 0 0,0 1-1 0 0,0-1 1 0 0,-1 0 0 0 0,1 1-1 0 0,0-1 1 0 0,0 1 0 0 0,-1-1-1 0 0,1 1 1 0 0,0-1 0 0 0,0 1 0 0 0,0-1-1 0 0,0 1 1 0 0,0-1 0 0 0,0 1-1 0 0,0-1 1 0 0,0 1 0 0 0,0 0-1 0 0,0-1 1 0 0,0 1 0 0 0,0-1 0 0 0,0 1-1 0 0,0-1 1 0 0,0 1 0 0 0,1-1-1 0 0,-1 1 1 0 0,0-1 0 0 0,0 0 0 0 0,1 1-1 0 0,-1-1 1 0 0,0 1 0 0 0,10 15-67 0 0,12 13-67 0 0,1-1 0 0 0,1-2 1 0 0,1 0-1 0 0,2-1 0 0 0,0-2 0 0 0,2-1 0 0 0,41 25 0 0 0,-42-31-1568 0 0,45 18 0 0 0,-45-23-1821 0 0,52 12 0 0 0,-47-16-1603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2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95 520 0 0,'-16'-73'12453'0'0,"15"73"-12412"0"0,1-1 0 0 0,0 1 1 0 0,0-1-1 0 0,-1 1 1 0 0,1-1-1 0 0,0 0 1 0 0,0 1-1 0 0,0-1 1 0 0,0 1-1 0 0,0-1 1 0 0,0 0-1 0 0,0 1 1 0 0,0-1-1 0 0,0 0 1 0 0,0 1-1 0 0,0-1 1 0 0,0 1-1 0 0,0-1 1 0 0,0 0-1 0 0,0 1 1 0 0,1-1-1 0 0,-1 1 1 0 0,0-1-1 0 0,1 1 1 0 0,-1-1-1 0 0,0 1 1 0 0,1-1-1 0 0,-1 1 1 0 0,0-1-1 0 0,1 1 1 0 0,-1-1-1 0 0,1 1 1 0 0,-1-1-1 0 0,1 1 1 0 0,-1 0-1 0 0,1-1 1 0 0,-1 1-1 0 0,1 0 0 0 0,0 0 1 0 0,-1-1-1 0 0,1 1 1 0 0,-1 0-1 0 0,1 0 1 0 0,0 0-1 0 0,-1 0 1 0 0,1 0-1 0 0,0 0 1 0 0,-1 0-1 0 0,1 0 1 0 0,-1 0-1 0 0,1 0 1 0 0,0 0-1 0 0,-1 0 1 0 0,1 0-1 0 0,-1 0 1 0 0,1 1-1 0 0,0-1 1 0 0,-1 0-1 0 0,1 1 1 0 0,4 0 21 0 0,0 1 1 0 0,-1 0 0 0 0,1 0-1 0 0,-1 0 1 0 0,7 5-1 0 0,1 2 0 0 0,-1 0 0 0 0,-1 1 0 0 0,0 1 0 0 0,0 0 0 0 0,-1 0 0 0 0,0 1 0 0 0,-1 0 1 0 0,-1 0-1 0 0,0 1 0 0 0,11 26 0 0 0,-14-28 19 0 0,-1 0 1 0 0,0 1 0 0 0,0-1 0 0 0,-1 1-1 0 0,0-1 1 0 0,-1 1 0 0 0,-1 0-1 0 0,0-1 1 0 0,0 1 0 0 0,-1 0 0 0 0,-1-1-1 0 0,0 1 1 0 0,-7 22 0 0 0,8-31-25 0 0,-1 0-1 0 0,0 1 1 0 0,0-1 0 0 0,0 0-1 0 0,0 0 1 0 0,0 0 0 0 0,-1 0-1 0 0,1-1 1 0 0,-6 5 0 0 0,6-5 40 0 0,-8-8 72 0 0,9 6-159 0 0,1 0 0 0 0,-1-1 0 0 0,0 1 0 0 0,0 0 0 0 0,1 0 0 0 0,-1-1 0 0 0,0 1 0 0 0,0 0 0 0 0,1-1 0 0 0,-1 1 0 0 0,0-1 0 0 0,1 1 0 0 0,-1-1 0 0 0,1 1 0 0 0,-1-1 0 0 0,1 1 0 0 0,-1-1 0 0 0,1 0 0 0 0,-1 1 0 0 0,0-2 0 0 0,-1-5 13 0 0,0 0 0 0 0,0 1 0 0 0,0-1 0 0 0,1 0 1 0 0,0 0-1 0 0,0 0 0 0 0,1 0 0 0 0,0 0 0 0 0,0 0 0 0 0,1 0 0 0 0,0 0 0 0 0,4-14 0 0 0,-2 8-32 0 0,1 0 0 0 0,1 0-1 0 0,0 1 1 0 0,1-1 0 0 0,13-20-1 0 0,-9 18-8 0 0,0 1-1 0 0,2 0 0 0 0,-1 1 1 0 0,18-15-1 0 0,-23 24 14 0 0,-1-1 0 0 0,1 1 0 0 0,-1 0-1 0 0,1 0 1 0 0,0 1 0 0 0,0 0 0 0 0,1 0-1 0 0,-1 0 1 0 0,1 1 0 0 0,-1 0 0 0 0,1 0 0 0 0,0 1-1 0 0,14-2 1 0 0,-17 3 0 0 0,1 1-1 0 0,-1-1 1 0 0,1 1 0 0 0,-1 0-1 0 0,0 0 1 0 0,1 0 0 0 0,-1 0-1 0 0,0 1 1 0 0,0 0 0 0 0,0 0-1 0 0,0 0 1 0 0,0 0 0 0 0,7 6-1 0 0,-5-3 20 0 0,-1 0 0 0 0,1 1 0 0 0,-1 0 0 0 0,0 0 0 0 0,-1 1 0 0 0,1-1-1 0 0,4 10 1 0 0,1 8-130 0 0,0 0 0 0 0,-2 1 0 0 0,10 43-1 0 0,-14-50-612 0 0,12 40-2627 0 0,-14-53 2222 0 0,0 0 0 0 0,0-1-1 0 0,1 1 1 0 0,0-1 0 0 0,4 7 0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173 278 644 0 0,'-2'-8'1670'0'0,"0"-1"1"0"0,0 1-1 0 0,-1 0 0 0 0,0 0 0 0 0,-1 0 0 0 0,0 0 1 0 0,-7-11-1 0 0,10 17-1165 0 0,-1 3-430 0 0,1-1-1 0 0,0 1 0 0 0,-1 0 0 0 0,1 0 0 0 0,0 0 1 0 0,-1 0-1 0 0,1 0 0 0 0,0 0 0 0 0,0 0 1 0 0,0 0-1 0 0,-2 3 0 0 0,-3 7 28 0 0,1 0 0 0 0,0 1 0 0 0,0-1 1 0 0,2 1-1 0 0,-1 0 0 0 0,1 0 0 0 0,1 1 0 0 0,0-1 0 0 0,1 0 0 0 0,0 1 0 0 0,1-1 0 0 0,1 1 1 0 0,3 22-1 0 0,-3-29-32 0 0,1 1 0 0 0,0-1 1 0 0,0 1-1 0 0,0-1 1 0 0,1 0-1 0 0,0 0 0 0 0,0 0 1 0 0,0 0-1 0 0,1-1 1 0 0,0 1-1 0 0,9 8 0 0 0,-9-10 13 0 0,0 0 0 0 0,1-1-1 0 0,-1 0 1 0 0,1 0-1 0 0,0 0 1 0 0,0-1-1 0 0,0 0 1 0 0,0 0 0 0 0,1 0-1 0 0,-1 0 1 0 0,0-1-1 0 0,1 0 1 0 0,-1 0 0 0 0,1 0-1 0 0,11-1 1 0 0,-12 0-54 0 0,1-1 1 0 0,0 1 0 0 0,-1-1 0 0 0,1-1-1 0 0,0 1 1 0 0,-1-1 0 0 0,1 0-1 0 0,-1 0 1 0 0,0 0 0 0 0,0-1 0 0 0,0 0-1 0 0,0 0 1 0 0,0 0 0 0 0,-1 0 0 0 0,1-1-1 0 0,-1 0 1 0 0,0 0 0 0 0,0 0-1 0 0,0-1 1 0 0,-1 1 0 0 0,1-1 0 0 0,-1 0-1 0 0,0 0 1 0 0,-1 0 0 0 0,1 0-1 0 0,1-6 1 0 0,-1 3-17 0 0,0 0 1 0 0,0-1-1 0 0,-1 1 0 0 0,0-1 1 0 0,-1 0-1 0 0,0 1 0 0 0,0-1 0 0 0,-1 0 1 0 0,0 0-1 0 0,-1 0 0 0 0,0 1 0 0 0,0-1 1 0 0,-1 0-1 0 0,0 1 0 0 0,0-1 1 0 0,-6-11-1 0 0,5 14-10 0 0,0-1 0 0 0,-1 1 0 0 0,0-1 0 0 0,0 1 0 0 0,-1 0 0 0 0,0 1 0 0 0,0-1 0 0 0,0 1 0 0 0,-1 0 0 0 0,0 0 0 0 0,0 1 0 0 0,0-1 0 0 0,0 2 0 0 0,0-1 0 0 0,-1 0 0 0 0,0 1 0 0 0,0 1 0 0 0,0-1 0 0 0,0 1 0 0 0,0 0 0 0 0,-15-2 0 0 0,14 4-6 0 0,-1-1-1 0 0,0 2 0 0 0,1-1 0 0 0,-1 1 0 0 0,0 0 0 0 0,1 1 1 0 0,-1 0-1 0 0,1 0 0 0 0,0 1 0 0 0,-1 0 0 0 0,1 1 1 0 0,1 0-1 0 0,-1 0 0 0 0,0 0 0 0 0,1 1 0 0 0,0 0 0 0 0,0 1 1 0 0,-8 8-1 0 0,10-10-7 0 0,1 1-1 0 0,-1 0 1 0 0,1 1 0 0 0,1-1-1 0 0,-1 1 1 0 0,1-1 0 0 0,0 1-1 0 0,0 0 1 0 0,0 0 0 0 0,1 1-1 0 0,0-1 1 0 0,0 0 0 0 0,1 1-1 0 0,0-1 1 0 0,-1 13 0 0 0,2-14-52 0 0,0 0 0 0 0,1 0 0 0 0,0 0 0 0 0,0 0 0 0 0,0-1 0 0 0,0 1 0 0 0,1 0 0 0 0,0-1 0 0 0,0 1 0 0 0,0-1 0 0 0,0 0 0 0 0,1 0 0 0 0,-1 0 0 0 0,1 0 0 0 0,0 0 0 0 0,1 0 0 0 0,-1-1 0 0 0,0 1 0 0 0,1-1 0 0 0,0 0 0 0 0,0 0 0 0 0,5 3 0 0 0,7 2-375 0 0,0 0 1 0 0,1-1-1 0 0,-1 0 1 0 0,1-2-1 0 0,0 0 1 0 0,1-1-1 0 0,-1 0 1 0 0,1-2-1 0 0,0 0 1 0 0,0-1-1 0 0,0 0 1 0 0,-1-2-1 0 0,1 0 1 0 0,0-1-1 0 0,0-1 1 0 0,25-7-1 0 0,-24 4 87 0 0,0 0-1 0 0,0-1 1 0 0,0-2-1 0 0,-1 0 1 0 0,-1 0-1 0 0,21-16 1 0 0,-24 15 471 0 0,-1-1 0 0 0,0 0 0 0 0,-1-1 0 0 0,0-1 0 0 0,-1 0 0 0 0,0 0 0 0 0,13-24 0 0 0,5-24 3242 0 0,-11 20-1102 0 0,-17 39-1953 0 0,-4 14-101 0 0,-4 19-42 0 0,-18 89 103 0 0,23-104-216 0 0,0 1 0 0 0,1-1 1 0 0,1 1-1 0 0,1-1 1 0 0,3 22-1 0 0,-3-35-30 0 0,-1 1 0 0 0,1-1 1 0 0,0 0-1 0 0,0 0 0 0 0,0 0 0 0 0,0 0 0 0 0,0 0 0 0 0,1 0 1 0 0,-1-1-1 0 0,1 1 0 0 0,0 0 0 0 0,0-1 0 0 0,0 1 0 0 0,0-1 1 0 0,0 0-1 0 0,1 0 0 0 0,-1 1 0 0 0,1-2 0 0 0,-1 1 0 0 0,1 0 0 0 0,0 0 1 0 0,0-1-1 0 0,0 1 0 0 0,-1-1 0 0 0,1 0 0 0 0,4 1 0 0 0,-2-1 4 0 0,1-1 0 0 0,-1 1 0 0 0,1-1 0 0 0,0 0 0 0 0,-1-1 0 0 0,1 1 0 0 0,-1-1 0 0 0,0 0 0 0 0,1-1 0 0 0,-1 1 0 0 0,0-1 0 0 0,1 0 0 0 0,-1 0 0 0 0,7-5 0 0 0,8-5-120 0 0,-1-1 0 0 0,0-1 0 0 0,-1-1 0 0 0,-1 0 0 0 0,20-23 0 0 0,68-95 1914 0 0,-98 124-1573 0 0,14-15 313 0 0,-21 24-555 0 0,1 1-1 0 0,0-1 1 0 0,-1 0 0 0 0,1 0 0 0 0,-1 1 0 0 0,1-1-1 0 0,0 0 1 0 0,-1 1 0 0 0,1-1 0 0 0,-1 1 0 0 0,1-1-1 0 0,-1 1 1 0 0,1-1 0 0 0,-1 1 0 0 0,0-1 0 0 0,1 1-1 0 0,-1-1 1 0 0,1 1 0 0 0,-1-1 0 0 0,0 1 0 0 0,0 0-1 0 0,1-1 1 0 0,-1 1 0 0 0,0 1 0 0 0,8 16-5 0 0,8 33 66 0 0,-11-32-11 0 0,1 0 1 0 0,1-1-1 0 0,13 26 1 0 0,-17-39-26 0 0,0 0 1 0 0,0-1 0 0 0,0 1 0 0 0,1-1 0 0 0,0 1 0 0 0,0-1-1 0 0,0 0 1 0 0,0-1 0 0 0,0 1 0 0 0,1-1 0 0 0,0 0 0 0 0,0 0-1 0 0,0 0 1 0 0,0-1 0 0 0,0 1 0 0 0,8 1 0 0 0,-10-4-20 0 0,-1 1 0 0 0,1-1 0 0 0,0 0 0 0 0,0 0 0 0 0,0 0 0 0 0,0 0 0 0 0,0-1 0 0 0,0 1 0 0 0,0-1 0 0 0,0 0 0 0 0,-1 0 0 0 0,1 0 0 0 0,0 0 0 0 0,-1 0 0 0 0,1-1 0 0 0,0 1 0 0 0,-1-1 0 0 0,4-3 0 0 0,0 1-10 0 0,-1-1 0 0 0,0 1 1 0 0,0-1-1 0 0,0 0 0 0 0,-1-1 1 0 0,6-8-1 0 0,-3 1-28 0 0,-1 0 0 0 0,0-1-1 0 0,-1 0 1 0 0,0 0 0 0 0,-2 0 0 0 0,1 0 0 0 0,-2 0 0 0 0,0-1 0 0 0,0 1-1 0 0,-2-1 1 0 0,0 0 0 0 0,0 1 0 0 0,-1-1 0 0 0,-1 1 0 0 0,-1-1 0 0 0,0 1-1 0 0,0 0 1 0 0,-2 0 0 0 0,0 0 0 0 0,0 0 0 0 0,-1 1 0 0 0,-14-22-1 0 0,-12-25-354 0 0,31 58 236 0 0,2 0-144 0 0,-1 2 279 0 0,0-1 1 0 0,0 1 0 0 0,0 0-1 0 0,0-1 1 0 0,0 1-1 0 0,0 0 1 0 0,0-1 0 0 0,0 1-1 0 0,0-1 1 0 0,0 1-1 0 0,0 0 1 0 0,0-1 0 0 0,0 1-1 0 0,1 0 1 0 0,-1-1-1 0 0,0 1 1 0 0,0 0 0 0 0,0-1-1 0 0,1 1 1 0 0,-1 0-1 0 0,0 0 1 0 0,0-1 0 0 0,1 1-1 0 0,-1 0 1 0 0,16-2-98 0 0,0 0 0 0 0,0 2 0 0 0,0 0 0 0 0,0 1 1 0 0,0 0-1 0 0,17 4 0 0 0,-16-2 65 0 0,53 6-36 0 0,-1 4 1 0 0,80 26 0 0 0,-119-29 64 0 0,0 1 1 0 0,0 2-1 0 0,-1 1 1 0 0,-1 1-1 0 0,0 1 1 0 0,-1 2-1 0 0,29 24 1 0 0,-47-35 80 0 0,-1 1 1 0 0,1 1-1 0 0,-1-1 1 0 0,-1 1-1 0 0,0 1 1 0 0,0-1 0 0 0,-1 1-1 0 0,0 1 1 0 0,0-1-1 0 0,-1 1 1 0 0,7 21-1 0 0,-11-26 266 0 0,1 1 0 0 0,-1-1 0 0 0,0 0 0 0 0,-1 1 0 0 0,1-1 0 0 0,-1 1-1 0 0,-2 10 1878 0 0,2-18-2171 0 0,-1-1 0 0 0,1 1 0 0 0,-1-1 0 0 0,1 1-1 0 0,-1 0 1 0 0,1-1 0 0 0,0 1 0 0 0,0-1 0 0 0,-1 1 0 0 0,1-1 0 0 0,0 0 0 0 0,0 1-1 0 0,1-1 1 0 0,-1-2 0 0 0,6-25-39 0 0,1 1 0 0 0,1-1-1 0 0,1 1 1 0 0,2 1 0 0 0,1 0 0 0 0,1 0-1 0 0,21-32 1 0 0,-27 49-22 0 0,0 0 1 0 0,1 1-1 0 0,0 1 0 0 0,0-1 1 0 0,1 1-1 0 0,0 1 0 0 0,0-1 1 0 0,1 2-1 0 0,0-1 0 0 0,0 1 1 0 0,12-5-1 0 0,-18 10 10 0 0,0-1 1 0 0,0 1-1 0 0,1-1 0 0 0,-1 1 1 0 0,1 0-1 0 0,-1 1 0 0 0,1-1 1 0 0,0 1-1 0 0,-1 0 0 0 0,1 0 1 0 0,-1 0-1 0 0,1 1 0 0 0,-1 0 1 0 0,1 0-1 0 0,-1 0 0 0 0,1 0 1 0 0,-1 1-1 0 0,0-1 0 0 0,1 1 1 0 0,-1 0-1 0 0,0 0 0 0 0,0 1 1 0 0,0-1-1 0 0,-1 1 0 0 0,1 0 1 0 0,-1 0-1 0 0,0 0 0 0 0,1 1 1 0 0,-1-1-1 0 0,4 8 0 0 0,1 0 68 0 0,-2 0 0 0 0,1 1-1 0 0,-1 0 1 0 0,-1 0 0 0 0,0 1-1 0 0,-1 0 1 0 0,-1-1 0 0 0,0 1-1 0 0,2 17 1 0 0,2 46-1126 0 0,-6-2-5124 0 0,-1-71 5711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4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638 29 1716 0 0,'8'-22'7045'0'0,"-20"16"-4478"0"0,0 7-1858 0 0,1 1 1 0 0,0 0-1 0 0,0 1 1 0 0,-20 8-1 0 0,26-9-634 0 0,1 0-1 0 0,0 0 0 0 0,-1 1 0 0 0,1-1 0 0 0,0 1 0 0 0,1 0 0 0 0,-1 0 0 0 0,0 1 0 0 0,1-1 0 0 0,0 1 0 0 0,-1 0 0 0 0,2 0 0 0 0,-6 8 0 0 0,7-9-44 0 0,0 0 0 0 0,0 0 0 0 0,0 1-1 0 0,0-1 1 0 0,1 0 0 0 0,-1 1 0 0 0,1-1 0 0 0,0 1 0 0 0,0-1 0 0 0,1 6-1 0 0,8 37 126 0 0,-5-25-78 0 0,-2-10-56 0 0,0-4 8 0 0,-1 0-1 0 0,0 0 1 0 0,0 1-1 0 0,-1 10 1 0 0,0-16-15 0 0,0 0 1 0 0,-1 0-1 0 0,1 0 0 0 0,-1 1 1 0 0,1-1-1 0 0,-1 0 0 0 0,0 0 1 0 0,0 0-1 0 0,0 0 1 0 0,0 0-1 0 0,0 0 0 0 0,-1-1 1 0 0,1 1-1 0 0,0 0 1 0 0,-1-1-1 0 0,1 1 0 0 0,-1 0 1 0 0,0-1-1 0 0,-2 2 1 0 0,-9 5 70 0 0,-1 0 0 0 0,0-1 0 0 0,0-1 1 0 0,-1 0-1 0 0,0-1 0 0 0,0-1 0 0 0,-30 6 0 0 0,-2-4-459 0 0,-62 0 0 0 0,83-6-1388 0 0,-48-7 1 0 0,10-6-4213 0 0,36 4 1018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2660 0 0,'61'39'13772'0'0,"-61"-39"-13583"0"0,1 1 1 0 0,0-1-1 0 0,0 1 0 0 0,0-1 0 0 0,0 1 1 0 0,-1-1-1 0 0,1 0 0 0 0,0 1 0 0 0,0-1 1 0 0,0 0-1 0 0,0 0 0 0 0,0 1 0 0 0,0-1 0 0 0,0 0 1 0 0,0 0-1 0 0,0 0 0 0 0,0 0 0 0 0,0-1 1 0 0,0 1-1 0 0,1 0 0 0 0,-1 0-299 0 0,0-1-1 0 0,0 1 1 0 0,-1 0-1 0 0,1-1 1 0 0,0 1-1 0 0,-1 0 1 0 0,1-1 0 0 0,-1 1-1 0 0,1-1 1 0 0,0 1-1 0 0,-1-1 1 0 0,1 1-1 0 0,-1-1 1 0 0,1 1-1 0 0,-1-1 1 0 0,1 0 0 0 0,-1 1-1 0 0,1-2 1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35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0 684 0 0,'-29'12'240'0'0,"1"-2"28"0"0,-1-1-64 0 0,3-1-52 0 0,1-3-64 0 0,-1 0 20 0 0,-2 2-104 0 0,-1-2 64 0 0,-3 0-20 0 0,-1 4 16 0 0,-6 1-60 0 0,0 0 20 0 0,-5 4 0 0 0,2-2-644 0 0,-4-2 152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44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24 1232 0 0,'13'-22'14972'0'0,"-14"22"-14861"0"0,-11-1 2513 0 0,-7 4-3587 0 0,-73 14 1024 0 0,59-12-65 0 0,-43 12 0 0 0,41-7 17 0 0,-50 16-82 0 0,81-25 54 0 0,-15 4 30 0 0,18-5 25 0 0,-11 6 786 0 0,-5 2 438 0 0,17-8-1233 0 0,-1 0 1 0 0,1 1-1 0 0,-1-1 1 0 0,1 1-1 0 0,-1-1 1 0 0,1 1 0 0 0,-1-1-1 0 0,1 1 1 0 0,0-1-1 0 0,-1 1 1 0 0,1 0-1 0 0,0-1 1 0 0,0 1-1 0 0,-1 0 1 0 0,1-1-1 0 0,0 1 1 0 0,0 0-1 0 0,0-1 1 0 0,0 1-1 0 0,0 0 1 0 0,0-1-1 0 0,0 1 1 0 0,0 0-1 0 0,0-1 1 0 0,0 1-1 0 0,0 0 1 0 0,0-1 0 0 0,0 1-1 0 0,0 0 1 0 0,1-1-1 0 0,-1 1 1 0 0,0 0-1 0 0,1 0 1 0 0,14 33 563 0 0,-1 1 0 0 0,-1 1 0 0 0,12 60 0 0 0,11 119 829 0 0,-29-164-1182 0 0,47 656 3200 0 0,-30-181-2865 0 0,-15-369-82 0 0,-5-39-41 0 0,-6 1-1 0 0,-4-1 1 0 0,-30 163-1 0 0,9-121-47 0 0,7 0 0 0 0,1 277 0 0 0,19-406-406 0 0,2 1 0 0 0,1 0 0 0 0,2-1 0 0 0,17 60 0 0 0,-19-80 0 0 0,2-1 0 0 0,0 1 0 0 0,0-1 0 0 0,1 0 0 0 0,0 0 0 0 0,0-1 0 0 0,11 12 0 0 0,-12-15 0 0 0,2 0 0 0 0,-1-1 0 0 0,0 1 0 0 0,1-2 0 0 0,0 1 0 0 0,0-1 0 0 0,1 1 0 0 0,-1-2 0 0 0,1 1 0 0 0,0-1 0 0 0,9 2 0 0 0,10 1 0 0 0,0-1 0 0 0,0-2 0 0 0,0 0 0 0 0,1-2 0 0 0,-1-1 0 0 0,31-4 0 0 0,165-32 0 0 0,-194 30 0 0 0,514-126-3642 0 0,-391 84-402 0 0,-78 15-476 0 0,-57 24 1325 0 0,-1-1-1 0 0,17-13 1 0 0,-11 4-5376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45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1172 0 0,'23'-56'8243'0'0,"-11"31"-890"0"0,-9 28-5923 0 0,-2-2-1370 0 0,-1-1 0 0 0,1 0 0 0 0,-1 0 0 0 0,0 1 0 0 0,1-1 0 0 0,-1 0 1 0 0,1 1-1 0 0,-1-1 0 0 0,0 0 0 0 0,1 1 0 0 0,-1-1 0 0 0,0 0 0 0 0,1 1 0 0 0,-1-1 0 0 0,0 1 1 0 0,0-1-1 0 0,1 0 0 0 0,-1 1 0 0 0,0-1 0 0 0,0 1 0 0 0,0-1 0 0 0,0 1 0 0 0,0 0 0 0 0,-18 214 6280 0 0,1-47-5726 0 0,12-114-329 0 0,1-9-1821 0 0,3-15-3745 0 0,29-51-1207 0 0,2-4 401 0 0,-12 10 1004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45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1232 0 0,'34'-38'17413'0'0,"-34"38"-17343"0"0,1-1 1 0 0,-1 1 0 0 0,0 0 0 0 0,0 0 0 0 0,1-1 0 0 0,-1 1 0 0 0,0 0 0 0 0,0 0 0 0 0,1 0 0 0 0,-1 0 0 0 0,0-1 0 0 0,1 1 0 0 0,-1 0 0 0 0,0 0 0 0 0,1 0 0 0 0,-1 0 0 0 0,0 0 0 0 0,1 0 0 0 0,-1 0 0 0 0,0 0 0 0 0,1 0 0 0 0,-1 0 0 0 0,0 0 0 0 0,1 0 0 0 0,-1 0 0 0 0,0 0 0 0 0,0 0 0 0 0,1 0 0 0 0,-1 0 0 0 0,0 0 0 0 0,1 1 0 0 0,-1-1 0 0 0,0 0 0 0 0,1 0 0 0 0,-1 0 0 0 0,0 0 0 0 0,0 1 0 0 0,1-1 0 0 0,-1 0 0 0 0,0 0 0 0 0,0 1 0 0 0,0-1 0 0 0,1 0 0 0 0,-1 0 0 0 0,0 1 0 0 0,0-1-1 0 0,0 0 1 0 0,0 1 0 0 0,0-1 0 0 0,1 0 0 0 0,-1 1 0 0 0,0-1 0 0 0,0 0 0 0 0,0 1 0 0 0,0-1 0 0 0,0 0 0 0 0,0 0 0 0 0,0 1 0 0 0,0-1 0 0 0,0 0 0 0 0,0 1 0 0 0,0-1 0 0 0,0 0 0 0 0,-1 1 0 0 0,5 94 2896 0 0,-9 102 0 0 0,2-141-2568 0 0,-2 25-204 0 0,-1 38-2634 0 0,6-117 1860 0 0,0 6-578 0 0,39-35-15680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46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47 1132 0 0,'19'-46'20107'0'0,"-25"78"-18935"0"0,-12 162 2617 0 0,12-113-3002 0 0,0 121-13 0 0,6-189-744 0 0,-1 15 1304 0 0,0-12-4077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48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93 980 0 0,'0'0'19377'0'0,"-1"1"-19343"0"0,0 1-1 0 0,-1-1 0 0 0,1 0 1 0 0,0 0-1 0 0,0 1 1 0 0,0-1-1 0 0,0 0 0 0 0,0 1 1 0 0,-1 1-1 0 0,-3 22-21 0 0,1-1 0 0 0,1 1-1 0 0,1-1 1 0 0,2 1 0 0 0,2 25-1 0 0,-2-44-8 0 0,1 1 0 0 0,0-1 0 0 0,0 0 0 0 0,1 0 0 0 0,0 0 0 0 0,0-1 0 0 0,0 1 0 0 0,1 0 0 0 0,0-1 0 0 0,0 1 0 0 0,0-1 0 0 0,1 0 0 0 0,-1 0 0 0 0,1-1 0 0 0,1 1 0 0 0,-1-1 0 0 0,1 1 0 0 0,-1-1 0 0 0,1-1 0 0 0,0 1 0 0 0,0-1 0 0 0,1 0 0 0 0,-1 0 0 0 0,1 0 0 0 0,0-1 0 0 0,7 2 0 0 0,-3-1 16 0 0,0-1 0 0 0,0 0 0 0 0,1-1 0 0 0,-1 0 0 0 0,0-1 0 0 0,1 0 0 0 0,-1 0 0 0 0,1-1 0 0 0,-1-1 0 0 0,0 1 0 0 0,0-2-1 0 0,0 0 1 0 0,0 0 0 0 0,17-8 0 0 0,-19 7 37 0 0,0 0-1 0 0,0-1 0 0 0,0 0 0 0 0,-1 0 0 0 0,0-1 1 0 0,0 0-1 0 0,0 0 0 0 0,0 0 0 0 0,-1-1 0 0 0,0 0 1 0 0,-1-1-1 0 0,1 1 0 0 0,-2-1 0 0 0,1 0 0 0 0,-1 0 1 0 0,6-15-1 0 0,-7 12 27 0 0,-1 0 0 0 0,0 0 0 0 0,0 0 0 0 0,-1 0 0 0 0,-1 0 0 0 0,0 0 0 0 0,0 0 0 0 0,-1 0 0 0 0,0 0 0 0 0,-1 0 0 0 0,0 1 0 0 0,-7-18 0 0 0,7 21-88 0 0,-1 0-1 0 0,0 0 0 0 0,0 1 1 0 0,0 0-1 0 0,-1-1 0 0 0,0 1 1 0 0,0 1-1 0 0,-1-1 0 0 0,1 0 1 0 0,-1 1-1 0 0,-1 0 0 0 0,1 0 1 0 0,-1 1-1 0 0,0 0 0 0 0,0 0 1 0 0,0 0-1 0 0,0 0 0 0 0,-1 1 1 0 0,-12-5-1 0 0,15 8-271 0 0,1-1-1 0 0,-1 1 1 0 0,0 0 0 0 0,0 0-1 0 0,1 0 1 0 0,-1 0-1 0 0,0 1 1 0 0,1-1 0 0 0,-1 1-1 0 0,1 0 1 0 0,-1 0-1 0 0,1 1 1 0 0,-1-1 0 0 0,1 1-1 0 0,0-1 1 0 0,-1 1-1 0 0,1 0 1 0 0,0 0 0 0 0,-4 4-1 0 0,7-5 154 0 0,-1-1 0 0 0,1 1 0 0 0,-1 0 0 0 0,1-1 0 0 0,-1 1 0 0 0,1 0 0 0 0,0 0-1 0 0,0-1 1 0 0,-1 1 0 0 0,1 0 0 0 0,0 0 0 0 0,0-1 0 0 0,0 1 0 0 0,0 0 0 0 0,0 0 0 0 0,0 0 0 0 0,0 0 0 0 0,0-1-1 0 0,0 1 1 0 0,0 0 0 0 0,0 0 0 0 0,0-1 0 0 0,1 1 0 0 0,-1 0 0 0 0,0 0 0 0 0,1-1 0 0 0,-1 1 0 0 0,0 0-1 0 0,1 0 1 0 0,-1-1 0 0 0,1 1 0 0 0,-1-1 0 0 0,2 2 0 0 0,0 0-533 0 0,-1 1 0 0 0,1-1 0 0 0,0 0 0 0 0,0 0 1 0 0,0 0-1 0 0,0 0 0 0 0,0-1 0 0 0,4 3 0 0 0,7 0-4194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49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2020 0 0,'15'14'15329'0'0,"-8"-9"-12837"0"0,0-3-2349 0 0,0-1-1 0 0,0 0 0 0 0,0-1 1 0 0,0 0-1 0 0,0 0 1 0 0,13-2-1 0 0,48-10 182 0 0,-22 3-195 0 0,18-4 94 0 0,-62 12-194 0 0,1 1 4 0 0,30-9-363 0 0,-32 8-145 0 0,7-1-1715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49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2620 0 0,'17'-27'17445'0'0,"-16"27"-17239"0"0,4 12 2667 0 0,-2 32-1321 0 0,-2-33-758 0 0,3 122 663 0 0,0 6-6313 0 0,-3-124 3274 0 0,-1 10-5519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86 2172 0 0,'-20'-22'11741'0'0,"17"20"-11413"0"0,1 0 1 0 0,0 1-1 0 0,-1-1 1 0 0,1 1 0 0 0,-1-1-1 0 0,1 1 1 0 0,-1 0-1 0 0,1 0 1 0 0,-1 0 0 0 0,0 0-1 0 0,0 1 1 0 0,0-1 0 0 0,1 1-1 0 0,-4-1 1 0 0,2 1-200 0 0,1 1 0 0 0,0-1 1 0 0,-1 1-1 0 0,1-1 0 0 0,0 1 1 0 0,0 0-1 0 0,0 0 0 0 0,-1 1 1 0 0,1-1-1 0 0,-5 3 0 0 0,1 1-118 0 0,1 0 0 0 0,-1 1 1 0 0,1 0-1 0 0,0 0 0 0 0,0 0 0 0 0,0 1 0 0 0,1 0 0 0 0,0 0 0 0 0,-4 7 0 0 0,0 2-3 0 0,1 0 1 0 0,0 1-1 0 0,2-1 0 0 0,0 1 1 0 0,0 1-1 0 0,2-1 0 0 0,0 1 0 0 0,-2 23 1 0 0,6-33-6 0 0,0-1 1 0 0,0 0 0 0 0,0 0-1 0 0,1 0 1 0 0,0 0-1 0 0,1 0 1 0 0,0 0-1 0 0,0 0 1 0 0,0 0 0 0 0,5 8-1 0 0,-4-10 12 0 0,0 0 0 0 0,0 0 0 0 0,1-1 0 0 0,-1 0-1 0 0,1 1 1 0 0,0-1 0 0 0,1-1 0 0 0,-1 1 0 0 0,1 0 0 0 0,-1-1-1 0 0,1 0 1 0 0,0 0 0 0 0,0-1 0 0 0,9 4 0 0 0,-4-3 14 0 0,0 1 1 0 0,1-2 0 0 0,0 1-1 0 0,-1-2 1 0 0,1 1-1 0 0,0-2 1 0 0,0 1 0 0 0,0-1-1 0 0,0-1 1 0 0,0 0-1 0 0,0-1 1 0 0,-1 0-1 0 0,1 0 1 0 0,0-1 0 0 0,-1-1-1 0 0,0 0 1 0 0,10-5-1 0 0,-11 5 47 0 0,0-1 0 0 0,-1 0 0 0 0,0 0 0 0 0,0-1 0 0 0,-1 0 0 0 0,1-1 0 0 0,-1 0 1 0 0,-1 0-1 0 0,1 0 0 0 0,-1-1 0 0 0,0 0 0 0 0,-1 0 0 0 0,0 0 0 0 0,0-1 0 0 0,-1 0 0 0 0,0 0 0 0 0,-1 0 0 0 0,0 0 0 0 0,3-11 0 0 0,-5 10-21 0 0,1-1 1 0 0,-2 1 0 0 0,1 0-1 0 0,-1-1 1 0 0,-1 1 0 0 0,0 0-1 0 0,0 0 1 0 0,-1-1 0 0 0,0 1-1 0 0,-1 0 1 0 0,0 1-1 0 0,-1-1 1 0 0,0 0 0 0 0,0 1-1 0 0,-1 0 1 0 0,-1 0 0 0 0,1 0-1 0 0,-1 1 1 0 0,0 0 0 0 0,-13-12-1 0 0,12 13-224 0 0,-1 0-1 0 0,0 1 1 0 0,-1-1-1 0 0,1 2 1 0 0,-1-1-1 0 0,0 2 1 0 0,-1-1-1 0 0,1 1 1 0 0,-1 0-1 0 0,0 1 1 0 0,1 0-1 0 0,-22-3 1 0 0,29 6-45 0 0,0 0 0 0 0,0 0-1 0 0,-1 0 1 0 0,1 0 0 0 0,0 1 0 0 0,0-1 0 0 0,-1 0 0 0 0,1 1-1 0 0,0 0 1 0 0,0-1 0 0 0,0 1 0 0 0,0 0 0 0 0,0 0 0 0 0,0 0-1 0 0,0 1 1 0 0,0-1 0 0 0,0 0 0 0 0,1 1 0 0 0,-3 2 0 0 0,3-3-89 0 0,0 0 1 0 0,0 0 0 0 0,0 0 0 0 0,0 0 0 0 0,1 0 0 0 0,-1 0 0 0 0,0 1-1 0 0,1-1 1 0 0,-1 0 0 0 0,1 1 0 0 0,-1-1 0 0 0,1 0 0 0 0,0 1 0 0 0,-1-1-1 0 0,1 1 1 0 0,0-1 0 0 0,0 0 0 0 0,0 1 0 0 0,0-1 0 0 0,0 1 0 0 0,0-1-1 0 0,1 0 1 0 0,-1 1 0 0 0,0-1 0 0 0,1 0 0 0 0,-1 1 0 0 0,1-1 0 0 0,0 0-1 0 0,-1 1 1 0 0,2 0 0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2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11 700 0 0,'-2'0'4117'0'0,"-50"-10"8782"0"0,35 15-12245 0 0,3 11-482 0 0,0 0-1 0 0,1 1 1 0 0,1 0 0 0 0,-18 34 0 0 0,14-19-28 0 0,2 1-1 0 0,-12 39 1 0 0,23-60-124 0 0,0 0 1 0 0,0 0-1 0 0,1 0 1 0 0,1 0-1 0 0,0 1 1 0 0,1-1-1 0 0,0 0 1 0 0,1 0-1 0 0,0 1 1 0 0,1-1-1 0 0,5 18 1 0 0,-6-25-7 0 0,1 0-1 0 0,0 1 1 0 0,1-1 0 0 0,-1 0-1 0 0,1 0 1 0 0,0 0 0 0 0,0 0 0 0 0,0-1-1 0 0,1 1 1 0 0,0-1 0 0 0,0 0-1 0 0,0 0 1 0 0,0 0 0 0 0,1-1-1 0 0,-1 0 1 0 0,1 1 0 0 0,0-1 0 0 0,0-1-1 0 0,0 1 1 0 0,0-1 0 0 0,1 0-1 0 0,-1 0 1 0 0,1-1 0 0 0,-1 1-1 0 0,1-1 1 0 0,9 0 0 0 0,-5 0 69 0 0,0 0-1 0 0,1-1 1 0 0,-1-1 0 0 0,0 0 0 0 0,1 0-1 0 0,-1-1 1 0 0,0 0 0 0 0,0-1 0 0 0,0 0-1 0 0,-1-1 1 0 0,1 0 0 0 0,-1 0 0 0 0,0-1 0 0 0,0 0-1 0 0,15-12 1 0 0,-17 11 30 0 0,0 0 0 0 0,-1 0 0 0 0,0-1-1 0 0,-1 0 1 0 0,1 0 0 0 0,-1 0 0 0 0,-1-1 0 0 0,1 0-1 0 0,-1 0 1 0 0,-1 0 0 0 0,0 0 0 0 0,0-1 0 0 0,0 1-1 0 0,-1-1 1 0 0,0 0 0 0 0,-1 0 0 0 0,0 0 0 0 0,0-13 0 0 0,-2 8 23 0 0,0 0 0 0 0,-1 0 1 0 0,0 0-1 0 0,-1 0 1 0 0,-1 1-1 0 0,0-1 1 0 0,-1 1-1 0 0,0 0 1 0 0,-1 0-1 0 0,0 1 1 0 0,-11-15-1 0 0,12 19-174 0 0,0 0 0 0 0,-1 1 0 0 0,0 0 0 0 0,0 0 0 0 0,-1 0 0 0 0,0 1 0 0 0,0 0 0 0 0,-1 0 0 0 0,0 1 0 0 0,1 0 0 0 0,-2 1 0 0 0,1-1 0 0 0,0 1 1 0 0,-1 1-1 0 0,0 0 0 0 0,0 0 0 0 0,-16-3 0 0 0,22 6-186 0 0,-1 0-1 0 0,1 0 1 0 0,0 0 0 0 0,0 1 0 0 0,-1-1 0 0 0,1 1 0 0 0,0-1 0 0 0,0 1 0 0 0,0 0 0 0 0,-1 1 0 0 0,1-1 0 0 0,0 0 0 0 0,0 1 0 0 0,1-1 0 0 0,-1 1 0 0 0,0 0 0 0 0,1 0 0 0 0,-1 0 0 0 0,-2 4 0 0 0,3-5-138 0 0,1 1 1 0 0,0 0 0 0 0,-1-1 0 0 0,1 1 0 0 0,0 0 0 0 0,0 0 0 0 0,0 0 0 0 0,1-1-1 0 0,-1 1 1 0 0,0 0 0 0 0,1 0 0 0 0,-1 0 0 0 0,1 1 0 0 0,0-1 0 0 0,-1 0 0 0 0,1 0 0 0 0,0 0-1 0 0,1 0 1 0 0,-1 0 0 0 0,0 0 0 0 0,0 0 0 0 0,1 0 0 0 0,-1 0 0 0 0,1 0 0 0 0,0 0 0 0 0,-1 0-1 0 0,1 0 1 0 0,0 0 0 0 0,0 0 0 0 0,1-1 0 0 0,0 3 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0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87 1100 0 0,'-9'-1'18103'0'0,"18"-4"-16276"0"0,33-8-2421 0 0,-17 5 943 0 0,110-29-186 0 0,-112 31-58 0 0,-20 5-69 0 0,1 1 83 0 0,0-1-1 0 0,0 0 1 0 0,0 0-1 0 0,1 0 1 0 0,-1 0-1 0 0,7-5 1 0 0,1 2-2279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0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91 2816 0 0,'0'-11'8269'0'0,"0"9"-7549"0"0,0-1 0 0 0,0 0 0 0 0,0 0 0 0 0,1 1 0 0 0,-1-1 0 0 0,1 1 0 0 0,0-1 0 0 0,0 0 0 0 0,0 1 1 0 0,3-5-1 0 0,-3 4-496 0 0,1 1 1 0 0,0-1-1 0 0,0 1 1 0 0,1-1-1 0 0,-1 1 1 0 0,0 0-1 0 0,1 0 1 0 0,3-2-1 0 0,0 1-232 0 0,0-1-1 0 0,1 1 1 0 0,-1 1-1 0 0,1 0 0 0 0,0 0 1 0 0,0 0-1 0 0,13-1 0 0 0,-11 0 34 0 0,38 4 33 0 0,-39-1-51 0 0,0 1 1 0 0,0 0-1 0 0,0 1 0 0 0,-1 0 1 0 0,1 0-1 0 0,0 0 0 0 0,-1 1 1 0 0,14 7-1 0 0,-19-9 0 0 0,1 1 1 0 0,-1-1 0 0 0,0 1-1 0 0,0 0 1 0 0,0-1-1 0 0,-1 1 1 0 0,1 0-1 0 0,0 0 1 0 0,-1 0 0 0 0,1 0-1 0 0,-1 0 1 0 0,0 1-1 0 0,1-1 1 0 0,-1 0-1 0 0,0 1 1 0 0,0-1 0 0 0,-1 1-1 0 0,1-1 1 0 0,0 1-1 0 0,-1-1 1 0 0,0 1-1 0 0,1-1 1 0 0,-1 1-1 0 0,0 0 1 0 0,-1-1 0 0 0,1 1-1 0 0,0-1 1 0 0,-1 1-1 0 0,1-1 1 0 0,-1 1-1 0 0,-1 2 1 0 0,-3 9 47 0 0,0-1 0 0 0,-13 22 0 0 0,-5 13 179 0 0,22-47-208 0 0,1 0-26 0 0,0-1 0 0 0,0 0 1 0 0,0 0-1 0 0,-1 1 0 0 0,1-1 1 0 0,0 0-1 0 0,0 0 0 0 0,0 1 1 0 0,0-1-1 0 0,-1 0 0 0 0,1 1 1 0 0,0-1-1 0 0,0 0 0 0 0,0 1 1 0 0,0-1-1 0 0,0 0 0 0 0,0 1 1 0 0,0-1-1 0 0,0 0 0 0 0,0 1 1 0 0,0-1-1 0 0,0 0 0 0 0,0 1 1 0 0,0-1-1 0 0,0 0 0 0 0,0 1 1 0 0,0-1-1 0 0,1 0 0 0 0,-1 1 1 0 0,0-1-1 0 0,0 0 0 0 0,0 0 1 0 0,0 1-1 0 0,1-1 0 0 0,-1 0 1 0 0,0 0-1 0 0,0 1 0 0 0,1-1 1 0 0,-1 0-1 0 0,0 0 0 0 0,0 0 1 0 0,1 1-1 0 0,-1-1 0 0 0,0 0 1 0 0,1 0-1 0 0,-1 0 0 0 0,0 0 1 0 0,0 0-1 0 0,1 1 0 0 0,-1-1 1 0 0,0 0-1 0 0,1 0 0 0 0,-1 0 1 0 0,0 0-1 0 0,1 0 0 0 0,10-1 1 0 0,0 1-1 0 0,1 0 0 0 0,-1 1 1 0 0,0 0-1 0 0,-1 1 0 0 0,1 0 0 0 0,0 1 1 0 0,0 0-1 0 0,16 7 0 0 0,-19-6 39 0 0,0-1-1 0 0,-1 1 0 0 0,0 1 0 0 0,0-1 1 0 0,0 1-1 0 0,0 0 0 0 0,-1 1 0 0 0,0 0 1 0 0,0 0-1 0 0,0 0 0 0 0,-1 1 1 0 0,0 0-1 0 0,7 11 0 0 0,-10-14 58 0 0,0-1 0 0 0,-1 0 0 0 0,0 1 1 0 0,0-1-1 0 0,0 1 0 0 0,0-1 0 0 0,0 1 0 0 0,-1 0 0 0 0,0-1 0 0 0,0 1 0 0 0,0 0 1 0 0,0-1-1 0 0,0 1 0 0 0,-1-1 0 0 0,1 1 0 0 0,-3 6 0 0 0,1-5-15 0 0,0 0 0 0 0,-1 0 0 0 0,0 0 0 0 0,0 0 0 0 0,0 0 0 0 0,-1-1 0 0 0,1 1 0 0 0,-1-1 0 0 0,0 0 0 0 0,-5 3 0 0 0,-2 2-13 0 0,-1-1 0 0 0,0 0-1 0 0,0-1 1 0 0,-1 0 0 0 0,0-1 0 0 0,0 0 0 0 0,-26 6 0 0 0,18-7-634 0 0,-1-2 0 0 0,1 0 1 0 0,-1-2-1 0 0,0 0 0 0 0,1-1 1 0 0,-31-5-1 0 0,18 0-5342 0 0,-51-14-1 0 0,61 12-1308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2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77 1860 0 0,'-37'0'17002'0'0,"28"0"-14061"0"0,25-6-2660 0 0,10-1-173 0 0,171-36 237 0 0,-172 36 71 0 0,-22 7-269 0 0,35-9 112 0 0,-35 5-1214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3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51 2272 0 0,'2'-10'4809'0'0,"1"-30"8421"0"0,-6 54-13061 0 0,0 34 581 0 0,-3-1 1 0 0,-19 83 0 0 0,2-9-423 0 0,22-118-325 0 0,0 0 0 0 0,1 0-1 0 0,0 0 1 0 0,0 0 0 0 0,0 0 0 0 0,0 1-1 0 0,0-1 1 0 0,0 0 0 0 0,1 0 0 0 0,0 0-1 0 0,-1 0 1 0 0,1-1 0 0 0,0 1-1 0 0,1 0 1 0 0,-1 0 0 0 0,0 0 0 0 0,1-1-1 0 0,3 6 1 0 0,-2-6 0 0 0,0 1 0 0 0,0-1 0 0 0,0 0 0 0 0,0 0 0 0 0,0 0 0 0 0,0 0 0 0 0,1 0 0 0 0,-1-1 0 0 0,0 0 0 0 0,1 1 0 0 0,0-1 0 0 0,-1-1 0 0 0,6 2 0 0 0,5-1-3 0 0,0 0-1 0 0,-1-1 1 0 0,1-1-1 0 0,0 0 1 0 0,-1-1 0 0 0,1 0-1 0 0,15-5 1 0 0,-17 3-30 0 0,0-1 0 0 0,1 1 0 0 0,-1-2 0 0 0,-1 0 1 0 0,1 0-1 0 0,-1-1 0 0 0,19-16 0 0 0,-24 19 285 0 0,-1-2 0 0 0,1 1 0 0 0,-1 0 0 0 0,-1-1 0 0 0,1 0 0 0 0,-1 0 0 0 0,0-1 0 0 0,0 1 0 0 0,-1-1 1 0 0,0 0-1 0 0,0 0 0 0 0,0 0 0 0 0,-1 0 0 0 0,2-14 0 0 0,-1 4 1736 0 0,-2 6 376 0 0,-6 23-1671 0 0,-10 41-500 0 0,2 1-1 0 0,-11 106 1 0 0,20-126-153 0 0,-11 131-563 0 0,13-129-1811 0 0,3 1 0 0 0,6 55-1 0 0,-5-84 1238 0 0,5 30-2052 0 0,5-16-5524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4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98 296 0 0,'-5'-5'16262'0'0,"72"-14"-15789"0"0,69-10 0 0 0,-49 12-409 0 0,26-3-62 0 0,-70 13-28 0 0,-41 7 22 0 0,0 0 0 0 0,1 0 0 0 0,-1 0 1 0 0,1 0-1 0 0,-1 0 0 0 0,0 1 1 0 0,1-1-1 0 0,-1 1 0 0 0,0-1 0 0 0,1 1 1 0 0,-1 0-1 0 0,0 0 0 0 0,0 0 1 0 0,1 0-1 0 0,-1 0 0 0 0,0 0 0 0 0,3 3 1 0 0,-2 0 39 0 0,0-1-1 0 0,0 1 1 0 0,0 0 0 0 0,0 0 0 0 0,-1 0 0 0 0,1 0 0 0 0,-1 0 0 0 0,3 9 0 0 0,5 19 427 0 0,-2 0 0 0 0,-2 1 0 0 0,0 0 0 0 0,0 52 0 0 0,-1-31-48 0 0,27 542 2581 0 0,-28 1-1224 0 0,-4-488-1618 0 0,-6 1120 931 0 0,0-332-101 0 0,-6-460-474 0 0,12-407-206 0 0,0-17 573 0 0,0 1-1 0 0,-1-1 1 0 0,-1 0-1 0 0,-4 20 1 0 0,1-24-828 0 0,-8-2-49 0 0,-6-4 0 0 0,1-1 0 0 0,-1-1 0 0 0,1-1 0 0 0,-1 0 0 0 0,1-1 0 0 0,-29-6 0 0 0,12 3 0 0 0,-140-18-3219 0 0,-195-49 1 0 0,363 69 2749 0 0,-58-18-3282 0 0,34 4-288 0 0,28 13 2981 0 0,0 1 0 0 0,0 0 1 0 0,0-1-1 0 0,1 0 0 0 0,-1 0 0 0 0,-2-4 0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5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96 164 0 0,'7'-18'4590'0'0,"-3"11"-2658"0"0,-1-1 1 0 0,0 0-1 0 0,3-14 1 0 0,-6 20-1236 0 0,-3-9 1065 0 0,-4-5-211 0 0,6 14-1326 0 0,0 2-208 0 0,1 0 1 0 0,-1 0 0 0 0,1-1-1 0 0,-1 1 1 0 0,1 0-1 0 0,-1 0 1 0 0,1 0-1 0 0,-1-1 1 0 0,0 1 0 0 0,1 0-1 0 0,-1 0 1 0 0,1 0-1 0 0,-1 0 1 0 0,1 0 0 0 0,-1 0-1 0 0,1 0 1 0 0,-1 0-1 0 0,0 0 1 0 0,1 1-1 0 0,-1-1 1 0 0,1 0 0 0 0,-1 0-1 0 0,0 1 1 0 0,-15 3 95 0 0,16-4-105 0 0,-14 8 31 0 0,0 0 1 0 0,0 1-1 0 0,1 1 1 0 0,0 0 0 0 0,1 1-1 0 0,0 0 1 0 0,-15 19-1 0 0,8-10 8 0 0,-11 12-6 0 0,3 1 1 0 0,0 2-1 0 0,2 0 1 0 0,2 2-1 0 0,-27 56 1 0 0,26-38-8 0 0,2 1 1 0 0,2 1 0 0 0,-15 80-1 0 0,17-39 29 0 0,-8 127 0 0 0,17 96 145 0 0,17 252 49 0 0,1 2 844 0 0,-21-13 243 0 0,4 250 1858 0 0,9-780-3024 0 0,10 132 590 0 0,-9-144-597 0 0,2 1 0 0 0,0-2 0 0 0,1 1 0 0 0,2 0 0 0 0,15 35 0 0 0,-19-49-140 0 0,1-1 0 0 0,0 1 0 0 0,0-1-1 0 0,0 1 1 0 0,0-1 0 0 0,1 0 0 0 0,0-1-1 0 0,0 1 1 0 0,0-1 0 0 0,1 0-1 0 0,6 3 1 0 0,-2-1-19 0 0,0-2 0 0 0,1 1 0 0 0,-1-1 0 0 0,1-1 0 0 0,0 0 0 0 0,11 2 0 0 0,9-2-262 0 0,0 0-1 0 0,0-2 0 0 0,58-6 0 0 0,-20-3-1503 0 0,0-4-1 0 0,117-34 0 0 0,20-30-7837 0 0,-124 38 1180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3 140 1936 0 0,'-1'-30'5366'0'0,"0"18"-3734"0"0,1 0 0 0 0,0-1 0 0 0,3-17-1 0 0,-3 29-1431 0 0,3-2 4 0 0,-3 3-198 0 0,0-1 0 0 0,0 1 1 0 0,1 0-1 0 0,-1 0 1 0 0,0-1-1 0 0,0 1 1 0 0,0 0-1 0 0,0 0 0 0 0,0-1 1 0 0,0 1-1 0 0,0 0 1 0 0,0 0-1 0 0,1 0 1 0 0,-1-1-1 0 0,0 1 0 0 0,0 0 1 0 0,0 0-1 0 0,0 0 1 0 0,1 0-1 0 0,-1-1 0 0 0,0 1 1 0 0,0 0-1 0 0,0 0 1 0 0,1 0-1 0 0,-1 0 1 0 0,0 0-1 0 0,0 0 0 0 0,1 0 1 0 0,-1 0-1 0 0,0 0 1 0 0,0-1-1 0 0,1 1 1 0 0,-1 0-1 0 0,0 0 0 0 0,0 0 1 0 0,1 0-1 0 0,-1 1 1 0 0,6-1 8 0 0,1 1 0 0 0,-1 1 0 0 0,0-1 0 0 0,0 1 0 0 0,0 0-1 0 0,0 1 1 0 0,0-1 0 0 0,0 1 0 0 0,-1 0 0 0 0,1 1 0 0 0,-1-1 0 0 0,0 1 0 0 0,0 0 0 0 0,6 7 0 0 0,-2-2-3 0 0,-1 0-1 0 0,0 0 1 0 0,0 0-1 0 0,-1 1 1 0 0,0 0-1 0 0,-1 1 1 0 0,5 11-1 0 0,-8-15 29 0 0,-1 0-1 0 0,0 1 0 0 0,0-1 1 0 0,-1 1-1 0 0,1-1 0 0 0,-2 1 1 0 0,1-1-1 0 0,-1 1 0 0 0,0 0 1 0 0,-1-1-1 0 0,0 1 0 0 0,0 0 1 0 0,-1-1-1 0 0,1 0 0 0 0,-6 13 1 0 0,0-3 618 0 0,-1-1 0 0 0,0-1 0 0 0,-1 0 0 0 0,-1 0 1 0 0,-19 22-1 0 0,28-35-67 0 0,-2-10-453 0 0,3 7-136 0 0,0 1 0 0 0,0-1 0 0 0,-1 1 0 0 0,1 0 0 0 0,0-1 0 0 0,0 1 0 0 0,0-1 0 0 0,0 1 0 0 0,0-1 0 0 0,0 1 0 0 0,-1 0 0 0 0,1-1 0 0 0,0 1 0 0 0,0-1 0 0 0,0 1 0 0 0,1-1 0 0 0,-1 1 0 0 0,0 0 0 0 0,0-1 0 0 0,0 1 0 0 0,0-1 0 0 0,0 1 0 0 0,0-1 0 0 0,1 1 0 0 0,-1 0 0 0 0,0-1 0 0 0,0 1 0 0 0,1 0 0 0 0,-1-1 0 0 0,1 0 0 0 0,12-18 20 0 0,1 0 0 0 0,0 1 0 0 0,29-27 1 0 0,60-46-48 0 0,-28 27 30 0 0,-48 39 88 0 0,-1-1 1 0 0,28-37 0 0 0,-52 59-52 0 0,-1 3-48 0 0,-1 0 0 0 0,1 0 0 0 0,-1 0 0 0 0,1 0 0 0 0,-1 0 0 0 0,0-1 0 0 0,0 1 0 0 0,1 0 0 0 0,-1 0 0 0 0,0 0 0 0 0,0 0 0 0 0,0-1 0 0 0,0 1 0 0 0,0 0 0 0 0,-1-1 0 0 0,1 2 5 0 0,0-1 0 0 0,-1 1-1 0 0,1 0 1 0 0,0 0 0 0 0,0 0 0 0 0,-1 0 0 0 0,1 0 0 0 0,0-1 0 0 0,-1 1 0 0 0,1 0 0 0 0,0 0 0 0 0,-1 0-1 0 0,1 0 1 0 0,0 0 0 0 0,0 0 0 0 0,-1 0 0 0 0,1 0 0 0 0,0 0 0 0 0,-1 0 0 0 0,1 0 0 0 0,0 0 0 0 0,-1 1 0 0 0,1-1-1 0 0,0 0 1 0 0,-1 0 0 0 0,1 0 0 0 0,0 0 0 0 0,0 0 0 0 0,-1 1 0 0 0,1-1 0 0 0,0 0 0 0 0,-22 18-47 0 0,11-4 14 0 0,1 1 1 0 0,0 0 0 0 0,1 0-1 0 0,1 1 1 0 0,1 0-1 0 0,0 0 1 0 0,-8 31-1 0 0,14-42 31 0 0,0 2-1 0 0,0-1 1 0 0,0 0-1 0 0,1 0 0 0 0,0 0 1 0 0,0 0-1 0 0,0 0 0 0 0,1 0 1 0 0,0 0-1 0 0,0 0 1 0 0,1 0-1 0 0,-1 0 0 0 0,2 0 1 0 0,-1-1-1 0 0,0 1 1 0 0,1 0-1 0 0,0-1 0 0 0,0 0 1 0 0,1 0-1 0 0,-1 0 1 0 0,1 0-1 0 0,0-1 0 0 0,1 1 1 0 0,-1-1-1 0 0,10 7 1 0 0,-1-2-242 0 0,1-1 0 0 0,1 0 0 0 0,0-1 0 0 0,0-1 0 0 0,0 0 1 0 0,1-1-1 0 0,20 5 0 0 0,42 3-2935 0 0,-5-6-3523 0 0,-49-5 934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7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84 1636 0 0,'-3'-6'1287'0'0,"0"1"0"0"0,0-1-1 0 0,1 1 1 0 0,0-1 0 0 0,0 0-1 0 0,0 0 1 0 0,0 0 0 0 0,1 0 0 0 0,-1-8-1 0 0,2 12-574 0 0,-7-13 1862 0 0,5 24-2551 0 0,1 0 0 0 0,0 0 0 0 0,1 0 0 0 0,0 0 0 0 0,0 0 0 0 0,1 0 0 0 0,0 1 0 0 0,3 12 0 0 0,0 0-13 0 0,-3-17-3 0 0,0 1 1 0 0,0-1 0 0 0,1 0 0 0 0,-1 0 0 0 0,1 0 0 0 0,1-1-1 0 0,3 7 1 0 0,-5-9 3 0 0,0 0 0 0 0,1 0 0 0 0,-1 0 0 0 0,1 0 0 0 0,-1 0 0 0 0,1 0 0 0 0,0-1 0 0 0,0 1 0 0 0,0-1 0 0 0,0 1 0 0 0,0-1 0 0 0,0 0 0 0 0,0 0 0 0 0,0 0 0 0 0,1 0 0 0 0,-1 0 0 0 0,0 0 0 0 0,1-1 0 0 0,3 2 0 0 0,1-2 4 0 0,1 0 0 0 0,-1 0 1 0 0,0-1-1 0 0,0 0 0 0 0,0 0 1 0 0,0-1-1 0 0,0 0 0 0 0,0 0 1 0 0,-1 0-1 0 0,1-1 0 0 0,-1 0 1 0 0,8-4-1 0 0,-2-1 14 0 0,-1 0 0 0 0,0-1 0 0 0,0 0 0 0 0,-1 0-1 0 0,14-17 1 0 0,31-42 966 0 0,-54 67-1005 0 0,0 2-3 0 0,0 0 13 0 0,-1 0-1 0 0,1 0 1 0 0,-1 0-1 0 0,1 0 1 0 0,-1-1-1 0 0,1 1 0 0 0,-1 0 1 0 0,0 0-1 0 0,1 0 1 0 0,-1 0-1 0 0,0 0 1 0 0,0 0-1 0 0,0 0 0 0 0,0 0 1 0 0,0 0-1 0 0,0 0 1 0 0,0 0-1 0 0,0 0 1 0 0,0 0-1 0 0,0 0 0 0 0,0 0 1 0 0,-1 0-1 0 0,1 1 1 0 0,-1 2 0 0 0,-52 338 2768 0 0,46-304-2477 0 0,-2 13 1009 0 0,-2-1 0 0 0,-2 0 0 0 0,-32 77 1 0 0,43-124-1102 0 0,1 1 0 0 0,-1 0 1 0 0,-1 0-1 0 0,1-1 0 0 0,0 0 1 0 0,-1 1-1 0 0,0-1 0 0 0,0 0 1 0 0,0 0-1 0 0,0 0 0 0 0,0-1 1 0 0,0 1-1 0 0,-1-1 0 0 0,-5 4 1 0 0,7-6-173 0 0,1 0 0 0 0,0 1 0 0 0,-1-1 0 0 0,1 0 0 0 0,-1 0 0 0 0,1 0 0 0 0,-1 0 0 0 0,1 0-1 0 0,-1 0 1 0 0,1 0 0 0 0,0-1 0 0 0,-1 1 0 0 0,1 0 0 0 0,-1-1 0 0 0,1 1 0 0 0,0-1 0 0 0,-1 0 0 0 0,1 1 0 0 0,0-1 0 0 0,0 0 0 0 0,-1 0 0 0 0,1 0 0 0 0,0 0 0 0 0,0 0 0 0 0,0 0 0 0 0,0 0 0 0 0,0 0 0 0 0,0-1 0 0 0,-2-2 25 0 0,0 1 0 0 0,0-1 0 0 0,1 0 0 0 0,0 0 1 0 0,0 0-1 0 0,0 0 0 0 0,-2-5 0 0 0,3 2-198 0 0,0 0-1 0 0,1 1 0 0 0,0-1 1 0 0,0 0-1 0 0,0 1 1 0 0,1-1-1 0 0,0 0 1 0 0,0 1-1 0 0,0-1 0 0 0,1 1 1 0 0,0 0-1 0 0,1-1 1 0 0,-1 1-1 0 0,1 0 0 0 0,0 0 1 0 0,1 1-1 0 0,-1-1 1 0 0,1 1-1 0 0,6-7 0 0 0,1-1-703 0 0,0 1 0 0 0,1 0 0 0 0,0 1 0 0 0,1 0 0 0 0,0 1 0 0 0,25-14-1 0 0,-25 17-258 0 0,0 0 0 0 0,1 2 0 0 0,-1-1 0 0 0,25-4 0 0 0,-28 8-626 0 0,1 0 0 0 0,0 1 0 0 0,-1 0-1 0 0,12 1 1 0 0,-6 1-4825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7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49 512 0 0,'-2'0'2424'0'0,"-29"1"6620"0"0,17-1-5019 0 0,10 0-2942 0 0,4 0-901 0 0,-20 0 2508 0 0,14-2-1339 0 0,15-4-760 0 0,19-2-516 0 0,1 0 0 0 0,0 2-1 0 0,0 1 1 0 0,50-1 0 0 0,-16 0-34 0 0,-54 5-59 0 0,1 0 0 0 0,-1 0-1 0 0,1 1 1 0 0,-1 1 0 0 0,0-1 0 0 0,17 4 0 0 0,-25-3 19 0 0,0 0 1 0 0,0 0-1 0 0,0 0 1 0 0,0 0-1 0 0,0 1 0 0 0,0-1 1 0 0,0 0-1 0 0,0 0 1 0 0,0 1-1 0 0,0-1 1 0 0,-1 0-1 0 0,1 1 0 0 0,-1-1 1 0 0,1 1-1 0 0,-1-1 1 0 0,1 1-1 0 0,-1-1 0 0 0,0 1 1 0 0,0-1-1 0 0,0 1 1 0 0,0-1-1 0 0,0 1 0 0 0,0-1 1 0 0,0 1-1 0 0,-1 2 1 0 0,-1 5 4 0 0,0-1 1 0 0,0 1 0 0 0,-1 0-1 0 0,-1-1 1 0 0,1 0 0 0 0,-1 1-1 0 0,-7 8 1 0 0,-40 55 385 0 0,40-58-189 0 0,-100 120 1911 0 0,9-13-906 0 0,101-120-1202 0 0,0 0-1 0 0,1-1 1 0 0,-1 1-1 0 0,0 0 0 0 0,0 0 1 0 0,1 0-1 0 0,-1 0 1 0 0,0 0-1 0 0,1 0 1 0 0,-1 0-1 0 0,1 1 1 0 0,0-1-1 0 0,-1 0 1 0 0,1 0-1 0 0,0 0 1 0 0,-1 0-1 0 0,1 1 1 0 0,0-1-1 0 0,0 0 1 0 0,0 0-1 0 0,0 1 1 0 0,0-1-1 0 0,1 0 1 0 0,-1 0-1 0 0,0 0 1 0 0,1 2-1 0 0,0-2 4 0 0,0 0-1 0 0,0 1 0 0 0,1-1 1 0 0,-1 0-1 0 0,0 0 1 0 0,1-1-1 0 0,-1 1 1 0 0,1 0-1 0 0,-1 0 1 0 0,1-1-1 0 0,-1 1 1 0 0,1-1-1 0 0,-1 1 0 0 0,1-1 1 0 0,0 1-1 0 0,2-1 1 0 0,8 1 42 0 0,1 0 1 0 0,0-1-1 0 0,20-3 0 0 0,68-11 85 0 0,188-53-1 0 0,-278 63-946 0 0,1 0 0 0 0,0 0 0 0 0,17-11-1 0 0,7-14-12095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8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31 628 0 0,'-22'-30'15709'0'0,"25"30"-15478"0"0,184 1 2600 0 0,-34-2-2572 0 0,-117 1-207 0 0,32 2-82 0 0,-62-1 18 0 0,0-1 0 0 0,0 2 0 0 0,0-1 0 0 0,0 1 0 0 0,0-1 0 0 0,-1 2 0 0 0,1-1 0 0 0,7 4 0 0 0,-9-2 23 0 0,0 0 0 0 0,0-1-1 0 0,0 2 1 0 0,0-1-1 0 0,0 0 1 0 0,-1 1-1 0 0,0-1 1 0 0,0 1 0 0 0,0 0-1 0 0,0 0 1 0 0,-1 0-1 0 0,0 0 1 0 0,3 10-1 0 0,1 7 371 0 0,6 45 0 0 0,-2 49 1164 0 0,-7 182 0 0 0,-4-233-1036 0 0,-36 756 3647 0 0,21-535-3374 0 0,-10 140-422 0 0,-17 473 161 0 0,42-813-584 0 0,-12 318 1096 0 0,9-336-709 0 0,-8 95 359 0 0,7-99 207 0 0,4-52-890 0 0,1-1 0 0 0,0 0 0 0 0,-3 1 0 0 0,2-2 0 0 0,0-1 0 0 0,-1 1 0 0 0,-4-3 0 0 0,2-4 0 0 0,0 0 0 0 0,0 0 0 0 0,0-1 0 0 0,0 1 0 0 0,-1-1 0 0 0,1 0 0 0 0,-1 0 0 0 0,1 0 0 0 0,-1-1 0 0 0,0 0 0 0 0,0 0 0 0 0,-6 1 0 0 0,-2 0 0 0 0,-41 8-1283 0 0,0-2-1 0 0,-71 0 1 0 0,92-8 470 0 0,1-1-1 0 0,0-2 1 0 0,1-1 0 0 0,-1-2 0 0 0,-40-12 0 0 0,64 15 1 0 0,0 0 0 0 0,1 0 1 0 0,0 0-1 0 0,0-1 1 0 0,-8-6-1 0 0,12 8-131 0 0,0-1 0 0 0,0 1 0 0 0,0-1 0 0 0,0 1 0 0 0,1-1 0 0 0,0 0 1 0 0,-1 0-1 0 0,-1-4 0 0 0,-4-13-7335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9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2452 0 0,'4'-12'7379'0'0,"-4"-1"-3102"0"0,3-4 990 0 0,-2 16-5203 0 0,0 0 0 0 0,0 0 0 0 0,0 0 0 0 0,0 0 0 0 0,0 0 0 0 0,0 0 0 0 0,0 1 0 0 0,0-1 0 0 0,1 0 0 0 0,-1 1 1 0 0,0-1-1 0 0,1 1 0 0 0,-1-1 0 0 0,0 1 0 0 0,3-1 0 0 0,160-34-798 0 0,-109 25-2951 0 0,-3-1-4145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59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1392 0 0,'-3'3'518'0'0,"-14"10"2547"0"0,1 0-1 0 0,0 1 0 0 0,-24 30 0 0 0,40-44-3041 0 0,-1 0 0 0 0,1 0 0 0 0,0 1 0 0 0,0-1 0 0 0,0 0 0 0 0,0 1 1 0 0,0-1-1 0 0,0 0 0 0 0,0 1 0 0 0,0-1 0 0 0,0 0 0 0 0,0 0 0 0 0,0 1 0 0 0,0-1 0 0 0,0 0 0 0 0,0 1 0 0 0,0-1 0 0 0,0 0 0 0 0,0 1 0 0 0,0-1 0 0 0,0 0 0 0 0,0 1 0 0 0,1-1 0 0 0,-1 0 0 0 0,0 0 0 0 0,0 1 0 0 0,0-1 0 0 0,0 0 0 0 0,1 0 0 0 0,-1 1 0 0 0,0-1 0 0 0,0 0 0 0 0,1 0 0 0 0,-1 0 0 0 0,0 1 0 0 0,0-1 1 0 0,1 0-1 0 0,-1 0 0 0 0,0 0 0 0 0,0 0 0 0 0,1 0 0 0 0,-1 0 0 0 0,0 1 0 0 0,1-1 0 0 0,12 4 239 0 0,-13-4-257 0 0,16 1 98 0 0,0 1-1 0 0,1-2 0 0 0,-1 0 0 0 0,0-1 1 0 0,23-5-1 0 0,-10 3-198 0 0,149-24-2605 0 0,-60 0-2866 0 0,-54 8 250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7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57 1168 0 0,'0'0'986'0'0,"-1"-14"1732"0"0,1 8-2287 0 0,1 0 0 0 0,0 1 0 0 0,1-1 0 0 0,0 1 1 0 0,2-8-1 0 0,-3 12-16 0 0,0 1-388 0 0,0 0 0 0 0,-1 1 0 0 0,1-1 0 0 0,0 0 0 0 0,-1 0 0 0 0,1 1 0 0 0,-1-1 0 0 0,1 0 0 0 0,0 1 0 0 0,-1-1 0 0 0,1 1 0 0 0,-1-1 0 0 0,1 1 0 0 0,-1-1 0 0 0,0 1 1 0 0,1-1-1 0 0,-1 1 0 0 0,1 0 0 0 0,-1-1 0 0 0,0 1 0 0 0,1 0 0 0 0,-1-1 0 0 0,0 2 0 0 0,7 20 450 0 0,-5-17-380 0 0,3 22 71 0 0,-1 0 0 0 0,-2 0 0 0 0,0 0-1 0 0,-2 0 1 0 0,-3 33 0 0 0,1-16-62 0 0,1-17 2 0 0,-1 18 75 0 0,6 64 0 0 0,-4-106-153 0 0,0 0-1 0 0,0 0 0 0 0,1 0 0 0 0,0 0 1 0 0,-1 0-1 0 0,1 0 0 0 0,0-1 0 0 0,1 1 1 0 0,-1 0-1 0 0,0-1 0 0 0,1 1 1 0 0,-1-1-1 0 0,1 1 0 0 0,0-1 0 0 0,0 0 1 0 0,0 0-1 0 0,0 0 0 0 0,0 0 0 0 0,0 0 1 0 0,1 0-1 0 0,2 2 0 0 0,-1-3-20 0 0,-1 0 0 0 0,0 0-1 0 0,0 0 1 0 0,1 0 0 0 0,-1-1-1 0 0,0 1 1 0 0,1-1 0 0 0,-1 0-1 0 0,1 0 1 0 0,-1 0 0 0 0,0 0-1 0 0,1-1 1 0 0,-1 0 0 0 0,0 1-1 0 0,1-1 1 0 0,-1 0 0 0 0,0 0-1 0 0,5-3 1 0 0,3-2-20 0 0,0 0 0 0 0,0-1 0 0 0,-1 0 0 0 0,1 0 0 0 0,-2-1 0 0 0,1-1 0 0 0,-1 0 0 0 0,0 0 0 0 0,-1-1 0 0 0,0 0 0 0 0,-1 0 0 0 0,0-1 0 0 0,-1 0 0 0 0,0 0 0 0 0,8-20 0 0 0,-4 3 172 0 0,-1-1 1 0 0,-1 0-1 0 0,-1-1 0 0 0,-2 0 1 0 0,2-43-1 0 0,-4 19 573 0 0,-3 52-629 0 0,-1 5-104 0 0,0-1 0 0 0,1 1 0 0 0,-1 0 0 0 0,0-1 0 0 0,1 1 0 0 0,0 0 0 0 0,-1 4 0 0 0,1 30 55 0 0,2 1 0 0 0,12 66 0 0 0,-11-91-66 0 0,0 0-1 0 0,1 0 0 0 0,0 0 0 0 0,1 0 0 0 0,0 0 0 0 0,1-1 1 0 0,1 0-1 0 0,0 0 0 0 0,1-1 0 0 0,0 0 0 0 0,10 11 1 0 0,-14-18-204 0 0,1 0 0 0 0,0-1 0 0 0,-1 1 0 0 0,1-1 0 0 0,1 0 0 0 0,-1 0 0 0 0,0 0 0 0 0,1-1 0 0 0,7 3 0 0 0,-6-4-757 0 0,0 1-1 0 0,-1-1 1 0 0,1 0-1 0 0,11 0 1 0 0,1-2-2799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7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58 2300 0 0,'-15'-58'9251'0'0,"14"69"-9152"0"0,0 0 0 0 0,0-1-1 0 0,1 1 1 0 0,0 0 0 0 0,4 17-1 0 0,-1 8 13 0 0,-1 130 358 0 0,-3-102 1714 0 0,1-64-2167 0 0,0 0 1 0 0,0 1-1 0 0,0-1 0 0 0,0 0 0 0 0,0 1 1 0 0,0-1-1 0 0,0 0 0 0 0,0 1 0 0 0,0-1 0 0 0,0 0 1 0 0,0 0-1 0 0,0 1 0 0 0,0-1 0 0 0,0 0 1 0 0,-1 1-1 0 0,1-1 0 0 0,0 0 0 0 0,0 0 1 0 0,0 1-1 0 0,-1-1 0 0 0,1 0 0 0 0,0 0 1 0 0,0 0-1 0 0,0 1 0 0 0,-1-1 0 0 0,1 0 1 0 0,0 0-1 0 0,0 0 0 0 0,-1 0 0 0 0,1 0 1 0 0,0 1-1 0 0,-1-1 0 0 0,1 0 0 0 0,0 0 1 0 0,0 0-1 0 0,-1 0 0 0 0,1 0 0 0 0,0 0 1 0 0,-1 0-1 0 0,1 0 0 0 0,0 0 0 0 0,-1 0 1 0 0,1 0-1 0 0,0 0 0 0 0,0 0 0 0 0,-1 0 1 0 0,1-1-1 0 0,0 1 0 0 0,-1 0 0 0 0,1 0 1 0 0,0 0-1 0 0,0 0 0 0 0,-1 0 0 0 0,1-1 1 0 0,0 1-1 0 0,0 0 0 0 0,-1 0 0 0 0,1 0 1 0 0,0-1-1 0 0,0 1 0 0 0,0 0 0 0 0,0 0 1 0 0,-1-1-1 0 0,-15-16 311 0 0,12 9-308 0 0,0-1-1 0 0,1-1 1 0 0,0 1 0 0 0,1 0 0 0 0,0-1-1 0 0,0 1 1 0 0,1-1 0 0 0,0 0 0 0 0,1 1-1 0 0,0-1 1 0 0,3-18 0 0 0,-3 23-28 0 0,1 0 0 0 0,0 0 0 0 0,1 1 0 0 0,-1-1 0 0 0,1 0 0 0 0,-1 1 0 0 0,1-1 0 0 0,1 1 0 0 0,-1 0 0 0 0,1-1 0 0 0,0 1 0 0 0,-1 0-1 0 0,2 1 1 0 0,-1-1 0 0 0,0 0 0 0 0,1 1 0 0 0,0 0 0 0 0,0 0 0 0 0,0 0 0 0 0,0 0 0 0 0,0 1 0 0 0,0 0 0 0 0,1 0 0 0 0,7-3 0 0 0,-6 4 5 0 0,-1 0-1 0 0,0 0 1 0 0,0 1-1 0 0,0 0 0 0 0,0 0 1 0 0,0 0-1 0 0,0 1 1 0 0,0 0-1 0 0,0-1 1 0 0,0 2-1 0 0,0-1 1 0 0,0 1-1 0 0,0 0 1 0 0,0 0-1 0 0,-1 0 1 0 0,1 0-1 0 0,-1 1 1 0 0,0 0-1 0 0,0 0 0 0 0,0 0 1 0 0,0 0-1 0 0,0 1 1 0 0,4 4-1 0 0,-2-1 11 0 0,0 0-1 0 0,0 0 1 0 0,-1 1 0 0 0,0-1-1 0 0,0 1 1 0 0,-1 0-1 0 0,0 0 1 0 0,-1 1-1 0 0,1-1 1 0 0,-2 1-1 0 0,1-1 1 0 0,1 10-1 0 0,-3 2 89 0 0,-3 33-1 0 0,1-19 709 0 0,1-32-502 0 0,0-1-265 0 0,0-1 0 0 0,-1 0 0 0 0,1 1 1 0 0,0-1-1 0 0,0 0 0 0 0,-1 1 0 0 0,1-1 0 0 0,0 0 0 0 0,0 0 0 0 0,-1 1 0 0 0,1-1 0 0 0,0 0 0 0 0,-1 0 0 0 0,1 1 0 0 0,-1-1 0 0 0,1 0 0 0 0,0 0 0 0 0,-1 0 0 0 0,1 0 1 0 0,-1 0-1 0 0,0 1 0 0 0,0-5-7 0 0,-1-1 1 0 0,1 1-1 0 0,0 0 0 0 0,0 0 1 0 0,0-1-1 0 0,1 1 1 0 0,-1 0-1 0 0,1-1 1 0 0,0 1-1 0 0,0 0 1 0 0,1-1-1 0 0,1-4 0 0 0,0-6-30 0 0,1 1 0 0 0,7-20 0 0 0,-4 16-15 0 0,1 1-1 0 0,1 0 1 0 0,0 1-1 0 0,13-18 1 0 0,-17 28 3 0 0,0 0-1 0 0,0 1 1 0 0,1-1 0 0 0,0 1 0 0 0,0 0 0 0 0,0 1 0 0 0,0-1 0 0 0,1 1-1 0 0,0 0 1 0 0,0 0 0 0 0,0 1 0 0 0,1 0 0 0 0,10-4 0 0 0,-13 6 9 0 0,0 0 0 0 0,-1 0 0 0 0,1 1 1 0 0,0-1-1 0 0,0 1 0 0 0,0 0 0 0 0,0 0 1 0 0,0 1-1 0 0,-1-1 0 0 0,1 1 0 0 0,0 0 1 0 0,0 0-1 0 0,-1 0 0 0 0,1 0 0 0 0,0 1 0 0 0,-1-1 1 0 0,1 1-1 0 0,-1 0 0 0 0,0 0 0 0 0,0 1 1 0 0,0-1-1 0 0,0 0 0 0 0,0 1 0 0 0,0 0 1 0 0,-1 0-1 0 0,1 0 0 0 0,-1 0 0 0 0,1 0 0 0 0,2 7 1 0 0,2 3 9 0 0,0 0 0 0 0,-1 1 1 0 0,0 0-1 0 0,-1 1 0 0 0,-1-1 0 0 0,3 17 1 0 0,0 11 42 0 0,-6-29-509 0 0,1-1 0 0 0,0 1 0 0 0,1-1 0 0 0,1 0 0 0 0,0 1 0 0 0,10 20 0 0 0,-14-32 325 0 0,1-1 0 0 0,0 1 1 0 0,0 0-1 0 0,0 0 1 0 0,0 0-1 0 0,0 0 0 0 0,0-1 1 0 0,0 1-1 0 0,1-1 1 0 0,-1 1-1 0 0,0-1 0 0 0,0 1 1 0 0,0-1-1 0 0,1 1 1 0 0,-1-1-1 0 0,0 0 0 0 0,0 0 1 0 0,1 0-1 0 0,-1 0 0 0 0,0 0 1 0 0,1 0-1 0 0,-1 0 1 0 0,2 0-1 0 0,1-1-235 0 0,-1 1 1 0 0,0-1-1 0 0,1 0 0 0 0,-1 0 1 0 0,0 0-1 0 0,0 0 0 0 0,0-1 1 0 0,4-2-1 0 0,7-7-2310 0 0,0-4-732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8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51 280 1184 0 0,'1'-54'4421'0'0,"-3"-1"-1"0"0,-17-104 1 0 0,15 148-3864 0 0,-2 18-361 0 0,0 20-90 0 0,-7 123 256 0 0,12 266 1 0 0,4-345 1038 0 0,8-115-1156 0 0,-8 31-250 0 0,1 0 0 0 0,0 0 0 0 0,0 1 0 0 0,1-1 0 0 0,11-19 0 0 0,-13 27-4 0 0,1 0-1 0 0,-1 0 1 0 0,1 1-1 0 0,-1 0 0 0 0,1-1 1 0 0,0 1-1 0 0,1 0 1 0 0,-1 1-1 0 0,1-1 0 0 0,0 1 1 0 0,0 0-1 0 0,0 0 1 0 0,0 1-1 0 0,0-1 1 0 0,7-1-1 0 0,-7 3 21 0 0,-1 0 0 0 0,0 1 0 0 0,0 0 1 0 0,1 0-1 0 0,-1 0 0 0 0,0 0 0 0 0,0 1 0 0 0,1 0 0 0 0,-1-1 1 0 0,0 2-1 0 0,0-1 0 0 0,0 0 0 0 0,7 4 0 0 0,0 1 25 0 0,-1-1 0 0 0,-1 1 0 0 0,17 13-1 0 0,-15-9-29 0 0,-1-1 0 0 0,0 2 0 0 0,-1-1 1 0 0,0 1-1 0 0,11 20 0 0 0,-15-23 33 0 0,-1-1 0 0 0,0 1 0 0 0,0 0 0 0 0,-1 1-1 0 0,0-1 1 0 0,-1 0 0 0 0,0 1 0 0 0,0 0 0 0 0,1 17 0 0 0,-3-23-3 0 0,0-1-1 0 0,-1 1 1 0 0,1 0 0 0 0,-1 0-1 0 0,1 0 1 0 0,-1 0-1 0 0,0 0 1 0 0,0-1 0 0 0,0 1-1 0 0,0 0 1 0 0,-1-1-1 0 0,1 1 1 0 0,-1-1-1 0 0,1 1 1 0 0,-1-1 0 0 0,-4 4-1 0 0,2-2 19 0 0,0-1 1 0 0,0 0-1 0 0,-1 0 0 0 0,1 0 1 0 0,-1-1-1 0 0,0 1 0 0 0,0-1 0 0 0,-9 2 1 0 0,2 0-127 0 0,-1-2 0 0 0,1 0 1 0 0,-1 0-1 0 0,0-1 0 0 0,0-1 0 0 0,-24-2 1 0 0,26-1-454 0 0,10 3 260 0 0,0-1 0 0 0,0 1 0 0 0,1 0 0 0 0,-1-1 0 0 0,1 1 0 0 0,-7-10-3973 0 0,7 9 3973 0 0,0 1 0 0 0,0-1 1 0 0,-1 0-1 0 0,1 0 0 0 0,0 1 0 0 0,0-1 0 0 0,1 0 0 0 0,-1 0 0 0 0,0 1 0 0 0,0-1 1 0 0,0 0-1 0 0,0 1 0 0 0,1-1 0 0 0,-1 0 0 0 0,0 0 0 0 0,0 1 0 0 0,2-2 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8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171 137 1588 0 0,'15'-1'8154'0'0,"-14"1"-7973"0"0,9 24 812 0 0,-9-20-870 0 0,1-1 0 0 0,-1 0-1 0 0,0 1 1 0 0,1-1 0 0 0,-1 0-1 0 0,1 0 1 0 0,0 0 0 0 0,4 5-1 0 0,-5-7-74 0 0,0-1-1 0 0,0 1 0 0 0,0 0 1 0 0,0 0-1 0 0,0-1 0 0 0,0 1 1 0 0,0-1-1 0 0,0 1 0 0 0,0-1 1 0 0,0 1-1 0 0,0-1 0 0 0,1 0 1 0 0,-1 1-1 0 0,0-1 0 0 0,0 0 1 0 0,0 0-1 0 0,1 0 0 0 0,-1 0 1 0 0,0 0-1 0 0,0 0 0 0 0,0 0 1 0 0,1 0-1 0 0,-1-1 0 0 0,2 1 1 0 0,-2-2-11 0 0,1 1 1 0 0,0 0-1 0 0,-1 0 1 0 0,1 0-1 0 0,-1-1 1 0 0,1 1 0 0 0,-1-1-1 0 0,1 1 1 0 0,-1-1-1 0 0,0 0 1 0 0,0 1-1 0 0,0-1 1 0 0,1-3 0 0 0,1-1-13 0 0,-1 0 0 0 0,0 0 0 0 0,0-1 1 0 0,0 1-1 0 0,-1-1 0 0 0,0 1 0 0 0,0-1 0 0 0,0-9 1 0 0,-1 9-1 0 0,-1 1 0 0 0,1-1 0 0 0,-1 1 0 0 0,0 0 0 0 0,0 0 0 0 0,-1-1 0 0 0,0 1 0 0 0,0 0 0 0 0,0 0 0 0 0,-1 1 1 0 0,0-1-1 0 0,0 0 0 0 0,0 1 0 0 0,-1 0 0 0 0,-4-6 0 0 0,6 10-24 0 0,1 0-1 0 0,0 0 1 0 0,-1 0-1 0 0,1 1 1 0 0,-1-1 0 0 0,1 0-1 0 0,-1 1 1 0 0,0-1 0 0 0,1 1-1 0 0,-1-1 1 0 0,1 1 0 0 0,-1 0-1 0 0,0 0 1 0 0,1 0-1 0 0,-1 0 1 0 0,0 0 0 0 0,1 0-1 0 0,-4 1 1 0 0,1 0 5 0 0,-1 0 1 0 0,1 0-1 0 0,0 0 0 0 0,-1 1 1 0 0,-6 3-1 0 0,-2 3-4 0 0,1 0-1 0 0,1 1 1 0 0,0 0 0 0 0,0 1 0 0 0,1 0-1 0 0,0 1 1 0 0,1 0 0 0 0,0 1 0 0 0,-8 14-1 0 0,6-8 21 0 0,2-1-1 0 0,0 1 1 0 0,1 1-1 0 0,1-1 1 0 0,1 1-1 0 0,-5 22 1 0 0,10-37 4 0 0,0 0 0 0 0,1 1-1 0 0,-1-1 1 0 0,1 0 0 0 0,0 0 0 0 0,0 1 0 0 0,0-1-1 0 0,1 0 1 0 0,-1 1 0 0 0,1-1 0 0 0,0 0 0 0 0,1 0-1 0 0,-1 0 1 0 0,1 0 0 0 0,-1 0 0 0 0,1 0 0 0 0,0 0-1 0 0,1-1 1 0 0,-1 1 0 0 0,1-1 0 0 0,-1 1 0 0 0,7 5-1 0 0,-4-6-178 0 0,0 1 1 0 0,-1-1-1 0 0,1 0 0 0 0,0-1 0 0 0,0 1 0 0 0,1-1 0 0 0,-1 0 0 0 0,0 0 0 0 0,1-1 0 0 0,0 0 0 0 0,-1 0 0 0 0,1 0 0 0 0,-1 0 1 0 0,1-1-1 0 0,0 0 0 0 0,10-1 0 0 0,-5-1-887 0 0,-1 1 1 0 0,0-2 0 0 0,0 1-1 0 0,0-1 1 0 0,18-9-1 0 0,0-2-2889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2:29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47 660 0 0,'1'-2'2230'0'0,"3"-42"5246"0"0,-4 43-7200 0 0,8 24 429 0 0,3 24 37 0 0,8 88 1 0 0,-18-112 233 0 0,-1-1 1 0 0,0 1 0 0 0,-2-1 0 0 0,0 1 0 0 0,-2-1-1 0 0,-7 25 1 0 0,11-46-815 0 0,0 0 0 0 0,0 0 0 0 0,-1 0 0 0 0,1 0 0 0 0,-1 0 0 0 0,1 0 0 0 0,-1 0-1 0 0,0 0 1 0 0,1 0 0 0 0,-1 0 0 0 0,0 0 0 0 0,1 0 0 0 0,-1 0 0 0 0,0 0 0 0 0,-2 1 0 0 0,3-2-60 0 0,-1 0 0 0 0,1 1-1 0 0,-1-1 1 0 0,0 0 0 0 0,1 0 0 0 0,-1 0 0 0 0,1 0 0 0 0,-1 0-1 0 0,1 0 1 0 0,-1 0 0 0 0,0 0 0 0 0,1 0 0 0 0,-1 0 0 0 0,1 0 0 0 0,-1 0-1 0 0,1 0 1 0 0,-1-1 0 0 0,1 1 0 0 0,-1 0 0 0 0,0 0 0 0 0,1-1 0 0 0,-2 0-1 0 0,1 0 5 0 0,-1-1 0 0 0,0 1 0 0 0,0-1-1 0 0,1 0 1 0 0,-1 0 0 0 0,1 0 0 0 0,-1 0-1 0 0,1 0 1 0 0,0-1 0 0 0,0 1-1 0 0,0 0 1 0 0,0 0 0 0 0,0-1 0 0 0,0-2-1 0 0,-1-1-71 0 0,1 0-1 0 0,1-1 1 0 0,-1 1 0 0 0,1 0-1 0 0,0-1 1 0 0,1 1-1 0 0,0-1 1 0 0,0 1-1 0 0,0 0 1 0 0,0 0-1 0 0,4-7 1 0 0,-1 2-115 0 0,1 0 0 0 0,0 0 0 0 0,1 1 0 0 0,0 0 0 0 0,12-14 0 0 0,3 0-1015 0 0,1 1 1 0 0,2 0 0 0 0,37-27-1 0 0,9 1-3365 0 0,-22 20-3683 0 0,-32 20 1430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4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1068 0 0,'0'0'4815'0'0,"-24"14"4851"0"0,29-11-9356 0 0,1-1 0 0 0,0 0 0 0 0,0-1 1 0 0,0 0-1 0 0,0 1 0 0 0,0-2 0 0 0,12 1 1 0 0,-13-1-258 0 0,115 7 836 0 0,-54-5-729 0 0,0 3 0 0 0,65 14-1 0 0,-127-18-143 0 0,0 0 0 0 0,1 1 0 0 0,-1 0 0 0 0,0 0 0 0 0,0 0 0 0 0,-1 1 0 0 0,1-1 0 0 0,0 1 0 0 0,-1 0 0 0 0,0 0 0 0 0,1 0 0 0 0,-1 0 0 0 0,0 1 0 0 0,-1-1 0 0 0,1 1 0 0 0,-1 0 0 0 0,1-1 0 0 0,1 7 0 0 0,5 3 799 0 0,-7-10-1813 0 0,0-1 0 0 0,0 1 0 0 0,1-1 0 0 0,-1 0 0 0 0,1 0 0 0 0,0 0 0 0 0,4 2-1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8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96 1992 0 0,'-11'-22'6722'0'0,"-3"-10"-673"0"0,13 30-5676 0 0,7-13 329 0 0,-1 12-664 0 0,0 0-1 0 0,0 0 1 0 0,1 0-1 0 0,-1 1 1 0 0,1 0-1 0 0,0 0 1 0 0,0 0-1 0 0,0 1 1 0 0,0-1-1 0 0,0 2 1 0 0,0-1-1 0 0,0 1 1 0 0,9 0-1 0 0,-5 1-22 0 0,-1 0 1 0 0,0 0-1 0 0,1 1 0 0 0,-1 1 0 0 0,0 0 1 0 0,0 0-1 0 0,0 1 0 0 0,12 6 0 0 0,-13-5-6 0 0,0-1-1 0 0,-1 1 1 0 0,1 1-1 0 0,-1-1 0 0 0,0 1 1 0 0,-1 0-1 0 0,1 1 1 0 0,-1-1-1 0 0,-1 1 1 0 0,1 1-1 0 0,-1-1 0 0 0,0 1 1 0 0,-1 0-1 0 0,0 0 1 0 0,0 0-1 0 0,-1 0 1 0 0,0 1-1 0 0,0 0 0 0 0,3 17 1 0 0,-6-12 0 0 0,0 1 1 0 0,-1-1-1 0 0,0 1 0 0 0,-1 0 1 0 0,0-1-1 0 0,-1 0 0 0 0,-1 0 1 0 0,-10 24-1 0 0,4-15 174 0 0,-2-1-1 0 0,0 0 1 0 0,-1-1 0 0 0,-21 25 0 0 0,-2-1 1356 0 0,34-44-1414 0 0,2-1-114 0 0,-1 0 0 0 0,0 0 1 0 0,1 0-1 0 0,-1-1 0 0 0,0 1 0 0 0,1 0 0 0 0,-1-1 0 0 0,0 1 0 0 0,1-1 0 0 0,-1 1 1 0 0,1 0-1 0 0,-1-1 0 0 0,1 0 0 0 0,-1 1 0 0 0,1-1 0 0 0,-1 1 0 0 0,1-1 1 0 0,0 1-1 0 0,-1-2 0 0 0,5-21 13 0 0,2 1 0 0 0,0 0-1 0 0,2 1 1 0 0,0-1 0 0 0,2 1 0 0 0,12-20 0 0 0,10-26 29 0 0,-23 46-41 0 0,32-67 32 0 0,-31 63-168 0 0,-10 25 122 0 0,0 0 0 0 0,0 0-1 0 0,0 0 1 0 0,0 0-1 0 0,0 0 1 0 0,0 0-1 0 0,0 1 1 0 0,0-1-1 0 0,-1 0 1 0 0,1 0-1 0 0,0 0 1 0 0,0 0-1 0 0,0 0 1 0 0,0 0-1 0 0,0 0 1 0 0,0 0-1 0 0,0 0 1 0 0,0-1-1 0 0,0 1 1 0 0,0 0-1 0 0,0 0 1 0 0,0 0-1 0 0,0 0 1 0 0,0 0 0 0 0,0 0-1 0 0,0 0 1 0 0,-1 0-1 0 0,1 0 1 0 0,0 0-1 0 0,0 0 1 0 0,0 0-1 0 0,0 0 1 0 0,0 0-1 0 0,0 0 1 0 0,0 0-1 0 0,0 0 1 0 0,0 0-1 0 0,0 0 1 0 0,0 0-1 0 0,0 0 1 0 0,0 0-1 0 0,0 0 1 0 0,0 0-1 0 0,0-1 1 0 0,0 1-1 0 0,0 0 1 0 0,0 0 0 0 0,0 0-1 0 0,0 0 1 0 0,0 0-1 0 0,0 0 1 0 0,0 0-1 0 0,0 0 1 0 0,0 0-1 0 0,0 0 1 0 0,0 0-1 0 0,0 0 1 0 0,-9 12-53 0 0,-6 17 12 0 0,1 0 0 0 0,1 0 0 0 0,1 1 0 0 0,2 1 0 0 0,1 0 1 0 0,-6 37-1 0 0,14-61 35 0 0,0 0 0 0 0,1 0 0 0 0,0-1 1 0 0,0 1-1 0 0,0 0 0 0 0,1-1 0 0 0,0 1 1 0 0,0 0-1 0 0,1-1 0 0 0,4 12 0 0 0,-5-15 7 0 0,1 1 0 0 0,-1-1 0 0 0,1 0 0 0 0,0 0 0 0 0,1 0 0 0 0,-1 0 0 0 0,0 0 0 0 0,1 0 0 0 0,0-1 0 0 0,-1 1 0 0 0,1-1 0 0 0,0 0 0 0 0,0 0 0 0 0,1 0 0 0 0,-1 0 0 0 0,0 0 0 0 0,1-1 0 0 0,-1 0 0 0 0,1 1-1 0 0,6 0 1 0 0,8 1-341 0 0,-1-1 0 0 0,1-1 0 0 0,0-1 0 0 0,0 0 0 0 0,0-1 0 0 0,27-5 0 0 0,103-31-3531 0 0,-139 34 3618 0 0,100-34-5437 0 0,-55 17 1210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8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57 168 0 0,'-3'-1'2564'0'0,"-14"0"1764"0"0,0 0 0 0 0,-23 2-1 0 0,38-1-3245 0 0,-11 2-257 0 0,21 0-758 0 0,1-1 1 0 0,0 0 0 0 0,-1-1-1 0 0,1 0 1 0 0,0 0 0 0 0,11-2-1 0 0,58-13-6 0 0,-34 6-333 0 0,-27 6-279 0 0,52-11-2264 0 0,-26-3-4665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26 536 0 0,'-1'0'835'0'0,"-15"-8"4748"0"0,-16-4 1649 0 0,26 10-6258 0 0,6 1-930 0 0,0 1 0 0 0,-1 0 0 0 0,1 0 0 0 0,0 0 1 0 0,0-1-1 0 0,-1 1 0 0 0,1 0 0 0 0,0 0 0 0 0,0 0 1 0 0,-1 0-1 0 0,1-1 0 0 0,0 1 0 0 0,-1 0 0 0 0,1 0 1 0 0,0 0-1 0 0,0 0 0 0 0,-1 0 0 0 0,1 0 0 0 0,0 0 1 0 0,-1 0-1 0 0,1 0 0 0 0,0 0 0 0 0,-1 0 1 0 0,1 0-1 0 0,0 0 0 0 0,-1 0 0 0 0,1 0 0 0 0,0 0 1 0 0,-1 0-1 0 0,1 0 0 0 0,-1 1 0 0 0,-1 0 65 0 0,1 0-1 0 0,-1 1 1 0 0,0-1 0 0 0,1 0-1 0 0,-1 1 1 0 0,1-1 0 0 0,-1 1-1 0 0,1 0 1 0 0,0 0 0 0 0,0-1-1 0 0,-1 1 1 0 0,1 0 0 0 0,1 0-1 0 0,-1 0 1 0 0,0 0 0 0 0,0 0-1 0 0,1 0 1 0 0,-1 0 0 0 0,1 3-1 0 0,-9 53 1320 0 0,6-31-988 0 0,-9 63-48 0 0,-3 139-1 0 0,15-225-602 0 0,0 15-1062 0 0,4 32 1 0 0,6-18-2153 0 0,-9-30 2647 0 0,0-1 0 0 0,1 1 1 0 0,-1 0-1 0 0,1-1 0 0 0,0 1 0 0 0,0-1 0 0 0,0 0 1 0 0,3 4-1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9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38 3380 0 0,'1'-6'1957'0'0,"12"-26"11741"0"0,-13 32-13642 0 0,1 25 1452 0 0,-1 11-619 0 0,-1-10-598 0 0,1 0 1 0 0,1 0 0 0 0,2 0-1 0 0,8 42 1 0 0,-10-66-300 0 0,0 1 1 0 0,-1-1-1 0 0,1 1 0 0 0,0-1 0 0 0,0 0 1 0 0,0 1-1 0 0,1-1 0 0 0,-1 0 0 0 0,0 0 1 0 0,1 0-1 0 0,-1 0 0 0 0,1 0 1 0 0,0 0-1 0 0,0 0 0 0 0,0-1 0 0 0,0 1 1 0 0,0-1-1 0 0,0 1 0 0 0,0-1 0 0 0,0 0 1 0 0,1 0-1 0 0,-1 0 0 0 0,0 0 0 0 0,1 0 1 0 0,-1 0-1 0 0,1-1 0 0 0,-1 1 1 0 0,1-1-1 0 0,3 0 0 0 0,-1 0-60 0 0,1 0-1 0 0,-1-1 1 0 0,0 0-1 0 0,1 0 1 0 0,-1-1-1 0 0,0 1 1 0 0,0-1-1 0 0,0-1 1 0 0,0 1-1 0 0,0 0 1 0 0,0-1-1 0 0,-1 0 1 0 0,1 0-1 0 0,-1-1 1 0 0,0 1-1 0 0,0-1 1 0 0,0 0-1 0 0,0 0 1 0 0,4-7-1 0 0,5-8-93 0 0,-1 0 1 0 0,0-1-1 0 0,11-30 0 0 0,-6 5 54 0 0,-16 44 58 0 0,-5 26-62 0 0,-14 77 766 0 0,5-24-93 0 0,-30 109 494 0 0,-7-2-1 0 0,-85 201 1 0 0,127-364-647 0 0,-2-1 0 0 0,0 0 0 0 0,-2-1 0 0 0,0 0 0 0 0,-16 19 0 0 0,26-36-356 0 0,0-1-1 0 0,0 1 0 0 0,0-1 0 0 0,-1 0 0 0 0,1 0 0 0 0,-1 0 0 0 0,1 0 0 0 0,-1 0 0 0 0,0-1 0 0 0,0 1 0 0 0,0-1 0 0 0,0 0 0 0 0,0 0 0 0 0,0 0 0 0 0,0 0 0 0 0,0-1 0 0 0,0 1 0 0 0,0-1 0 0 0,-1 1 0 0 0,1-1 0 0 0,0 0 0 0 0,0-1 0 0 0,0 1 0 0 0,-1 0 0 0 0,1-1 0 0 0,0 0 0 0 0,0 0 0 0 0,0 0 0 0 0,0 0 0 0 0,0 0 0 0 0,0 0 0 0 0,0-1 0 0 0,1 1 0 0 0,-1-1 0 0 0,0 0 0 0 0,-3-4 0 0 0,0 2-47 0 0,0-1 0 0 0,1 0 0 0 0,0-1 0 0 0,0 1 0 0 0,1-1 0 0 0,0 0 0 0 0,0 0-1 0 0,0 0 1 0 0,0-1 0 0 0,1 1 0 0 0,0-1 0 0 0,1 0 0 0 0,-1 0 0 0 0,1 0 0 0 0,-1-9 0 0 0,3 2-185 0 0,0-1 0 0 0,1 1 0 0 0,0 0 0 0 0,1 0 0 0 0,1 0 0 0 0,0 0 1 0 0,1 0-1 0 0,1 1 0 0 0,0 0 0 0 0,1 0 0 0 0,0 0 0 0 0,1 0 0 0 0,0 1 1 0 0,13-16-1 0 0,7-7-1821 0 0,2 1 0 0 0,2 2 0 0 0,43-38 0 0 0,28-12-7537 0 0,-66 54 2998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0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42 106 200 0 0,'-23'1'10949'0'0,"4"-1"-5772"0"0,38-3-4521 0 0,169-34-231 0 0,-64 1-3626 0 0,-68 16-2792 0 0,-32 10 184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0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 2792 0 0,'-50'1'8874'0'0,"48"0"-8603"0"0,0-1 1 0 0,0 1 0 0 0,0 0 0 0 0,0 0-1 0 0,0 0 1 0 0,0 0 0 0 0,0 0 0 0 0,1 0-1 0 0,-1 1 1 0 0,1-1 0 0 0,-1 0 0 0 0,1 1-1 0 0,-1 0 1 0 0,1-1 0 0 0,0 1 0 0 0,-1 0-1 0 0,1-1 1 0 0,-1 3 0 0 0,-15 35 2513 0 0,17-37-2670 0 0,-13 40 1097 0 0,1 0 0 0 0,3 1 0 0 0,-5 47 0 0 0,2 133-1875 0 0,12-211-553 0 0,1 0 0 0 0,-1 0 0 0 0,2 0 0 0 0,4 22 0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0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80 180 0 0,'2'-21'9610'0'0,"2"-6"-1193"0"0,-5 26-8296 0 0,1 0 1 0 0,0 1-1 0 0,0-1 0 0 0,0 0 0 0 0,0 0 1 0 0,0 0-1 0 0,0 0 0 0 0,1 0 1 0 0,-1 0-1 0 0,0 0 0 0 0,0 0 1 0 0,1 0-1 0 0,-1 0 0 0 0,0 0 1 0 0,1 1-1 0 0,-1-1 0 0 0,1 0 1 0 0,-1 0-1 0 0,1 0 0 0 0,0 0 1 0 0,6-2-32 0 0,-1 1 0 0 0,1 0 1 0 0,0 1-1 0 0,0 0 1 0 0,0 0-1 0 0,7 0 1 0 0,50-1 104 0 0,-56 2-169 0 0,123 2 65 0 0,-130-2-92 0 0,0 0-1 0 0,0 0 1 0 0,0 0 0 0 0,0 0-1 0 0,0 0 1 0 0,0 0 0 0 0,0 0-1 0 0,0 0 1 0 0,0 0 0 0 0,-1 1-1 0 0,1-1 1 0 0,0 0-1 0 0,0 1 1 0 0,0-1 0 0 0,0 0-1 0 0,0 1 1 0 0,0-1 0 0 0,0 1-1 0 0,-1 0 1 0 0,1-1 0 0 0,0 1-1 0 0,0 0 1 0 0,-1-1 0 0 0,1 1-1 0 0,-1 0 1 0 0,1 0 0 0 0,0 0-1 0 0,-1 0 1 0 0,1-1 0 0 0,-1 1-1 0 0,0 0 1 0 0,1 0 0 0 0,-1 0-1 0 0,0 0 1 0 0,0 0-1 0 0,1 0 1 0 0,-1 0 0 0 0,0 0-1 0 0,0 0 1 0 0,0 0 0 0 0,0 0-1 0 0,0 0 1 0 0,0 0 0 0 0,-1 0-1 0 0,1 0 1 0 0,0 0 0 0 0,-1 2-1 0 0,-1 4 10 0 0,-1 1 0 0 0,0 0 0 0 0,0-1 0 0 0,-7 11-1 0 0,8-14-10 0 0,-28 44 464 0 0,-2-1 0 0 0,-55 61-1 0 0,38-49 540 0 0,9-9 18 0 0,-36 60 1 0 0,76-110-1010 0 0,-1 1 0 0 0,0 0 0 0 0,1-1 0 0 0,-1 1 0 0 0,1 0 0 0 0,-1 0 0 0 0,1-1 0 0 0,-1 1 0 0 0,1 0 0 0 0,0 0 0 0 0,-1 0 0 0 0,1 0 0 0 0,0-1 0 0 0,0 1 0 0 0,0 0 0 0 0,0 0 0 0 0,-1 0 0 0 0,1 0 0 0 0,0 0 0 0 0,1 0 0 0 0,-1 0 0 0 0,0 0 0 0 0,0 0 0 0 0,0-1 0 0 0,0 1 0 0 0,1 0 0 0 0,-1 0 0 0 0,0 0 0 0 0,1 0 0 0 0,-1-1 0 0 0,1 1 0 0 0,-1 0 0 0 0,1 0 0 0 0,-1-1 0 0 0,1 1 0 0 0,0 0 0 0 0,-1-1 0 0 0,1 1 0 0 0,0 0 0 0 0,-1-1 1 0 0,1 1-1 0 0,0-1 0 0 0,1 1 0 0 0,1 0 12 0 0,0 0 1 0 0,0 0 0 0 0,1 0 0 0 0,-1 0-1 0 0,0-1 1 0 0,1 0 0 0 0,-1 1 0 0 0,6-2-1 0 0,24-3-278 0 0,-1-2-1 0 0,1-2 1 0 0,-1-1-1 0 0,41-17 1 0 0,-42 15-265 0 0,183-64-3645 0 0,71-26-6406 0 0,-192 69 2844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55 1740 0 0,'-91'11'15952'0'0,"89"-10"-15218"0"0,-10 0 2517 0 0,130-27-2631 0 0,-22 5-4062 0 0,-31 5-6658 0 0,-49 12 3749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1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53 1892 0 0,'-114'80'18313'0'0,"112"-79"-17912"0"0,-2 4 608 0 0,30-7-1074 0 0,-1-1-1 0 0,0-2 1 0 0,0-1 0 0 0,46-16-1 0 0,-16 4-1363 0 0,68-20-3463 0 0,-41 10-1526 0 0,-31 11 273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1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65 3432 0 0,'8'-19'9039'0'0,"-7"15"-7107"0"0,1-1 0 0 0,0-6 0 0 0,-2 10-1797 0 0,0 1-1 0 0,0-1 1 0 0,0 0 0 0 0,0 0 0 0 0,0 0-1 0 0,0 0 1 0 0,0 0 0 0 0,0 0 0 0 0,-1 0-1 0 0,1 0 1 0 0,0 0 0 0 0,0 1-1 0 0,-1-1 1 0 0,1 0 0 0 0,-1 0 0 0 0,1 0-1 0 0,-1 1 1 0 0,1-1 0 0 0,-1 0 0 0 0,1 0-1 0 0,-1 1 1 0 0,0-1 0 0 0,1 1 0 0 0,-1-1-1 0 0,0 0 1 0 0,0 1 0 0 0,1-1 0 0 0,-1 1-1 0 0,0 0 1 0 0,0-1 0 0 0,0 1-1 0 0,0 0 1 0 0,1-1 0 0 0,-1 1 0 0 0,0 0-1 0 0,-1 0 1 0 0,-7-1-39 0 0,0 0-1 0 0,0 1 1 0 0,0 1-1 0 0,0-1 1 0 0,0 1 0 0 0,0 1-1 0 0,1 0 1 0 0,-1 0-1 0 0,0 1 1 0 0,1 0-1 0 0,0 0 1 0 0,-15 9-1 0 0,-6 4-27 0 0,1 1-1 0 0,-30 25 0 0 0,57-41-65 0 0,-120 99-49 0 0,107-87 11 0 0,1 0-1 0 0,1 1 0 0 0,0 1 0 0 0,1 0 0 0 0,1 0 0 0 0,-13 25 1 0 0,22-39 36 0 0,0 1-1 0 0,0 0 1 0 0,0 0 0 0 0,1 0 0 0 0,-1 0 0 0 0,0 0 0 0 0,1 0 0 0 0,-1 0 0 0 0,1 0 0 0 0,0 0 0 0 0,0 1 0 0 0,0-1 0 0 0,0 0 0 0 0,0 0 0 0 0,0 0 0 0 0,0 0 0 0 0,1 0 0 0 0,-1 0 0 0 0,1 0-1 0 0,0 0 1 0 0,-1 0 0 0 0,1 0 0 0 0,0 0 0 0 0,0 0 0 0 0,0 0 0 0 0,0-1 0 0 0,3 3 0 0 0,-2-1 5 0 0,1-1 0 0 0,0 0 0 0 0,0 0 0 0 0,0 0 0 0 0,0-1 0 0 0,1 1 0 0 0,-1-1 0 0 0,0 0 0 0 0,1 0 0 0 0,-1 0 0 0 0,1 0 0 0 0,-1 0 0 0 0,1-1 0 0 0,-1 0 0 0 0,7 0 0 0 0,6 0 0 0 0,0-2 0 0 0,0 0-1 0 0,-1-1 1 0 0,1 0 0 0 0,-1-1 0 0 0,1-1-1 0 0,-1-1 1 0 0,-1 0 0 0 0,1-1 0 0 0,-1 0-1 0 0,0-1 1 0 0,13-10 0 0 0,15-15 295 0 0,-2-1-1 0 0,46-49 1 0 0,-65 62 119 0 0,-21 21-420 0 0,0-1 0 0 0,0 1 0 0 0,1 0 0 0 0,-1 0 1 0 0,0-1-1 0 0,0 1 0 0 0,0 0 0 0 0,0 0 0 0 0,1 0 1 0 0,-1-1-1 0 0,0 1 0 0 0,0 0 0 0 0,0 0 0 0 0,1 0 1 0 0,-1 0-1 0 0,0 0 0 0 0,0-1 0 0 0,1 1 0 0 0,-1 0 0 0 0,0 0 1 0 0,0 0-1 0 0,1 0 0 0 0,-1 0 0 0 0,0 0 0 0 0,0 0 1 0 0,1 0-1 0 0,-1 0 0 0 0,0 0 0 0 0,1 0 0 0 0,-1 0 1 0 0,0 0-1 0 0,0 0 0 0 0,1 0 0 0 0,-1 0 0 0 0,0 0 1 0 0,0 0-1 0 0,1 1 0 0 0,1 10 50 0 0,-6 17 294 0 0,-23 67 480 0 0,-22 98 385 0 0,41-152-1642 0 0,1 1-1 0 0,-1 73 1 0 0,8-114 390 0 0,0 19-1239 0 0,1 0 1 0 0,4 28-1 0 0,-3-41 452 0 0,-1 0 1 0 0,2 0-1 0 0,-1 0 0 0 0,4 6 1 0 0,-4-8-371 0 0,1 0 1 0 0,0-1 0 0 0,0 1-1 0 0,0-1 1 0 0,1 0-1 0 0,4 5 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 1956 0 0,'-4'0'361'0'0,"-4"-1"2289"0"0,1 1-1 0 0,-1 1 0 0 0,1 0 0 0 0,-14 3 898 0 0,20-4-3457 0 0,0 0 1 0 0,-1 1-1 0 0,1-1 0 0 0,0 1 1 0 0,0-1-1 0 0,-1 1 0 0 0,1 0 1 0 0,0-1-1 0 0,0 1 0 0 0,0 0 1 0 0,0 0-1 0 0,0 0 0 0 0,-1 1 1 0 0,4 0-19 0 0,1 0 1 0 0,0 0 0 0 0,-1 0 0 0 0,1 0-1 0 0,0-1 1 0 0,0 1 0 0 0,0-1 0 0 0,1 0-1 0 0,-1 1 1 0 0,0-1 0 0 0,0-1 0 0 0,1 1-1 0 0,-1 0 1 0 0,6-1 0 0 0,56 2 133 0 0,-48-2-139 0 0,156-7 227 0 0,-124 7-29 0 0,-46 0-234 0 0,11-1-1388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55 1836 0 0,'2'-14'6001'0'0,"-1"8"-3870"0"0,-1-1 0 0 0,0 1 0 0 0,0 0 0 0 0,-1-8 0 0 0,1 13-1855 0 0,-6 29 950 0 0,2 6-823 0 0,1 1-1 0 0,2 0 1 0 0,3 35 0 0 0,-1-56-386 0 0,1 0 0 0 0,0-1 0 0 0,1 0 0 0 0,0 1 0 0 0,1-1 0 0 0,1 0 0 0 0,0-1 0 0 0,0 1 0 0 0,1-1 0 0 0,14 21 0 0 0,-18-31-11 0 0,0 1 0 0 0,0-1 0 0 0,0 1 0 0 0,0-1 0 0 0,1 0 0 0 0,-1 0 0 0 0,1 0 0 0 0,-1 0 0 0 0,1 0 0 0 0,0-1 1 0 0,0 1-1 0 0,0-1 0 0 0,-1 0 0 0 0,1 0 0 0 0,1 0 0 0 0,-1 0 0 0 0,0 0 0 0 0,0-1 0 0 0,0 1 0 0 0,0-1 0 0 0,0 0 0 0 0,1 0 0 0 0,-1 0 0 0 0,0 0 0 0 0,0-1 0 0 0,0 1 0 0 0,0-1 0 0 0,0 0 0 0 0,0 0 0 0 0,0 0 0 0 0,0 0 0 0 0,0 0 1 0 0,0-1-1 0 0,0 0 0 0 0,2-1 0 0 0,4-3-1 0 0,-1 0 1 0 0,1-1-1 0 0,-2 0 0 0 0,1 0 1 0 0,-1-1-1 0 0,0 1 1 0 0,0-2-1 0 0,-1 1 1 0 0,8-15-1 0 0,2-10-14 0 0,13-38 1 0 0,7-14-304 0 0,-35 83 252 0 0,-1 2 11 0 0,1 0 46 0 0,0 1-1 0 0,-1-1 1 0 0,1 0 0 0 0,0 1-1 0 0,0-1 1 0 0,-1 0 0 0 0,1 1 0 0 0,-1-1-1 0 0,1 1 1 0 0,0-1 0 0 0,-1 1-1 0 0,1-1 1 0 0,-1 1 0 0 0,1 0-1 0 0,-1-1 1 0 0,1 1 0 0 0,-1 0-1 0 0,0-1 1 0 0,1 1 0 0 0,-1 0-1 0 0,0-1 1 0 0,0 1 0 0 0,1 0 0 0 0,-1 0-1 0 0,0 1 1 0 0,5 25-5 0 0,-4-20 5 0 0,8 66 395 0 0,0 141-1 0 0,-28 74 859 0 0,12-226-535 0 0,-3 1-1 0 0,-2-2 1 0 0,-3 1-1 0 0,-26 65 0 0 0,34-111-261 0 0,0-1-1 0 0,-1 1 1 0 0,-1-1-1 0 0,-18 24 0 0 0,23-33-300 0 0,-1-1-1 0 0,1 0 1 0 0,-1-1-1 0 0,0 1 1 0 0,0-1-1 0 0,0 0 1 0 0,-1 0-1 0 0,1 0 1 0 0,-1-1-1 0 0,0 0 1 0 0,0 0-1 0 0,0-1 1 0 0,-1 1-1 0 0,-12 2 1 0 0,16-5-134 0 0,0 1 1 0 0,0-1-1 0 0,0 0 0 0 0,0-1 1 0 0,0 1-1 0 0,0 0 0 0 0,0-1 1 0 0,0 1-1 0 0,1-1 0 0 0,-1 0 1 0 0,0 0-1 0 0,0 0 1 0 0,0 0-1 0 0,1-1 0 0 0,-1 1 1 0 0,1-1-1 0 0,-1 0 0 0 0,1 1 1 0 0,0-1-1 0 0,-1 0 0 0 0,1-1 1 0 0,0 1-1 0 0,0 0 1 0 0,0 0-1 0 0,1-1 0 0 0,-1 1 1 0 0,1-1-1 0 0,-2-3 0 0 0,-1-2-11 0 0,1 0-1 0 0,0 0 0 0 0,1 0 0 0 0,-1 0 1 0 0,2 0-1 0 0,-1-1 0 0 0,1 1 0 0 0,0-13 1 0 0,2 1-161 0 0,1 0-1 0 0,1 0 1 0 0,0 0 0 0 0,2 0 0 0 0,0 0 0 0 0,1 1 0 0 0,1 0 0 0 0,1 0 0 0 0,1 1 0 0 0,18-28 0 0 0,-10 19-1052 0 0,2 1 0 0 0,0 2 0 0 0,2 0-1 0 0,1 1 1 0 0,1 1 0 0 0,27-21 0 0 0,-25 25-1328 0 0,31-18-1 0 0,2 6-4358 0 0,-14 8-861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3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18 119 1604 0 0,'-17'-10'18693'0'0,"17"9"-18576"0"0,0 1 1 0 0,0 0-1 0 0,0-1 1 0 0,0 1-1 0 0,0-1 1 0 0,11-7 1202 0 0,28-8-1963 0 0,-34 14 1035 0 0,124-42-4348 0 0,-41 17-4733 0 0,-60 19 1667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4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77 276 0 0,'-6'-6'2685'0'0,"-21"-22"8599"0"0,12 11-7709 0 0,14 15-3158 0 0,1 1-374 0 0,1 0-1 0 0,-1 0 1 0 0,0 0-1 0 0,1 0 1 0 0,-1 0 0 0 0,1 0-1 0 0,0 0 1 0 0,-1 0-1 0 0,1 0 1 0 0,0 0 0 0 0,-1 0-1 0 0,1 0 1 0 0,0 0 0 0 0,0 1-1 0 0,0-1 1 0 0,0 0-1 0 0,0 1 1 0 0,0-1 0 0 0,0 0-1 0 0,0 1 1 0 0,0-1-1 0 0,0 1 1 0 0,0 0 0 0 0,0-1-1 0 0,1 1 1 0 0,-1 0-1 0 0,0 0 1 0 0,0 0 0 0 0,3-1-1 0 0,41-1 101 0 0,-42 2-99 0 0,5 0-25 0 0,0 0 1 0 0,0 1-1 0 0,0 0 1 0 0,0 1 0 0 0,0 0-1 0 0,0 0 1 0 0,-1 1-1 0 0,1-1 1 0 0,-1 2-1 0 0,9 4 1 0 0,-14-7-9 0 0,1 1 1 0 0,0 0 0 0 0,-1-1 0 0 0,1 1-1 0 0,-1 1 1 0 0,0-1 0 0 0,0 0-1 0 0,0 0 1 0 0,0 1 0 0 0,0-1 0 0 0,0 1-1 0 0,-1 0 1 0 0,1-1 0 0 0,-1 1-1 0 0,0 0 1 0 0,1 0 0 0 0,-1 0-1 0 0,-1 0 1 0 0,1 0 0 0 0,0 0 0 0 0,-1 0-1 0 0,0 0 1 0 0,1 0 0 0 0,-1 0-1 0 0,0 0 1 0 0,-1 1 0 0 0,1-1-1 0 0,-1 0 1 0 0,0 3 0 0 0,-2 4 16 0 0,0-1 1 0 0,0 1 0 0 0,-1-1-1 0 0,-1 0 1 0 0,1 0 0 0 0,-1-1-1 0 0,-11 15 1 0 0,3-9 17 0 0,0 0 1 0 0,-1 0 0 0 0,-16 13-1 0 0,-20 20 650 0 0,49-45-617 0 0,1-2-76 0 0,0 1-1 0 0,1 0 1 0 0,-1 0 0 0 0,1 0 0 0 0,-1 0 0 0 0,1 0-1 0 0,-1-1 1 0 0,1 1 0 0 0,0 0 0 0 0,-1 0-1 0 0,1-1 1 0 0,0 1 0 0 0,0 0 0 0 0,0-1-1 0 0,-1 1 1 0 0,1-1 0 0 0,0 1 0 0 0,0-1 0 0 0,2 1-1 0 0,10 4-6 0 0,3 0 28 0 0,-1 1 1 0 0,1 1-1 0 0,-1 0 0 0 0,0 1 0 0 0,-1 1 0 0 0,15 10 1 0 0,-24-14 240 0 0,1 0 0 0 0,-1 0 0 0 0,0 0 1 0 0,0 0-1 0 0,0 1 0 0 0,-1 0 0 0 0,0 0 1 0 0,0 0-1 0 0,-1 0 0 0 0,1 1 0 0 0,-1-1 1 0 0,-1 1-1 0 0,1 0 0 0 0,-1 0 0 0 0,0 0 0 0 0,1 9 1 0 0,-3-11-37 0 0,0 0 1 0 0,0 0 0 0 0,0 0-1 0 0,0-1 1 0 0,-1 1 0 0 0,0 0-1 0 0,0 0 1 0 0,0 0 0 0 0,0-1-1 0 0,-1 1 1 0 0,0 0 0 0 0,0-1-1 0 0,-4 7 1 0 0,2-5-10 0 0,-1 1-1 0 0,0 0 0 0 0,-1-1 1 0 0,1 0-1 0 0,-1-1 1 0 0,0 1-1 0 0,-11 6 1 0 0,3-3-63 0 0,-1 0 0 0 0,0-1 0 0 0,0-1 0 0 0,-1-1 0 0 0,0 0 0 0 0,0-1 1 0 0,-21 4-1 0 0,31-8-388 0 0,0 0 1 0 0,0 0-1 0 0,-1 0 0 0 0,1-1 1 0 0,-1 0-1 0 0,1-1 1 0 0,0 1-1 0 0,-13-4 1 0 0,18 4 43 0 0,0 0 0 0 0,0-1 0 0 0,0 1 0 0 0,0-1 0 0 0,0 1 0 0 0,0-1 0 0 0,-1 1 0 0 0,1-1 0 0 0,0 0 0 0 0,0 1 0 0 0,1-1 0 0 0,-1 0 0 0 0,0 0 0 0 0,0 0 1 0 0,0 0-1 0 0,0 0 0 0 0,1 0 0 0 0,-1 0 0 0 0,0 0 0 0 0,1 0 0 0 0,-1 0 0 0 0,1 0 0 0 0,-1 0 0 0 0,1 0 0 0 0,0-1 0 0 0,0 1 0 0 0,-1 0 0 0 0,1 0 0 0 0,0 0 0 0 0,0-1 0 0 0,0 1 0 0 0,0 0 0 0 0,0 0 0 0 0,0 0 0 0 0,1-1 1 0 0,-1-1-1 0 0,2-3-733 0 0,-1 1 1 0 0,0 0-1 0 0,1 0 1 0 0,0-1-1 0 0,0 1 1 0 0,4-5 0 0 0,6-8-4790 0 0,2-3-3166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4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21 3316 0 0,'-2'-8'12403'0'0,"3"7"-12312"0"0,1 0-1 0 0,-1 0 0 0 0,1 0 0 0 0,-1 0 0 0 0,1 0 0 0 0,0 0 0 0 0,-1 1 0 0 0,1-1 1 0 0,0 0-1 0 0,0 1 0 0 0,-1 0 0 0 0,1-1 0 0 0,0 1 0 0 0,3 0 0 0 0,35-1 322 0 0,-19 1-230 0 0,-9 0-111 0 0,98-2 310 0 0,-91 3-348 0 0,-1 1-1 0 0,1 0 1 0 0,33 9-1 0 0,-50-10-24 0 0,0-1 0 0 0,0 1-1 0 0,0-1 1 0 0,0 1 0 0 0,-1 0 0 0 0,1 0 0 0 0,0 0 0 0 0,0 0-1 0 0,-1 0 1 0 0,1 1 0 0 0,-1-1 0 0 0,1 0 0 0 0,-1 1 0 0 0,1-1-1 0 0,-1 1 1 0 0,0-1 0 0 0,0 1 0 0 0,0 0 0 0 0,0-1-1 0 0,1 4 1 0 0,-1-2 19 0 0,0-1 0 0 0,-1 1 0 0 0,0 0-1 0 0,1 0 1 0 0,-1 0 0 0 0,0-1-1 0 0,-1 1 1 0 0,1 0 0 0 0,0 0 0 0 0,-1-1-1 0 0,0 1 1 0 0,1 0 0 0 0,-2 2 0 0 0,-4 9 202 0 0,-1-1 1 0 0,0 0 0 0 0,-1-1-1 0 0,-13 17 1 0 0,19-25-156 0 0,-240 303 6996 0 0,239-303-7019 0 0,-26 40 467 0 0,29-43-507 0 0,1 0 1 0 0,-1 0 0 0 0,1 0-1 0 0,-1-1 1 0 0,1 1 0 0 0,-1 0 0 0 0,1 0-1 0 0,0 0 1 0 0,-1 0 0 0 0,1-1-1 0 0,0 1 1 0 0,0 0 0 0 0,-1-1 0 0 0,1 1-1 0 0,0 0 1 0 0,0-1 0 0 0,0 1 0 0 0,0-1-1 0 0,0 1 1 0 0,0-1 0 0 0,0 0-1 0 0,0 1 1 0 0,0-1 0 0 0,0 0 0 0 0,0 0-1 0 0,0 0 1 0 0,0 0 0 0 0,1 0 0 0 0,17-2-196 0 0,1-1 1 0 0,-1 0-1 0 0,27-10 0 0 0,61-26-1942 0 0,-48 16 722 0 0,145-58-4999 0 0,-72 20-1306 0 0,-58 24 503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5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2080 0 0,'-23'10'5468'0'0,"1"0"1"0"0,-31 7-1 0 0,51-17-5001 0 0,0 2-213 0 0,-4 4 732 0 0,6-5-958 0 0,0-1 0 0 0,0 0 0 0 0,0 1 0 0 0,1-1 0 0 0,-1 0 0 0 0,0 0 0 0 0,0 1 0 0 0,1-1-1 0 0,-1 0 1 0 0,0 1 0 0 0,0-1 0 0 0,1 0 0 0 0,-1 0 0 0 0,0 0 0 0 0,1 0 0 0 0,-1 1 0 0 0,1-1 0 0 0,-1 0-1 0 0,0 0 1 0 0,1 0 0 0 0,-1 0 0 0 0,0 0 0 0 0,1 0 0 0 0,-1 0 0 0 0,0 0 0 0 0,1 0 0 0 0,-1 0-1 0 0,1 0 1 0 0,-1 0 0 0 0,0 0 0 0 0,1 0 0 0 0,-1 0 0 0 0,0 0 0 0 0,1 0 0 0 0,-1-1 0 0 0,51-1-121 0 0,87-15 0 0 0,-74 5-3619 0 0,-2 0-4231 0 0,-58 11 7284 0 0,13-2-5634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5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1 120 0 0,'-120'88'20905'0'0,"118"-87"-20541"0"0,2 0-319 0 0,0-1 0 0 0,-1 0 0 0 0,1 0 0 0 0,0 1 0 0 0,0-1 0 0 0,-1 0 0 0 0,1 1 0 0 0,0-1 0 0 0,0 0 0 0 0,0 1 0 0 0,0-1 0 0 0,-1 0-1 0 0,1 1 1 0 0,0-1 0 0 0,0 0 0 0 0,0 1 0 0 0,0-1 0 0 0,0 1 0 0 0,0-1 0 0 0,0 0 0 0 0,0 1 0 0 0,0-1 0 0 0,0 0 0 0 0,0 1 0 0 0,16 1 8 0 0,0-1 1 0 0,1-1-1 0 0,-1 0 1 0 0,0-1 0 0 0,0-1-1 0 0,25-6 1 0 0,-5 2-569 0 0,128-22-4217 0 0,-54 5-3335 0 0,-56 10 897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5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95 3332 0 0,'-3'1'2631'0'0,"-43"17"10934"0"0,30-8-7526 0 0,49-14-6383 0 0,1-1-1 0 0,-1-2 1 0 0,48-16-1 0 0,10-10-4604 0 0,-6-4-4239 0 0,-53 22 1540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5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18 3560 0 0,'7'-17'19516'0'0,"-4"23"-18669"0"0,-1 0-1 0 0,0 0 1 0 0,0 1 0 0 0,-1-1-1 0 0,0 0 1 0 0,0 1 0 0 0,0 6-1 0 0,-2 52 1306 0 0,0-51-1747 0 0,-2 22-261 0 0,-1 0 0 0 0,-2 0 1 0 0,-1 0-1 0 0,-20 53 0 0 0,-63 133-2347 0 0,50-129-3539 0 0,24-47-2359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6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259 158 2788 0 0,'45'-75'19910'0'0,"-45"74"-19824"0"0,-12 3 1063 0 0,-14 7-254 0 0,16-4-690 0 0,0 1 1 0 0,1 0-1 0 0,-1 1 1 0 0,2-1-1 0 0,-1 2 1 0 0,1-1-1 0 0,0 1 1 0 0,0 1-1 0 0,1-1 1 0 0,-8 13-1 0 0,11-15-205 0 0,0 1 0 0 0,1-1 0 0 0,0 0 0 0 0,0 1 0 0 0,1-1 0 0 0,0 1-1 0 0,0 0 1 0 0,1 0 0 0 0,-1 0 0 0 0,1 0 0 0 0,1 0 0 0 0,0 0 0 0 0,0 0-1 0 0,0 0 1 0 0,0 0 0 0 0,1 0 0 0 0,3 10 0 0 0,2 3 13 0 0,2 0-1 0 0,0 0 1 0 0,1-1 0 0 0,14 22 0 0 0,53 68 287 0 0,-74-107-235 0 0,0 0-1 0 0,-1 0 1 0 0,1 0 0 0 0,-1 0 0 0 0,1 0 0 0 0,-1 1 0 0 0,0-1-1 0 0,0 1 1 0 0,0-1 0 0 0,0 1 0 0 0,-1-1 0 0 0,1 1 0 0 0,-1-1-1 0 0,1 1 1 0 0,-1 0 0 0 0,0-1 0 0 0,0 1 0 0 0,0-1-1 0 0,0 1 1 0 0,-2 4 0 0 0,1-4-7 0 0,0 0 0 0 0,-1 0 0 0 0,0 0 0 0 0,1 0 0 0 0,-1 0-1 0 0,0 0 1 0 0,-1 0 0 0 0,1-1 0 0 0,0 1 0 0 0,-1-1 0 0 0,0 0 0 0 0,1 1 0 0 0,-6 2 0 0 0,-7 3 50 0 0,0 0 0 0 0,-1-1 0 0 0,0-1 0 0 0,0 0 0 0 0,-17 3 0 0 0,-79 18 1143 0 0,111-27-1235 0 0,0 0 0 0 0,0 1 0 0 0,0-1-1 0 0,-1 0 1 0 0,1 0 0 0 0,0 0 0 0 0,0 0 0 0 0,0 0 0 0 0,0 0 0 0 0,0 0 0 0 0,0 0-1 0 0,-1 0 1 0 0,1 0 0 0 0,0-1 0 0 0,0 1 0 0 0,0 0 0 0 0,0-1 0 0 0,0 1 0 0 0,0-1-1 0 0,0 1 1 0 0,0-1 0 0 0,-1-1 0 0 0,1 1-11 0 0,1 1 0 0 0,-1-1-1 0 0,1 0 1 0 0,0 0 0 0 0,0 0 0 0 0,-1 0-1 0 0,1 0 1 0 0,0 0 0 0 0,0 0 0 0 0,0 0 0 0 0,0 0-1 0 0,0 0 1 0 0,0 0 0 0 0,0 0 0 0 0,0 0-1 0 0,1 0 1 0 0,-1 0 0 0 0,0 0 0 0 0,1-2-1 0 0,2-3 33 0 0,-1 0 0 0 0,1 0-1 0 0,1 0 1 0 0,-1 1-1 0 0,8-10 1 0 0,56-56 127 0 0,124-101-1 0 0,22-22-251 0 0,-196 177 88 0 0,32-37 102 0 0,-44 48-139 0 0,0-1-1 0 0,0 0 1 0 0,-1 0 0 0 0,0 0-1 0 0,0 0 1 0 0,4-13-1 0 0,-8 19 12 0 0,1-1 0 0 0,0 0 0 0 0,-1 1 0 0 0,0-1 0 0 0,0 0 0 0 0,1 0 0 0 0,-1 0 0 0 0,0 1 0 0 0,0-1-1 0 0,0 0 1 0 0,-1 0 0 0 0,1 0 0 0 0,0 1 0 0 0,-1-1 0 0 0,1 0 0 0 0,-1 0 0 0 0,0 1 0 0 0,1-1 0 0 0,-1 1 0 0 0,0-1 0 0 0,0 0 0 0 0,-1-1-1 0 0,-1 1-51 0 0,1 0 0 0 0,-1-1 0 0 0,0 1 0 0 0,0 0 0 0 0,0 0 0 0 0,0 1 0 0 0,0-1 0 0 0,0 1 0 0 0,0-1 0 0 0,-7-1 0 0 0,-4 0-362 0 0,0 0 0 0 0,0 1 0 0 0,0 1 0 0 0,-24 1 1 0 0,9 1-761 0 0,0 2 0 0 0,0 2 0 0 0,0 0 0 0 0,0 2 0 0 0,-46 17 1 0 0,32-6-4063 0 0,-51 28 1 0 0,45-18-3236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7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87 116 436 0 0,'-3'0'1967'0'0,"-31"0"3725"0"0,30 0-4603 0 0,-42 3 8537 0 0,61-9-9123 0 0,25-8-136 0 0,68-15-1 0 0,-55 16-276 0 0,150-29-1232 0 0,-192 40 718 0 0,20-5-2498 0 0,-14 1-4519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7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59 3172 0 0,'9'-58'19861'0'0,"-12"109"-18722"0"0,-2 0 1 0 0,-13 54-1 0 0,-1 5-940 0 0,16-85-186 0 0,-1 2 38 0 0,-2 43-1 0 0,6-63-89 0 0,1 0 0 0 0,-1 0 0 0 0,1 0-1 0 0,0 0 1 0 0,1 0 0 0 0,-1 0-1 0 0,2-1 1 0 0,-1 1 0 0 0,1 0 0 0 0,-1-1-1 0 0,6 8 1 0 0,-7-12 15 0 0,1 0 1 0 0,-1-1-1 0 0,0 1 1 0 0,1 0-1 0 0,0-1 1 0 0,-1 1-1 0 0,1-1 0 0 0,0 1 1 0 0,0-1-1 0 0,0 0 1 0 0,0 0-1 0 0,0 0 0 0 0,0 0 1 0 0,0 0-1 0 0,1 0 1 0 0,-1 0-1 0 0,4 0 0 0 0,-2-1-18 0 0,0 1 0 0 0,0-1 0 0 0,0-1 0 0 0,1 1 0 0 0,-1 0 0 0 0,0-1-1 0 0,0 0 1 0 0,0 0 0 0 0,5-2 0 0 0,0-1-3 0 0,1 0-1 0 0,-1-1 1 0 0,-1 0-1 0 0,1 0 0 0 0,-1-1 1 0 0,0 0-1 0 0,10-10 1 0 0,-3 0 21 0 0,0 0-1 0 0,-2-2 1 0 0,0 0 0 0 0,-1 0 0 0 0,11-25-1 0 0,40-103 545 0 0,-45 99 249 0 0,-3 10-187 0 0,-15 36-490 0 0,1 3 118 0 0,-1 1 0 0 0,0 1 0 0 0,1-1-1 0 0,-1 0 1 0 0,0 0 0 0 0,-1 0-1 0 0,0 4 1 0 0,1-6-201 0 0,-11 80 1772 0 0,-23 90 1 0 0,23-122-1473 0 0,7-31-376 0 0,-55 264 728 0 0,32-93-4146 0 0,27-184 2838 0 0,-1-1 0 0 0,1 1 1 0 0,0 0-1 0 0,0-1 0 0 0,1 1 0 0 0,-1-1 1 0 0,1 1-1 0 0,0-1 0 0 0,0 1 0 0 0,1-1 0 0 0,3 8 1 0 0,-4-11 220 0 0,-1 0 213 0 0,1-1 0 0 0,-1 0 1 0 0,1 1-1 0 0,-1-1 0 0 0,1 0 0 0 0,0 0 0 0 0,-1 1 0 0 0,1-1 1 0 0,-1 0-1 0 0,1 0 0 0 0,0 0 0 0 0,-1 0 0 0 0,1 0 1 0 0,0 0-1 0 0,-1 0 0 0 0,1 0 0 0 0,0 0 0 0 0,-1 0 0 0 0,1 0 1 0 0,-1 0-1 0 0,1 0 0 0 0,0-1 0 0 0,0 1 0 0 0,16-7-5379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8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9 200 996 0 0,'-6'-35'12898'0'0,"3"14"-8448"0"0,4 20-4346 0 0,-1-1 1 0 0,0 1 0 0 0,0 0 0 0 0,0 0-1 0 0,1-1 1 0 0,-1 1 0 0 0,1 0 0 0 0,-1 0 0 0 0,1 0-1 0 0,-1 0 1 0 0,1-1 0 0 0,0 1 0 0 0,0 0-1 0 0,-1 0 1 0 0,1 0 0 0 0,0 0 0 0 0,2-1-1 0 0,16-13 397 0 0,1 2-318 0 0,0 2 0 0 0,1 1 0 0 0,0 0 0 0 0,24-6-1 0 0,89-21-91 0 0,-103 29-89 0 0,-28 8-6 0 0,-1-1 0 0 0,0 1 1 0 0,0 0-1 0 0,0 0 0 0 0,0-1 1 0 0,1 2-1 0 0,-1-1 0 0 0,0 0 1 0 0,0 0-1 0 0,0 1 0 0 0,0-1 1 0 0,0 1-1 0 0,0 0 0 0 0,3 1 1 0 0,-4-2 4 0 0,0 0 1 0 0,0 1-1 0 0,-1 0 1 0 0,1-1-1 0 0,0 1 1 0 0,0 0-1 0 0,-1-1 1 0 0,1 1-1 0 0,0 0 1 0 0,-1 0 0 0 0,1-1-1 0 0,-1 1 1 0 0,1 0-1 0 0,-1 0 1 0 0,1 0-1 0 0,-1 0 1 0 0,0 0-1 0 0,1 0 1 0 0,-1 0-1 0 0,0 0 1 0 0,0 0-1 0 0,1 0 1 0 0,-1 0-1 0 0,0 0 1 0 0,0 0-1 0 0,0 0 1 0 0,0 0 0 0 0,-1 0-1 0 0,1 0 1 0 0,0 0-1 0 0,-1 1 1 0 0,-5 18 44 0 0,-2 0 0 0 0,0-1 0 0 0,-1 0 0 0 0,-17 25 0 0 0,-54 69 840 0 0,50-74-414 0 0,5-5-64 0 0,-143 209 2616 0 0,168-243-2989 0 0,-1 1-1 0 0,0 0 1 0 0,1 0 0 0 0,-1 0-1 0 0,1 0 1 0 0,-1 0 0 0 0,1 0-1 0 0,0 0 1 0 0,-1 0 0 0 0,1 0-1 0 0,0 0 1 0 0,0 0 0 0 0,-1 0-1 0 0,1 0 1 0 0,0 0 0 0 0,0 0-1 0 0,0 0 1 0 0,0 0-1 0 0,0 0 1 0 0,1 0 0 0 0,-1 0-1 0 0,1 1 1 0 0,-1-1-13 0 0,1 0 0 0 0,0-1 0 0 0,-1 1 1 0 0,1 0-1 0 0,0-1 0 0 0,0 1 0 0 0,0-1 0 0 0,-1 1 0 0 0,1-1 0 0 0,0 0 0 0 0,0 1 1 0 0,0-1-1 0 0,0 0 0 0 0,0 1 0 0 0,0-1 0 0 0,0 0 0 0 0,0 0 0 0 0,0 0 1 0 0,1 0-1 0 0,7 0 46 0 0,1-1 0 0 0,-1 0 1 0 0,17-4-1 0 0,-21 4-54 0 0,56-15-898 0 0,-1-3 1 0 0,71-32-1 0 0,-29 10-1619 0 0,104-34-3949 0 0,-120 44 476 0 0,-10 3-2316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3552 0 0,'7'5'11585'0'0,"2"-9"-11681"0"0,-4-6-1024 0 0,2-2-1020 0 0,-2 1-3028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0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41 652 0 0,'36'-22'19135'0'0,"-39"18"-18798"0"0,4 4-324 0 0,-1 0 0 0 0,-1-1 0 0 0,1 1 0 0 0,0 0 0 0 0,0-1-1 0 0,0 1 1 0 0,0 0 0 0 0,0 0 0 0 0,0-1 0 0 0,0 1 0 0 0,0 0 0 0 0,0-1 0 0 0,-1 1 0 0 0,1 0 0 0 0,0 0 0 0 0,0-1 0 0 0,0 1 0 0 0,-1 0 0 0 0,1 0 0 0 0,0 0 0 0 0,0-1 0 0 0,0 1 0 0 0,-1 0 0 0 0,1 0 0 0 0,0 0 0 0 0,-1 0 0 0 0,1-1 0 0 0,-15-2 44 0 0,1 1 0 0 0,0 1 0 0 0,-1 0 1 0 0,1 0-1 0 0,-1 2 0 0 0,-19 2 0 0 0,-91 20-168 0 0,110-19 64 0 0,3-1-10 0 0,0 0 0 0 0,1 0 0 0 0,-19 9 0 0 0,26-10 39 0 0,1 0 0 0 0,-1 1 0 0 0,0-1 0 0 0,1 1 0 0 0,-1 0 0 0 0,1 0 0 0 0,0 0 0 0 0,0 0 0 0 0,0 1 0 0 0,0-1 0 0 0,1 1 0 0 0,-1 0 0 0 0,1-1 0 0 0,-2 6 0 0 0,0 2 10 0 0,0 0 1 0 0,1 0-1 0 0,0 1 1 0 0,1-1 0 0 0,0 1-1 0 0,1 0 1 0 0,0 17 0 0 0,11 90 709 0 0,-4-49 73 0 0,4 663 3320 0 0,-88 447 656 0 0,65-1030-4274 0 0,-69 741 1318 0 0,69-727-1795 0 0,-20 170 0 0 0,24-265 0 0 0,0 73 0 0 0,8-139 0 0 0,1 1 0 0 0,0-1 0 0 0,1 1 0 0 0,-1-1 0 0 0,1 1 0 0 0,-1-1 0 0 0,1 1 0 0 0,0-1 0 0 0,0 0 0 0 0,1 1 0 0 0,-1-1 0 0 0,1 0 0 0 0,-1 0 0 0 0,1 0 0 0 0,0 0 0 0 0,0 0 0 0 0,0 0 0 0 0,1-1 0 0 0,-1 1 0 0 0,1-1 0 0 0,-1 1 0 0 0,1-1 0 0 0,0 0 0 0 0,0 0 0 0 0,0 0 0 0 0,0-1 0 0 0,0 1 0 0 0,4 1 0 0 0,5 0 0 0 0,1 0 0 0 0,-1 0 0 0 0,1-1 0 0 0,0-1 0 0 0,25 0 0 0 0,-28-1 0 0 0,64-1-1668 0 0,144-20 0 0 0,71-39-3123 0 0,-44-12-6032 0 0,-111 26-590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1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255 117 2520 0 0,'2'-2'1907'0'0,"2"-1"-982"0"0,0-1 0 0 0,0 1 1 0 0,0-1-1 0 0,0 0 0 0 0,-1-1 0 0 0,0 1 0 0 0,0 0 0 0 0,0-1 1 0 0,0 0-1 0 0,-1 0 0 0 0,0 0 0 0 0,2-6 0 0 0,-3 7-640 0 0,0 1 0 0 0,0 0 0 0 0,-1-1-1 0 0,0 1 1 0 0,1 0 0 0 0,-1-1 0 0 0,-1 1-1 0 0,1-4 1 0 0,-1 6-264 0 0,1 0 0 0 0,0 0 0 0 0,0 0 0 0 0,-1 0 0 0 0,1 0 0 0 0,-1 0 0 0 0,1 1 0 0 0,-1-1 0 0 0,1 0 0 0 0,-1 0 0 0 0,1 1 0 0 0,-1-1-1 0 0,0 0 1 0 0,1 0 0 0 0,-1 1 0 0 0,0-1 0 0 0,0 1 0 0 0,0-1 0 0 0,1 1 0 0 0,-1-1 0 0 0,0 1 0 0 0,0-1 0 0 0,0 1 0 0 0,0 0 0 0 0,0 0 0 0 0,0-1 0 0 0,0 1 0 0 0,0 0 0 0 0,0 0 0 0 0,1 0 0 0 0,-1 0 0 0 0,0 0 0 0 0,-2 0-1 0 0,-26 6 1 0 0,19-2-21 0 0,-1 0 0 0 0,1 1 0 0 0,0 0 0 0 0,0 1-1 0 0,1 0 1 0 0,0 1 0 0 0,0 0 0 0 0,-9 10 0 0 0,-4 5-22 0 0,-31 41 1 0 0,40-45-9 0 0,0 0 0 0 0,-19 37 0 0 0,29-49 15 0 0,0 0 1 0 0,1 0-1 0 0,-1 0 1 0 0,1 1-1 0 0,1-1 1 0 0,-1 1-1 0 0,1-1 1 0 0,0 1-1 0 0,0-1 1 0 0,1 1-1 0 0,0-1 1 0 0,0 1-1 0 0,1 0 1 0 0,1 7-1 0 0,-2-12 12 0 0,1 1 0 0 0,0-1-1 0 0,0 1 1 0 0,0-1-1 0 0,0 0 1 0 0,0 1-1 0 0,0-1 1 0 0,1 0-1 0 0,-1 0 1 0 0,1 0-1 0 0,-1 0 1 0 0,1 0 0 0 0,0 0-1 0 0,0 0 1 0 0,0-1-1 0 0,0 1 1 0 0,0-1-1 0 0,0 1 1 0 0,1-1-1 0 0,-1 0 1 0 0,0 0-1 0 0,1 0 1 0 0,-1 0 0 0 0,0 0-1 0 0,1 0 1 0 0,-1-1-1 0 0,1 1 1 0 0,0-1-1 0 0,4 0 1 0 0,-2 0 8 0 0,0-1-1 0 0,0 1 1 0 0,0-1 0 0 0,0 0 0 0 0,-1-1 0 0 0,1 1 0 0 0,0-1-1 0 0,0 0 1 0 0,-1 0 0 0 0,0-1 0 0 0,1 1 0 0 0,-1-1-1 0 0,0 0 1 0 0,6-5 0 0 0,4-7 95 0 0,-1 0 1 0 0,0-1-1 0 0,-1-1 1 0 0,0 0-1 0 0,13-28 0 0 0,6-9 628 0 0,-30 52-770 0 0,0 2-12 0 0,0 0 52 0 0,-1 0 1 0 0,1 0-1 0 0,-1 0 1 0 0,1 1 0 0 0,0-1-1 0 0,-1 0 1 0 0,1 0 0 0 0,0 0-1 0 0,-1 1 1 0 0,1-1 0 0 0,-1 0-1 0 0,1 1 1 0 0,-1-1-1 0 0,1 0 1 0 0,-1 1 0 0 0,1-1-1 0 0,-1 1 1 0 0,1-1 0 0 0,0 1-1 0 0,4 40-17 0 0,-2-1-1 0 0,-1 1 1 0 0,-5 44-1 0 0,2 23-1668 0 0,5 4-1942 0 0,4-38-2745 0 0,-3-37-23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42 119 1172 0 0,'-6'-14'4896'0'0,"-18"-21"2788"0"0,12 19-5297 0 0,23 13-2345 0 0,1 1-1 0 0,-1 0 0 0 0,0 0 0 0 0,21 1 0 0 0,5-2-242 0 0,94-15-3091 0 0,-44 1-3701 0 0,-65 12 3538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2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16 240 0 0,'10'-16'16058'0'0,"-10"36"-15425"0"0,-1-1 1 0 0,-1 1-1 0 0,0-1 0 0 0,-2 0 0 0 0,-10 34 1 0 0,1-2-280 0 0,-9 38-133 0 0,1-4-3102 0 0,10-29-4185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2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56 2228 0 0,'2'-5'1570'0'0,"0"0"0"0"0,-1-1 0 0 0,0 1-1 0 0,0-1 1 0 0,0-11 786 0 0,-1 15-1546 0 0,0 1-781 0 0,0 1 1 0 0,0 0 0 0 0,0 0 0 0 0,0-1-1 0 0,0 1 1 0 0,0 0 0 0 0,0-1 0 0 0,0 1-1 0 0,0 0 1 0 0,0 0 0 0 0,0-1 0 0 0,0 1 0 0 0,0 0-1 0 0,0 0 1 0 0,0-1 0 0 0,0 1 0 0 0,0 0-1 0 0,0-1 1 0 0,-1 1 0 0 0,1 0 0 0 0,0 0-1 0 0,0 0 1 0 0,0-1 0 0 0,0 1 0 0 0,-1 0 0 0 0,1 0-1 0 0,0 0 1 0 0,0-1 0 0 0,0 1 0 0 0,-1 0-1 0 0,1 0 1 0 0,0 0 0 0 0,-1-1 0 0 0,-6 6 70 0 0,0-1-1 0 0,0 1 1 0 0,0 0 0 0 0,1 0 0 0 0,-1 1 0 0 0,1-1 0 0 0,1 2 0 0 0,-1-1 0 0 0,-7 12-1 0 0,7-9-91 0 0,0-1 0 0 0,1 1 0 0 0,0 0-1 0 0,1 1 1 0 0,0-1 0 0 0,1 1 0 0 0,-5 19-1 0 0,7-24-3 0 0,1 0 0 0 0,0 0-1 0 0,0 0 1 0 0,1 0 0 0 0,-1 0 0 0 0,1 0-1 0 0,0 0 1 0 0,0 0 0 0 0,1 0-1 0 0,-1-1 1 0 0,1 1 0 0 0,0 0-1 0 0,0-1 1 0 0,1 0 0 0 0,-1 1 0 0 0,1-1-1 0 0,0 0 1 0 0,7 7 0 0 0,5 4 13 0 0,0-1 0 0 0,1-1 1 0 0,24 15-1 0 0,4 5-12 0 0,-32-23 145 0 0,-1 1 1 0 0,18 23-1 0 0,-28-33-92 0 0,-1 1 1 0 0,1-1-1 0 0,-1 0 0 0 0,1 0 1 0 0,-1 1-1 0 0,1-1 1 0 0,-1 0-1 0 0,0 1 0 0 0,0-1 1 0 0,0 0-1 0 0,0 1 1 0 0,0-1-1 0 0,0 0 0 0 0,0 1 1 0 0,0-1-1 0 0,-1 0 1 0 0,1 1-1 0 0,-1-1 0 0 0,1 0 1 0 0,0 0-1 0 0,-1 1 1 0 0,0 0-1 0 0,-17 25 841 0 0,10-20-716 0 0,0 0 1 0 0,0-1-1 0 0,-1 0 0 0 0,0 0 0 0 0,-1-1 1 0 0,-13 6-1 0 0,-3 0 394 0 0,-31 7-1 0 0,55-17-539 0 0,0 0 0 0 0,0-1 0 0 0,-1 1 0 0 0,1-1 0 0 0,0 1 1 0 0,0-1-1 0 0,0 0 0 0 0,-1 0 0 0 0,1 0 0 0 0,0 0 0 0 0,0 0 0 0 0,0 0 0 0 0,0-1 0 0 0,-1 1 0 0 0,1-1 0 0 0,0 0 0 0 0,0 1 0 0 0,0-1 0 0 0,0 0 0 0 0,0 0 0 0 0,-2-2 0 0 0,3 2-29 0 0,0-1 0 0 0,0 1 0 0 0,0-1-1 0 0,0 0 1 0 0,0 1 0 0 0,0-1 0 0 0,1 0 0 0 0,-1 0-1 0 0,1 1 1 0 0,-1-1 0 0 0,1 0 0 0 0,-1 0 0 0 0,1 0-1 0 0,0 1 1 0 0,0-1 0 0 0,0 0 0 0 0,0 0 0 0 0,1 0-1 0 0,-1 0 1 0 0,0 1 0 0 0,1-1 0 0 0,-1 0 0 0 0,1 0-1 0 0,1-2 1 0 0,10-23 7 0 0,1 0 0 0 0,1 1 1 0 0,1 0-1 0 0,2 2 0 0 0,19-24 0 0 0,-4 4-28 0 0,-30 42 13 0 0,19-27 47 0 0,-1 0-1 0 0,-1-1 1 0 0,-2-1-1 0 0,24-57 1 0 0,-40 86-52 0 0,0 0 0 0 0,0 0 0 0 0,0 0 0 0 0,-1 0-1 0 0,1 0 1 0 0,-1 0 0 0 0,0 0 0 0 0,1 0 0 0 0,-1 0 0 0 0,0 0 0 0 0,0 0 0 0 0,-1 0 0 0 0,1 0-1 0 0,0 0 1 0 0,0 0 0 0 0,-1 0 0 0 0,0 0 0 0 0,1 0 0 0 0,-1 0 0 0 0,0 0 0 0 0,0 0 0 0 0,0 0-1 0 0,0 0 1 0 0,0 1 0 0 0,0-1 0 0 0,-1 0 0 0 0,-1-1 0 0 0,1 2-104 0 0,-1-1 1 0 0,1 1-1 0 0,-1 0 1 0 0,0 0-1 0 0,0 0 1 0 0,0 0-1 0 0,0 0 1 0 0,0 0-1 0 0,0 1 1 0 0,0 0-1 0 0,0 0 1 0 0,0-1-1 0 0,0 2 1 0 0,0-1-1 0 0,0 0 1 0 0,0 1-1 0 0,0-1 1 0 0,-3 2-1 0 0,-5 1-521 0 0,1 1 0 0 0,-1 0 0 0 0,1 0 0 0 0,0 1-1 0 0,0 0 1 0 0,1 1 0 0 0,0 0 0 0 0,-9 8 0 0 0,3-2-2664 0 0,-23 26 1 0 0,18-14-1750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36 130 2056 0 0,'-3'-2'710'0'0,"0"0"0"0"0,0 0 0 0 0,0-1 0 0 0,1 1 1 0 0,-1-1-1 0 0,1 1 0 0 0,0-1 0 0 0,-1 0 0 0 0,1 0 0 0 0,1 0 0 0 0,-1-1 0 0 0,0 1 0 0 0,1 0 0 0 0,-2-5 0 0 0,3 5-574 0 0,0 0 0 0 0,0 1-1 0 0,1-1 1 0 0,-1 0 0 0 0,1 1 0 0 0,0-1-1 0 0,0 1 1 0 0,0-1 0 0 0,0 1 0 0 0,0-1-1 0 0,0 1 1 0 0,1 0 0 0 0,-1 0 0 0 0,1 0-1 0 0,-1 0 1 0 0,1 0 0 0 0,4-4 0 0 0,-1 2-61 0 0,0 0 1 0 0,0 1-1 0 0,1-1 0 0 0,-1 1 1 0 0,1 0-1 0 0,0 0 1 0 0,0 1-1 0 0,0 0 1 0 0,0 0-1 0 0,0 0 1 0 0,1 1-1 0 0,9-1 0 0 0,-13 1-62 0 0,0 1-1 0 0,-1-1 0 0 0,1 1 0 0 0,0 0 0 0 0,-1 0 0 0 0,1 0 0 0 0,0 1 0 0 0,0-1 0 0 0,-1 0 1 0 0,1 1-1 0 0,0 0 0 0 0,-1 0 0 0 0,1 0 0 0 0,-1 0 0 0 0,1 0 0 0 0,-1 0 0 0 0,1 0 0 0 0,-1 1 0 0 0,0-1 1 0 0,0 1-1 0 0,0 0 0 0 0,0 0 0 0 0,0 0 0 0 0,0 0 0 0 0,0 0 0 0 0,0 0 0 0 0,-1 0 0 0 0,1 1 1 0 0,-1-1-1 0 0,0 0 0 0 0,0 1 0 0 0,0-1 0 0 0,0 1 0 0 0,0 0 0 0 0,0-1 0 0 0,0 4 0 0 0,1 3 146 0 0,-1 0 0 0 0,0 1 0 0 0,-1-1 0 0 0,0 0 0 0 0,0 0 0 0 0,-1 1 0 0 0,0-1-1 0 0,-5 17 1 0 0,-7 12 369 0 0,-3 0 0 0 0,-1-2 0 0 0,-1 0-1 0 0,-24 34 1 0 0,7-12-115 0 0,35-58-404 0 0,-1 1-1 0 0,1-1 1 0 0,0 1-1 0 0,-1-1 1 0 0,1 1 0 0 0,0-1-1 0 0,-1 1 1 0 0,1-1-1 0 0,0 1 1 0 0,0 0 0 0 0,-1-1-1 0 0,1 1 1 0 0,0-1-1 0 0,0 1 1 0 0,0 0 0 0 0,0-1-1 0 0,0 1 1 0 0,0 0-1 0 0,0-1 1 0 0,0 1 0 0 0,0-1-1 0 0,0 1 1 0 0,0 0-1 0 0,0-1 1 0 0,1 1 0 0 0,-1-1-1 0 0,0 1 1 0 0,0 0-1 0 0,1-1 1 0 0,-1 1 0 0 0,0-1-1 0 0,1 1 1 0 0,0 0-1 0 0,0 0 1 0 0,1-1-1 0 0,-1 1 0 0 0,1-1 0 0 0,-1 1 0 0 0,1-1 1 0 0,-1 0-1 0 0,1 1 0 0 0,-1-1 0 0 0,1 0 0 0 0,-1 0 1 0 0,1 0-1 0 0,3-1 0 0 0,6 0-28 0 0,0-2-1 0 0,18-4 0 0 0,133-56-4406 0 0,-58 14-3301 0 0,-60 27 957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3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23 2268 0 0,'-4'-20'9171'0'0,"3"19"-9048"0"0,0 1 0 0 0,0 0 0 0 0,0 0 0 0 0,0-1 0 0 0,0 1 1 0 0,0 0-1 0 0,0 0 0 0 0,0 0 0 0 0,0 0 0 0 0,-1 0 0 0 0,1 0 0 0 0,0 0 0 0 0,0 0 0 0 0,0 1 0 0 0,0-1 0 0 0,0 0 0 0 0,0 1 1 0 0,1-1-1 0 0,-1 0 0 0 0,0 1 0 0 0,0-1 0 0 0,0 1 0 0 0,0 0 0 0 0,0-1 0 0 0,1 1 0 0 0,-1 0 0 0 0,0-1 0 0 0,0 1 1 0 0,1 0-1 0 0,-1 0 0 0 0,1 0 0 0 0,-2 1 0 0 0,-25 36 1545 0 0,24-33-1381 0 0,-12 20 380 0 0,1 0 0 0 0,0 1 1 0 0,-13 40-1 0 0,23-54-585 0 0,0 1 0 0 0,1-1 1 0 0,1 1-1 0 0,-1 0 0 0 0,2 0 1 0 0,0 0-1 0 0,1 0 1 0 0,0 0-1 0 0,1 0 0 0 0,2 14 1 0 0,-2-23-54 0 0,0 0 1 0 0,0 0-1 0 0,0 0 0 0 0,1 0 1 0 0,0 0-1 0 0,-1 0 1 0 0,1 0-1 0 0,1 0 1 0 0,-1-1-1 0 0,0 1 1 0 0,1-1-1 0 0,0 0 1 0 0,0 0-1 0 0,0 0 1 0 0,0 0-1 0 0,0 0 1 0 0,4 2-1 0 0,-2-2 58 0 0,0-1 0 0 0,0 0 0 0 0,0 0 0 0 0,0 0 0 0 0,0-1 1 0 0,0 1-1 0 0,0-1 0 0 0,1-1 0 0 0,-1 1 0 0 0,0-1 0 0 0,1 0 0 0 0,5 0 0 0 0,-1-1 118 0 0,-1 0-1 0 0,0-1 1 0 0,0 0-1 0 0,1 0 1 0 0,-1-1-1 0 0,-1-1 0 0 0,1 1 1 0 0,0-1-1 0 0,-1-1 1 0 0,0 1-1 0 0,0-2 1 0 0,0 1-1 0 0,-1-1 1 0 0,14-13-1 0 0,-13 10-31 0 0,-1-1 0 0 0,0 0 0 0 0,0-1 0 0 0,-1 0 0 0 0,-1 0 0 0 0,0 0 0 0 0,0-1 0 0 0,-1 1 0 0 0,0-1 0 0 0,3-23 0 0 0,-6 29-146 0 0,0 0-1 0 0,-1 0 1 0 0,0 0-1 0 0,0 0 1 0 0,0 0-1 0 0,-1 0 1 0 0,0 0 0 0 0,0 0-1 0 0,0 1 1 0 0,-1-1-1 0 0,0 0 1 0 0,0 1-1 0 0,0-1 1 0 0,-1 1-1 0 0,0-1 1 0 0,0 1-1 0 0,0 0 1 0 0,0 0-1 0 0,-1 1 1 0 0,0-1-1 0 0,0 1 1 0 0,-1 0 0 0 0,1 0-1 0 0,-7-5 1 0 0,-2 2-568 0 0,0-1 1 0 0,0 2-1 0 0,-1 0 1 0 0,0 0-1 0 0,-23-5 1 0 0,-35-3-7497 0 0,56 8 2295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06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53 24 0 0,'-35'-27'11348'0'0,"14"11"-2856"0"0,694 6-8141 0 0,-495 12 879 0 0,-176-2-1096 0 0,1 0-24 0 0,11 1 25 0 0,-11 0-22 0 0,39 5 352 0 0,-40-3-413 0 0,0 0 0 0 0,0 0 0 0 0,0 0-1 0 0,-1 0 1 0 0,1 0 0 0 0,-1 0 0 0 0,0 1 0 0 0,0-1 0 0 0,0 1 0 0 0,0-1-1 0 0,-1 1 1 0 0,1 5 0 0 0,0 51 731 0 0,-1-42-602 0 0,-21 741 1207 0 0,7-396-1276 0 0,6 81-34 0 0,5-215-4 0 0,-38 983 822 0 0,11-753-495 0 0,-16-120 1462 0 0,38-289-1651 0 0,5-22 520 0 0,-2 0-1 0 0,-1-1 0 0 0,-1 0 0 0 0,-12 29 0 0 0,17-53-727 0 0,0 1 0 0 0,0-1 0 0 0,-1 0 0 0 0,1 0 0 0 0,-1 0 0 0 0,0 0-1 0 0,0 0 1 0 0,0-1 0 0 0,0 1 0 0 0,0-1 0 0 0,-1 0 0 0 0,1 0 0 0 0,-1 0 0 0 0,-6 3-1 0 0,-6 0-6 0 0,0 0-1 0 0,-20 4 1 0 0,24-7 2 0 0,-102 19-2945 0 0,-130 6-1 0 0,42-7-723 0 0,54-1-6614 0 0,62-7-232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3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1 804 0 0,'-31'19'19059'0'0,"30"-18"-18835"0"0,7 2-157 0 0,1-1 0 0 0,-1 0 1 0 0,1 0-1 0 0,-1-1 0 0 0,1 0 1 0 0,0 0-1 0 0,12 0 0 0 0,56-5 131 0 0,-50 2-126 0 0,48-3 201 0 0,-70 5-188 0 0,0 0 2 0 0,16-2 449 0 0,5-1-1335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29 3268 0 0,'-49'12'11003'0'0,"3"-1"-4027"0"0,44-10-6264 0 0,-7 2 1435 0 0,144-26-1872 0 0,10-1-5288 0 0,-108 19 1803 0 0,-13 1-2951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8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24 1888 0 0,'-122'77'13727'0'0,"122"-77"-13673"0"0,-16 15 2472 0 0,13-7-1041 0 0,4-8-1396 0 0,-1 1-1 0 0,0-1 0 0 0,1 0 0 0 0,-1 1 0 0 0,1-1 1 0 0,-1 0-1 0 0,1 1 0 0 0,-1-1 0 0 0,1 0 1 0 0,-1 0-1 0 0,1 0 0 0 0,-1 1 0 0 0,1-1 1 0 0,-1 0-1 0 0,1 0 0 0 0,-1 0 0 0 0,1 0 1 0 0,-1 0-1 0 0,1 0 0 0 0,1 0 0 0 0,26-1 326 0 0,1-1 0 0 0,-1-1 0 0 0,42-10 0 0 0,-20 3-378 0 0,39-5-856 0 0,121-23-2824 0 0,-70 8-4632 0 0,-74 15 195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9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165 196 276 0 0,'-8'-5'1233'0'0,"-1"1"-1"0"0,1-1 1 0 0,0-1 0 0 0,0 0 0 0 0,0 0-1 0 0,1 0 1 0 0,0-1 0 0 0,0 0-1 0 0,-10-14 1 0 0,15 19-1127 0 0,1-1 0 0 0,-1 1 0 0 0,1 0 0 0 0,0 0 0 0 0,-1-1 1 0 0,1 1-1 0 0,0-1 0 0 0,0 1 0 0 0,1-1 0 0 0,-1 1 0 0 0,1-1 0 0 0,-1 1 0 0 0,1-1 0 0 0,0 0 0 0 0,0 1 0 0 0,0-1 0 0 0,0 0 0 0 0,0 1 1 0 0,1-1-1 0 0,-1 1 0 0 0,1-1 0 0 0,-1 0 0 0 0,1 1 0 0 0,0-1 0 0 0,0 1 0 0 0,0 0 0 0 0,1-1 0 0 0,-1 1 0 0 0,1 0 0 0 0,-1 0 0 0 0,1 0 1 0 0,0 0-1 0 0,-1 0 0 0 0,1 0 0 0 0,0 0 0 0 0,0 1 0 0 0,0-1 0 0 0,1 1 0 0 0,-1-1 0 0 0,4-1 0 0 0,2-1-74 0 0,1 0 0 0 0,0 0 0 0 0,0 1 0 0 0,0 0 0 0 0,0 0 0 0 0,0 1 0 0 0,1 0 0 0 0,-1 1 0 0 0,1 0 1 0 0,-1 1-1 0 0,1 0 0 0 0,0 0 0 0 0,-1 1 0 0 0,1 0 0 0 0,-1 1 0 0 0,10 3 0 0 0,-9-3-26 0 0,0 1 1 0 0,-1 0 0 0 0,1 1-1 0 0,-1 0 1 0 0,0 1 0 0 0,0 0-1 0 0,-1 0 1 0 0,1 1 0 0 0,-1 0 0 0 0,0 0-1 0 0,-1 1 1 0 0,0 0 0 0 0,0 0-1 0 0,0 1 1 0 0,6 10 0 0 0,-10-13 8 0 0,0 1 0 0 0,0-1 1 0 0,-1 1-1 0 0,0 0 1 0 0,0-1-1 0 0,0 1 1 0 0,-1 0-1 0 0,0 0 1 0 0,0 0-1 0 0,0 1 0 0 0,-1 7 1 0 0,-1-4 51 0 0,0 0 0 0 0,-1 0-1 0 0,1 0 1 0 0,-2 0 0 0 0,0 0 0 0 0,-5 11-1 0 0,-3 4 179 0 0,-2-2 0 0 0,0 1 0 0 0,-2-2 0 0 0,-21 26 0 0 0,-5-2 705 0 0,-1-1 0 0 0,-61 48 0 0 0,-15 14 338 0 0,117-106-1266 0 0,-1 0-1 0 0,1 0 1 0 0,0 1 0 0 0,-1-1-1 0 0,1 0 1 0 0,0 1 0 0 0,0-1-1 0 0,0 1 1 0 0,0 0 0 0 0,1-1-1 0 0,-1 1 1 0 0,0 0 0 0 0,1-1 0 0 0,-1 1-1 0 0,1 0 1 0 0,-1 0 0 0 0,1-1-1 0 0,0 3 1 0 0,0-3-12 0 0,1 0 0 0 0,-1 1-1 0 0,1-1 1 0 0,0 0 0 0 0,-1 0 0 0 0,1 0 0 0 0,0 0 0 0 0,0-1-1 0 0,0 1 1 0 0,0 0 0 0 0,-1 0 0 0 0,1 0 0 0 0,0-1-1 0 0,0 1 1 0 0,1 0 0 0 0,-1-1 0 0 0,0 1 0 0 0,0-1-1 0 0,0 1 1 0 0,0-1 0 0 0,0 0 0 0 0,0 0 0 0 0,1 1 0 0 0,-1-1-1 0 0,0 0 1 0 0,0 0 0 0 0,1 0 0 0 0,1 0 0 0 0,29 2 36 0 0,1-2 0 0 0,52-5 0 0 0,66-17-109 0 0,-122 18-14 0 0,188-40-2385 0 0,-110 12-1241 0 0,-5-10-4331 0 0,-66 23 323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19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62 1648 0 0,'-4'-23'10445'0'0,"3"22"-10288"0"0,1 0 1 0 0,0 1-1 0 0,0-1 1 0 0,0 1-1 0 0,-1 0 0 0 0,1-1 1 0 0,0 1-1 0 0,-1-1 1 0 0,1 1-1 0 0,0-1 0 0 0,-1 1 1 0 0,1 0-1 0 0,-1-1 1 0 0,1 1-1 0 0,0 0 0 0 0,-1-1 1 0 0,1 1-1 0 0,-1 0 1 0 0,1 0-1 0 0,-1-1 0 0 0,1 1 1 0 0,-1 0-1 0 0,0 0 0 0 0,1 0 1 0 0,-1 0-1 0 0,1 0 1 0 0,-1-1-1 0 0,1 1 0 0 0,-2 1 1 0 0,-17 6 2551 0 0,13-2-2123 0 0,0-1-1 0 0,1 1 1 0 0,-1 0-1 0 0,-4 6 0 0 0,-9 14 1068 0 0,1 0 0 0 0,-29 53 0 0 0,36-57-1406 0 0,2 0 1 0 0,0 1-1 0 0,2 0 0 0 0,0 0 0 0 0,1 1 0 0 0,1 0 0 0 0,-2 42 0 0 0,6-58-183 0 0,1 0-1 0 0,0-1 1 0 0,1 1-1 0 0,0 0 0 0 0,0-1 1 0 0,0 1-1 0 0,1-1 1 0 0,0 1-1 0 0,0-1 0 0 0,1 0 1 0 0,0 0-1 0 0,5 9 1 0 0,-6-12-29 0 0,0 0-1 0 0,1 0 1 0 0,0 0 0 0 0,-1 0 0 0 0,1 0 0 0 0,0-1 0 0 0,0 1 0 0 0,1-1 0 0 0,-1 0 0 0 0,0 0-1 0 0,1 0 1 0 0,0-1 0 0 0,-1 1 0 0 0,1-1 0 0 0,0 0 0 0 0,0 0 0 0 0,-1 0 0 0 0,1 0 0 0 0,0-1 0 0 0,0 1-1 0 0,0-1 1 0 0,5 0 0 0 0,7-2 13 0 0,0 0-1 0 0,-1-1 1 0 0,1-1 0 0 0,-1 0-1 0 0,0-1 1 0 0,0-1 0 0 0,-1 0-1 0 0,0-1 1 0 0,0-1 0 0 0,0 0-1 0 0,-1 0 1 0 0,24-21 0 0 0,-19 12-13 0 0,0 0 0 0 0,-1-1 1 0 0,-1 0-1 0 0,0-2 0 0 0,-2 0 1 0 0,0 0-1 0 0,17-38 0 0 0,-26 48-8 0 0,0 0 0 0 0,-2 0 0 0 0,1 0 0 0 0,-1-1 0 0 0,-1 1 0 0 0,0-1 0 0 0,0 0 0 0 0,0-19 0 0 0,-3 24-20 0 0,1 1-1 0 0,-1-1 0 0 0,0 1 0 0 0,0-1 0 0 0,0 1 0 0 0,-1 0 0 0 0,0 0 1 0 0,0 0-1 0 0,0 0 0 0 0,-1 0 0 0 0,0 0 0 0 0,0 1 0 0 0,0-1 0 0 0,0 1 1 0 0,-1 0-1 0 0,1 0 0 0 0,-1 0 0 0 0,0 0 0 0 0,-6-3 0 0 0,-1-1 2 0 0,0 2 0 0 0,0-1-1 0 0,-1 1 1 0 0,0 1 0 0 0,0 0-1 0 0,-1 1 1 0 0,1 0 0 0 0,-1 1-1 0 0,0 1 1 0 0,0 0 0 0 0,0 0-1 0 0,0 1 1 0 0,-17 2 0 0 0,9 0-504 0 0,-1 1 1 0 0,1 1 0 0 0,-1 1 0 0 0,1 1 0 0 0,1 1 0 0 0,-1 0 0 0 0,-24 13 0 0 0,35-15-327 0 0,1 1 0 0 0,0 1 1 0 0,1 0-1 0 0,-1 0 1 0 0,1 0-1 0 0,0 1 1 0 0,-12 14-1 0 0,13-13-1472 0 0,1 1 0 0 0,0 0 0 0 0,0-1 0 0 0,-6 15 0 0 0,4-4-5688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38 380 0 0,'-20'7'21025'0'0,"33"-7"-20923"0"0,0 0 0 0 0,0-1 0 0 0,0 0 0 0 0,0-1 0 0 0,-1-1 0 0 0,17-5 1 0 0,7 0-16 0 0,-21 5 80 0 0,51-9-1397 0 0,-6 5-4733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5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61 2116 0 0,'-12'-4'7823'0'0,"10"4"-7534"0"0,-29-11 11164 0 0,45 6-12327 0 0,136-16 840 0 0,-87 13-940 0 0,47-3-2662 0 0,-36 10-4675 0 0,-58 2 2863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5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119 115 508 0 0,'-118'102'16378'0'0,"119"-101"-15834"0"0,-1 0-527 0 0,0-1 1 0 0,0 1 0 0 0,1-1 0 0 0,-1 0-1 0 0,0 1 1 0 0,0-1 0 0 0,0 0 0 0 0,1 1-1 0 0,-1-1 1 0 0,0 0 0 0 0,1 1 0 0 0,-1-1-1 0 0,0 0 1 0 0,1 0 0 0 0,-1 0 0 0 0,0 1-1 0 0,1-1 1 0 0,-1 0 0 0 0,0 0 0 0 0,1 0-1 0 0,-1 1 1 0 0,0-1 0 0 0,1 0 0 0 0,-1 0-1 0 0,1 0 1 0 0,-1 0 0 0 0,0 0 0 0 0,1 0-1 0 0,38-9 199 0 0,0-1 0 0 0,55-24-1 0 0,-35 13-640 0 0,131-51-3178 0 0,-67 17-3315 0 0,-77 31 1677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6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19 300 0 0,'-61'-18'13032'0'0,"59"17"-12427"0"0,-1 3 252 0 0,2-2-828 0 0,1 0 0 0 0,0 0 0 0 0,0 0 0 0 0,-1 0 0 0 0,1 0 1 0 0,0 0-1 0 0,0 0 0 0 0,-1 0 0 0 0,1 0 0 0 0,0 0 0 0 0,0 0 1 0 0,-1 0-1 0 0,1 0 0 0 0,0 0 0 0 0,0 0 0 0 0,0 0 0 0 0,-1 0 1 0 0,1 1-1 0 0,0-1 0 0 0,0 0 0 0 0,-1 0 0 0 0,1 0 0 0 0,0 0 1 0 0,0 0-1 0 0,0 1 0 0 0,0-1 0 0 0,-1 0 0 0 0,1 0 0 0 0,0 1 1 0 0,0-1-1 0 0,0 0 0 0 0,0 1 0 0 0,-1 4 169 0 0,1 0 0 0 0,0 1 0 0 0,1-1 0 0 0,-1 0 0 0 0,1 0 1 0 0,0 1-1 0 0,0-1 0 0 0,1 0 0 0 0,-1 0 0 0 0,5 8 0 0 0,29 50 247 0 0,-19-37-218 0 0,104 150 319 0 0,-16-27-362 0 0,-87-122-38 0 0,-2 1 0 0 0,0 0 0 0 0,16 50-1 0 0,-27-63 43 0 0,0 0 0 0 0,-1-1 0 0 0,-1 1 0 0 0,0 0 0 0 0,-1 0 0 0 0,-1 0 0 0 0,0 0 0 0 0,-1 0 0 0 0,-1 0 0 0 0,0 0 0 0 0,-1 0-1 0 0,0 0 1 0 0,-2-1 0 0 0,1 0 0 0 0,-2 0 0 0 0,-9 19 0 0 0,1-9-194 0 0,0-2 1 0 0,-1 0-1 0 0,-1-1 1 0 0,-1 0-1 0 0,-1-1 1 0 0,-1-1-1 0 0,0-1 0 0 0,-32 22 1 0 0,32-26-713 0 0,-23 18-2042 0 0,19-10-4967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6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50 2452 0 0,'-20'1'2962'0'0,"-68"9"7997"0"0,86-9-10383 0 0,-14 0 254 0 0,13-1 68 0 0,10 0-818 0 0,0 0 1 0 0,-1-1-1 0 0,1 0 0 0 0,0 0 1 0 0,7-2-1 0 0,8-2-6 0 0,202-33 233 0 0,-192 32-1110 0 0,46-2-1 0 0,-78 8 795 0 0,1 0 0 0 0,-1 1 0 0 0,0-1 0 0 0,1 0 0 0 0,-1 0 0 0 0,0 0 0 0 0,1 0 0 0 0,-1 0 0 0 0,0 0 0 0 0,0 0 0 0 0,1 0 0 0 0,-1 0 0 0 0,0 1 0 0 0,1-1 0 0 0,-1 0 0 0 0,0 0 0 0 0,0 0 0 0 0,1 1 0 0 0,-1-1 0 0 0,0 0 0 0 0,0 0 0 0 0,0 1 0 0 0,0-1 0 0 0,1 0 0 0 0,-1 0 0 0 0,0 1 0 0 0,0-1 0 0 0,0 0 0 0 0,0 0 0 0 0,0 1 0 0 0,0-1 0 0 0,0 0 0 0 0,1 1 0 0 0,-1-1 0 0 0,0 0 0 0 0,0 1 0 0 0,0-1 0 0 0,0 0 0 0 0,0 0 0 0 0,-1 1 0 0 0,1-1 0 0 0,0 0 0 0 0,0 1 1 0 0,0-1-1 0 0,0 0 0 0 0,0 1 0 0 0,0-1 0 0 0,0 0 0 0 0,-1 0 0 0 0,1 1 0 0 0,0-1 0 0 0,0 0 0 0 0,0 0 0 0 0,-1 1 0 0 0,-8 14-134 0 0,-10 6 39 0 0,-1-1 0 0 0,-34 25-1 0 0,3-1 112 0 0,37-31 41 0 0,-28 24 737 0 0,2 3 0 0 0,1 0 1 0 0,-35 51-1 0 0,73-90-762 0 0,0 0 0 0 0,0 0 1 0 0,0 0-1 0 0,0 0 0 0 0,0 1 0 0 0,0-1 0 0 0,0 1 0 0 0,1-1 1 0 0,-1 0-1 0 0,1 1 0 0 0,-1-1 0 0 0,1 1 0 0 0,-1-1 0 0 0,1 1 1 0 0,0 0-1 0 0,0-1 0 0 0,-1 1 0 0 0,1-1 0 0 0,0 1 0 0 0,1-1 0 0 0,-1 1 1 0 0,0 0-1 0 0,0-1 0 0 0,1 1 0 0 0,-1-1 0 0 0,1 1 0 0 0,-1-1 1 0 0,1 0-1 0 0,1 4 0 0 0,0-4 8 0 0,-1 0 0 0 0,1 1 1 0 0,0-1-1 0 0,0 0 0 0 0,-1 0 0 0 0,1 0 1 0 0,0 0-1 0 0,0-1 0 0 0,0 1 0 0 0,0 0 0 0 0,0-1 1 0 0,0 0-1 0 0,0 1 0 0 0,1-1 0 0 0,2 0 1 0 0,33-1 215 0 0,-34 1-225 0 0,58-6 113 0 0,-1-3 0 0 0,83-23 0 0 0,117-50-6422 0 0,-172 46-806 0 0,-48 18 829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6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59 1428 0 0,'-18'5'25591'0'0,"34"-12"-25635"0"0,0 1 0 0 0,31-9 0 0 0,42-3-4347 0 0,-50 10 983 0 0,4 2-3210 0 0,-33 5 3494 0 0,7-1-3818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7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 2156 0 0,'-134'100'19671'0'0,"172"-99"-18924"0"0,28-12-2777 0 0,64-20 1 0 0,-4-8-6720 0 0,-72 20 1387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7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28 660 0 0,'-3'-10'10784'0'0,"3"9"-10463"0"0,0 0 0 0 0,-1 0 0 0 0,1 0 0 0 0,0 0 0 0 0,-1 0 0 0 0,1 0 1 0 0,-1 0-1 0 0,1 1 0 0 0,-1-1 0 0 0,-1-2 642 0 0,1 3-642 0 0,0-1 0 0 0,1 0 1 0 0,-1 1-1 0 0,0-1 0 0 0,0 1 0 0 0,0-1 0 0 0,0 1 0 0 0,0 0 0 0 0,0-1 0 0 0,0 1 0 0 0,-1-1 1 0 0,-1 1-47 0 0,1 0 1 0 0,0 0-1 0 0,-1 0 1 0 0,1 0-1 0 0,-1 1 1 0 0,1-1-1 0 0,0 1 1 0 0,-1-1-1 0 0,1 1 1 0 0,-3 1-1 0 0,-7 4-48 0 0,0 0-1 0 0,1 1 1 0 0,-12 9 0 0 0,18-13 118 0 0,-7 7-231 0 0,0 0-1 0 0,0 0 0 0 0,1 1 1 0 0,0 1-1 0 0,-12 16 0 0 0,18-21-105 0 0,-1 1 0 0 0,1 0-1 0 0,1 0 1 0 0,0 0 0 0 0,0 1-1 0 0,0 0 1 0 0,1-1-1 0 0,1 1 1 0 0,-1 0 0 0 0,0 12-1 0 0,2-17 3 0 0,1 0 0 0 0,0-1-1 0 0,1 1 1 0 0,-1 0 0 0 0,1 0-1 0 0,0-1 1 0 0,0 1 0 0 0,0 0-1 0 0,0-1 1 0 0,0 1 0 0 0,1-1-1 0 0,0 1 1 0 0,-1-1 0 0 0,1 0-1 0 0,1 0 1 0 0,-1 0 0 0 0,0 0-1 0 0,1 0 1 0 0,0 0 0 0 0,-1 0-1 0 0,1-1 1 0 0,4 3 0 0 0,6 4 20 0 0,1-1 0 0 0,1 0 0 0 0,29 12 0 0 0,-14-7-41 0 0,-18-7 109 0 0,0 0-1 0 0,-1 0 1 0 0,0 1 0 0 0,0 1-1 0 0,0 0 1 0 0,-1 1-1 0 0,0-1 1 0 0,-1 2 0 0 0,12 14-1 0 0,-18-20 128 0 0,1 1 0 0 0,-1 0 0 0 0,0 1 1 0 0,-1-1-1 0 0,1 0 0 0 0,-1 1 0 0 0,0-1 0 0 0,0 1 0 0 0,-1 0 0 0 0,0 0 0 0 0,0 0 0 0 0,0-1 0 0 0,-1 1 0 0 0,0 0 0 0 0,0 0 1 0 0,0 0-1 0 0,-1 0 0 0 0,0 0 0 0 0,0 0 0 0 0,0-1 0 0 0,-1 1 0 0 0,0 0 0 0 0,-2 5 0 0 0,-1-1-116 0 0,-1-1 0 0 0,0 0 0 0 0,0 0 0 0 0,-1 0 0 0 0,0-1 0 0 0,0 0 0 0 0,-1 0 0 0 0,0-1 0 0 0,0 0 0 0 0,-1-1 0 0 0,0 1 0 0 0,0-2 0 0 0,-1 1 0 0 0,0-1 0 0 0,1-1 0 0 0,-18 6 0 0 0,17-7-240 0 0,0 1 0 0 0,0-2 0 0 0,0 0 0 0 0,0 0 0 0 0,0-1 0 0 0,0 0 0 0 0,-1 0 0 0 0,1-1 0 0 0,0-1 0 0 0,-1 0 0 0 0,1 0 0 0 0,0-1 0 0 0,0 0 0 0 0,0-1 0 0 0,0 0 0 0 0,0-1 0 0 0,-13-6 0 0 0,20 8-255 0 0,1 0 1 0 0,-1 0-1 0 0,1 1 1 0 0,-1-1-1 0 0,1-1 1 0 0,0 1-1 0 0,0 0 1 0 0,0-1-1 0 0,0 1 1 0 0,0-1-1 0 0,0 1 1 0 0,1-1-1 0 0,-1 0 1 0 0,1 0-1 0 0,0 1 1 0 0,0-1-1 0 0,0 0 0 0 0,0 0 1 0 0,0 0-1 0 0,0-4 1 0 0,1 0-985 0 0,0 1 0 0 0,0-1 0 0 0,1 0 0 0 0,0 1 0 0 0,0-1 0 0 0,0 0 0 0 0,1 1 1 0 0,4-10-1 0 0,3-10-6524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7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1864 0 0,'1'-40'29266'0'0,"16"33"-30783"0"0,269-54 3746 0 0,3 22-2030 0 0,-248 34-100 0 0,37-5-2260 0 0,-76 9 1238 0 0,4 2-1687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61 564 0 0,'-3'1'2275'0'0,"-42"2"4068"0"0,43-3-5694 0 0,-18 3 1326 0 0,157-28-52 0 0,-46 6-2037 0 0,23 0-1500 0 0,-37 14-4360 0 0,-59 5 2351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8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133 129 1100 0 0,'-35'29'6179'0'0,"-56"61"-1"0"0,91-90-6095 0 0,-1 0 0 0 0,1 1 0 0 0,-1-1 0 0 0,1 0 0 0 0,0 1 0 0 0,-1-1 0 0 0,1 0 0 0 0,-1 1 0 0 0,1-1 0 0 0,0 0 0 0 0,0 1 0 0 0,-1-1 0 0 0,1 1 0 0 0,0-1 0 0 0,0 1 0 0 0,-1-1 0 0 0,1 1 0 0 0,0-1 0 0 0,0 1 0 0 0,0-1 0 0 0,0 1 0 0 0,0-1 0 0 0,0 1 0 0 0,0-1 0 0 0,0 1 0 0 0,0-1 0 0 0,0 1 0 0 0,0-1 0 0 0,0 1 0 0 0,0-1 0 0 0,0 1 0 0 0,0-1 0 0 0,0 1 0 0 0,1-1 0 0 0,-1 1 0 0 0,1 0-2 0 0,1-1 1 0 0,-1 1 0 0 0,0-1 0 0 0,0 0 0 0 0,1 1 0 0 0,-1-1 0 0 0,0 0 0 0 0,1 0 0 0 0,-1 0 0 0 0,0 0 0 0 0,1 0 0 0 0,2-1 0 0 0,40-9 364 0 0,261-113-1405 0 0,-113 23-7217 0 0,-141 68 1759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21 1984 0 0,'-6'-3'1692'0'0,"2"0"-886"0"0,0 1 0 0 0,0 0 0 0 0,0 0 0 0 0,0 0 0 0 0,0 1 0 0 0,0-1 0 0 0,-1 1 0 0 0,1 0 0 0 0,-1 0 0 0 0,1 1 0 0 0,0-1 0 0 0,-1 1 0 0 0,-4 0 0 0 0,8 1-750 0 0,1-1 1 0 0,0 0-1 0 0,0 0 0 0 0,0 0 1 0 0,-1 1-1 0 0,1-1 0 0 0,0 0 1 0 0,0 0-1 0 0,0 1 0 0 0,-1-1 1 0 0,1 0-1 0 0,0 0 0 0 0,0 1 1 0 0,0-1-1 0 0,0 0 0 0 0,0 1 1 0 0,0-1-1 0 0,0 0 0 0 0,0 1 1 0 0,0-1-1 0 0,-1 0 0 0 0,1 1 0 0 0,1-1 1 0 0,-1 0-1 0 0,0 1 0 0 0,0-1 1 0 0,0 0-1 0 0,0 0 0 0 0,0 1 1 0 0,0-1-1 0 0,0 0 0 0 0,0 1 1 0 0,0-1-1 0 0,1 0 0 0 0,-1 1 1 0 0,5 10 851 0 0,13 13-233 0 0,2 0-1 0 0,1-2 0 0 0,0 0 0 0 0,2-1 0 0 0,25 18 1 0 0,12 13-318 0 0,-24-20-232 0 0,-2 1-1 0 0,-2 3 1 0 0,-1 0 0 0 0,-2 2 0 0 0,-1 1 0 0 0,44 84 0 0 0,-61-100-81 0 0,-1 0 1 0 0,-2 1-1 0 0,0 0 1 0 0,-1 1-1 0 0,-1 0 1 0 0,-2 0-1 0 0,0 0 1 0 0,-2 0-1 0 0,0 1 1 0 0,-2-1-1 0 0,-1 1 1 0 0,-1-1-1 0 0,-1 0 1 0 0,-12 46-1 0 0,4-38-38 0 0,0-1-1 0 0,-3 0 1 0 0,0 0 0 0 0,-2-1-1 0 0,-31 43 1 0 0,12-27-914 0 0,-1-2 0 0 0,-64 60-1 0 0,27-34-2682 0 0,23-26-4955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29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97 119 228 0 0,'-4'0'2883'0'0,"-47"4"9220"0"0,9 2-3998 0 0,46-6-7693 0 0,25-2-18 0 0,-1-2 1 0 0,0-1-1 0 0,35-10 1 0 0,-25 5-238 0 0,316-77-83 0 0,-340 82-1268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0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41 3280 0 0,'18'-40'18047'0'0,"-14"56"-16802"0"0,0 1 0 0 0,4 34 0 0 0,-2-3-335 0 0,-1-24-597 0 0,0-1 0 0 0,16 39 0 0 0,-19-55-269 0 0,1 0 1 0 0,1 1 0 0 0,0-1 0 0 0,0-1 0 0 0,0 1 0 0 0,0-1 0 0 0,1 1-1 0 0,0-1 1 0 0,1 0 0 0 0,-1-1 0 0 0,1 0 0 0 0,8 6 0 0 0,-9-8-34 0 0,-1-1-1 0 0,1 0 1 0 0,-1 0 0 0 0,1 0-1 0 0,0-1 1 0 0,0 1 0 0 0,0-1-1 0 0,0 0 1 0 0,0-1 0 0 0,0 1-1 0 0,0-1 1 0 0,9-1 0 0 0,-6 0-12 0 0,1-1 0 0 0,-1 1 0 0 0,-1-2 0 0 0,1 1 0 0 0,0-1 0 0 0,-1 0 1 0 0,11-6-1 0 0,-5 0-9 0 0,0 1-1 0 0,0-2 1 0 0,-1 0 0 0 0,0 0 0 0 0,-1-1 0 0 0,0-1 0 0 0,16-21 0 0 0,-16 15 23 0 0,-1 1 1 0 0,-1-1 0 0 0,-1-1-1 0 0,0 0 1 0 0,-1 0 0 0 0,7-34 0 0 0,-12 47-435 0 0,-2 18 373 0 0,-2 22 351 0 0,-39 385 1393 0 0,22 2 1010 0 0,7-119-1816 0 0,10-248-890 0 0,-2-1 0 0 0,-2 0 0 0 0,-27 103 0 0 0,30-148 0 0 0,0 0 0 0 0,0 0 0 0 0,-1 0 0 0 0,0-1 0 0 0,0 0 0 0 0,0 1 0 0 0,-1-1 0 0 0,0-1 0 0 0,-1 1 0 0 0,1-1 0 0 0,-11 9 0 0 0,10-11 0 0 0,1-1 0 0 0,-1 1 0 0 0,1-1 0 0 0,-1 0 0 0 0,0 0 0 0 0,0-1 0 0 0,-1 0 0 0 0,1 0 0 0 0,0 0 0 0 0,-1-1 0 0 0,1 0 0 0 0,-1 0 0 0 0,1-1 0 0 0,-1 0 0 0 0,-9 0 0 0 0,7-1 0 0 0,0 0 0 0 0,-1-1 0 0 0,1 1 0 0 0,0-2 0 0 0,0 1 0 0 0,1-1 0 0 0,-1-1 0 0 0,1 0 0 0 0,-1 0 0 0 0,1 0 0 0 0,0-1 0 0 0,1 0 0 0 0,-1-1 0 0 0,1 0 0 0 0,0 0 0 0 0,0 0 0 0 0,-8-12 0 0 0,8 9 0 0 0,1 0 0 0 0,1-1 0 0 0,0 1 0 0 0,0-1 0 0 0,0-1 0 0 0,2 1 0 0 0,-1-1 0 0 0,1 1 0 0 0,1-1 0 0 0,0 0 0 0 0,0 0 0 0 0,1 0 0 0 0,1 0 0 0 0,0-15 0 0 0,2 1-242 0 0,2 0 0 0 0,0 0-1 0 0,2 0 1 0 0,1 1 0 0 0,18-44 0 0 0,-6 26-530 0 0,1 1 1 0 0,36-51 0 0 0,-21 42-1663 0 0,3 2 0 0 0,43-43 0 0 0,35-22-7734 0 0,-65 65 1042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0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21 2528 0 0,'-3'0'2935'0'0,"-64"6"8941"0"0,64-6-11069 0 0,1 1-161 0 0,-22 3 1255 0 0,22-4-1747 0 0,5 0-12 0 0,52-2-1029 0 0,68-13 0 0 0,-27 2-9970 0 0,-82 11 4903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0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14 524 0 0,'-79'72'14238'0'0,"79"-72"-14203"0"0,0 0 0 0 0,-1 1 0 0 0,1-1-1 0 0,0 0 1 0 0,0 0 0 0 0,-1 1 0 0 0,1-1 0 0 0,0 0 0 0 0,0 1-1 0 0,0-1 1 0 0,-1 0 0 0 0,1 1 0 0 0,0-1 0 0 0,0 0 0 0 0,0 1-1 0 0,0-1 1 0 0,0 0 0 0 0,0 1 0 0 0,0-1 0 0 0,0 1 0 0 0,0-1-1 0 0,0 0 1 0 0,0 1 0 0 0,0-1 0 0 0,0 0 0 0 0,0 1 0 0 0,0-1 0 0 0,0 1-1 0 0,0-1 1 0 0,0 0 0 0 0,1 1 0 0 0,-1-1 0 0 0,0 0 0 0 0,0 1-1 0 0,0-1 1 0 0,1 0 0 0 0,-1 0 0 0 0,0 1 0 0 0,0-1 0 0 0,1 0-1 0 0,-1 1 1 0 0,0-1 0 0 0,0 0 0 0 0,1 0 0 0 0,-1 0 0 0 0,0 1-1 0 0,1-1 1 0 0,-1 0 0 0 0,0 0 0 0 0,1 0 0 0 0,-1 0 0 0 0,1 0 0 0 0,-1 0-1 0 0,0 0 1 0 0,1 0 0 0 0,-1 1 0 0 0,0-1 0 0 0,1 0 0 0 0,-1-1-1 0 0,1 1 1 0 0,-1 0 0 0 0,20 3 246 0 0,5-4-373 0 0,1-1 0 0 0,-1-1 0 0 0,48-11 0 0 0,-22 3-800 0 0,200-43-7648 0 0,-174 35 3541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0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50 136 0 0,'-31'4'8076'0'0,"-33"3"6226"0"0,62-6-13624 0 0,189-29 2325 0 0,-36 7-6679 0 0,-127 19 2136 0 0,6-1-2362 0 0,-3-4-4864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1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37 3076 0 0,'31'-37'21662'0'0,"-30"38"-21527"0"0,0 0 1 0 0,0 0-1 0 0,0 1 1 0 0,0-1-1 0 0,0 0 1 0 0,0 0-1 0 0,0 1 1 0 0,0-1-1 0 0,0 0 1 0 0,-1 1-1 0 0,1-1 1 0 0,0 1-1 0 0,-1-1 1 0 0,0 1-1 0 0,1-1 1 0 0,-1 1-1 0 0,0 0 1 0 0,0-1-1 0 0,1 1 1 0 0,-2 2-1 0 0,0 45 1425 0 0,1-35-1229 0 0,-8 61 440 0 0,-3 0 0 0 0,-35 126 0 0 0,15-79-582 0 0,20-76-503 0 0,-5 17-2254 0 0,14-49 438 0 0,0 0 1 0 0,-1 21-1 0 0,7-21-525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1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62 3920 0 0,'14'-23'6593'0'0,"8"-15"7080"0"0,-54 62-11506 0 0,24-13-2083 0 0,0 0-1 0 0,0 0 1 0 0,2 0 0 0 0,-1 1-1 0 0,1 0 1 0 0,1 1-1 0 0,0-1 1 0 0,-4 23 0 0 0,7-27-85 0 0,1 0 0 0 0,0 0 0 0 0,0 1 0 0 0,1-1 0 0 0,0 0 0 0 0,0 1 0 0 0,1-1 0 0 0,0 0 0 0 0,1 1 0 0 0,0-1 0 0 0,0 0 0 0 0,1 0 0 0 0,0 0 0 0 0,0-1 0 0 0,6 10 0 0 0,10 12 84 0 0,37 44-1 0 0,-33-46 172 0 0,33 52 1 0 0,-55-76-194 0 0,1-1 1 0 0,0 1-1 0 0,-1 0 0 0 0,0 0 1 0 0,0 0-1 0 0,0 1 0 0 0,0-1 1 0 0,0 0-1 0 0,-1 0 0 0 0,1 0 1 0 0,-1 1-1 0 0,0-1 0 0 0,0 0 1 0 0,0 1-1 0 0,0-1 0 0 0,-1 0 1 0 0,1 0-1 0 0,-1 0 0 0 0,0 1 1 0 0,0-1-1 0 0,0 0 1 0 0,0 0-1 0 0,-2 3 0 0 0,-1 0 36 0 0,-1 0-1 0 0,1-1 1 0 0,-1 1-1 0 0,0-1 0 0 0,0 0 1 0 0,0 0-1 0 0,0-1 1 0 0,-1 1-1 0 0,-11 5 1 0 0,-4 2 4 0 0,-1-1 1 0 0,-1-2-1 0 0,1 0 1 0 0,-32 8-1 0 0,-97 14 476 0 0,122-26-314 0 0,28-4-244 0 0,-1-1 1 0 0,1 0-1 0 0,0 0 1 0 0,-1 1 0 0 0,1-1-1 0 0,-1 0 1 0 0,1 0 0 0 0,0 0-1 0 0,-1 0 1 0 0,1-1-1 0 0,0 1 1 0 0,-1 0 0 0 0,1-1-1 0 0,0 1 1 0 0,-1 0-1 0 0,1-1 1 0 0,0 0 0 0 0,0 1-1 0 0,-2-2 1 0 0,2 1-16 0 0,1 0-1 0 0,-1 1 1 0 0,0-1 0 0 0,1 0 0 0 0,-1 0-1 0 0,1 0 1 0 0,0 0 0 0 0,-1 0 0 0 0,1 0-1 0 0,0 0 1 0 0,-1 0 0 0 0,1 0 0 0 0,0 0-1 0 0,0 0 1 0 0,0 0 0 0 0,0 0 0 0 0,0 0-1 0 0,0 0 1 0 0,1-2 0 0 0,0-3-8 0 0,0 0-1 0 0,1 0 1 0 0,0 0 0 0 0,1 0 0 0 0,5-12 0 0 0,4-3-45 0 0,2 1 0 0 0,0 0 0 0 0,28-29 0 0 0,59-50 88 0 0,-19 20 30 0 0,-58 54-24 0 0,-4 6 23 0 0,-2-1 0 0 0,23-30 0 0 0,-37 45-50 0 0,-1 0 0 0 0,1 0-1 0 0,-1-1 1 0 0,0 1 0 0 0,-1-1 0 0 0,0 0 0 0 0,0 0 0 0 0,0 0-1 0 0,0 0 1 0 0,-1 0 0 0 0,0 0 0 0 0,0-1 0 0 0,-1 1 0 0 0,0 0-1 0 0,0-11 1 0 0,-1 14-29 0 0,0 0 0 0 0,1 0 0 0 0,-1 0 0 0 0,-1 0-1 0 0,1 1 1 0 0,0-1 0 0 0,0 0 0 0 0,-1 1 0 0 0,0-1 0 0 0,1 1-1 0 0,-1-1 1 0 0,0 1 0 0 0,0 0 0 0 0,-5-4 0 0 0,2 2-99 0 0,0 1 1 0 0,0 0 0 0 0,0 0 0 0 0,-1 0 0 0 0,1 1 0 0 0,-1 0 0 0 0,-6-2-1 0 0,-5 0-500 0 0,-1 1 0 0 0,1 0 0 0 0,-1 1 0 0 0,-20 1 0 0 0,26 1 20 0 0,-4 0-1010 0 0,0 0 0 0 0,-28 5 0 0 0,41-4 1092 0 0,-1-1 0 0 0,1 1-1 0 0,0 0 1 0 0,0 0 0 0 0,0 0 0 0 0,-1 0 0 0 0,1 1 0 0 0,0-1 0 0 0,0 1 0 0 0,1 0 0 0 0,-1 0 0 0 0,0 0 0 0 0,1 0 0 0 0,-1 1 0 0 0,1-1-1 0 0,0 1 1 0 0,-1-1 0 0 0,1 1 0 0 0,-1 3 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2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40 36 0 0,'-25'4'8026'0'0,"-37"15"5298"0"0,79-16-11832 0 0,27 0-772 0 0,70-7-488 0 0,176-30 0 0 0,-279 33-1237 0 0,-1-2-1 0 0,0 1 0 0 0,12-6 1 0 0,8-8-9652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57 684 0 0,'-14'-6'6699'0'0,"-1"-2"-2216"0"0,-3-1 2442 0 0,9 4-5243 0 0,-20-11 10052 0 0,29 15-11632 0 0,-11-9 351 0 0,10 9-469 0 0,1 47-12305 0 0,0-45 12316 0 0,0 1 7 0 0,0 5-1 0 0,0-6-12 0 0,2 11-23 0 0,-2 1 25 0 0,-1 0 0 0 0,0-1 0 0 0,-4 18 0 0 0,-43 149 348 0 0,8-34 105 0 0,33-115-318 0 0,-15 53 1076 0 0,22-81-1069 0 0,-7 31 1361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1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48 864 0 0,'0'0'2288'0'0,"-2"-12"-1062"0"0,1 6-1136 0 0,0 4-22 0 0,1-1 0 0 0,-1 1 0 0 0,1 0 0 0 0,0-1-1 0 0,0 1 1 0 0,-1 0 0 0 0,2-1 0 0 0,-1 1 0 0 0,1-5-1 0 0,-1 5-75 0 0,3 2-658 0 0,-1 1 444 0 0,0-1 1 0 0,0 0 0 0 0,0 1-1 0 0,0-1 1 0 0,0 1 0 0 0,0 0-1 0 0,0-1 1 0 0,-1 1 0 0 0,1 0-1 0 0,0 0 1 0 0,0 0-1 0 0,0 1 1 0 0,-1-1 0 0 0,3 2-1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5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11 436 0 0,'6'-10'18912'0'0,"-7"25"-14207"0"0,-9 33-5576 0 0,10-45 2153 0 0,-31 136 1795 0 0,-15 74-793 0 0,45-205-2202 0 0,-3 13 79 0 0,0-1-1 0 0,-10 25 0 0 0,14-44-89 0 0,0 0-291 0 0,0 0 1 0 0,0-1 0 0 0,0 1-1 0 0,0-1 1 0 0,0 1-1 0 0,0 0 1 0 0,0-1 0 0 0,0 1-1 0 0,0 0 1 0 0,0-1-1 0 0,0 1 1 0 0,0-1 0 0 0,0 1-1 0 0,0 0 1 0 0,-1-1-1 0 0,1 1 1 0 0,0-1-1 0 0,0 1 1 0 0,-1-1 0 0 0,1 1-1 0 0,0-1 1 0 0,-4 3-878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71 408 0 0,'12'-12'6908'0'0,"12"-18"3404"0"0,1 1 863 0 0,-27 29-11107 0 0,0 1-1 0 0,0-1 0 0 0,0 0 1 0 0,-1 1-1 0 0,1 0 0 0 0,0 0 1 0 0,0-1-1 0 0,0 1 0 0 0,0 1 1 0 0,0-1-1 0 0,0 0 0 0 0,-3 3 1 0 0,-35 23-310 0 0,25-12 201 0 0,6-6-33 0 0,0-1-1 0 0,1 1 1 0 0,-14 19-1 0 0,22-27 55 0 0,-3 13 23 0 0,2-14 1 0 0,1 1-1 0 0,0-1 0 0 0,0 1 0 0 0,-1 0 0 0 0,1-1 0 0 0,0 1 0 0 0,0 0 1 0 0,0-1-1 0 0,0 1 0 0 0,0 0 0 0 0,0-1 0 0 0,0 1 0 0 0,0 0 1 0 0,0 0-1 0 0,0-1 0 0 0,0 1 0 0 0,0 0 0 0 0,0-1 0 0 0,1 1 0 0 0,-1 0 1 0 0,0-1-1 0 0,0 1 0 0 0,1-1 0 0 0,-1 1 0 0 0,1 0 0 0 0,-1-1 1 0 0,0 1-1 0 0,1-1 0 0 0,-1 1 0 0 0,1-1 0 0 0,-1 1 0 0 0,1-1 0 0 0,-1 1 1 0 0,1-1-1 0 0,0 0 0 0 0,-1 1 0 0 0,1-1 0 0 0,-1 0 0 0 0,1 0 0 0 0,1 1 1 0 0,76 37-1 0 0,-58-30 12 0 0,-1 1 0 0 0,0 1 0 0 0,0 1 0 0 0,-1 0 0 0 0,0 1 0 0 0,21 20 0 0 0,-31-24 120 0 0,-1 0-1 0 0,1 1 1 0 0,-1 1 0 0 0,-1-1 0 0 0,0 1 0 0 0,0 0 0 0 0,-1 0 0 0 0,0 0-1 0 0,-1 1 1 0 0,0 0 0 0 0,0 0 0 0 0,2 15 0 0 0,-5-18-54 0 0,-1-1-1 0 0,1 1 1 0 0,-1-1 0 0 0,0 0-1 0 0,-1 1 1 0 0,0-1 0 0 0,0 0 0 0 0,0 1-1 0 0,-1-1 1 0 0,0 0 0 0 0,-1 0 0 0 0,0 0-1 0 0,0 0 1 0 0,0-1 0 0 0,-1 1-1 0 0,1-1 1 0 0,-2 0 0 0 0,1 0 0 0 0,-1 0-1 0 0,-6 5 1 0 0,2-2-302 0 0,0-1 0 0 0,-1-1 0 0 0,0 0 0 0 0,0 0 0 0 0,-1-1 0 0 0,1 0 0 0 0,-2-1 0 0 0,1 0 1 0 0,0-1-1 0 0,-1 0 0 0 0,0-1 0 0 0,0 0 0 0 0,0-1 0 0 0,0 0 0 0 0,0-1 0 0 0,-14-1 0 0 0,17 0 18 0 0,0 0 0 0 0,1-1 1 0 0,-1 0-1 0 0,0-1 0 0 0,1 0 0 0 0,-1 0 1 0 0,1-1-1 0 0,0 0 0 0 0,0 0 0 0 0,0-1 1 0 0,0 0-1 0 0,0-1 0 0 0,1 0 0 0 0,0 0 1 0 0,0 0-1 0 0,0-1 0 0 0,1 0 0 0 0,-1 0 1 0 0,2-1-1 0 0,-1 1 0 0 0,1-1 0 0 0,0-1 1 0 0,-5-7-1 0 0,7 9-987 0 0,1 0 1 0 0,-1-1-1 0 0,1 1 1 0 0,-2-10-1 0 0,1-13-6643 0 0,3 9-127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37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65 1088 0 0,'-2'-10'17887'0'0,"2"9"-17742"0"0,0 1 0 0 0,0-1-1 0 0,0 0 1 0 0,0 1 0 0 0,0-1 0 0 0,0 1-1 0 0,1-1 1 0 0,-1 0 0 0 0,0 1-1 0 0,0-1 1 0 0,1 1 0 0 0,-1-1 0 0 0,1 0-1 0 0,-1 1 1 0 0,0-1 0 0 0,1 1 0 0 0,-1-1-1 0 0,1 1 1 0 0,-1 0 0 0 0,1-1 0 0 0,-1 1-1 0 0,1-1 1 0 0,-1 1 0 0 0,1 0 0 0 0,0-1-1 0 0,-1 1 1 0 0,1 0 0 0 0,0 0 0 0 0,-1 0-1 0 0,2-1 1 0 0,28-6 1394 0 0,-16 5-937 0 0,16-6 130 0 0,32-4 1 0 0,-60 12-689 0 0,40-7 314 0 0,-34 4-352 0 0,-6 3 89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3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9 174 1056 0 0,'-8'-25'14628'0'0,"21"18"-14068"0"0,79-18-211 0 0,100-16 1 0 0,-59 15-282 0 0,68-12 59 0 0,-141 28 133 0 0,-58 9-229 0 0,9 0 100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4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54 1812 0 0,'-3'0'3478'0'0,"-23"2"6103"0"0,16 0-7511 0 0,111-7-2294 0 0,196-35-1 0 0,-242 31-3197 0 0,-29 7-2859 0 0,-9 0 1896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4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55 996 0 0,'-141'100'14125'0'0,"142"-100"-14072"0"0,-1 0 0 0 0,0 0 0 0 0,0 1 0 0 0,1-1 0 0 0,-1 0 0 0 0,0 0 0 0 0,1 0 0 0 0,-1 0 0 0 0,0 0 0 0 0,0 0 0 0 0,1 0 0 0 0,-1 0 0 0 0,0 1 0 0 0,0-1 0 0 0,1 0 0 0 0,-1 0 0 0 0,0 0 0 0 0,0 0 0 0 0,0 1 0 0 0,1-1 0 0 0,-1 0 0 0 0,0 0 0 0 0,0 1 1 0 0,0-1-1 0 0,0 0 0 0 0,0 0 0 0 0,0 1 0 0 0,1-1 0 0 0,-1 0 0 0 0,0 0 0 0 0,0 1 0 0 0,0-1 0 0 0,0 0 0 0 0,0 0 0 0 0,0 1 0 0 0,0-1 0 0 0,0 0 0 0 0,0 1 0 0 0,0-1 0 0 0,0 0 0 0 0,0 0 0 0 0,0 1 0 0 0,0-1 0 0 0,0 0 0 0 0,-1 0 0 0 0,1 1 0 0 0,0-1 0 0 0,0 0 0 0 0,0 0 0 0 0,0 1 0 0 0,0-1 0 0 0,-1 0 0 0 0,1 0 0 0 0,0 0 0 0 0,0 1 1 0 0,0-1-1 0 0,-1 0 0 0 0,1 0 0 0 0,0 0 0 0 0,0 0 0 0 0,-1 1 0 0 0,1-1 0 0 0,0 0 0 0 0,0 0 0 0 0,-1 0 0 0 0,19 2 246 0 0,12-3-75 0 0,-1-2 0 0 0,1-1-1 0 0,-1-1 1 0 0,30-9 0 0 0,112-43-1480 0 0,-169 56 1215 0 0,10-3-421 0 0,85-34-3091 0 0,-35 7-3738 0 0,-45 20 2259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5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68 636 0 0,'-5'-6'17403'0'0,"5"6"-17346"0"0,231-29 909 0 0,-98 15-863 0 0,-91 8-57 0 0,72-5 327 0 0,-112 11-328 0 0,1 0-37 0 0,0-1-257 0 0,2 0 296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6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89 1836 0 0,'0'-12'3923'0'0,"2"1"1"0"0,-1-1-1 0 0,5-12 0 0 0,-2 5-548 0 0,-4 17-3035 0 0,0 2-312 0 0,0 0 0 0 0,0-1 0 0 0,0 1 0 0 0,0-1 0 0 0,1 1 0 0 0,-1 0 0 0 0,0-1 0 0 0,0 1 0 0 0,0-1-1 0 0,0 1 1 0 0,0 0 0 0 0,1-1 0 0 0,-1 1 0 0 0,0 0 0 0 0,0-1 0 0 0,1 1 0 0 0,-1 0 0 0 0,0 0 0 0 0,1-1 0 0 0,-1 1 0 0 0,0 0 0 0 0,1 0 0 0 0,-1-1 0 0 0,0 1 0 0 0,1 0 0 0 0,-1 0 0 0 0,8 0 7 0 0,-1 0-1 0 0,1 1 1 0 0,-1 0 0 0 0,1 0 0 0 0,-1 1 0 0 0,0 0 0 0 0,1 0 0 0 0,-1 1-1 0 0,0-1 1 0 0,-1 2 0 0 0,8 3 0 0 0,-3 0-13 0 0,0-1 0 0 0,-1 2 0 0 0,0-1-1 0 0,0 1 1 0 0,17 19 0 0 0,-23-23-18 0 0,0 1-1 0 0,-1 0 1 0 0,0 0-1 0 0,0 1 1 0 0,0-1-1 0 0,0 1 1 0 0,-1-1-1 0 0,0 1 1 0 0,0 0-1 0 0,-1 0 1 0 0,1-1-1 0 0,-1 1 1 0 0,-1 0 0 0 0,1 1-1 0 0,-1-1 1 0 0,0 0-1 0 0,0 0 1 0 0,-1 0-1 0 0,0 0 1 0 0,0 0-1 0 0,0 0 1 0 0,-1-1-1 0 0,1 1 1 0 0,-2 0-1 0 0,-3 8 1 0 0,-6 9 90 0 0,-2 0 1 0 0,0-1 0 0 0,-1-1-1 0 0,-28 30 1 0 0,25-30 71 0 0,17-19-88 0 0,-12 16 763 0 0,16-13-617 0 0,9-3-244 0 0,-2-1 15 0 0,0-1 1 0 0,0 2 0 0 0,-1-1-1 0 0,1 1 1 0 0,-1 1 0 0 0,0 0-1 0 0,0 0 1 0 0,0 1 0 0 0,0 0-1 0 0,0 0 1 0 0,-1 1 0 0 0,1 0-1 0 0,9 9 1 0 0,-12-9 141 0 0,0 0 1 0 0,-1 0-1 0 0,0 0 0 0 0,0 1 1 0 0,0-1-1 0 0,-1 1 0 0 0,0 0 1 0 0,0 1-1 0 0,-1-1 0 0 0,1 1 0 0 0,-1 0 1 0 0,-1 0-1 0 0,1 0 0 0 0,-1 0 1 0 0,-1 0-1 0 0,1 0 0 0 0,-1 0 1 0 0,0 11-1 0 0,-2-6 23 0 0,0 1 0 0 0,-1-1 1 0 0,-1 0-1 0 0,0-1 0 0 0,0 1 0 0 0,-1 0 1 0 0,-1-1-1 0 0,0 0 0 0 0,0 0 0 0 0,-1-1 1 0 0,-1 1-1 0 0,0-1 0 0 0,0 0 1 0 0,-1-1-1 0 0,0 0 0 0 0,0 0 0 0 0,-1-1 1 0 0,-17 13-1 0 0,17-15 31 0 0,0 0 1 0 0,0 0-1 0 0,-1-1 1 0 0,0 0-1 0 0,0 0 1 0 0,-1-2-1 0 0,1 1 0 0 0,-1-1 1 0 0,-14 2-1 0 0,17-4-129 0 0,0 0-1 0 0,0-1 0 0 0,0 0 0 0 0,0 0 1 0 0,0-1-1 0 0,0 0 0 0 0,0 0 0 0 0,0-1 1 0 0,0 0-1 0 0,0-1 0 0 0,1 0 0 0 0,-1 0 1 0 0,-9-5-1 0 0,13 6-410 0 0,1-1 0 0 0,-1 1-1 0 0,1-1 1 0 0,-1 1 0 0 0,1-1 0 0 0,0 0-1 0 0,0 0 1 0 0,0-1 0 0 0,0 1 0 0 0,1 0-1 0 0,-1-1 1 0 0,1 0 0 0 0,0 0 0 0 0,0 1-1 0 0,0-1 1 0 0,1 0 0 0 0,-1-1 0 0 0,1 1-1 0 0,-1-8 1 0 0,1 7-219 0 0,1-1 1 0 0,0 1-1 0 0,1-1 0 0 0,-1 1 0 0 0,1 0 1 0 0,0-1-1 0 0,0 1 0 0 0,1-1 0 0 0,-1 1 1 0 0,1 0-1 0 0,1 0 0 0 0,-1 0 0 0 0,1 0 1 0 0,-1 1-1 0 0,6-7 0 0 0,7-8-5093 0 0,1-2-2972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6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75 788 0 0,'-89'-1'13363'0'0,"30"-3"-7491"0"0,56 4-5106 0 0,5-1-596 0 0,14-6-88 0 0,0 1 0 0 0,0 1 0 0 0,0 0 0 0 0,1 2 0 0 0,31-4 0 0 0,-6 0-48 0 0,109-16-2307 0 0,-52 17-5874 0 0,-76 10-514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6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136 112 1916 0 0,'-54'34'6876'0'0,"-19"10"1870"0"0,64-36-7577 0 0,11-3-191 0 0,-1-4-941 0 0,0 0 0 0 0,0-1 0 0 0,0 1 0 0 0,0-1 1 0 0,0 1-1 0 0,1-1 0 0 0,-1 0 0 0 0,0 1 0 0 0,0-1 1 0 0,0 0-1 0 0,0 0 0 0 0,0 0 0 0 0,1 0 0 0 0,0 0 1 0 0,78-12-284 0 0,139-38 1 0 0,-192 43-99 0 0,148-49-3258 0 0,-142 42 119 0 0,44-25-1 0 0,-30 9-2951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6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46 2928 0 0,'-29'-12'3448'0'0,"13"5"-1344"0"0,-1 0 0 0 0,0 1 0 0 0,-26-6 0 0 0,42 12-1991 0 0,0 0 0 0 0,0-1-1 0 0,-1 1 1 0 0,1 0 0 0 0,0 0-1 0 0,0 0 1 0 0,0 0 0 0 0,0 0 0 0 0,0 0-1 0 0,-1 0 1 0 0,1 0 0 0 0,0 0 0 0 0,0 0-1 0 0,0 1 1 0 0,0-1 0 0 0,0 0 0 0 0,0 1-1 0 0,0-1 1 0 0,0 1 0 0 0,0-1 0 0 0,0 1-1 0 0,0 0 1 0 0,0-1 0 0 0,0 1-1 0 0,0 0 1 0 0,0 0 0 0 0,1-1 0 0 0,-1 1-1 0 0,0 0 1 0 0,1 0 0 0 0,-1 0 0 0 0,0 0-1 0 0,1 0 1 0 0,-1 0 0 0 0,1 0 0 0 0,0 0-1 0 0,-1 0 1 0 0,1 1 0 0 0,0-1 0 0 0,-1 0-1 0 0,1 0 1 0 0,0 0 0 0 0,0 0-1 0 0,0 0 1 0 0,0 0 0 0 0,0 1 0 0 0,0-1-1 0 0,1 0 1 0 0,-1 0 0 0 0,1 2 0 0 0,0 4 187 0 0,1 0 1 0 0,0 0 0 0 0,1 0-1 0 0,-1 0 1 0 0,1-1-1 0 0,7 11 1 0 0,11 13 636 0 0,0-1 1 0 0,50 49-1 0 0,63 44 477 0 0,-21-22-789 0 0,-80-68-535 0 0,-1 1 1 0 0,-1 1-1 0 0,47 69 0 0 0,-69-88-46 0 0,-1 0 0 0 0,0 0 1 0 0,-1 0-1 0 0,-1 1 0 0 0,0 0 0 0 0,-1 0 1 0 0,-1 1-1 0 0,0 0 0 0 0,-1-1 0 0 0,-1 1 1 0 0,-1 0-1 0 0,0 0 0 0 0,-3 28 0 0 0,-3-16 8 0 0,-1-1-1 0 0,-1 0 0 0 0,-1 0 1 0 0,-2 0-1 0 0,-1-1 0 0 0,-1-1 1 0 0,-1 0-1 0 0,-25 36 0 0 0,-5 0-517 0 0,-3-2 0 0 0,-55 55 0 0 0,5-17-1871 0 0,10-11-2516 0 0,32-26-4376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7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48 1848 0 0,'-23'-12'4567'0'0,"0"2"0"0"0,-45-13 0 0 0,67 22-4467 0 0,0 1 0 0 0,0 0 0 0 0,0-1 0 0 0,0 1-1 0 0,0 0 1 0 0,-1 0 0 0 0,1 0 0 0 0,0 0 0 0 0,0 0-1 0 0,0 0 1 0 0,0 0 0 0 0,0 0 0 0 0,-1 1 0 0 0,1-1-1 0 0,0 0 1 0 0,0 1 0 0 0,0-1 0 0 0,0 1-1 0 0,0-1 1 0 0,0 1 0 0 0,0-1 0 0 0,0 1 0 0 0,0 0-1 0 0,-1 1 1 0 0,1 0 43 0 0,-1 0-1 0 0,1 0 1 0 0,0 0-1 0 0,0 0 1 0 0,-1 0-1 0 0,2 1 1 0 0,-1-1-1 0 0,0 0 1 0 0,0 1-1 0 0,0 4 1 0 0,0 5 254 0 0,0 0-1 0 0,1 0 1 0 0,2 18 0 0 0,-2-29-357 0 0,1 14 81 0 0,1 0-1 0 0,1 0 1 0 0,0 0-1 0 0,1-1 1 0 0,1 0-1 0 0,0 0 1 0 0,1 0 0 0 0,0 0-1 0 0,1-1 1 0 0,1 0-1 0 0,16 22 1 0 0,-18-28-82 0 0,1 0-1 0 0,0 0 1 0 0,0-1 0 0 0,0 0 0 0 0,1 0 0 0 0,0-1-1 0 0,0 0 1 0 0,0 0 0 0 0,1 0 0 0 0,-1-2 0 0 0,1 1 0 0 0,0-1-1 0 0,0 0 1 0 0,0 0 0 0 0,1-1 0 0 0,-1-1 0 0 0,1 0 0 0 0,-1 0-1 0 0,16-1 1 0 0,-16 0-17 0 0,-1-1-1 0 0,0 0 1 0 0,0-1-1 0 0,0 0 1 0 0,0 0-1 0 0,0 0 1 0 0,-1-1-1 0 0,1 0 1 0 0,-1-1-1 0 0,0 0 1 0 0,0 0-1 0 0,0 0 1 0 0,0-1-1 0 0,-1 0 1 0 0,1-1-1 0 0,-1 1 1 0 0,-1-1-1 0 0,6-7 0 0 0,6-9 104 0 0,-2-1 0 0 0,-1-1-1 0 0,-1 0 1 0 0,10-26-1 0 0,1-3 513 0 0,-19 47-799 0 0,-2 7 59 0 0,1 19 15 0 0,-5 28 7 0 0,-77 519 495 0 0,66-504-332 0 0,-64 293 1024 0 0,46-246 91 0 0,-52 124 0 0 0,76-219-1061 0 0,-7 16 791 0 0,-19 35 0 0 0,28-58-739 0 0,-1-1-1 0 0,0 0 1 0 0,0 0 0 0 0,0-1-1 0 0,0 1 1 0 0,-1-1 0 0 0,0 0-1 0 0,-1-1 1 0 0,1 1 0 0 0,-9 4-1 0 0,11-8-186 0 0,1-1 0 0 0,-1 1 0 0 0,0-1 0 0 0,1 0 0 0 0,-1 0 0 0 0,0 0 0 0 0,0 0 0 0 0,0-1 0 0 0,0 0 0 0 0,0 0-1 0 0,0 0 1 0 0,1 0 0 0 0,-1 0 0 0 0,0-1 0 0 0,0 0 0 0 0,0 1 0 0 0,0-2 0 0 0,1 1 0 0 0,-1 0 0 0 0,0-1 0 0 0,1 1 0 0 0,-1-1 0 0 0,1 0-1 0 0,0 0 1 0 0,0-1 0 0 0,-1 1 0 0 0,-3-5 0 0 0,0 1-1 0 0,1 0-1 0 0,0-1 1 0 0,1 0-1 0 0,-1 0 1 0 0,1 0 0 0 0,0-1-1 0 0,1 0 1 0 0,0 0-1 0 0,0 0 1 0 0,1 0-1 0 0,-3-10 1 0 0,3-1 0 0 0,0 1 0 0 0,1-1 0 0 0,2 0 0 0 0,0 1 0 0 0,0-1 0 0 0,2 0 0 0 0,0 1 0 0 0,1-1 0 0 0,1 1 0 0 0,1 0 0 0 0,1 0 0 0 0,10-22 0 0 0,8-14 0 0 0,3 1 0 0 0,51-76 0 0 0,-47 84-1571 0 0,50-56 0 0 0,-37 54-1179 0 0,3 2 0 0 0,1 2 1 0 0,2 2-1 0 0,88-54 1 0 0,-94 68-2612 0 0,1 0-2751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7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48 2556 0 0,'-22'-19'20373'0'0,"68"12"-20370"0"0,83-10-1676 0 0,-85 13-3054 0 0,1 3-3856 0 0,-30 1 3038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8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42 2648 0 0,'-16'8'3666'0'0,"1"0"0"0"0,-15 13 0 0 0,-2 0 1438 0 0,10-6-1361 0 0,18-8-2178 0 0,18-7-1294 0 0,178-51-2412 0 0,-63 8-6234 0 0,-103 34 5522 0 0,25-9-5703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48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389 108 2620 0 0,'-35'-36'16903'0'0,"13"8"-12079"0"0,22 27-4762 0 0,0 1 0 0 0,0-1 0 0 0,0 1 0 0 0,0-1-1 0 0,-1 0 1 0 0,1 1 0 0 0,0-1 0 0 0,0 1 0 0 0,0-1 0 0 0,0 1 0 0 0,0-1 0 0 0,0 1 0 0 0,1-1 0 0 0,-1 1 0 0 0,0-1 0 0 0,0 0 0 0 0,0 1-1 0 0,0-1 1 0 0,1 1 0 0 0,-1-1 0 0 0,0 1 0 0 0,0 0 0 0 0,1-1 0 0 0,-1 1 0 0 0,0-1 0 0 0,1 1 0 0 0,-1-1 0 0 0,1 1 0 0 0,-1 0-1 0 0,1-1 1 0 0,15-10 455 0 0,-15 11-472 0 0,5-3 25 0 0,0 0 0 0 0,1 1 0 0 0,-1-1 1 0 0,1 2-1 0 0,0-1 0 0 0,0 1 0 0 0,0 0 0 0 0,0 0 1 0 0,-1 1-1 0 0,1 0 0 0 0,0 0 0 0 0,11 2 0 0 0,-1 1 13 0 0,0 1-1 0 0,0 0 0 0 0,30 12 1 0 0,-40-13-36 0 0,-1 0 1 0 0,0 0-1 0 0,0 0 1 0 0,0 1-1 0 0,0 0 1 0 0,-1 1-1 0 0,1-1 1 0 0,-1 1-1 0 0,0 0 1 0 0,-1 0 0 0 0,1 0-1 0 0,-1 1 1 0 0,0 0-1 0 0,0 0 1 0 0,-1 0-1 0 0,1 0 1 0 0,-2 0-1 0 0,1 1 1 0 0,-1-1-1 0 0,1 1 1 0 0,-2 0-1 0 0,1-1 1 0 0,-1 1-1 0 0,0 0 1 0 0,-1 0-1 0 0,1 0 1 0 0,-1 0-1 0 0,-1 0 1 0 0,1 0-1 0 0,-1 0 1 0 0,0 0-1 0 0,-1 0 1 0 0,0 0-1 0 0,-3 8 1 0 0,-8 8 85 0 0,0 0 0 0 0,-1-1 0 0 0,-2 0 0 0 0,0-1 0 0 0,-1-1 0 0 0,-1 0 0 0 0,-1-2 0 0 0,-1 0 0 0 0,-23 16 1 0 0,42-34-92 0 0,0 1 1 0 0,0-1 0 0 0,1 1 0 0 0,-1-1-1 0 0,0 1 1 0 0,0 0 0 0 0,0-1 0 0 0,0 1-1 0 0,1 0 1 0 0,-1-1 0 0 0,0 1 0 0 0,0 0-1 0 0,1 0 1 0 0,-1 0 0 0 0,1-1 0 0 0,-1 1-1 0 0,1 0 1 0 0,-1 0 0 0 0,0 1 0 0 0,19-4 311 0 0,-5 0-428 0 0,-4 0 66 0 0,1 0 1 0 0,-1 1-1 0 0,0 0 1 0 0,1 1-1 0 0,-1 0 1 0 0,1 0-1 0 0,-1 1 1 0 0,0 0-1 0 0,17 5 1 0 0,-17-3 21 0 0,0 1 1 0 0,0 0-1 0 0,0 0 1 0 0,-1 1-1 0 0,0 0 1 0 0,0 0-1 0 0,0 1 1 0 0,-1 0-1 0 0,1 0 1 0 0,-2 1-1 0 0,1 0 1 0 0,-1 0-1 0 0,0 1 1 0 0,0-1-1 0 0,-1 1 1 0 0,0 1-1 0 0,0-1 1 0 0,-1 1-1 0 0,0 0 1 0 0,-1 0-1 0 0,5 17 1 0 0,-5-15 2 0 0,-1 0 0 0 0,0 0 0 0 0,0 0 0 0 0,-1 1 0 0 0,-1-1 0 0 0,0 0 0 0 0,0 1 0 0 0,-1-1 0 0 0,0 0 0 0 0,-1 0 1 0 0,-1 0-1 0 0,0 0 0 0 0,0 0 0 0 0,-1 0 0 0 0,0-1 0 0 0,-1 0 0 0 0,0 0 0 0 0,-8 12 0 0 0,6-13-17 0 0,0-1 0 0 0,-1 0 0 0 0,1 0 0 0 0,-2-1 0 0 0,1 0 0 0 0,-1 0 0 0 0,0-1 0 0 0,0 0 0 0 0,-1 0 0 0 0,-18 7 0 0 0,15-8 0 0 0,-1-1 0 0 0,0-1 0 0 0,0 0 0 0 0,0-1 0 0 0,0 0 0 0 0,0-1 0 0 0,-25-1 0 0 0,16-2 0 0 0,0-2 0 0 0,0 0 0 0 0,0-1 0 0 0,0-1 0 0 0,1-2 0 0 0,0 0 0 0 0,0-1 0 0 0,1-1 0 0 0,0-1 0 0 0,-20-15 0 0 0,-14-6-4414 0 0,40 26 987 0 0,0-1 0 0 0,-1 2 0 0 0,-30-7 0 0 0,14 6-8814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55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1296 0 0,'0'0'5828'0'0,"-7"19"447"0"0,7-18-6261 0 0,1 0 1 0 0,0 0-1 0 0,0 0 0 0 0,0 0 0 0 0,0 0 0 0 0,0 0 0 0 0,0 0 0 0 0,0 0 1 0 0,0 0-1 0 0,0-1 0 0 0,0 1 0 0 0,1 0 0 0 0,-1-1 0 0 0,0 1 0 0 0,1-1 1 0 0,-1 0-1 0 0,0 1 0 0 0,1-1 0 0 0,-1 0 0 0 0,0 0 0 0 0,1 1 1 0 0,1-1-1 0 0,35 0 82 0 0,-32 0-90 0 0,136-9 159 0 0,-74 3-1735 0 0,130 6 0 0 0,-187 1 462 0 0,-1 1 1 0 0,0 0-1 0 0,-1 0 0 0 0,12 5 0 0 0,-12-2-1801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55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79 137 744 0 0,'-65'40'8844'0'0,"64"-40"-8486"0"0,-11 13 1553 0 0,33-18-1788 0 0,1-2-1 0 0,-1-1 1 0 0,36-18-1 0 0,-2 1-28 0 0,73-34-1426 0 0,-44 15-3798 0 0,-58 29 1555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55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48 1288 0 0,'-78'-48'10680'0'0,"90"52"-9867"0"0,10 7-426 0 0,0 1 1 0 0,0 1-1 0 0,-2 1 1 0 0,1 0 0 0 0,28 29-1 0 0,-14-14-200 0 0,37 33-40 0 0,-2 3-1 0 0,-4 3 1 0 0,114 150 0 0 0,-165-197-140 0 0,-1 1-1 0 0,-2 1 1 0 0,13 29-1 0 0,-19-38 4 0 0,-1 1 0 0 0,-1-1 0 0 0,0 1 0 0 0,-1 0-1 0 0,0 0 1 0 0,0 28 0 0 0,-4-19-15 0 0,0-1 1 0 0,-2 1-1 0 0,-1 0 0 0 0,-1-1 1 0 0,-1 0-1 0 0,-1 0 0 0 0,-1 0 1 0 0,-17 35-1 0 0,10-31-1368 0 0,-27 39 0 0 0,16-35-4136 0 0,15-18 235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5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50 172 0 0,'-23'-13'8410'0'0,"22"13"-8203"0"0,0-1-1 0 0,0 0 0 0 0,0 0 1 0 0,0 0-1 0 0,0 0 1 0 0,0 0-1 0 0,0 0 1 0 0,1 0-1 0 0,-1 0 1 0 0,0 0-1 0 0,1 0 0 0 0,-1-1 1 0 0,1 1-1 0 0,0 0 1 0 0,-1 0-1 0 0,1 0 1 0 0,0-1-1 0 0,-1 1 1 0 0,1 0-1 0 0,0-3 0 0 0,1 3-183 0 0,-1 0-1 0 0,1 0 0 0 0,0 0 0 0 0,0 1 0 0 0,-1-1 0 0 0,1 0 1 0 0,0 1-1 0 0,0-1 0 0 0,0 0 0 0 0,0 1 0 0 0,0-1 0 0 0,0 1 1 0 0,0-1-1 0 0,0 1 0 0 0,0 0 0 0 0,0-1 0 0 0,0 1 0 0 0,0 0 1 0 0,0 0-1 0 0,0 0 0 0 0,0 0 0 0 0,0 0 0 0 0,0 0 0 0 0,0 0 1 0 0,0 0-1 0 0,2 0 0 0 0,1 1-10 0 0,0-1-1 0 0,1 1 1 0 0,-1 0 0 0 0,0 0-1 0 0,1 1 1 0 0,-1-1 0 0 0,0 1 0 0 0,0 0-1 0 0,0 0 1 0 0,4 4 0 0 0,1 0-11 0 0,0 0 0 0 0,15 15 0 0 0,-19-15 7 0 0,1 0-1 0 0,-1 0 1 0 0,0 1-1 0 0,0 0 1 0 0,-1 0 0 0 0,0 0-1 0 0,0 0 1 0 0,-1 0-1 0 0,0 1 1 0 0,0 0 0 0 0,2 12-1 0 0,-3-9-24 0 0,-1 1-1 0 0,0-1 0 0 0,0 0 0 0 0,-1 0 0 0 0,-1 1 1 0 0,0-1-1 0 0,-4 17 0 0 0,-4 2 357 0 0,-1 0 0 0 0,-1 0 0 0 0,-1-1-1 0 0,-2-1 1 0 0,-18 27 0 0 0,31-52-206 0 0,-1 1 46 0 0,0-1-1 0 0,0 0 0 0 0,0 1 1 0 0,-1-1-1 0 0,1 0 1 0 0,-4 3-1 0 0,5-5-46 0 0,6-17 122 0 0,11-8-201 0 0,1 2 0 0 0,1 0 0 0 0,30-27 0 0 0,70-55-215 0 0,-66 61-47 0 0,11-9-236 0 0,62-57-614 0 0,-107 87 749 0 0,-17 20 244 0 0,-1 2 59 0 0,0 0 1 0 0,1 0-1 0 0,-1 0 1 0 0,0 0 0 0 0,0-1-1 0 0,0 1 1 0 0,0 0-1 0 0,0 0 1 0 0,0 0-1 0 0,0 0 1 0 0,0-1 0 0 0,1 1-1 0 0,-1 0 1 0 0,0 0-1 0 0,0 0 1 0 0,0-1-1 0 0,0 1 1 0 0,0 0-1 0 0,0 0 1 0 0,0 0 0 0 0,0 0-1 0 0,0-1 1 0 0,0 1-1 0 0,0 0 1 0 0,0 0-1 0 0,0 0 1 0 0,-1-1 0 0 0,1 1-1 0 0,0 0 1 0 0,0 0-1 0 0,0 0 1 0 0,0-1-1 0 0,0 1 1 0 0,0 0 0 0 0,0 0-1 0 0,0 0 1 0 0,-1 0-1 0 0,1 0 1 0 0,0-1-1 0 0,0 1 1 0 0,0 0-1 0 0,0 0 1 0 0,0 0 0 0 0,-1 0-1 0 0,1 0 1 0 0,-7 2-6 0 0,1 1-1 0 0,0 1 1 0 0,0-1 0 0 0,0 1 0 0 0,0 0 0 0 0,0 0-1 0 0,1 1 1 0 0,-1-1 0 0 0,1 1 0 0 0,-5 7 0 0 0,-46 63-25 0 0,48-64 24 0 0,5-6 11 0 0,0 1 0 0 0,-1-1 0 0 0,2 0-1 0 0,-1 1 1 0 0,1 0 0 0 0,-1 0-1 0 0,2 0 1 0 0,-1 0 0 0 0,1 0 0 0 0,0 0-1 0 0,-1 6 1 0 0,2-9 3 0 0,0 0-1 0 0,0-1 0 0 0,1 1 1 0 0,-1-1-1 0 0,1 1 0 0 0,-1-1 1 0 0,1 1-1 0 0,0-1 1 0 0,0 1-1 0 0,0-1 0 0 0,0 1 1 0 0,0-1-1 0 0,1 0 1 0 0,-1 0-1 0 0,1 0 0 0 0,-1 0 1 0 0,1 0-1 0 0,0 0 0 0 0,0 0 1 0 0,0 0-1 0 0,0-1 1 0 0,0 1-1 0 0,0-1 0 0 0,0 1 1 0 0,1-1-1 0 0,-1 0 1 0 0,0 0-1 0 0,4 1 0 0 0,7 2-61 0 0,0 0 0 0 0,0-1 0 0 0,1 0 1 0 0,-1-1-1 0 0,1-1 0 0 0,0 0 0 0 0,13-2 0 0 0,97-12-2218 0 0,-97 9 1522 0 0,0-1-1606 0 0,29-10 1 0 0,-15 4-1849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56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2 448 0 0,'-16'-1'8365'0'0,"-22"4"-1315"0"0,34-2-6310 0 0,6 0-292 0 0,26 0-196 0 0,37-3-51 0 0,27 0-1846 0 0,-35 6-4094 0 0,-38 1-1977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3:57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12 2236 0 0,'-83'72'10401'0'0,"83"-72"-10374"0"0,0 0 0 0 0,-1 0 0 0 0,1 1 0 0 0,0-1 0 0 0,0 0 0 0 0,0 0-1 0 0,0 1 1 0 0,0-1 0 0 0,0 0 0 0 0,0 0 0 0 0,0 1 0 0 0,0-1 0 0 0,0 0 0 0 0,0 1 0 0 0,0-1-1 0 0,0 0 1 0 0,0 0 0 0 0,0 1 0 0 0,0-1 0 0 0,0 0 0 0 0,0 0 0 0 0,0 1 0 0 0,0-1 0 0 0,0 0 0 0 0,0 1-1 0 0,0-1 1 0 0,0 0 0 0 0,1 0 0 0 0,-1 1 0 0 0,0-1 0 0 0,0 0 0 0 0,0 0 0 0 0,0 0 0 0 0,1 1-1 0 0,-1-1 1 0 0,0 0 0 0 0,0 0 0 0 0,1 0 0 0 0,-1 0 0 0 0,0 0 0 0 0,0 1 0 0 0,1-1 0 0 0,-1 0 0 0 0,1 1 23 0 0,1-1 1 0 0,-1 1 0 0 0,0-1 0 0 0,1 1 0 0 0,-1-1 0 0 0,0 1 0 0 0,1-1 0 0 0,-1 0 0 0 0,1 0 0 0 0,-1 1-1 0 0,3-1 1 0 0,53-7-225 0 0,0-3 0 0 0,74-22 0 0 0,-56 13-1958 0 0,-22 6-1621 0 0,0-4-1867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1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42 80 0 0,'2'-2'2058'0'0,"-1"0"-1452"0"0,0 0 1 0 0,0 0-1 0 0,1 0 1 0 0,-1 0 0 0 0,0 0-1 0 0,-1-1 1 0 0,1 1-1 0 0,0-3 1 0 0,-1 4-540 0 0,0 1 0 0 0,0-1 0 0 0,0 0 0 0 0,0 1 0 0 0,0-1 0 0 0,0 0 0 0 0,0 1 0 0 0,0-1 0 0 0,0 0 0 0 0,-1 1-1 0 0,1-1 1 0 0,0 0 0 0 0,-1 1 0 0 0,1-1 0 0 0,0 1 0 0 0,-1-1 0 0 0,1 1 0 0 0,0-1 0 0 0,-1 0 0 0 0,1 1 0 0 0,-1 0 0 0 0,1-1 0 0 0,-1 1 0 0 0,0-1 0 0 0,1 1 0 0 0,-1 0 0 0 0,1-1 0 0 0,-1 1 0 0 0,0 0 0 0 0,1-1 0 0 0,-1 1 0 0 0,0 0 0 0 0,1 0 0 0 0,-1 0 0 0 0,0 0 0 0 0,1 0 0 0 0,-1 0 0 0 0,0 0 0 0 0,1 0-1 0 0,-1 0 1 0 0,0 0 0 0 0,1 0 0 0 0,-1 0 0 0 0,0 0 0 0 0,-8 1 17 0 0,1 0 0 0 0,-1 1-1 0 0,1 0 1 0 0,0 0-1 0 0,0 0 1 0 0,0 1 0 0 0,0 0-1 0 0,0 1 1 0 0,1 0-1 0 0,-1 0 1 0 0,1 1 0 0 0,-11 8-1 0 0,-10 10 57 0 0,-40 44 0 0 0,57-55-97 0 0,-3 2-13 0 0,1 1 1 0 0,0 0-1 0 0,2 1 1 0 0,0 0-1 0 0,0 0 1 0 0,2 2-1 0 0,0-1 1 0 0,1 1-1 0 0,-6 19 0 0 0,13-35-23 0 0,0-1-1 0 0,1 0 0 0 0,0 1 1 0 0,-1-1-1 0 0,1 1 1 0 0,0-1-1 0 0,0 0 0 0 0,-1 1 1 0 0,1-1-1 0 0,0 1 0 0 0,1-1 1 0 0,-1 1-1 0 0,0-1 0 0 0,0 0 1 0 0,1 1-1 0 0,-1-1 0 0 0,0 1 1 0 0,1-1-1 0 0,-1 0 0 0 0,1 1 1 0 0,0-1-1 0 0,-1 0 0 0 0,1 0 1 0 0,0 0-1 0 0,0 1 0 0 0,0-1 1 0 0,0 0-1 0 0,0 0 0 0 0,0 0 1 0 0,0 0-1 0 0,0-1 0 0 0,0 1 1 0 0,1 0-1 0 0,-1 0 0 0 0,0-1 1 0 0,1 1-1 0 0,-1-1 0 0 0,0 1 1 0 0,1-1-1 0 0,-1 1 1 0 0,3-1-1 0 0,1 1 13 0 0,0 0 1 0 0,1-1-1 0 0,-1 0 1 0 0,1 0-1 0 0,-1 0 0 0 0,1-1 1 0 0,-1 0-1 0 0,0 0 1 0 0,10-3-1 0 0,-5 0 29 0 0,0 0-1 0 0,0-1 1 0 0,0-1 0 0 0,0 0-1 0 0,-1 0 1 0 0,0 0 0 0 0,0-1-1 0 0,0-1 1 0 0,-1 0-1 0 0,-1 0 1 0 0,11-13 0 0 0,-2-3 897 0 0,-1 1 0 0 0,-1-2 0 0 0,15-36 1 0 0,-11 26-3 0 0,-17 34-936 0 0,-1 1-19 0 0,1 0 15 0 0,-1 0 1 0 0,0 1 0 0 0,1-1 0 0 0,-1 0 0 0 0,0 0 0 0 0,1 0-1 0 0,-1 1 1 0 0,0-1 0 0 0,1 0 0 0 0,-1 0 0 0 0,0 1 0 0 0,1-1 0 0 0,-1 0-1 0 0,0 1 1 0 0,0-1 0 0 0,0 0 0 0 0,1 1 0 0 0,-1-1 0 0 0,0 1-1 0 0,0-1 1 0 0,0 0 0 0 0,0 1 0 0 0,0-1 0 0 0,1 1 0 0 0,-17 282 3906 0 0,2-99-2563 0 0,-2 95-73 0 0,9-201-367 0 0,7-76-804 0 0,-4-12-2978 0 0,5 5 2011 0 0,0 0 0 0 0,0 0 0 0 0,0 1 0 0 0,0-1 0 0 0,1 0 0 0 0,-1 1 1 0 0,1-1-1 0 0,1 1 0 0 0,-1-1 0 0 0,1 1 0 0 0,4-6 0 0 0,-1-1-2140 0 0,8-10-4059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1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0 808 0 0,'-1'0'3632'0'0,"-13"4"769"0"0,9-4-2937 0 0,0 1-1 0 0,0 0 1 0 0,1 0-1 0 0,-1 1 1 0 0,1-1-1 0 0,-1 1 1 0 0,-7 4-1 0 0,11-5-975 0 0,1 0-446 0 0,0-1 1 0 0,1 1 0 0 0,-1 0 0 0 0,0 0-1 0 0,0 0 1 0 0,1-1 0 0 0,-1 1 0 0 0,1 0-1 0 0,-1 0 1 0 0,1-1 0 0 0,-1 1 0 0 0,1 0-1 0 0,-1-1 1 0 0,1 1 0 0 0,-1 0 0 0 0,1-1-1 0 0,0 1 1 0 0,-1-1 0 0 0,1 1 0 0 0,0-1-1 0 0,0 1 1 0 0,-1-1 0 0 0,1 0 0 0 0,2 1-1 0 0,21 6 326 0 0,-20-6-242 0 0,36 6 266 0 0,1-1 0 0 0,81 0 0 0 0,80-19 161 0 0,-187 13-628 0 0,-13 0-103 0 0,0 0 0 0 0,-1 0 0 0 0,1 0 0 0 0,-1 0 0 0 0,1 0 0 0 0,0-1 0 0 0,-1 1 0 0 0,1-1 0 0 0,-1 1 0 0 0,1-1 0 0 0,-1 1 0 0 0,1-1 0 0 0,1-1 0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2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2 143 1716 0 0,'-1'-25'7530'0'0,"1"22"-7223"0"0,0-1-1 0 0,0 1 1 0 0,1-1-1 0 0,0 1 1 0 0,0-1-1 0 0,0 1 1 0 0,0 0-1 0 0,0-1 1 0 0,0 1-1 0 0,1 0 1 0 0,0 0-1 0 0,0 0 1 0 0,0 0-1 0 0,4-5 1 0 0,-1 3-64 0 0,0 1 0 0 0,0-1 1 0 0,1 1-1 0 0,-1 0 0 0 0,1 0 1 0 0,0 0-1 0 0,8-3 1 0 0,-2 2-121 0 0,-1 1 0 0 0,1 0 1 0 0,0 0-1 0 0,1 1 0 0 0,-1 1 1 0 0,0 0-1 0 0,1 0 1 0 0,15 1-1 0 0,-16 2-90 0 0,-1 0 0 0 0,0 1 0 0 0,0 0 0 0 0,0 1 0 0 0,0 0 0 0 0,0 0 0 0 0,0 1 0 0 0,-1 1 0 0 0,1 0 0 0 0,13 9 0 0 0,-20-11 4 0 0,0 0 0 0 0,0 0 1 0 0,0 0-1 0 0,0 1 0 0 0,0 0 0 0 0,-1 0 0 0 0,1 0 0 0 0,-1 0 0 0 0,0 0 0 0 0,0 1 0 0 0,-1-1 0 0 0,1 1 0 0 0,-1 0 0 0 0,0 0 0 0 0,0 0 0 0 0,-1 0 0 0 0,1 0 1 0 0,-1 0-1 0 0,0 0 0 0 0,-1 1 0 0 0,1-1 0 0 0,-1 0 0 0 0,0 0 0 0 0,-1 9 0 0 0,-2 2 154 0 0,-1 0 1 0 0,-1 0-1 0 0,0 0 1 0 0,-1 0-1 0 0,0-1 0 0 0,-1 0 1 0 0,-10 15-1 0 0,-6 5 1076 0 0,-42 51 1 0 0,64-86-1242 0 0,1 1 0 0 0,-1-1 0 0 0,1 1 0 0 0,-1-1 0 0 0,1 0 0 0 0,-1 1 1 0 0,1-1-1 0 0,-1 1 0 0 0,1-1 0 0 0,0 1 0 0 0,-1 0 0 0 0,1-1 0 0 0,0 1 0 0 0,-1-1 1 0 0,1 1-1 0 0,0 0 0 0 0,0-1 0 0 0,0 1 0 0 0,0 0 0 0 0,-1-1 0 0 0,1 1 0 0 0,0 0 1 0 0,0-1-1 0 0,0 1 0 0 0,0 0 0 0 0,0-1 0 0 0,1 1 0 0 0,-1 0 0 0 0,0-1 0 0 0,0 1 1 0 0,0-1-1 0 0,1 1 0 0 0,-1 0 0 0 0,0-1 0 0 0,0 1 0 0 0,1-1 0 0 0,0 2 0 0 0,0-1 5 0 0,11-1-2 0 0,-3 2-21 0 0,3 0-26 0 0,1 1-1 0 0,-1 0 1 0 0,0 1-1 0 0,0 0 1 0 0,0 1-1 0 0,-1 0 0 0 0,0 1 1 0 0,0 0-1 0 0,20 15 1 0 0,-19-12 161 0 0,-1 1 0 0 0,0 0 0 0 0,0 0 0 0 0,-1 1 1 0 0,-1 1-1 0 0,0 0 0 0 0,0 0 0 0 0,8 17 0 0 0,-14-24-32 0 0,-1 1-1 0 0,0-1 1 0 0,0 1-1 0 0,-1 0 1 0 0,1-1-1 0 0,-1 1 1 0 0,-1 0-1 0 0,1 0 1 0 0,-1 0-1 0 0,0 0 1 0 0,0-1-1 0 0,-2 10 1 0 0,1-6 245 0 0,-2 0 1 0 0,1-1 0 0 0,-1 1 0 0 0,0-1 0 0 0,-1 1-1 0 0,0-1 1 0 0,-8 12 0 0 0,3-8 12 0 0,0-1 0 0 0,0 0-1 0 0,-1 0 1 0 0,0-1 0 0 0,0 0-1 0 0,-2-1 1 0 0,1 0 0 0 0,-1-1 0 0 0,0 0-1 0 0,-14 6 1 0 0,10-7-369 0 0,0 0 0 0 0,0-1 0 0 0,0-1 0 0 0,-1 0 0 0 0,1-2 0 0 0,-1 0 0 0 0,0 0 0 0 0,0-2 0 0 0,-26 0 0 0 0,20-2 0 0 0,-6-1 0 0 0,24-1 0 0 0,2 1 0 0 0,1 1-145 0 0,0 0 0 0 0,0 0 0 0 0,0 0 0 0 0,0-1 1 0 0,0 1-1 0 0,0 0 0 0 0,1-1 0 0 0,-1 1 0 0 0,0-1 0 0 0,1 0 0 0 0,-1 1 0 0 0,1-1 0 0 0,0 0 1 0 0,0 0-1 0 0,0 0 0 0 0,0 0 0 0 0,0 0 0 0 0,0 0 0 0 0,0 0 0 0 0,0 0 0 0 0,1 0 0 0 0,-1 0 1 0 0,1-1-1 0 0,0 1 0 0 0,0 0 0 0 0,0 0 0 0 0,0-1 0 0 0,0 1 0 0 0,0 0 0 0 0,0 0 0 0 0,1 0 1 0 0,-1-1-1 0 0,1 1 0 0 0,-1 0 0 0 0,2-2 0 0 0,1-5-656 0 0,1 1 0 0 0,-1 0 0 0 0,1 1 0 0 0,0-1 1 0 0,1 1-1 0 0,0-1 0 0 0,9-9 0 0 0,0 4-2860 0 0,0-1 0 0 0,30-19 1 0 0,-13 11-4098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3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3388 0 0,'-11'3'2154'0'0,"-27"11"8326"0"0,37-14-10159 0 0,0 0 0 0 0,0 1-1 0 0,0-1 1 0 0,0 0 0 0 0,0 0 0 0 0,0 1-1 0 0,0-1 1 0 0,0 0 0 0 0,1 1-1 0 0,-1-1 1 0 0,0 1 0 0 0,0 0 0 0 0,0-1-1 0 0,-1 2 643 0 0,1-1-643 0 0,0 1 1 0 0,3 0-140 0 0,0 0-1 0 0,0 0 1 0 0,1 0-1 0 0,-1 0 1 0 0,1-1-1 0 0,0 0 1 0 0,-1 1-1 0 0,1-1 1 0 0,0 0 0 0 0,0 0-1 0 0,0 0 1 0 0,0-1-1 0 0,0 1 1 0 0,0-1-1 0 0,4 1 1 0 0,55 2 715 0 0,-47-2-684 0 0,278-4 1260 0 0,-289 3-1415 0 0,-1-1 10 0 0,-1 1-164 0 0,-1 0 0 0 0,1 0 0 0 0,0 0 0 0 0,-1 0 1 0 0,1-1-1 0 0,-1 1 0 0 0,1-1 0 0 0,0 1 0 0 0,-1-1 1 0 0,1 0-1 0 0,-1 1 0 0 0,1-1 0 0 0,1-2 1 0 0,11-16-7873 0 0,-12 17 6994 0 0,0-2-290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3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24 1976 0 0,'-4'-3'1752'0'0,"-1"0"0"0"0,1 0 0 0 0,-1 0 0 0 0,0 1-1 0 0,-6-3 1 0 0,8 4-1347 0 0,0 0-1 0 0,-1 0 0 0 0,1 1 0 0 0,-1-1 1 0 0,1 1-1 0 0,-1 0 0 0 0,-6 0 0 0 0,-3 2 29 0 0,1 0-1 0 0,-1 1 0 0 0,0 1 0 0 0,1 0 0 0 0,0 1 1 0 0,0 0-1 0 0,0 1 0 0 0,-14 9 0 0 0,2 2-125 0 0,0 0 0 0 0,-33 31 1 0 0,49-40-263 0 0,0 0 1 0 0,1 1 0 0 0,-13 17 0 0 0,17-21-29 0 0,1-1 0 0 0,-1 0 0 0 0,1 1 0 0 0,0 0 0 0 0,0-1 0 0 0,1 1 1 0 0,0 0-1 0 0,-1 0 0 0 0,2 0 0 0 0,-2 8 0 0 0,3-10-4 0 0,0-1 0 0 0,0 1 0 0 0,0-1 0 0 0,0 1 0 0 0,1-1-1 0 0,-1 1 1 0 0,1-1 0 0 0,-1 0 0 0 0,1 0 0 0 0,0 0 0 0 0,0 0 0 0 0,0 0 0 0 0,0 0 0 0 0,0 0 0 0 0,1-1 0 0 0,-1 1 0 0 0,3 1 0 0 0,15 7 20 0 0,0-1 1 0 0,40 12-1 0 0,-40-15-38 0 0,0 1 0 0 0,0 1 0 0 0,28 16 0 0 0,-36-17-17 0 0,-1 1-1 0 0,1 0 0 0 0,-1 1 0 0 0,-1 0 0 0 0,1 1 1 0 0,-2 0-1 0 0,1 1 0 0 0,12 19 0 0 0,-18-24 20 0 0,-1 1-1 0 0,0-1 1 0 0,0 1-1 0 0,0 0 1 0 0,-1-1-1 0 0,0 1 0 0 0,0 0 1 0 0,-1 0-1 0 0,0 1 1 0 0,0-1-1 0 0,-1 0 1 0 0,0 0-1 0 0,0 0 0 0 0,0 0 1 0 0,-1 1-1 0 0,0-1 1 0 0,-1 0-1 0 0,-3 11 1 0 0,1-8 205 0 0,0 0 0 0 0,0-1 1 0 0,-1 1-1 0 0,0-1 0 0 0,-1 0 1 0 0,0-1-1 0 0,0 1 0 0 0,-1-1 1 0 0,0 0-1 0 0,0-1 0 0 0,-1 0 1 0 0,0 0-1 0 0,0 0 0 0 0,-14 7 1 0 0,10-7 28 0 0,0-1 0 0 0,0-1 1 0 0,-1 0-1 0 0,0 0 0 0 0,0-1 0 0 0,0-1 1 0 0,-1 0-1 0 0,1-1 0 0 0,-1 0 0 0 0,-18-1 1 0 0,29-1-245 0 0,0 0 0 0 0,-1 0 0 0 0,1 0 0 0 0,-1-1 0 0 0,1 1 0 0 0,0-1 0 0 0,-1 0 0 0 0,1 0 0 0 0,0 0 0 0 0,0 0 0 0 0,-1-1 0 0 0,1 1 0 0 0,0-1 0 0 0,1 0 0 0 0,-5-3 0 0 0,5 3-183 0 0,0 0 1 0 0,0 0 0 0 0,1 0 0 0 0,-1-1 0 0 0,0 1-1 0 0,1-1 1 0 0,0 1 0 0 0,-1-1 0 0 0,1 0 0 0 0,0 0-1 0 0,1 1 1 0 0,-1-1 0 0 0,0 0 0 0 0,0-5 0 0 0,1 0-516 0 0,0-1 1 0 0,0 1 0 0 0,1 0 0 0 0,1-1 0 0 0,-1 1 0 0 0,1 0 0 0 0,0-1 0 0 0,1 1 0 0 0,0 0 0 0 0,6-11 0 0 0,23-39-6257 0 0,-12 26 761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3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23 106 600 0 0,'-19'-25'14754'0'0,"19"25"-14645"0"0,-1-1-1 0 0,1 1 1 0 0,0-1-1 0 0,-1 1 1 0 0,1-1-1 0 0,0 1 1 0 0,0-1-1 0 0,0 1 1 0 0,-1-1 0 0 0,1 1-1 0 0,0-1 1 0 0,0 1-1 0 0,0-1 1 0 0,0 1-1 0 0,0-1 1 0 0,0 0-1 0 0,0 1 1 0 0,0-1 0 0 0,0 1-1 0 0,0-1 1 0 0,0 1-1 0 0,0-1 1 0 0,1 1-1 0 0,-1-1 1 0 0,0 1-1 0 0,0-1 1 0 0,0 1 0 0 0,1-1-1 0 0,-1 1 1 0 0,0-1-1 0 0,1 1 1 0 0,-1-1-1 0 0,0 1 1 0 0,1 0-1 0 0,-1-1 1 0 0,1 1-1 0 0,-1 0 1 0 0,1-1 0 0 0,-1 1-1 0 0,0 0 1 0 0,1 0-1 0 0,-1-1 1 0 0,1 1-1 0 0,-1 0 1 0 0,1 0-1 0 0,0 0 1 0 0,-1-1 0 0 0,1 1-1 0 0,-1 0 1 0 0,1 0-1 0 0,-1 0 1 0 0,1 0-1 0 0,39-6-310 0 0,-31 5 731 0 0,324-48-1081 0 0,-304 46-2122 0 0,9 3-6529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 1336 0 0,'-49'18'6715'0'0,"-39"14"3783"0"0,86-31-10040 0 0,-3 6 622 0 0,18-4-888 0 0,1-1 0 0 0,1-1 0 0 0,-1 0 0 0 0,0 0 0 0 0,28-4 1 0 0,-8 1-136 0 0,0 1-574 0 0,59-2-2397 0 0,-35-1-6051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4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1 564 0 0,'-103'47'15689'0'0,"104"-43"-14572"0"0,-1-4-1096 0 0,0 0-1 0 0,0 0 1 0 0,0 1-1 0 0,0-1 1 0 0,0 0 0 0 0,0 0-1 0 0,0 1 1 0 0,0-1 0 0 0,0 0-1 0 0,0 0 1 0 0,0 1-1 0 0,0-1 1 0 0,0 0 0 0 0,0 0-1 0 0,0 0 1 0 0,1 1-1 0 0,-1-1 1 0 0,0 0 0 0 0,0 0-1 0 0,0 1 1 0 0,0-1-1 0 0,0 0 1 0 0,1 0 0 0 0,-1 0-1 0 0,0 0 1 0 0,0 1-1 0 0,0-1 1 0 0,1 0 0 0 0,-1 0-1 0 0,0 0 1 0 0,0 0 0 0 0,0 0-1 0 0,1 0 1 0 0,-1 1-1 0 0,0-1 1 0 0,0 0 0 0 0,1 0-1 0 0,-1 0 1 0 0,0 0-1 0 0,1 0 1 0 0,38 0 205 0 0,0-1 1 0 0,76-12-1 0 0,-35 3-1863 0 0,32-4-1501 0 0,-35 4-1771 0 0,-7 2-1897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04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116 108 512 0 0,'9'-93'26084'0'0,"-9"79"-21641"0"0,-20 146-2715 0 0,-5 68-1728 0 0,-15 106 0 0 0,23-171 0 0 0,16-121 0 0 0,-1-3 0 0 0,1 0 0 0 0,1-11-36 0 0,0 0 0 0 0,0 1 1 0 0,1-1-1 0 0,-1 0 0 0 0,0 0 0 0 0,0 0 0 0 0,0 1 1 0 0,0-1-1 0 0,0 0 0 0 0,0 0 0 0 0,-1 0 0 0 0,1 1 1 0 0,0-1-1 0 0,0 0 0 0 0,0 0 0 0 0,0 0 0 0 0,0 1 1 0 0,0-1-1 0 0,0 0 0 0 0,0 0 0 0 0,0 0 0 0 0,-1 1 1 0 0,1-1-1 0 0,0 0 0 0 0,0 0 0 0 0,0 0 0 0 0,0 0 1 0 0,0 0-1 0 0,-1 1 0 0 0,1-1 0 0 0,0 0 0 0 0,0 0 1 0 0,0 0-1 0 0,-1 0 0 0 0,1 0 0 0 0,0 0 0 0 0,0 0 1 0 0,0 0-1 0 0,-1 0 0 0 0,1 0 0 0 0,0 0 0 0 0,0 0 1 0 0,0 0-1 0 0,-1 0 0 0 0,1 0 0 0 0,0 0 1 0 0,0 0-1 0 0,-1 0 0 0 0,1 0 0 0 0,0 0 0 0 0,0 0 1 0 0,0 0-1 0 0,-1 0 0 0 0,1 0 0 0 0,0 0 0 0 0,0 0 1 0 0,0-1-1 0 0,0 1 0 0 0,-1 0 0 0 0,1 0 0 0 0,0 0 1 0 0,0 0-1 0 0,0 0 0 0 0,0-1 0 0 0,0 1 0 0 0,-1 0 1 0 0,-8-13-5016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0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97 1564 0 0,'-5'-13'3275'0'0,"1"5"-1955"0"0,1 0 0 0 0,0-1-1 0 0,0 1 1 0 0,1 0 0 0 0,0-1 0 0 0,-1-9 0 0 0,3 17-1254 0 0,0 1 1 0 0,0-1-1 0 0,0 1 1 0 0,0-1-1 0 0,0 0 0 0 0,0 1 1 0 0,0-1-1 0 0,1 1 1 0 0,-1-1-1 0 0,0 1 1 0 0,0-1-1 0 0,1 0 0 0 0,-1 1 1 0 0,0-1-1 0 0,1 1 1 0 0,-1-1-1 0 0,0 1 1 0 0,1 0-1 0 0,-1-1 0 0 0,1 1 1 0 0,-1-1-1 0 0,1 1 1 0 0,-1 0-1 0 0,1-1 1 0 0,-1 1-1 0 0,1 0 0 0 0,0-1 1 0 0,19-1 842 0 0,19 11-145 0 0,-22-3-599 0 0,-1 1 0 0 0,0 1 0 0 0,0 0-1 0 0,0 1 1 0 0,-1 1 0 0 0,-1 0 0 0 0,1 1 0 0 0,-2 1 0 0 0,0 0 0 0 0,22 26-1 0 0,-29-30-108 0 0,0 0-1 0 0,-1 1 1 0 0,0-1-1 0 0,0 1 1 0 0,-1 1-1 0 0,0-1 1 0 0,0 0-1 0 0,-1 1 1 0 0,2 10-1 0 0,-4-12-7 0 0,0-1-1 0 0,-1 0 1 0 0,0 1-1 0 0,0 0 1 0 0,0-1-1 0 0,-1 0 1 0 0,0 1-1 0 0,-1-1 1 0 0,0 1-1 0 0,0-1 1 0 0,0 0 0 0 0,-1 0-1 0 0,-4 8 1 0 0,-1-1 9 0 0,-1 0 0 0 0,-1-1 0 0 0,0 0 1 0 0,0 0-1 0 0,-1-1 0 0 0,-1-1 0 0 0,0 0 1 0 0,-26 18-1 0 0,22-18 7 0 0,-2 0 0 0 0,1-2-1 0 0,-1 0 1 0 0,-1-1 0 0 0,1 0 0 0 0,-35 8 0 0 0,36-16 26 0 0,13-1-77 0 0,4 1-12 0 0,-1 0-1 0 0,0-1 1 0 0,0 1-1 0 0,1 0 1 0 0,-1 0 0 0 0,0 0-1 0 0,1-1 1 0 0,-1 1 0 0 0,0 0-1 0 0,1-1 1 0 0,-1 1 0 0 0,0-1-1 0 0,1 1 1 0 0,-1-1-1 0 0,1 1 1 0 0,-1-1 0 0 0,1 1-1 0 0,-1-1 1 0 0,1 1 0 0 0,-1-1-1 0 0,1 1 1 0 0,0-1-1 0 0,-1 0 1 0 0,1 1 0 0 0,0-1-1 0 0,-1 0 1 0 0,1 0 0 0 0,0 1-1 0 0,0-1 1 0 0,0 0-1 0 0,0 1 1 0 0,0-1 0 0 0,0 0-1 0 0,0 0 1 0 0,0 1 0 0 0,0-2-1 0 0,5-25-20 0 0,-1 15 4 0 0,1 1 1 0 0,1 0 0 0 0,-1 0 0 0 0,2 0 0 0 0,13-17 0 0 0,46-48-44 0 0,-33 40 38 0 0,58-57-17 0 0,-56 59 31 0 0,61-74 1 0 0,-94 105 13 0 0,8-14 29 0 0,-10 17-33 0 0,0 0-1 0 0,0-1 1 0 0,1 1 0 0 0,-1 0 0 0 0,0-1-1 0 0,0 1 1 0 0,0-1 0 0 0,0 1 0 0 0,0 0-1 0 0,0-1 1 0 0,0 1 0 0 0,0-1 0 0 0,0 1-1 0 0,0 0 1 0 0,0-1 0 0 0,0 1 0 0 0,-1-1-1 0 0,1 1 1 0 0,0 0 0 0 0,0-1 0 0 0,0 1-1 0 0,0 0 1 0 0,-1-1 0 0 0,1 1 0 0 0,0 0-1 0 0,0-1 1 0 0,-1 1 0 0 0,1 0 0 0 0,0-1-1 0 0,0 1 1 0 0,-1 0 0 0 0,1 0 0 0 0,-1-1-1 0 0,-1 2 2 0 0,0 0 0 0 0,0-1 0 0 0,0 1 0 0 0,0 0 0 0 0,0 1 0 0 0,0-1 0 0 0,0 0 0 0 0,0 1 0 0 0,-2 2 0 0 0,2-3 8 0 0,-10 11 2 0 0,0 0-1 0 0,1 0 0 0 0,0 2 1 0 0,0-1-1 0 0,-12 23 1 0 0,-35 77 33 0 0,50-95-35 0 0,0 1 0 0 0,-6 27 0 0 0,12-41-6 0 0,1 0 1 0 0,0 0 0 0 0,0 0 0 0 0,0 0 0 0 0,1 0-1 0 0,0 0 1 0 0,0 0 0 0 0,0 0 0 0 0,1 0 0 0 0,0 1-1 0 0,0-1 1 0 0,0 0 0 0 0,0-1 0 0 0,5 10 0 0 0,-4-11-2 0 0,1 0 0 0 0,-1 0 0 0 0,1 0 0 0 0,0 0 0 0 0,0-1 1 0 0,0 1-1 0 0,1-1 0 0 0,-1 0 0 0 0,0 0 0 0 0,1 0 0 0 0,0-1 0 0 0,-1 1 0 0 0,1-1 1 0 0,0 0-1 0 0,0 0 0 0 0,-1 0 0 0 0,8 0 0 0 0,6 2-31 0 0,1-2-1 0 0,26 0 1 0 0,3-4-994 0 0,-1-1 0 0 0,1-3 1 0 0,47-12-1 0 0,56-28-7812 0 0,-99 27 2189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0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55 1980 0 0,'-28'-7'4162'0'0,"5"2"183"0"0,0 0 1 0 0,-46-3-1 0 0,87 6-4172 0 0,1 0 1 0 0,26-7-1 0 0,16-2-246 0 0,17 6-1959 0 0,-27 8-3175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0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28 1348 0 0,'-21'16'3878'0'0,"1"0"0"0"0,1 2 1 0 0,-27 31-1 0 0,45-49-3813 0 0,1 1 1 0 0,-1-1 0 0 0,1 1-1 0 0,-1-1 1 0 0,1 0-1 0 0,0 1 1 0 0,-1-1 0 0 0,1 1-1 0 0,0-1 1 0 0,-1 1 0 0 0,1-1-1 0 0,0 1 1 0 0,0 0-1 0 0,-1-1 1 0 0,1 1 0 0 0,0-1-1 0 0,0 1 1 0 0,0 0-1 0 0,0-1 1 0 0,0 1 0 0 0,0-1-1 0 0,0 1 1 0 0,0 0-1 0 0,0-1 1 0 0,0 1 0 0 0,0-1-1 0 0,0 1 1 0 0,1 0-1 0 0,-1-1 1 0 0,0 1 0 0 0,1 0-1 0 0,0 0-18 0 0,0-1-1 0 0,0 1 1 0 0,0-1-1 0 0,0 1 0 0 0,0-1 1 0 0,0 0-1 0 0,0 1 1 0 0,1-1-1 0 0,-1 0 1 0 0,0 0-1 0 0,0 0 0 0 0,0 0 1 0 0,1 0-1 0 0,1 0 1 0 0,45-9 134 0 0,-47 9-135 0 0,192-63-3460 0 0,-70 9-4645 0 0,-79 32 2052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0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89 496 0 0,'-6'-15'4586'0'0,"-1"0"0"0"0,-1 0 0 0 0,-20-28 1517 0 0,27 43-5973 0 0,1 0 1 0 0,0 1-1 0 0,-1-1 0 0 0,1 0 0 0 0,-1 1 0 0 0,1-1 1 0 0,-1 1-1 0 0,1-1 0 0 0,0 0 0 0 0,-1 1 1 0 0,1-1-1 0 0,0 1 0 0 0,-1-1 0 0 0,1 1 0 0 0,0-1 1 0 0,0 1-1 0 0,0-1 0 0 0,-1 1 0 0 0,1 1 0 0 0,11 140 6148 0 0,-3-61-4647 0 0,14 496 266 0 0,-22-564-1897 0 0,-1-2 0 0 0,-2-2 0 0 0,0-14-123 0 0,3 1 798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1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7 1632 0 0,'-7'-6'15733'0'0,"-16"40"-13796"0"0,0-1-1339 0 0,-42 51-131 0 0,-70 96-119 0 0,55-51-6439 0 0,67-106 1269 0 0,1-4-2576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81 1560 0 0,'-21'-25'4406'0'0,"-17"-21"2968"0"0,28 37-5995 0 0,4 12 366 0 0,6-1-1612 0 0,-1-1 0 0 0,1 1 0 0 0,-1 0 0 0 0,1 0 0 0 0,0-1 0 0 0,0 1 0 0 0,0 0 0 0 0,-1 0 0 0 0,2-1 0 0 0,-1 3 0 0 0,3 12 22 0 0,1-1-1 0 0,0 1 1 0 0,2-1 0 0 0,-1 0 0 0 0,2 0-1 0 0,0-1 1 0 0,1 0 0 0 0,0 0 0 0 0,1-1-1 0 0,1 0 1 0 0,0-1 0 0 0,22 22-1 0 0,-23-25-141 0 0,1 0-1 0 0,0-1 0 0 0,1-1 0 0 0,0 1 0 0 0,0-2 0 0 0,0 1 1 0 0,1-2-1 0 0,0 0 0 0 0,0 0 0 0 0,0-1 0 0 0,0 0 0 0 0,1-1 1 0 0,0-1-1 0 0,0 0 0 0 0,0 0 0 0 0,17-1 0 0 0,-25-1-8 0 0,0-1-1 0 0,-1 0 1 0 0,1 0 0 0 0,0 0-1 0 0,0 0 1 0 0,0-1 0 0 0,-1 1-1 0 0,1-1 1 0 0,-1-1 0 0 0,1 1-1 0 0,-1-1 1 0 0,0 1 0 0 0,0-1-1 0 0,0 0 1 0 0,-1-1-1 0 0,1 1 1 0 0,0-1 0 0 0,-1 1-1 0 0,0-1 1 0 0,0 0 0 0 0,0 0-1 0 0,4-9 1 0 0,1-4 5 0 0,-1-1-1 0 0,-1 0 1 0 0,-1 0-1 0 0,6-28 1 0 0,-7 27 23 0 0,-4 17 74 0 0,-1 2-85 0 0,1 0 0 0 0,-1 1 0 0 0,0-1 0 0 0,1 1 0 0 0,-1-1 0 0 0,0 0 0 0 0,0 1-1 0 0,1 0 1 0 0,-1-1 0 0 0,1 1 0 0 0,-1-1 0 0 0,1 1 0 0 0,-1 0 0 0 0,1-1 0 0 0,-1 1 0 0 0,1 0 0 0 0,-1-1 0 0 0,1 1 0 0 0,0 0 0 0 0,-1 0 0 0 0,1 0 0 0 0,0 1 0 0 0,-7 22 296 0 0,6-21-237 0 0,-85 393 2767 0 0,41-165-1927 0 0,31-166-684 0 0,-8 42 182 0 0,-37 104 0 0 0,55-201-358 0 0,1 0-1 0 0,-2-1 1 0 0,1 1-1 0 0,-1-1 1 0 0,-1 0-1 0 0,0-1 0 0 0,-8 11 1 0 0,12-17-41 0 0,0 1 0 0 0,-1-1-1 0 0,1 0 1 0 0,-1 0 0 0 0,1 0 0 0 0,-1 0 0 0 0,0 0 0 0 0,0-1-1 0 0,1 1 1 0 0,-1-1 0 0 0,0 0 0 0 0,-1 0 0 0 0,1 0 0 0 0,0 0-1 0 0,0 0 1 0 0,0-1 0 0 0,-1 0 0 0 0,1 1 0 0 0,0-1 0 0 0,0 0-1 0 0,-1-1 1 0 0,1 1 0 0 0,0 0 0 0 0,0-1 0 0 0,0 0 0 0 0,-6-2-1 0 0,2 0-14 0 0,-1 0-1 0 0,1-1 0 0 0,0 0 1 0 0,0 0-1 0 0,1-1 0 0 0,-1 1 0 0 0,1-2 1 0 0,0 1-1 0 0,1-1 0 0 0,-1 0 0 0 0,1 0 1 0 0,0 0-1 0 0,1-1 0 0 0,-1 1 1 0 0,1-1-1 0 0,1 0 0 0 0,-1-1 0 0 0,-2-7 1 0 0,3 4-29 0 0,-1 0 0 0 0,2 1 1 0 0,0-1-1 0 0,0-1 1 0 0,1 1-1 0 0,0 0 1 0 0,1 0-1 0 0,0 0 0 0 0,1 0 1 0 0,0 0-1 0 0,1 0 1 0 0,4-16-1 0 0,2 4-282 0 0,1 0 0 0 0,0 1 0 0 0,2 0 0 0 0,1 1 1 0 0,1 0-1 0 0,0 1 0 0 0,2 0 0 0 0,31-33 0 0 0,52-37-4605 0 0,9 10-4908 0 0,-74 57 2863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2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4 161 1384 0 0,'0'-3'2750'0'0,"-2"-18"2750"0"0,1 14-3925 0 0,1 1 0 0 0,-1-1 0 0 0,1 1 1 0 0,2-13-1 0 0,-2 17-1479 0 0,0 0 0 0 0,1 0 0 0 0,0 0 0 0 0,-1 0 0 0 0,1 0 0 0 0,0 0 0 0 0,0 1 0 0 0,0-1 0 0 0,0 0 0 0 0,0 0 1 0 0,1 1-1 0 0,-1-1 0 0 0,0 1 0 0 0,1-1 0 0 0,-1 1 0 0 0,1-1 0 0 0,0 1 0 0 0,-1 0 0 0 0,1 0 0 0 0,2-2 0 0 0,19-7 9 0 0,0 1 0 0 0,1 1 0 0 0,-1 1 0 0 0,1 1 0 0 0,28-4 0 0 0,7 5-3362 0 0,-5 7-4804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2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48 64 0 0,'-83'58'17660'0'0,"83"-58"-17631"0"0,0 0 0 0 0,0 0 1 0 0,0 0-1 0 0,0 0 1 0 0,-1 0-1 0 0,1 0 1 0 0,0 0-1 0 0,0 1 1 0 0,0-1-1 0 0,0 0 1 0 0,-1 0-1 0 0,1 0 1 0 0,0 0-1 0 0,0 0 1 0 0,0 0-1 0 0,0 0 1 0 0,0 0-1 0 0,0 1 1 0 0,0-1-1 0 0,-1 0 1 0 0,1 0-1 0 0,0 0 0 0 0,0 0 1 0 0,0 0-1 0 0,0 1 1 0 0,0-1-1 0 0,0 0 1 0 0,0 0-1 0 0,0 0 1 0 0,0 0-1 0 0,0 1 1 0 0,0-1-1 0 0,0 0 1 0 0,0 0-1 0 0,0 0 1 0 0,0 0-1 0 0,0 1 1 0 0,0-1-1 0 0,0 0 1 0 0,0 0-1 0 0,0 0 1 0 0,0 0-1 0 0,0 1 0 0 0,0-1 1 0 0,0 0-1 0 0,0 0 1 0 0,0 0-1 0 0,1 0 1 0 0,-1 0-1 0 0,0 1 1 0 0,0-1-1 0 0,0 0 1 0 0,0 0-1 0 0,0 0 1 0 0,0 0-1 0 0,0 0 1 0 0,1 0-1 0 0,42-5 63 0 0,-1-3-1 0 0,55-16 1 0 0,-4 1-2698 0 0,60-18-7049 0 0,-118 29 4612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3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98 204 128 0 0,'-31'-42'6431'0'0,"24"34"-5421"0"0,1 0 0 0 0,-1 0 0 0 0,2-1-1 0 0,-1 0 1 0 0,1 0 0 0 0,0 0 0 0 0,1-1 0 0 0,-4-13 0 0 0,7 22-929 0 0,1-1-1 0 0,-1 0 1 0 0,1 0-1 0 0,0 0 1 0 0,0 0 0 0 0,0 1-1 0 0,0-1 1 0 0,0 0-1 0 0,0 0 1 0 0,1 0-1 0 0,-1 0 1 0 0,1 0 0 0 0,-1 1-1 0 0,1-1 1 0 0,0 0-1 0 0,-1 1 1 0 0,1-1-1 0 0,0 0 1 0 0,0 1 0 0 0,2-3-1 0 0,-1 1-5 0 0,1 1 0 0 0,-1 0-1 0 0,1 0 1 0 0,0 0 0 0 0,0 0 0 0 0,-1 1 0 0 0,1-1-1 0 0,0 1 1 0 0,1 0 0 0 0,4-2 0 0 0,3 0 12 0 0,-1 1 0 0 0,0 1 1 0 0,0 0-1 0 0,1 0 1 0 0,-1 1-1 0 0,15 1 0 0 0,-15 1-22 0 0,0-1 0 0 0,0 2 0 0 0,-1-1-1 0 0,1 1 1 0 0,-1 1 0 0 0,0 0 0 0 0,1 0-1 0 0,-2 0 1 0 0,1 1 0 0 0,-1 1 0 0 0,9 7-1 0 0,-13-11-30 0 0,-1 1-1 0 0,0 0 0 0 0,1 0 0 0 0,-2 1 1 0 0,1-1-1 0 0,0 1 0 0 0,-1-1 0 0 0,1 1 0 0 0,-1 0 1 0 0,0 0-1 0 0,0 0 0 0 0,-1 0 0 0 0,1 1 1 0 0,-1-1-1 0 0,0 0 0 0 0,0 0 0 0 0,-1 1 1 0 0,1-1-1 0 0,-1 1 0 0 0,0-1 0 0 0,0 1 0 0 0,0-1 1 0 0,-1 0-1 0 0,1 1 0 0 0,-1-1 0 0 0,0 0 1 0 0,-2 6-1 0 0,0-2 2 0 0,-1 1 0 0 0,0-1 0 0 0,-1 0 0 0 0,1 0 0 0 0,-2 0 0 0 0,1 0 0 0 0,-10 10 0 0 0,-4 0 52 0 0,-28 22-1 0 0,12-11 8 0 0,35-29-91 0 0,-1 1 0 0 0,0-1 0 0 0,0 1-1 0 0,1-1 1 0 0,-1 1 0 0 0,1-1 0 0 0,-1 1 0 0 0,0-1-1 0 0,1 1 1 0 0,-1 0 0 0 0,1-1 0 0 0,-1 1 0 0 0,1 0-1 0 0,0-1 1 0 0,-1 1 0 0 0,1 0 0 0 0,0 0-1 0 0,-1 0 1 0 0,1 0 0 0 0,14 0-84 0 0,9-1 73 0 0,-13 1 53 0 0,0 1 0 0 0,-1 0-1 0 0,1 0 1 0 0,-1 1 0 0 0,1 1 0 0 0,-1-1 0 0 0,0 1 0 0 0,-1 1-1 0 0,1 0 1 0 0,-1 0 0 0 0,0 1 0 0 0,0 0 0 0 0,-1 0 0 0 0,1 1-1 0 0,8 10 1 0 0,-12-12 85 0 0,0-1 0 0 0,-1 1 0 0 0,1-1 1 0 0,-1 1-1 0 0,0 0 0 0 0,-1 1 0 0 0,1-1 0 0 0,-1 0 0 0 0,0 1 0 0 0,0-1 0 0 0,-1 1 0 0 0,0 0 0 0 0,0-1 0 0 0,0 1 1 0 0,0 0-1 0 0,-1 0 0 0 0,0 0 0 0 0,0-1 0 0 0,-1 1 0 0 0,0 0 0 0 0,0 0 0 0 0,0-1 0 0 0,-1 1 0 0 0,1 0 0 0 0,-1-1 0 0 0,-1 0 1 0 0,-4 10-1 0 0,2-8-29 0 0,0 1 0 0 0,-1-1 0 0 0,1 0 1 0 0,-2 0-1 0 0,1-1 0 0 0,-1 1 1 0 0,0-2-1 0 0,0 1 0 0 0,0-1 0 0 0,-1 0 1 0 0,0 0-1 0 0,0-1 0 0 0,0 0 1 0 0,-1 0-1 0 0,-8 1 0 0 0,7-2-82 0 0,-1 0 1 0 0,1-1-1 0 0,-1-1 0 0 0,1 1 0 0 0,-1-2 0 0 0,0 0 1 0 0,1 0-1 0 0,-1-1 0 0 0,1 0 0 0 0,-1-1 0 0 0,1 0 1 0 0,-17-5-1 0 0,19 4-438 0 0,-1-1 0 0 0,1 1 0 0 0,0-1 1 0 0,0 0-1 0 0,0-1 0 0 0,-11-9 0 0 0,16 2-3175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3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0 2940 0 0,'3'0'6842'0'0,"21"9"481"0"0,-24-2-6709 0 0,0 0 0 0 0,0 0 0 0 0,0 0 0 0 0,-1 0 0 0 0,0 0 0 0 0,-1 0 0 0 0,1 0 0 0 0,-2 0 0 0 0,1 0 1 0 0,-6 11-1 0 0,-6 10-189 0 0,-21 29 0 0 0,17-28 55 0 0,-66 129-944 0 0,60-104-4092 0 0,2 1-5867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2228 0 0,'9'-21'6030'0'0,"-5"16"-5741"0"0,0 1-1 0 0,1 0 0 0 0,0-1 1 0 0,0 1-1 0 0,0 1 1 0 0,1-1-1 0 0,-1 1 1 0 0,1 0-1 0 0,0 0 1 0 0,0 1-1 0 0,0 0 0 0 0,8-2 1 0 0,14-4 88 0 0,38-4-1 0 0,-66 12-369 0 0,33-4 86 0 0,-1 1 0 0 0,1 1 0 0 0,-1 2 1 0 0,36 4-1 0 0,-66-4-79 0 0,1 0-1 0 0,-1 1 1 0 0,1 0 0 0 0,-1-1 0 0 0,0 1-1 0 0,0 0 1 0 0,1 0 0 0 0,-1 0 0 0 0,0 0-1 0 0,0 0 1 0 0,0 1 0 0 0,0-1 0 0 0,3 3-1 0 0,-4-3-7 0 0,0 0 0 0 0,-1 0 0 0 0,1 0-1 0 0,-1 0 1 0 0,1 0 0 0 0,-1 0 0 0 0,1 0-1 0 0,-1 0 1 0 0,0 0 0 0 0,1 0 0 0 0,-1 0-1 0 0,0 0 1 0 0,0 1 0 0 0,0-1 0 0 0,0 0-1 0 0,0 0 1 0 0,0 0 0 0 0,0 0 0 0 0,0 0-1 0 0,0 0 1 0 0,0 1 0 0 0,-1-1 0 0 0,1 0-1 0 0,0 0 1 0 0,-1 0 0 0 0,1 0 0 0 0,-1 0-1 0 0,1 0 1 0 0,-1 0 0 0 0,-1 1 0 0 0,-11 15 26 0 0,-1-1 0 0 0,0-1 1 0 0,-1 0-1 0 0,-31 22 0 0 0,8-5 25 0 0,-25 18 224 0 0,44-37 243 0 0,2 1 0 0 0,-1 0 1 0 0,2 1-1 0 0,0 1 1 0 0,1 0-1 0 0,-19 27 0 0 0,34-43-471 0 0,-1 1 0 0 0,1-1 0 0 0,0 1-1 0 0,-1-1 1 0 0,1 1 0 0 0,0 0 0 0 0,-1-1-1 0 0,1 1 1 0 0,0-1 0 0 0,0 1 0 0 0,0 0 0 0 0,-1-1-1 0 0,1 1 1 0 0,0 0 0 0 0,0-1 0 0 0,0 1-1 0 0,0 0 1 0 0,0-1 0 0 0,0 1 0 0 0,1 0-1 0 0,-1-1 1 0 0,0 1 0 0 0,0 0 0 0 0,0-1-1 0 0,0 1 1 0 0,1 0 0 0 0,-1-1 0 0 0,0 1 0 0 0,1 0-1 0 0,1 0-1 0 0,-1 0-1 0 0,0 0 1 0 0,1 0-1 0 0,-1 0 1 0 0,0 0-1 0 0,1-1 1 0 0,-1 1-1 0 0,1-1 1 0 0,-1 1-1 0 0,1-1 1 0 0,0 1-1 0 0,1-1 1 0 0,6 1 39 0 0,1 0 0 0 0,-1-1-1 0 0,10-1 1 0 0,27-4-480 0 0,-1-1 0 0 0,87-26 0 0 0,11-17-9551 0 0,-104 33 3083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4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60 2544 0 0,'-17'-4'3451'0'0,"-20"-4"9432"0"0,51-1-11952 0 0,161-25-268 0 0,-135 31-4769 0 0,0 1-3931 0 0,-24 2 2112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4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 2084 0 0,'-101'77'16191'0'0,"100"-77"-16157"0"0,1 0 1 0 0,0 0-1 0 0,-1 0 1 0 0,1 0-1 0 0,0 0 1 0 0,-1 0-1 0 0,1 0 1 0 0,0 0-1 0 0,0 1 1 0 0,-1-1-1 0 0,1 0 1 0 0,0 0-1 0 0,-1 0 1 0 0,1 1-1 0 0,0-1 1 0 0,0 0-1 0 0,-1 0 1 0 0,1 1-1 0 0,0-1 1 0 0,0 0-1 0 0,0 1 1 0 0,0-1-1 0 0,-1 0 0 0 0,1 0 1 0 0,0 1-1 0 0,0-1 1 0 0,0 0-1 0 0,0 1 1 0 0,0-1-1 0 0,0 0 1 0 0,0 1-1 0 0,0-1 1 0 0,0 1-1 0 0,0-1 1 0 0,0 0-1 0 0,0 1 1 0 0,0-1-1 0 0,0 0 1 0 0,0 1-1 0 0,0-1 1 0 0,0 0-1 0 0,0 1 1 0 0,0-1-1 0 0,1 0 0 0 0,-1 0 1 0 0,0 1-1 0 0,0-1 1 0 0,0 0-1 0 0,1 1 1 0 0,-1-1-1 0 0,0 0 1 0 0,0 0-1 0 0,1 0 1 0 0,-1 1-1 0 0,0-1 1 0 0,0 0-1 0 0,1 0 1 0 0,-1 0-1 0 0,0 1 1 0 0,1-1-1 0 0,-1 0 1 0 0,0 0-1 0 0,1 0 1 0 0,-1 0-1 0 0,1 0 1 0 0,20 4 289 0 0,6-5-422 0 0,0-1 1 0 0,0-2 0 0 0,40-9 0 0 0,74-33-6690 0 0,-103 30 2276 0 0,-2-3-2273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4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58 2072 0 0,'-5'-6'1140'0'0,"1"1"0"0"0,-1 0-1 0 0,0 1 1 0 0,-1-1 0 0 0,1 1 0 0 0,-1 0-1 0 0,0 0 1 0 0,-8-4 0 0 0,9 6-824 0 0,0 0 0 0 0,0 0 0 0 0,0 0 0 0 0,0 1 0 0 0,-1 0 0 0 0,1 0 0 0 0,0 0 0 0 0,0 1 0 0 0,-1-1 0 0 0,1 1 0 0 0,0 1 1 0 0,-1-1-1 0 0,1 1 0 0 0,0 0 0 0 0,0 0 0 0 0,-1 0 0 0 0,1 1 0 0 0,-7 3 0 0 0,5-1-168 0 0,0 0 0 0 0,1 0 0 0 0,-1 1 0 0 0,1 0 0 0 0,0 0 0 0 0,0 0-1 0 0,0 1 1 0 0,1 0 0 0 0,0 0 0 0 0,0 1 0 0 0,0-1 0 0 0,1 1 0 0 0,0 0 0 0 0,0 1 0 0 0,1-1 0 0 0,-3 9 0 0 0,5-12-130 0 0,-1 1 1 0 0,1-1 0 0 0,0 1 0 0 0,0-1 0 0 0,1 1 0 0 0,-1 0-1 0 0,1-1 1 0 0,0 1 0 0 0,0 0 0 0 0,1-1 0 0 0,-1 1 0 0 0,1-1 0 0 0,0 1-1 0 0,0-1 1 0 0,1 1 0 0 0,-1-1 0 0 0,1 1 0 0 0,0-1 0 0 0,0 0-1 0 0,1 0 1 0 0,-1 0 0 0 0,1 0 0 0 0,0-1 0 0 0,0 1 0 0 0,0-1-1 0 0,0 1 1 0 0,1-1 0 0 0,7 5 0 0 0,12 6-47 0 0,1 0-1 0 0,1-2 1 0 0,37 13-1 0 0,-39-18 439 0 0,-1 2-1 0 0,0 1 0 0 0,-1 0 0 0 0,-1 2 0 0 0,29 20 1 0 0,-46-29-248 0 0,1 0 1 0 0,-1 0-1 0 0,0 0 0 0 0,0 0 1 0 0,0 1-1 0 0,-1-1 1 0 0,1 1-1 0 0,-1 0 1 0 0,0 0-1 0 0,0 0 1 0 0,0 0-1 0 0,-1 0 1 0 0,1 0-1 0 0,-1 0 1 0 0,0 0-1 0 0,0 1 1 0 0,0-1-1 0 0,-1 0 1 0 0,0 1-1 0 0,0-1 1 0 0,0 1-1 0 0,0-1 1 0 0,0 0-1 0 0,-1 1 1 0 0,-2 5-1 0 0,1-1 11 0 0,-1 0-1 0 0,-1-1 0 0 0,0 0 0 0 0,0 0 0 0 0,0 0 1 0 0,-1 0-1 0 0,0-1 0 0 0,-1 0 0 0 0,1 0 0 0 0,-1 0 1 0 0,-12 9-1 0 0,10-9-111 0 0,0 0 0 0 0,0-1 0 0 0,-1 1 0 0 0,0-2 0 0 0,0 1 1 0 0,0-1-1 0 0,-1-1 0 0 0,0 0 0 0 0,-19 5 0 0 0,27-8-101 0 0,0-1 0 0 0,0 0-1 0 0,0 0 1 0 0,0 0 0 0 0,-1 0 0 0 0,1 0 0 0 0,0 0-1 0 0,0-1 1 0 0,0 1 0 0 0,0-1 0 0 0,-1 1 0 0 0,1-1-1 0 0,0 0 1 0 0,0 0 0 0 0,0 0 0 0 0,1 0 0 0 0,-1 0-1 0 0,0-1 1 0 0,0 1 0 0 0,1 0 0 0 0,-1-1-1 0 0,0 1 1 0 0,1-1 0 0 0,0 0 0 0 0,-1 0 0 0 0,1 1-1 0 0,0-1 1 0 0,0 0 0 0 0,0 0 0 0 0,0 0 0 0 0,0 0-1 0 0,0 0 1 0 0,0-3 0 0 0,-2-3-747 0 0,1 0 0 0 0,1 0 1 0 0,-1-1-1 0 0,1 1 0 0 0,1 0 1 0 0,-1 0-1 0 0,2-10 0 0 0,1-1-3437 0 0,2-1-1 0 0,10-36 0 0 0,-5 28-3676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15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154 195 556 0 0,'-20'-14'5374'0'0,"-26"-13"-1"0"0,31 20-3009 0 0,1-1 0 0 0,0-1 0 0 0,0 0 0 0 0,-16-16 0 0 0,30 24-2343 0 0,0 1 0 0 0,0 0 0 0 0,0-1 0 0 0,0 1 0 0 0,0 0 0 0 0,0-1-1 0 0,0 1 1 0 0,0 0 0 0 0,0-1 0 0 0,0 1 0 0 0,0 0 0 0 0,0-1 0 0 0,0 1 0 0 0,0 0 0 0 0,0-1 0 0 0,0 1 0 0 0,1 0 0 0 0,-1-1 0 0 0,0 1 0 0 0,0 0 0 0 0,0 0 0 0 0,1-1 0 0 0,-1 1 0 0 0,0 0 0 0 0,0 0 0 0 0,1-1 0 0 0,-1 1 0 0 0,0 0 0 0 0,1 0-1 0 0,-1 0 1 0 0,0-1 0 0 0,1 1 0 0 0,-1 0 0 0 0,0 0 0 0 0,1 0 0 0 0,-1 0 0 0 0,0 0 0 0 0,1 0 0 0 0,12-6 173 0 0,-13 6-186 0 0,19-5 99 0 0,0 1 0 0 0,0 1 0 0 0,28-1 1 0 0,-15 1-19 0 0,432-39 221 0 0,-461 41-254 0 0,49-8-906 0 0,-50 8 131 0 0,-21-7-6948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36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10 1892 0 0,'-2'-10'13776'0'0,"0"11"-13722"0"0,1-1 1 0 0,-1 1-1 0 0,1-1 0 0 0,0 1 1 0 0,-1 0-1 0 0,1 0 0 0 0,0-1 1 0 0,0 1-1 0 0,0 0 0 0 0,0 0 0 0 0,-1 0 1 0 0,1 0-1 0 0,1 1 0 0 0,-1-1 1 0 0,0 0-1 0 0,0 0 0 0 0,0 0 1 0 0,0 1-1 0 0,1-1 0 0 0,-2 3 0 0 0,-11 36 436 0 0,7-21-266 0 0,-78 246 1236 0 0,66-194-1156 0 0,-18 132 0 0 0,34-182-260 0 0,1 0 1 0 0,1 1-1 0 0,0-1 1 0 0,2 1-1 0 0,0-1 1 0 0,2 0-1 0 0,8 30 1 0 0,-9-43-28 0 0,0 0 0 0 0,0 0 1 0 0,1-1-1 0 0,0 1 0 0 0,1-1 0 0 0,-1 0 1 0 0,1 0-1 0 0,1-1 0 0 0,8 9 1 0 0,-9-11-6 0 0,0 0 0 0 0,0 0 0 0 0,1 0 0 0 0,0-1 1 0 0,0 0-1 0 0,0 0 0 0 0,0 0 0 0 0,0-1 1 0 0,0 0-1 0 0,1 0 0 0 0,-1-1 0 0 0,1 1 1 0 0,8-1-1 0 0,-4 0-7 0 0,1-2 1 0 0,-1 1-1 0 0,0-1 0 0 0,0-1 1 0 0,1 0-1 0 0,-1-1 0 0 0,-1 0 1 0 0,1-1-1 0 0,0 0 0 0 0,-1 0 1 0 0,0-1-1 0 0,0-1 0 0 0,0 1 1 0 0,-1-2-1 0 0,0 1 0 0 0,0-1 1 0 0,14-14-1 0 0,-4 1-9 0 0,-1-1-1 0 0,-1 0 1 0 0,-1-1-1 0 0,-1-1 1 0 0,-1 0-1 0 0,13-28 1 0 0,-14 23-12 0 0,-2 0 0 0 0,-1-1 0 0 0,-1 1 0 0 0,-2-2 0 0 0,-1 1 0 0 0,-1-1 0 0 0,-1 0 0 0 0,-1-37 0 0 0,-3 49 26 0 0,-1 0 1 0 0,0 0-1 0 0,-1 0 1 0 0,-1 0-1 0 0,-1 1 0 0 0,-1-1 1 0 0,0 1-1 0 0,-1 0 1 0 0,-1 0-1 0 0,-1 1 0 0 0,0 0 1 0 0,-1 0-1 0 0,0 1 1 0 0,-23-27-1 0 0,26 35-14 0 0,0 1 0 0 0,-1 0 0 0 0,0 0 0 0 0,0 1 1 0 0,0 0-1 0 0,0 0 0 0 0,-1 0 0 0 0,0 1 0 0 0,0 0 0 0 0,-9-2 0 0 0,10 4-24 0 0,0 0 0 0 0,0 1 0 0 0,0 0 0 0 0,0 0 0 0 0,0 1 1 0 0,0-1-1 0 0,-1 2 0 0 0,1-1 0 0 0,0 1 0 0 0,0 0 0 0 0,0 1 0 0 0,-13 3 0 0 0,4 2 17 0 0,0 0-1 0 0,1 1 1 0 0,0 0-1 0 0,0 1 1 0 0,0 1 0 0 0,1 0-1 0 0,1 1 1 0 0,0 0-1 0 0,-14 17 1 0 0,18-18 13 0 0,1-1 0 0 0,0 1-1 0 0,1 1 1 0 0,0-1 0 0 0,0 1 0 0 0,2 1 0 0 0,-1-1 0 0 0,1 1-1 0 0,1 0 1 0 0,0 0 0 0 0,1 0 0 0 0,0 1 0 0 0,-1 16-1 0 0,3-24-2 0 0,1-1 0 0 0,1 1 0 0 0,-1-1-1 0 0,1 1 1 0 0,0-1 0 0 0,0 0 0 0 0,0 1-1 0 0,0-1 1 0 0,1 0 0 0 0,-1 0 0 0 0,1 0-1 0 0,0 0 1 0 0,1 0 0 0 0,-1 0 0 0 0,1-1-1 0 0,-1 1 1 0 0,1-1 0 0 0,0 1 0 0 0,1-1-1 0 0,-1 0 1 0 0,0-1 0 0 0,1 1 0 0 0,6 3-1 0 0,7 4-4 0 0,1-1-1 0 0,0-1 0 0 0,0-1 0 0 0,23 6 0 0 0,14 5-32 0 0,-37-9 64 0 0,0 0-1 0 0,0 0 1 0 0,-1 2 0 0 0,0 0-1 0 0,-1 1 1 0 0,0 0 0 0 0,-1 2-1 0 0,16 17 1 0 0,-9-4 144 0 0,-1 0 1 0 0,-1 2 0 0 0,31 58-1 0 0,-32-49-54 0 0,-9-16-70 0 0,1-1-1 0 0,0 0 0 0 0,2-1 1 0 0,0-1-1 0 0,20 23 1 0 0,-32-41-107 0 0,0 1 1 0 0,1-1 0 0 0,-1 0 0 0 0,0 0 0 0 0,1 0 0 0 0,-1 0 0 0 0,0 0 0 0 0,1 0 0 0 0,-1 0 0 0 0,1 0-1 0 0,-1 0 1 0 0,1-1 0 0 0,0 1 0 0 0,-1 0 0 0 0,1-1 0 0 0,0 0 0 0 0,-1 1 0 0 0,1-1 0 0 0,0 0 0 0 0,0 0-1 0 0,-1 0 1 0 0,1 0 0 0 0,0 0 0 0 0,0 0 0 0 0,-1-1 0 0 0,1 1 0 0 0,0-1 0 0 0,-1 1 0 0 0,1-1 0 0 0,-1 1 0 0 0,1-1-1 0 0,0 0 1 0 0,-1 0 0 0 0,1 0 0 0 0,-1 0 0 0 0,0 0 0 0 0,1 0 0 0 0,0-1 0 0 0,-1 1-99 0 0,14-13-3227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37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69 174 1316 0 0,'-23'-15'12472'0'0,"-7"-9"-6871"0"0,16 5-3123 0 0,13 18-2446 0 0,1-1 0 0 0,0 0 0 0 0,-1 0 0 0 0,1 0 0 0 0,0 0-1 0 0,0 1 1 0 0,0-1 0 0 0,0 0 0 0 0,1 0 0 0 0,-1 0 0 0 0,0 0-1 0 0,1 1 1 0 0,-1-1 0 0 0,1 0 0 0 0,0 0 0 0 0,0 1 0 0 0,0-3-1 0 0,2 0-26 0 0,0-1-1 0 0,0 1 1 0 0,0 0-1 0 0,1 0 1 0 0,-1 1-1 0 0,6-5 1 0 0,-1 1-5 0 0,1 1 1 0 0,0 0-1 0 0,0 1 1 0 0,0 0-1 0 0,19-8 1 0 0,-23 12 0 0 0,0-1 1 0 0,0 1-1 0 0,0 0 1 0 0,0 0-1 0 0,0 0 1 0 0,1 1-1 0 0,-1 0 1 0 0,0 0-1 0 0,0 0 0 0 0,0 1 1 0 0,0 0-1 0 0,0 0 1 0 0,1 0-1 0 0,-2 0 1 0 0,8 4-1 0 0,-9-4 11 0 0,-1 1 0 0 0,1-1 0 0 0,-1 1 0 0 0,1 0 0 0 0,-1 0 0 0 0,0 0 0 0 0,0 0 0 0 0,0 0 0 0 0,0 0 0 0 0,0 1 0 0 0,0-1 0 0 0,-1 1 0 0 0,1-1 0 0 0,-1 1 0 0 0,0-1 0 0 0,0 1 0 0 0,0 0 0 0 0,0 0 0 0 0,0 0 0 0 0,0 0 0 0 0,-1 0 0 0 0,1-1 0 0 0,-1 1 0 0 0,0 0 0 0 0,0 0 0 0 0,0 0 0 0 0,-1 5 0 0 0,-2 15 42 0 0,-2-1-1 0 0,0 0 1 0 0,-1 0-1 0 0,-1 0 1 0 0,-16 32-1 0 0,-61 100 489 0 0,36-70 223 0 0,39-68-637 0 0,3-6-7 0 0,1-1 0 0 0,0 1 0 0 0,0 0 0 0 0,1 0 0 0 0,0 1-1 0 0,-4 18 1 0 0,8-28-105 0 0,0-1-1 0 0,0 1 1 0 0,0 0-1 0 0,0 0 1 0 0,0-1-1 0 0,0 1 1 0 0,0 0 0 0 0,1-1-1 0 0,-1 1 1 0 0,0 0-1 0 0,0 0 1 0 0,0-1-1 0 0,1 1 1 0 0,-1 0-1 0 0,0-1 1 0 0,1 1-1 0 0,-1-1 1 0 0,1 1-1 0 0,-1 0 1 0 0,1-1-1 0 0,-1 1 1 0 0,1-1-1 0 0,-1 1 1 0 0,2 0-1 0 0,-1 0 6 0 0,1 0 0 0 0,0-1-1 0 0,0 1 1 0 0,0 0-1 0 0,-1-1 1 0 0,1 1-1 0 0,0-1 1 0 0,0 0-1 0 0,3 1 1 0 0,5-1 21 0 0,-1-1 1 0 0,20-2-1 0 0,-24 2-27 0 0,178-40 374 0 0,-92 17-266 0 0,-34 10 180 0 0,-54 13-216 0 0,14-1 318 0 0,0-5-583 0 0,-16 6-83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37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5 156 0 0,'-13'-5'22087'0'0,"4"5"-23932"0"0,18 1-681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2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360 412 172 0 0,'0'0'1290'0'0,"33"-11"9497"0"0,0-30-10214 0 0,47-78-1 0 0,-71 104-591 0 0,-1 0 0 0 0,-1 0 1 0 0,-1-1-1 0 0,0 0 0 0 0,-1 0 0 0 0,-1-1 0 0 0,0 1 0 0 0,-1-1 0 0 0,1-28 0 0 0,-4 43 16 0 0,0 0 0 0 0,0 0 1 0 0,0-1-1 0 0,0 1 0 0 0,0 0 0 0 0,-1 0 0 0 0,1-1 0 0 0,-1 1 0 0 0,1 0 0 0 0,-1 0 1 0 0,0 0-1 0 0,0 0 0 0 0,0 0 0 0 0,0 0 0 0 0,0 0 0 0 0,-1 0 0 0 0,1 0 1 0 0,0 1-1 0 0,-1-1 0 0 0,1 0 0 0 0,-1 1 0 0 0,0-1 0 0 0,0 1 0 0 0,1 0 0 0 0,-4-2 1 0 0,4 2 0 0 0,0 1 0 0 0,0 0 0 0 0,0 0 0 0 0,0-1 1 0 0,0 1-1 0 0,0 0 0 0 0,0 0 0 0 0,0 0 0 0 0,-1 0 1 0 0,1 0-1 0 0,0 0 0 0 0,0 0 0 0 0,0 1 0 0 0,0-1 1 0 0,0 0-1 0 0,0 1 0 0 0,0-1 0 0 0,-2 1 0 0 0,1 0-2 0 0,-4 1 17 0 0,0 0-1 0 0,1 1 1 0 0,-1 0 0 0 0,0 0-1 0 0,1 0 1 0 0,0 0-1 0 0,0 1 1 0 0,0 0 0 0 0,0 0-1 0 0,-6 8 1 0 0,-3 3 59 0 0,-21 31 0 0 0,18-22-60 0 0,1 1 0 0 0,2 1 0 0 0,0 1-1 0 0,1 0 1 0 0,2 1 0 0 0,1 0 0 0 0,1 0 0 0 0,2 1-1 0 0,-7 47 1 0 0,13-68-6 0 0,1 1-1 0 0,0-1 0 0 0,1 1 1 0 0,0-1-1 0 0,0 1 0 0 0,1-1 1 0 0,0 1-1 0 0,0-1 0 0 0,1 0 1 0 0,0 0-1 0 0,1 0 0 0 0,0-1 1 0 0,6 11-1 0 0,5 4 20 0 0,2 0 0 0 0,35 34 0 0 0,-30-32-21 0 0,-15-18 71 0 0,-1 1 1 0 0,0 1 0 0 0,-1-1 0 0 0,1 1 0 0 0,-1-1-1 0 0,-1 1 1 0 0,0 1 0 0 0,5 13 0 0 0,-8-19-22 0 0,0 0 0 0 0,0 1 0 0 0,-1-1 0 0 0,0 0 0 0 0,1 0 0 0 0,-1 1 0 0 0,-1-1 0 0 0,1 0 0 0 0,0 0 1 0 0,-1 0-1 0 0,1 1 0 0 0,-1-1 0 0 0,0 0 0 0 0,0 0 0 0 0,0 0 0 0 0,-1 0 0 0 0,1 0 0 0 0,-1-1 0 0 0,0 1 0 0 0,1 0 0 0 0,-1-1 0 0 0,0 1 0 0 0,-1-1 1 0 0,1 1-1 0 0,0-1 0 0 0,-1 0 0 0 0,-4 3 0 0 0,-2 2 18 0 0,-1-2 1 0 0,1 1 0 0 0,-1-1-1 0 0,0-1 1 0 0,0 0 0 0 0,0 0-1 0 0,-1-1 1 0 0,0 0 0 0 0,1-1-1 0 0,-1 0 1 0 0,0 0 0 0 0,0-1-1 0 0,0-1 1 0 0,0 0 0 0 0,0-1-1 0 0,-12-2 1 0 0,3 0-37 0 0,1-1 1 0 0,0-1-1 0 0,0-1 1 0 0,1-1-1 0 0,0-1 0 0 0,0 0 1 0 0,0-1-1 0 0,-18-14 1 0 0,31 21-47 0 0,1-2 0 0 0,0 1 0 0 0,0 0 0 0 0,0-1 0 0 0,0 0 0 0 0,1 0 0 0 0,-1 0 0 0 0,1 0 0 0 0,0-1 0 0 0,0 1 0 0 0,1-1 0 0 0,-1 0 0 0 0,1 0 0 0 0,0 0 0 0 0,1 0 0 0 0,-1 0 0 0 0,-1-8 0 0 0,3 9-146 0 0,0 0 0 0 0,0 0 1 0 0,0 0-1 0 0,0-1 0 0 0,1 1 1 0 0,-1 0-1 0 0,1 0 1 0 0,0 0-1 0 0,0 0 0 0 0,1 0 1 0 0,-1 0-1 0 0,1 0 1 0 0,0 0-1 0 0,0 1 0 0 0,0-1 1 0 0,1 1-1 0 0,-1-1 1 0 0,1 1-1 0 0,0 0 0 0 0,0 0 1 0 0,0 0-1 0 0,6-4 1 0 0,0 1-682 0 0,1 0 1 0 0,1 1-1 0 0,-1 0 1 0 0,1 1-1 0 0,0 0 1 0 0,0 1-1 0 0,0 0 1 0 0,0 0-1 0 0,14 0 1 0 0,-2 1-2042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4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168 380 2228 0 0,'4'-1'964'0'0,"0"-1"0"0"0,0 0 0 0 0,-1 0-1 0 0,1 0 1 0 0,-1 0 0 0 0,17-16 7296 0 0,-35 31-7251 0 0,3 5-896 0 0,1 1 0 0 0,1 1 0 0 0,0-1 0 0 0,2 2 0 0 0,0-1 0 0 0,1 1-1 0 0,2 0 1 0 0,0 1 0 0 0,-3 32 0 0 0,7-47-95 0 0,1 0 0 0 0,0 0 0 0 0,0 0 0 0 0,0 0 0 0 0,1 0 0 0 0,0 0 0 0 0,1 0 0 0 0,0 0-1 0 0,0-1 1 0 0,0 1 0 0 0,1 0 0 0 0,4 7 0 0 0,-5-11-10 0 0,0 1 1 0 0,0-1-1 0 0,1 0 0 0 0,-1 0 1 0 0,1-1-1 0 0,0 1 0 0 0,-1-1 0 0 0,1 1 1 0 0,1-1-1 0 0,-1 0 0 0 0,0 0 0 0 0,0 0 1 0 0,1 0-1 0 0,-1-1 0 0 0,1 0 1 0 0,0 1-1 0 0,-1-1 0 0 0,1 0 0 0 0,0-1 1 0 0,-1 1-1 0 0,1-1 0 0 0,0 1 0 0 0,0-1 1 0 0,4-1-1 0 0,0 1 0 0 0,0-1 0 0 0,0 0 0 0 0,0-1 0 0 0,0 0 0 0 0,0 0-1 0 0,0-1 1 0 0,0 0 0 0 0,-1 0 0 0 0,1-1 0 0 0,-1 0 0 0 0,0 0 0 0 0,0 0 0 0 0,0-1 0 0 0,-1 0-1 0 0,12-12 1 0 0,-11 8-10 0 0,0 0 0 0 0,0 0-1 0 0,-1 0 1 0 0,0 0 0 0 0,-1-1-1 0 0,0 0 1 0 0,-1 0 0 0 0,0-1-1 0 0,0 1 1 0 0,-1-1 0 0 0,2-13-1 0 0,-3 12-10 0 0,-1 0 0 0 0,0-1-1 0 0,-1 1 1 0 0,0-1-1 0 0,-1 1 1 0 0,0-1 0 0 0,-1 1-1 0 0,0 0 1 0 0,-9-24-1 0 0,8 27 2 0 0,0 1-1 0 0,-1 0 0 0 0,-1 0 0 0 0,1 0 0 0 0,-1 0 0 0 0,-1 1 1 0 0,1-1-1 0 0,-1 1 0 0 0,-1 1 0 0 0,1-1 0 0 0,-1 1 1 0 0,0 0-1 0 0,0 1 0 0 0,-10-6 0 0 0,12 8 6 0 0,0 1 1 0 0,0-1-1 0 0,-1 1 1 0 0,1 0-1 0 0,-1 1 1 0 0,0-1-1 0 0,1 1 1 0 0,-1 0-1 0 0,0 1 1 0 0,0-1-1 0 0,1 1 1 0 0,-1 0-1 0 0,-11 2 0 0 0,8 0 3 0 0,0 0 0 0 0,1 1 0 0 0,-1 0 0 0 0,1 0 0 0 0,0 1 0 0 0,0 0-1 0 0,0 0 1 0 0,-10 8 0 0 0,5-2 7 0 0,1 0 0 0 0,1 0 1 0 0,0 1-1 0 0,1 0 0 0 0,0 1 0 0 0,0 0 0 0 0,2 1 0 0 0,-1 0 1 0 0,2 0-1 0 0,-9 18 0 0 0,14-25 0 0 0,0-1-1 0 0,0 1 1 0 0,0 0 0 0 0,1 0-1 0 0,0 0 1 0 0,0 0-1 0 0,0 0 1 0 0,1 0 0 0 0,0 1-1 0 0,0-1 1 0 0,1 0 0 0 0,-1 0-1 0 0,1 0 1 0 0,3 7-1 0 0,-3-8-2 0 0,1-1 0 0 0,0 0 1 0 0,1 0-1 0 0,-1 0 0 0 0,1 0 0 0 0,0 0 0 0 0,0 0 0 0 0,0-1 0 0 0,0 1 0 0 0,0-1 0 0 0,1 0 0 0 0,-1 0 0 0 0,1-1 0 0 0,0 1 0 0 0,0-1 0 0 0,0 1 0 0 0,1-1 0 0 0,-1 0 0 0 0,6 1 0 0 0,5 1-56 0 0,0 0-1 0 0,0-1 1 0 0,0-1 0 0 0,0-1-1 0 0,1 0 1 0 0,-1-1 0 0 0,1 0-1 0 0,-1-1 1 0 0,1-1 0 0 0,-1-1-1 0 0,0 0 1 0 0,17-6 0 0 0,-2-1-209 0 0,1-1 1 0 0,-2-1 0 0 0,0-2 0 0 0,51-33 0 0 0,-57 30 139 0 0,-1 0 0 0 0,0-2 0 0 0,-2 0 0 0 0,0-2 0 0 0,-1 0 0 0 0,-2-1 0 0 0,0-1 0 0 0,-1 0 0 0 0,-1-1 0 0 0,-1-1 0 0 0,-2-1 0 0 0,0 0 0 0 0,-2 0 0 0 0,0-1 0 0 0,-2 0 0 0 0,6-40 0 0 0,-7 35 243 0 0,-4 20 51 0 0,-1 0 0 0 0,1-22 1 0 0,-3 32-3 0 0,-7 28 241 0 0,-96 445 2078 0 0,87-355-2294 0 0,15-98-166 0 0,0 0 1 0 0,1 0-1 0 0,1 0 0 0 0,5 26 1 0 0,4-14-11 0 0,-9-28-39 0 0,0-1 0 0 0,-1 0-1 0 0,1 1 1 0 0,0-1 0 0 0,0 0-1 0 0,-1 0 1 0 0,1 0-1 0 0,0 0 1 0 0,0 0 0 0 0,0 0-1 0 0,0 0 1 0 0,1 0 0 0 0,-1 0-1 0 0,0 0 1 0 0,0-1 0 0 0,0 1-1 0 0,1 0 1 0 0,-1-1-1 0 0,0 1 1 0 0,1-1 0 0 0,-1 0-1 0 0,0 1 1 0 0,3-1 0 0 0,1 0-133 0 0,0-1-1 0 0,1 1 1 0 0,-1-1 0 0 0,0 0 0 0 0,0-1 0 0 0,0 1 0 0 0,0-1 0 0 0,0 0 0 0 0,0 0-1 0 0,9-6 1 0 0,-5 1-125 0 0,0 1-1 0 0,0-2 1 0 0,-1 1-1 0 0,13-16 1 0 0,2-6-209 0 0,-2-1 0 0 0,22-39 0 0 0,-41 64 478 0 0,20-36 279 0 0,-2-1 0 0 0,-2-1 0 0 0,16-56 0 0 0,-27 84 76 0 0,-7 15-332 0 0,1-1-1 0 0,-1 1 1 0 0,0 0 0 0 0,0 0 0 0 0,0 0 0 0 0,0 0 0 0 0,1 0 0 0 0,-1 0 0 0 0,0 0 0 0 0,0 0 0 0 0,0 0 0 0 0,1 0 0 0 0,-1 0 0 0 0,0 0-1 0 0,0 0 1 0 0,0 0 0 0 0,1 0 0 0 0,-1 0 0 0 0,0 0 0 0 0,0 0 0 0 0,0 0 0 0 0,1 0 0 0 0,-1 0 0 0 0,0 0 0 0 0,0 0 0 0 0,0 0 0 0 0,1 0-1 0 0,-1 0 1 0 0,0 0 0 0 0,0 0 0 0 0,0 1 0 0 0,0-1 0 0 0,1 0 0 0 0,-1 0 0 0 0,0 0 0 0 0,0 0 0 0 0,0 0 0 0 0,0 1 0 0 0,2 2 42 0 0,0-1 1 0 0,-1 1-1 0 0,0 0 1 0 0,0 0-1 0 0,0 0 1 0 0,0 0 0 0 0,1 7-1 0 0,11 84 489 0 0,8 36-206 0 0,-18-115-283 0 0,2 0-1 0 0,0 0 0 0 0,0-1 0 0 0,1 1 0 0 0,1-1 0 0 0,10 16 1 0 0,-16-28-39 0 0,1 0 0 0 0,-1 0 1 0 0,0 0-1 0 0,1 0 0 0 0,-1-1 1 0 0,1 1-1 0 0,0-1 0 0 0,-1 1 1 0 0,1-1-1 0 0,0 1 0 0 0,0-1 1 0 0,0 0-1 0 0,0 0 0 0 0,0 0 1 0 0,0 0-1 0 0,1 0 0 0 0,-1 0 1 0 0,0-1-1 0 0,0 1 0 0 0,4 0 1 0 0,-3-2-9 0 0,0 1 0 0 0,-1 0 1 0 0,1-1-1 0 0,0 1 1 0 0,0-1-1 0 0,0 0 0 0 0,-1 0 1 0 0,1 0-1 0 0,0-1 1 0 0,-1 1-1 0 0,1-1 0 0 0,-1 1 1 0 0,0-1-1 0 0,1 0 1 0 0,3-4-1 0 0,8-9-9 0 0,0-2 0 0 0,0 0 0 0 0,-2-1 1 0 0,0 0-1 0 0,-2-1 0 0 0,15-32 0 0 0,-13 26-14 0 0,1 0 1 0 0,1 0-1 0 0,19-24 0 0 0,-32 47 17 0 0,1 0 1 0 0,-1 0-1 0 0,1 0 0 0 0,0 0 0 0 0,0 1 1 0 0,0-1-1 0 0,0 0 0 0 0,0 1 0 0 0,0 0 0 0 0,0-1 1 0 0,0 1-1 0 0,1 0 0 0 0,-1 0 0 0 0,0 0 1 0 0,1 0-1 0 0,-1 1 0 0 0,1-1 0 0 0,2 0 0 0 0,-1 2 17 0 0,0-1-1 0 0,0 1 0 0 0,0-1 1 0 0,0 1-1 0 0,0 0 0 0 0,0 1 1 0 0,-1-1-1 0 0,1 1 0 0 0,0-1 1 0 0,-1 1-1 0 0,7 4 0 0 0,90 69 224 0 0,-72-52-169 0 0,1-1 0 0 0,44 25 1 0 0,-70-45-61 0 0,0 0 0 0 0,1 0-1 0 0,-1 0 1 0 0,1-1 0 0 0,0 1 0 0 0,-1-1 0 0 0,1 0 0 0 0,0 0 0 0 0,0-1 0 0 0,0 1 0 0 0,0-1 0 0 0,-1 0 0 0 0,1 0 0 0 0,0 0 0 0 0,0 0 0 0 0,0-1 0 0 0,0 1 0 0 0,0-1 0 0 0,-1 0 0 0 0,1 0 0 0 0,6-4 0 0 0,-5 2-7 0 0,-1 0 0 0 0,1-1 0 0 0,-1 0 0 0 0,0 0 0 0 0,0 0 0 0 0,0 0 0 0 0,-1 0 1 0 0,0-1-1 0 0,1 0 0 0 0,-2 0 0 0 0,1 0 0 0 0,0 0 0 0 0,-1 0 0 0 0,2-6 0 0 0,0-1-3 0 0,-1 1 0 0 0,0-1-1 0 0,0 0 1 0 0,0-12 0 0 0,-2 18 58 0 0,-1 0 0 0 0,0 0 0 0 0,0 1 0 0 0,-1-1 0 0 0,1 0 0 0 0,-1 1 0 0 0,-1-1 0 0 0,1 0 1 0 0,-1 1-1 0 0,-2-7 0 0 0,3 11-41 0 0,0 0-1 0 0,1 0 1 0 0,-1 0 0 0 0,0 1 0 0 0,0-1 0 0 0,0 0-1 0 0,1 1 1 0 0,-1-1 0 0 0,0 0 0 0 0,0 1 0 0 0,0-1-1 0 0,0 1 1 0 0,0 0 0 0 0,0-1 0 0 0,0 1 0 0 0,0 0 0 0 0,0 0-1 0 0,0-1 1 0 0,0 1 0 0 0,0 0 0 0 0,0 0 0 0 0,0 0-1 0 0,-1 0 1 0 0,1 0 0 0 0,0 0 0 0 0,-2 1 0 0 0,0 0 15 0 0,-1-1 0 0 0,1 1 0 0 0,0 0 0 0 0,-1 1 0 0 0,1-1 0 0 0,-6 4 0 0 0,-7 6 153 0 0,0 2 0 0 0,0 0 0 0 0,2 0 0 0 0,0 2 0 0 0,0 0 0 0 0,2 0-1 0 0,-13 19 1 0 0,12-13-9 0 0,0 0-1 0 0,2 1 1 0 0,0 1-1 0 0,2-1 1 0 0,-10 34-1 0 0,17-49-128 0 0,0 0 0 0 0,1 0 0 0 0,0 0 0 0 0,0 0-1 0 0,0 0 1 0 0,1 0 0 0 0,1 1 0 0 0,-1-1 0 0 0,1 0 0 0 0,3 14 0 0 0,-3-18-38 0 0,1 1 0 0 0,-1-1-1 0 0,1 1 1 0 0,0-1 0 0 0,-1 0 0 0 0,2 0 0 0 0,-1 0 0 0 0,0 0 0 0 0,1 0 0 0 0,-1-1 0 0 0,1 1 0 0 0,0-1 0 0 0,0 1 0 0 0,0-1 0 0 0,0 0 0 0 0,0 0 0 0 0,0-1 0 0 0,1 1 0 0 0,-1-1 0 0 0,0 1 0 0 0,1-1-1 0 0,7 1 1 0 0,11 3 33 0 0,1-2-1 0 0,0-1 1 0 0,0-1-1 0 0,0-1 1 0 0,0-1-1 0 0,24-4 1 0 0,13-5 69 0 0,63-19 0 0 0,-111 26-57 0 0,0 0 0 0 0,0-1 0 0 0,-1-1 0 0 0,1 0-1 0 0,-1 0 1 0 0,0-1 0 0 0,-1 0 0 0 0,0-1-1 0 0,0-1 1 0 0,0 1 0 0 0,11-13 0 0 0,-18 16-1901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6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12 852 0 0,'-6'8'3636'0'0,"5"-7"-3850"0"0,-9 19 6930 0 0,17-24-4815 0 0,-2 0-1882 0 0,-1 0 0 0 0,2 1 0 0 0,-1-1 0 0 0,0 1 0 0 0,1 0 0 0 0,-1 0 1 0 0,1 1-1 0 0,0 0 0 0 0,0 0 0 0 0,0 0 0 0 0,0 0 0 0 0,0 1 1 0 0,1 0-1 0 0,9 0 0 0 0,-12 2-15 0 0,1-1 0 0 0,0 1 0 0 0,0 0 0 0 0,0 0 0 0 0,-1 0 0 0 0,1 0 0 0 0,-1 1 0 0 0,1 0 0 0 0,-1 0 0 0 0,1 0 0 0 0,-1 1 0 0 0,0-1 0 0 0,0 1 0 0 0,0 0 0 0 0,-1 0 0 0 0,1 1 0 0 0,-1-1 0 0 0,1 1 0 0 0,-1-1 0 0 0,3 6 0 0 0,-1-1 20 0 0,0 1-1 0 0,-1-1 1 0 0,0 1 0 0 0,0 0-1 0 0,-1 0 1 0 0,0 1 0 0 0,-1-1-1 0 0,0 0 1 0 0,0 1 0 0 0,-1 0-1 0 0,0-1 1 0 0,-1 1 0 0 0,0 0-1 0 0,-1-1 1 0 0,0 1 0 0 0,0 0-1 0 0,-1-1 1 0 0,-3 12 0 0 0,-5 9 81 0 0,0-1 1 0 0,-2 0 0 0 0,-1 0-1 0 0,-20 32 1 0 0,29-57-105 0 0,5-13-17 0 0,8-15-21 0 0,19-19 13 0 0,1 2 0 0 0,1 2 0 0 0,63-63 0 0 0,-20 24 127 0 0,-59 60 271 0 0,-12 13-183 0 0,-9 11-155 0 0,-9 11-32 0 0,1 0 0 0 0,0 1 0 0 0,1 1-1 0 0,1 0 1 0 0,1 1 0 0 0,1 1 0 0 0,1-1 0 0 0,-12 35 0 0 0,20-50-9 0 0,1 0 0 0 0,0 0 0 0 0,0-1 0 0 0,0 1 0 0 0,1 0 1 0 0,0 0-1 0 0,0 0 0 0 0,0 0 0 0 0,0 0 0 0 0,1 0 0 0 0,0 0 1 0 0,0 0-1 0 0,0 0 0 0 0,1 0 0 0 0,0-1 0 0 0,-1 1 0 0 0,2-1 1 0 0,3 8-1 0 0,-2-7 10 0 0,1 0 1 0 0,-1 0 0 0 0,1 0-1 0 0,0-1 1 0 0,0 0 0 0 0,0 0-1 0 0,1 0 1 0 0,-1-1 0 0 0,1 1-1 0 0,0-1 1 0 0,0-1 0 0 0,0 1-1 0 0,10 2 1 0 0,5 0-9 0 0,1-1 0 0 0,-1-1-1 0 0,1-1 1 0 0,0-1 0 0 0,0-1 0 0 0,-1-1-1 0 0,33-4 1 0 0,-49 4-217 0 0,0 0-1 0 0,0-1 1 0 0,0 1 0 0 0,0-1-1 0 0,0 0 1 0 0,0 0 0 0 0,-1-1-1 0 0,1 0 1 0 0,-1 1-1 0 0,0-1 1 0 0,1-1 0 0 0,-1 1-1 0 0,6-7 1 0 0,10-14-5942 0 0,-12 17 3021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6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55 1100 0 0,'-15'-2'9302'0'0,"-6"0"-480"0"0,32 3-8967 0 0,23 0 152 0 0,0-1 1 0 0,0-3-1 0 0,0 0 0 0 0,0-2 0 0 0,62-18 0 0 0,-94 22-527 0 0,1 1 0 0 0,-1-1-1 0 0,1 0 1 0 0,-1 0-1 0 0,1 0 1 0 0,-1 0-1 0 0,0 0 1 0 0,0-1-1 0 0,0 1 1 0 0,0-1-1 0 0,0 1 1 0 0,3-4-1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38 2532 0 0,'-11'-6'2497'0'0,"0"0"-1"0"0,-1 0 1 0 0,1 1-1 0 0,-1 0 0 0 0,-18-4 1 0 0,28 9-1931 0 0,0 1-357 0 0,1 0 1 0 0,-1 0 0 0 0,0 0-1 0 0,0 0 1 0 0,1 0-1 0 0,-1 1 1 0 0,0-1-1 0 0,1 1 1 0 0,-1-1-1 0 0,1 1 1 0 0,0 0-1 0 0,0-1 1 0 0,-1 1-1 0 0,1 0 1 0 0,0 0-1 0 0,0 0 1 0 0,1 0-1 0 0,-1 0 1 0 0,0 0-1 0 0,1 0 1 0 0,-1 2-1 0 0,-9 51 2336 0 0,10-48-2171 0 0,-26 379 3814 0 0,23-235-5840 0 0,5-137-1400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8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36 1200 0 0,'0'0'2380'0'0,"-7"16"4380"0"0,8-15-6746 0 0,-1-1 0 0 0,1 1 0 0 0,0 0 0 0 0,0-1 0 0 0,0 0 0 0 0,0 1 0 0 0,0-1 0 0 0,0 0 0 0 0,0 1 0 0 0,0-1 0 0 0,0 0 0 0 0,0 0 0 0 0,0 0 0 0 0,0 0 0 0 0,0 0 0 0 0,0 0 0 0 0,0 0 0 0 0,0 0 0 0 0,2 0 0 0 0,26-6 23 0 0,-17 3 2 0 0,75-15-428 0 0,29-5-4149 0 0,-73 16 1173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65 616 0 0,'-1'-2'1755'0'0,"-11"-16"2095"0"0,-22-27 4418 0 0,33 45-8238 0 0,1 0-1 0 0,-1 1 0 0 0,1-1 1 0 0,-1 0-1 0 0,1 0 0 0 0,0 0 1 0 0,-1 1-1 0 0,1-1 0 0 0,-1 0 1 0 0,1 1-1 0 0,0-1 0 0 0,-1 0 1 0 0,1 1-1 0 0,0-1 0 0 0,-1 0 1 0 0,1 1-1 0 0,0-1 0 0 0,0 1 1 0 0,-1-1-1 0 0,1 0 0 0 0,0 2 1 0 0,5 65 1198 0 0,3 23-682 0 0,-6-79-514 0 0,0 1 1 0 0,1-1 0 0 0,0 0 0 0 0,1 0-1 0 0,8 17 1 0 0,-10-24-25 0 0,1 0 0 0 0,-1 0 1 0 0,1 0-1 0 0,0 0 0 0 0,1 0 1 0 0,-1-1-1 0 0,1 1 0 0 0,-1-1 0 0 0,1 0 1 0 0,0 0-1 0 0,0-1 0 0 0,0 1 0 0 0,0-1 1 0 0,1 0-1 0 0,-1 0 0 0 0,1 0 1 0 0,-1-1-1 0 0,1 1 0 0 0,0-1 0 0 0,-1 0 1 0 0,1-1-1 0 0,0 1 0 0 0,0-1 1 0 0,0 0-1 0 0,-1 0 0 0 0,1 0 0 0 0,6-2 1 0 0,-4 1-9 0 0,0-1 1 0 0,1 1-1 0 0,-1-1 1 0 0,0-1-1 0 0,0 0 1 0 0,-1 0-1 0 0,1 0 1 0 0,0-1-1 0 0,-1 1 1 0 0,0-2-1 0 0,0 1 1 0 0,0-1 0 0 0,-1 0-1 0 0,1 0 1 0 0,-1 0-1 0 0,0-1 1 0 0,4-6-1 0 0,4-12 22 0 0,-1-1 0 0 0,-2 0 0 0 0,0 0 0 0 0,11-50 0 0 0,-11 38 326 0 0,-9 35-178 0 0,-8 20 92 0 0,-29 133 870 0 0,20-77-750 0 0,-8 25 77 0 0,-68 281 558 0 0,-24-8-494 0 0,104-337-430 0 0,-2-1 0 0 0,-1-1-1 0 0,-2 0 1 0 0,-1-1 0 0 0,-24 30-1 0 0,41-60-65 0 0,-1 1-1 0 0,0-1 0 0 0,0 0 0 0 0,0 0 0 0 0,0 0 1 0 0,0 0-1 0 0,-1 0 0 0 0,1 0 0 0 0,-1-1 0 0 0,1 1 1 0 0,-1-1-1 0 0,1 0 0 0 0,-1 1 0 0 0,0-1 0 0 0,0-1 1 0 0,0 1-1 0 0,0 0 0 0 0,1-1 0 0 0,-1 1 0 0 0,0-1 1 0 0,-6 0-1 0 0,6-1-18 0 0,0 1 1 0 0,0-1 0 0 0,0 0 0 0 0,0-1-1 0 0,0 1 1 0 0,0 0 0 0 0,0-1-1 0 0,0 0 1 0 0,1 0 0 0 0,-1 0 0 0 0,0 0-1 0 0,1 0 1 0 0,0 0 0 0 0,-1 0 0 0 0,1-1-1 0 0,0 0 1 0 0,0 1 0 0 0,1-1-1 0 0,-3-3 1 0 0,-2-5-33 0 0,0 0 1 0 0,1 0-1 0 0,1 0 0 0 0,0 0 0 0 0,0-1 1 0 0,1 0-1 0 0,0 0 0 0 0,1 0 1 0 0,1 0-1 0 0,0 0 0 0 0,0-15 0 0 0,3 11 23 0 0,0-1-1 0 0,0 1 1 0 0,1 0-1 0 0,2 0 1 0 0,-1 0-1 0 0,2 0 1 0 0,10-22-1 0 0,0 9-174 0 0,1 1 0 0 0,1 1 0 0 0,2 0 0 0 0,0 1-1 0 0,2 2 1 0 0,1 0 0 0 0,46-38 0 0 0,95-58-4505 0 0,-50 48-3367 0 0,-75 48 1831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69 1028 0 0,'-13'-5'7416'0'0,"-5"1"-640"0"0,30 4-6027 0 0,37 1-756 0 0,1-3-1 0 0,-1-2 0 0 0,50-10 1 0 0,-87 12-1034 0 0,0 0 0 0 0,20-8 0 0 0,2-8-4929 0 0,-22 10 1528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49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 1564 0 0,'-3'-1'1774'0'0,"1"1"-1486"0"0,0 0 1 0 0,0 0-1 0 0,0 0 1 0 0,0 0-1 0 0,0 0 1 0 0,0 0-1 0 0,0 0 1 0 0,0 1-1 0 0,0-1 1 0 0,0 1 0 0 0,0-1-1 0 0,0 1 1 0 0,0 0-1 0 0,1 0 1 0 0,-1 0-1 0 0,0 0 1 0 0,0 0-1 0 0,1 0 1 0 0,-1 0-1 0 0,0 1 1 0 0,1-1-1 0 0,0 1 1 0 0,-1-1 0 0 0,1 1-1 0 0,0-1 1 0 0,0 1-1 0 0,-1 0 1 0 0,1 0-1 0 0,1-1 1 0 0,-1 1-1 0 0,0 0 1 0 0,-1 3-1 0 0,-3 9 549 0 0,1 1-1 0 0,0-1 0 0 0,-3 24 0 0 0,4-20-10 0 0,-29 206 1985 0 0,22-146-2507 0 0,5-49-230 0 0,-3 38-928 0 0,10-24-3017 0 0,5-23-2998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0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62 1576 0 0,'-13'-30'10021'0'0,"2"5"-4405"0"0,11 25-5578 0 0,0 0 0 0 0,0 0 1 0 0,0 0-1 0 0,-1 0 0 0 0,1 0 1 0 0,0 0-1 0 0,0 0 0 0 0,0-1 0 0 0,0 1 1 0 0,0 0-1 0 0,0 0 0 0 0,-1 0 0 0 0,1 0 1 0 0,0 0-1 0 0,0-1 0 0 0,0 1 1 0 0,0 0-1 0 0,0 0 0 0 0,0 0 0 0 0,0 0 1 0 0,0-1-1 0 0,0 1 0 0 0,0 0 0 0 0,0 0 1 0 0,0 0-1 0 0,0-1 0 0 0,0 1 0 0 0,0 0 1 0 0,0 0-1 0 0,0 0 0 0 0,0 0 1 0 0,0-1-1 0 0,0 1 0 0 0,0 0 0 0 0,0 0 1 0 0,0 0-1 0 0,0 0 0 0 0,0 0 0 0 0,1-1 1 0 0,-1 1-1 0 0,0 0 0 0 0,0 0 1 0 0,0 0-1 0 0,0 0 0 0 0,46 2 582 0 0,56 11 0 0 0,-4-1-434 0 0,-49-6-146 0 0,24 1 237 0 0,-70-7-242 0 0,-3 0-32 0 0,0 1 1 0 0,1-1-1 0 0,-1 0 1 0 0,0 1-1 0 0,1-1 1 0 0,-1 0 0 0 0,0 1-1 0 0,0-1 1 0 0,0 0-1 0 0,1 1 1 0 0,-1-1-1 0 0,0 1 1 0 0,0-1 0 0 0,0 0-1 0 0,0 1 1 0 0,0-1-1 0 0,0 1 1 0 0,0-1-1 0 0,0 0 1 0 0,0 1 0 0 0,0-1-1 0 0,0 1 1 0 0,0-1-1 0 0,0 1 1 0 0,-119 89 43 0 0,-14 13 5 0 0,110-83-56 0 0,0 1 1 0 0,2 0-1 0 0,-27 38 1 0 0,44-53 5 0 0,0-1 0 0 0,0 1 0 0 0,1 0 1 0 0,0 0-1 0 0,0 0 0 0 0,1 1 0 0 0,-1-1 1 0 0,1 1-1 0 0,1 0 0 0 0,-1-1 0 0 0,0 12 1 0 0,2-16 4 0 0,0 1 0 0 0,1 0 1 0 0,-1 0-1 0 0,0 0 1 0 0,1-1-1 0 0,0 1 1 0 0,0 0-1 0 0,0-1 0 0 0,0 1 1 0 0,0 0-1 0 0,0-1 1 0 0,0 0-1 0 0,1 1 1 0 0,0-1-1 0 0,-1 0 0 0 0,1 1 1 0 0,0-1-1 0 0,0 0 1 0 0,0 0-1 0 0,0-1 1 0 0,0 1-1 0 0,1 0 0 0 0,-1-1 1 0 0,0 1-1 0 0,1-1 1 0 0,0 0-1 0 0,-1 0 1 0 0,1 0-1 0 0,-1 0 1 0 0,5 1-1 0 0,7 1 31 0 0,1 0 1 0 0,-1-1-1 0 0,1 0 1 0 0,-1-1-1 0 0,22-1 1 0 0,69-12 165 0 0,-96 10-285 0 0,0 0 0 0 0,0-1 0 0 0,0 0 0 0 0,15-7 0 0 0,27-20-5280 0 0,-11 5-2206 0 0,-21 16 1725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0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90 2172 0 0,'-3'-2'2480'0'0,"-54"-40"16126"0"0,57 41-18500 0 0,-1 1 0 0 0,1 0 0 0 0,0 0-1 0 0,-1 0 1 0 0,1-1 0 0 0,-1 1 0 0 0,1 0 0 0 0,0-1 0 0 0,-1 1-1 0 0,1 0 1 0 0,0-1 0 0 0,-1 1 0 0 0,1 0 0 0 0,0-1-1 0 0,0 1 1 0 0,-1-1 0 0 0,1 1 0 0 0,0-1 0 0 0,0 1 0 0 0,-1-1-1 0 0,5-2-50 0 0,0 1 1 0 0,0 0-1 0 0,1 0 0 0 0,-1 0 0 0 0,0 1 0 0 0,1 0 0 0 0,-1 0 0 0 0,0 0 0 0 0,6-1 0 0 0,48-3 94 0 0,-37 4-110 0 0,71-5 25 0 0,-27 2-1726 0 0,-2-1-4003 0 0,-24 6-4626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0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0 476 0 0,'-141'79'14403'0'0,"139"-78"-14215"0"0,1 0 0 0 0,-1-1 0 0 0,0 1 0 0 0,1 0 0 0 0,-1 0-1 0 0,1 1 1 0 0,-1-1 0 0 0,1 0 0 0 0,0 0 0 0 0,-1 1 0 0 0,1-1 0 0 0,0 1 0 0 0,0-1 0 0 0,0 1 0 0 0,0-1 0 0 0,0 1 0 0 0,0 0 0 0 0,1 0 0 0 0,-1-1 0 0 0,0 1 0 0 0,1 0 0 0 0,0 0 0 0 0,-1 0 0 0 0,1 2 0 0 0,0-3-140 0 0,1 0 0 0 0,0 0 0 0 0,0-1 0 0 0,-1 1 0 0 0,1 0 0 0 0,0 0 0 0 0,0-1 1 0 0,0 1-1 0 0,0-1 0 0 0,0 1 0 0 0,0-1 0 0 0,0 1 0 0 0,0-1 0 0 0,0 0 0 0 0,0 1 0 0 0,0-1 0 0 0,0 0 0 0 0,0 0 1 0 0,0 0-1 0 0,2 1 0 0 0,25 1 263 0 0,-27-2-284 0 0,30 1-457 0 0,0-1 1 0 0,1-2 0 0 0,38-8-1 0 0,39-16-10579 0 0,-83 18 5214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1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753 109 2312 0 0,'16'-15'5916'0'0,"0"0"-1"0"0,23-30 618 0 0,-37 43-6134 0 0,-1 0 1 0 0,1 0-1 0 0,-1 0 1 0 0,0-1-1 0 0,0 1 1 0 0,0 0-1 0 0,0-1 0 0 0,0 1 1 0 0,0-3-1 0 0,-1 3-287 0 0,-3 1-24 0 0,-5-1-64 0 0,0 1 1 0 0,0 0-1 0 0,0 0 1 0 0,0 1-1 0 0,0-1 1 0 0,-1 2-1 0 0,1-1 1 0 0,0 1 0 0 0,-15 4-1 0 0,-77 26 13 0 0,89-27-27 0 0,-48 17 12 0 0,0 3 0 0 0,2 2 1 0 0,-100 63-1 0 0,130-71 70 0 0,1 2 1 0 0,1 1-1 0 0,-38 41 1 0 0,49-45 47 0 0,1 0 0 0 0,0 0-1 0 0,1 1 1 0 0,1 1 0 0 0,1 0 0 0 0,-11 29 0 0 0,16-34-27 0 0,0-1 0 0 0,2 1 1 0 0,-1 0-1 0 0,2 0 0 0 0,0 1 1 0 0,1-1-1 0 0,0 0 0 0 0,1 1 0 0 0,0-1 1 0 0,5 25-1 0 0,-3-30-73 0 0,0 0 0 0 0,1 0 1 0 0,0 0-1 0 0,1-1 0 0 0,0 1 0 0 0,0-1 0 0 0,1 0 0 0 0,0 0 1 0 0,0 0-1 0 0,1 0 0 0 0,0-1 0 0 0,0 0 0 0 0,1-1 1 0 0,0 1-1 0 0,0-1 0 0 0,0 0 0 0 0,12 6 0 0 0,-7-5 151 0 0,0 0 0 0 0,1-1 0 0 0,0 0-1 0 0,0-1 1 0 0,1 0 0 0 0,-1-1 0 0 0,26 4-1 0 0,-32-7-44 0 0,1-1-1 0 0,-1 0 0 0 0,1 0 0 0 0,0 0 1 0 0,-1-1-1 0 0,1 0 0 0 0,-1-1 0 0 0,0 1 0 0 0,1-1 1 0 0,-1-1-1 0 0,0 0 0 0 0,0 0 0 0 0,0 0 1 0 0,0-1-1 0 0,-1 1 0 0 0,8-7 0 0 0,-6 3-131 0 0,0 1 0 0 0,-1-2-1 0 0,0 1 1 0 0,0-1-1 0 0,-1 0 1 0 0,0 0 0 0 0,-1-1-1 0 0,1 0 1 0 0,-1 0-1 0 0,-1 0 1 0 0,4-10 0 0 0,-7 15-13 0 0,0 1 0 0 0,0-1 0 0 0,0 1 0 0 0,0-1 0 0 0,-1 1 1 0 0,1-1-1 0 0,-1 0 0 0 0,0 1 0 0 0,0-1 0 0 0,0 0 0 0 0,-1 1 1 0 0,1-1-1 0 0,-1 1 0 0 0,0-1 0 0 0,0 1 0 0 0,0-1 0 0 0,0 1 0 0 0,-1-1 1 0 0,0 1-1 0 0,1 0 0 0 0,-1 0 0 0 0,0 0 0 0 0,0 0 0 0 0,-1 0 1 0 0,1 0-1 0 0,-1 1 0 0 0,1-1 0 0 0,-1 1 0 0 0,0-1 0 0 0,0 1 1 0 0,0 0-1 0 0,0 0 0 0 0,-6-2 0 0 0,-1-1-33 0 0,-1 2-1 0 0,1-1 1 0 0,-1 1 0 0 0,1 1 0 0 0,-1 0-1 0 0,0 1 1 0 0,0-1 0 0 0,1 2 0 0 0,-1 0-1 0 0,0 0 1 0 0,0 1 0 0 0,0 0-1 0 0,-18 5 1 0 0,10-1-134 0 0,0 1 0 0 0,0 1 1 0 0,0 1-1 0 0,1 0 0 0 0,0 1 0 0 0,-25 18 0 0 0,30-18-1190 0 0,1 1-1 0 0,0 0 0 0 0,1 1 1 0 0,-13 15-1 0 0,-15 27-10392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8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79 1964 0 0,'11'-78'23810'0'0,"-9"114"-22160"0"0,0 0 0 0 0,-8 71 1 0 0,4-76-1264 0 0,-43 310 1344 0 0,-26-4-3434 0 0,68-324 512 0 0,-3 17-1700 0 0,6-10-4761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9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92 1512 0 0,'21'-81'17490'0'0,"-20"78"-16640"0"0,-1-5 2332 0 0,1 22-2603 0 0,-1 0 1 0 0,0 1-1 0 0,-1-1 0 0 0,-1 0 1 0 0,-6 25-1 0 0,-1 15-55 0 0,3-7-201 0 0,-5 62 116 0 0,11-97-392 0 0,0 0 0 0 0,1 0 0 0 0,0 0 0 0 0,1 0 0 0 0,0 0 0 0 0,8 21 0 0 0,-10-31-38 0 0,1 0 1 0 0,0 1-1 0 0,0-1 1 0 0,0 0 0 0 0,0-1-1 0 0,0 1 1 0 0,1 0-1 0 0,-1 0 1 0 0,0 0 0 0 0,1-1-1 0 0,-1 1 1 0 0,1-1-1 0 0,0 1 1 0 0,0-1 0 0 0,-1 1-1 0 0,1-1 1 0 0,0 0-1 0 0,0 0 1 0 0,0 0 0 0 0,4 1-1 0 0,-3-1-19 0 0,1-1 0 0 0,-1 0 0 0 0,1 0 1 0 0,-1 0-1 0 0,1 0 0 0 0,-1 0 0 0 0,0-1 0 0 0,1 1 0 0 0,-1-1 0 0 0,0 0 0 0 0,1 0 0 0 0,3-2 0 0 0,4-2-39 0 0,0-1-1 0 0,-1 0 1 0 0,1 0-1 0 0,-1-1 1 0 0,-1-1-1 0 0,14-12 1 0 0,-3-1-14 0 0,-1-2 1 0 0,28-40 0 0 0,27-61 1423 0 0,-57 93-433 0 0,-16 29-985 0 0,2 12 667 0 0,-1 4-108 0 0,-75 304 1711 0 0,13-66-3104 0 0,37-125-3237 0 0,10 1-3809 0 0,12-87 1029 0 0,2-2-4045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3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1 452 0 0,'-83'11'8656'0'0,"81"-10"-8254"0"0,0-1-137 0 0,-9 2-10 0 0,9-1 207 0 0,2-1-432 0 0,-1 0 1 0 0,1 1-1 0 0,0-1 1 0 0,-1 0-1 0 0,1 1 1 0 0,0-1-1 0 0,0 0 1 0 0,-1 0-1 0 0,1 1 1 0 0,0-1-1 0 0,0 1 1 0 0,0-1-1 0 0,0 0 1 0 0,-1 1-1 0 0,1-1 1 0 0,0 0-1 0 0,0 1 1 0 0,0-1-1 0 0,0 1 1 0 0,0-1-1 0 0,0 1 1 0 0,19 17 315 0 0,-1 2-1 0 0,-1 0 1 0 0,-1 1-1 0 0,0 1 1 0 0,13 26-1 0 0,-23-37-231 0 0,-1 0-1 0 0,0 1 1 0 0,-1 0 0 0 0,-1 0-1 0 0,0 0 1 0 0,0 0 0 0 0,-1 0-1 0 0,0 1 1 0 0,-2-1 0 0 0,1 1-1 0 0,-1-1 1 0 0,-1 1 0 0 0,-2 14-1 0 0,-2-4 9 0 0,-1-1 0 0 0,-1 0-1 0 0,-1 0 1 0 0,-1-1 0 0 0,0 0-1 0 0,-2 0 1 0 0,0-1 0 0 0,-22 28-1 0 0,16-26 79 0 0,-1 0 0 0 0,-1-2-1 0 0,-1 0 1 0 0,-1-1 0 0 0,-1-1 0 0 0,-38 25-1 0 0,58-42-152 0 0,0 0 0 0 0,0 0 1 0 0,0 0-1 0 0,0 0 0 0 0,0 0 0 0 0,0 0 0 0 0,0 0 0 0 0,0-1 0 0 0,0 1 0 0 0,0-1 0 0 0,0 0 0 0 0,-1 1 0 0 0,-2-1 1 0 0,4 0-40 0 0,1-1 0 0 0,-1 1-1 0 0,1 0 1 0 0,-1 0 0 0 0,1 0 0 0 0,0 0 0 0 0,-1-1 0 0 0,1 1 0 0 0,-1 0 0 0 0,1 0 0 0 0,0-1 0 0 0,-1 1 0 0 0,1 0 0 0 0,0-1 0 0 0,-1 1 0 0 0,1 0 0 0 0,0-1 0 0 0,0 1 0 0 0,-1-1 0 0 0,1 1 0 0 0,0 0 0 0 0,0-1 0 0 0,0 1 0 0 0,-1-1 0 0 0,1-1-4 0 0,0 0 1 0 0,0 1 0 0 0,0-1 0 0 0,0 0 0 0 0,0 0 0 0 0,0 1-1 0 0,0-1 1 0 0,1 0 0 0 0,-1 1 0 0 0,1-3 0 0 0,4-10-9 0 0,1 0 1 0 0,0 1 0 0 0,0 0 0 0 0,2 0-1 0 0,15-21 1 0 0,51-56-128 0 0,-65 80 124 0 0,60-61-140 0 0,86-69 0 0 0,-129 117 127 0 0,38-35-15 0 0,-63 57 22 0 0,-4 3-5 0 0,0 0 10 0 0,-1 1 1 0 0,2-1 0 0 0,-1 1 0 0 0,0 0-1 0 0,0 0 1 0 0,1 0 0 0 0,-3 3 0 0 0,-90 131 330 0 0,83-118-272 0 0,1 2-1 0 0,1-1 1 0 0,1 1 0 0 0,1 1-1 0 0,-7 28 1 0 0,14-47-19 0 0,1 1 1 0 0,-1-1-1 0 0,1 1 1 0 0,-1-1-1 0 0,1 1 1 0 0,0-1-1 0 0,0 1 0 0 0,1-1 1 0 0,-1 1-1 0 0,1-1 1 0 0,-1 1-1 0 0,1-1 0 0 0,0 0 1 0 0,1 1-1 0 0,-1-1 1 0 0,0 0-1 0 0,4 5 1 0 0,-2-4 15 0 0,0-1 1 0 0,0 0 0 0 0,0 0 0 0 0,0 0-1 0 0,1 0 1 0 0,-1 0 0 0 0,1-1 0 0 0,0 0 0 0 0,0 1-1 0 0,0-2 1 0 0,0 1 0 0 0,5 2 0 0 0,8 0 40 0 0,0 0 1 0 0,0-1-1 0 0,0-1 1 0 0,0-1-1 0 0,33 0 1 0 0,11-7 294 0 0,-1-1-1 0 0,106-28 1 0 0,-163 34-345 0 0,1-1 1 0 0,-1 1-1 0 0,1 0 0 0 0,-1-1 0 0 0,0 0 0 0 0,0 1 0 0 0,0-1 0 0 0,0-1 1 0 0,0 1-1 0 0,0 0 0 0 0,-1-1 0 0 0,1 1 0 0 0,4-6 0 0 0,-7 6-83 0 0,3-1-63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3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87 128 0 0,'-52'-3'12486'0'0,"48"3"-11047"0"0,-3-1 422 0 0,0 1 0 0 0,-1 1 0 0 0,1-1 0 0 0,-13 3 1616 0 0,20-2-3439 0 0,0-1 1 0 0,1 0-1 0 0,-1 1 1 0 0,0-1 0 0 0,0 1-1 0 0,0-1 1 0 0,1 0-1 0 0,-1 1 1 0 0,0-1-1 0 0,0 0 1 0 0,1 0 0 0 0,-1 1-1 0 0,0-1 1 0 0,1 0-1 0 0,-1 1 1 0 0,0-1 0 0 0,1 0-1 0 0,-1 0 1 0 0,1 0-1 0 0,-1 0 1 0 0,0 1 0 0 0,1-1-1 0 0,0 0 1 0 0,29-1 106 0 0,0-1 0 0 0,47-10 0 0 0,-41 4-2904 0 0,62-24 0 0 0,-58 12-1937 0 0,-17 1-2586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3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19 2620 0 0,'-14'-17'8808'0'0,"11"15"-8008"0"0,2 2-665 0 0,1 0 0 0 0,-1 0 0 0 0,0 0-1 0 0,1 0 1 0 0,-1 1 0 0 0,1-1 0 0 0,-1 0 0 0 0,0 0-1 0 0,1 0 1 0 0,-1 1 0 0 0,1-1 0 0 0,-1 0 0 0 0,1 1-1 0 0,-1-1 1 0 0,1 0 0 0 0,-1 1 0 0 0,1-1 0 0 0,0 1-1 0 0,-1-1 1 0 0,1 1 0 0 0,-1-1 0 0 0,1 1 0 0 0,0-1-1 0 0,0 1 1 0 0,-1-1 0 0 0,1 1 0 0 0,0-1 0 0 0,0 1-1 0 0,0 0 1 0 0,-1-1 0 0 0,1 1 0 0 0,0-1 0 0 0,0 1-1 0 0,0 1 1 0 0,-9 32 1268 0 0,1 0-1 0 0,-4 45 1 0 0,3-20-924 0 0,3-17-792 0 0,1 0 0 0 0,2 47 0 0 0,6-30-3350 0 0,7-3-3901 0 0,-4-36 501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4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25 1864 0 0,'-23'-2'3345'0'0,"2"1"327"0"0,1-1-1 0 0,-32-8 1 0 0,50 9-2866 0 0,7-2-650 0 0,-5 3-152 0 0,0-1-1 0 0,0 1 1 0 0,1 0-1 0 0,-1-1 1 0 0,0 1-1 0 0,0 0 1 0 0,0-1-1 0 0,1 1 1 0 0,-1 0-1 0 0,0 0 1 0 0,1-1-1 0 0,-1 1 1 0 0,0 0-1 0 0,0 0 1 0 0,1 0-1 0 0,-1 0 1 0 0,1-1-1 0 0,-1 1 1 0 0,0 0-1 0 0,1 0 1 0 0,-1 0-1 0 0,0 0 1 0 0,1 0-1 0 0,-1 0 1 0 0,0 0-1 0 0,1 0 1 0 0,-1 0-1 0 0,1 0 1 0 0,-1 0-1 0 0,1 0 1 0 0,9 0 13 0 0,0 1 0 0 0,0 1 0 0 0,0-1 0 0 0,0 2 0 0 0,0-1 0 0 0,0 1 0 0 0,-1 1 0 0 0,1 0 0 0 0,-1 0 0 0 0,12 8 0 0 0,-17-10 49 0 0,0 1 0 0 0,0-1 0 0 0,0 1 0 0 0,0 0 0 0 0,-1 1 0 0 0,0-1 0 0 0,1 0 0 0 0,-1 1 0 0 0,0 0 0 0 0,0 0 0 0 0,-1 0 0 0 0,1 0 0 0 0,-1 0 0 0 0,0 0 0 0 0,0 1 0 0 0,-1-1 0 0 0,1 1 0 0 0,-1-1 0 0 0,0 1 0 0 0,0-1 0 0 0,0 1 0 0 0,-1 0 0 0 0,0 0 0 0 0,0 9 0 0 0,-3 0 113 0 0,0 1 0 0 0,-1 0 0 0 0,-1-1-1 0 0,-1 0 1 0 0,1 0 0 0 0,-2 0 0 0 0,0-1-1 0 0,-1 0 1 0 0,0 0 0 0 0,-18 19-1 0 0,-10 9 513 0 0,-68 58-1 0 0,67-66-351 0 0,-23 21 150 0 0,59-53-309 0 0,13-2-172 0 0,1-1-1 0 0,-1 0 0 0 0,0-1 0 0 0,1-1 0 0 0,-1 0 1 0 0,13-7-1 0 0,10-2-42 0 0,-26 10-106 0 0,151-56-4351 0 0,-58 11-6171 0 0,-78 34 4860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4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44 2976 0 0,'-1'-2'2746'0'0,"-21"-39"14505"0"0,20 43-17075 0 0,0 0-1 0 0,-1 0 0 0 0,1 0 0 0 0,0 1 0 0 0,0-1 0 0 0,1 1 0 0 0,-1-1 0 0 0,0 1 0 0 0,1 0 0 0 0,-1 0 0 0 0,1-1 0 0 0,0 1 0 0 0,0 0 0 0 0,0 0 0 0 0,1 0 1 0 0,-1 0-1 0 0,1 1 0 0 0,-1-1 0 0 0,1 4 0 0 0,-1 13 406 0 0,1 33 1 0 0,0-53-581 0 0,1 14 138 0 0,1 0 1 0 0,0 0-1 0 0,1 0 0 0 0,0-1 0 0 0,1 1 1 0 0,8 20-1 0 0,-9-29-119 0 0,-1 0-1 0 0,1 1 1 0 0,0-1 0 0 0,0 0 0 0 0,0-1 0 0 0,1 1-1 0 0,0-1 1 0 0,0 1 0 0 0,0-1 0 0 0,0 0-1 0 0,0-1 1 0 0,1 1 0 0 0,0-1 0 0 0,0 0 0 0 0,0 0-1 0 0,0 0 1 0 0,10 3 0 0 0,-11-5-55 0 0,-1-1 0 0 0,1 1 0 0 0,-1-1 0 0 0,1 0 0 0 0,-1 0 0 0 0,1-1 0 0 0,-1 1 0 0 0,1-1 0 0 0,-1 0 0 0 0,1 0 0 0 0,-1 0 0 0 0,0 0 0 0 0,0 0 0 0 0,1-1 0 0 0,-1 1 0 0 0,0-1 0 0 0,0 0 0 0 0,4-4 0 0 0,2-1-84 0 0,-1 0 0 0 0,0-1 0 0 0,0 0 0 0 0,10-13 0 0 0,-2-4 4 0 0,0-1 0 0 0,15-36 0 0 0,9-13-170 0 0,-39 74 172 0 0,0 26 212 0 0,-14 100 202 0 0,-36 303 2841 0 0,-26-6-884 0 0,73-413-2258 0 0,-8 36 0 0 0,-27 71 0 0 0,32-104 0 0 0,0-1 0 0 0,0 1 0 0 0,-1-1 0 0 0,-1-1 0 0 0,0 1 0 0 0,0-1 0 0 0,-1-1 0 0 0,0 1 0 0 0,-1-1 0 0 0,0-1 0 0 0,-11 9 0 0 0,16-14 0 0 0,0 0 0 0 0,0-1 0 0 0,-1 1 0 0 0,1-1 0 0 0,0 0 0 0 0,-1-1 0 0 0,0 1 0 0 0,1-1 0 0 0,-1 0 0 0 0,0 0 0 0 0,1 0 0 0 0,-1-1 0 0 0,0 1 0 0 0,0-1 0 0 0,0 0 0 0 0,1-1 0 0 0,-1 1 0 0 0,0-1 0 0 0,0 0 0 0 0,1 0 0 0 0,-1-1 0 0 0,1 1 0 0 0,-1-1 0 0 0,1 0 0 0 0,-1 0 0 0 0,1 0 0 0 0,0-1 0 0 0,0 0 0 0 0,0 1 0 0 0,1-1 0 0 0,-1-1 0 0 0,-3-3 0 0 0,0 0 0 0 0,0-1 0 0 0,0 0 0 0 0,1 0 0 0 0,0-1 0 0 0,1 0 0 0 0,0 0 0 0 0,0 0 0 0 0,1-1 0 0 0,0 1 0 0 0,1-1 0 0 0,0 0 0 0 0,0 0 0 0 0,1 0 0 0 0,-1-11 0 0 0,3 4-127 0 0,1 1 0 0 0,0-1 0 0 0,1 1 0 0 0,1-1 0 0 0,1 1 0 0 0,0 0 0 0 0,1 0 0 0 0,1 1 0 0 0,0 0 1 0 0,1 0-1 0 0,1 0 0 0 0,0 1 0 0 0,11-14 0 0 0,16-20-742 0 0,3 2 1 0 0,51-50-1 0 0,-85 92 831 0 0,85-80-5369 0 0,-23 23-567 0 0,-24 17-1557 0 0,-25 26 501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5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61 1116 0 0,'0'0'3202'0'0,"-16"3"3186"0"0,-14-3 622 0 0,18 1-6727 0 0,30-9-709 0 0,-1 1 1 0 0,1 1-1 0 0,0 1 1 0 0,23-5-1 0 0,16-4-3881 0 0,-30 6 540 0 0,3 1-1626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5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99 716 0 0,'-3'0'6887'0'0,"-21"7"2135"0"0,28-7-8844 0 0,30-3 82 0 0,-1-1-1 0 0,67-17 1 0 0,-32 6-359 0 0,30-9-2807 0 0,-87 20 989 0 0,-1 0-1 0 0,0-1 1 0 0,19-10 0 0 0,-16 4-2587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6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1 392 0 0,'-3'0'2778'0'0,"-3"0"-985"0"0,3 0-923 0 0,-1-1 0 0 0,1 2 0 0 0,-1-1 0 0 0,1 0 0 0 0,-1 1 0 0 0,-6 1 0 0 0,8-1-655 0 0,0 0 1 0 0,1 0-1 0 0,-1 0 1 0 0,1 0 0 0 0,-1 1-1 0 0,1-1 1 0 0,-1 0-1 0 0,1 1 1 0 0,0-1-1 0 0,0 1 1 0 0,-1-1 0 0 0,1 1-1 0 0,0 0 1 0 0,0-1-1 0 0,-1 5 1 0 0,-3 7 409 0 0,0 0 0 0 0,1 1 0 0 0,1 0 0 0 0,0-1 0 0 0,-1 16 0 0 0,-2 72 38 0 0,6-76-436 0 0,4 110-634 0 0,6-46-4797 0 0,-5-44-870 0 0,-4-30 1021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50 816 0 0,'-11'9'11534'0'0,"10"-7"-10710"0"0,2-1-795 0 0,1 0 1 0 0,0 0-1 0 0,-1 0 1 0 0,1 0-1 0 0,0-1 1 0 0,-1 1-1 0 0,1-1 0 0 0,0 1 1 0 0,0-1-1 0 0,0 0 1 0 0,0 0-1 0 0,-1 0 1 0 0,1 0-1 0 0,0 0 1 0 0,2 0-1 0 0,37-5 123 0 0,-25 2-80 0 0,242-23-546 0 0,-11 1-6313 0 0,-176 17 2583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7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56 2068 0 0,'-16'-23'13602'0'0,"18"20"-13448"0"0,1 1 0 0 0,-1-1 1 0 0,0 1-1 0 0,1 0 0 0 0,0-1 0 0 0,-1 2 0 0 0,1-1 1 0 0,0 0-1 0 0,0 0 0 0 0,0 1 0 0 0,0 0 0 0 0,1-1 0 0 0,4 0 1 0 0,-1 0-75 0 0,0 1 0 0 0,1 0 1 0 0,-1 1-1 0 0,0-1 1 0 0,15 3-1 0 0,-5 0-95 0 0,-1 1 1 0 0,0 0-1 0 0,0 2 1 0 0,0 0-1 0 0,16 7 1 0 0,-26-9 23 0 0,1 1 1 0 0,-1-1-1 0 0,1 1 1 0 0,-1 1 0 0 0,0-1-1 0 0,-1 1 1 0 0,1 0-1 0 0,-1 0 1 0 0,0 0 0 0 0,5 8-1 0 0,-8-10 9 0 0,0 0-1 0 0,0 0 0 0 0,0 0 1 0 0,-1 1-1 0 0,1-1 0 0 0,-1 0 1 0 0,0 1-1 0 0,0 0 1 0 0,0-1-1 0 0,0 1 0 0 0,-1 0 1 0 0,1-1-1 0 0,-1 1 1 0 0,0 0-1 0 0,0-1 0 0 0,-1 1 1 0 0,1 0-1 0 0,-1-1 1 0 0,0 1-1 0 0,1 0 0 0 0,-4 5 1 0 0,0-1 6 0 0,0 0 1 0 0,0 0 0 0 0,-1-1 0 0 0,0 0-1 0 0,-1 0 1 0 0,1 0 0 0 0,-2-1-1 0 0,1 0 1 0 0,-12 10 0 0 0,-6 1 646 0 0,-39 21 1 0 0,55-33-369 0 0,5 0-148 0 0,11-2-116 0 0,24 2-131 0 0,-8-2 50 0 0,-12 0 44 0 0,0 1 1 0 0,0 1 0 0 0,0 0-1 0 0,-1 0 1 0 0,0 1 0 0 0,0 0-1 0 0,0 1 1 0 0,-1 0 0 0 0,0 1-1 0 0,13 13 1 0 0,-20-18 60 0 0,0 0 0 0 0,-1 0-1 0 0,1 0 1 0 0,0 0 0 0 0,-1 1-1 0 0,0-1 1 0 0,0 1 0 0 0,0-1-1 0 0,-1 1 1 0 0,1 0 0 0 0,-1 0 0 0 0,0 0-1 0 0,0 0 1 0 0,0 0 0 0 0,0 0-1 0 0,-1 0 1 0 0,1 0 0 0 0,-1 0-1 0 0,0 0 1 0 0,-1 0 0 0 0,1 1 0 0 0,-1-1-1 0 0,0 0 1 0 0,0 0 0 0 0,0 0-1 0 0,0-1 1 0 0,0 1 0 0 0,-1 0-1 0 0,0 0 1 0 0,0-1 0 0 0,0 1 0 0 0,0-1-1 0 0,-1 1 1 0 0,1-1 0 0 0,-5 4-1 0 0,0 1 135 0 0,-1 0-1 0 0,0-1 1 0 0,0 1-1 0 0,-1-2 1 0 0,0 1-1 0 0,0-1 1 0 0,-1 0-1 0 0,-14 6 1 0 0,18-10-131 0 0,1 0 0 0 0,-1 0 0 0 0,0 0 1 0 0,-1 0-1 0 0,1-1 0 0 0,0 0 0 0 0,0 0 0 0 0,0-1 1 0 0,-1 0-1 0 0,1 0 0 0 0,0 0 0 0 0,-1-1 0 0 0,1 0 1 0 0,0 0-1 0 0,-12-4 0 0 0,17 4-154 0 0,0 1 1 0 0,-1 0-1 0 0,1-1 0 0 0,0 1 0 0 0,0-1 1 0 0,-1 0-1 0 0,1 1 0 0 0,0-1 0 0 0,0 0 1 0 0,0 1-1 0 0,0-1 0 0 0,0 0 0 0 0,0 0 1 0 0,0 0-1 0 0,0 0 0 0 0,0 0 0 0 0,0 0 1 0 0,0-1-1 0 0,1 1 0 0 0,-1 0 1 0 0,0 0-1 0 0,1 0 0 0 0,-1-1 0 0 0,1 1 1 0 0,-1 0-1 0 0,1-1 0 0 0,0 1 0 0 0,0 0 1 0 0,0-1-1 0 0,-1 1 0 0 0,1-1 0 0 0,0 1 1 0 0,1 0-1 0 0,-1-1 0 0 0,0 1 0 0 0,0 0 1 0 0,1-1-1 0 0,-1 1 0 0 0,0 0 1 0 0,1-1-1 0 0,-1 1 0 0 0,2-2 0 0 0,2-3-655 0 0,0 0 1 0 0,0 0-1 0 0,1 0 0 0 0,-1 1 0 0 0,1 0 0 0 0,10-8 0 0 0,-5 5-1032 0 0,1 1-1 0 0,0 0 0 0 0,14-6 1 0 0,-20 10 667 0 0,20-10-5084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7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1264 0 0,'17'-12'16579'0'0,"211"39"-12557"0"0,-227-28-4016 0 0,1 1 0 0 0,-1 0 0 0 0,1 0 0 0 0,-1 0 0 0 0,1 1 0 0 0,-1-1 0 0 0,1 0 0 0 0,-1 0 0 0 0,0 1 0 0 0,1-1 0 0 0,-1 1 0 0 0,0-1 0 0 0,1 1 0 0 0,-1 0 0 0 0,0-1 0 0 0,1 1 0 0 0,-1 0 0 0 0,0 0 0 0 0,0 0 0 0 0,0 0 0 0 0,0 0 0 0 0,0 0 1 0 0,0 0-1 0 0,0 1 0 0 0,0-1 0 0 0,-1 0 0 0 0,2 3 0 0 0,-2-2 10 0 0,0 1 1 0 0,0-1 0 0 0,0 1 0 0 0,0-1-1 0 0,-1 1 1 0 0,1-1 0 0 0,-1 0 0 0 0,1 1-1 0 0,-1-1 1 0 0,0 1 0 0 0,0-1 0 0 0,0 0-1 0 0,-1 0 1 0 0,-1 3 0 0 0,-18 28 1138 0 0,-3 0 0 0 0,-44 48 0 0 0,-7 8 181 0 0,74-88-1297 0 0,0 0 1 0 0,0 0-1 0 0,0 0 1 0 0,1 1-1 0 0,-1-1 1 0 0,0 0 0 0 0,1 1-1 0 0,-1-1 1 0 0,1 0-1 0 0,-1 1 1 0 0,1-1-1 0 0,-1 1 1 0 0,1-1-1 0 0,0 1 1 0 0,0-1-1 0 0,0 1 1 0 0,0-1-1 0 0,0 1 1 0 0,1 1-1 0 0,-1-2-10 0 0,1 0 0 0 0,-1 0 0 0 0,1 0 0 0 0,-1 0 0 0 0,1-1 0 0 0,0 1 0 0 0,-1 0 0 0 0,1-1 0 0 0,0 1 0 0 0,0 0 0 0 0,-1-1 0 0 0,1 1 0 0 0,0-1 0 0 0,0 1 0 0 0,0-1 0 0 0,0 1 0 0 0,0-1 0 0 0,0 0 0 0 0,0 0 0 0 0,0 1 0 0 0,0-1 0 0 0,0 0 0 0 0,0 0 0 0 0,0 0-1 0 0,0 0 1 0 0,0 0 0 0 0,0 0 0 0 0,0 0 0 0 0,1-1 0 0 0,22-2-168 0 0,-1 0 0 0 0,0-2 0 0 0,27-9 0 0 0,71-31-3199 0 0,-51 19 1115 0 0,122-36-7230 0 0,-168 54 6856 0 0,34-10-5577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8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55 1140 0 0,'-3'-1'2952'0'0,"-46"-2"9962"0"0,49 3-13056 0 0,-26-4 7031 0 0,39 1-6511 0 0,115-18-75 0 0,-60 9-4318 0 0,-2 2-7801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4:58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1864 0 0,'-21'13'3542'0'0,"1"0"1031"0"0,0 0 0 0 0,-25 24 623 0 0,46-36-5091 0 0,0 0 0 0 0,0-1-1 0 0,0 1 1 0 0,-1 0 0 0 0,1 0-1 0 0,0-1 1 0 0,0 1-1 0 0,0-1 1 0 0,0 1 0 0 0,0-1-1 0 0,0 1 1 0 0,2 0 0 0 0,21 0-24 0 0,0-1 0 0 0,0-1 0 0 0,27-5 0 0 0,77-19-3868 0 0,-67 12 912 0 0,-6 2-2009 0 0,0-1-2599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0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30 1252 0 0,'-3'0'2070'0'0,"-36"-6"5370"0"0,39 5-7403 0 0,0 0 0 0 0,0 0 0 0 0,0 0 0 0 0,0 0 0 0 0,1 0 0 0 0,-1 0 0 0 0,0 0 0 0 0,1 1 0 0 0,-1-1 0 0 0,1 0 0 0 0,-1 0 0 0 0,1 1 0 0 0,0-1 0 0 0,-1 0 0 0 0,1 0 0 0 0,-1 1 0 0 0,1-1 0 0 0,0 1 0 0 0,0-1 0 0 0,-1 1 0 0 0,1-1 0 0 0,0 1 0 0 0,1-1 0 0 0,7-1 11 0 0,0 1 1 0 0,0 0 0 0 0,0 0 0 0 0,0 1-1 0 0,1 0 1 0 0,-1 0 0 0 0,0 1-1 0 0,0 1 1 0 0,0 0 0 0 0,0 0-1 0 0,0 0 1 0 0,-1 1 0 0 0,1 1-1 0 0,-1-1 1 0 0,1 1 0 0 0,-1 1 0 0 0,0-1-1 0 0,-1 1 1 0 0,1 1 0 0 0,11 10-1 0 0,-11-8 97 0 0,1 0 0 0 0,-1 1 0 0 0,0 0 0 0 0,-1 0 0 0 0,0 1 0 0 0,-1-1 0 0 0,0 2 0 0 0,0-1 0 0 0,-1 1 0 0 0,-1-1-1 0 0,1 1 1 0 0,-2 0 0 0 0,0 1 0 0 0,0-1 0 0 0,-1 1 0 0 0,1 13 0 0 0,-3-9 55 0 0,-1-1 1 0 0,0 1-1 0 0,-1-1 0 0 0,-1 1 1 0 0,0-1-1 0 0,-1 0 0 0 0,-1 0 0 0 0,-1-1 1 0 0,-6 15-1 0 0,3-12 71 0 0,-1 1 0 0 0,-1-2 0 0 0,0 1 1 0 0,-1-2-1 0 0,0 1 0 0 0,-25 22 0 0 0,15-25 212 0 0,22-13-478 0 0,-1 0 0 0 0,1 0 0 0 0,0 1 0 0 0,0-1 0 0 0,0 0-1 0 0,-1 0 1 0 0,1 0 0 0 0,0 0 0 0 0,0 0 0 0 0,0 0 0 0 0,-1 0 0 0 0,1 0 0 0 0,0 0 0 0 0,0 0 0 0 0,-1 0 0 0 0,1 0 0 0 0,0 0 0 0 0,0-1 0 0 0,0 1 0 0 0,-1 0 0 0 0,1 0 0 0 0,0 0 0 0 0,0 0 0 0 0,0 0-1 0 0,0 0 1 0 0,-1 0 0 0 0,1-1 0 0 0,0 1 0 0 0,0 0 0 0 0,0 0 0 0 0,0 0 0 0 0,-1 0 0 0 0,1-1 0 0 0,3-12 23 0 0,2 1-23 0 0,1 1-1 0 0,1 0 1 0 0,0 0-1 0 0,15-18 0 0 0,40-37-53 0 0,-43 47 38 0 0,263-225-105 0 0,-233 205 211 0 0,-43 36-68 0 0,-5 2-18 0 0,1 0 0 0 0,0 0 0 0 0,-1-1 0 0 0,1 1 0 0 0,-1 0 0 0 0,1 0 0 0 0,-1-1 0 0 0,1 1 0 0 0,-1-1 0 0 0,2-2 0 0 0,-2 2-25 0 0,-2 4-26 0 0,0 0 39 0 0,0 0 0 0 0,0 0 0 0 0,0 0 0 0 0,0-1 1 0 0,-1 1-1 0 0,1 0 0 0 0,0-1 0 0 0,-1 1 0 0 0,-2 1 0 0 0,-5 7-7 0 0,-11 16 61 0 0,2 1 0 0 0,0 0 0 0 0,2 1 0 0 0,2 1 0 0 0,0 1 0 0 0,-15 48 0 0 0,28-72-32 0 0,-1 0 1 0 0,1 1-1 0 0,0-1 1 0 0,0 1-1 0 0,1-1 1 0 0,0 1-1 0 0,0-1 1 0 0,1 1-1 0 0,0-1 1 0 0,2 12-1 0 0,-1-14-7 0 0,-1-1 0 0 0,0 0 0 0 0,1 0 0 0 0,0 0-1 0 0,0 0 1 0 0,0 0 0 0 0,0 0 0 0 0,0-1 0 0 0,0 1 0 0 0,1-1 0 0 0,-1 1-1 0 0,1-1 1 0 0,0 0 0 0 0,0 0 0 0 0,0 0 0 0 0,0-1 0 0 0,0 1-1 0 0,0-1 1 0 0,0 1 0 0 0,0-1 0 0 0,6 1 0 0 0,6 1-391 0 0,1 0-1 0 0,-1-1 1 0 0,1-1-1 0 0,-1 0 1 0 0,1-2 0 0 0,-1 1-1 0 0,19-5 1 0 0,2-1-4176 0 0,66-21-1 0 0,-67 14-1412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0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80 1468 0 0,'-10'-26'11799'0'0,"5"20"-9811"0"0,5 5-1880 0 0,0 1 1 0 0,0-1 0 0 0,-1 1 0 0 0,1 0-1 0 0,0-1 1 0 0,0 1 0 0 0,-1-1-1 0 0,1 1 1 0 0,0 0 0 0 0,-1-1 0 0 0,1 1-1 0 0,0 0 1 0 0,-1-1 0 0 0,1 1 0 0 0,0 0-1 0 0,-1 0 1 0 0,1-1 0 0 0,-1 1-1 0 0,1 0 1 0 0,0 0 0 0 0,-1 0 0 0 0,1-1-1 0 0,-1 1 1 0 0,1 0 0 0 0,-1 0-1 0 0,1 0 1 0 0,-1 0 0 0 0,1 0 0 0 0,-1 0-1 0 0,1 0 1 0 0,0 0 0 0 0,-1 0-1 0 0,1 0 1 0 0,-2 1 0 0 0,-2-1 1358 0 0,18 0-1340 0 0,167-10-1227 0 0,-119 0-2687 0 0,-2-4-3658 0 0,-39 7 1527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0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8 2968 0 0,'-22'-5'10085'0'0,"21"5"-9873"0"0,-1-1-1 0 0,1 1 1 0 0,0-1-1 0 0,0 1 1 0 0,0 0-1 0 0,-1 0 1 0 0,1-1-1 0 0,0 1 1 0 0,0 0-1 0 0,0 0 1 0 0,-1 0-1 0 0,1 0 1 0 0,0 0 0 0 0,0 1-1 0 0,-1-1 1 0 0,1 0-1 0 0,0 0 1 0 0,0 1-1 0 0,0-1 1 0 0,0 1-1 0 0,0-1 1 0 0,-1 1-1 0 0,1 0 1 0 0,0-1-1 0 0,0 1 1 0 0,0 0-1 0 0,0 0 1 0 0,1-1-1 0 0,-1 1 1 0 0,0 0-1 0 0,0 0 1 0 0,0 0-1 0 0,1 0 1 0 0,-2 2 0 0 0,-8 28 1398 0 0,2 0 0 0 0,1 0 0 0 0,-4 44 0 0 0,-4 17-830 0 0,-7 54-369 0 0,19-83-2676 0 0,3-60 1799 0 0,0 1 0 0 0,0 0-1 0 0,1 0 1 0 0,-1 0 0 0 0,1 0-1 0 0,2 6 1 0 0,5 2-3361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1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0 106 700 0 0,'11'-66'11844'0'0,"-3"26"768"0"0,-12 97-10250 0 0,-2 10-938 0 0,6 116-1 0 0,2-166-1376 0 0,0 0-1 0 0,6 22 0 0 0,-7-35-76 0 0,0 0 0 0 0,0 0 0 0 0,0-1 0 0 0,1 1 0 0 0,0 0 1 0 0,0 0-1 0 0,0-1 0 0 0,0 1 0 0 0,0-1 0 0 0,1 0 0 0 0,0 1 0 0 0,-1-1 1 0 0,1 0-1 0 0,0-1 0 0 0,4 4 0 0 0,-5-5-9 0 0,1 0 0 0 0,-1 0 0 0 0,1 0 0 0 0,-1-1 0 0 0,1 1 0 0 0,-1-1 0 0 0,1 1 0 0 0,0-1 0 0 0,-1 0 0 0 0,1 0-1 0 0,-1 0 1 0 0,1 0 0 0 0,-1 0 0 0 0,1-1 0 0 0,0 1 0 0 0,-1-1 0 0 0,1 0 0 0 0,-1 1 0 0 0,0-1 0 0 0,1-1 0 0 0,-1 1 0 0 0,0 0 0 0 0,1 0 0 0 0,-1-1 0 0 0,0 1 0 0 0,0-1 0 0 0,0 0 0 0 0,2-1-1 0 0,4-5-3 0 0,-1 0 0 0 0,1 0-1 0 0,-2-1 1 0 0,1 1 0 0 0,6-12-1 0 0,74-141 1142 0 0,-87 159-1162 0 0,1 2 54 0 0,0 0 42 0 0,-1 1-1 0 0,1-1 0 0 0,0 0 0 0 0,-1 0 1 0 0,1 0-1 0 0,-1 1 0 0 0,1-1 1 0 0,0 0-1 0 0,-1 1 0 0 0,1-1 1 0 0,-1 0-1 0 0,1 1 0 0 0,-1-1 0 0 0,1 1 1 0 0,-1-1-1 0 0,1 1 0 0 0,-1-1 1 0 0,0 1-1 0 0,1-1 0 0 0,-1 1 0 0 0,0-1 1 0 0,1 1-1 0 0,-1 0 0 0 0,0-1 1 0 0,0 1-1 0 0,0-1 0 0 0,1 1 0 0 0,-1 0 1 0 0,3 22 934 0 0,-3-21-904 0 0,1 75 581 0 0,-14 116-1 0 0,2-49-2409 0 0,10-135 293 0 0,1-1 1 0 0,1 1 0 0 0,-1-1-1 0 0,4 17 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35 1652 0 0,'0'0'1671'0'0,"-22"-11"6909"0"0,6 3-5630 0 0,72 10-3460 0 0,89-10 0 0 0,-50 2-3652 0 0,-57 4 1016 0 0,1 1-975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2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0 1216 0 0,'0'0'20731'0'0,"0"16"-20013"0"0,5 9 320 0 0,2 28-1 0 0,-5-26-745 0 0,11 45 1 0 0,-11-65-257 0 0,0 0 0 0 0,1-1 0 0 0,0 1 0 0 0,0 0 1 0 0,0-1-1 0 0,1 1 0 0 0,-1-1 0 0 0,2 0 0 0 0,-1 0 1 0 0,1-1-1 0 0,5 6 0 0 0,-8-9-22 0 0,0 0-1 0 0,0 0 1 0 0,0 0 0 0 0,0 0-1 0 0,0-1 1 0 0,1 1-1 0 0,-1-1 1 0 0,0 1 0 0 0,1-1-1 0 0,-1 0 1 0 0,1 0 0 0 0,0 0-1 0 0,-1 0 1 0 0,1-1-1 0 0,0 1 1 0 0,0-1 0 0 0,-1 0-1 0 0,1 1 1 0 0,0-1 0 0 0,0 0-1 0 0,-1-1 1 0 0,1 1-1 0 0,0 0 1 0 0,0-1 0 0 0,-1 0-1 0 0,1 1 1 0 0,0-1 0 0 0,-1 0-1 0 0,1-1 1 0 0,-1 1-1 0 0,1 0 1 0 0,-1-1 0 0 0,0 1-1 0 0,4-4 1 0 0,0-1 15 0 0,0 0 0 0 0,0-1-1 0 0,0 1 1 0 0,-1-1 0 0 0,-1-1 0 0 0,1 1-1 0 0,-1-1 1 0 0,0 0 0 0 0,5-14 0 0 0,28-107 266 0 0,-37 128-346 0 0,-6 29 862 0 0,-44 473 3111 0 0,31-254-2656 0 0,15-210-1266 0 0,-15 122 0 0 0,15-139 0 0 0,-1 1 0 0 0,0-1 0 0 0,-2-1 0 0 0,-1 1 0 0 0,-14 28 0 0 0,18-41 0 0 0,-1-1 0 0 0,1 1 0 0 0,-1-1 0 0 0,0 0 0 0 0,0-1 0 0 0,-1 1 0 0 0,1-1 0 0 0,-1 0 0 0 0,0 0 0 0 0,-1-1 0 0 0,1 0 0 0 0,-1 0 0 0 0,-9 4 0 0 0,7-5 0 0 0,0 0 0 0 0,-1 0 0 0 0,0-1 0 0 0,1 0 0 0 0,-1-1 0 0 0,0 0 0 0 0,0 0 0 0 0,0-1 0 0 0,-15-2 0 0 0,10 0 0 0 0,1 0 0 0 0,0-2 0 0 0,0 0 0 0 0,0 0 0 0 0,1-1 0 0 0,-1-1 0 0 0,1 0 0 0 0,0-1 0 0 0,1 0 0 0 0,0-1 0 0 0,0 0 0 0 0,0-1 0 0 0,1-1 0 0 0,-13-14 0 0 0,18 18 0 0 0,1-1 0 0 0,1 1 0 0 0,-1-1 0 0 0,1 0 0 0 0,0-1 0 0 0,1 1 0 0 0,-1-1 0 0 0,2 1 0 0 0,-1-1 0 0 0,1 0 0 0 0,0 0 0 0 0,-1-15 0 0 0,2 13 0 0 0,1-1 0 0 0,1 0 0 0 0,0 0 0 0 0,0 0 0 0 0,1 0 0 0 0,0 1 0 0 0,1-1 0 0 0,1 1 0 0 0,4-12 0 0 0,4-3-494 0 0,0 0 0 0 0,2 2 0 0 0,23-33 1 0 0,-13 26-1488 0 0,1 1 0 0 0,2 1 0 0 0,53-43 0 0 0,7 7-4710 0 0,139-75 0 0 0,-206 127 6286 0 0,26-15-6272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2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103 115 2976 0 0,'-55'-12'11484'0'0,"24"6"-6782"0"0,28 6-3995 0 0,0 0-878 0 0,-7 1 3026 0 0,20 1 113 0 0,36 0-2776 0 0,1-3-1 0 0,-1-1 1 0 0,51-10-1 0 0,-64 6-2084 0 0,-1-2 1 0 0,57-20-1 0 0,-81 25 791 0 0,0-1 1 0 0,0 0-1 0 0,11-8 0 0 0,5-10-5717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2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13 1736 0 0,'-24'-11'12981'0'0,"23"11"-12722"0"0,0 0-1 0 0,0-1 0 0 0,0 1 1 0 0,0 0-1 0 0,0 0 1 0 0,0 0-1 0 0,0 0 0 0 0,0 0 1 0 0,0 0-1 0 0,0 0 1 0 0,0 0-1 0 0,0 1 0 0 0,0-1 1 0 0,0 0-1 0 0,1 1 0 0 0,-1-1 1 0 0,0 0-1 0 0,0 1 1 0 0,0-1-1 0 0,0 1 0 0 0,0-1 1 0 0,0 2-1 0 0,-1 0 120 0 0,1-1-1 0 0,0 1 1 0 0,-1 0-1 0 0,1 0 1 0 0,0 0-1 0 0,0 0 1 0 0,0-1-1 0 0,1 1 1 0 0,-1 0-1 0 0,0 3 1 0 0,-1 7 784 0 0,0 0 0 0 0,1 1 1 0 0,0 13-1 0 0,0-13-367 0 0,-6 98 1464 0 0,-1 26-2053 0 0,10 0-5585 0 0,6-86 375 0 0,-6-46 3203 0 0,-1-1-1 0 0,1 1 1 0 0,0 0-1 0 0,0-1 0 0 0,3 5 1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3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144 123 800 0 0,'-23'-4'5666'0'0,"0"-1"0"0"0,-37-13 0 0 0,45 15-3650 0 0,-2 0-177 0 0,17 3-1813 0 0,-1 0 1 0 0,1 0 0 0 0,0-1 0 0 0,0 1-1 0 0,-1 0 1 0 0,1 0 0 0 0,0 0-1 0 0,0 0 1 0 0,-1-1 0 0 0,1 1-1 0 0,0 0 1 0 0,0 0 0 0 0,-1 0 0 0 0,1-1-1 0 0,0 1 1 0 0,0 0 0 0 0,0 0-1 0 0,0-1 1 0 0,-1 1 0 0 0,1 0-1 0 0,0 0 1 0 0,0-1 0 0 0,0 1 0 0 0,0 0-1 0 0,0-1 1 0 0,0 1 0 0 0,0 0-1 0 0,0 0 1 0 0,0-1 0 0 0,0 1-1 0 0,0 0 1 0 0,0-1 0 0 0,0 1 0 0 0,0 0-1 0 0,0-1 1 0 0,0 1 0 0 0,0 0-1 0 0,0 0 1 0 0,0-1 0 0 0,1 0-17 0 0,0 0-1 0 0,-1 0 1 0 0,1 1 0 0 0,0-1 0 0 0,0 0 0 0 0,-1 1 0 0 0,1-1 0 0 0,0 0-1 0 0,0 1 1 0 0,0-1 0 0 0,0 1 0 0 0,0-1 0 0 0,0 1 0 0 0,0 0 0 0 0,0-1-1 0 0,1 1 1 0 0,1-1 15 0 0,25-11 69 0 0,1 1-1 0 0,58-13 1 0 0,-45 13-133 0 0,-39 11 28 0 0,6-3 147 0 0,-1 1 0 0 0,1 0 0 0 0,1 0 1 0 0,13 0-1 0 0,-22 3-119 0 0,-1-1 1 0 0,1 0 0 0 0,-1 0-1 0 0,1 0 1 0 0,-1 1-1 0 0,1-1 1 0 0,-1 0 0 0 0,1 1-1 0 0,-1-1 1 0 0,1 0-1 0 0,-1 1 1 0 0,0-1 0 0 0,1 1-1 0 0,-1-1 1 0 0,0 0-1 0 0,1 1 1 0 0,-1-1 0 0 0,0 1-1 0 0,1-1 1 0 0,-1 1-1 0 0,0-1 1 0 0,0 1 0 0 0,0-1-1 0 0,1 1 1 0 0,-1-1-1 0 0,0 1 1 0 0,0 1 0 0 0,2 17 658 0 0,-4 49 648 0 0,-3-1-1 0 0,-15 67 0 0 0,-37 133 2480 0 0,56-265-3803 0 0,-11 48-40 0 0,-18 85-523 0 0,28-120-182 0 0,3-1-4980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3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2 102 2576 0 0,'-2'-52'16104'0'0,"2"40"-13355"0"0,1 11-2684 0 0,-1-1 0 0 0,1 1 0 0 0,-1 0 0 0 0,1 0 0 0 0,0 0 0 0 0,0 0 0 0 0,-1 0 0 0 0,1 0 0 0 0,0 0 0 0 0,0 0 0 0 0,0 0 1 0 0,0 0-1 0 0,0 0 0 0 0,0 0 0 0 0,0 1 0 0 0,1-1 0 0 0,-1 0 0 0 0,0 1 0 0 0,0-1 0 0 0,1 1 0 0 0,-1-1 0 0 0,2 1 0 0 0,34-7 346 0 0,21 0-197 0 0,116 3 0 0 0,-165 5-207 0 0,-7-1-4 0 0,-1 0-1 0 0,0-1 1 0 0,0 1-1 0 0,0 0 1 0 0,1 1 0 0 0,-1-1-1 0 0,0 0 1 0 0,0 0-1 0 0,0 0 1 0 0,0 1 0 0 0,1-1-1 0 0,-1 0 1 0 0,0 1 0 0 0,0-1-1 0 0,0 1 1 0 0,0 0-1 0 0,0-1 1 0 0,0 1 0 0 0,0 0-1 0 0,0-1 1 0 0,0 1-1 0 0,-1 0 1 0 0,1 0 0 0 0,0 0-1 0 0,0 0 1 0 0,0 1 0 0 0,0 0-1 0 0,-1-1 0 0 0,1 1 0 0 0,-1-1 1 0 0,0 0-1 0 0,0 1 0 0 0,0-1 1 0 0,0 0-1 0 0,0 1 0 0 0,0-1 0 0 0,0 1 1 0 0,0-1-1 0 0,0 0 0 0 0,-1 1 1 0 0,1-1-1 0 0,-1 0 0 0 0,1 1 0 0 0,-1-1 1 0 0,0 2-1 0 0,-15 23 24 0 0,15-24-30 0 0,-34 46 1224 0 0,-48 50 0 0 0,-9 12 1040 0 0,85-101-2189 0 0,2-4 30 0 0,1 1 1 0 0,-1 1 0 0 0,1-1 0 0 0,1 0 0 0 0,-1 1 0 0 0,-3 8 0 0 0,7-13-76 0 0,0-1 0 0 0,-1 1-1 0 0,1-1 1 0 0,0 1 0 0 0,0-1 0 0 0,0 0-1 0 0,0 1 1 0 0,0-1 0 0 0,0 1 0 0 0,1-1 0 0 0,-1 1-1 0 0,0-1 1 0 0,1 1 0 0 0,-1-1 0 0 0,1 0-1 0 0,-1 1 1 0 0,1-1 0 0 0,0 0 0 0 0,0 1-1 0 0,-1-1 1 0 0,1 0 0 0 0,0 0 0 0 0,0 0-1 0 0,0 0 1 0 0,0 0 0 0 0,0 0 0 0 0,1 0 0 0 0,-1 0-1 0 0,0 0 1 0 0,0 0 0 0 0,1-1 0 0 0,-1 1-1 0 0,0-1 1 0 0,1 1 0 0 0,-1-1 0 0 0,1 1-1 0 0,2 0 1 0 0,11 2 53 0 0,0 0 0 0 0,0-1 1 0 0,0-1-1 0 0,0 0 0 0 0,0-1 0 0 0,0 0 0 0 0,16-3 0 0 0,-11 1-84 0 0,5 0-494 0 0,1-1 0 0 0,-1-1 0 0 0,0-2-1 0 0,26-8 1 0 0,-34 8-1315 0 0,0-1-1 0 0,20-12 1 0 0,-24 12-1320 0 0,-1-2 1 0 0,1 0 0 0 0,12-12 0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4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21 1944 0 0,'-146'0'16644'0'0,"149"-1"-16433"0"0,20-4-609 0 0,1 0-1 0 0,0 2 1 0 0,0 1 0 0 0,27 0-1 0 0,-37 2-555 0 0,49-2-7047 0 0,-45 2 2553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4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 1484 0 0,'-39'22'6236'0'0,"19"-11"-2735"0"0,0 1-1 0 0,-23 18 797 0 0,43-30-4273 0 0,0 0 1 0 0,0 1 0 0 0,0-1-1 0 0,1 1 1 0 0,-1-1 0 0 0,0 0-1 0 0,0 1 1 0 0,0-1 0 0 0,0 1-1 0 0,1-1 1 0 0,-1 0 0 0 0,0 1-1 0 0,1-1 1 0 0,-1 0-1 0 0,0 0 1 0 0,0 1 0 0 0,1-1-1 0 0,-1 0 1 0 0,0 0 0 0 0,1 1-1 0 0,-1-1 1 0 0,1 0 0 0 0,-1 0-1 0 0,0 0 1 0 0,1 0 0 0 0,-1 1-1 0 0,0-1 1 0 0,1 0 0 0 0,-1 0-1 0 0,1 0 1 0 0,-1 0 0 0 0,1 0-1 0 0,-1 0 1 0 0,1 0-1 0 0,16-1 146 0 0,-14 0-138 0 0,55-4-1403 0 0,92-22 1 0 0,-15-10-6924 0 0,-82 22 1651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5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76 142 3044 0 0,'-8'-4'1592'0'0,"0"-1"1"0"0,0 0-1 0 0,1 0 0 0 0,-1-1 0 0 0,1 1 0 0 0,-11-14 1 0 0,16 17-1371 0 0,1 1 0 0 0,0-1 1 0 0,0 0-1 0 0,0 1 0 0 0,0-1 1 0 0,0 0-1 0 0,1 0 0 0 0,-1 0 1 0 0,0 0-1 0 0,1 0 0 0 0,0 1 1 0 0,-1-1-1 0 0,1 0 0 0 0,0 0 1 0 0,0-4-1 0 0,1 4-114 0 0,-1-1 0 0 0,1 1-1 0 0,0 0 1 0 0,0 0 0 0 0,0 0 0 0 0,0 0 0 0 0,0 0 0 0 0,0 0-1 0 0,1 0 1 0 0,-1 0 0 0 0,1 0 0 0 0,-1 0 0 0 0,1 1-1 0 0,0-1 1 0 0,0 0 0 0 0,3-1 0 0 0,0 0-13 0 0,1-1 1 0 0,1 1-1 0 0,-1 0 1 0 0,0 1-1 0 0,1 0 0 0 0,-1 0 1 0 0,1 0-1 0 0,0 1 1 0 0,-1 0-1 0 0,1 0 1 0 0,0 0-1 0 0,0 1 0 0 0,0 0 1 0 0,0 1-1 0 0,-1-1 1 0 0,1 1-1 0 0,10 3 1 0 0,-8-2-73 0 0,0 1 1 0 0,-1 0 0 0 0,1 0-1 0 0,-1 0 1 0 0,0 1-1 0 0,0 0 1 0 0,0 1 0 0 0,-1 0-1 0 0,1 0 1 0 0,-1 1-1 0 0,0-1 1 0 0,12 14 0 0 0,-16-14 28 0 0,1 0 0 0 0,-1-1-1 0 0,0 1 1 0 0,0 0 0 0 0,-1 1 0 0 0,0-1 0 0 0,0 0 0 0 0,0 1 0 0 0,0-1 0 0 0,-1 1 0 0 0,0-1 0 0 0,0 1 0 0 0,0 0 0 0 0,-1 0 0 0 0,0 7 0 0 0,-1-5-4 0 0,0 0 0 0 0,-1-1 0 0 0,0 1 1 0 0,0-1-1 0 0,-1 0 0 0 0,0 0 0 0 0,0 0 0 0 0,-1 0 0 0 0,0 0 1 0 0,-5 8-1 0 0,-5 1 187 0 0,0 0 0 0 0,0-1 0 0 0,-2 0 0 0 0,0-1 0 0 0,0-1 0 0 0,-1 0 0 0 0,-27 14 0 0 0,-7 2 1444 0 0,49-27-1225 0 0,4-3-447 0 0,13-1 2 0 0,0 1 0 0 0,0 0 0 0 0,-1 1 0 0 0,1 1 0 0 0,0 0 0 0 0,0 1 0 0 0,0 1 0 0 0,-1 0 0 0 0,1 1 0 0 0,-1 0-1 0 0,0 1 1 0 0,0 1 0 0 0,0 0 0 0 0,-1 1 0 0 0,0 1 0 0 0,-1 0 0 0 0,1 0 0 0 0,-1 2 0 0 0,-1-1 0 0 0,0 1 0 0 0,18 22 0 0 0,-25-27 114 0 0,0 0-1 0 0,-1 0 1 0 0,0 0 0 0 0,0 1-1 0 0,0-1 1 0 0,-1 1-1 0 0,1 0 1 0 0,-1 0-1 0 0,-1-1 1 0 0,1 2 0 0 0,-1-1-1 0 0,0 0 1 0 0,-1 0-1 0 0,1 0 1 0 0,-1 0 0 0 0,-1 11-1 0 0,-1-9 32 0 0,1 0 0 0 0,-2 0 0 0 0,1-1 0 0 0,-1 1 0 0 0,0 0 0 0 0,-1-1 0 0 0,0 0 0 0 0,0 0 0 0 0,0 0 0 0 0,-1 0 0 0 0,0-1 1 0 0,-8 8-1 0 0,6-7-89 0 0,0 1 0 0 0,-1-2 0 0 0,0 1 0 0 0,-1-1 1 0 0,1 0-1 0 0,-1-1 0 0 0,0 0 0 0 0,-1 0 0 0 0,1-1 1 0 0,-1 0-1 0 0,0-1 0 0 0,0 0 0 0 0,-13 2 0 0 0,14-4-161 0 0,0 0 0 0 0,1-1 0 0 0,-1 0 0 0 0,1 0 0 0 0,-1-1 0 0 0,0 0 0 0 0,1-1 0 0 0,-1 0 0 0 0,1 0 0 0 0,0-1 0 0 0,0 0 0 0 0,0 0 0 0 0,0-1 0 0 0,0 0 0 0 0,1 0 0 0 0,-10-7-1 0 0,14 9-330 0 0,1 0 0 0 0,-1 0 0 0 0,0 0-1 0 0,1-1 1 0 0,-1 1 0 0 0,1-1-1 0 0,0 1 1 0 0,0-1 0 0 0,0 0-1 0 0,0 0 1 0 0,1 1 0 0 0,-1-2-1 0 0,-1-3 1 0 0,3 4-50 0 0,-1 1 0 0 0,1-1 0 0 0,0 1 0 0 0,0-1 0 0 0,1 1 0 0 0,-1-1 0 0 0,0 1-1 0 0,1-1 1 0 0,-1 1 0 0 0,1-1 0 0 0,0 1 0 0 0,0-1 0 0 0,0 1 0 0 0,0 0 0 0 0,0 0 0 0 0,1-1 0 0 0,-1 1 0 0 0,3-3 0 0 0,21-20-6557 0 0,-10 13 969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5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173 161 372 0 0,'3'-4'14510'0'0,"-22"30"-11812"0"0,7-8-2048 0 0,1 1-1 0 0,1 0 0 0 0,0 0 1 0 0,1 1-1 0 0,2 0 0 0 0,-8 28 1 0 0,13-39-504 0 0,0 1 1 0 0,0 0 0 0 0,1 0 0 0 0,0-1 0 0 0,0 1 0 0 0,1 0 0 0 0,1 0 0 0 0,0 0 0 0 0,0 0 0 0 0,1 0 0 0 0,0-1 0 0 0,0 1-1 0 0,1-1 1 0 0,1 1 0 0 0,8 16 0 0 0,-9-21-58 0 0,1 0 1 0 0,0-1-1 0 0,1 1 0 0 0,-1-1 0 0 0,1 0 0 0 0,0 0 1 0 0,0 0-1 0 0,0-1 0 0 0,0 1 0 0 0,1-1 0 0 0,-1-1 0 0 0,1 1 1 0 0,0-1-1 0 0,0 0 0 0 0,-1 0 0 0 0,2 0 0 0 0,-1-1 1 0 0,0 0-1 0 0,0-1 0 0 0,0 1 0 0 0,0-1 0 0 0,1 0 1 0 0,6-1-1 0 0,-3 0 46 0 0,1 0 1 0 0,0-1-1 0 0,0 0 0 0 0,0-1 1 0 0,-1 0-1 0 0,0 0 1 0 0,1-1-1 0 0,-1-1 1 0 0,-1 0-1 0 0,1 0 0 0 0,-1-1 1 0 0,13-9-1 0 0,-11 3-1 0 0,0 1 1 0 0,0-2-1 0 0,-2 1 0 0 0,1-1 0 0 0,-2-1 0 0 0,1 0 0 0 0,-2 0 1 0 0,0 0-1 0 0,-1-1 0 0 0,0 0 0 0 0,-1 0 0 0 0,-1-1 0 0 0,0 1 1 0 0,1-22-1 0 0,-3 23-31 0 0,-2 1 1 0 0,1 0-1 0 0,-2 0 0 0 0,0-1 1 0 0,0 1-1 0 0,-2 0 1 0 0,-6-23-1 0 0,6 27-68 0 0,0 0 1 0 0,-1 0-1 0 0,0 1 0 0 0,-1-1 0 0 0,0 1 0 0 0,0 1 1 0 0,-1-1-1 0 0,0 1 0 0 0,0-1 0 0 0,-1 2 0 0 0,-11-10 1 0 0,8 8-94 0 0,-1 1 0 0 0,0 1 0 0 0,0 0 0 0 0,-1 0 0 0 0,1 1 0 0 0,-1 0 0 0 0,0 1 0 0 0,-1 1 0 0 0,1 0 0 0 0,-1 1 0 0 0,1 0 0 0 0,-1 1 0 0 0,0 0 0 0 0,1 1 0 0 0,-23 2 0 0 0,21 0-838 0 0,-1 0 0 0 0,1 2 1 0 0,0-1-1 0 0,0 2 0 0 0,-23 10 0 0 0,25-9-1176 0 0,0 0 0 0 0,1 1 0 0 0,0 1-1 0 0,0 0 1 0 0,1 0 0 0 0,-14 14 0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05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21 6721 0 0,'-14'-10'16421'0'0,"14"-1"-18589"0"0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0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65 740 0 0,'18'-63'12029'0'0,"-17"62"-11523"0"0,-5 23 99 0 0,0 1 1 0 0,-16 42-1 0 0,12-39-411 0 0,-84 234-490 0 0,62-182-2862 0 0,12-42-1938 0 0,11-21 765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0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0 200 1628 0 0,'5'-21'2208'0'0,"0"2"-251"0"0,0-1 1 0 0,1 2-1 0 0,14-33 0 0 0,-17 46-1793 0 0,-1 0-1 0 0,2 0 1 0 0,-1 1-1 0 0,0-1 1 0 0,1 1-1 0 0,0-1 1 0 0,0 1-1 0 0,0 0 1 0 0,1 1-1 0 0,-1-1 1 0 0,1 1-1 0 0,0 0 1 0 0,0 0-1 0 0,0 0 1 0 0,0 1-1 0 0,0 0 1 0 0,8-3-1 0 0,-6 4-74 0 0,0 1 1 0 0,0 0-1 0 0,0 0 0 0 0,0 0 0 0 0,0 1 1 0 0,0-1-1 0 0,0 2 0 0 0,0-1 1 0 0,0 1-1 0 0,6 3 0 0 0,-6-3 22 0 0,0 1 1 0 0,-1 0-1 0 0,1 0 0 0 0,-1 1 1 0 0,0 0-1 0 0,0 0 0 0 0,0 1 1 0 0,-1-1-1 0 0,1 1 0 0 0,5 7 1 0 0,-3-2 49 0 0,-1 0 0 0 0,0 0 0 0 0,-1 0 0 0 0,0 1 0 0 0,7 17 0 0 0,-2 4 38 0 0,-1 0-1 0 0,-2 1 1 0 0,6 49 0 0 0,-2 90 1 0 0,1 8 65 0 0,-12-174-242 0 0,0 2-494 0 0,1 0 1 0 0,-1 0-1 0 0,1 0 0 0 0,4 8 1 0 0,-6-15 329 0 0,1 0 0 0 0,-1-1 0 0 0,0 1 0 0 0,1-1 0 0 0,-1 1 0 0 0,1-1 0 0 0,-1 1 0 0 0,0-1 0 0 0,1 1 0 0 0,-1-1 0 0 0,1 1 0 0 0,0-1 0 0 0,-1 0 0 0 0,1 1 0 0 0,-1-1 0 0 0,1 0 0 0 0,0 0 0 0 0,-1 1 0 0 0,1-1 0 0 0,-1 0 0 0 0,1 0 0 0 0,0 0 0 0 0,-1 0 0 0 0,1 0 0 0 0,0 0 0 0 0,-1 0 0 0 0,1 0 1 0 0,0 0-1 0 0,-1 0 0 0 0,2 0 0 0 0,25-10-9796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58 788 0 0,'-34'3'8108'0'0,"-12"2"-1411"0"0,43-5-6361 0 0,0 0 413 0 0,-9 1 214 0 0,35-10-1426 0 0,1 2-1 0 0,0 0 1 0 0,35-4-1 0 0,-46 8-4 0 0,125-20-7452 0 0,-97 16 2925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1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2500 0 0,'-23'25'12980'0'0,"9"-12"-8893"0"0,14-13-4082 0 0,0 0-1 0 0,0 1 1 0 0,0-1 0 0 0,0 0-1 0 0,0 0 1 0 0,0 1-1 0 0,0-1 1 0 0,0 0 0 0 0,0 0-1 0 0,1 0 1 0 0,-1 1 0 0 0,0-1-1 0 0,0 0 1 0 0,0 0-1 0 0,0 1 1 0 0,1-1 0 0 0,-1 0-1 0 0,0 0 1 0 0,0 0-1 0 0,0 0 1 0 0,1 1 0 0 0,-1-1-1 0 0,0 0 1 0 0,0 0 0 0 0,1 0-1 0 0,-1 0 1 0 0,0 0-1 0 0,0 0 1 0 0,1 0 0 0 0,-1 0-1 0 0,0 0 1 0 0,0 0-1 0 0,1 0 1 0 0,-1 0 0 0 0,0 0-1 0 0,1 0 1 0 0,14 3 22 0 0,35 0-2087 0 0,-10-1-1012 0 0,0 2-3702 0 0,-26-3 1319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1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1 640 0 0,'-38'20'7198'0'0,"-20"11"415"0"0,57-31-7580 0 0,1 1 1 0 0,0-1-1 0 0,-1 0 0 0 0,1 0 1 0 0,0 0-1 0 0,-1 0 1 0 0,1 1-1 0 0,0-1 1 0 0,-1 0-1 0 0,1 0 0 0 0,0 1 1 0 0,0-1-1 0 0,-1 0 1 0 0,1 0-1 0 0,0 1 1 0 0,0-1-1 0 0,-1 0 0 0 0,1 1 1 0 0,0-1-1 0 0,0 0 1 0 0,0 1-1 0 0,0-1 1 0 0,0 1-1 0 0,0-1 0 0 0,-1 0 1 0 0,1 1-1 0 0,8 3 275 0 0,15-4-311 0 0,-22 0 21 0 0,147-19-3279 0 0,-53 1-2154 0 0,-31 5-181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3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53 1020 0 0,'38'-8'18730'0'0,"-39"6"-18634"0"0,1 1 0 0 0,-1-1 0 0 0,-1 1 0 0 0,1 0 0 0 0,0-1-1 0 0,0 1 1 0 0,0 0 0 0 0,-1 0 0 0 0,1 0 0 0 0,0 0-1 0 0,-1 0 1 0 0,1 0 0 0 0,-1 0 0 0 0,1 0 0 0 0,-1 0-1 0 0,-3 0 1 0 0,-35-13 260 0 0,36 13-345 0 0,-25-5 24 0 0,19 5-60 0 0,-1 0 0 0 0,1 0 0 0 0,0 1 0 0 0,-1 0 0 0 0,1 1 0 0 0,-1 0 0 0 0,1 1 0 0 0,0 0 0 0 0,-20 7 0 0 0,23-6 4 0 0,0 0 0 0 0,0 1-1 0 0,0 0 1 0 0,0 0 0 0 0,0 1 0 0 0,1 0 0 0 0,0 0 0 0 0,0 0-1 0 0,0 1 1 0 0,1 0 0 0 0,0 0 0 0 0,0 0 0 0 0,-6 11 0 0 0,3-3-10 0 0,2 0 0 0 0,0 1 0 0 0,0 0 0 0 0,2 0 0 0 0,-6 27 0 0 0,-4 80 832 0 0,13-110-616 0 0,-13 367 2140 0 0,5-54-1458 0 0,-63 1182-376 0 0,61-896-518 0 0,-1-17 242 0 0,-6-122-368 0 0,-4-73 373 0 0,16-319-201 0 0,-1 38-25 0 0,5-60-3 0 0,0-34 10 0 0,2 1 0 0 0,3 34 0 0 0,-2-51 13 0 0,0-1 0 0 0,0 1-1 0 0,1 0 1 0 0,1-1 0 0 0,-1 1-1 0 0,1-1 1 0 0,0 0 0 0 0,1 0-1 0 0,4 8 1 0 0,-4-10-38 0 0,0-1 1 0 0,0 0-1 0 0,0 0 1 0 0,0 0 0 0 0,1 0-1 0 0,-1 0 1 0 0,1-1-1 0 0,0 0 1 0 0,0 0-1 0 0,1 0 1 0 0,-1-1-1 0 0,0 0 1 0 0,8 3-1 0 0,6 0-326 0 0,0-1 0 0 0,1-1-1 0 0,-1 0 1 0 0,34-1-1 0 0,82-8-1749 0 0,-113 4 1706 0 0,230-25-4863 0 0,-84-2-1458 0 0,-56 5-451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3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37 2248 0 0,'-2'-12'7598'0'0,"-12"-13"2397"0"0,14 25-9980 0 0,0 0 0 0 0,0 0 0 0 0,-1 0 0 0 0,1 0 0 0 0,0 1 0 0 0,0-1 1 0 0,0 0-1 0 0,-1 0 0 0 0,1 0 0 0 0,0 0 0 0 0,0 0 0 0 0,-1 0 0 0 0,1 0 0 0 0,0 1 0 0 0,0-1 0 0 0,0 0 0 0 0,0 0 0 0 0,-1 0 0 0 0,1 0 0 0 0,0 1 0 0 0,0-1 0 0 0,0 0 0 0 0,0 0 0 0 0,0 1 0 0 0,-1-1 0 0 0,1 0 0 0 0,0 0 0 0 0,0 0 0 0 0,0 1 0 0 0,0-1 0 0 0,0 0 0 0 0,0 0 0 0 0,0 1 0 0 0,0-1 0 0 0,0 0 0 0 0,0 0 0 0 0,0 1 0 0 0,0-1 0 0 0,0 0 0 0 0,-14 71-59 0 0,-7 28-793 0 0,-14 169-1 0 0,34-259 4 0 0,1 0-1 0 0,1 1 1 0 0,0-1 0 0 0,2 15-1 0 0,-2-20 96 0 0,0-1 0 0 0,1 0 0 0 0,-1 1 0 0 0,0-1 0 0 0,1 0 0 0 0,0 0 0 0 0,-1 0 0 0 0,1 0 0 0 0,3 3 0 0 0,7 3-4018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4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 2336 0 0,'10'-12'20647'0'0,"-14"44"-20093"0"0,-2 36-1 0 0,0 9-281 0 0,-1-32-115 0 0,-6 59-1793 0 0,12-88-64 0 0,1 1 0 0 0,3 18-1 0 0,1-10-2125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4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23 1832 0 0,'1'-22'14389'0'0,"-3"33"-11895"0"0,-3 34-1923 0 0,5-37 92 0 0,-18 121 601 0 0,-1 24-833 0 0,17-121-2436 0 0,1 0 0 0 0,6 58 0 0 0,4-58-4770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8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 1724 0 0,'5'-5'13569'0'0,"-21"180"-11220"0"0,10-74-2155 0 0,2-63-323 0 0,-5 97 641 0 0,9-115-1218 0 0,1-1 0 0 0,0 1-1 0 0,2-1 1 0 0,9 35 0 0 0,-11-50 40 0 0,1 1 1 0 0,-1-1-1 0 0,1 0 1 0 0,0 0-1 0 0,1 0 1 0 0,-1-1-1 0 0,1 1 0 0 0,0 0 1 0 0,0-1-1 0 0,3 4 1 0 0,8 3-4298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8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84 1628 0 0,'-22'-10'11102'0'0,"20"10"-10866"0"0,1-1 0 0 0,0 0 0 0 0,0 1 0 0 0,0-1 1 0 0,0 0-1 0 0,0 0 0 0 0,0 1 0 0 0,0-1 0 0 0,0 0 0 0 0,0 0 1 0 0,1 0-1 0 0,-1 0 0 0 0,0 0 0 0 0,1 0 0 0 0,-1-1 0 0 0,0 1 1 0 0,1 0-1 0 0,-1 0 0 0 0,1 0 0 0 0,0-1 0 0 0,-1 1 0 0 0,1 0 1 0 0,0 0-1 0 0,0-1 0 0 0,0-1 0 0 0,0 1-181 0 0,1 1 0 0 0,-1-1 1 0 0,0 0-1 0 0,1 0 0 0 0,0 1 0 0 0,-1-1 0 0 0,1 1 0 0 0,0-1 1 0 0,0 0-1 0 0,0 1 0 0 0,0 0 0 0 0,0-1 0 0 0,0 1 0 0 0,1-1 1 0 0,-1 1-1 0 0,0 0 0 0 0,1 0 0 0 0,-1 0 0 0 0,1 0 0 0 0,-1 0 1 0 0,3-1-1 0 0,1 0-53 0 0,1-1 1 0 0,-1 1-1 0 0,1 1 1 0 0,-1-1-1 0 0,1 1 1 0 0,0 0-1 0 0,0 0 0 0 0,-1 0 1 0 0,1 1-1 0 0,0 0 1 0 0,0 0-1 0 0,0 1 1 0 0,0 0-1 0 0,-1 0 1 0 0,1 0-1 0 0,0 0 0 0 0,-1 1 1 0 0,1 0-1 0 0,-1 0 1 0 0,0 1-1 0 0,1-1 1 0 0,-1 1-1 0 0,0 1 1 0 0,-1-1-1 0 0,1 0 0 0 0,-1 1 1 0 0,1 0-1 0 0,-1 0 1 0 0,0 0-1 0 0,0 1 1 0 0,-1 0-1 0 0,5 6 1 0 0,-5-4 14 0 0,-1-1 1 0 0,0 1 0 0 0,0 0 0 0 0,-1-1 0 0 0,0 1-1 0 0,0 0 1 0 0,0 0 0 0 0,-1 0 0 0 0,0 0 0 0 0,0 0 0 0 0,-1 0-1 0 0,0 0 1 0 0,0-1 0 0 0,-1 1 0 0 0,0 0 0 0 0,0 0 0 0 0,0-1-1 0 0,-4 7 1 0 0,-5 11 277 0 0,-1-1 0 0 0,-1-1-1 0 0,-22 30 1 0 0,10-16 81 0 0,-41 52 291 0 0,64-85-646 0 0,0 0-1 0 0,-1-1 1 0 0,1 1-1 0 0,1 0 0 0 0,-1 0 1 0 0,0 0-1 0 0,1 0 0 0 0,-3 7 1 0 0,4-10-17 0 0,1 1 0 0 0,-1-1 0 0 0,0 1-1 0 0,0-1 1 0 0,0 0 0 0 0,0 1 0 0 0,0-1 0 0 0,1 0 0 0 0,-1 1 0 0 0,0-1 0 0 0,0 1 0 0 0,1-1 0 0 0,-1 0 0 0 0,0 1 0 0 0,1-1-1 0 0,-1 0 1 0 0,0 0 0 0 0,1 1 0 0 0,-1-1 0 0 0,0 0 0 0 0,1 0 0 0 0,-1 0 0 0 0,0 1 0 0 0,1-1 0 0 0,-1 0 0 0 0,1 0 0 0 0,-1 0-1 0 0,0 0 1 0 0,1 0 0 0 0,-1 0 0 0 0,1 0 0 0 0,-1 0 0 0 0,1 0 0 0 0,15 1 22 0 0,-15-1-23 0 0,23 0-245 0 0,0-2 0 0 0,-1-1 0 0 0,1-1 0 0 0,25-7 0 0 0,-27 6-198 0 0,-2 0-251 0 0,87-21-3346 0 0,-37 4-3825 0 0,-44 13 1435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9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9 120 96 0 0,'-4'-55'12410'0'0,"0"10"-6176"0"0,4 44-6217 0 0,0 0 0 0 0,0 1 0 0 0,1-1 0 0 0,-1 0 0 0 0,0 1 0 0 0,1-1 0 0 0,-1 0 0 0 0,1 1 0 0 0,-1-1 0 0 0,1 1 1 0 0,-1-1-1 0 0,1 0 0 0 0,-1 1 0 0 0,1-1 0 0 0,0 1 0 0 0,-1 0 0 0 0,1-1 0 0 0,0 1 0 0 0,-1-1 0 0 0,1 1 0 0 0,0 0 0 0 0,0 0 0 0 0,-1-1 1 0 0,1 1-1 0 0,1 0 0 0 0,23-5 85 0 0,-20 5-102 0 0,0-1-1 0 0,0 1 0 0 0,0 0 1 0 0,0 0-1 0 0,0 0 0 0 0,0 1 0 0 0,-1 0 1 0 0,1 0-1 0 0,0 0 0 0 0,0 0 1 0 0,0 1-1 0 0,-1 0 0 0 0,1 0 1 0 0,-1 0-1 0 0,1 1 0 0 0,6 5 0 0 0,-7-6 10 0 0,-1 1-1 0 0,1 0 0 0 0,-1-1 1 0 0,0 2-1 0 0,0-1 0 0 0,0 0 1 0 0,0 0-1 0 0,-1 1 0 0 0,1 0 0 0 0,-1-1 1 0 0,0 1-1 0 0,0 0 0 0 0,-1 0 1 0 0,1 0-1 0 0,-1 0 0 0 0,0 1 1 0 0,0-1-1 0 0,0 0 0 0 0,0 0 0 0 0,-1 1 1 0 0,0-1-1 0 0,0 0 0 0 0,0 1 1 0 0,0-1-1 0 0,-1 0 0 0 0,-1 9 1 0 0,-4 7 39 0 0,0-1 0 0 0,-1 0 0 0 0,0 0 0 0 0,-16 25 0 0 0,14-26 11 0 0,1 3 154 0 0,8-20-211 0 0,0-1-1 0 0,0 0 1 0 0,0 1-1 0 0,0-1 1 0 0,0 0 0 0 0,0 1-1 0 0,0-1 1 0 0,0 0-1 0 0,1 1 1 0 0,-1-1 0 0 0,0 0-1 0 0,0 1 1 0 0,0-1-1 0 0,1 0 1 0 0,-1 1 0 0 0,0-1-1 0 0,0 0 1 0 0,0 1-1 0 0,1-1 1 0 0,-1 0 0 0 0,0 0-1 0 0,1 0 1 0 0,-1 1-1 0 0,0-1 1 0 0,1 0 0 0 0,-1 0-1 0 0,0 0 1 0 0,1 0-1 0 0,-1 1 1 0 0,0-1 0 0 0,1 0-1 0 0,-1 0 1 0 0,0 0-1 0 0,1 0 1 0 0,0 0 0 0 0,1 0-8 0 0,1 1 2 0 0,9-1 9 0 0,-1 1-1 0 0,0 1 1 0 0,0 0-1 0 0,0 0 1 0 0,0 1-1 0 0,0 1 1 0 0,-1-1 0 0 0,1 2-1 0 0,-1 0 1 0 0,0 0-1 0 0,0 1 1 0 0,-1 0-1 0 0,0 0 1 0 0,0 1-1 0 0,0 0 1 0 0,11 13 0 0 0,-16-15 142 0 0,0 0 1 0 0,0 0-1 0 0,0 1 1 0 0,-1-1 0 0 0,0 0-1 0 0,0 1 1 0 0,-1 0-1 0 0,0 0 1 0 0,3 9 0 0 0,-5-11-21 0 0,1-1 0 0 0,-1 0 1 0 0,0 1-1 0 0,0-1 1 0 0,0 1-1 0 0,0-1 1 0 0,-1 1-1 0 0,1-1 1 0 0,-1 0-1 0 0,0 1 1 0 0,0-1-1 0 0,0 0 0 0 0,0 1 1 0 0,-1-1-1 0 0,1 0 1 0 0,-1 0-1 0 0,0 0 1 0 0,0 0-1 0 0,-3 2 1 0 0,-1 2 29 0 0,0-1 0 0 0,0 0 0 0 0,-1-1 0 0 0,0 0 0 0 0,0 0 0 0 0,-1 0 0 0 0,1-1-1 0 0,-1 0 1 0 0,0-1 0 0 0,0 1 0 0 0,0-1 0 0 0,-15 2 0 0 0,17-3-217 0 0,-1-1 0 0 0,1-1 0 0 0,0 1 0 0 0,0-1 0 0 0,-1 0 0 0 0,1-1 0 0 0,0 0 0 0 0,-7-1 0 0 0,9 1-262 0 0,0 0-1 0 0,0-1 0 0 0,0 1 0 0 0,0-1 0 0 0,0 0 0 0 0,1 0 1 0 0,-1 0-1 0 0,1-1 0 0 0,0 1 0 0 0,-1-1 0 0 0,1 0 0 0 0,1 0 0 0 0,-4-3 1 0 0,5 4-340 0 0,0 0 1 0 0,0-1-1 0 0,0 1 1 0 0,0 0-1 0 0,0-1 1 0 0,1 1-1 0 0,-1 0 1 0 0,1-1-1 0 0,0 1 1 0 0,-1-1-1 0 0,1 1 1 0 0,0-1-1 0 0,0 1 1 0 0,1 0-1 0 0,-1-1 1 0 0,1 1-1 0 0,-1-1 1 0 0,2-3-1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2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2196 0 0,'11'-20'13690'0'0,"-10"20"-13416"0"0,3 12 3024 0 0,-1 3-3454 0 0,4 17 496 0 0,-2 2 0 0 0,-1-1 0 0 0,0 46 0 0 0,-4 65 215 0 0,0 0-1297 0 0,7-48-4338 0 0,2-58-1859 0 0,-3-24 887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3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43 416 0 0,'-3'-17'8444'0'0,"-2"-8"-432"0"0,4 25-8006 0 0,1 0 0 0 0,-1 1 0 0 0,1-1 0 0 0,-1 0 1 0 0,1 0-1 0 0,-1 1 0 0 0,1-1 0 0 0,-1 1 0 0 0,1-1 1 0 0,-1 0-1 0 0,1 1 0 0 0,0-1 0 0 0,-1 1 0 0 0,1-1 1 0 0,0 1-1 0 0,0-1 0 0 0,-1 1 0 0 0,1 0 0 0 0,0-1 1 0 0,0 1-1 0 0,0-1 0 0 0,-1 1 0 0 0,1-1 1 0 0,0 1-1 0 0,0 0 0 0 0,-3 21 86 0 0,3-17-67 0 0,-7 54 172 0 0,0 77 0 0 0,7-132-186 0 0,0-1 0 0 0,1 1-1 0 0,-1 0 1 0 0,1 0 0 0 0,-1-1 0 0 0,1 1-1 0 0,0 0 1 0 0,1-1 0 0 0,-1 1-1 0 0,1-1 1 0 0,-1 0 0 0 0,1 1 0 0 0,3 3-1 0 0,-3-5-2 0 0,-1-1-1 0 0,1 1 1 0 0,-1-1-1 0 0,1 0 1 0 0,-1 1-1 0 0,1-1 0 0 0,0 0 1 0 0,-1 0-1 0 0,1 0 1 0 0,0 0-1 0 0,0-1 1 0 0,0 1-1 0 0,0 0 1 0 0,0-1-1 0 0,0 1 1 0 0,0-1-1 0 0,0 0 1 0 0,0 0-1 0 0,0 0 1 0 0,0 0-1 0 0,0 0 0 0 0,0 0 1 0 0,0 0-1 0 0,0-1 1 0 0,3 0-1 0 0,2-1 1 0 0,-1 0 1 0 0,0-1-1 0 0,0 0 0 0 0,-1 0 0 0 0,1 0 0 0 0,0 0 0 0 0,-1-1 0 0 0,0 0 0 0 0,0 0 1 0 0,0-1-1 0 0,5-5 0 0 0,4-8 140 0 0,23-35-1 0 0,-10 14 1219 0 0,-25 36-1140 0 0,10-13 63 0 0,-5 15-189 0 0,-3 11 126 0 0,-2 13 29 0 0,-1 0 1 0 0,-1 0 0 0 0,-6 43-1 0 0,0 23-24 0 0,6-61-657 0 0,1 1-1 0 0,9 51 1 0 0,-8-70-277 0 0,1 1 1 0 0,1 0-1 0 0,0-1 0 0 0,5 12 0 0 0,-5-16-314 0 0,0 1 0 0 0,0-1 0 0 0,0 0 0 0 0,1 0 1 0 0,0-1-1 0 0,0 1 0 0 0,6 5 0 0 0,11 4-5392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3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1464 0 0,'7'-25'26955'0'0,"-5"23"-26462"0"0,19-8 2025 0 0,31-2-4622 0 0,-41 10 3107 0 0,268-55-1165 0 0,-236 52 142 0 0,-41 5 34 0 0,1 0-134 0 0,-2 0 104 0 0,0 0 1 0 0,0 0 0 0 0,0 0-1 0 0,0 0 1 0 0,0 0-1 0 0,0 1 1 0 0,0-1 0 0 0,0 0-1 0 0,0 0 1 0 0,0 1-1 0 0,-1-1 1 0 0,1 0 0 0 0,0 1-1 0 0,0-1 1 0 0,0 1-1 0 0,-1-1 1 0 0,1 1 0 0 0,1 1-1 0 0,-1-1-4 0 0,-1 1 1 0 0,0-1-1 0 0,1 1 0 0 0,-1-1 1 0 0,0 1-1 0 0,1 0 0 0 0,-1-1 0 0 0,0 1 1 0 0,0-1-1 0 0,-1 1 0 0 0,1 0 0 0 0,0-1 1 0 0,-1 3-1 0 0,-23 108 139 0 0,3-16-7 0 0,-38 331-2234 0 0,58-418 1246 0 0,-1 46-1545 0 0,5-29-1550 0 0,5-5-4826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5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457 100 1292 0 0,'18'-18'6748'0'0,"-13"12"-5349"0"0,-1 0 1 0 0,0 0-1 0 0,-1 0 1 0 0,1 0-1 0 0,-1 0 0 0 0,4-12 1 0 0,-6 16-821 0 0,-6-20 1657 0 0,3 21-2223 0 0,0 1-1 0 0,0-1 0 0 0,-1 0 1 0 0,1 1-1 0 0,0 0 0 0 0,-1-1 1 0 0,1 1-1 0 0,0 0 0 0 0,-1 0 1 0 0,1 0-1 0 0,0 1 0 0 0,0-1 1 0 0,-1 1-1 0 0,1-1 0 0 0,0 1 1 0 0,0-1-1 0 0,0 1 0 0 0,-1 0 1 0 0,1 0-1 0 0,0 0 0 0 0,-2 2 1 0 0,-48 30-48 0 0,51-33 37 0 0,-31 23 37 0 0,2 1-1 0 0,1 1 1 0 0,0 1-1 0 0,2 2 1 0 0,2 1 0 0 0,0 1-1 0 0,2 1 1 0 0,1 1-1 0 0,2 1 1 0 0,-27 58 0 0 0,43-79 8 0 0,0-1 0 0 0,0 1 0 0 0,1-1 0 0 0,1 1 0 0 0,0 0 0 0 0,1 0 0 0 0,0 0 0 0 0,1 0 0 0 0,2 21 0 0 0,-2-29 28 0 0,1 0 0 0 0,-1 1 1 0 0,1-1-1 0 0,1 0 0 0 0,-1 0 0 0 0,0 0 1 0 0,1 0-1 0 0,0 0 0 0 0,0 0 0 0 0,0-1 1 0 0,0 1-1 0 0,1-1 0 0 0,-1 1 0 0 0,1-1 1 0 0,0 0-1 0 0,0 0 0 0 0,0 0 0 0 0,1 0 1 0 0,-1-1-1 0 0,1 1 0 0 0,-1-1 0 0 0,1 0 1 0 0,0 0-1 0 0,0 0 0 0 0,0-1 0 0 0,0 1 1 0 0,0-1-1 0 0,0 0 0 0 0,0 0 0 0 0,7 0 1 0 0,-2 0 96 0 0,0 0 1 0 0,0-1 0 0 0,0-1 0 0 0,0 0 0 0 0,0 0 0 0 0,0 0 0 0 0,0-1-1 0 0,0-1 1 0 0,-1 0 0 0 0,15-6 0 0 0,-17 7-55 0 0,-1-1 0 0 0,1 0 0 0 0,-1-1-1 0 0,0 1 1 0 0,0-1 0 0 0,0 0 0 0 0,-1 0 0 0 0,1-1-1 0 0,-1 1 1 0 0,0-1 0 0 0,0 0 0 0 0,-1 0 0 0 0,1-1-1 0 0,-1 1 1 0 0,0-1 0 0 0,3-8 0 0 0,-6 13-109 0 0,1-1 0 0 0,-1 0 0 0 0,1 1 1 0 0,-1-1-1 0 0,1 0 0 0 0,-1 1 0 0 0,0-1 0 0 0,0 0 1 0 0,0 1-1 0 0,0-1 0 0 0,0 0 0 0 0,0 1 0 0 0,-1-1 1 0 0,1 0-1 0 0,-1 1 0 0 0,1-1 0 0 0,-1 0 0 0 0,1 1 1 0 0,-1-1-1 0 0,0 1 0 0 0,-1-3 0 0 0,0 2-4 0 0,0 0 0 0 0,0 0 1 0 0,0 1-1 0 0,0-1 0 0 0,0 0 0 0 0,0 1 0 0 0,-1 0 0 0 0,1 0 1 0 0,0 0-1 0 0,-1 0 0 0 0,1 0 0 0 0,-5-1 0 0 0,-4 0-218 0 0,1 0-1 0 0,-1 1 0 0 0,0 0 0 0 0,0 1 0 0 0,-16 2 0 0 0,10 1-699 0 0,1 0 0 0 0,-1 1 0 0 0,1 0 0 0 0,1 2 0 0 0,-22 10-1 0 0,12-4-3768 0 0,-23 16-1 0 0,10-1-5077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6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16 528 0 0,'-1'-15'20321'0'0,"-7"67"-29778"0"0,4-33 5030 0 0,4-4-134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1488 0 0,'-1'15'6059'0'0,"-4"17"3132"0"0,3-20-6601 0 0,2-3-2418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19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25 2356 0 0,'-1'-25'19429'0'0,"1"25"-19418"0"0,0 0 1 0 0,0 0 0 0 0,0 0-1 0 0,0 0 1 0 0,0 0 0 0 0,0 0-1 0 0,0 0 1 0 0,0 0 0 0 0,0 0-1 0 0,0 0 1 0 0,0 0 0 0 0,0 0 0 0 0,2 23-7346 0 0,-1-4 5041 0 0,0-7-1714 0 0,0 3-1892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0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1156 0 0,'-1'2'2254'0'0,"-14"70"15428"0"0,15-72-17715 0 0,0 1 0 0 0,0-1 0 0 0,0 0 0 0 0,0 1-1 0 0,0-1 1 0 0,0 0 0 0 0,0 1 0 0 0,0-1 0 0 0,0 0 0 0 0,0 0 0 0 0,0 1 0 0 0,0-1 0 0 0,0 0 0 0 0,0 1-1 0 0,0-1 1 0 0,0 0 0 0 0,0 1 0 0 0,0-1 0 0 0,1 0 0 0 0,-1 0 0 0 0,0 1 0 0 0,0-1 0 0 0,0 0 0 0 0,1 1 0 0 0,5-4-1460 0 0,2-1-1339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0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48 1844 0 0,'-1'-34'15716'0'0,"-1"21"-11983"0"0,-3 17-1776 0 0,-3 25-1448 0 0,-35 304 1003 0 0,40-313-1666 0 0,-5 44-2007 0 0,10-24-2652 0 0,3-26 1424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0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1624 0 0,'7'-46'17546'0'0,"-10"84"-15071"0"0,2-19-2081 0 0,2 1 0 0 0,0-1-1 0 0,6 29 1 0 0,-6-43-347 0 0,1 1 0 0 0,-1-1 0 0 0,1 0 0 0 0,0 0 0 0 0,1 0 0 0 0,-1 0 0 0 0,1 0 0 0 0,0-1 0 0 0,0 1 0 0 0,0-1 0 0 0,1 0 0 0 0,0 0 0 0 0,0 0 0 0 0,0 0 0 0 0,0 0 0 0 0,0-1 0 0 0,6 3 0 0 0,-8-4-21 0 0,1-1 0 0 0,0 0 0 0 0,0 1 0 0 0,0-1 1 0 0,-1 0-1 0 0,1-1 0 0 0,0 1 0 0 0,0-1 0 0 0,0 1 0 0 0,0-1 0 0 0,0 0 0 0 0,1 0 0 0 0,-1 0 0 0 0,0 0 0 0 0,4-1 0 0 0,-2-1-24 0 0,0 1-1 0 0,0-1 1 0 0,0 0-1 0 0,0-1 1 0 0,-1 1-1 0 0,1-1 1 0 0,-1 1 0 0 0,6-6-1 0 0,1-2 175 0 0,0 0 1 0 0,-1-1-1 0 0,0-1 0 0 0,-1 1 1 0 0,11-19-1 0 0,2-9 1787 0 0,9-14 703 0 0,-30 52-2667 0 0,3 26-45 0 0,-9 65-955 0 0,-16 99 0 0 0,6-77-1772 0 0,-2 64-4316 0 0,10-98 277 0 0,2-15-2245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4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35 1608 0 0,'-17'-19'11297'0'0,"7"8"-6409"0"0,4 7-4155 0 0,5 8-2338 0 0,5 8-523 0 0,2 19-5562 0 0,-3-19 2991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4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0 624 0 0,'-4'32'11429'0'0,"1"-6"-4290"0"0,1-2-3799 0 0,4-23-3654 0 0,0-1 0 0 0,0 0 0 0 0,0 0 0 0 0,-1 0 0 0 0,1 0 0 0 0,0 0 0 0 0,0 0 0 0 0,0 0 0 0 0,0-1 0 0 0,0 1 0 0 0,0-1 1 0 0,-1 1-1 0 0,4-2 0 0 0,27-13-6416 0 0,-24 11 4228 0 0,10-5-3999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5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10 109 616 0 0,'-8'-20'9940'0'0,"7"13"-8697"0"0,1 5-795 0 0,0 0 1 0 0,0 0 0 0 0,0-1 0 0 0,0 1 0 0 0,0 0-1 0 0,1 0 1 0 0,-1 0 0 0 0,1 0 0 0 0,1-3 0 0 0,-1 2-322 0 0,1-1 0 0 0,0 1 0 0 0,1 0 1 0 0,-1 0-1 0 0,0 0 0 0 0,1 0 0 0 0,0 0 0 0 0,0 0 0 0 0,0 1 1 0 0,0-1-1 0 0,6-3 0 0 0,-3 3-108 0 0,0 0 0 0 0,0 1 0 0 0,0-1 0 0 0,0 1 0 0 0,1 1 0 0 0,-1-1 0 0 0,1 1 0 0 0,-1 0 0 0 0,1 0-1 0 0,0 1 1 0 0,-1 0 0 0 0,1 0 0 0 0,0 1 0 0 0,-1 0 0 0 0,1 0 0 0 0,-1 0 0 0 0,13 5 0 0 0,-8-2-22 0 0,-1 0 0 0 0,1 0 0 0 0,-1 1-1 0 0,0 1 1 0 0,0 0 0 0 0,-1 0 0 0 0,0 1 0 0 0,0 0-1 0 0,15 16 1 0 0,-20-19 42 0 0,0 1-1 0 0,-1-1 1 0 0,0 1-1 0 0,0 0 1 0 0,0 0-1 0 0,0 0 1 0 0,-1 0-1 0 0,0 0 1 0 0,0 1-1 0 0,0-1 1 0 0,-1 1-1 0 0,0-1 1 0 0,0 1-1 0 0,0-1 1 0 0,-1 1-1 0 0,0 0 1 0 0,0-1-1 0 0,0 1 1 0 0,-1 0-1 0 0,-1 6 1 0 0,-1 0 95 0 0,0-1 0 0 0,-2 0 0 0 0,1 0 1 0 0,-2 0-1 0 0,1-1 0 0 0,-1 1 0 0 0,-1-1 0 0 0,-12 15 1 0 0,11-16 535 0 0,0 1 1 0 0,-17 14-1 0 0,23-23-495 0 0,-3 1 216 0 0,13-2-378 0 0,-6-1-41 0 0,2 1 4 0 0,9 1-8 0 0,-1 0 0 0 0,0 0-1 0 0,0 1 1 0 0,1 0-1 0 0,-2 1 1 0 0,1 1-1 0 0,0 0 1 0 0,-1 0-1 0 0,20 11 1 0 0,-25-11 67 0 0,0 0 0 0 0,0 0 1 0 0,0 0-1 0 0,-1 0 0 0 0,1 1 0 0 0,-1 0 0 0 0,0 0 1 0 0,-1 1-1 0 0,1-1 0 0 0,-1 1 0 0 0,0 0 1 0 0,0 0-1 0 0,-1 0 0 0 0,0 1 0 0 0,0-1 0 0 0,0 1 1 0 0,-1 0-1 0 0,2 10 0 0 0,-3-14 53 0 0,-1 1-1 0 0,0-1 1 0 0,1 0 0 0 0,-1 0-1 0 0,-1 0 1 0 0,1 0-1 0 0,0 1 1 0 0,-1-1 0 0 0,0 0-1 0 0,0 0 1 0 0,0 0-1 0 0,0 0 1 0 0,0 0 0 0 0,0 0-1 0 0,-1-1 1 0 0,-1 4-1 0 0,0-2-12 0 0,-1 0-1 0 0,1 0 0 0 0,-1 0 1 0 0,0-1-1 0 0,0 1 0 0 0,0-1 1 0 0,0 0-1 0 0,0-1 1 0 0,-6 4-1 0 0,-2-1-12 0 0,1 0 1 0 0,-1-1-1 0 0,-1 0 1 0 0,1-1-1 0 0,-1 0 1 0 0,-21 1-1 0 0,30-3-311 0 0,-1-1-1 0 0,0 0 1 0 0,1 0-1 0 0,-1 0 0 0 0,0-1 1 0 0,1 0-1 0 0,-1 0 0 0 0,1 0 1 0 0,-1 0-1 0 0,1-1 1 0 0,-1 0-1 0 0,-6-3 0 0 0,11 4 119 0 0,-1 1-1 0 0,1 0 0 0 0,-1-1 1 0 0,1 1-1 0 0,0-1 0 0 0,-1 1 0 0 0,1-1 1 0 0,0 1-1 0 0,-1-1 0 0 0,1 1 1 0 0,0-1-1 0 0,0 1 0 0 0,0-1 0 0 0,0 1 1 0 0,-1-1-1 0 0,1 1 0 0 0,0-1 1 0 0,0 1-1 0 0,0-1 0 0 0,0 1 1 0 0,0-1-1 0 0,0 0 0 0 0,0 1 0 0 0,0-1 1 0 0,1 1-1 0 0,-1-1 0 0 0,0 1 1 0 0,0-1-1 0 0,0 1 0 0 0,0-1 0 0 0,1 1 1 0 0,-1-1-1 0 0,0 1 0 0 0,1-1 1 0 0,12-15-2913 0 0,14-5-3501 0 0,-9 10 700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5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24 0 0,'30'-33'13157'0'0,"-25"28"-11352"0"0,6 0 2192 0 0,-12 15-3684 0 0,-6 23 442 0 0,2 0 0 0 0,-2 34 0 0 0,6-52-667 0 0,1 0 0 0 0,1 0 1 0 0,0 0-1 0 0,1 0 0 0 0,1 0 0 0 0,0 0 0 0 0,6 15 1 0 0,-8-27-48 0 0,1 1 1 0 0,-1-1 0 0 0,1 1 0 0 0,0-1 0 0 0,0 0-1 0 0,0 0 1 0 0,0 0 0 0 0,1 0 0 0 0,-1-1 0 0 0,1 1-1 0 0,0 0 1 0 0,0-1 0 0 0,0 0 0 0 0,0 0 0 0 0,0 0-1 0 0,0 0 1 0 0,1 0 0 0 0,-1-1 0 0 0,1 1 0 0 0,-1-1-1 0 0,1 0 1 0 0,-1 0 0 0 0,1 0 0 0 0,0-1 0 0 0,4 1-1 0 0,-2-1 45 0 0,0 0 0 0 0,1 0 0 0 0,-1-1-1 0 0,0 1 1 0 0,0-2 0 0 0,0 1 0 0 0,0-1-1 0 0,1 1 1 0 0,-2-2 0 0 0,1 1 0 0 0,0-1-1 0 0,0 0 1 0 0,-1 0 0 0 0,6-4 0 0 0,-4 1-31 0 0,-1 0 0 0 0,1-1 1 0 0,-2 0-1 0 0,1 0 0 0 0,-1 0 0 0 0,0-1 1 0 0,0 1-1 0 0,-1-1 0 0 0,0 0 1 0 0,0-1-1 0 0,-1 1 0 0 0,0-1 1 0 0,3-15-1 0 0,-4 17-33 0 0,-1 0-1 0 0,0 0 1 0 0,0 0 0 0 0,-1 0-1 0 0,1 0 1 0 0,-1 0 0 0 0,-1 0-1 0 0,0-1 1 0 0,0 1-1 0 0,0 0 1 0 0,-1 0 0 0 0,0 1-1 0 0,0-1 1 0 0,-1 0 0 0 0,0 0-1 0 0,0 1 1 0 0,-6-10 0 0 0,4 11-54 0 0,0 0 0 0 0,0 0 1 0 0,0 0-1 0 0,-1 1 0 0 0,0 0 1 0 0,0 0-1 0 0,0 0 0 0 0,0 1 0 0 0,0 0 1 0 0,-1 0-1 0 0,0 1 0 0 0,1-1 1 0 0,-9 0-1 0 0,6 1-628 0 0,0 0 0 0 0,-1 1 1 0 0,-16 0-1 0 0,18 1-776 0 0,1 1 1 0 0,-1 0-1 0 0,1 0 1 0 0,-14 4-1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28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12 1556 0 0,'-12'-6'7899'0'0,"-4"1"-2828"0"0,27 7-2872 0 0,25 3-1610 0 0,155-4 249 0 0,-78-2-744 0 0,-81 6-154 0 0,-29-5 51 0 0,-1 2-7 0 0,-1-2 15 0 0,0 0 1 0 0,0 0-1 0 0,0 0 1 0 0,0 0-1 0 0,0 0 1 0 0,0 1-1 0 0,0-1 1 0 0,0 0-1 0 0,1 1 1 0 0,-1-1-1 0 0,-1 1 1 0 0,1 0-1 0 0,0-1 1 0 0,0 1-1 0 0,2 1 1 0 0,0 1 23 0 0,0 1-1 0 0,1 0 1 0 0,-1-1-1 0 0,-1 1 1 0 0,1 0 0 0 0,0 0-1 0 0,-1 1 1 0 0,0-1 0 0 0,0 0-1 0 0,0 1 1 0 0,-1 0-1 0 0,0-1 1 0 0,0 1 0 0 0,1 5-1 0 0,1 13 640 0 0,1 38-1 0 0,-3-40-453 0 0,7 332 2039 0 0,-6-175-1939 0 0,-14 812 2194 0 0,10-921-2534 0 0,-21 638 212 0 0,-24 0-36 0 0,20-396-27 0 0,-31 281-252 0 0,41-440 182 0 0,9-98-11 0 0,1 3-86 0 0,-37 278 327 0 0,20-230 1022 0 0,6-29-450 0 0,15-66-475 0 0,0 1 0 0 0,-1-1-1 0 0,-8 18 1 0 0,11-27-133 0 0,-12 9 354 0 0,-14-4-864 0 0,1-1 0 0 0,-1-1 0 0 0,0-2 0 0 0,0 0 0 0 0,-29-3 0 0 0,6 1-987 0 0,6 0-30 0 0,-99 2-3586 0 0,47-1-2919 0 0,17-1-3129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1172 0 0,'0'0'15173'0'0,"5"13"-13336"0"0,-28 157 2000 0 0,1-14-3119 0 0,9-78-441 0 0,1-3-3087 0 0,9-25-9923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2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25 338 2332 0 0,'-1'-19'2113'0'0,"1"1"0"0"0,1-1 1 0 0,4-32-1 0 0,-2 35-1326 0 0,1 0 1 0 0,1 0 0 0 0,0 0-1 0 0,12-24 1 0 0,-14 32-653 0 0,2-1 0 0 0,-1 2 1 0 0,1-1-1 0 0,0 0 0 0 0,0 1 0 0 0,1 0 0 0 0,0 0 1 0 0,1 1-1 0 0,-1 0 0 0 0,1 0 0 0 0,1 0 0 0 0,-1 1 1 0 0,1 0-1 0 0,-1 0 0 0 0,2 1 0 0 0,-1 0 1 0 0,0 0-1 0 0,1 1 0 0 0,-1 0 0 0 0,1 1 0 0 0,12-2 1 0 0,-18 3-86 0 0,1 1-1 0 0,-1-1 1 0 0,0 1 0 0 0,1 0 0 0 0,-1 0 0 0 0,0 0 0 0 0,1 0 0 0 0,-1 1 0 0 0,0-1 0 0 0,0 1 0 0 0,1 0 0 0 0,-1 0 0 0 0,0 0 0 0 0,0 1-1 0 0,0-1 1 0 0,0 1 0 0 0,0-1 0 0 0,0 1 0 0 0,-1 0 0 0 0,1 0 0 0 0,0 0 0 0 0,-1 0 0 0 0,0 1 0 0 0,1-1 0 0 0,-1 1 0 0 0,0 0-1 0 0,0-1 1 0 0,-1 1 0 0 0,1 0 0 0 0,0 0 0 0 0,-1 0 0 0 0,2 6 0 0 0,-1-1 17 0 0,0 0-1 0 0,0 1 1 0 0,-1-1-1 0 0,-1 1 1 0 0,1 0-1 0 0,-1-1 1 0 0,-1 1 0 0 0,0-1-1 0 0,0 1 1 0 0,0-1-1 0 0,-4 11 1 0 0,-5 7-26 0 0,0 0-1 0 0,-2-1 1 0 0,0-1 0 0 0,-2 0-1 0 0,-1-1 1 0 0,0-1 0 0 0,-2 0 0 0 0,-1-1-1 0 0,0 0 1 0 0,-37 29 0 0 0,49-44-21 0 0,-1-1 1 0 0,0 0-1 0 0,-1-1 0 0 0,1 1 1 0 0,-1-1-1 0 0,0-1 0 0 0,0 0 1 0 0,0 0-1 0 0,-11 2 0 0 0,17-4-12 0 0,-17 1-22 0 0,14-5-3 0 0,5 3 15 0 0,0 0 0 0 0,-1 0-1 0 0,1 0 1 0 0,0 0 0 0 0,0 0-1 0 0,-1 0 1 0 0,1 0 0 0 0,0 0-1 0 0,0 0 1 0 0,-1 0 0 0 0,1 0-1 0 0,0 0 1 0 0,0 0 0 0 0,-1 0-1 0 0,1 0 1 0 0,0-1 0 0 0,0 1-1 0 0,0 0 1 0 0,-1 0 0 0 0,1 0-1 0 0,0 0 1 0 0,0-1 0 0 0,0 1-1 0 0,-1 0 1 0 0,1 0 0 0 0,0 0-1 0 0,0-1 1 0 0,0 1 0 0 0,0 0-1 0 0,0 0 1 0 0,0-1 0 0 0,-1 1-1 0 0,2-1 3 0 0,-1 0 0 0 0,0 0-1 0 0,1 0 1 0 0,-1 0 0 0 0,1 1 0 0 0,-1-1-1 0 0,1 0 1 0 0,-1 0 0 0 0,1 1-1 0 0,0-1 1 0 0,-1 0 0 0 0,1 1 0 0 0,0-1-1 0 0,-1 0 1 0 0,1 1 0 0 0,0-1 0 0 0,0 1-1 0 0,0-1 1 0 0,0 1 0 0 0,-1 0-1 0 0,1-1 1 0 0,0 1 0 0 0,0 0 0 0 0,0 0-1 0 0,0-1 1 0 0,0 1 0 0 0,0 0-1 0 0,0 0 1 0 0,0 0 0 0 0,0 0 0 0 0,0 0-1 0 0,0 1 1 0 0,0-1 0 0 0,-1 0 0 0 0,1 0-1 0 0,0 0 1 0 0,2 1 0 0 0,2 1 10 0 0,0-1 1 0 0,0 1-1 0 0,-1-1 1 0 0,1 1-1 0 0,0 1 1 0 0,5 2 0 0 0,-1 2 27 0 0,1 1 1 0 0,-1 0-1 0 0,0 0 1 0 0,-1 1 0 0 0,0 0-1 0 0,13 20 1 0 0,34 68 207 0 0,-27-44-184 0 0,-22-43-430 0 0,-1-1-143 0 0,0 0 0 0 0,12 15 0 0 0,-15-21 14 0 0,0-1 0 0 0,0 0 0 0 0,0 0-1 0 0,0 0 1 0 0,0-1 0 0 0,1 1 0 0 0,-1-1-1 0 0,0 1 1 0 0,1-1 0 0 0,-1 0 0 0 0,1 1-1 0 0,0-1 1 0 0,-1-1 0 0 0,1 1 0 0 0,0 0-1 0 0,3 0 1 0 0,7 0-3080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2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52 1992 0 0,'-3'-10'10046'0'0,"3"8"-9941"0"0,0 0 1 0 0,0 1-1 0 0,0-1 1 0 0,0 1-1 0 0,0-1 1 0 0,0 0-1 0 0,1 1 0 0 0,-1-1 1 0 0,1 1-1 0 0,-1-1 1 0 0,1 1-1 0 0,0-1 1 0 0,-1 1-1 0 0,1 0 1 0 0,0-1-1 0 0,0 1 1 0 0,0 0-1 0 0,0 0 1 0 0,0-1-1 0 0,1 1 1 0 0,-1 0-1 0 0,0 0 0 0 0,0 0 1 0 0,1 0-1 0 0,-1 1 1 0 0,0-1-1 0 0,1 0 1 0 0,-1 1-1 0 0,1-1 1 0 0,-1 0-1 0 0,1 1 1 0 0,-1 0-1 0 0,1-1 1 0 0,0 1-1 0 0,-1 0 0 0 0,1 0 1 0 0,1 0-1 0 0,0-1-57 0 0,0 1 0 0 0,0 0 0 0 0,0-1-1 0 0,0 1 1 0 0,0 1 0 0 0,0-1-1 0 0,0 0 1 0 0,0 1 0 0 0,0-1 0 0 0,0 1-1 0 0,0 0 1 0 0,0 0 0 0 0,0 0 0 0 0,-1 1-1 0 0,1-1 1 0 0,0 1 0 0 0,-1-1-1 0 0,1 1 1 0 0,-1 0 0 0 0,3 2 0 0 0,-2 1 51 0 0,-1 0 1 0 0,1 0 0 0 0,-1 0-1 0 0,0 0 1 0 0,0 0 0 0 0,-1 1-1 0 0,0-1 1 0 0,0 0 0 0 0,0 1-1 0 0,0-1 1 0 0,-1 1 0 0 0,0-1-1 0 0,0 1 1 0 0,0-1 0 0 0,-1 1-1 0 0,0-1 1 0 0,0 1 0 0 0,0-1-1 0 0,-4 9 1 0 0,-4 10 341 0 0,0-1 1 0 0,-24 40-1 0 0,33-62-425 0 0,-85 142 1870 0 0,84-141-1850 0 0,1-2-34 0 0,0 0 0 0 0,0 1 0 0 0,0-1 0 0 0,-1 0 0 0 0,1 0 0 0 0,0 1 0 0 0,0-1 0 0 0,0 0 0 0 0,0 1 0 0 0,0-1 0 0 0,1 0 0 0 0,-1 0 0 0 0,0 1 1 0 0,0-1-1 0 0,0 0 0 0 0,0 0 0 0 0,0 1 0 0 0,0-1 0 0 0,0 0 0 0 0,0 0 0 0 0,1 1 0 0 0,-1-1 0 0 0,0 0 0 0 0,0 0 0 0 0,0 0 0 0 0,0 1 0 0 0,1-1 0 0 0,-1 0 0 0 0,0 0 0 0 0,0 0 0 0 0,1 0 1 0 0,-1 1-1 0 0,0-1 0 0 0,0 0 0 0 0,1 0 0 0 0,-1 0 0 0 0,0 0 0 0 0,0 0 0 0 0,1 0 0 0 0,-1 0 0 0 0,1 0 0 0 0,13-2 61 0 0,30-14-1886 0 0,75-36 0 0 0,-14-6-7487 0 0,-73 39 2218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3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124 325 1936 0 0,'-114'-46'17378'0'0,"112"45"-17015"0"0,1 1-342 0 0,1 0-1 0 0,0 0 0 0 0,0 0 1 0 0,-1 0-1 0 0,1 0 1 0 0,0 0-1 0 0,0 0 1 0 0,0 0-1 0 0,-1 0 0 0 0,1 0 1 0 0,0 0-1 0 0,0 0 1 0 0,0 0-1 0 0,-1 0 0 0 0,1 0 1 0 0,0 0-1 0 0,0 0 1 0 0,0 0-1 0 0,-1 0 1 0 0,1-1-1 0 0,0 1 0 0 0,0 0 1 0 0,0 0-1 0 0,-1 0 1 0 0,1 0-1 0 0,0 0 1 0 0,0 0-1 0 0,0-1 0 0 0,0 1 1 0 0,-1 0-1 0 0,1 0 1 0 0,0 0-1 0 0,0 0 0 0 0,0-1 1 0 0,0 1-1 0 0,0 0 1 0 0,0 0-1 0 0,0 0 1 0 0,0-1-1 0 0,0 1 0 0 0,0 0 1 0 0,0-1-8 0 0,1 1 1 0 0,-1-1-1 0 0,1 1 0 0 0,0-1 1 0 0,-1 1-1 0 0,1 0 1 0 0,0-1-1 0 0,-1 1 1 0 0,1 0-1 0 0,0-1 0 0 0,0 1 1 0 0,-1 0-1 0 0,1 0 1 0 0,0 0-1 0 0,0 0 1 0 0,-1 0-1 0 0,1 0 0 0 0,1 0 1 0 0,56-6 126 0 0,57-14 0 0 0,1-8-3015 0 0,-110 26 2419 0 0,-1 1 0 0 0,0-1-1 0 0,1 0 1 0 0,-1 0 0 0 0,0-1 0 0 0,0 1-1 0 0,-1-1 1 0 0,1 0 0 0 0,0 0 0 0 0,5-6 0 0 0,-9 8 378 0 0,-1-1 0 0 0,1 1 1 0 0,0 0-1 0 0,-1 0 1 0 0,0-1-1 0 0,1 1 0 0 0,-1 0 1 0 0,0 0-1 0 0,0-1 1 0 0,0 1-1 0 0,1 0 0 0 0,-2-1 1 0 0,1 1-1 0 0,0 0 1 0 0,0-1-1 0 0,0 1 1 0 0,0 0-1 0 0,-1 0 0 0 0,0-3 1 0 0,-9-23-440 0 0,10 26 500 0 0,-12-23 764 0 0,-21-33 1 0 0,9 19 1223 0 0,24 38-1937 0 0,0 0 0 0 0,0 0 1 0 0,0 0-1 0 0,0 0 0 0 0,-1-1 1 0 0,1 1-1 0 0,0 0 0 0 0,0 0 1 0 0,0 0-1 0 0,0 0 0 0 0,0-1 1 0 0,0 1-1 0 0,-1 0 0 0 0,1 0 1 0 0,0 0-1 0 0,0-1 0 0 0,0 1 1 0 0,0 0-1 0 0,0 0 0 0 0,0-1 1 0 0,0 1-1 0 0,0 0 0 0 0,0 0 1 0 0,0 0-1 0 0,0-1 0 0 0,0 1 1 0 0,0 0-1 0 0,0 0 0 0 0,0 0 1 0 0,0-1-1 0 0,0 1 0 0 0,1 0 1 0 0,-1 0-1 0 0,0 0 0 0 0,0-1 1 0 0,0 1-1 0 0,0 0 0 0 0,0 0 1 0 0,0 0-1 0 0,1 0 0 0 0,-1-1 1 0 0,10 3 654 0 0,12 9 181 0 0,-16-6-696 0 0,0-1 0 0 0,0 2 0 0 0,0-1 0 0 0,-1 1-1 0 0,0-1 1 0 0,-1 2 0 0 0,1-1 0 0 0,-1 0 0 0 0,0 1 0 0 0,0 0-1 0 0,4 12 1 0 0,-5-9 136 0 0,0 1 0 0 0,-1 0 1 0 0,0 0-1 0 0,0 0 0 0 0,-1 0 0 0 0,0 0 0 0 0,-2 15 0 0 0,-1-6-751 0 0,-1 1 0 0 0,0-1 0 0 0,-9 25 0 0 0,3-16-4883 0 0,-18 37 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3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 2788 0 0,'-15'-6'5146'0'0,"12"4"-4491"0"0,0 1 0 0 0,0 0 0 0 0,0 0 0 0 0,0 0 0 0 0,0 0 0 0 0,0 0-1 0 0,0 1 1 0 0,-1-1 0 0 0,1 1 0 0 0,0 0 0 0 0,0 0 0 0 0,-6 1 0 0 0,8 1-457 0 0,0 0 0 0 0,0 0 0 0 0,0 0 0 0 0,0 0 0 0 0,0 0 0 0 0,0 1-1 0 0,0-1 1 0 0,1 0 0 0 0,-1 0 0 0 0,1 1 0 0 0,0 4 0 0 0,-1-6 7 0 0,-11 169 4046 0 0,-4-60-3454 0 0,-14 134-868 0 0,26-211-1162 0 0,1 4-2048 0 0,2-12-6004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3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15 158 3272 0 0,'-3'-7'897'0'0,"1"1"-1"0"0,0-1 1 0 0,1 0-1 0 0,-1 0 1 0 0,1-1-1 0 0,1 1 1 0 0,0 0-1 0 0,0 0 0 0 0,0 0 1 0 0,1-8-1 0 0,0 12-763 0 0,0-1-1 0 0,1 1 1 0 0,-1-1-1 0 0,0 1 1 0 0,1 0-1 0 0,0 0 0 0 0,0 0 1 0 0,0 0-1 0 0,0 0 1 0 0,0 0-1 0 0,0 0 1 0 0,1 1-1 0 0,-1-1 0 0 0,1 1 1 0 0,0 0-1 0 0,0 0 1 0 0,0 0-1 0 0,0 0 1 0 0,0 0-1 0 0,0 1 0 0 0,7-3 1 0 0,0 1-25 0 0,0 0 1 0 0,0 1-1 0 0,0 0 0 0 0,1 1 1 0 0,-1 0-1 0 0,0 1 1 0 0,1 0-1 0 0,-1 1 0 0 0,0 0 1 0 0,1 0-1 0 0,17 5 0 0 0,-19-3 16 0 0,1 0 0 0 0,-1 0 0 0 0,1 0 0 0 0,-1 2 0 0 0,-1-1-1 0 0,1 1 1 0 0,0 0 0 0 0,-1 0 0 0 0,0 1 0 0 0,-1 1-1 0 0,1-1 1 0 0,9 12 0 0 0,-14-14-28 0 0,0 0 0 0 0,0 1 1 0 0,-1-1-1 0 0,1 1 0 0 0,-1 0 0 0 0,0 0 1 0 0,-1 0-1 0 0,1 0 0 0 0,-1 0 0 0 0,0 0 0 0 0,0 0 1 0 0,0 10-1 0 0,-1-6-15 0 0,0-1 0 0 0,-1 0 0 0 0,0 0 0 0 0,-1 0 0 0 0,0 0 0 0 0,0 0 1 0 0,-6 13-1 0 0,2-8-24 0 0,-1 1 1 0 0,-1-2 0 0 0,0 1 0 0 0,-1-1 0 0 0,0 0-1 0 0,0-1 1 0 0,-1 0 0 0 0,-21 18 0 0 0,5-12 44 0 0,0 0 1 0 0,-1-2 0 0 0,-1 0-1 0 0,-32 11 1 0 0,23-10 357 0 0,22-11-376 0 0,14-5-79 0 0,-1 1 1 0 0,1-1-1 0 0,0 0 1 0 0,0 1-1 0 0,0-1 1 0 0,-1 1-1 0 0,1 0 1 0 0,0-1-1 0 0,0 1 0 0 0,0 0 1 0 0,0 0-1 0 0,-1 1 1 0 0,4-1-5 0 0,-1 1 1 0 0,1 0-1 0 0,-1 0 0 0 0,1-1 1 0 0,0 1-1 0 0,0-1 1 0 0,0 1-1 0 0,0-1 1 0 0,3 2-1 0 0,-4-2 2 0 0,24 13 90 0 0,-2 1 0 0 0,0 1 0 0 0,0 1 0 0 0,-2 0-1 0 0,26 28 1 0 0,-12-5-1866 0 0,55 78 0 0 0,-69-90-1544 0 0,-4-11-3586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4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52 1976 0 0,'-3'-22'13305'0'0,"2"-3"-7403"0"0,2 23-5634 0 0,14-1 480 0 0,-11 4-640 0 0,0 0-1 0 0,0 0 0 0 0,0 0 0 0 0,0 0 1 0 0,-1 1-1 0 0,1 0 0 0 0,0 0 0 0 0,-1 0 0 0 0,7 4 1 0 0,-8-4-13 0 0,-1 0 0 0 0,1-1 0 0 0,-1 1 0 0 0,1 0 0 0 0,-1-1 0 0 0,0 1 0 0 0,0 0 0 0 0,0 0 0 0 0,0 0 0 0 0,0 0 0 0 0,0 0 1 0 0,0 1-1 0 0,-1-1 0 0 0,1 0 0 0 0,-1 0 0 0 0,0 0 0 0 0,1 0 0 0 0,-1 1 0 0 0,0-1 0 0 0,0 0 0 0 0,-1 0 0 0 0,1 3 0 0 0,-4 13 336 0 0,-1 0 0 0 0,-1-1 0 0 0,0 0 0 0 0,-1 0 0 0 0,-1 0 0 0 0,-15 23 0 0 0,-17 40 425 0 0,39-80-850 0 0,1 1 1 0 0,-1 0 0 0 0,1 0-1 0 0,0-1 1 0 0,-1 1-1 0 0,1 0 1 0 0,0 0 0 0 0,-1 0-1 0 0,1-1 1 0 0,0 1-1 0 0,0 0 1 0 0,0 0 0 0 0,0 0-1 0 0,0 0 1 0 0,0 0-1 0 0,0 0 1 0 0,0-1 0 0 0,0 1-1 0 0,0 0 1 0 0,0 0-1 0 0,0 0 1 0 0,1 0 0 0 0,-1 0-1 0 0,0-1 1 0 0,1 1-1 0 0,-1 0 1 0 0,1 0 0 0 0,-1-1-1 0 0,1 1 1 0 0,-1 0 0 0 0,1 0-1 0 0,-1-1 1 0 0,1 1-1 0 0,0-1 1 0 0,-1 1 0 0 0,1-1-1 0 0,0 1 1 0 0,-1-1-1 0 0,1 1 1 0 0,0-1 0 0 0,0 1-1 0 0,0-1 1 0 0,-1 0-1 0 0,1 0 1 0 0,0 1 0 0 0,0-1-1 0 0,0 0 1 0 0,0 0-1 0 0,0 0 1 0 0,-1 0 0 0 0,1 0-1 0 0,0 0 1 0 0,2 0-1 0 0,5 0-36 0 0,1-1 0 0 0,0 0-1 0 0,0-1 1 0 0,9-2 0 0 0,-15 3-4 0 0,51-14-3159 0 0,86-36-1 0 0,-17-9-8525 0 0,-84 37 2727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4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112 165 512 0 0,'-41'-14'10744'0'0,"-6"-1"-2090"0"0,45 15-7871 0 0,0-1-600 0 0,1 1 0 0 0,-1-1-1 0 0,1 1 1 0 0,-1-1 0 0 0,1 0 0 0 0,-1 0-1 0 0,1 1 1 0 0,-1-1 0 0 0,1 0 0 0 0,0-1-1 0 0,-1 1 1 0 0,-1-2 0 0 0,5 0-123 0 0,1 1-1 0 0,0 0 1 0 0,-1 0 0 0 0,1 0 0 0 0,0 0 0 0 0,0 0 0 0 0,0 0-1 0 0,0 1 1 0 0,5-2 0 0 0,36-12-84 0 0,-26 9-174 0 0,-1 1-362 0 0,85-31-3495 0 0,-35 8-4605 0 0,-40 16 894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5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19 2992 0 0,'-14'-13'12999'0'0,"5"7"-10400"0"0,7 19-1459 0 0,0 0 0 0 0,0 0 0 0 0,2 0 0 0 0,-1 0-1 0 0,2 0 1 0 0,0 0 0 0 0,2 13 0 0 0,2 26 371 0 0,-3 28-802 0 0,-4 0 1 0 0,-2 0-1 0 0,-5-1 1 0 0,-22 97-1 0 0,11-77-1257 0 0,20-99 484 0 0,0 0 0 0 0,0 0 0 0 0,0 0-1 0 0,0 1 1 0 0,0-1 0 0 0,0 0 0 0 0,0 0 0 0 0,0 0 0 0 0,0 1-1 0 0,0-1 1 0 0,0 0 0 0 0,0 0 0 0 0,0 0 0 0 0,0 0 0 0 0,0 1 0 0 0,0-1-1 0 0,0 0 1 0 0,-1 0 0 0 0,1 0 0 0 0,0 0 0 0 0,0 1 0 0 0,0-1-1 0 0,0 0 1 0 0,-2 1-705 0 0,2-1 704 0 0,0 0 1 0 0,0 0 0 0 0,-1 0 0 0 0,1 0 0 0 0,0 0 0 0 0,0 0-1 0 0,0 0 1 0 0,-1 0 0 0 0,-3-9-1060 0 0,0-16-213 0 0,2-24 66 0 0,3 0 1 0 0,10-75-1 0 0,-2 72 1146 0 0,2 1 0 0 0,2 0 0 0 0,2 1 0 0 0,31-67 0 0 0,-37 97 110 0 0,1 0 1 0 0,1 1-1 0 0,1 0 1 0 0,14-17-1 0 0,-20 29 20 0 0,0 0-1 0 0,0 0 1 0 0,1 1 0 0 0,0 0 0 0 0,1 0 0 0 0,-1 0-1 0 0,1 1 1 0 0,0 0 0 0 0,0 1 0 0 0,1 0-1 0 0,15-6 1 0 0,-22 10 24 0 0,1-1 0 0 0,-1 0 0 0 0,0 1 0 0 0,0-1 0 0 0,1 1 0 0 0,-1 0-1 0 0,0 0 1 0 0,1 0 0 0 0,-1 0 0 0 0,0 0 0 0 0,1 0 0 0 0,-1 1 0 0 0,0-1 0 0 0,0 1 0 0 0,1-1 0 0 0,-1 1 0 0 0,0 0-1 0 0,0 0 1 0 0,0 0 0 0 0,0 0 0 0 0,0 1 0 0 0,0-1 0 0 0,0 0 0 0 0,0 1 0 0 0,-1-1 0 0 0,1 1 0 0 0,0 0 0 0 0,-1-1-1 0 0,0 1 1 0 0,1 0 0 0 0,-1 0 0 0 0,2 4 0 0 0,-1-2 26 0 0,0 0 0 0 0,-1 1 0 0 0,0-1 0 0 0,0 0 1 0 0,0 1-1 0 0,0-1 0 0 0,-1 0 0 0 0,1 1 0 0 0,-1-1 0 0 0,0 1 0 0 0,-1-1 0 0 0,1 1 0 0 0,-1-1 0 0 0,0 1 0 0 0,-2 6 1 0 0,-2 2 14 0 0,-1-1 1 0 0,-1 1 0 0 0,0-1-1 0 0,0 0 1 0 0,-1-1 0 0 0,0 1-1 0 0,-1-2 1 0 0,-15 15 0 0 0,9-11-32 0 0,-2-1 1 0 0,0 0 0 0 0,0-1 0 0 0,-36 18-1 0 0,-22 13-33 0 0,74-42-8 0 0,0-1 1 0 0,0 1 0 0 0,0 0 0 0 0,0 0 0 0 0,0 0 0 0 0,1 0 0 0 0,-1 0 0 0 0,0 0-1 0 0,0 0 1 0 0,1 0 0 0 0,-1 0 0 0 0,1 0 0 0 0,-1 0 0 0 0,1 0 0 0 0,0 0-1 0 0,-1 0 1 0 0,1 1 0 0 0,0-1 0 0 0,0 0 0 0 0,0 0 0 0 0,0 0 0 0 0,0 1 0 0 0,0-1-1 0 0,0 0 1 0 0,0 0 0 0 0,1 3 0 0 0,10 31 144 0 0,-8-28-57 0 0,16 35 249 0 0,28 44-1 0 0,-13-24-122 0 0,-16-29-3484 0 0,23 33 0 0 0,-32-54 1647 0 0,1 1 1 0 0,-1-2 0 0 0,2 0-1 0 0,0 0 1 0 0,18 13 0 0 0,-7-10-5855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5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71 1608 0 0,'-1'-71'31104'0'0,"12"346"-31959"0"0,-15-89-5772 0 0,2-120 2281 0 0,1-1-2815 0 0,-5 0-4158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6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33 600 0 0,'27'-32'10525'0'0,"-26"32"-10397"0"0,0 1-1 0 0,0-1 1 0 0,0 1 0 0 0,-1 0 0 0 0,1-1-1 0 0,0 1 1 0 0,0 0 0 0 0,0 0 0 0 0,-1-1-1 0 0,1 1 1 0 0,0 0 0 0 0,-1 0-1 0 0,1 0 1 0 0,0 0 0 0 0,-1 0 0 0 0,0 0-1 0 0,1 0 1 0 0,-1 0 0 0 0,1 0-1 0 0,-1 0 1 0 0,0 0 0 0 0,0 0 0 0 0,0 0-1 0 0,0 1 1 0 0,0 1 0 0 0,4 35 1165 0 0,-4-35-1007 0 0,0 97 1545 0 0,-16 132-1 0 0,2-62-2236 0 0,11-113-971 0 0,0 16-2002 0 0,-2-25-3517 0 0,2-35 1672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6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64 136 2544 0 0,'2'-10'823'0'0,"1"0"-1"0"0,-1 0 1 0 0,2 0-1 0 0,0 0 1 0 0,0 1-1 0 0,0 0 0 0 0,1 0 1 0 0,1 0-1 0 0,-1 1 1 0 0,2-1-1 0 0,11-12 1 0 0,-17 20-773 0 0,1 0 1 0 0,0-1 0 0 0,-1 1-1 0 0,1 0 1 0 0,0 0 0 0 0,0 1-1 0 0,0-1 1 0 0,0 0-1 0 0,-1 0 1 0 0,1 1 0 0 0,0-1-1 0 0,0 1 1 0 0,0 0 0 0 0,0-1-1 0 0,0 1 1 0 0,0 0-1 0 0,0 0 1 0 0,1 1 0 0 0,-1-1-1 0 0,0 0 1 0 0,0 1 0 0 0,0-1-1 0 0,-1 1 1 0 0,1-1-1 0 0,0 1 1 0 0,0 0 0 0 0,0 0-1 0 0,0 0 1 0 0,-1 0 0 0 0,1 0-1 0 0,0 0 1 0 0,-1 1-1 0 0,1-1 1 0 0,1 2 0 0 0,1 1 105 0 0,-1-1 1 0 0,1 1-1 0 0,-1 0 1 0 0,0 0-1 0 0,0 0 1 0 0,0 1-1 0 0,-1-1 1 0 0,1 1-1 0 0,-1-1 1 0 0,0 1-1 0 0,2 10 0 0 0,-3-6-72 0 0,0 0 0 0 0,-1 1 0 0 0,-1-1 0 0 0,0 1 0 0 0,0-1 0 0 0,0 0 0 0 0,-2 0 0 0 0,1 0-1 0 0,-1 0 1 0 0,0 0 0 0 0,-1 0 0 0 0,0-1 0 0 0,0 1 0 0 0,-6 8 0 0 0,0-3 68 0 0,0 1-1 0 0,0-1 1 0 0,-2-1 0 0 0,1 0 0 0 0,-2-1 0 0 0,-23 19-1 0 0,19-20 489 0 0,-34 16-1 0 0,39-21-447 0 0,10-5-119 0 0,2-1-60 0 0,-1 0 0 0 0,0 1 0 0 0,1-1 0 0 0,-1 0 1 0 0,0 0-1 0 0,0 1 0 0 0,1-1 0 0 0,-1 0 0 0 0,1 1 0 0 0,-1-1 1 0 0,0 1-1 0 0,1-1 0 0 0,-1 1 0 0 0,0 0 0 0 0,6 4 12 0 0,1-1-1 0 0,0 0 0 0 0,0-1 1 0 0,8 4-1 0 0,22 14 98 0 0,-5 6-346 0 0,-1 2-1 0 0,-2 0 1 0 0,-1 2-1 0 0,26 40 1 0 0,-7-11-3402 0 0,2-3-3436 0 0,-29-38 907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7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74 1552 0 0,'-1'-15'6266'0'0,"1"12"-5955"0"0,0 0-1 0 0,1 1 0 0 0,0-1 1 0 0,-1 0-1 0 0,1 1 1 0 0,0-1-1 0 0,0 1 1 0 0,0 0-1 0 0,1-1 1 0 0,-1 1-1 0 0,1 0 1 0 0,-1 0-1 0 0,1-1 0 0 0,0 1 1 0 0,0 0-1 0 0,0 1 1 0 0,0-1-1 0 0,0 0 1 0 0,0 1-1 0 0,0-1 1 0 0,0 1-1 0 0,1-1 1 0 0,-1 1-1 0 0,6-2 0 0 0,-6 2-239 0 0,0 1 0 0 0,1-1 0 0 0,-1 0 0 0 0,1 1-1 0 0,-1-1 1 0 0,1 1 0 0 0,-1 0 0 0 0,1 0-1 0 0,-1 0 1 0 0,1 0 0 0 0,0 0 0 0 0,-1 0 0 0 0,1 1-1 0 0,-1-1 1 0 0,1 1 0 0 0,-1 0 0 0 0,0 0 0 0 0,1 0-1 0 0,-1 0 1 0 0,0 0 0 0 0,0 0 0 0 0,1 1 0 0 0,-1-1-1 0 0,0 1 1 0 0,0-1 0 0 0,0 1 0 0 0,-1 0-1 0 0,4 3 1 0 0,-3-2 17 0 0,-1 0 0 0 0,1 0 0 0 0,-1 0 0 0 0,1 0 0 0 0,-1 1 0 0 0,0-1 1 0 0,0 0-1 0 0,-1 1 0 0 0,1-1 0 0 0,-1 1 0 0 0,1-1 0 0 0,-1 0 0 0 0,0 1 0 0 0,0-1 0 0 0,-1 1 0 0 0,1-1 0 0 0,-1 1 0 0 0,1-1 0 0 0,-1 1 0 0 0,0-1 0 0 0,-1 0 0 0 0,1 0 0 0 0,-4 6 0 0 0,-3 6 77 0 0,-1-1 0 0 0,0 0 1 0 0,-17 20-1 0 0,22-29-106 0 0,-36 44 322 0 0,39-47-378 0 0,1-1-3 0 0,0 0 1 0 0,1 0 0 0 0,-1 0 0 0 0,1-1 0 0 0,0 1-1 0 0,-1 0 1 0 0,1 0 0 0 0,0-1 0 0 0,-1 1 0 0 0,1 0-1 0 0,0-1 1 0 0,0 1 0 0 0,0 0 0 0 0,-1-1 0 0 0,1 1-1 0 0,0-1 1 0 0,0 1 0 0 0,0-1 0 0 0,0 0 0 0 0,0 1 0 0 0,0-1-1 0 0,0 0 1 0 0,1 0 0 0 0,6 2-27 0 0,12 4 125 0 0,0 0-1 0 0,0 1 1 0 0,-1 1-1 0 0,30 17 1 0 0,-45-23 73 0 0,0 1 0 0 0,0 0-1 0 0,-1 0 1 0 0,0 0 0 0 0,1 1 0 0 0,-1-1 0 0 0,0 1 0 0 0,0-1 0 0 0,-1 1 0 0 0,1 0-1 0 0,-1 0 1 0 0,0 1 0 0 0,0-1 0 0 0,0 0 0 0 0,-1 1 0 0 0,0-1 0 0 0,1 1-1 0 0,-2-1 1 0 0,1 1 0 0 0,0 0 0 0 0,-1-1 0 0 0,0 1 0 0 0,-1 8 0 0 0,1-6 8 0 0,-2 1 0 0 0,1-1 0 0 0,-1 1 0 0 0,0-1 1 0 0,-1 0-1 0 0,0 0 0 0 0,0 0 0 0 0,0 0 1 0 0,-1-1-1 0 0,0 1 0 0 0,-1-1 0 0 0,1 0 0 0 0,-1 0 1 0 0,0-1-1 0 0,0 1 0 0 0,-1-1 0 0 0,0 0 0 0 0,0-1 1 0 0,0 1-1 0 0,-7 3 0 0 0,7-4-265 0 0,-1 0 0 0 0,0-1-1 0 0,0 0 1 0 0,0 0 0 0 0,0 0 0 0 0,-1-1 0 0 0,1 0-1 0 0,-1-1 1 0 0,1 1 0 0 0,-1-1 0 0 0,1-1 0 0 0,-1 0-1 0 0,0 0 1 0 0,1 0 0 0 0,-1-1 0 0 0,0 0-1 0 0,1 0 1 0 0,-1-1 0 0 0,-11-4 0 0 0,17 5-213 0 0,-1-1 0 0 0,0 1 0 0 0,1 0 0 0 0,0-1 1 0 0,-1 0-1 0 0,1 1 0 0 0,0-1 0 0 0,0 0 0 0 0,0 0 0 0 0,0 0 0 0 0,0 0 1 0 0,0-1-1 0 0,1 1 0 0 0,-1 0 0 0 0,1-1 0 0 0,-1 1 0 0 0,1-1 0 0 0,0 0 0 0 0,0 1 1 0 0,-1-7-1 0 0,1 5-633 0 0,1-1-1 0 0,0 0 1 0 0,0 0 0 0 0,0 0 0 0 0,0 0 0 0 0,1 0 0 0 0,0 0 0 0 0,0 0-1 0 0,0 1 1 0 0,0-1 0 0 0,4-7 0 0 0,8-13-6776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7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1444 0 0,'19'-9'14032'0'0,"2"3"-7034"0"0,5 3-4742 0 0,14 1-4617 0 0,2-1 3393 0 0,8-2-980 0 0,96-12-2196 0 0,-115 11-1401 0 0,33-10 0 0 0,-62 15 2749 0 0,1 1 0 0 0,-1-1 0 0 0,0 0 0 0 0,1-1 0 0 0,-1 1 0 0 0,0 0 0 0 0,4-4 0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7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37 1476 0 0,'-8'-4'2610'0'0,"1"0"-1"0"0,-1-1 1 0 0,1 0-1 0 0,-7-7 1738 0 0,14 11-4303 0 0,0 1 0 0 0,0 0-1 0 0,0 0 1 0 0,0-1-1 0 0,0 1 1 0 0,0 0-1 0 0,0 0 1 0 0,0-1-1 0 0,0 1 1 0 0,0 0-1 0 0,0 0 1 0 0,0 0-1 0 0,0-1 1 0 0,1 1-1 0 0,-1 0 1 0 0,0 0 0 0 0,0 0-1 0 0,0-1 1 0 0,0 1-1 0 0,1 0 1 0 0,-1 0-1 0 0,0 0 1 0 0,0 0-1 0 0,0 0 1 0 0,1 0-1 0 0,-1-1 1 0 0,0 1-1 0 0,0 0 1 0 0,0 0 0 0 0,1 0-1 0 0,-1 0 1 0 0,0 0-1 0 0,0 0 1 0 0,1 0-1 0 0,-1 0 1 0 0,0 0-1 0 0,0 0 1 0 0,1 0-1 0 0,-1 0 1 0 0,0 0-1 0 0,0 0 1 0 0,0 0-1 0 0,1 0 1 0 0,14 4 1060 0 0,-14-3-922 0 0,6 1 2 0 0,0 1 0 0 0,0 0 0 0 0,0 1 0 0 0,0-1 0 0 0,-1 1 0 0 0,0 0 0 0 0,0 1 0 0 0,0-1 0 0 0,0 1 1 0 0,-1 1-1 0 0,1-1 0 0 0,-2 1 0 0 0,1 0 0 0 0,0 0 0 0 0,-1 0 0 0 0,0 1 0 0 0,-1-1 0 0 0,1 1 0 0 0,-1 0 0 0 0,-1 0 0 0 0,1 0 0 0 0,-1 0 0 0 0,0 1 0 0 0,-1-1 0 0 0,0 0 0 0 0,0 1 0 0 0,0-1 0 0 0,-1 1 0 0 0,-1 8 0 0 0,-1 3-179 0 0,-1 1 0 0 0,-1 0 0 0 0,-1-1 0 0 0,-1 0-1 0 0,-12 28 1 0 0,-16 21-3499 0 0,-5-8-6393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8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191 184 1920 0 0,'-18'-19'10062'0'0,"18"18"-9902"0"0,-1 1 0 0 0,1-1-1 0 0,-1 1 1 0 0,1-1 0 0 0,-1 1 0 0 0,1 0 0 0 0,-1-1 0 0 0,0 1 0 0 0,1 0 0 0 0,-1-1 0 0 0,1 1 0 0 0,-1 0-1 0 0,0 0 1 0 0,1 0 0 0 0,-1-1 0 0 0,0 1 0 0 0,1 0 0 0 0,-1 0 0 0 0,0 0 0 0 0,1 0 0 0 0,-1 0 0 0 0,0 0-1 0 0,1 1 1 0 0,-1-1 0 0 0,0 0 0 0 0,1 0 0 0 0,-1 0 0 0 0,0 0 0 0 0,1 1 0 0 0,-1-1 0 0 0,0 0 0 0 0,1 1 0 0 0,-1-1-1 0 0,1 1 1 0 0,-1-1 0 0 0,1 0 0 0 0,-1 1 0 0 0,1-1 0 0 0,-1 1 0 0 0,1-1 0 0 0,0 1 0 0 0,-1 0 0 0 0,1-1-1 0 0,0 1 1 0 0,-1-1 0 0 0,1 1 0 0 0,0 0 0 0 0,-1-1 0 0 0,1 2 0 0 0,-2 5 295 0 0,-1 1 0 0 0,2 0 0 0 0,-3 14 0 0 0,2-5 483 0 0,-56 393 3960 0 0,33-109-4670 0 0,25-299-522 0 0,-4-3-750 0 0,3 1 984 0 0,0-1 0 0 0,0 1 0 0 0,0-1 0 0 0,0 0 0 0 0,0 1 0 0 0,0-1 0 0 0,0 0 0 0 0,0 1 0 0 0,0-1 0 0 0,1 0 0 0 0,-1 0 0 0 0,0 0 0 0 0,1 0 0 0 0,-1 0 0 0 0,0 0 0 0 0,1 0 0 0 0,-1 0 0 0 0,1 0 0 0 0,-1 0 0 0 0,1 0 1 0 0,0 0-1 0 0,-1-2 0 0 0,-8-35-923 0 0,8 31 719 0 0,-7-38-39 0 0,2 0 0 0 0,2-1 0 0 0,2 1 0 0 0,3-1 0 0 0,1 1 0 0 0,2-1 0 0 0,2 1 0 0 0,2 0 0 0 0,2 1 0 0 0,1 0 0 0 0,25-59 0 0 0,-23 76 279 0 0,0 0 1 0 0,2 1 0 0 0,1 1 0 0 0,22-28 0 0 0,-27 40 17 0 0,0 1 0 0 0,0 0 0 0 0,1 1 0 0 0,0 0 1 0 0,1 1-1 0 0,0 0 0 0 0,1 1 0 0 0,0 1 0 0 0,19-9 1 0 0,-29 15 11 0 0,1 0 1 0 0,0 1-1 0 0,0 0 1 0 0,0-1-1 0 0,0 2 1 0 0,0-1-1 0 0,0 1 1 0 0,0-1-1 0 0,0 1 1 0 0,0 1-1 0 0,9 1 1 0 0,-12-2 3 0 0,1 1-1 0 0,-1-1 1 0 0,0 1 0 0 0,0 0-1 0 0,0 0 1 0 0,0 0-1 0 0,0 0 1 0 0,-1 1 0 0 0,1-1-1 0 0,0 0 1 0 0,0 1 0 0 0,-1 0-1 0 0,1-1 1 0 0,-1 1-1 0 0,1 0 1 0 0,-1-1 0 0 0,0 1-1 0 0,0 0 1 0 0,0 0 0 0 0,0 0-1 0 0,0 0 1 0 0,0 0-1 0 0,0 0 1 0 0,-1 1 0 0 0,1-1-1 0 0,-1 0 1 0 0,1 0 0 0 0,-1 0-1 0 0,0 4 1 0 0,0 3 8 0 0,-1 0 0 0 0,0 0 1 0 0,0 0-1 0 0,-1 0 0 0 0,0 0 1 0 0,-1 0-1 0 0,1-1 0 0 0,-2 1 1 0 0,1-1-1 0 0,-1 0 0 0 0,-1 0 0 0 0,1 0 1 0 0,-1 0-1 0 0,-8 8 0 0 0,-2 2 3 0 0,-1-1-1 0 0,-1 0 1 0 0,0-1-1 0 0,-25 18 1 0 0,15-17 291 0 0,0 0 0 0 0,-55 23 1 0 0,-6 3 888 0 0,87-43-1199 0 0,0 1 0 0 0,1-1 1 0 0,-1 1-1 0 0,0-1 1 0 0,0 1-1 0 0,1 0 0 0 0,-1 0 1 0 0,1-1-1 0 0,-1 1 0 0 0,0 0 1 0 0,1 0-1 0 0,0 0 0 0 0,-1 0 1 0 0,1-1-1 0 0,-1 1 1 0 0,1 0-1 0 0,0 0 0 0 0,0 0 1 0 0,-1 0-1 0 0,1 0 0 0 0,0 0 1 0 0,0 0-1 0 0,0 0 0 0 0,0 0 1 0 0,0 0-1 0 0,0 0 1 0 0,1 0-1 0 0,-1 0 0 0 0,0 0 1 0 0,0 0-1 0 0,1-1 0 0 0,-1 1 1 0 0,0 0-1 0 0,1 0 0 0 0,-1 0 1 0 0,1 0-1 0 0,-1 0 1 0 0,1-1-1 0 0,0 1 0 0 0,-1 0 1 0 0,2 0-1 0 0,3 6 0 0 0,1 0 0 0 0,0-1 1 0 0,9 8-1 0 0,-12-11-2 0 0,254 220-1349 0 0,-169-150-3023 0 0,-1-2-4536 0 0,-66-55 2864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213 157 712 0 0,'-4'-7'1670'0'0,"0"-1"0"0"0,0 1-1 0 0,1-1 1 0 0,0 0 0 0 0,0 0 0 0 0,-1-9-1 0 0,3 14-1481 0 0,1 1 0 0 0,0-1 0 0 0,-1 0 0 0 0,1 1-1 0 0,1-1 1 0 0,-1 1 0 0 0,0-1 0 0 0,1 1 0 0 0,-1-1-1 0 0,1 1 1 0 0,0-1 0 0 0,0 1 0 0 0,0-1 0 0 0,0 1-1 0 0,0 0 1 0 0,0-1 0 0 0,1 1 0 0 0,-1 0 0 0 0,1 0 0 0 0,-1 0-1 0 0,1 0 1 0 0,0 0 0 0 0,0 1 0 0 0,3-4 0 0 0,0 1-37 0 0,1 1 1 0 0,-1-1-1 0 0,1 1 1 0 0,0 0-1 0 0,0 0 1 0 0,0 1-1 0 0,0 0 1 0 0,0 0-1 0 0,0 0 1 0 0,1 1-1 0 0,-1-1 1 0 0,12 1-1 0 0,-16 1-95 0 0,1 0 0 0 0,-1 0 0 0 0,0 0 0 0 0,0 0 0 0 0,0 1 0 0 0,1-1 0 0 0,-1 1 0 0 0,0-1 0 0 0,0 1 0 0 0,0 0 0 0 0,0 0-1 0 0,0 0 1 0 0,0 0 0 0 0,0 0 0 0 0,-1 0 0 0 0,1 0 0 0 0,0 1 0 0 0,-1-1 0 0 0,1 1 0 0 0,0-1 0 0 0,-1 1 0 0 0,0 0 0 0 0,1 0 0 0 0,-1 0 0 0 0,0-1 0 0 0,0 1 0 0 0,0 0 0 0 0,0 0 0 0 0,0 0 0 0 0,-1 0 0 0 0,1 1-1 0 0,0 3 1 0 0,0-1 40 0 0,-1 1-1 0 0,1 0 1 0 0,-1-1-1 0 0,-1 1 1 0 0,1-1-1 0 0,-1 1 0 0 0,0-1 1 0 0,0 1-1 0 0,0-1 1 0 0,-1 1-1 0 0,-3 7 1 0 0,-5 5 161 0 0,-1 0 0 0 0,-1 0 0 0 0,-1-1 1 0 0,0-1-1 0 0,-29 28 0 0 0,33-36 67 0 0,6-6-279 0 0,1 0 0 0 0,0 0 0 0 0,-1 1 1 0 0,1-1-1 0 0,0 0 0 0 0,1 1 0 0 0,-1 0 0 0 0,-2 2 0 0 0,3-3 16 0 0,2-1-54 0 0,-1-1-1 0 0,0 1 1 0 0,0 0 0 0 0,1 0-1 0 0,-1-1 1 0 0,0 1 0 0 0,1 0-1 0 0,-1-1 1 0 0,1 1 0 0 0,-1 0-1 0 0,1-1 1 0 0,-1 1 0 0 0,1-1-1 0 0,1 2 1 0 0,18 3 7 0 0,0 1-1 0 0,0 0 1 0 0,-1 2 0 0 0,24 13 0 0 0,-36-18 62 0 0,-1 1 0 0 0,0 1 0 0 0,0-1 0 0 0,0 1 0 0 0,-1 0 0 0 0,10 11 0 0 0,-13-12 69 0 0,1-1 1 0 0,-1 1-1 0 0,0 0 0 0 0,0-1 0 0 0,0 1 1 0 0,-1 0-1 0 0,1 0 0 0 0,-1 0 1 0 0,0 1-1 0 0,0-1 0 0 0,0 0 0 0 0,-1 0 1 0 0,1 6-1 0 0,-1-6 3 0 0,-1 0 1 0 0,1 0 0 0 0,-1 0-1 0 0,0 1 1 0 0,1-1 0 0 0,-2 0-1 0 0,1 0 1 0 0,0 0 0 0 0,-1 0-1 0 0,0 0 1 0 0,0-1 0 0 0,0 1-1 0 0,0 0 1 0 0,-4 3 0 0 0,1-2-31 0 0,0 0 1 0 0,0 0-1 0 0,0-1 1 0 0,0 0-1 0 0,-1 0 1 0 0,1 0-1 0 0,-1-1 1 0 0,-8 4-1 0 0,-1-1-34 0 0,1-1 0 0 0,-1-1 0 0 0,0 0-1 0 0,0-1 1 0 0,0-1 0 0 0,-1 0-1 0 0,-17-1 1 0 0,6-1-158 0 0,-39-5-1 0 0,57 4-370 0 0,1-1 0 0 0,0 0-1 0 0,0 0 1 0 0,0 0 0 0 0,0-1-1 0 0,1 0 1 0 0,-1-1-1 0 0,1 0 1 0 0,-8-5 0 0 0,13 8 151 0 0,1 0 0 0 0,-1-1 0 0 0,1 1 0 0 0,0 0 0 0 0,-1-1 0 0 0,1 1 0 0 0,0-1 0 0 0,0 0 0 0 0,0 1 0 0 0,0-1 0 0 0,0 0 0 0 0,1 0 0 0 0,-1 1 0 0 0,0-1 0 0 0,1 0 0 0 0,-1 0 0 0 0,1 0 0 0 0,0 0 0 0 0,0 0 0 0 0,0-3 0 0 0,0 1-709 0 0,0 1-1 0 0,1-1 0 0 0,0 0 1 0 0,0 0-1 0 0,0 1 0 0 0,0-1 1 0 0,1 1-1 0 0,-1-1 0 0 0,4-5 1 0 0,10-11-6873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9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6 104 3064 0 0,'-6'-22'18338'0'0,"6"16"-15997"0"0,13 0-2163 0 0,-1 1 0 0 0,1 1 0 0 0,-1 0 0 0 0,1 1 0 0 0,24-4 0 0 0,-2 1-746 0 0,59-10-3028 0 0,-42 8-138 0 0,0-2-3749 0 0,-25 3 457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9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134 110 1056 0 0,'-25'-32'22369'0'0,"24"33"-22309"0"0,1-1-1 0 0,0 0 1 0 0,-1 0 0 0 0,1 0-1 0 0,0 0 1 0 0,0 0-1 0 0,-1 1 1 0 0,1-1-1 0 0,0 0 1 0 0,-1 0-1 0 0,1 1 1 0 0,0-1-1 0 0,0 0 1 0 0,-1 0-1 0 0,1 1 1 0 0,0-1-1 0 0,0 0 1 0 0,0 1-1 0 0,0-1 1 0 0,-1 0-1 0 0,1 1 1 0 0,0-1-1 0 0,0 0 1 0 0,0 1 0 0 0,0-1-1 0 0,0 0 1 0 0,0 1-1 0 0,0-1 1 0 0,-4 31 1932 0 0,2 0 1 0 0,3 52 0 0 0,1-4-898 0 0,-8 42-824 0 0,-36 204 0 0 0,39-308-359 0 0,2-5-180 0 0,-1-1 0 0 0,-1 1-1 0 0,0-1 1 0 0,-1 1 0 0 0,-6 14 0 0 0,0-17-1886 0 0,3-13-738 0 0,6 2 2579 0 0,0 0 1 0 0,0 0 0 0 0,0 0-1 0 0,1 0 1 0 0,-1 0 0 0 0,0 0-1 0 0,1 0 1 0 0,-1-4 0 0 0,0-20-896 0 0,1 0 0 0 0,1 0 0 0 0,8-44 0 0 0,23-74 144 0 0,-23 106 751 0 0,8-26 328 0 0,36-90 0 0 0,-39 121 489 0 0,1 1 0 0 0,2 0 0 0 0,2 0 0 0 0,29-37 0 0 0,-39 58-313 0 0,1 0-1 0 0,0 0 1 0 0,0 1 0 0 0,1 1 0 0 0,18-13 0 0 0,-24 19-138 0 0,-1 1 0 0 0,1-1 1 0 0,0 1-1 0 0,0 0 0 0 0,-1 0 0 0 0,1 1 1 0 0,0-1-1 0 0,7 0 0 0 0,-9 2-23 0 0,0 0 0 0 0,-1 0 0 0 0,1 0 0 0 0,0 0 0 0 0,0 1 0 0 0,0-1 0 0 0,-1 1-1 0 0,1-1 1 0 0,0 1 0 0 0,-1 0 0 0 0,1 0 0 0 0,-1 0 0 0 0,1 1 0 0 0,-1-1 0 0 0,1 1 0 0 0,2 1 0 0 0,-3-1 11 0 0,0 0 0 0 0,0 0 0 0 0,-1 0 0 0 0,1 0 0 0 0,0 0 0 0 0,-1 0 0 0 0,1 0 0 0 0,-1 0 0 0 0,0 1 0 0 0,0-1 0 0 0,0 1 1 0 0,0-1-1 0 0,0 1 0 0 0,0-1 0 0 0,0 4 0 0 0,-1-1 8 0 0,1 1-1 0 0,-1-1 1 0 0,0 1 0 0 0,-1-1 0 0 0,1 0 0 0 0,-1 1-1 0 0,-2 5 1 0 0,-1 4 17 0 0,-1-1 0 0 0,-1 1 0 0 0,-1-1 0 0 0,-9 16 0 0 0,7-14 74 0 0,-1-1-1 0 0,-1 0 0 0 0,-1-1 1 0 0,0-1-1 0 0,-1 1 1 0 0,0-2-1 0 0,-1 0 0 0 0,0 0 1 0 0,-1-2-1 0 0,0 0 1 0 0,-1 0-1 0 0,0-1 1 0 0,0-1-1 0 0,-1-1 0 0 0,0-1 1 0 0,-1 0-1 0 0,-27 6 1 0 0,43-12 22 0 0,-17 0 356 0 0,9 3-251 0 0,30 13 72 0 0,-1 1-1 0 0,0 0 1 0 0,-1 2-1 0 0,-1 0 1 0 0,16 24 0 0 0,7 26-8 0 0,22 32-2270 0 0,-55-91 693 0 0,0 0 0 0 0,1-1 1 0 0,1 0-1 0 0,0 0 0 0 0,0-1 0 0 0,0 0 1 0 0,13 7-1 0 0,-17-12-65 0 0,0 0 0 0 0,0-1 1 0 0,0 0-1 0 0,0 0 0 0 0,6 1 0 0 0,8 0-5399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49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1528 0 0,'18'-61'27273'0'0,"-16"64"-27060"0"0,0 1 0 0 0,0-1 1 0 0,0 1-1 0 0,-1 0 0 0 0,1-1 1 0 0,-1 1-1 0 0,0 0 1 0 0,1 7-1 0 0,3 38 1670 0 0,-4-35-1720 0 0,1 141-4144 0 0,-4-105 939 0 0,3 1 1 0 0,8 58 0 0 0,-5-92-3762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1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821 76 316 0 0,'29'-26'17079'0'0,"-21"8"-10896"0"0,-8 17-6115 0 0,0-1 0 0 0,-1 1-1 0 0,1 0 1 0 0,-1-1 0 0 0,0 1 0 0 0,1 0-1 0 0,-1-1 1 0 0,0 1 0 0 0,0 0 0 0 0,0 0-1 0 0,0 0 1 0 0,0 0 0 0 0,0 0 0 0 0,0 0-1 0 0,0 0 1 0 0,0 0 0 0 0,0 0 0 0 0,-3-1-1 0 0,1 1-27 0 0,-1-1 0 0 0,1 1-1 0 0,-1 0 1 0 0,1 0 0 0 0,-1 0 0 0 0,0 0-1 0 0,-5 1 1 0 0,0-1-48 0 0,0 1 0 0 0,0 1 0 0 0,0 0 0 0 0,0 0-1 0 0,-16 4 1 0 0,14-1-5 0 0,0 0 0 0 0,0 1 0 0 0,0 0 0 0 0,1 1 0 0 0,-1 0 0 0 0,1 1 0 0 0,1 0 0 0 0,-1 0 0 0 0,1 1-1 0 0,-9 9 1 0 0,7-4 4 0 0,1 0 0 0 0,0 1-1 0 0,1 0 1 0 0,1 0-1 0 0,0 1 1 0 0,-9 22 0 0 0,1 14-11 0 0,2 0 1 0 0,2 1-1 0 0,-8 80 1 0 0,17-111 8 0 0,-102 821 667 0 0,-52 379 1649 0 0,156-1212-2291 0 0,-107 1037 563 0 0,54-451 84 0 0,12-76-156 0 0,33 24 66 0 0,9-527-479 0 0,1 0 0 0 0,1 0 0 0 0,0 0 0 0 0,1-1 0 0 0,8 27 0 0 0,-9-39-74 0 0,-1 1 0 0 0,1-1 0 0 0,-1 0 0 0 0,1 1 0 0 0,0-1 0 0 0,0 0 0 0 0,1 0-1 0 0,-1 0 1 0 0,1 0 0 0 0,-1-1 0 0 0,1 1 0 0 0,0-1 0 0 0,0 0 0 0 0,0 1 0 0 0,0-1 0 0 0,0 0 0 0 0,0-1-1 0 0,1 1 1 0 0,-1-1 0 0 0,1 1 0 0 0,-1-1 0 0 0,1 0 0 0 0,0 0 0 0 0,-1-1 0 0 0,1 1 0 0 0,0-1 0 0 0,-1 0-1 0 0,1 0 1 0 0,7 0 0 0 0,8-3-104 0 0,0 0-1 0 0,-1-1 1 0 0,1-1 0 0 0,-1-1-1 0 0,24-10 1 0 0,84-49-2424 0 0,-85 39 357 0 0,-1-1-1 0 0,52-46 1 0 0,9-27-7716 0 0,-58 47 416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1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57 1984 0 0,'23'-36'10535'0'0,"-15"23"-7388"0"0,-1 8-785 0 0,-7 5-2331 0 0,0 0 1 0 0,0 0 0 0 0,0 0-1 0 0,1 0 1 0 0,-1-1-1 0 0,0 1 1 0 0,0 0-1 0 0,0 0 1 0 0,0 0-1 0 0,1 0 1 0 0,-1-1-1 0 0,0 1 1 0 0,0 0-1 0 0,0 0 1 0 0,1 0-1 0 0,-1 0 1 0 0,0 0 0 0 0,0 0-1 0 0,0 0 1 0 0,1 0-1 0 0,-1 0 1 0 0,0 0-1 0 0,0 0 1 0 0,1 0-1 0 0,-1 0 1 0 0,0 0-1 0 0,0 0 1 0 0,0 0-1 0 0,1 0 1 0 0,-1 0-1 0 0,0 0 1 0 0,0 0 0 0 0,0 0-1 0 0,1 0 1 0 0,-1 0-1 0 0,0 0 1 0 0,0 0-1 0 0,0 1 1 0 0,1-1-1 0 0,-1 0 1 0 0,0 0-1 0 0,0 0 1 0 0,0 0-1 0 0,0 0 1 0 0,1 1 0 0 0,-1-1-1 0 0,0 0 1 0 0,0 0-1 0 0,0 0 1 0 0,0 1-1 0 0,0-1 1 0 0,0 0-1 0 0,0 0 1 0 0,0 0-1 0 0,1 1 1 0 0,0 3 195 0 0,0 0-1 0 0,1 1 1 0 0,-1-1 0 0 0,-1 0 0 0 0,1 0-1 0 0,-1 1 1 0 0,1-1 0 0 0,-1 1 0 0 0,0-1-1 0 0,-2 6 1 0 0,2 2 190 0 0,-3 37 633 0 0,-2-1 0 0 0,-20 87 1 0 0,3-21-4189 0 0,17-83-3517 0 0,-1 53 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29 2156 0 0,'4'-20'14093'0'0,"-2"11"-11274"0"0,1 14-2580 0 0,-2 0 0 0 0,1-1 0 0 0,0 1 0 0 0,-1 0-1 0 0,0 0 1 0 0,0 0 0 0 0,-1 0 0 0 0,1 0 0 0 0,-1 0 0 0 0,-1 8 0 0 0,-8 58 688 0 0,5-45-695 0 0,-14 60 128 0 0,11-53-2842 0 0,-7 61 1 0 0,15-68-1097 0 0,4-11-1945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2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22 1036 0 0,'20'-21'17408'0'0,"-20"21"-17365"0"0,0 0 0 0 0,0 0 0 0 0,1 0 0 0 0,-1 0 0 0 0,0 0 0 0 0,0 0 0 0 0,1 0 0 0 0,-1 0 0 0 0,0 0 0 0 0,0 0 0 0 0,0 0 0 0 0,1 0 0 0 0,-1 0 0 0 0,0 0 0 0 0,0 0 0 0 0,1 0 0 0 0,-1 0 0 0 0,0 0-1 0 0,0 0 1 0 0,0 0 0 0 0,1 0 0 0 0,-1 0 0 0 0,0 1 0 0 0,0-1 0 0 0,0 0 0 0 0,1 0 0 0 0,-1 0 0 0 0,0 0 0 0 0,0 0 0 0 0,0 1 0 0 0,0-1 0 0 0,1 0 0 0 0,-1 0 0 0 0,0 0 0 0 0,0 1 0 0 0,0-1 0 0 0,0 0 0 0 0,0 0 0 0 0,0 0 0 0 0,0 1-1 0 0,0-1 1 0 0,0 0 0 0 0,0 0 0 0 0,0 0 0 0 0,0 1 0 0 0,0-1 0 0 0,0 0 0 0 0,4 13 992 0 0,-4-13-958 0 0,1 21 1392 0 0,-1-1 0 0 0,-3 27 0 0 0,-22 82 427 0 0,7-41-1327 0 0,16-75-876 0 0,-18 116-967 0 0,16-87-4556 0 0,3 0-6201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3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49 644 0 0,'-4'-22'19242'0'0,"4"14"-17278"0"0,2 6-2106 0 0,0 0-1 0 0,1 0 1 0 0,-1 0-1 0 0,0 0 1 0 0,1 0 0 0 0,-1 0-1 0 0,1 1 1 0 0,2-2 0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1008 0 0,'-26'70'17474'0'0,"25"-69"-16734"0"0,1 0-647 0 0,-1 0-1 0 0,1 0 0 0 0,-1 0 0 0 0,1 0 0 0 0,-1 0 0 0 0,1 0 0 0 0,-1 0 0 0 0,1 0 0 0 0,0 0 0 0 0,0 0 0 0 0,0 0 0 0 0,0 0 1 0 0,-1 0-1 0 0,1 0 0 0 0,1 0 0 0 0,-1 1 0 0 0,0 0 0 0 0,23-7-3926 0 0,-4-2-2903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3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655 143 644 0 0,'7'-7'1994'0'0,"-1"-1"-1"0"0,0-1 1 0 0,-1 1-1 0 0,0-1 1 0 0,0 0-1 0 0,-1 0 1 0 0,0 0-1 0 0,0-1 1 0 0,2-13-1 0 0,-5 21-1919 0 0,-1 1 0 0 0,1 0 0 0 0,-1 0 0 0 0,0-1 0 0 0,0 1 0 0 0,0 0-1 0 0,0-1 1 0 0,0 1 0 0 0,0 0 0 0 0,0-1 0 0 0,0 1 0 0 0,-1 0 0 0 0,1-1 0 0 0,0 1 0 0 0,-1 0-1 0 0,1 0 1 0 0,-1-1 0 0 0,1 1 0 0 0,-1 0 0 0 0,0 0 0 0 0,0 0 0 0 0,1 0 0 0 0,-1 0-1 0 0,0 0 1 0 0,0 0 0 0 0,0 0 0 0 0,0 0 0 0 0,0 0 0 0 0,0 0 0 0 0,0 0 0 0 0,0 1 0 0 0,-1-1-1 0 0,1 1 1 0 0,0-1 0 0 0,0 1 0 0 0,-1-1 0 0 0,1 1 0 0 0,0-1 0 0 0,0 1 0 0 0,-1 0 0 0 0,1 0-1 0 0,0 0 1 0 0,-1 0 0 0 0,1 0 0 0 0,-2 0 0 0 0,-5 1-39 0 0,1 0 1 0 0,0 0-1 0 0,0 0 0 0 0,0 1 1 0 0,0 0-1 0 0,-12 6 1 0 0,3 0 34 0 0,1 1 1 0 0,-1 1-1 0 0,2 1 1 0 0,-1 0-1 0 0,-19 20 1 0 0,-59 71 299 0 0,92-102-367 0 0,-27 35 270 0 0,1 1 0 0 0,-37 62 0 0 0,51-74-162 0 0,1 1 1 0 0,1 0-1 0 0,1 1 0 0 0,2 0 1 0 0,-9 40-1 0 0,16-58-102 0 0,0 1 1 0 0,0-1-1 0 0,1 0 0 0 0,0 0 0 0 0,0 1 0 0 0,1-1 1 0 0,0 0-1 0 0,0 0 0 0 0,1 0 0 0 0,0 0 0 0 0,1 0 1 0 0,0 0-1 0 0,0 0 0 0 0,0-1 0 0 0,1 0 0 0 0,7 10 1 0 0,-6-9 42 0 0,2-1 0 0 0,-1 0 1 0 0,1 0-1 0 0,0 0 0 0 0,0-1 1 0 0,1 0-1 0 0,0-1 0 0 0,0 1 1 0 0,0-2-1 0 0,1 1 0 0 0,-1-1 1 0 0,1 0-1 0 0,18 4 1 0 0,-18-5 82 0 0,1-1 0 0 0,0-1 0 0 0,0 1 0 0 0,0-1 0 0 0,0-1 0 0 0,1 0 1 0 0,13-2-1 0 0,-21 2-89 0 0,0-1 1 0 0,0 1-1 0 0,0-1 1 0 0,0 0 0 0 0,0 0-1 0 0,-1 0 1 0 0,1 0-1 0 0,0 0 1 0 0,0 0-1 0 0,-1-1 1 0 0,1 0-1 0 0,-1 1 1 0 0,1-1 0 0 0,-1 0-1 0 0,0 0 1 0 0,1 0-1 0 0,-1-1 1 0 0,0 1-1 0 0,-1 0 1 0 0,1-1 0 0 0,0 1-1 0 0,-1-1 1 0 0,1 0-1 0 0,-1 1 1 0 0,0-1-1 0 0,0 0 1 0 0,0 0 0 0 0,1-4-1 0 0,-2 4-33 0 0,0 1 0 0 0,0 0-1 0 0,0-1 1 0 0,0 1 0 0 0,-1-1 0 0 0,1 1 0 0 0,-1 0-1 0 0,1-1 1 0 0,-1 1 0 0 0,0 0 0 0 0,0-1-1 0 0,0 1 1 0 0,0 0 0 0 0,-1 0 0 0 0,1 0 0 0 0,0 0-1 0 0,-1 0 1 0 0,1 0 0 0 0,-1 1 0 0 0,0-1-1 0 0,0 0 1 0 0,0 1 0 0 0,0-1 0 0 0,0 1 0 0 0,-2-2-1 0 0,-3-1-21 0 0,0 0-1 0 0,0 1 0 0 0,-1-1 1 0 0,0 1-1 0 0,1 1 0 0 0,-11-3 1 0 0,3 3-312 0 0,-1 0 0 0 0,1 1 0 0 0,-1 0 1 0 0,1 1-1 0 0,-1 1 0 0 0,1 1 0 0 0,-1 0 1 0 0,1 1-1 0 0,0 0 0 0 0,0 1 0 0 0,-26 11 1 0 0,14-3-2313 0 0,-43 26 0 0 0,-19 22-6493 0 0,47-27-324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6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31 1720 0 0,'-2'-21'17550'0'0,"1"21"-17266"0"0,-4 2-269 0 0,0 1-1 0 0,1-1 0 0 0,-1 1 0 0 0,0 0 0 0 0,1 1 0 0 0,0-1 0 0 0,0 1 0 0 0,0 0 0 0 0,0 0 0 0 0,1 0 0 0 0,-1 0 1 0 0,-4 9-1 0 0,-8 13 16 0 0,-12 28 1 0 0,20-39 2 0 0,-10 22 105 0 0,-25 72 0 0 0,39-96-121 0 0,1 0-1 0 0,0 0 1 0 0,0 0-1 0 0,1 0 1 0 0,1 0-1 0 0,1 0 1 0 0,0 0-1 0 0,0 0 1 0 0,5 26-1 0 0,-4-35-5 0 0,0 0-1 0 0,0 0 1 0 0,0-1-1 0 0,1 1 1 0 0,0 0-1 0 0,0 0 1 0 0,0-1-1 0 0,0 1 1 0 0,0-1-1 0 0,1 0 1 0 0,-1 0-1 0 0,1 1 1 0 0,0-2-1 0 0,0 1 1 0 0,0 0 0 0 0,0-1-1 0 0,5 3 1 0 0,-3-2-1 0 0,1 0 1 0 0,0-1-1 0 0,0 0 1 0 0,0 0 0 0 0,0 0-1 0 0,0-1 1 0 0,1 0-1 0 0,-1 0 1 0 0,0-1-1 0 0,8 0 1 0 0,5-1 31 0 0,1-1 0 0 0,-1-1-1 0 0,-1-1 1 0 0,1-1 0 0 0,-1 0 0 0 0,24-11-1 0 0,-30 11 80 0 0,0-1-1 0 0,0 0 0 0 0,-1 0 1 0 0,0-1-1 0 0,0-1 0 0 0,-1 0 1 0 0,0-1-1 0 0,0 1 0 0 0,-1-2 1 0 0,0 1-1 0 0,8-13 0 0 0,-11 13-47 0 0,-1 1-1 0 0,-1-1 1 0 0,1 1-1 0 0,-2-1 1 0 0,1 0-1 0 0,-1-1 1 0 0,0 1-1 0 0,-1-1 1 0 0,0 1-1 0 0,-1-1 1 0 0,0 0-1 0 0,-1 1 1 0 0,1-1-1 0 0,-2 0 1 0 0,-1-14-1 0 0,-1 10-25 0 0,0-1 0 0 0,-1 1 0 0 0,0 0 0 0 0,-1 1 0 0 0,-1-1-1 0 0,0 1 1 0 0,0 0 0 0 0,-12-15 0 0 0,12 20-267 0 0,0 0 0 0 0,0 0 0 0 0,-1 0 0 0 0,0 1 0 0 0,0 0 0 0 0,-1 1 0 0 0,0-1 0 0 0,0 1 0 0 0,-1 1 0 0 0,1 0 0 0 0,-1 0 0 0 0,-17-6 0 0 0,23 10-279 0 0,0-1 1 0 0,0 1-1 0 0,-1 0 0 0 0,1 1 0 0 0,-1-1 0 0 0,1 1 0 0 0,-1-1 0 0 0,1 1 0 0 0,-6 1 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41 732 0 0,'6'-8'5703'0'0,"18"-21"5244"0"0,-19 26-10153 0 0,-2 3-109 0 0,-2 11-458 0 0,-3 60 907 0 0,-4 1 1 0 0,-21 110-1 0 0,11-74-735 0 0,6-31-2325 0 0,12-62-180 0 0,2-9-339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9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199 108 1156 0 0,'9'-37'17268'0'0,"-10"35"-17129"0"0,1 0 0 0 0,0 1 0 0 0,0-1 0 0 0,0 0 0 0 0,0 0 0 0 0,0 1 0 0 0,0-1 0 0 0,0 0 0 0 0,1 1 0 0 0,-1-1 1 0 0,0 0-1 0 0,1 1 0 0 0,0-1 0 0 0,-1 0 0 0 0,1 1 0 0 0,0-1 0 0 0,0 1 0 0 0,0-1 0 0 0,0 1 0 0 0,0 0 0 0 0,0-1 0 0 0,0 1 0 0 0,2-2 1 0 0,1 0-139 0 0,-1 1 0 0 0,1-1 0 0 0,0 1 1 0 0,-1 0-1 0 0,1-1 0 0 0,0 2 1 0 0,0-1-1 0 0,8-2 0 0 0,-7 2 4 0 0,0 0-1 0 0,0 1 0 0 0,0 0 1 0 0,0 0-1 0 0,0 0 0 0 0,1 1 1 0 0,-1-1-1 0 0,0 1 1 0 0,0 0-1 0 0,1 1 0 0 0,-1 0 1 0 0,6 1-1 0 0,-11-2-3 0 0,2 0 3 0 0,1 0 0 0 0,-1 0 1 0 0,0 1-1 0 0,0-1 0 0 0,1 1 0 0 0,-1 0 1 0 0,0 0-1 0 0,0 0 0 0 0,0 0 1 0 0,0 0-1 0 0,0 0 0 0 0,0 0 1 0 0,0 1-1 0 0,0-1 0 0 0,0 1 1 0 0,3 3-1 0 0,1 1 77 0 0,-4-2-27 0 0,0-1 0 0 0,0 1 0 0 0,0-1 0 0 0,0 1 0 0 0,-1 0 0 0 0,0 0 0 0 0,1 0 0 0 0,-2 0 0 0 0,1 0 0 0 0,0 0 0 0 0,-1 0 0 0 0,0 0 0 0 0,0 4 0 0 0,0-1 41 0 0,0 0 1 0 0,-1-1 0 0 0,0 1 0 0 0,-1 0-1 0 0,1-1 1 0 0,-1 1 0 0 0,0-1-1 0 0,-1 0 1 0 0,0 1 0 0 0,-4 6-1 0 0,-4 4 199 0 0,-1 0 1 0 0,-15 16-1 0 0,-3 4-58 0 0,-13 14-15 0 0,26-32-94 0 0,-20 27 0 0 0,-2 8 1261 0 0,-2-3 0 0 0,-64 63 0 0 0,103-113-1340 0 0,1 0 0 0 0,0 0 0 0 0,0 0 1 0 0,0 0-1 0 0,1 0 0 0 0,-1 0 0 0 0,0 0 1 0 0,0 0-1 0 0,1 0 0 0 0,-1 1 0 0 0,0-1 1 0 0,1 0-1 0 0,-1 2 0 0 0,1-2-41 0 0,0-1 0 0 0,0 0 0 0 0,0 0 0 0 0,0 1-1 0 0,1-1 1 0 0,-1 0 0 0 0,0 0 0 0 0,0 1 0 0 0,0-1 0 0 0,0 0-1 0 0,1 0 1 0 0,-1 1 0 0 0,0-1 0 0 0,0 0 0 0 0,1 0 0 0 0,-1 0 0 0 0,0 0-1 0 0,0 1 1 0 0,1-1 0 0 0,-1 0 0 0 0,0 0 0 0 0,1 0 0 0 0,-1 0-1 0 0,0 0 1 0 0,1 0 0 0 0,-1 0 0 0 0,0 0 0 0 0,0 0 0 0 0,1 0 0 0 0,-1 0-1 0 0,0 0 1 0 0,1 0 0 0 0,-1 0 0 0 0,1 0 0 0 0,40-9-13 0 0,-29 6 101 0 0,163-44-188 0 0,76-16-10 0 0,-191 46 200 0 0,-57 17-78 0 0,20-5 34 0 0,-21 5-85 0 0,3-2-463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9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60 1740 0 0,'-3'-12'6505'0'0,"-10"-35"8251"0"0,15 49-14941 0 0,-1 0 0 0 0,0 1-1 0 0,0-1 1 0 0,0 0 0 0 0,0 1 0 0 0,0-1 0 0 0,0 1 0 0 0,-1-1 0 0 0,1 1 0 0 0,-1 4 0 0 0,1-5-65 0 0,3 52-5128 0 0,-3-16-1104 0 0,-1-36 5930 0 0,0 17-5347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5:59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30 1080 0 0,'-15'60'27344'0'0,"19"-68"-27269"0"0,0 2-927 0 0,1 0-1 0 0,0 0 0 0 0,0 0 0 0 0,0 0 1 0 0,1 1-1 0 0,7-6 0 0 0,23-15-7548 0 0,-22 17 3889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2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200 128 1556 0 0,'4'-12'3180'0'0,"0"-1"-1"0"0,3-21 1 0 0,-6 30-2790 0 0,-1-1 0 0 0,0 1 0 0 0,0-1 0 0 0,0 1 0 0 0,0 0-1 0 0,-1-1 1 0 0,0 1 0 0 0,0-1 0 0 0,0 1 0 0 0,0 0 0 0 0,-4-7 0 0 0,5 10-360 0 0,-1 1-1 0 0,1-1 1 0 0,-1 0-1 0 0,0 1 1 0 0,1-1-1 0 0,-1 0 1 0 0,0 1 0 0 0,0-1-1 0 0,0 1 1 0 0,0-1-1 0 0,1 1 1 0 0,-1-1-1 0 0,0 1 1 0 0,0 0 0 0 0,0-1-1 0 0,0 1 1 0 0,0 0-1 0 0,0 0 1 0 0,0 0-1 0 0,0 0 1 0 0,0 0-1 0 0,0 0 1 0 0,0 0 0 0 0,0 0-1 0 0,0 0 1 0 0,0 0-1 0 0,0 0 1 0 0,0 1-1 0 0,0-1 1 0 0,1 0 0 0 0,-1 1-1 0 0,0-1 1 0 0,-2 1-1 0 0,1 0-42 0 0,-6 3 42 0 0,-1 0 0 0 0,0 1 0 0 0,1 0 0 0 0,0 0 0 0 0,0 1-1 0 0,1 0 1 0 0,-1 0 0 0 0,1 0 0 0 0,1 1 0 0 0,-8 9 0 0 0,5-3-17 0 0,-1-1-1 0 0,1 2 1 0 0,1 0 0 0 0,1 0 0 0 0,-8 18-1 0 0,13-26-1 0 0,0-1-1 0 0,0 0 1 0 0,1 1 0 0 0,0-1-1 0 0,0 1 1 0 0,0-1 0 0 0,1 1-1 0 0,-1 0 1 0 0,1-1-1 0 0,1 1 1 0 0,-1-1 0 0 0,1 1-1 0 0,0-1 1 0 0,0 1-1 0 0,1-1 1 0 0,-1 1 0 0 0,1-1-1 0 0,4 8 1 0 0,0-4 24 0 0,1 1 1 0 0,0-1-1 0 0,0 0 1 0 0,1 0-1 0 0,0-1 1 0 0,1 0-1 0 0,0-1 1 0 0,10 8-1 0 0,-5-5 117 0 0,0 0-1 0 0,-1 2 1 0 0,0 0 0 0 0,-1 0 0 0 0,0 1 0 0 0,-1 0-1 0 0,16 26 1 0 0,-24-33 17 0 0,-1 0-1 0 0,1 0 1 0 0,-2 0-1 0 0,1 0 1 0 0,0 0-1 0 0,-1 1 1 0 0,0-1 0 0 0,-1 0-1 0 0,0 1 1 0 0,0-1-1 0 0,0 1 1 0 0,0-1-1 0 0,-1 0 1 0 0,0 1-1 0 0,-1-1 1 0 0,1 0 0 0 0,-1 0-1 0 0,0 0 1 0 0,-1 0-1 0 0,0 0 1 0 0,0 0-1 0 0,0 0 1 0 0,0-1-1 0 0,-1 0 1 0 0,-6 8-1 0 0,2-4 101 0 0,0 0-1 0 0,-1 0 1 0 0,0-1-1 0 0,0 0 0 0 0,-1 0 1 0 0,0-1-1 0 0,0 0 0 0 0,-1-1 1 0 0,0 0-1 0 0,0-1 0 0 0,0 0 1 0 0,-15 4-1 0 0,24-9-246 0 0,1 1-1 0 0,-1-1 1 0 0,0 1 0 0 0,1-1-1 0 0,-1 1 1 0 0,0-1 0 0 0,1 0-1 0 0,-1 0 1 0 0,0 0 0 0 0,1 0-1 0 0,-1 0 1 0 0,0 0-1 0 0,1 0 1 0 0,-1-1 0 0 0,0 1-1 0 0,1-1 1 0 0,-1 1 0 0 0,0-1-1 0 0,1 1 1 0 0,-1-1 0 0 0,1 0-1 0 0,-1 0 1 0 0,1 0-1 0 0,0 0 1 0 0,-1 0 0 0 0,1 0-1 0 0,0 0 1 0 0,0 0 0 0 0,0-1-1 0 0,-1 1 1 0 0,1 0 0 0 0,1-1-1 0 0,-1 1 1 0 0,0-1 0 0 0,0 1-1 0 0,0-1 1 0 0,1 1-1 0 0,-1-1 1 0 0,1 0 0 0 0,-1-2-1 0 0,0-1-11 0 0,1-1 0 0 0,-1 1-1 0 0,1 0 1 0 0,0-1 0 0 0,1 1-1 0 0,0 0 1 0 0,-1 0 0 0 0,1-1-1 0 0,1 1 1 0 0,-1 0 0 0 0,4-7-1 0 0,9-15 28 0 0,1 1 0 0 0,1 0 1 0 0,25-30-1 0 0,65-67-49 0 0,-14 19 141 0 0,-75 84-103 0 0,25-32 94 0 0,-40 48-131 0 0,0 1-1 0 0,0-1 1 0 0,0 0-1 0 0,0 1 0 0 0,0-1 1 0 0,-1 0-1 0 0,0 0 1 0 0,0 0-1 0 0,0 0 1 0 0,0 0-1 0 0,0-1 0 0 0,-1-5 1 0 0,0 8-30 0 0,0 1-1 0 0,0-1 1 0 0,-1 0 0 0 0,1 1 0 0 0,-1-1 0 0 0,1 0-1 0 0,-1 1 1 0 0,0-1 0 0 0,0 0 0 0 0,1 1 0 0 0,-1-1-1 0 0,0 1 1 0 0,0 0 0 0 0,-1-1 0 0 0,1 1 0 0 0,0 0-1 0 0,0 0 1 0 0,-2-2 0 0 0,0 1-97 0 0,-1 0 0 0 0,1 0-1 0 0,-1 0 1 0 0,1 1 0 0 0,-1-1 0 0 0,0 1 0 0 0,-6-2-1 0 0,-3 1-572 0 0,1 1-1 0 0,-1 0 0 0 0,-24 1 0 0 0,11 2-988 0 0,1 2 0 0 0,-29 7 0 0 0,-14 8-5015 0 0,14-1-2170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247 105 1228 0 0,'3'-12'6205'0'0,"-2"8"-5559"0"0,-1 1 1 0 0,0 0 0 0 0,1 0 0 0 0,-1-1 0 0 0,-1 1-1 0 0,1 0 1 0 0,0 0 0 0 0,-1-1 0 0 0,1 1-1 0 0,-1 0 1 0 0,0 0 0 0 0,0 0 0 0 0,-1 0-1 0 0,-2-5 671 0 0,-11 10-1093 0 0,12 0-205 0 0,0-1 0 0 0,0 1 0 0 0,0-1 0 0 0,0 1 0 0 0,0 0 1 0 0,1 0-1 0 0,-1 0 0 0 0,1 0 0 0 0,-1 0 0 0 0,-2 5 0 0 0,-22 28 99 0 0,21-27-52 0 0,-25 37 573 0 0,-36 65-1 0 0,56-88-568 0 0,1 1 0 0 0,0-1 0 0 0,2 2 0 0 0,1-1 0 0 0,-6 37 0 0 0,12-56-55 0 0,0 1 1 0 0,1 0 0 0 0,-1 0 0 0 0,1 0 0 0 0,1 0 0 0 0,-1-1 0 0 0,1 1-1 0 0,-1 0 1 0 0,1 0 0 0 0,1 0 0 0 0,-1-1 0 0 0,1 1 0 0 0,0-1 0 0 0,0 1 0 0 0,3 4-1 0 0,-3-6 4 0 0,0 0-1 0 0,1-1 0 0 0,-1 1 0 0 0,1-1 0 0 0,0 1 0 0 0,0-1 1 0 0,-1 0-1 0 0,2 0 0 0 0,-1-1 0 0 0,0 1 0 0 0,0 0 0 0 0,0-1 1 0 0,1 0-1 0 0,-1 0 0 0 0,1 0 0 0 0,-1 0 0 0 0,1 0 0 0 0,-1-1 1 0 0,1 0-1 0 0,7 0 0 0 0,0 0 92 0 0,0-1 1 0 0,0 0 0 0 0,0-1-1 0 0,0 0 1 0 0,0-1-1 0 0,0 0 1 0 0,-1-1 0 0 0,1 0-1 0 0,-1 0 1 0 0,0-1-1 0 0,0-1 1 0 0,10-6 0 0 0,-9 3 92 0 0,0 0 0 0 0,0 0 0 0 0,-1-1 0 0 0,0-1 0 0 0,-1 1 0 0 0,0-2 0 0 0,-1 1 0 0 0,0-1 1 0 0,6-14-1 0 0,-7 13 8 0 0,-1 0 0 0 0,-1-1 0 0 0,0 0 0 0 0,-1 0 0 0 0,-1 0 0 0 0,0-1 0 0 0,-1 1 0 0 0,1-27 0 0 0,-3 30-124 0 0,-1-1 0 0 0,0 1 0 0 0,0 0 0 0 0,-1-1 0 0 0,-1 1 0 0 0,0 0 0 0 0,-1 0-1 0 0,0 0 1 0 0,0 1 0 0 0,-1-1 0 0 0,-10-15 0 0 0,10 19-176 0 0,-1 0 0 0 0,0 0 0 0 0,0 0 0 0 0,0 0 0 0 0,-1 1 1 0 0,0 0-1 0 0,0 1 0 0 0,-1-1 0 0 0,0 1 0 0 0,1 1 0 0 0,-2 0 0 0 0,-10-5 0 0 0,15 8-221 0 0,0 0 0 0 0,0 0 0 0 0,0 0 0 0 0,0 0 0 0 0,0 1-1 0 0,0 0 1 0 0,0 0 0 0 0,0 0 0 0 0,-1 0 0 0 0,1 0 0 0 0,0 1 0 0 0,-6 2 0 0 0,6-2-173 0 0,0 1 1 0 0,1-1-1 0 0,0 1 0 0 0,-1 0 1 0 0,1 1-1 0 0,0-1 0 0 0,0 0 1 0 0,0 1-1 0 0,0 0 1 0 0,0 0-1 0 0,1 0 0 0 0,-1 0 1 0 0,1 0-1 0 0,0 0 1 0 0,-2 5-1 0 0,-6 17-5972 0 0,7-11 1058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5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122 144 700 0 0,'-10'-8'5345'0'0,"7"5"-4541"0"0,-1-1 0 0 0,1 1 0 0 0,0-1 0 0 0,0 0 0 0 0,0 1 0 0 0,0-1 0 0 0,1-1 0 0 0,-1 1 0 0 0,1 0 0 0 0,0-1 0 0 0,-2-8 0 0 0,4 11-778 0 0,0 1 0 0 0,0 0 0 0 0,0 0 0 0 0,1-1 0 0 0,-1 1 0 0 0,0 0 0 0 0,1 0 1 0 0,-1-1-1 0 0,1 1 0 0 0,-1 0 0 0 0,1 0 0 0 0,0 0 0 0 0,0 0 0 0 0,-1 0 0 0 0,1 0 0 0 0,0 0 0 0 0,0 0 0 0 0,2-1 1 0 0,18-14 118 0 0,-21 15-143 0 0,10-4 13 0 0,-1-1 0 0 0,1 2 1 0 0,0-1-1 0 0,0 1 0 0 0,0 1 0 0 0,1-1 0 0 0,11-1 0 0 0,-14 4-21 0 0,0 0-1 0 0,0 0 0 0 0,0 1 1 0 0,0-1-1 0 0,0 2 1 0 0,0-1-1 0 0,0 1 1 0 0,0 1-1 0 0,0-1 0 0 0,10 4 1 0 0,-15-4 11 0 0,0 0 0 0 0,0 1 1 0 0,-1-1-1 0 0,1 1 0 0 0,0-1 0 0 0,-1 1 1 0 0,1 0-1 0 0,-1 0 0 0 0,1 0 1 0 0,-1 0-1 0 0,0 0 0 0 0,0 1 0 0 0,0-1 1 0 0,0 1-1 0 0,0-1 0 0 0,-1 1 0 0 0,1 0 1 0 0,-1 0-1 0 0,2 3 0 0 0,-2-1 5 0 0,0 0-1 0 0,0 0 0 0 0,-1 0 0 0 0,1 0 1 0 0,-1 0-1 0 0,0 0 0 0 0,0 0 0 0 0,-1 0 1 0 0,0 0-1 0 0,-2 9 0 0 0,-3 5 31 0 0,-2 1-1 0 0,0-1 1 0 0,-1 0-1 0 0,-16 24 1 0 0,-4 8 70 0 0,28-50-112 0 0,1 3 0 0 0,0-4 2 0 0,0 0 0 0 0,0 0-1 0 0,-1 0 1 0 0,1 1 0 0 0,0-1-1 0 0,0 0 1 0 0,0 0 0 0 0,0 0-1 0 0,0 0 1 0 0,0 1 0 0 0,0-1-1 0 0,0 0 1 0 0,0 0 0 0 0,0 0-1 0 0,0 1 1 0 0,0-1 0 0 0,0 0 0 0 0,0 0-1 0 0,0 0 1 0 0,0 1 0 0 0,0-1-1 0 0,0 0 1 0 0,0 0 0 0 0,0 0-1 0 0,0 1 1 0 0,0-1 0 0 0,0 0-1 0 0,0 0 1 0 0,0 0 0 0 0,0 1-1 0 0,0-1 1 0 0,1 0 0 0 0,-1 0 0 0 0,4 4-6 0 0,1-1 1 0 0,0 0 0 0 0,0-1 0 0 0,0 1-1 0 0,0-1 1 0 0,0 0 0 0 0,11 3 0 0 0,16 7-5 0 0,-19-6 51 0 0,-1 1-1 0 0,-1 0 1 0 0,1 1-1 0 0,-1 0 1 0 0,0 0-1 0 0,-1 1 1 0 0,17 19-1 0 0,-24-23 87 0 0,1-1 0 0 0,-1 0-1 0 0,0 1 1 0 0,-1 0 0 0 0,1 0 0 0 0,-1 0 0 0 0,0 0 0 0 0,0 0-1 0 0,-1 0 1 0 0,1 0 0 0 0,-1 1 0 0 0,0-1 0 0 0,-1 0 0 0 0,1 1-1 0 0,-1-1 1 0 0,0 1 0 0 0,0-1 0 0 0,-1 1 0 0 0,0-1 0 0 0,0 0-1 0 0,0 1 1 0 0,-3 7 0 0 0,-1-2 117 0 0,0 0-1 0 0,-1 0 1 0 0,-1-1-1 0 0,1 0 1 0 0,-2 0-1 0 0,1-1 1 0 0,-1 1 0 0 0,-1-2-1 0 0,1 1 1 0 0,-2-1-1 0 0,1-1 1 0 0,-13 8-1 0 0,8-6 31 0 0,-1 0 0 0 0,0-1 0 0 0,0-1 0 0 0,-1-1 0 0 0,0 0 0 0 0,0-1 0 0 0,0 0 0 0 0,-23 2 0 0 0,28-6-161 0 0,0 0-1 0 0,0-1 1 0 0,-1 0 0 0 0,1-1 0 0 0,0 0-1 0 0,0-1 1 0 0,-16-5 0 0 0,21 6-121 0 0,0-1 1 0 0,0-1 0 0 0,0 1 0 0 0,1-1-1 0 0,-1 0 1 0 0,1 0 0 0 0,-1-1 0 0 0,1 1-1 0 0,0-1 1 0 0,1 0 0 0 0,-1-1 0 0 0,1 1-1 0 0,0-1 1 0 0,-7-9 0 0 0,10 12-179 0 0,0 0 0 0 0,0 1 0 0 0,0-1 0 0 0,0 0 0 0 0,0 0 0 0 0,1 0 0 0 0,-1 0 0 0 0,1 0 0 0 0,-1 0 0 0 0,1-1 0 0 0,0 1 1 0 0,0 0-1 0 0,0 0 0 0 0,0 0 0 0 0,0 0 0 0 0,0 0 0 0 0,1 0 0 0 0,-1 0 0 0 0,1 0 0 0 0,-1 0 0 0 0,1 0 0 0 0,0 0 0 0 0,0 0 0 0 0,0 0 0 0 0,0 0 0 0 0,0 0 0 0 0,0 0 1 0 0,0 1-1 0 0,1-1 0 0 0,-1 1 0 0 0,1-1 0 0 0,-1 1 0 0 0,1-1 0 0 0,0 1 0 0 0,-1 0 0 0 0,5-2 0 0 0,5-4-1765 0 0,1 0 0 0 0,1 1 0 0 0,-1 1 0 0 0,20-6 0 0 0,-26 8 678 0 0,22-7-4915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6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78 140 0 0,'6'-10'3930'0'0,"0"0"0"0"0,8-18 0 0 0,-6 13-321 0 0,-8 15-3550 0 0,0-1-1 0 0,0 1 1 0 0,0 0-1 0 0,1-1 1 0 0,-1 1-1 0 0,0-1 1 0 0,0 1-1 0 0,0 0 1 0 0,0-1-1 0 0,0 1 1 0 0,0-1-1 0 0,0 1 0 0 0,0 0 1 0 0,0-1-1 0 0,0 1 1 0 0,0-1-1 0 0,0 1 1 0 0,0 0-1 0 0,0-1 1 0 0,0 1-1 0 0,0 0 1 0 0,0-1-1 0 0,-1 1 1 0 0,1-1-1 0 0,0 1 0 0 0,0 0 1 0 0,0-1-1 0 0,-1 1 1 0 0,1 0-1 0 0,0-1 1 0 0,0 1-1 0 0,-1 0 1 0 0,1 0-1 0 0,0-1 1 0 0,-1 1-1 0 0,1 0 1 0 0,0 0-1 0 0,-1 0 0 0 0,1-1 1 0 0,0 1-1 0 0,-1 0 1 0 0,1 0-1 0 0,-1 0 1 0 0,1 0-1 0 0,0 0 1 0 0,-1 0-1 0 0,1 0 1 0 0,-1-1-1 0 0,1 1 1 0 0,-1 1-1 0 0,-6 1 77 0 0,0 1 0 0 0,1 0 0 0 0,-1 0 0 0 0,1 0-1 0 0,-1 1 1 0 0,1 0 0 0 0,0 1 0 0 0,1-1 0 0 0,-7 7 0 0 0,-50 56 640 0 0,40-41-528 0 0,-32 36 255 0 0,-53 81 1 0 0,82-106-410 0 0,2 1 0 0 0,2 1 0 0 0,-29 78 0 0 0,46-107-84 0 0,1 0 0 0 0,0 1 1 0 0,1-1-1 0 0,1 0 0 0 0,-1 1 0 0 0,1-1 1 0 0,1 1-1 0 0,0 0 0 0 0,3 17 1 0 0,-2-24 1 0 0,-1 0 1 0 0,2 0-1 0 0,-1 0 1 0 0,0 0-1 0 0,1 0 1 0 0,0-1 0 0 0,0 1-1 0 0,0-1 1 0 0,0 1-1 0 0,0-1 1 0 0,1 0-1 0 0,-1 1 1 0 0,1-1-1 0 0,0-1 1 0 0,0 1 0 0 0,0 0-1 0 0,1-1 1 0 0,-1 1-1 0 0,1-1 1 0 0,-1 0-1 0 0,1 0 1 0 0,0-1 0 0 0,-1 1-1 0 0,1-1 1 0 0,0 1-1 0 0,0-1 1 0 0,7 0-1 0 0,-4 0 12 0 0,0 0 0 0 0,0-1-1 0 0,0 0 1 0 0,0 0-1 0 0,1-1 1 0 0,-1 0 0 0 0,0 0-1 0 0,0 0 1 0 0,-1-1-1 0 0,1 0 1 0 0,0-1-1 0 0,0 0 1 0 0,-1 0 0 0 0,9-5-1 0 0,-11 6-1 0 0,0-1-1 0 0,0 0 1 0 0,0 0 0 0 0,0 0-1 0 0,-1-1 1 0 0,1 1-1 0 0,-1-1 1 0 0,0 0 0 0 0,0 1-1 0 0,0-2 1 0 0,-1 1-1 0 0,1 0 1 0 0,-1 0 0 0 0,0-1-1 0 0,0 1 1 0 0,-1-1-1 0 0,1 0 1 0 0,-1 0 0 0 0,0 1-1 0 0,0-1 1 0 0,0-8-1 0 0,-2 10-12 0 0,1 0-1 0 0,-1-1 0 0 0,0 1 0 0 0,0 0 0 0 0,0 0 0 0 0,0 0 1 0 0,-1 0-1 0 0,1 0 0 0 0,-1 0 0 0 0,0 0 0 0 0,1 1 0 0 0,-1-1 0 0 0,0 0 1 0 0,-1 1-1 0 0,1 0 0 0 0,0-1 0 0 0,-1 1 0 0 0,0 0 0 0 0,1 0 1 0 0,-1 1-1 0 0,0-1 0 0 0,0 0 0 0 0,-3 0 0 0 0,-36-15-1582 0 0,6 10-3909 0 0,25 9 2790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6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3308 0 0,'5'-46'16451'0'0,"-2"32"-13023"0"0,-1 1-3888 0 0,1 12-527 0 0,2 8-364 0 0,-4-2 304 0 0,1 0-1 0 0,-1-1 0 0 0,1 1 1 0 0,-1 0-1 0 0,-1 0 0 0 0,1 0 0 0 0,-1 9 1 0 0,0-7-1229 0 0,1 10-5052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6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3904 0 0,'-11'13'6955'0'0,"-3"6"532"0"0,4-6-4653 0 0,26-29-8574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8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55 102 2120 0 0,'1'-23'6106'0'0,"6"4"-3305"0"0,-2 13-2442 0 0,-1 0 0 0 0,1 0 0 0 0,9-9 1 0 0,-8 10-22 0 0,-3 2-296 0 0,0 1 0 0 0,0 0 0 0 0,1 0-1 0 0,-1 0 1 0 0,1 0 0 0 0,-1 0 0 0 0,1 1 0 0 0,0 0 0 0 0,0-1 0 0 0,-1 2 0 0 0,9-2 0 0 0,-8 1-39 0 0,1 2 0 0 0,0-1 0 0 0,0 0 0 0 0,-1 1 0 0 0,1 0 0 0 0,0 0 1 0 0,-1 0-1 0 0,1 0 0 0 0,-1 1 0 0 0,1 0 0 0 0,-1 0 0 0 0,0 0 0 0 0,0 1 1 0 0,6 3-1 0 0,-7-3 4 0 0,0 0-1 0 0,0 0 1 0 0,-1 0 0 0 0,1 1 0 0 0,-1-1 0 0 0,0 1 0 0 0,0-1 0 0 0,0 1 0 0 0,0 0-1 0 0,0 0 1 0 0,-1 0 0 0 0,0 0 0 0 0,1 5 0 0 0,0 4 90 0 0,-1 0 1 0 0,-1 0-1 0 0,0 1 0 0 0,0-1 1 0 0,-2 0-1 0 0,1 0 0 0 0,-7 23 1 0 0,2-16 173 0 0,-1 1 0 0 0,-1-1-1 0 0,-1 0 1 0 0,0-1 0 0 0,-19 28 0 0 0,-69 83 1764 0 0,53-75-788 0 0,12-14-826 0 0,31-40-412 0 0,1 0-5 0 0,0 0-1 0 0,0 0 1 0 0,0 0 0 0 0,0-1-1 0 0,0 1 1 0 0,0 0 0 0 0,0 0 0 0 0,0-1-1 0 0,0 1 1 0 0,0 0 0 0 0,1 0-1 0 0,-1-1 1 0 0,0 1 0 0 0,1 0 0 0 0,-1-1-1 0 0,0 1 1 0 0,1 0 0 0 0,-1-1 0 0 0,1 1-1 0 0,-1 0 1 0 0,1-1 0 0 0,-1 1-1 0 0,1-1 1 0 0,-1 1 0 0 0,1-1 0 0 0,0 1-1 0 0,-1-1 1 0 0,2 1 0 0 0,10 2 19 0 0,0-1 1 0 0,0 0 0 0 0,1 0-1 0 0,23-1 1 0 0,56-8 30 0 0,-27 2-40 0 0,35-2 189 0 0,-98 7-163 0 0,1 0 7 0 0,24-2 110 0 0,-24 2-114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8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2120 0 0,'25'-91'14205'0'0,"-13"58"-10189"0"0,-12 32-3677 0 0,8-17 924 0 0,-6 24-1219 0 0,-1 1 0 0 0,1 0 0 0 0,-1-1-1 0 0,0 1 1 0 0,-1 0 0 0 0,0 0 0 0 0,0 7 0 0 0,-8 54 226 0 0,3-27-147 0 0,-1 7-14 0 0,3-32-80 0 0,1 0 1 0 0,0 0-1 0 0,1 0 1 0 0,1 1-1 0 0,1-1 1 0 0,0 0 0 0 0,6 28-1 0 0,-6-43-18 0 0,-1 1 0 0 0,1-1 0 0 0,-1 0 0 0 0,1 1 0 0 0,0-1 0 0 0,0 0 0 0 0,0 1 0 0 0,0-1 0 0 0,0 0 0 0 0,0 0 0 0 0,0 0 0 0 0,0 0 0 0 0,0 0 0 0 0,0 0 0 0 0,1 0 0 0 0,-1 0 0 0 0,0-1 1 0 0,1 1-1 0 0,-1 0 0 0 0,1-1 0 0 0,-1 1 0 0 0,0-1 0 0 0,1 0 0 0 0,-1 1 0 0 0,1-1 0 0 0,-1 0 0 0 0,4 0 0 0 0,-1 0 7 0 0,0 0 1 0 0,0 0 0 0 0,1-1-1 0 0,-1 1 1 0 0,0-1-1 0 0,0 0 1 0 0,0 0 0 0 0,7-4-1 0 0,-2 0-6 0 0,0 0-1 0 0,0-1 0 0 0,-1 0 1 0 0,0 0-1 0 0,0-1 0 0 0,0 0 1 0 0,-1 0-1 0 0,7-10 1 0 0,0-1 135 0 0,0-1 0 0 0,15-31 1 0 0,9-38 3424 0 0,-28 63-2463 0 0,-10 24-1017 0 0,5-13 185 0 0,-3 13-181 0 0,-2 9-50 0 0,-22 124 114 0 0,-12 80-225 0 0,29-161-2380 0 0,2 0 1 0 0,5 62 0 0 0,-2-104 1855 0 0,5 51-3945 0 0,1-21-1578 0 0,-1-8-2256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09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0 140 0 0,'-13'2'1168'0'0,"-11"-2"-1200"0"0,4 0-696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1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784 48 652 0 0,'6'-12'11375'0'0,"2"0"-6199"0"0,-6 11-5070 0 0,-1 0 1 0 0,0 0-1 0 0,1 0 1 0 0,-1 0-1 0 0,1 1 1 0 0,-1-1-1 0 0,1 0 1 0 0,-1 1-1 0 0,1-1 1 0 0,-1 1-1 0 0,1 0 1 0 0,0 0-1 0 0,-1-1 1 0 0,3 1-1 0 0,174-10 1744 0 0,-154 8-1587 0 0,-3 1-118 0 0,0 0 1 0 0,28 2 0 0 0,-46 0-137 0 0,-1-1-1 0 0,1 1 1 0 0,0-1 0 0 0,0 1 0 0 0,0 0-1 0 0,0 0 1 0 0,-1 0 0 0 0,1 1 0 0 0,0-1-1 0 0,-1 0 1 0 0,1 1 0 0 0,-1 0-1 0 0,0 0 1 0 0,1 0 0 0 0,-1 0 0 0 0,0 0-1 0 0,0 0 1 0 0,0 0 0 0 0,-1 1 0 0 0,1-1-1 0 0,0 1 1 0 0,-1-1 0 0 0,0 1-1 0 0,1 0 1 0 0,0 3 0 0 0,2 2 63 0 0,4 10 258 0 0,0 1-1 0 0,-2 0 1 0 0,0 0-1 0 0,4 26 1 0 0,7 80 973 0 0,-11-70-1197 0 0,6 142 1195 0 0,-9-123-757 0 0,-6 284 2052 0 0,-21-1-988 0 0,2-49-265 0 0,3-33-1000 0 0,-4 68-17 0 0,-17 270-326 0 0,19-334 0 0 0,-61 838 0 0 0,75-1025 0 0 0,-9 238 0 0 0,13-286 0 0 0,2-30 0 0 0,1-3 0 0 0,-1-1 0 0 0,0 2 0 0 0,0-1 0 0 0,-1-1 0 0 0,-5-3 0 0 0,-2-3 0 0 0,-1-1 0 0 0,0 1 0 0 0,0-1 0 0 0,0-1 0 0 0,-21 2 0 0 0,8 0 0 0 0,-200 36-2758 0 0,-109 27-7457 0 0,184-37 5465 0 0,-27 4-7890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16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1 788 0 0,'0'0'1732'0'0,"4"10"-2268"0"0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27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0 60 0 0,'0'0'11306'0'0,"0"0"-11241"0"0,0 1 0 0 0,-1-1 0 0 0,1 0 0 0 0,-1 0 0 0 0,1 0 0 0 0,0 1 1 0 0,-1-1-1 0 0,1 0 0 0 0,0 0 0 0 0,-1 1 0 0 0,1-1 0 0 0,0 0 0 0 0,0 1 0 0 0,-1-1 1 0 0,1 0-1 0 0,0 1 0 0 0,0-1 0 0 0,0 0 0 0 0,-1 1 0 0 0,1-1 0 0 0,0 1 1 0 0,9 31 1665 0 0,-1-1 1 0 0,6 55-1 0 0,-2 69-953 0 0,-9-96-217 0 0,-1 28 151 0 0,-11 102 0 0 0,2-94-488 0 0,-7 126 67 0 0,-10 218-207 0 0,20-336-19 0 0,-50 1239 156 0 0,-28-271-48 0 0,-25-3-49 0 0,83-836-110 0 0,-127 1939 269 0 0,102-166 80 0 0,92 776 49 0 0,-34-2395-377 0 0,36 1257 292 0 0,-10-865-279 0 0,-17-432-103 0 0,20 431 69 0 0,-14-505-58 0 0,-3-40 51 0 0,-17-178 11 0 0,0-20 255 0 0,-2 0 0 0 0,-3 41-1 0 0,-24 825 4471 0 0,45-562-3707 0 0,-6-171-906 0 0,-14-166-267 0 0,0 0 0 0 0,0 0 0 0 0,0-1 0 0 0,0 1 0 0 0,0 0 0 0 0,0 0 0 0 0,0 0 0 0 0,0 0 0 0 0,0 0 0 0 0,1 0 0 0 0,-1 0-1 0 0,0 0 1 0 0,1 0 0 0 0,-1-1 0 0 0,1 1 0 0 0,-1 0 0 0 0,1 0 0 0 0,-1 0 0 0 0,1-1 0 0 0,0 1 0 0 0,-1 0 0 0 0,1-1 0 0 0,0 1-1 0 0,0 0 1 0 0,-1-1 0 0 0,2 1 0 0 0,-1-1-86 0 0,0 0 0 0 0,0 0-1 0 0,1 0 1 0 0,-1 0 0 0 0,0-1-1 0 0,0 1 1 0 0,0 0-1 0 0,0-1 1 0 0,0 1 0 0 0,0-1-1 0 0,0 1 1 0 0,0-1 0 0 0,0 1-1 0 0,0-1 1 0 0,0 0 0 0 0,0 0-1 0 0,1-1 1 0 0,6-6-2461 0 0,-1 0 0 0 0,0-1 0 0 0,6-9 0 0 0,1-4-6542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52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2 592 0 0,'0'0'1020'0'0,"-15"-2"-540"0"0,0 9-1180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4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46 288 0 0,'0'0'2226'0'0,"7"-37"6071"0"0,-8 29-5314 0 0,0 16-2142 0 0,4 89 234 0 0,-1 45-766 0 0,-2-6-1687 0 0,0-72-1789 0 0,5-30-2585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5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3 269 340 0 0,'-2'-16'4306'0'0,"2"5"-3541"0"0,-1 0 0 0 0,2-1 1 0 0,-1 1-1 0 0,1 0 0 0 0,1 0 1 0 0,4-14-1 0 0,-3 15-521 0 0,0-1 0 0 0,2 0 0 0 0,-1 1 0 0 0,1 0 0 0 0,1 0 0 0 0,8-12 0 0 0,-10 15-235 0 0,1 1 0 0 0,0 1 0 0 0,0-1 0 0 0,0 1 0 0 0,1 0 1 0 0,0 0-1 0 0,0 0 0 0 0,0 1 0 0 0,0 0 0 0 0,1 0 0 0 0,0 1 0 0 0,0-1 0 0 0,0 2 0 0 0,0-1 0 0 0,0 1 0 0 0,0 0 0 0 0,1 0 1 0 0,-1 1-1 0 0,0 0 0 0 0,1 0 0 0 0,0 1 0 0 0,-1 0 0 0 0,9 1 0 0 0,-12 0 2 0 0,1-1 0 0 0,-1 1 0 0 0,1 0 0 0 0,-1 0-1 0 0,0 0 1 0 0,1 0 0 0 0,-1 1 0 0 0,0 0 0 0 0,0 0 0 0 0,0 0 0 0 0,0 0-1 0 0,-1 1 1 0 0,1-1 0 0 0,0 1 0 0 0,-1 0 0 0 0,0 0 0 0 0,0 0 0 0 0,0 1-1 0 0,0-1 1 0 0,0 1 0 0 0,-1 0 0 0 0,1-1 0 0 0,-1 1 0 0 0,0 0 0 0 0,0 0-1 0 0,-1 1 1 0 0,1-1 0 0 0,-1 0 0 0 0,0 1 0 0 0,0-1 0 0 0,0 0 0 0 0,-1 1 0 0 0,0-1-1 0 0,0 1 1 0 0,0-1 0 0 0,0 1 0 0 0,-2 8 0 0 0,-2 3 78 0 0,0-1-1 0 0,-2 1 1 0 0,0 0 0 0 0,0-1-1 0 0,-2 0 1 0 0,1-1 0 0 0,-2 0 0 0 0,-17 22-1 0 0,15-22 130 0 0,-1 0 0 0 0,0-1-1 0 0,-1-1 1 0 0,0 0 0 0 0,-1-1 0 0 0,0 0-1 0 0,-29 16 1 0 0,11-18 333 0 0,-2-2-229 0 0,32-7-324 0 0,4 5-4 0 0,1 0 4 0 0,0 0 0 0 0,0-1 0 0 0,0 0 0 0 0,0 1 0 0 0,1-1 0 0 0,-1 0 0 0 0,1 0 0 0 0,0-1 0 0 0,1 1 1 0 0,4 2-1 0 0,18 18-5 0 0,-27-24 7 0 0,32 36-2201 0 0,2-1 0 0 0,1-2 0 0 0,63 46 0 0 0,-75-64-2310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5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43 114 1868 0 0,'-6'-6'1707'0'0,"0"-1"0"0"0,0 0-1 0 0,1 0 1 0 0,0 0 0 0 0,-7-13-1 0 0,12 19-1640 0 0,-1 0 0 0 0,1 0 0 0 0,0 0-1 0 0,-1 0 1 0 0,1-1 0 0 0,0 1 0 0 0,0 0 0 0 0,0 0-1 0 0,0 0 1 0 0,0-1 0 0 0,0 1 0 0 0,0 0-1 0 0,0 0 1 0 0,1 0 0 0 0,-1-1 0 0 0,0 1-1 0 0,1 0 1 0 0,-1 0 0 0 0,1 0 0 0 0,-1 0-1 0 0,1 0 1 0 0,0 0 0 0 0,-1 0 0 0 0,1 0-1 0 0,0 0 1 0 0,0 0 0 0 0,-1 0 0 0 0,1 0-1 0 0,0 1 1 0 0,0-1 0 0 0,0 0 0 0 0,0 0 0 0 0,2 0-1 0 0,2-2 14 0 0,0 0 0 0 0,0 1 0 0 0,0-1 0 0 0,0 1 0 0 0,7-2 0 0 0,-2 2-36 0 0,-1 0-1 0 0,0 1 1 0 0,1 0 0 0 0,-1 1-1 0 0,0-1 1 0 0,1 2 0 0 0,-1 0-1 0 0,0 0 1 0 0,11 2 0 0 0,-18-2-37 0 0,-1-1 1 0 0,1 0 0 0 0,-1 1-1 0 0,1-1 1 0 0,-1 1 0 0 0,1 0-1 0 0,-1-1 1 0 0,0 1 0 0 0,1 0-1 0 0,-1 0 1 0 0,0 0-1 0 0,0 0 1 0 0,1 0 0 0 0,-1 0-1 0 0,0 0 1 0 0,0 1 0 0 0,0-1-1 0 0,0 0 1 0 0,-1 0 0 0 0,1 1-1 0 0,0-1 1 0 0,0 1 0 0 0,-1-1-1 0 0,1 1 1 0 0,-1-1 0 0 0,1 1-1 0 0,-1-1 1 0 0,0 1-1 0 0,0-1 1 0 0,1 1 0 0 0,-1-1-1 0 0,0 1 1 0 0,0 0 0 0 0,-1-1-1 0 0,1 1 1 0 0,0-1 0 0 0,0 1-1 0 0,-1-1 1 0 0,1 1 0 0 0,-2 1-1 0 0,0 3 44 0 0,0-1 0 0 0,0 1 0 0 0,-1-1 0 0 0,1 0 0 0 0,-1 0 0 0 0,-1 0-1 0 0,1 0 1 0 0,-1-1 0 0 0,-5 6 0 0 0,-51 51 1364 0 0,59-60-1350 0 0,1 1-54 0 0,2 6 35 0 0,9-4-16 0 0,-9-4-25 0 0,30 7 6 0 0,-13-2-14 0 0,0 0 0 0 0,24 12 0 0 0,-36-14 9 0 0,0 0 0 0 0,0 1 1 0 0,-1 0-1 0 0,1 0 0 0 0,-1 0 0 0 0,0 1 0 0 0,-1 0 0 0 0,1 1 0 0 0,5 6 1 0 0,-9-9 59 0 0,0-1 1 0 0,-1 0 0 0 0,1 1 0 0 0,-1-1-1 0 0,1 1 1 0 0,-1-1 0 0 0,0 1 0 0 0,0 0-1 0 0,0 0 1 0 0,-1-1 0 0 0,1 1-1 0 0,-1 0 1 0 0,0 0 0 0 0,1 0 0 0 0,-1 0-1 0 0,0-1 1 0 0,-1 1 0 0 0,1 0 0 0 0,-1 3-1 0 0,0-2 59 0 0,-1 1 0 0 0,0-1 0 0 0,0 0-1 0 0,0 0 1 0 0,0 0 0 0 0,-1 0 0 0 0,1 0 0 0 0,-1-1-1 0 0,0 1 1 0 0,-6 5 0 0 0,-2 0 46 0 0,1-1 1 0 0,-1 0-1 0 0,0-1 0 0 0,0 0 1 0 0,-1-1-1 0 0,0 0 0 0 0,-15 5 1 0 0,16-8-368 0 0,0 0 0 0 0,0-1 0 0 0,1 0 1 0 0,-1-1-1 0 0,0 0 0 0 0,-1-1 0 0 0,1 0 1 0 0,-20-3-1 0 0,29 3 49 0 0,1 0 1 0 0,0 0 0 0 0,0 0-1 0 0,0-1 1 0 0,0 1 0 0 0,0 0-1 0 0,0-1 1 0 0,-1 1 0 0 0,1-1-1 0 0,0 1 1 0 0,0-1 0 0 0,0 0-1 0 0,0 1 1 0 0,1-1 0 0 0,-1 0-1 0 0,0 0 1 0 0,0 1 0 0 0,0-1-1 0 0,1 0 1 0 0,-1 0 0 0 0,0 0-1 0 0,1 0 1 0 0,-1 0 0 0 0,1 0-1 0 0,-1 0 1 0 0,1 0 0 0 0,-1 0-1 0 0,1 0 1 0 0,0-1 0 0 0,-1 1-1 0 0,1 0 1 0 0,0 0-1 0 0,0 0 1 0 0,0 0 0 0 0,0-1-1 0 0,0 1 1 0 0,1-2 0 0 0,-1-2-837 0 0,2 0 0 0 0,-1 0 0 0 0,0 0 0 0 0,1 0 1 0 0,0 0-1 0 0,3-5 0 0 0,5-8-4026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6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1 250 1928 0 0,'15'-17'7834'0'0,"-13"16"-7516"0"0,-1-1 1 0 0,1 0-1 0 0,0 1 0 0 0,0-1 1 0 0,0 1-1 0 0,-1 0 1 0 0,1 0-1 0 0,1 0 1 0 0,-1 0-1 0 0,0 0 1 0 0,0 0-1 0 0,0 0 1 0 0,0 1-1 0 0,5-1 1 0 0,76-18 247 0 0,-38 10-1080 0 0,-1-1-1 0 0,53-21 0 0 0,-94 30 255 0 0,0 0-1 0 0,0-1 0 0 0,0 1 0 0 0,0 0 1 0 0,0-1-1 0 0,0 0 0 0 0,-1 0 0 0 0,1 0 1 0 0,-1 0-1 0 0,1 0 0 0 0,-1 0 0 0 0,0 0 1 0 0,0-1-1 0 0,0 1 0 0 0,0-1 1 0 0,0 0-1 0 0,0 1 0 0 0,-1-1 0 0 0,0 0 1 0 0,1 0-1 0 0,-1 0 0 0 0,0 0 0 0 0,0 0 1 0 0,-1 0-1 0 0,1-1 0 0 0,-1 1 0 0 0,1 0 1 0 0,-1 0-1 0 0,0 0 0 0 0,0-1 1 0 0,-1-4-1 0 0,-15-44 4948 0 0,15 51-4154 0 0,0-9 2080 0 0,5 13-2505 0 0,0-1 1 0 0,0 1-1 0 0,-1 0 0 0 0,1 0 1 0 0,-1 0-1 0 0,1 0 0 0 0,-1 1 0 0 0,0 0 1 0 0,0-1-1 0 0,-1 1 0 0 0,1 0 0 0 0,-1 0 1 0 0,0 1-1 0 0,0-1 0 0 0,0 0 0 0 0,-1 1 1 0 0,1-1-1 0 0,0 7 0 0 0,1 1 3 0 0,-1 0-1 0 0,0 1 1 0 0,-1-1-1 0 0,0 0 1 0 0,-1 1 0 0 0,-2 13-1 0 0,-1-3-503 0 0,-12 43 1 0 0,11-53-2045 0 0,0 0 0 0 0,-10 17 0 0 0,7-16-2945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25 600 0 0,'-9'-24'13369'0'0,"9"24"-13315"0"0,-5 17 969 0 0,-1 24-440 0 0,-16 301 1305 0 0,21-269-5116 0 0,0 2-3596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0 202 1516 0 0,'0'-10'1092'0'0,"0"-1"0"0"0,1 1-1 0 0,0 0 1 0 0,1-1 0 0 0,0 1 0 0 0,0 0 0 0 0,7-16-1 0 0,-6 20-880 0 0,0 1 0 0 0,0-1-1 0 0,1 1 1 0 0,-1-1-1 0 0,1 1 1 0 0,1 0-1 0 0,-1 1 1 0 0,1-1 0 0 0,0 1-1 0 0,0 0 1 0 0,0 0-1 0 0,0 0 1 0 0,10-4 0 0 0,-5 3-74 0 0,1 0 0 0 0,0 0 0 0 0,0 1 0 0 0,1 1 0 0 0,-1 0 0 0 0,1 1 0 0 0,20-2 0 0 0,-26 3-107 0 0,-1 1 0 0 0,1 0-1 0 0,-1 0 1 0 0,1 0 0 0 0,0 1 0 0 0,-1 0-1 0 0,1 0 1 0 0,-1 0 0 0 0,1 1-1 0 0,-1 0 1 0 0,0 0 0 0 0,0 0-1 0 0,0 1 1 0 0,0-1 0 0 0,0 1-1 0 0,0 0 1 0 0,-1 1 0 0 0,6 5-1 0 0,-8-7 24 0 0,0 1 0 0 0,0 0-1 0 0,0 0 1 0 0,0 0-1 0 0,-1 0 1 0 0,0 0-1 0 0,0 1 1 0 0,0-1 0 0 0,0 0-1 0 0,0 1 1 0 0,0-1-1 0 0,-1 1 1 0 0,0-1 0 0 0,0 0-1 0 0,0 1 1 0 0,0-1-1 0 0,0 1 1 0 0,-1-1 0 0 0,1 0-1 0 0,-1 1 1 0 0,0-1-1 0 0,-2 6 1 0 0,-1 1 68 0 0,0 0 1 0 0,-1 0-1 0 0,0 0 1 0 0,-1-1-1 0 0,-12 17 1 0 0,2-8 156 0 0,0 0 0 0 0,-2-1 0 0 0,0-1 0 0 0,-20 14 0 0 0,-31 20 1793 0 0,67-50-2003 0 0,0 4-6 0 0,1-4-59 0 0,1 0-1 0 0,-1 1 1 0 0,1-1-1 0 0,-1 0 1 0 0,0 0-1 0 0,1 1 1 0 0,-1-1-1 0 0,1 1 0 0 0,-1-1 1 0 0,1 0-1 0 0,-1 1 1 0 0,1-1-1 0 0,0 1 1 0 0,-1-1-1 0 0,1 1 1 0 0,-1-1-1 0 0,1 1 1 0 0,0 0-1 0 0,0-1 1 0 0,-1 1-1 0 0,1-1 1 0 0,0 1-1 0 0,0 0 1 0 0,-1 0-1 0 0,2 0 0 0 0,-1 0-1 0 0,0 1 0 0 0,1-1 1 0 0,-1 0-1 0 0,1 0 1 0 0,-1 0-1 0 0,1 0 1 0 0,0 0-1 0 0,-1 0 0 0 0,1 0 1 0 0,0 0-1 0 0,0 0 1 0 0,0 0-1 0 0,0 0 1 0 0,0 0-1 0 0,0-1 1 0 0,0 1-1 0 0,0 0 0 0 0,1 0 1 0 0,21 15 19 0 0,11 7-98 0 0,-2 2 0 0 0,48 46 0 0 0,-17-13-3056 0 0,4-6-5364 0 0,-48-41 2261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32 122 3060 0 0,'-11'-16'5343'0'0,"8"10"-3721"0"0,-1 1-1 0 0,1-1 1 0 0,0 0 0 0 0,-4-10 0 0 0,7 15-1543 0 0,-1-1 0 0 0,1 1 0 0 0,0-1-1 0 0,0 0 1 0 0,0 1 0 0 0,0-1 0 0 0,0 1 0 0 0,1-1-1 0 0,-1 1 1 0 0,0 0 0 0 0,1-1 0 0 0,-1 1 0 0 0,1-1-1 0 0,-1 1 1 0 0,1 0 0 0 0,0-1 0 0 0,0 1 0 0 0,-1 0 0 0 0,1-1-1 0 0,0 1 1 0 0,0 0 0 0 0,0 0 0 0 0,0 0 0 0 0,0 0-1 0 0,1 0 1 0 0,-1 0 0 0 0,2-1 0 0 0,2-1 16 0 0,0 0 0 0 0,0 0 1 0 0,0 0-1 0 0,1 1 0 0 0,6-3 0 0 0,-4 2-57 0 0,0 1 0 0 0,0 1 0 0 0,1-1-1 0 0,-1 1 1 0 0,0 0 0 0 0,1 1 0 0 0,-1 0 0 0 0,15 2-1 0 0,-19-1-30 0 0,0-1-1 0 0,-1 1 1 0 0,1 0-1 0 0,-1 0 0 0 0,1 1 1 0 0,-1-1-1 0 0,1 1 1 0 0,-1 0-1 0 0,0 0 1 0 0,0 0-1 0 0,0 0 0 0 0,0 0 1 0 0,0 1-1 0 0,0-1 1 0 0,-1 1-1 0 0,1 0 1 0 0,-1 0-1 0 0,0 0 1 0 0,0 0-1 0 0,0 0 0 0 0,2 4 1 0 0,-3-4 9 0 0,0 0 0 0 0,0 0 0 0 0,-1 0 1 0 0,1 1-1 0 0,-1-1 0 0 0,1 0 0 0 0,-1 0 0 0 0,0 1 1 0 0,0-1-1 0 0,0 0 0 0 0,-1 1 0 0 0,1-1 0 0 0,-1 0 1 0 0,0 0-1 0 0,0 0 0 0 0,0 1 0 0 0,0-1 0 0 0,-1 0 1 0 0,-2 4-1 0 0,-3 6 33 0 0,-2-1 1 0 0,0 0 0 0 0,-11 12 0 0 0,-1 3 56 0 0,16-22-61 0 0,-6 11-66 0 0,11-16 19 0 0,0 1 1 0 0,-1-1 0 0 0,1 1-1 0 0,0-1 1 0 0,0 0 0 0 0,0 1-1 0 0,0-1 1 0 0,0 1 0 0 0,0-1-1 0 0,0 0 1 0 0,0 1 0 0 0,0-1-1 0 0,0 1 1 0 0,0-1 0 0 0,0 1-1 0 0,0-1 1 0 0,0 0 0 0 0,0 1-1 0 0,1-1 1 0 0,-1 0 0 0 0,0 1-1 0 0,0-1 1 0 0,0 1 0 0 0,1-1-1 0 0,-1 0 1 0 0,0 1 0 0 0,0-1-1 0 0,1 0 1 0 0,-1 0 0 0 0,0 1-1 0 0,1-1 1 0 0,-1 0 0 0 0,0 0-1 0 0,1 1 1 0 0,-1-1 0 0 0,0 0-1 0 0,1 0 1 0 0,-1 0 0 0 0,1 1-1 0 0,35 14-8 0 0,-14-8-11 0 0,-1 2 0 0 0,0 1 0 0 0,-1 1 0 0 0,0 0 1 0 0,35 28-1 0 0,-36-11 1044 0 0,-18-27-929 0 0,-1 0 0 0 0,1 1 0 0 0,-1-1 0 0 0,0 0 0 0 0,0 0 0 0 0,1 1 0 0 0,-1-1 0 0 0,0 0 0 0 0,0 0 0 0 0,0 1 0 0 0,0-1 0 0 0,-1 0 0 0 0,1 1 0 0 0,0-1 0 0 0,0 0 0 0 0,-1 0 0 0 0,1 1 0 0 0,-1-1 0 0 0,1 0 0 0 0,-1 0 0 0 0,0 0 0 0 0,1 0 0 0 0,-1 0 0 0 0,0 0 1 0 0,0 0-1 0 0,0 0 0 0 0,-1 1 0 0 0,-24 24 1715 0 0,15-19-1472 0 0,0-1 1 0 0,0 0-1 0 0,-1-1 1 0 0,0 0-1 0 0,0-1 1 0 0,0 0-1 0 0,-17 3 1 0 0,4-3-10 0 0,0-1 1 0 0,-39 1-1 0 0,61-4-638 0 0,-1 0 1 0 0,1 1-1 0 0,-1-1 0 0 0,1-1 0 0 0,-1 1 1 0 0,1 0-1 0 0,-1-1 0 0 0,1 0 1 0 0,-1 0-1 0 0,1 0 0 0 0,0 0 0 0 0,-1 0 1 0 0,1-1-1 0 0,0 1 0 0 0,0-1 1 0 0,-5-3-1 0 0,8 4 135 0 0,-1 0 1 0 0,1 1-1 0 0,0-1 1 0 0,-1 0-1 0 0,1 0 0 0 0,0 1 1 0 0,0-1-1 0 0,-1 0 1 0 0,1 0-1 0 0,0 0 0 0 0,0 1 1 0 0,0-1-1 0 0,0 0 1 0 0,0 0-1 0 0,0 0 0 0 0,0 1 1 0 0,0-1-1 0 0,0 0 1 0 0,1 0-1 0 0,-1 0 0 0 0,0 1 1 0 0,0-1-1 0 0,1 0 1 0 0,0-1-1 0 0,12-20-2757 0 0,-10 17 1456 0 0,9-13-3666 0 0,6-2-2660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7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34 580 0 0,'-39'-2'17112'0'0,"30"0"-14111"0"0,-1 0-1644 0 0,238-12-808 0 0,-87 7-3451 0 0,-107 0 561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8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95 2892 0 0,'-14'-21'8798'0'0,"13"19"-8237"0"0,-1-1 1 0 0,1 0 0 0 0,0 0 0 0 0,0 0 0 0 0,0 0-1 0 0,0 0 1 0 0,0 0 0 0 0,1 0 0 0 0,-1-4 0 0 0,1 5-497 0 0,0 1-1 0 0,0-1 1 0 0,1 0 0 0 0,-1 1 0 0 0,0-1 0 0 0,1 1 0 0 0,-1-1 0 0 0,1 1 0 0 0,0-1 0 0 0,0 1 0 0 0,-1-1 0 0 0,1 1 0 0 0,0 0 0 0 0,0-1 0 0 0,0 1 0 0 0,0 0 0 0 0,0 0-1 0 0,1 0 1 0 0,-1 0 0 0 0,0 0 0 0 0,1 0 0 0 0,-1 0 0 0 0,0 0 0 0 0,1 0 0 0 0,-1 0 0 0 0,1 1 0 0 0,-1-1 0 0 0,1 1 0 0 0,-1-1 0 0 0,3 1 0 0 0,3-2-39 0 0,-1 1 1 0 0,1 0-1 0 0,-1 1 1 0 0,1 0-1 0 0,9 0 1 0 0,-12 0-22 0 0,1 1 0 0 0,-1-1 0 0 0,1 1 0 0 0,-1 0-1 0 0,0 0 1 0 0,1 0 0 0 0,-1 0 0 0 0,0 1 0 0 0,0 0 0 0 0,0 0 0 0 0,0 0 0 0 0,0 0 0 0 0,0 1 0 0 0,0 0 0 0 0,-1-1 0 0 0,0 1 0 0 0,1 0 0 0 0,-1 1 0 0 0,0-1 0 0 0,0 1 0 0 0,-1-1-1 0 0,1 1 1 0 0,-1 0 0 0 0,0 0 0 0 0,0 0 0 0 0,0 0 0 0 0,2 8 0 0 0,-2-4 12 0 0,-1 0-1 0 0,0-1 1 0 0,0 1-1 0 0,-1 0 1 0 0,0 0-1 0 0,0 0 1 0 0,-1-1 0 0 0,0 1-1 0 0,0 0 1 0 0,0-1-1 0 0,-1 1 1 0 0,-1-1-1 0 0,1 1 1 0 0,-8 12-1 0 0,0-2 46 0 0,-2 0-1 0 0,0-1 1 0 0,-1-1-1 0 0,-27 27 0 0 0,13-6 182 0 0,26-35-239 0 0,2-1-2 0 0,2 7-1 0 0,6-2-7 0 0,17 6-2 0 0,-11-6-10 0 0,0 0 1 0 0,0 2-1 0 0,-1-1 0 0 0,0 2 1 0 0,0 0-1 0 0,-1 0 1 0 0,21 22-1 0 0,-30-28 100 0 0,-1 1 0 0 0,1 0 0 0 0,-1 0-1 0 0,0 0 1 0 0,-1 1 0 0 0,1-1 0 0 0,-1 1 0 0 0,0-1 0 0 0,0 1 0 0 0,0 0 0 0 0,-1 0 0 0 0,1 0-1 0 0,-1 0 1 0 0,1 10 0 0 0,-3-11 80 0 0,1 0 0 0 0,-1 1 0 0 0,0-1 0 0 0,0 0 0 0 0,0 0 0 0 0,0 0-1 0 0,-1 0 1 0 0,1 0 0 0 0,-1 0 0 0 0,0 0 0 0 0,0 0 0 0 0,-1-1 0 0 0,1 1 0 0 0,-1-1 0 0 0,0 0 0 0 0,0 0-1 0 0,0 0 1 0 0,-5 4 0 0 0,0 0 79 0 0,-1-1-1 0 0,0-1 0 0 0,0 1 1 0 0,0-1-1 0 0,-1-1 0 0 0,0 0 1 0 0,1 0-1 0 0,-1-1 0 0 0,-20 4 0 0 0,16-5-485 0 0,-1 0 0 0 0,1-1 0 0 0,-1-1-1 0 0,0 0 1 0 0,1 0 0 0 0,-18-4-1 0 0,31 4 101 0 0,1 0-1 0 0,-1-1 0 0 0,1 1 1 0 0,-1 0-1 0 0,0 0 0 0 0,1 0 1 0 0,-1 0-1 0 0,1-1 1 0 0,-1 1-1 0 0,0 0 0 0 0,1 0 1 0 0,-1-1-1 0 0,1 1 0 0 0,-1-1 1 0 0,1 1-1 0 0,-1 0 0 0 0,1-1 1 0 0,0 1-1 0 0,-1-1 1 0 0,1 1-1 0 0,-1-1 0 0 0,1 1 1 0 0,0-1-1 0 0,-1 1 0 0 0,1-1 1 0 0,0 0-1 0 0,0 1 0 0 0,-1-1 1 0 0,1 1-1 0 0,0-1 0 0 0,0 0 1 0 0,0 1-1 0 0,0-1 1 0 0,0 0-1 0 0,0 1 0 0 0,0-1 1 0 0,0 1-1 0 0,0-1 0 0 0,0 0 1 0 0,0 1-1 0 0,1-2 0 0 0,0-1-574 0 0,0 1 0 0 0,0-1-1 0 0,0 1 1 0 0,0-1-1 0 0,0 1 1 0 0,1 0-1 0 0,3-5 1 0 0,7-6-3735 0 0,2-2-2064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8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28 3008 0 0,'-10'-8'5792'0'0,"-15"-8"2715"0"0,19 14-7285 0 0,6 2-1182 0 0,0 0-1 0 0,-1 0 0 0 0,1 0 0 0 0,0-1 1 0 0,0 1-1 0 0,-1 0 0 0 0,1 0 0 0 0,0 0 1 0 0,-1 0-1 0 0,1 0 0 0 0,0 0 0 0 0,-1-1 0 0 0,1 1 1 0 0,-1 0-1 0 0,1 0 0 0 0,0 0 0 0 0,-1 0 1 0 0,1 0-1 0 0,0 0 0 0 0,-1 1 0 0 0,1-1 1 0 0,0 0-1 0 0,-1 0 0 0 0,1 0 0 0 0,0 0 1 0 0,-1 0-1 0 0,1 0 0 0 0,0 1 0 0 0,-1-1 0 0 0,1 0 1 0 0,0 0-1 0 0,-1 0 0 0 0,1 1 0 0 0,0-1 1 0 0,0 0-1 0 0,-1 0 0 0 0,1 1 0 0 0,0-1 1 0 0,0 0-1 0 0,0 1 0 0 0,0-1 0 0 0,-1 0 1 0 0,1 1-1 0 0,0-1 0 0 0,0 0 0 0 0,0 1 0 0 0,0-1 1 0 0,0 0-1 0 0,0 1 0 0 0,0-1 0 0 0,0 0 1 0 0,0 1-1 0 0,0-1 0 0 0,0 0 0 0 0,0 1 1 0 0,-6 173 4378 0 0,4-41-3772 0 0,-3 38-1162 0 0,5-114-3588 0 0,0 2-5557 0 0,0-48 7177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9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21 206 2712 0 0,'4'-63'8115'0'0,"-3"53"-7206"0"0,1 0 0 0 0,0 0 0 0 0,0 1 0 0 0,5-11 0 0 0,-5 15-769 0 0,0 0 1 0 0,1 0-1 0 0,0 0 1 0 0,0 1-1 0 0,0-1 1 0 0,0 1-1 0 0,1-1 1 0 0,-1 1-1 0 0,1 0 0 0 0,0 1 1 0 0,1-1-1 0 0,-1 1 1 0 0,1-1-1 0 0,-1 1 1 0 0,1 1-1 0 0,0-1 1 0 0,0 1-1 0 0,0 0 1 0 0,0 0-1 0 0,7-2 1 0 0,-5 3-108 0 0,0-1 1 0 0,0 1 0 0 0,1 0 0 0 0,-1 1-1 0 0,0 0 1 0 0,0 0 0 0 0,0 0 0 0 0,0 1-1 0 0,1 0 1 0 0,-1 1 0 0 0,0-1 0 0 0,-1 1-1 0 0,1 1 1 0 0,11 4 0 0 0,-15-5-21 0 0,0 0 0 0 0,0-1 1 0 0,0 1-1 0 0,0 1 0 0 0,0-1 0 0 0,0 0 1 0 0,-1 1-1 0 0,1-1 0 0 0,-1 1 0 0 0,0 0 1 0 0,1 0-1 0 0,-1 0 0 0 0,-1 0 0 0 0,1 0 1 0 0,0 0-1 0 0,-1 1 0 0 0,1-1 0 0 0,-1 1 1 0 0,0-1-1 0 0,0 0 0 0 0,-1 1 0 0 0,1 0 1 0 0,-1-1-1 0 0,0 1 0 0 0,0-1 0 0 0,0 1 0 0 0,0 0 1 0 0,0-1-1 0 0,-1 1 0 0 0,-1 5 0 0 0,-2 3 14 0 0,0-1-1 0 0,-1 1 0 0 0,-1 0 0 0 0,1-1 0 0 0,-2 0 1 0 0,0-1-1 0 0,0 1 0 0 0,-1-1 0 0 0,0-1 0 0 0,0 1 0 0 0,-1-1 1 0 0,-1-1-1 0 0,-11 9 0 0 0,-11 6 484 0 0,-1-1 0 0 0,-66 33 0 0 0,85-45-53 0 0,14-10-449 0 0,0 0 0 0 0,0 1-1 0 0,-1-1 1 0 0,1 0 0 0 0,0 0-1 0 0,0 1 1 0 0,0-1 0 0 0,0 0 0 0 0,0 1-1 0 0,0-1 1 0 0,-1 0 0 0 0,1 0 0 0 0,0 1-1 0 0,0-1 1 0 0,0 0 0 0 0,0 1 0 0 0,0-1-1 0 0,0 0 1 0 0,0 1 0 0 0,0-1 0 0 0,0 0-1 0 0,1 0 1 0 0,-1 1 0 0 0,0-1 0 0 0,0 0-1 0 0,0 1 1 0 0,0-1 0 0 0,2 2-4 0 0,-1-1 0 0 0,1 1 0 0 0,0-1 1 0 0,-1 0-1 0 0,1 0 0 0 0,0 0 0 0 0,0 0 0 0 0,0 0 1 0 0,2 1-1 0 0,5 3-16 0 0,9 5-51 0 0,-1 1 1 0 0,-1 1 0 0 0,0 1 0 0 0,0 0 0 0 0,-2 1-1 0 0,0 0 1 0 0,0 1 0 0 0,-1 1 0 0 0,-1 0-1 0 0,-1 1 1 0 0,0 0 0 0 0,-1 1 0 0 0,-1 0-1 0 0,8 24 1 0 0,-8-17-1629 0 0,4 11-2315 0 0,-1-14-2617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39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36 1012 0 0,'-26'-35'25208'0'0,"29"39"-25206"0"0,0 1 1 0 0,-1-1-1 0 0,0 1 1 0 0,0 0-1 0 0,0 0 1 0 0,0 0-1 0 0,-1 1 1 0 0,0-1-1 0 0,0 0 1 0 0,0 0-1 0 0,-1 1 1 0 0,0-1 0 0 0,0 0-1 0 0,0 1 1 0 0,-1-1-1 0 0,1 0 1 0 0,-1 1-1 0 0,-3 6 1 0 0,-1 7 105 0 0,-1 0 1 0 0,-1-1 0 0 0,-15 30-1 0 0,-55 106 1499 0 0,77-154-1601 0 0,-1 1 1 0 0,1 0 0 0 0,0-1 0 0 0,0 1 0 0 0,0 0 0 0 0,0-1 0 0 0,0 1 0 0 0,0-1 0 0 0,0 1 0 0 0,0 0-1 0 0,0-1 1 0 0,0 1 0 0 0,0 0 0 0 0,0-1 0 0 0,0 1 0 0 0,0 0 0 0 0,0-1 0 0 0,1 1 0 0 0,-1 0 0 0 0,0-1-1 0 0,1 1 1 0 0,-1-1 0 0 0,0 1 0 0 0,1-1 0 0 0,-1 1 0 0 0,0-1 0 0 0,1 1 0 0 0,-1-1 0 0 0,1 1-1 0 0,-1-1 1 0 0,1 1 0 0 0,-1-1 0 0 0,1 0 0 0 0,0 1 0 0 0,-1-1 0 0 0,1 0 0 0 0,-1 0 0 0 0,1 1 0 0 0,0-1-1 0 0,-1 0 1 0 0,1 0 0 0 0,0 0 0 0 0,-1 0 0 0 0,1 0 0 0 0,0 0 0 0 0,-1 0 0 0 0,2 0 0 0 0,37 2 45 0 0,-35-3-43 0 0,47-2-1216 0 0,95-19-1 0 0,47-31-6802 0 0,-172 46 3872 0 0,32-16 1 0 0,-19 6-3460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0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15 2156 0 0,'34'-10'22414'0'0,"-44"5"-22032"0"0,4 5-421 0 0,1 0 0 0 0,-1 1 0 0 0,1 0 1 0 0,-1 0-1 0 0,1 0 0 0 0,0 1 0 0 0,0-1 1 0 0,-1 1-1 0 0,1 1 0 0 0,0-1 0 0 0,0 1 1 0 0,1 0-1 0 0,-1 0 0 0 0,-5 4 0 0 0,3 0-22 0 0,0 0-1 0 0,0 0 0 0 0,1 1 1 0 0,0-1-1 0 0,0 1 0 0 0,1 1 1 0 0,-7 13-1 0 0,1 4-36 0 0,1 1 0 0 0,2 1 1 0 0,0-1-1 0 0,-6 50 0 0 0,4 6 223 0 0,1 100-1 0 0,16 86 48 0 0,-2-104-170 0 0,19 469 115 0 0,-3-294 18 0 0,-5-119-266 0 0,-7-59-56 0 0,33 936 2198 0 0,-37-483 1212 0 0,-5-611-3208 0 0,-1 14 105 0 0,2 1 0 0 0,-1-1 0 0 0,2 1 0 0 0,1-1 0 0 0,8 30-1 0 0,-10-45-123 0 0,0-1-1 0 0,0 1 0 0 0,1-1 0 0 0,0 0 0 0 0,-1 0 0 0 0,1 0 0 0 0,0 0 1 0 0,0 0-1 0 0,0 0 0 0 0,0 0 0 0 0,0-1 0 0 0,1 1 0 0 0,-1-1 1 0 0,0 0-1 0 0,1 1 0 0 0,-1-1 0 0 0,1 0 0 0 0,-1 0 0 0 0,1-1 0 0 0,5 2 1 0 0,5 0-245 0 0,0 0 0 0 0,26 0 0 0 0,9-2-953 0 0,0-3 1 0 0,77-15-1 0 0,93-32-3281 0 0,-25-11-4448 0 0,-93 26-511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1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2164 0 0,'8'-4'12279'0'0,"-7"5"-12153"0"0,0 0 0 0 0,0 0 0 0 0,0 0 0 0 0,0 0 1 0 0,0 0-1 0 0,-1 0 0 0 0,1 0 0 0 0,0 1 0 0 0,-1-1 0 0 0,1 0 0 0 0,-1 0 0 0 0,1 1 0 0 0,-1-1 0 0 0,0 0 0 0 0,1 0 0 0 0,-1 1 0 0 0,0-1 0 0 0,0 2 0 0 0,0 32 1686 0 0,0-20-1277 0 0,0 182 2785 0 0,0 97-3472 0 0,0-284 1167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41 548 0 0,'-28'-38'17639'0'0,"28"37"-17603"0"0,0 1 1 0 0,0 0-1 0 0,-1 0 1 0 0,1-1 0 0 0,-1 1-1 0 0,1 0 1 0 0,0 0-1 0 0,-1 0 1 0 0,1 0 0 0 0,0 0-1 0 0,-1 0 1 0 0,1 0-1 0 0,-1-1 1 0 0,1 1 0 0 0,0 0-1 0 0,-1 0 1 0 0,1 0-1 0 0,-1 1 1 0 0,1-1 0 0 0,0 0-1 0 0,-1 0 1 0 0,1 0-1 0 0,-1 0 1 0 0,1 0 0 0 0,0 0-1 0 0,-1 0 1 0 0,1 1-1 0 0,0-1 1 0 0,-1 0 0 0 0,1 0-1 0 0,-1 1 1 0 0,1 2 58 0 0,0 0-1 0 0,0 0 1 0 0,0 0 0 0 0,0 0 0 0 0,0 0 0 0 0,0 0 0 0 0,1-1-1 0 0,1 7 1 0 0,17 123 2100 0 0,6 64-774 0 0,-21-135-1346 0 0,-2-45-1183 0 0,49 1-19282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1084 0 0,'1'-41'18664'0'0,"-2"50"-17549"0"0,14 445 5372 0 0,-9-380-5623 0 0,-4-72-755 0 0,2 15 304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2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2140 0 0,'1'-3'2549'0'0,"15"-35"12626"0"0,-11 23-12648 0 0,0 39-11925 0 0,-5-20 8654 0 0,-1 1 0 0 0,1-1-1 0 0,-1 0 1 0 0,1 1-1 0 0,-1-1 1 0 0,0 0-1 0 0,-1 0 1 0 0,-2 6-1 0 0,-1 5-3144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3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1648 0 0,'-9'25'8578'0'0,"-2"9"1639"0"0,11-31-9954 0 0,0-3-248 0 0,0 0 1 0 0,0 0-1 0 0,-1 1 0 0 0,1-1 1 0 0,0 0-1 0 0,0 0 0 0 0,0 1 0 0 0,0-1 1 0 0,0 0-1 0 0,0 1 0 0 0,0-1 0 0 0,0 0 1 0 0,0 0-1 0 0,0 1 0 0 0,0-1 0 0 0,1 0 1 0 0,-1 1-1 0 0,0-1 0 0 0,0 0 0 0 0,0 0 1 0 0,0 1-1 0 0,0-1 0 0 0,0 0 0 0 0,1 0 1 0 0,-1 1-1 0 0,0-1 0 0 0,0 0 0 0 0,0 0 1 0 0,1 1-1 0 0,0-1-357 0 0,1 0 1 0 0,0 1-1 0 0,0-1 0 0 0,-1 0 1 0 0,1 0-1 0 0,0 0 0 0 0,-1 0 1 0 0,1 0-1 0 0,0-1 1 0 0,0 1-1 0 0,-1 0 0 0 0,1-1 1 0 0,0 0-1 0 0,-1 1 0 0 0,1-1 1 0 0,-1 0-1 0 0,2 0 0 0 0,12-8-4665 0 0,-11 7 3617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3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34 756 0 0,'17'-34'21396'0'0,"-20"35"-21089"0"0,-2 0-227 0 0,0 0-1 0 0,0 1 0 0 0,0-1 0 0 0,0 1 0 0 0,1 1 0 0 0,-1-1 0 0 0,0 1 0 0 0,-7 5 1 0 0,-38 34 34 0 0,38-32-67 0 0,-17 17-58 0 0,-37 42 1 0 0,32-27-89 0 0,11-14 35 0 0,-1 4 2 0 0,1 0 0 0 0,2 2 0 0 0,-23 47 0 0 0,38-69 59 0 0,1 0-1 0 0,0 0 1 0 0,1 0-1 0 0,1 0 1 0 0,0 1-1 0 0,0-1 1 0 0,1 1-1 0 0,1 0 0 0 0,0 0 1 0 0,1 0-1 0 0,0-1 1 0 0,1 1-1 0 0,1 0 1 0 0,3 17-1 0 0,-2-24 42 0 0,-1 0-1 0 0,1 1 1 0 0,0-1-1 0 0,0 0 1 0 0,1-1-1 0 0,-1 1 1 0 0,1-1 0 0 0,1 0-1 0 0,-1 1 1 0 0,1-2-1 0 0,0 1 1 0 0,0-1-1 0 0,0 1 1 0 0,1-1-1 0 0,-1-1 1 0 0,1 1 0 0 0,0-1-1 0 0,0 0 1 0 0,7 2-1 0 0,-7-3 279 0 0,-1 0 0 0 0,1-1-1 0 0,0 0 1 0 0,-1 0 0 0 0,1 0 0 0 0,0-1-1 0 0,0 1 1 0 0,-1-1 0 0 0,1-1 0 0 0,0 1-1 0 0,0-1 1 0 0,-1 0 0 0 0,1-1 0 0 0,5-1-1 0 0,-9 3-191 0 0,-1-1 0 0 0,0 1 0 0 0,1-1-1 0 0,-1 1 1 0 0,0-1 0 0 0,0 0 0 0 0,1 0 0 0 0,-1 1-1 0 0,0-1 1 0 0,0 0 0 0 0,0 0 0 0 0,0 0 0 0 0,0 0-1 0 0,0 0 1 0 0,1-2 0 0 0,-2 2-95 0 0,0 1 0 0 0,0-1 1 0 0,1 0-1 0 0,-1 1 0 0 0,0-1 0 0 0,0 1 0 0 0,0-1 0 0 0,0 0 1 0 0,0 1-1 0 0,0-1 0 0 0,0 1 0 0 0,-1-1 0 0 0,1 0 1 0 0,0 1-1 0 0,0-1 0 0 0,0 1 0 0 0,0-1 0 0 0,-1 0 0 0 0,1 1 1 0 0,0-1-1 0 0,-1 1 0 0 0,1-1 0 0 0,-1 0 0 0 0,-1-1-78 0 0,1 1 0 0 0,-1-1 0 0 0,0 0 1 0 0,0 1-1 0 0,0-1 0 0 0,0 1 0 0 0,0 0 0 0 0,-1-1 0 0 0,1 1 0 0 0,0 0 0 0 0,0 0 0 0 0,-4 0 0 0 0,-1 0-380 0 0,-1 0-1 0 0,0 1 1 0 0,1 0-1 0 0,-1 0 1 0 0,1 1-1 0 0,-1 0 0 0 0,0 0 1 0 0,1 1-1 0 0,0 0 1 0 0,-10 4-1 0 0,-3 2-1296 0 0,-1 2 0 0 0,-21 13 0 0 0,-40 35-7210 0 0,41-27-201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5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40 1412 0 0,'-9'-6'5619'0'0,"8"4"-5399"0"0,-1 1 1 0 0,1 0 0 0 0,0 0-1 0 0,0 0 1 0 0,0 0-1 0 0,-1 0 1 0 0,1 0 0 0 0,0 0-1 0 0,-1 1 1 0 0,1-1 0 0 0,-1 0-1 0 0,1 1 1 0 0,-1-1-1 0 0,1 1 1 0 0,-1 0 0 0 0,1-1-1 0 0,-1 1 1 0 0,1 0 0 0 0,-1 0-1 0 0,0 0 1 0 0,1 0-1 0 0,-1 0 1 0 0,1 0 0 0 0,-3 1-1 0 0,1 0-76 0 0,0 1 0 0 0,0-1 0 0 0,1 1 0 0 0,-1-1-1 0 0,1 1 1 0 0,-1 0 0 0 0,1 0 0 0 0,0 0 0 0 0,0 0 0 0 0,0 1-1 0 0,-4 4 1 0 0,-3 7 30 0 0,1 0-1 0 0,1 0 0 0 0,-11 28 0 0 0,11-24-77 0 0,1 0 0 0 0,1 0-1 0 0,0 1 1 0 0,2 0-1 0 0,0 0 1 0 0,1 0 0 0 0,0 33-1 0 0,2-46-80 0 0,1 0 0 0 0,-1 1 1 0 0,1-1-1 0 0,1 0 0 0 0,-1 0 0 0 0,1 0 0 0 0,0 0 0 0 0,0-1 0 0 0,1 1 1 0 0,-1 0-1 0 0,1-1 0 0 0,1 0 0 0 0,-1 0 0 0 0,1 0 0 0 0,0 0 0 0 0,0 0 1 0 0,0-1-1 0 0,0 1 0 0 0,1-1 0 0 0,0 0 0 0 0,0-1 0 0 0,0 1 0 0 0,0-1 1 0 0,1 0-1 0 0,-1 0 0 0 0,1-1 0 0 0,9 3 0 0 0,-2-1 3 0 0,0-1-1 0 0,0-1 1 0 0,0 0-1 0 0,0-1 1 0 0,0 0 0 0 0,0-1-1 0 0,0-1 1 0 0,0 0-1 0 0,0-1 1 0 0,-1 0 0 0 0,1-1-1 0 0,0 0 1 0 0,18-8-1 0 0,-22 8 6 0 0,-1-1 0 0 0,0 0 0 0 0,-1 0-1 0 0,1-1 1 0 0,-1 0 0 0 0,1-1 0 0 0,-2 1 0 0 0,1-1-1 0 0,0 0 1 0 0,-1-1 0 0 0,-1 0 0 0 0,1 0 0 0 0,-1 0-1 0 0,0-1 1 0 0,0 1 0 0 0,-1-1 0 0 0,0 0-1 0 0,-1 0 1 0 0,0-1 0 0 0,4-13 0 0 0,-4 6 47 0 0,-1-1-1 0 0,-1 0 1 0 0,0 1-1 0 0,-1-1 1 0 0,0 0 0 0 0,-2 0-1 0 0,-5-29 1 0 0,5 39-56 0 0,1 0-1 0 0,-1-1 1 0 0,-1 1-1 0 0,1 0 1 0 0,-1 0 0 0 0,-1 0-1 0 0,1 1 1 0 0,-1-1-1 0 0,0 1 1 0 0,-1 0-1 0 0,1 0 1 0 0,-1 0 0 0 0,0 1-1 0 0,-1-1 1 0 0,1 1-1 0 0,-1 0 1 0 0,0 1-1 0 0,0 0 1 0 0,-11-6 0 0 0,14 9-55 0 0,1 0 1 0 0,-1 0 0 0 0,0 1 0 0 0,0-1 0 0 0,0 1 0 0 0,0-1-1 0 0,0 1 1 0 0,0 0 0 0 0,1 0 0 0 0,-1 0 0 0 0,0 1 0 0 0,0-1-1 0 0,0 1 1 0 0,0-1 0 0 0,0 1 0 0 0,1 0 0 0 0,-1 0 0 0 0,0 0-1 0 0,1 1 1 0 0,-1-1 0 0 0,0 1 0 0 0,1-1 0 0 0,0 1 0 0 0,-1 0-1 0 0,1 0 1 0 0,0 0 0 0 0,0 0 0 0 0,0 0 0 0 0,0 1 0 0 0,1-1-1 0 0,-1 0 1 0 0,-2 5 0 0 0,3-4-252 0 0,-1 0 0 0 0,1-1 0 0 0,0 1 0 0 0,0 0 0 0 0,0 0 0 0 0,0-1 0 0 0,0 1 0 0 0,1 0-1 0 0,-1 0 1 0 0,1 0 0 0 0,0 0 0 0 0,0 0 0 0 0,0 0 0 0 0,0 0 0 0 0,0 0 0 0 0,1 0 0 0 0,0 0 0 0 0,-1-1 0 0 0,1 1 0 0 0,0 0 0 0 0,0 0 0 0 0,0-1 0 0 0,1 1 0 0 0,-1 0-1 0 0,1-1 1 0 0,-1 1 0 0 0,1-1 0 0 0,0 0 0 0 0,0 0 0 0 0,0 1 0 0 0,0-1 0 0 0,0 0 0 0 0,3 1 0 0 0,11 7-3756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5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42 896 0 0,'14'-9'7114'0'0,"28"-14"-1"0"0,-20 14-4034 0 0,-20 9-2473 0 0,-1 1-519 0 0,1 1 1 0 0,-1-1-1 0 0,1 1 1 0 0,-1-1-1 0 0,1 1 1 0 0,-1-1-1 0 0,0 1 1 0 0,0 0 0 0 0,0 0-1 0 0,0 0 1 0 0,0 0-1 0 0,0 0 1 0 0,-1 0-1 0 0,1 0 1 0 0,-1 0-1 0 0,1 0 1 0 0,-1 0-1 0 0,0 0 1 0 0,0 0-1 0 0,0 2 1 0 0,0 55 785 0 0,-1-36-641 0 0,-7 101 463 0 0,4-77-1465 0 0,2 72 1 0 0,3-103-164 0 0,-1-4-58 0 0,1 1 0 0 0,4 17 0 0 0,-4-27 453 0 0,-1 0 1 0 0,1 0 0 0 0,0 0 0 0 0,0-1-1 0 0,0 1 1 0 0,1 0 0 0 0,-1 0-1 0 0,1-1 1 0 0,-1 1 0 0 0,1-1 0 0 0,0 0-1 0 0,0 1 1 0 0,0-1 0 0 0,0 0-1 0 0,4 3 1 0 0,9 4-5463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6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64 1200 0 0,'-3'-12'10513'0'0,"4"-5"-3616"0"0,4-2-3453 0 0,-4 18-3408 0 0,-1 0-1 0 0,1 0 1 0 0,0 0 0 0 0,0 0-1 0 0,0 0 1 0 0,-1 0 0 0 0,1 0-1 0 0,0 0 1 0 0,0 0 0 0 0,0 1-1 0 0,0-1 1 0 0,1 0 0 0 0,-1 1 0 0 0,0-1-1 0 0,0 1 1 0 0,0-1 0 0 0,0 1-1 0 0,1-1 1 0 0,-1 1 0 0 0,0 0-1 0 0,0 0 1 0 0,1-1 0 0 0,-1 1 0 0 0,0 0-1 0 0,0 0 1 0 0,1 0 0 0 0,-1 0-1 0 0,0 1 1 0 0,1-1 0 0 0,-1 0-1 0 0,2 1 1 0 0,4 1-34 0 0,-1-1 0 0 0,1 1-1 0 0,-1 0 1 0 0,0 1 0 0 0,1-1 0 0 0,-1 1 0 0 0,10 8-1 0 0,-13-9-1 0 0,0 0 0 0 0,0 1 0 0 0,-1 0 0 0 0,1-1 0 0 0,-1 1 0 0 0,0 0 0 0 0,0 0 0 0 0,0 0 0 0 0,0 1-1 0 0,-1-1 1 0 0,1 0 0 0 0,-1 1 0 0 0,0-1 0 0 0,0 1 0 0 0,0-1 0 0 0,0 1 0 0 0,0 5 0 0 0,0 4 17 0 0,-1 0-1 0 0,0 0 1 0 0,-1 0 0 0 0,-1-1 0 0 0,0 1 0 0 0,-1 0 0 0 0,0 0-1 0 0,0-1 1 0 0,-8 16 0 0 0,-6 9 74 0 0,-35 57 0 0 0,46-82 80 0 0,0 1 0 0 0,-5 16 0 0 0,10-27-114 0 0,15 1 68 0 0,-2-4-206 0 0,0 0 0 0 0,0-1 0 0 0,0 0 0 0 0,0-1 0 0 0,17-6-1 0 0,63-28-3434 0 0,-41 14 577 0 0,-4 4-148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6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12 720 0 0,'-1'-11'17520'0'0,"2"15"-17965"0"0,7 38-9458 0 0,-8-28 4415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6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1512 0 0,'-1'18'6764'0'0,"2"10"4285"0"0,2-5-3934 0 0,30-62-15365 0 0,-23 26 2861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7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 79 1416 0 0,'9'-10'7478'0'0,"22"-16"4721"0"0,-35 27-12204 0 0,0 0 1 0 0,0 0-1 0 0,0 0 1 0 0,0 0-1 0 0,0 1 1 0 0,0-1 0 0 0,0 1-1 0 0,0 0 1 0 0,0 1-1 0 0,1-1 1 0 0,-1 0-1 0 0,1 1 1 0 0,-5 5 0 0 0,-3 2-23 0 0,0 1 0 0 0,-12 17 1 0 0,18-22-7 0 0,1 1 1 0 0,0-1 0 0 0,0 1 0 0 0,0 0 0 0 0,0 0 0 0 0,1 0-1 0 0,1 1 1 0 0,-3 9 0 0 0,4-13 31 0 0,0 0 0 0 0,1 0 0 0 0,0 0 0 0 0,0 0 0 0 0,0 0 0 0 0,1 0 0 0 0,-1 0 0 0 0,1 0 0 0 0,0 0 0 0 0,0 0 0 0 0,0-1 0 0 0,0 1 0 0 0,1 0 0 0 0,0-1 0 0 0,-1 1 0 0 0,2-1 0 0 0,3 7 0 0 0,10 8 26 0 0,0-1 0 0 0,2 0 0 0 0,0-1 0 0 0,21 14 0 0 0,37 34 285 0 0,-70-58-278 0 0,-1 0 1 0 0,1 0-1 0 0,-1 0 1 0 0,0 1-1 0 0,-1-1 0 0 0,0 1 1 0 0,0 0-1 0 0,5 13 1 0 0,-8-17-23 0 0,0 0 0 0 0,-1 0 0 0 0,1 1 0 0 0,-1-1 0 0 0,1 0 0 0 0,-1 1 0 0 0,0-1 0 0 0,-1 0 0 0 0,1 0 0 0 0,0 1 0 0 0,-1-1 0 0 0,0 0 0 0 0,1 0 0 0 0,-2 1 0 0 0,1-1 0 0 0,0 0 0 0 0,0 0 0 0 0,-1 0 0 0 0,0-1 0 0 0,1 1 0 0 0,-1 0 0 0 0,0-1 0 0 0,-5 6 0 0 0,-2 0 35 0 0,-1 1 0 0 0,0-1 1 0 0,0-1-1 0 0,-1 0 0 0 0,0-1 0 0 0,-21 10 1 0 0,-1-2 369 0 0,-40 10 0 0 0,58-20-2 0 0,1 0 0 0 0,-1-1 0 0 0,0 0 0 0 0,0-1 0 0 0,-27 0 0 0 0,41-2-396 0 0,0 0 1 0 0,0-1-1 0 0,0 1 1 0 0,0 0 0 0 0,1-1-1 0 0,-1 1 1 0 0,0-1-1 0 0,0 1 1 0 0,0-1-1 0 0,0 1 1 0 0,1-1-1 0 0,-1 1 1 0 0,0-1-1 0 0,0 0 1 0 0,1 1-1 0 0,-1-1 1 0 0,0 0-1 0 0,1 0 1 0 0,-1 1-1 0 0,1-1 1 0 0,-1 0-1 0 0,1 0 1 0 0,0 0-1 0 0,-1 0 1 0 0,1 0-1 0 0,0 0 1 0 0,-1 0-1 0 0,1 0 1 0 0,0-1-1 0 0,0-1-8 0 0,-1 0 0 0 0,1 0 0 0 0,0 0 0 0 0,0 0 0 0 0,0 0 0 0 0,1 0 0 0 0,0-5 0 0 0,3-3-3 0 0,1 0-1 0 0,0 0 1 0 0,0 0-1 0 0,1 1 1 0 0,1-1-1 0 0,-1 1 1 0 0,14-13-1 0 0,63-60-38 0 0,-63 64 30 0 0,87-77-73 0 0,36-34 99 0 0,-135 122 95 0 0,0 0-1 0 0,-1 0 1 0 0,0-1-1 0 0,-1 1 1 0 0,10-19-1 0 0,-14 24-95 0 0,-1 1 0 0 0,0-1 0 0 0,0 1 0 0 0,0-1 0 0 0,-1 0 0 0 0,1 1 0 0 0,-1-1 0 0 0,1 0 0 0 0,-1 1 0 0 0,0-1 1 0 0,0 0-1 0 0,0 0 0 0 0,0 1 0 0 0,0-1 0 0 0,-1 0 0 0 0,0 0 0 0 0,1 1 0 0 0,-1-1 0 0 0,0 0 0 0 0,0 1 0 0 0,0-1 0 0 0,0 1 0 0 0,-1 0 0 0 0,1-1 0 0 0,-1 1 0 0 0,0 0 0 0 0,1 0 0 0 0,-4-3 0 0 0,-4-3-74 0 0,0 1-1 0 0,0 0 1 0 0,-1 0-1 0 0,0 1 1 0 0,-1 1-1 0 0,1-1 1 0 0,-1 2-1 0 0,0-1 1 0 0,-1 2-1 0 0,1-1 1 0 0,-17-1-1 0 0,2 0-563 0 0,-1 2 0 0 0,0 1 0 0 0,-53 3 0 0 0,45 3-601 0 0,-1 1 1 0 0,1 2 0 0 0,-1 1-1 0 0,-47 18 1 0 0,31-5-2225 0 0,0 2-1 0 0,-52 33 1 0 0,51-25-1786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50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 1896 0 0,'-4'-6'14471'0'0,"5"18"-16890"0"0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50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3100 0 0,'0'24'7651'0'0,"-1"-10"-2404"0"0,1-1-1 0 0,1 0 1 0 0,3 17 899 0 0,-4-29-6028 0 0,0 6-173 0 0,0-5-438 0 0,18-5-6863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5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18 2164 0 0,'-15'-13'15818'0'0,"7"8"-13182"0"0,6 6-2579 0 0,-1 1 1 0 0,1-1-1 0 0,-1 1 1 0 0,1-1-1 0 0,0 1 1 0 0,0 0-1 0 0,0 0 0 0 0,0 0 1 0 0,0 0-1 0 0,0 0 1 0 0,1 1-1 0 0,-1-1 1 0 0,0 0-1 0 0,1 1 1 0 0,-1 2-1 0 0,-22 48 142 0 0,18-39-162 0 0,-26 75 73 0 0,23-53-135 0 0,4-12-22 0 0,1 0-47 0 0,1-1 1 0 0,1 1-1 0 0,1-1 0 0 0,4 43 0 0 0,-3-59 106 0 0,1 1 1 0 0,1 0-1 0 0,0-1 0 0 0,0 1 0 0 0,0-1 0 0 0,1 0 1 0 0,0 0-1 0 0,0 0 0 0 0,0 0 0 0 0,1 0 0 0 0,1-1 1 0 0,-1 1-1 0 0,1-1 0 0 0,0 0 0 0 0,0-1 0 0 0,0 1 1 0 0,1-1-1 0 0,9 6 0 0 0,-11-8 43 0 0,1-1-1 0 0,0 1 1 0 0,-1-2 0 0 0,1 1-1 0 0,0 0 1 0 0,0-1 0 0 0,0 0 0 0 0,0 0-1 0 0,1 0 1 0 0,-1-1 0 0 0,0 0-1 0 0,0 0 1 0 0,0 0 0 0 0,0-1 0 0 0,0 1-1 0 0,1-1 1 0 0,-1 0 0 0 0,0-1-1 0 0,0 1 1 0 0,-1-1 0 0 0,1 0-1 0 0,9-5 1 0 0,-6 2 83 0 0,0 0 0 0 0,-1 0-1 0 0,1-1 1 0 0,-1 1 0 0 0,0-2-1 0 0,0 1 1 0 0,-1-1 0 0 0,0 0-1 0 0,0 0 1 0 0,-1-1 0 0 0,9-16-1 0 0,-6 7 52 0 0,-1 0 1 0 0,0-1-1 0 0,-2 0 0 0 0,0 0 0 0 0,-1 0 0 0 0,-1-1 0 0 0,2-30 0 0 0,-5 36-363 0 0,0 0 0 0 0,-1 0 0 0 0,-1 0-1 0 0,0 0 1 0 0,0 1 0 0 0,-1-1 0 0 0,-1 0 0 0 0,0 1-1 0 0,-1 0 1 0 0,0 0 0 0 0,-13-20 0 0 0,-13-8-6039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55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30 408 0 0,'8'-8'3830'0'0,"3"-8"1092"0"0,-7 11-4091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56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1006 78 720 0 0,'-10'-6'11204'0'0,"-9"-1"-3376"0"0,34 1-7413 0 0,381-42 252 0 0,-360 44-624 0 0,54-3 182 0 0,-88 7-198 0 0,14 1-7 0 0,-13 0-49 0 0,-1-1 21 0 0,0 1 1 0 0,1 0-1 0 0,-1 0 1 0 0,0 0-1 0 0,0 0 1 0 0,0 0-1 0 0,0 0 1 0 0,0 0-1 0 0,-1 1 1 0 0,1-1-1 0 0,0 1 1 0 0,-1-1-1 0 0,1 1 1 0 0,-1-1-1 0 0,1 1 1 0 0,-1 0-1 0 0,0 0 1 0 0,0 0-1 0 0,1 0 1 0 0,-1 0-1 0 0,-1 0 1 0 0,1 0-1 0 0,0 0 1 0 0,0 1-1 0 0,0 2 1 0 0,2 10 85 0 0,0 0 1 0 0,1 28-1 0 0,-3-22 202 0 0,8 220 2181 0 0,-8-136-1711 0 0,5 1128 2036 0 0,-7-798-1260 0 0,16-49 129 0 0,-1-92-297 0 0,-10-179-1227 0 0,-5 304 529 0 0,-3-366-660 0 0,-23 103 0 0 0,14-113 0 0 0,10-31 0 0 0,1-2 0 0 0,-1-2 0 0 0,0 0 0 0 0,-1 0 0 0 0,0 1 0 0 0,1-1 0 0 0,-3-1 0 0 0,0 1 0 0 0,-2-1 0 0 0,-2-2 0 0 0,1 0 0 0 0,-3 0 0 0 0,-4-1 0 0 0,-1-2 0 0 0,-60 10 0 0 0,0-3 0 0 0,-156-2 0 0 0,168-7 0 0 0,-269 0-3847 0 0,-174 4-9303 0 0,320-1-216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59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13 667 2452 0 0,'-4'-10'5889'0'0,"-3"-24"677"0"0,6 32-6498 0 0,5 27-164 0 0,15 32 126 0 0,36 102 142 0 0,-41-123-124 0 0,3-1 1 0 0,26 45-1 0 0,-31-60-3 0 0,1-1 1 0 0,1 0-1 0 0,18 17 1 0 0,-26-29 48 0 0,1-1 0 0 0,0 0 0 0 0,1 0 0 0 0,-1-1 0 0 0,1 0 1 0 0,0-1-1 0 0,0 1 0 0 0,1-2 0 0 0,-1 1 0 0 0,17 4 1 0 0,-15-7 25 0 0,0 0 0 0 0,0 0 1 0 0,0 0-1 0 0,0-2 1 0 0,0 1-1 0 0,0-1 1 0 0,1-1-1 0 0,-1 1 1 0 0,-1-2-1 0 0,1 1 1 0 0,0-2-1 0 0,11-4 1 0 0,15-9 72 0 0,57-36 1 0 0,-89 51-185 0 0,183-125 109 0 0,-123 79-164 0 0,2 4 1 0 0,113-57-1 0 0,-113 72 10 0 0,2 3 0 0 0,115-29 0 0 0,-129 44 6 0 0,-1 2 1 0 0,1 3 0 0 0,0 2 0 0 0,66 3 0 0 0,-44 6-4 0 0,0 4-1 0 0,141 35 1 0 0,-114-13 35 0 0,146 63 1 0 0,-100-38 159 0 0,-99-37 2398 0 0,-48-18-1955 0 0,1-1-376 0 0,-1-1-174 0 0,1 0 0 0 0,-1 0 1 0 0,1 0-1 0 0,-1 0 0 0 0,1 0 0 0 0,-1 0 1 0 0,0-1-1 0 0,0 1 0 0 0,0-1 0 0 0,0 0 0 0 0,0 1 1 0 0,0-1-1 0 0,0 0 0 0 0,2-4 0 0 0,28-39 71 0 0,-12 15-119 0 0,2 5-5 0 0,1 2 0 0 0,0 1-1 0 0,2 0 1 0 0,1 2 0 0 0,0 1 0 0 0,1 1 0 0 0,1 1 0 0 0,1 2 0 0 0,0 1 0 0 0,54-18 0 0 0,-15 11-12 0 0,1 2-1 0 0,0 4 1 0 0,132-11 0 0 0,-54 18-11 0 0,258 20 1 0 0,144 52-29 0 0,-379-41 58 0 0,-62-11 22 0 0,1-4 0 0 0,0-5-1 0 0,-1-5 1 0 0,134-19 0 0 0,-200 14 95 0 0,0-1 0 0 0,72-26 0 0 0,-93 26-74 0 0,0-1 0 0 0,-1-1 0 0 0,0 0 0 0 0,-1-2 0 0 0,0 0 0 0 0,-1-1 0 0 0,18-17 0 0 0,-29 22-23 0 0,1-1 0 0 0,-2 0 0 0 0,1 0 0 0 0,-1-1 0 0 0,0 1-1 0 0,-1-1 1 0 0,-1 0 0 0 0,1-1 0 0 0,-1 1 0 0 0,-1-1 0 0 0,0 0 0 0 0,-1 0 0 0 0,0 0-1 0 0,1-21 1 0 0,-2 20-33 0 0,-1-1-1 0 0,0 0 1 0 0,-1 0 0 0 0,0 1-1 0 0,-1-1 1 0 0,-1 1-1 0 0,0-1 1 0 0,0 1-1 0 0,-1 0 1 0 0,-1 0-1 0 0,0 0 1 0 0,-13-21 0 0 0,15 30-223 0 0,0-1 1 0 0,0 0 0 0 0,0 0-1 0 0,-1 1 1 0 0,1 0 0 0 0,-1 0 0 0 0,0 0-1 0 0,0 0 1 0 0,0 0 0 0 0,0 1 0 0 0,-1 0-1 0 0,1 0 1 0 0,-1 0 0 0 0,1 0 0 0 0,-9-1-1 0 0,3 1-1233 0 0,0 1 0 0 0,0 0-1 0 0,0 1 1 0 0,0 0 0 0 0,0 1-1 0 0,-16 2 1 0 0,-6 1-6071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02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16 1968 0 0,'-22'-9'7216'0'0,"21"8"-6989"0"0,0 0 1 0 0,0 1 0 0 0,0-1-1 0 0,-1 0 1 0 0,1 1 0 0 0,0-1-1 0 0,0 1 1 0 0,-1 0 0 0 0,1-1 0 0 0,0 1-1 0 0,-1 0 1 0 0,1 0 0 0 0,0 0-1 0 0,0 0 1 0 0,-1 0 0 0 0,1 0 0 0 0,0 0-1 0 0,-1 1 1 0 0,1-1 0 0 0,-3 1-1 0 0,3 0-169 0 0,0 0 0 0 0,0 1 0 0 0,0-1-1 0 0,0 0 1 0 0,0 1 0 0 0,0-1-1 0 0,0 1 1 0 0,0-1 0 0 0,0 1 0 0 0,1-1-1 0 0,-1 1 1 0 0,1 0 0 0 0,-1-1-1 0 0,1 1 1 0 0,0 0 0 0 0,0-1 0 0 0,-1 1-1 0 0,1 2 1 0 0,-29 233 3023 0 0,-23 301-2510 0 0,54-443-2824 0 0,1-23-6519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03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1 292 1860 0 0,'1'-17'1114'0'0,"1"1"-1"0"0,0-1 0 0 0,2 0 1 0 0,0 1-1 0 0,1 0 0 0 0,1 0 1 0 0,9-20-1 0 0,-10 27-969 0 0,0 0 1 0 0,1 1-1 0 0,0-1 1 0 0,0 1-1 0 0,1 0 0 0 0,0 1 1 0 0,1 0-1 0 0,0 0 1 0 0,0 0-1 0 0,0 1 1 0 0,1 0-1 0 0,18-9 0 0 0,-13 8-68 0 0,1 2 0 0 0,0 0 0 0 0,0 0 0 0 0,1 1 0 0 0,-1 1 0 0 0,1 1 0 0 0,27-1-1 0 0,-29 3-40 0 0,-1 0-1 0 0,-1 1 1 0 0,1 1-1 0 0,0 0 1 0 0,0 0 0 0 0,0 2-1 0 0,-1-1 1 0 0,0 2-1 0 0,22 10 1 0 0,-31-14-23 0 0,0 1 0 0 0,1 1 0 0 0,-1-1 0 0 0,0 0 0 0 0,0 1 0 0 0,-1-1 0 0 0,1 1 0 0 0,0 0 0 0 0,-1 0 0 0 0,1 0 0 0 0,-1 0 0 0 0,0 1 1 0 0,0-1-1 0 0,-1 0 0 0 0,1 1 0 0 0,1 4 0 0 0,-2-2 3 0 0,0-1 0 0 0,0 0 0 0 0,0 1 0 0 0,-1-1-1 0 0,0 1 1 0 0,0-1 0 0 0,0 1 0 0 0,-1-1 0 0 0,0 1 0 0 0,-2 7 0 0 0,-1 1 8 0 0,-2 0 0 0 0,1-1 0 0 0,-2 1 0 0 0,0-1 0 0 0,0 0 0 0 0,-1-1 1 0 0,-17 20-1 0 0,4-8 59 0 0,-1 0 1 0 0,-41 31 0 0 0,50-44 237 0 0,-1-1-1 0 0,0-1 1 0 0,-1-1-1 0 0,1 0 1 0 0,-2-1-1 0 0,-27 10 1 0 0,23-12 690 0 0,-31 4 0 0 0,49-9-919 0 0,2 0-89 0 0,-1 0 0 0 0,1 0 0 0 0,-1 0 0 0 0,1 1 1 0 0,-1-1-1 0 0,1 0 0 0 0,-1 0 0 0 0,1 0 0 0 0,-1 1 0 0 0,1-1 0 0 0,-1 0 0 0 0,1 1 0 0 0,0-1 0 0 0,-1 0 1 0 0,1 1-1 0 0,-1-1 0 0 0,1 1 0 0 0,0-1 0 0 0,-1 1 0 0 0,13 12-32 0 0,1 0-1 0 0,22 17 1 0 0,4 3 2 0 0,4 8-42 0 0,-12-10-386 0 0,2-1 0 0 0,0-1 0 0 0,61 38 0 0 0,-81-60-321 0 0,-1 0-1 0 0,2-1 0 0 0,-1-1 1 0 0,24 6-1 0 0,-28-9-487 0 0,1 0 0 0 0,-1-1-1 0 0,1 0 1 0 0,16-1 0 0 0,2-3-2893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0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246 153 240 0 0,'1'-11'1671'0'0,"1"-1"0"0"0,-1 1 1 0 0,-1-1-1 0 0,0 1 0 0 0,0-1 0 0 0,-1 1 0 0 0,-1-1 0 0 0,0 1 1 0 0,0 0-1 0 0,-7-16 0 0 0,9 26-1638 0 0,0 0 0 0 0,0 1 1 0 0,-1-1-1 0 0,1 1 0 0 0,0-1 0 0 0,-1 0 0 0 0,1 1 0 0 0,-1-1 1 0 0,1 1-1 0 0,-1-1 0 0 0,1 1 0 0 0,-1-1 0 0 0,0 1 0 0 0,1-1 1 0 0,-1 1-1 0 0,1 0 0 0 0,-1-1 0 0 0,0 1 0 0 0,1 0 1 0 0,-1 0-1 0 0,0-1 0 0 0,1 1 0 0 0,-1 0 0 0 0,0 0 0 0 0,0 0 1 0 0,1 0-1 0 0,-1 0 0 0 0,0 0 0 0 0,1 0 0 0 0,-1 0 0 0 0,0 0 1 0 0,0 0-1 0 0,0 1 0 0 0,-22 8 239 0 0,10 2-222 0 0,0 1-1 0 0,0 1 1 0 0,1 0-1 0 0,1 0 1 0 0,0 1-1 0 0,-11 19 1 0 0,4-3-65 0 0,1 2 0 0 0,-13 36 0 0 0,22-49 17 0 0,1 1-1 0 0,-4 20 1 0 0,10-35-5 0 0,0 0 0 0 0,0-1 0 0 0,0 1 0 0 0,1 0 0 0 0,0 0 0 0 0,0-1 0 0 0,0 1 0 0 0,0 0 0 0 0,1 0 0 0 0,0-1 0 0 0,0 1 0 0 0,0 0 0 0 0,1-1 0 0 0,-1 1 0 0 0,3 4 0 0 0,-2-7-3 0 0,-1 0 0 0 0,0-1 0 0 0,1 1 0 0 0,-1 0 0 0 0,1-1 0 0 0,-1 1 0 0 0,1-1 0 0 0,0 0 0 0 0,0 1 0 0 0,-1-1 0 0 0,1 0 0 0 0,0 0 0 0 0,0 0 0 0 0,0 0 0 0 0,0-1 1 0 0,1 1-1 0 0,-1-1 0 0 0,0 1 0 0 0,0-1 0 0 0,0 1 0 0 0,0-1 0 0 0,1 0 0 0 0,-1 0 0 0 0,0 0 0 0 0,0-1 0 0 0,0 1 0 0 0,0 0 0 0 0,1-1 0 0 0,-1 1 0 0 0,0-1 0 0 0,0 0 0 0 0,0 0 0 0 0,2-1 0 0 0,2-1-23 0 0,0 0 0 0 0,0 0 0 0 0,0-1 0 0 0,0 0 0 0 0,-1 0-1 0 0,1-1 1 0 0,-1 1 0 0 0,-1-1 0 0 0,7-7 0 0 0,1-7 107 0 0,-1-1 0 0 0,0 0 0 0 0,-2-1 1 0 0,0 0-1 0 0,-1 0 0 0 0,-2-1 0 0 0,9-44 0 0 0,-4 14 760 0 0,-10 49-853 0 0,-1 3 13 0 0,0 0 1 0 0,0 0-1 0 0,0 0 1 0 0,0-1-1 0 0,0 1 1 0 0,0 0-1 0 0,0 0 1 0 0,0 0-1 0 0,0 0 1 0 0,0-1-1 0 0,0 1 1 0 0,0 0-1 0 0,0 0 1 0 0,0 0 0 0 0,0 0-1 0 0,0 0 1 0 0,1-1-1 0 0,-1 1 1 0 0,0 0-1 0 0,0 0 1 0 0,0 0-1 0 0,0 0 1 0 0,0 0-1 0 0,0 0 1 0 0,1 0-1 0 0,-1 0 1 0 0,0-1-1 0 0,0 1 1 0 0,0 0-1 0 0,0 0 1 0 0,0 0-1 0 0,1 0 1 0 0,-1 0-1 0 0,0 0 1 0 0,0 0-1 0 0,0 0 1 0 0,0 0-1 0 0,1 0 1 0 0,-1 0-1 0 0,0 0 1 0 0,0 0-1 0 0,0 0 1 0 0,0 0-1 0 0,1 0 1 0 0,-1 0-1 0 0,0 0 1 0 0,0 0-1 0 0,0 0 1 0 0,1 1-1 0 0,3 11-35 0 0,1 26 32 0 0,-4-32 11 0 0,1 16-11 0 0,16 103-994 0 0,-14-107-534 0 0,1-1 1 0 0,11 27-1 0 0,-5-25-986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04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4 143 996 0 0,'-3'-60'9424'0'0,"2"28"-6939"0"0,21 31-1956 0 0,-12 5-442 0 0,1 0 0 0 0,0 1-1 0 0,-1 0 1 0 0,0 0 0 0 0,0 1 0 0 0,-1 0 0 0 0,0 0-1 0 0,0 1 1 0 0,0 0 0 0 0,0 0 0 0 0,-1 0 0 0 0,7 12-1 0 0,-1 0 65 0 0,-1 0 0 0 0,0 1 0 0 0,-2 0 0 0 0,10 29 0 0 0,-17-46-70 0 0,-1 0-1 0 0,0 1 1 0 0,-1-1-1 0 0,1 0 0 0 0,0 1 1 0 0,-1-1-1 0 0,0 0 1 0 0,0 1-1 0 0,0-1 0 0 0,0 0 1 0 0,0 1-1 0 0,-1-1 1 0 0,1 0-1 0 0,-1 1 0 0 0,0-1 1 0 0,0 0-1 0 0,0 0 0 0 0,-3 5 1 0 0,3-7-71 0 0,1-1 0 0 0,0 1 1 0 0,0-1-1 0 0,-1 0 0 0 0,1 1 0 0 0,0-1 1 0 0,0 1-1 0 0,-1-1 0 0 0,1 0 0 0 0,0 0 1 0 0,-1 1-1 0 0,1-1 0 0 0,-1 0 0 0 0,1 1 1 0 0,0-1-1 0 0,-1 0 0 0 0,1 0 0 0 0,-1 0 1 0 0,1 0-1 0 0,-1 1 0 0 0,1-1 0 0 0,-1 0 1 0 0,1 0-1 0 0,-1 0 0 0 0,1 0 0 0 0,-1 0 1 0 0,1 0-1 0 0,0 0 0 0 0,-1 0 0 0 0,1 0 1 0 0,-1 0-1 0 0,1-1 0 0 0,-1 1 0 0 0,1 0 1 0 0,-1 0-1 0 0,1 0 0 0 0,-1 0 0 0 0,1-1 1 0 0,0 1-1 0 0,-1 0 0 0 0,1-1 0 0 0,0 1 1 0 0,-1 0-1 0 0,1 0 0 0 0,0-1 0 0 0,-1 1 1 0 0,1-1-1 0 0,-13-15 69 0 0,10 8-71 0 0,0 1 0 0 0,0-1 0 0 0,1 0 0 0 0,0 0-1 0 0,0 0 1 0 0,1 0 0 0 0,0 0 0 0 0,0 0 0 0 0,1 0 0 0 0,0-1 0 0 0,1 1-1 0 0,-1 0 1 0 0,2 0 0 0 0,-1 0 0 0 0,5-13 0 0 0,-2 8-7 0 0,1 0 0 0 0,0 0 0 0 0,0 1 0 0 0,2-1 1 0 0,0 1-1 0 0,0 1 0 0 0,1-1 0 0 0,13-14 0 0 0,-16 21-5 0 0,-1 0 0 0 0,1 1 0 0 0,0 0 0 0 0,0 0 0 0 0,0 0 0 0 0,1 1 0 0 0,-1-1 0 0 0,1 1 0 0 0,0 1 0 0 0,0-1 1 0 0,0 1-1 0 0,0 0 0 0 0,0 0 0 0 0,1 1 0 0 0,-1 0 0 0 0,0 0 0 0 0,1 0 0 0 0,-1 1 0 0 0,9 0 0 0 0,-8 1 57 0 0,-1 0 1 0 0,0 1 0 0 0,0-1-1 0 0,0 1 1 0 0,0 1-1 0 0,0-1 1 0 0,-1 1 0 0 0,1 0-1 0 0,-1 0 1 0 0,0 1-1 0 0,0-1 1 0 0,0 1 0 0 0,0 0-1 0 0,0 1 1 0 0,-1-1 0 0 0,0 1-1 0 0,0 0 1 0 0,0 0-1 0 0,6 11 1 0 0,-4-2 71 0 0,0 0 0 0 0,-1 0 0 0 0,0 0 0 0 0,-1 1 0 0 0,0 0 0 0 0,-2 0 0 0 0,0 0 0 0 0,1 17 0 0 0,-1-6-1664 0 0,9 36-1 0 0,-11-60 1027 0 0,1 0 1 0 0,-1-1-1 0 0,1 1 1 0 0,0-1-1 0 0,0 1 1 0 0,-1-1-1 0 0,1 0 1 0 0,0 1-1 0 0,0-1 1 0 0,0 0-1 0 0,1 1 1 0 0,-1-1-1 0 0,0 0 1 0 0,0 0-1 0 0,3 1 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04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36 162 2412 0 0,'6'-161'19935'0'0,"-1"266"-15796"0"0,-15 290-1006 0 0,-18-133-4969 0 0,21-193-2289 0 0,6-26-4858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04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305 110 1480 0 0,'46'-103'19697'0'0,"-46"103"-19675"0"0,0-1 0 0 0,0 1 0 0 0,0 0 1 0 0,0 0-1 0 0,0 0 0 0 0,0-1 0 0 0,0 1 0 0 0,0 0 1 0 0,0 0-1 0 0,0 0 0 0 0,0-1 0 0 0,0 1 1 0 0,0 0-1 0 0,0 0 0 0 0,0 0 0 0 0,0-1 1 0 0,0 1-1 0 0,0 0 0 0 0,0 0 0 0 0,0 0 1 0 0,0 0-1 0 0,0-1 0 0 0,-1 1 0 0 0,1 0 0 0 0,0 0 1 0 0,0 0-1 0 0,0 0 0 0 0,0-1 0 0 0,0 1 1 0 0,0 0-1 0 0,-1 0 0 0 0,1 0 0 0 0,0 0 1 0 0,0 0-1 0 0,0 0 0 0 0,-1-1 0 0 0,1 1 0 0 0,0 0 1 0 0,0 0-1 0 0,0 0 0 0 0,0 0 0 0 0,-1 0 1 0 0,1 0-1 0 0,0 0 0 0 0,-1 0 0 0 0,-45 31 813 0 0,-78 53-61 0 0,-20 16-585 0 0,140-98-210 0 0,1-1-40 0 0,0 1 1 0 0,0 0-1 0 0,0 0 1 0 0,0 0-1 0 0,0 1 1 0 0,-4 4 0 0 0,6-7 52 0 0,1 1 1 0 0,0-1 0 0 0,0 0 0 0 0,0 1 0 0 0,-1-1 0 0 0,1 0 0 0 0,0 1 0 0 0,0-1 0 0 0,0 0-1 0 0,0 1 1 0 0,0-1 0 0 0,0 1 0 0 0,0-1 0 0 0,0 0 0 0 0,0 1 0 0 0,0-1 0 0 0,0 1 0 0 0,0-1-1 0 0,0 0 1 0 0,0 1 0 0 0,0-1 0 0 0,0 1 0 0 0,0-1 0 0 0,0 0 0 0 0,0 1 0 0 0,1-1 0 0 0,-1 1-1 0 0,1 0 6 0 0,0 0-1 0 0,0 0 1 0 0,1 0 0 0 0,-1 0-1 0 0,0 0 1 0 0,0-1-1 0 0,1 1 1 0 0,-1 0-1 0 0,0-1 1 0 0,1 1-1 0 0,-1-1 1 0 0,2 1-1 0 0,24 9-26 0 0,-1 0 0 0 0,-1 2 0 0 0,0 0 0 0 0,-1 2 0 0 0,0 1 0 0 0,-1 1 0 0 0,-1 1-1 0 0,0 1 1 0 0,25 27 0 0 0,32 42 124 0 0,-43-47 186 0 0,59 53-1 0 0,-91-89-44 0 0,0-1-1 0 0,1 1 1 0 0,-1-1-1 0 0,1 0 1 0 0,0 0 0 0 0,0 0-1 0 0,7 2 1 0 0,-10-5-187 0 0,0 1-1 0 0,0-1 1 0 0,0 0 0 0 0,0 0 0 0 0,0 0-1 0 0,0 0 1 0 0,0 0 0 0 0,0 0 0 0 0,0-1-1 0 0,0 1 1 0 0,0-1 0 0 0,0 1 0 0 0,0-1 0 0 0,0 0-1 0 0,0 0 1 0 0,0 0 0 0 0,0 0 0 0 0,0 0-1 0 0,-1 0 1 0 0,1 0 0 0 0,0-1 0 0 0,2-2-1 0 0,13-14-1142 0 0,0 0-1 0 0,-1-1 0 0 0,18-30 1 0 0,22-25-12252 0 0,-40 54 6782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8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23 252 0 0,'-3'-1'2022'0'0,"-42"-18"7120"0"0,45 19-9101 0 0,-1-1-1 0 0,0 1 0 0 0,1 0 1 0 0,-1-1-1 0 0,0 1 0 0 0,1 0 1 0 0,-1 0-1 0 0,0 0 0 0 0,1 0 0 0 0,-1 0 1 0 0,0 0-1 0 0,0 0 0 0 0,1 0 1 0 0,-1 0-1 0 0,0 0 0 0 0,1 0 1 0 0,-1 0-1 0 0,0 0 0 0 0,1 0 0 0 0,-1 1 1 0 0,0-1-1 0 0,1 0 0 0 0,-1 1 1 0 0,0-1-1 0 0,1 0 0 0 0,-1 1 1 0 0,1-1-1 0 0,-1 1 0 0 0,1-1 1 0 0,-2 2-1 0 0,-4 17 606 0 0,1 1 0 0 0,0-1 1 0 0,2 1-1 0 0,-3 38 0 0 0,1-6-103 0 0,-7 55-312 0 0,1 171 1 0 0,24-113-9760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8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13 314 2392 0 0,'-3'-13'953'0'0,"0"-1"-1"0"0,0 0 1 0 0,2 0 0 0 0,-1 1-1 0 0,2-1 1 0 0,0 0-1 0 0,1 0 1 0 0,2-15 0 0 0,-2 21-794 0 0,1 1 0 0 0,0-1 0 0 0,1 1 0 0 0,-1 0 0 0 0,1 0 0 0 0,1 0 0 0 0,-1 0 0 0 0,1 1 0 0 0,0-1 0 0 0,1 1 0 0 0,-1 0 1 0 0,1 0-1 0 0,0 1 0 0 0,1 0 0 0 0,-1-1 0 0 0,10-5 0 0 0,-1 3-90 0 0,0 0-1 0 0,0 1 1 0 0,1 0 0 0 0,0 1-1 0 0,0 1 1 0 0,0 1 0 0 0,1 0-1 0 0,-1 1 1 0 0,1 0 0 0 0,0 1-1 0 0,0 1 1 0 0,0 1 0 0 0,0 0-1 0 0,0 1 1 0 0,0 1 0 0 0,-1 0-1 0 0,1 1 1 0 0,0 1 0 0 0,-1 0-1 0 0,20 9 1 0 0,-32-12-33 0 0,1 1 0 0 0,-1-1 0 0 0,0 1 0 0 0,1 0 0 0 0,-1 0 0 0 0,0 1 1 0 0,0-1-1 0 0,0 0 0 0 0,-1 1 0 0 0,1 0 0 0 0,-1 0 0 0 0,1 0 0 0 0,-1 0 0 0 0,0 0 0 0 0,0 0 0 0 0,0 0 0 0 0,-1 1 0 0 0,1-1 0 0 0,-1 1 0 0 0,0-1 0 0 0,1 1 1 0 0,-2 0-1 0 0,1-1 0 0 0,0 1 0 0 0,-1 0 0 0 0,0 0 0 0 0,0-1 0 0 0,0 1 0 0 0,0 0 0 0 0,0 0 0 0 0,-1-1 0 0 0,0 1 0 0 0,0 0 0 0 0,0-1 0 0 0,0 1 1 0 0,0-1-1 0 0,-1 1 0 0 0,1-1 0 0 0,-1 1 0 0 0,-3 3 0 0 0,-4 6 79 0 0,0-1 1 0 0,-1 0-1 0 0,-1 0 1 0 0,1-1-1 0 0,-2 0 1 0 0,0-1-1 0 0,0 0 1 0 0,0-1-1 0 0,-21 11 1 0 0,-12 2 315 0 0,-76 28 0 0 0,35-16 807 0 0,35-17-673 0 0,49-16-517 0 0,2-1-43 0 0,-1 0 1 0 0,1 0-1 0 0,-1 0 1 0 0,1 1-1 0 0,-1-1 0 0 0,1 0 1 0 0,0 1-1 0 0,-1-1 1 0 0,1 0-1 0 0,0 1 1 0 0,-1-1-1 0 0,1 0 1 0 0,0 1-1 0 0,-1-1 1 0 0,1 0-1 0 0,0 1 1 0 0,0-1-1 0 0,-1 1 1 0 0,1-1-1 0 0,0 2 1 0 0,15 8-53 0 0,29 16 1 0 0,13 9 76 0 0,-5 6-70 0 0,68 72 0 0 0,-75-68-2401 0 0,89 69 0 0 0,-123-106 981 0 0,0-2 0 0 0,0 0 0 0 0,0 0 0 0 0,22 7 0 0 0,-9-5-4385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9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266 194 2600 0 0,'0'-16'2339'0'0,"-1"-1"0"0"0,-1 1 0 0 0,0 0 0 0 0,-6-19 0 0 0,6 26-1650 0 0,-1 1-1 0 0,0 0 0 0 0,0 0 0 0 0,-1 0 0 0 0,0 0 0 0 0,0 1 1 0 0,-1-1-1 0 0,0 1 0 0 0,-9-9 0 0 0,13 15-645 0 0,-1 0 0 0 0,1 0 0 0 0,-1 1 0 0 0,1-1 0 0 0,-1 0 0 0 0,1 1 0 0 0,-1-1 0 0 0,1 1 0 0 0,-1 0-1 0 0,0 0 1 0 0,1-1 0 0 0,-1 1 0 0 0,0 0 0 0 0,1 0 0 0 0,-1 1 0 0 0,0-1 0 0 0,-2 1 0 0 0,-1-1 11 0 0,1 1 0 0 0,0 1 0 0 0,-1-1 0 0 0,1 0-1 0 0,-6 4 1 0 0,0 1-27 0 0,1 0-1 0 0,0 1 0 0 0,1 0 1 0 0,0 1-1 0 0,0 0 0 0 0,0 0 1 0 0,1 1-1 0 0,0 0 0 0 0,-9 17 0 0 0,7-10-28 0 0,0 1 0 0 0,1 0 0 0 0,1 0 0 0 0,1 1 0 0 0,-4 19 0 0 0,9-32 1 0 0,0-1-1 0 0,0 1 1 0 0,1 0-1 0 0,0 0 1 0 0,0 0-1 0 0,0-1 1 0 0,0 1-1 0 0,1 0 1 0 0,0 0-1 0 0,0-1 1 0 0,0 1-1 0 0,0 0 1 0 0,1-1 0 0 0,0 1-1 0 0,0-1 1 0 0,3 6-1 0 0,-3-8-18 0 0,-1 1-1 0 0,1-1 1 0 0,0 0 0 0 0,1 0-1 0 0,-1 0 1 0 0,0 0 0 0 0,1 0-1 0 0,-1 0 1 0 0,1 0 0 0 0,-1-1-1 0 0,1 0 1 0 0,0 1-1 0 0,0-1 1 0 0,0 0 0 0 0,0 0-1 0 0,0 0 1 0 0,0-1 0 0 0,0 1-1 0 0,0-1 1 0 0,0 0 0 0 0,0 1-1 0 0,0-1 1 0 0,0-1-1 0 0,0 1 1 0 0,0 0 0 0 0,5-2-1 0 0,-2 0-28 0 0,1 0 0 0 0,0 0-1 0 0,0-1 1 0 0,-1 0 0 0 0,0 0-1 0 0,1 0 1 0 0,-1-1 0 0 0,0 0-1 0 0,-1 0 1 0 0,1-1 0 0 0,-1 1-1 0 0,0-1 1 0 0,0 0 0 0 0,7-9 0 0 0,2-7 29 0 0,-1 0 1 0 0,20-40 0 0 0,-26 46 134 0 0,22-58 1249 0 0,-28 72-1346 0 0,3-2-59 0 0,-1 1 15 0 0,3 9-7 0 0,1 10 28 0 0,0 1-1 0 0,-2 0 0 0 0,6 25 0 0 0,-8-28-685 0 0,0 0-1 0 0,1 1 1 0 0,1-2 0 0 0,1 1-1 0 0,0-1 1 0 0,12 22-1 0 0,-16-34 126 0 0,0 1-1 0 0,0-1 0 0 0,0 0 1 0 0,1 0-1 0 0,-1 0 1 0 0,1 0-1 0 0,-1-1 0 0 0,1 1 1 0 0,-1 0-1 0 0,1-1 1 0 0,0 0-1 0 0,0 0 0 0 0,0 0 1 0 0,-1 0-1 0 0,1 0 1 0 0,4 0-1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9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1 200 300 0 0,'28'-127'14929'0'0,"-28"126"-14853"0"0,0-1 0 0 0,1 0-1 0 0,-1 1 1 0 0,0-1-1 0 0,1 1 1 0 0,0-1-1 0 0,-1 1 1 0 0,1 0 0 0 0,0-1-1 0 0,-1 1 1 0 0,1 0-1 0 0,0-1 1 0 0,0 1 0 0 0,0 0-1 0 0,0 0 1 0 0,0 0-1 0 0,0-1 1 0 0,1 1-1 0 0,-1 1 1 0 0,0-1 0 0 0,1 0-1 0 0,-1 0 1 0 0,0 0-1 0 0,1 1 1 0 0,-1-1-1 0 0,1 1 1 0 0,-1-1 0 0 0,1 1-1 0 0,-1-1 1 0 0,1 1-1 0 0,-1 0 1 0 0,1 0 0 0 0,3 0-1 0 0,-1 0-1 0 0,0 1 0 0 0,0-1 0 0 0,0 1-1 0 0,-1 0 1 0 0,1 0 0 0 0,0 0 0 0 0,0 1 0 0 0,0 0 0 0 0,-1-1 0 0 0,1 1-1 0 0,-1 0 1 0 0,5 4 0 0 0,1 2 35 0 0,0-1 1 0 0,-1 2-1 0 0,0-1 1 0 0,-1 1-1 0 0,0 0 1 0 0,0 1-1 0 0,-1 0 1 0 0,0 0-1 0 0,0 0 0 0 0,4 13 1 0 0,-5-7 60 0 0,0 0 0 0 0,-1 0 0 0 0,-1 0-1 0 0,0 0 1 0 0,-1 1 0 0 0,0 25 0 0 0,-3-42-168 0 0,1 1 0 0 0,0-1 0 0 0,0 0 0 0 0,0 0 0 0 0,-1 1 0 0 0,1-1 0 0 0,0 0 0 0 0,-1 0 0 0 0,1 0 0 0 0,0 1 0 0 0,0-1 0 0 0,-1 0 0 0 0,1 0 0 0 0,0 0 0 0 0,-1 0 0 0 0,1 0 0 0 0,0 0 0 0 0,-1 0 0 0 0,1 0 0 0 0,0 0-1 0 0,-1 0 1 0 0,1 0 0 0 0,-1 0 0 0 0,1 0 0 0 0,0 0 0 0 0,-1 0 0 0 0,1 0 0 0 0,0 0 0 0 0,-1 0 0 0 0,1 0 0 0 0,0 0 0 0 0,0 0 0 0 0,-1-1 0 0 0,1 1 0 0 0,0 0 0 0 0,-1 0 0 0 0,1 0 0 0 0,0-1 0 0 0,0 1 0 0 0,-1 0 0 0 0,1 0 0 0 0,0-1 0 0 0,0 1 0 0 0,0 0 0 0 0,-1-1 0 0 0,1 1 0 0 0,0 0 0 0 0,0 0 0 0 0,0-1 0 0 0,0 1 0 0 0,0 0 0 0 0,-1-1 0 0 0,1 1 0 0 0,0 0 0 0 0,0-1 0 0 0,0 1 0 0 0,0 0 0 0 0,0-1 0 0 0,0 1 0 0 0,0-1 0 0 0,1 1 0 0 0,-3-12-22 0 0,2 0 1 0 0,0 0-1 0 0,0 0 1 0 0,1 0 0 0 0,1 0-1 0 0,0 0 1 0 0,0 0-1 0 0,1 1 1 0 0,1-1 0 0 0,0 1-1 0 0,0 0 1 0 0,1 0 0 0 0,1 0-1 0 0,0 1 1 0 0,0 0-1 0 0,9-12 1 0 0,-7 13-2 0 0,0-1 1 0 0,0 2-1 0 0,1-1 1 0 0,0 1-1 0 0,0 0 0 0 0,1 1 1 0 0,13-8-1 0 0,-16 11 4 0 0,1 0 0 0 0,-1 1 0 0 0,1-1 0 0 0,0 2 0 0 0,0-1 0 0 0,0 1 0 0 0,0 1 0 0 0,0-1 0 0 0,0 1 0 0 0,1 1 0 0 0,8 0 0 0 0,-11 0 24 0 0,-1 0 1 0 0,1 1-1 0 0,0-1 0 0 0,-1 2 1 0 0,1-1-1 0 0,-1 1 0 0 0,1-1 1 0 0,-1 1-1 0 0,0 1 1 0 0,0-1-1 0 0,0 1 0 0 0,0 0 1 0 0,0 0-1 0 0,0 1 0 0 0,-1-1 1 0 0,1 1-1 0 0,-1 0 1 0 0,0 0-1 0 0,-1 0 0 0 0,1 1 1 0 0,-1-1-1 0 0,1 1 0 0 0,-2 0 1 0 0,1 0-1 0 0,2 6 0 0 0,3 11-120 0 0,-1 0 0 0 0,-1 0-1 0 0,-2 1 1 0 0,0-1 0 0 0,1 25 0 0 0,6 32-3283 0 0,-4-54 746 0 0,4-10-2625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0 139 296 0 0,'11'-138'23775'0'0,"24"399"-20081"0"0,-20 5-3190 0 0,-15-264-490 0 0,1 51 157 0 0,-2-28-1052 0 0,5 34 0 0 0,-4-57 213 0 0,-1 5-2365 0 0,6-44-11413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20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51 956 0 0,'21'-41'14349'0'0,"-21"41"-14235"0"0,0-1 1 0 0,0 1-1 0 0,0 0 1 0 0,1 0-1 0 0,-1-1 1 0 0,0 1-1 0 0,0 0 1 0 0,0-1-1 0 0,0 1 1 0 0,0 0-1 0 0,0-1 1 0 0,1 1-1 0 0,-1 0 1 0 0,0-1-1 0 0,0 1 1 0 0,0 0-1 0 0,0-1 1 0 0,0 1-1 0 0,-1 0 1 0 0,1-1-1 0 0,0 1 1 0 0,0 0-1 0 0,0-1 1 0 0,0 1-1 0 0,0 0 1 0 0,0-1-1 0 0,0 1 1 0 0,-1-1-1 0 0,-15 3 307 0 0,-1 1-1 0 0,1 1 1 0 0,0 0 0 0 0,1 1 0 0 0,-1 0-1 0 0,-18 10 1 0 0,0-1-186 0 0,-204 84-51 0 0,238-98-194 0 0,0 0 1 0 0,-1 0-1 0 0,1 0 0 0 0,0 0 0 0 0,-1 1 0 0 0,1-1 0 0 0,0 0 0 0 0,0 0 0 0 0,-1 0 0 0 0,1 0 0 0 0,0 1 0 0 0,0-1 0 0 0,-1 0 1 0 0,1 0-1 0 0,0 0 0 0 0,0 1 0 0 0,-1-1 0 0 0,1 0 0 0 0,0 0 0 0 0,0 1 0 0 0,0-1 0 0 0,0 0 0 0 0,-1 1 0 0 0,1-1 1 0 0,0 0-1 0 0,0 0 0 0 0,0 1 0 0 0,0-1 0 0 0,0 0 0 0 0,0 1 0 0 0,0-1 0 0 0,8 8-119 0 0,20 3 85 0 0,-23-9 1 0 0,57 27-40 0 0,-2 2 1 0 0,80 56-1 0 0,-15-10-116 0 0,-92-58-514 0 0,2-2 0 0 0,0-1 0 0 0,1-2 0 0 0,53 14 0 0 0,-60-21-780 0 0,1-1 0 0 0,0-2 0 0 0,1-1-1 0 0,-1-1 1 0 0,0-1 0 0 0,38-5-1 0 0,-12-4-3093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20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117 261 2812 0 0,'-4'-114'19290'0'0,"-5"202"-16831"0"0,-33 130 0 0 0,13-80-1720 0 0,28-130-681 0 0,-1-1 1 0 0,1 1-1 0 0,-2-1 1 0 0,1 0-1 0 0,-4 8 1 0 0,5-14-82 0 0,0-3-33 0 0,-1-1 0 0 0,1 1 0 0 0,0-1 1 0 0,0 0-1 0 0,0 1 0 0 0,0-1 0 0 0,-1-5 0 0 0,-1-14-123 0 0,1 0 1 0 0,1 0-1 0 0,0-1 0 0 0,2 1 1 0 0,1 0-1 0 0,4-23 0 0 0,2 7 95 0 0,1 0 0 0 0,23-58 0 0 0,-14 50 39 0 0,25-43 0 0 0,-36 76 32 0 0,1 0-1 0 0,0 0 1 0 0,0 1-1 0 0,2 1 0 0 0,-1-1 1 0 0,1 1-1 0 0,23-18 0 0 0,-30 27 14 0 0,0 0 0 0 0,0 0 0 0 0,0 0 0 0 0,1 0 0 0 0,-1 1 0 0 0,0-1 0 0 0,1 1 0 0 0,-1 0-1 0 0,1 0 1 0 0,0 0 0 0 0,-1 1 0 0 0,1-1 0 0 0,0 1 0 0 0,-1 0 0 0 0,1 0 0 0 0,5 1 0 0 0,-4 0 56 0 0,0 0 0 0 0,-1 1-1 0 0,1-1 1 0 0,-1 1 0 0 0,0 0 0 0 0,1 0 0 0 0,-1 1 0 0 0,0-1 0 0 0,0 1 0 0 0,0 0 0 0 0,4 4 0 0 0,2 5 186 0 0,1 0 0 0 0,-2 0 0 0 0,0 0 1 0 0,0 1-1 0 0,-1 1 0 0 0,11 25 0 0 0,3 19 159 0 0,-2 1-1 0 0,-3 2 1 0 0,9 64-1 0 0,-3-14-188 0 0,-21-104-272 0 0,14 52-1128 0 0,-15-55 860 0 0,1 0-1 0 0,-1 0 1 0 0,1 0-1 0 0,0-1 0 0 0,0 1 1 0 0,0 0-1 0 0,0-1 1 0 0,1 0-1 0 0,0 1 0 0 0,-1-1 1 0 0,6 4-1 0 0,-7-6-138 0 0,1-1-1 0 0,0 1 1 0 0,-1-1-1 0 0,1 0 1 0 0,-1 1-1 0 0,1-1 1 0 0,0 0-1 0 0,-1 0 1 0 0,1 0-1 0 0,0 0 1 0 0,-1 0-1 0 0,1 0 1 0 0,0 0-1 0 0,-1-1 1 0 0,1 1 0 0 0,-1-1-1 0 0,1 1 1 0 0,-1-1-1 0 0,1 0 1 0 0,-1 1-1 0 0,1-1 1 0 0,-1 0-1 0 0,1 0 1 0 0,-1 0-1 0 0,0 0 1 0 0,0 0-1 0 0,1 0 1 0 0,-1 0-1 0 0,0-1 1 0 0,1-2-1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2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164 146 1536 0 0,'-155'-6'18735'0'0,"147"4"-17857"0"0,7-2-340 0 0,15-4-175 0 0,24-6-310 0 0,125-28-2320 0 0,-62 16-1072 0 0,0-2-3511 0 0,-47 13-393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21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0 320 0 0,'-207'64'21063'0'0,"206"-64"-20553"0"0,5 1-682 0 0,0-1-1 0 0,0 0 1 0 0,1-1-1 0 0,-1 1 1 0 0,0-1-1 0 0,6-1 1 0 0,8-1-906 0 0,44-1-3279 0 0,-20 4-2630 0 0,-23 0 1127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21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11 240 0 0,'-182'60'20053'0'0,"144"-48"-17271"0"0,35-11-2319 0 0,7-2-376 0 0,177-33-5012 0 0,-61 4-3539 0 0,-65 12 632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21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103 147 1156 0 0,'-2'-9'2116'0'0,"0"0"0"0"0,0 0 0 0 0,1-1 0 0 0,0 1 0 0 0,1 0 0 0 0,1-10 0 0 0,-1 15-1921 0 0,1 1 1 0 0,0 0-1 0 0,0 0 0 0 0,0 0 0 0 0,0 0 0 0 0,0 0 0 0 0,1 0 0 0 0,-1 0 0 0 0,1 0 0 0 0,0 0 1 0 0,0 1-1 0 0,0-1 0 0 0,0 1 0 0 0,1-1 0 0 0,-1 1 0 0 0,0 0 0 0 0,1 0 0 0 0,0 0 1 0 0,-1 0-1 0 0,7-2 0 0 0,-4 1-144 0 0,0 1 0 0 0,0 0 0 0 0,0 1 0 0 0,0-1 0 0 0,0 1 0 0 0,0 0 0 0 0,0 0 0 0 0,0 0 0 0 0,1 1 0 0 0,-1 0 0 0 0,0 0 0 0 0,0 0 0 0 0,1 0 0 0 0,-1 1 0 0 0,0 0 0 0 0,0 0 0 0 0,0 1 0 0 0,0 0 0 0 0,0-1 0 0 0,0 2 0 0 0,0-1 0 0 0,0 0 0 0 0,-1 1 0 0 0,1 0 0 0 0,4 4 0 0 0,-4-3 74 0 0,0 1 1 0 0,0-1 0 0 0,0 1 0 0 0,-1 0 0 0 0,0 0-1 0 0,0 1 1 0 0,0-1 0 0 0,-1 1 0 0 0,0 0 0 0 0,0 0-1 0 0,0 0 1 0 0,-1 0 0 0 0,0 0 0 0 0,0 1 0 0 0,0-1-1 0 0,-1 1 1 0 0,0-1 0 0 0,0 1 0 0 0,-1 11 0 0 0,-2-1 131 0 0,-1 1-1 0 0,-1-1 1 0 0,0 1 0 0 0,-2-1 0 0 0,0-1 0 0 0,0 1 0 0 0,-2-1 0 0 0,0 0 0 0 0,-1 0 0 0 0,-18 24 0 0 0,-9 6 891 0 0,-79 79 0 0 0,87-98-791 0 0,15-16-124 0 0,1 1 0 0 0,0 1 0 0 0,0 0 0 0 0,-9 16 0 0 0,36-27 34 0 0,6-3-166 0 0,0-2 1 0 0,0-1-1 0 0,-1 0 0 0 0,24-9 1 0 0,-22 6-97 0 0,360-117-3217 0 0,-200 37-2186 0 0,-141 63 1667 0 0,0-2 1 0 0,42-37 0 0 0,-38 23-5396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8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50 1808 0 0,'14'-23'12265'0'0,"-23"36"-12182"0"0,1 1 1 0 0,0 0-1 0 0,1 0 0 0 0,-7 19 1 0 0,-18 65-58 0 0,24-70 15 0 0,-7 21 45 0 0,-8 57 0 0 0,20-84-64 0 0,0 0-1 0 0,2 0 0 0 0,0 0 1 0 0,1 0-1 0 0,5 27 0 0 0,-5-46-8 0 0,0 1-1 0 0,1-1 0 0 0,0 1 1 0 0,0-1-1 0 0,0 1 0 0 0,0-1 1 0 0,1 0-1 0 0,0 1 0 0 0,-1-1 1 0 0,1 0-1 0 0,0 0 0 0 0,0 0 1 0 0,0 0-1 0 0,1-1 0 0 0,-1 1 1 0 0,1 0-1 0 0,0-1 1 0 0,0 0-1 0 0,-1 0 0 0 0,1 0 1 0 0,6 3-1 0 0,-5-3 46 0 0,0-1 0 0 0,0 0 0 0 0,0 0 0 0 0,1-1 0 0 0,-1 1 0 0 0,0-1 0 0 0,0 0 0 0 0,1 0 0 0 0,-1 0 0 0 0,0-1 0 0 0,0 1 0 0 0,0-1 0 0 0,0 0 0 0 0,1 0 0 0 0,-1-1 0 0 0,0 1 0 0 0,-1-1 0 0 0,7-3 0 0 0,-1 0 128 0 0,-1 0 0 0 0,0-1 0 0 0,0 0 0 0 0,0 0 0 0 0,-1 0-1 0 0,0-1 1 0 0,0 0 0 0 0,0-1 0 0 0,-1 0 0 0 0,0 0 0 0 0,8-15 0 0 0,-7 9-1 0 0,-1 0 0 0 0,-1 0 0 0 0,0-1 0 0 0,-1 1 0 0 0,-1-1 0 0 0,0 0 0 0 0,1-16 0 0 0,-2-2-14 0 0,-2 0 0 0 0,-1 1 1 0 0,-2-1-1 0 0,-1 0 1 0 0,-2 1-1 0 0,-14-48 1 0 0,16 67-276 0 0,-1 0-1 0 0,-1 0 1 0 0,0 0 0 0 0,0 0-1 0 0,-15-20 1 0 0,20 32-56 0 0,0 0-1 0 0,1 1 1 0 0,-1-1 0 0 0,0 0 0 0 0,0 0-1 0 0,0 0 1 0 0,1 0 0 0 0,-1 0 0 0 0,0 1-1 0 0,0-1 1 0 0,0 0 0 0 0,0 1 0 0 0,0-1-1 0 0,0 1 1 0 0,0-1 0 0 0,-1 1 0 0 0,1 0-1 0 0,-2-1 1 0 0,2 1 28 0 0,1 0 0 0 0,-1 0 0 0 0,0 1 0 0 0,0-1 0 0 0,1 0 0 0 0,-1 0 1 0 0,0 1-1 0 0,0-1 0 0 0,1 0 0 0 0,-1 1 0 0 0,0-1 0 0 0,1 1 0 0 0,-1-1 0 0 0,1 1 0 0 0,-1-1 0 0 0,0 1 0 0 0,1-1 0 0 0,-1 1 1 0 0,1-1-1 0 0,-1 2 0 0 0,-1 1-531 0 0,1 0 0 0 0,-1-1 1 0 0,1 1-1 0 0,0 0 0 0 0,0 0 1 0 0,0 0-1 0 0,0 0 0 0 0,1 0 1 0 0,-1 0-1 0 0,1 0 0 0 0,0 6 1 0 0,1 1-3683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8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92 2556 0 0,'-1'-10'7274'0'0,"1"8"-6783"0"0,0 1-1 0 0,-1 0 1 0 0,1 0-1 0 0,0-1 1 0 0,-5-6 2942 0 0,2 6-2942 0 0,3 1-422 0 0,-1 1 0 0 0,1 0 1 0 0,0 0-1 0 0,-1 0 0 0 0,1 0 1 0 0,-1-1-1 0 0,1 1 0 0 0,0 0 1 0 0,-1 0-1 0 0,1 0 0 0 0,-1 0 1 0 0,1 0-1 0 0,0 0 0 0 0,-1 0 1 0 0,1 0-1 0 0,-1 0 0 0 0,1 0 1 0 0,0 1-1 0 0,-1-1 0 0 0,1 0 1 0 0,-1 0-1 0 0,1 0 0 0 0,0 0 1 0 0,-1 1-1 0 0,1-1 0 0 0,-1 1 1 0 0,-3 2-120 0 0,1 1 0 0 0,-1-1 1 0 0,1 1-1 0 0,0 0 0 0 0,-4 7 0 0 0,4-6 322 0 0,-22 32-116 0 0,-37 79-1 0 0,54-99-140 0 0,1 1 0 0 0,1 0 0 0 0,1 0 0 0 0,0 0 0 0 0,1 1 0 0 0,1-1 0 0 0,0 28 0 0 0,2-41-4 0 0,2 0 0 0 0,-1 1 0 0 0,0-1 0 0 0,1 0 0 0 0,0 0 0 0 0,0 0 1 0 0,1 1-1 0 0,-1-1 0 0 0,1 0 0 0 0,0-1 0 0 0,1 1 0 0 0,-1 0 0 0 0,1-1 0 0 0,0 1 0 0 0,0-1 0 0 0,6 7 0 0 0,-5-8 10 0 0,0 0 0 0 0,0 0-1 0 0,0 0 1 0 0,1 0 0 0 0,-1-1-1 0 0,1 0 1 0 0,0 1-1 0 0,0-2 1 0 0,0 1 0 0 0,0-1-1 0 0,0 1 1 0 0,0-1 0 0 0,0-1-1 0 0,0 1 1 0 0,0-1 0 0 0,11 0-1 0 0,-3-2 130 0 0,0 0 0 0 0,-1 0 0 0 0,1-1 0 0 0,-1 0 0 0 0,0-1 1 0 0,0-1-1 0 0,0 0 0 0 0,0 0 0 0 0,-1-1 0 0 0,0-1 0 0 0,0 0 0 0 0,0 0 0 0 0,-1-1 0 0 0,0-1 0 0 0,-1 0 0 0 0,0 0 0 0 0,0 0 0 0 0,9-15 0 0 0,-9 12 95 0 0,-1 0 1 0 0,0-1 0 0 0,-1-1-1 0 0,0 1 1 0 0,-1-1-1 0 0,0 0 1 0 0,-1-1 0 0 0,-1 1-1 0 0,0-1 1 0 0,-1 0-1 0 0,-1 0 1 0 0,0 0 0 0 0,-1 0-1 0 0,-1 0 1 0 0,-2-21-1 0 0,1 27-252 0 0,-1 1-1 0 0,0-1 0 0 0,0 1 1 0 0,-1 0-1 0 0,0 0 0 0 0,-1 0 1 0 0,1 1-1 0 0,-2-1 0 0 0,1 1 1 0 0,-1 0-1 0 0,0 0 0 0 0,0 0 0 0 0,-1 1 1 0 0,0-1-1 0 0,0 2 0 0 0,0-1 1 0 0,-1 1-1 0 0,0-1 0 0 0,0 2 1 0 0,0-1-1 0 0,-1 1 0 0 0,0 0 1 0 0,-14-4-1 0 0,14 5-403 0 0,-1 1 0 0 0,1 0 0 0 0,0 1 1 0 0,-1 0-1 0 0,1 0 0 0 0,-1 1 0 0 0,1 0 0 0 0,-1 0 0 0 0,1 1 0 0 0,-1 0 1 0 0,1 1-1 0 0,0 0 0 0 0,-1 0 0 0 0,1 0 0 0 0,-12 7 0 0 0,15-6-60 0 0,-1 0 0 0 0,1 0 0 0 0,1 0-1 0 0,-1 1 1 0 0,0 0 0 0 0,1 0-1 0 0,0 0 1 0 0,0 0 0 0 0,-4 6 0 0 0,5-6-668 0 0,0 1 1 0 0,0 0-1 0 0,0 0 1 0 0,1 0-1 0 0,-4 10 1 0 0,3 0-3959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6:4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40 2268 0 0,'1'-12'4777'0'0,"-1"10"-4087"0"0,0 0 1 0 0,1 0-1 0 0,-1 0 0 0 0,0 0 0 0 0,0 0 0 0 0,0 0 0 0 0,0 0 1 0 0,-1 0-1 0 0,0-3 0 0 0,1 5-649 0 0,0 0 1 0 0,0-1-1 0 0,0 1 1 0 0,-1 0-1 0 0,1 0 1 0 0,0-1-1 0 0,0 1 1 0 0,-1 0-1 0 0,1 0 1 0 0,0-1-1 0 0,-1 1 1 0 0,1 0-1 0 0,0 0 1 0 0,-1 0-1 0 0,1-1 1 0 0,0 1-1 0 0,-1 0 1 0 0,1 0-1 0 0,0 0 1 0 0,-1 0-1 0 0,1 0 1 0 0,-1 0-1 0 0,1 0 1 0 0,0 0-1 0 0,-1 0 1 0 0,1 0-1 0 0,0 0 1 0 0,-1 0-1 0 0,1 0 1 0 0,-1 0-1 0 0,1 0 1 0 0,0 0-1 0 0,-1 0 1 0 0,1 1-1 0 0,0-1 1 0 0,-1 0-1 0 0,1 0 1 0 0,0 0-1 0 0,-1 1 1 0 0,1-1-1 0 0,0 0 1 0 0,0 0-1 0 0,-1 1 1 0 0,1-1-1 0 0,0 0 1 0 0,0 0-1 0 0,-1 1 1 0 0,-5 5-8 0 0,-1 1-1 0 0,2-1 1 0 0,-1 1 0 0 0,1 0 0 0 0,0 1 0 0 0,0-1 0 0 0,1 1 0 0 0,-6 13-1 0 0,-3 5 21 0 0,-10 13 77 0 0,3 1 0 0 0,1 1 0 0 0,2 0 1 0 0,-15 59-1 0 0,29-89-96 0 0,1 1 0 0 0,0 0 0 0 0,1 1 0 0 0,0-1 0 0 0,1 0 0 0 0,0 0 0 0 0,1 0 0 0 0,0 1 0 0 0,6 22 0 0 0,-5-30-8 0 0,0 0 1 0 0,0 0-1 0 0,0 0 0 0 0,1 0 0 0 0,0 0 1 0 0,-1 0-1 0 0,2-1 0 0 0,-1 1 1 0 0,0-1-1 0 0,1 0 0 0 0,0 0 1 0 0,0 0-1 0 0,0-1 0 0 0,1 0 1 0 0,-1 1-1 0 0,1-1 0 0 0,-1-1 0 0 0,1 1 1 0 0,0-1-1 0 0,0 0 0 0 0,1 0 1 0 0,-1 0-1 0 0,0-1 0 0 0,7 2 1 0 0,0-1 143 0 0,2-1 0 0 0,-1 0 1 0 0,0 0-1 0 0,0-1 0 0 0,0-1 1 0 0,0 0-1 0 0,0-1 0 0 0,0-1 0 0 0,0 0 1 0 0,-1 0-1 0 0,1-1 0 0 0,-1-1 1 0 0,0 0-1 0 0,0-1 0 0 0,0 0 1 0 0,-1-1-1 0 0,0 0 0 0 0,0 0 1 0 0,-1-2-1 0 0,0 1 0 0 0,0-1 0 0 0,-1-1 1 0 0,0 1-1 0 0,-1-2 0 0 0,0 1 1 0 0,-1-1-1 0 0,0 0 0 0 0,-1 0 1 0 0,0-1-1 0 0,0 0 0 0 0,-1 0 1 0 0,-1-1-1 0 0,4-15 0 0 0,-5 16 27 0 0,-1-1 1 0 0,0 0-1 0 0,-1 0 0 0 0,0 0 0 0 0,-1 0 0 0 0,-1 0 1 0 0,0 0-1 0 0,0 0 0 0 0,-6-22 0 0 0,4 28-219 0 0,1 0-1 0 0,-1 1 1 0 0,0-1-1 0 0,0 1 0 0 0,-1 0 1 0 0,0 0-1 0 0,0 0 1 0 0,-1 0-1 0 0,1 1 1 0 0,-1-1-1 0 0,0 1 0 0 0,-1 0 1 0 0,1 1-1 0 0,-1-1 1 0 0,0 1-1 0 0,0 1 1 0 0,0-1-1 0 0,-1 1 1 0 0,-7-3-1 0 0,4 2-494 0 0,1 1 1 0 0,-1 1-1 0 0,0-1 0 0 0,0 2 1 0 0,0-1-1 0 0,0 1 0 0 0,0 1 1 0 0,0 0-1 0 0,0 0 0 0 0,-18 4 1 0 0,20-3-823 0 0,-1 2 1 0 0,1-1 0 0 0,-1 1-1 0 0,1 0 1 0 0,0 1-1 0 0,0 0 1 0 0,-12 7-1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23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0 276 1908 0 0,'0'-18'18901'0'0,"0"21"-18904"0"0,0 0 0 0 0,1 0 0 0 0,-1 0 0 0 0,1-1-1 0 0,-1 1 1 0 0,1 0 0 0 0,0 0 0 0 0,0-1 0 0 0,0 1-1 0 0,0 0 1 0 0,1-1 0 0 0,1 3 0 0 0,0 2 1 0 0,4 11 9 0 0,1 1 1 0 0,1-1 0 0 0,0 0-1 0 0,1-1 1 0 0,16 20-1 0 0,-16-25 19 0 0,1-1 0 0 0,0-1-1 0 0,0 0 1 0 0,1-1-1 0 0,1 0 1 0 0,0 0 0 0 0,0-1-1 0 0,0-1 1 0 0,1-1 0 0 0,0 1-1 0 0,18 4 1 0 0,-8-5 12 0 0,0 0 1 0 0,0-1 0 0 0,0-2-1 0 0,1 0 1 0 0,-1-2-1 0 0,33-2 1 0 0,-33-1-16 0 0,-1-1-1 0 0,1-2 1 0 0,35-11 0 0 0,67-31 9 0 0,-114 43-30 0 0,49-21-35 0 0,152-56-32 0 0,-166 66 85 0 0,7-3 6 0 0,85-16 1 0 0,-121 31-37 0 0,0 0-1 0 0,0 2 1 0 0,1 0 0 0 0,-1 2-1 0 0,1 0 1 0 0,-1 0 0 0 0,0 2-1 0 0,33 9 1 0 0,-14 1 9 0 0,0 3 0 0 0,38 21 0 0 0,-32-14 41 0 0,-41-22-16 0 0,0 0-4 0 0,6 3 24 0 0,-6-2 221 0 0,0-1 0 0 0,0 0 0 0 0,0 0 0 0 0,0 0 0 0 0,0 0 0 0 0,0 0 0 0 0,0 0 0 0 0,0-1 1 0 0,0 1-1 0 0,0-1 0 0 0,0 1 0 0 0,1-1 0 0 0,2 0 0 0 0,-3 0-152 0 0,-1-1-1 0 0,1 0 1 0 0,0 0 0 0 0,-1 0-1 0 0,1 0 1 0 0,-1 0 0 0 0,1 0-1 0 0,-1-1 1 0 0,0 1 0 0 0,1 0-1 0 0,-1-1 1 0 0,0 1-1 0 0,1-3 1 0 0,5-3-117 0 0,-1 1 0 0 0,1-1 0 0 0,-1 1-1 0 0,2 1 1 0 0,-1 0 0 0 0,1 0 0 0 0,0 0-1 0 0,0 1 1 0 0,0 0 0 0 0,0 0 0 0 0,1 1 0 0 0,-1 0-1 0 0,1 1 1 0 0,18-3 0 0 0,6 1-41 0 0,0 2 0 0 0,56 3 0 0 0,-75-1 43 0 0,188 24-25 0 0,-153-15 29 0 0,1-3 0 0 0,-1-1 0 0 0,92-4 0 0 0,-112-5-2 0 0,0-1 1 0 0,-1-2 0 0 0,1-1 0 0 0,46-19-1 0 0,-20 2 1 0 0,65-39-1 0 0,-94 47 130 0 0,-1-1-1 0 0,-1-1 0 0 0,0-1 0 0 0,-2-2 1 0 0,0 0-1 0 0,19-27 0 0 0,-40 48-82 0 0,0 0 0 0 0,0-1 0 0 0,0 0 0 0 0,0 1 0 0 0,0-1 0 0 0,0 0 0 0 0,-1 1 0 0 0,1-1 0 0 0,-1 0 0 0 0,1 0 0 0 0,-1 0 0 0 0,1 1 0 0 0,-1-1-1 0 0,0 0 1 0 0,0 0 0 0 0,0 0 0 0 0,0 0 0 0 0,-1 0 0 0 0,1 1 0 0 0,0-1 0 0 0,-1-2 0 0 0,0 2-298 0 0,0 0 1 0 0,0-1-1 0 0,0 1 0 0 0,0 0 0 0 0,0 0 0 0 0,-1 0 1 0 0,1 0-1 0 0,-4-3 0 0 0,3 4-228 0 0,-1-1 0 0 0,0 1 0 0 0,0 0 1 0 0,0 0-1 0 0,0 0 0 0 0,0 0 0 0 0,0 1 0 0 0,0-1 0 0 0,-1 1 0 0 0,1 0 0 0 0,0-1 1 0 0,0 2-1 0 0,0-1 0 0 0,-3 1 0 0 0,1-1-594 0 0,-19 2-4988 0 0,-5 2-3493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0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0 540 0 0,'0'0'1888'0'0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2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85 108 16 0 0,'-30'-100'17816'0'0,"30"98"-17415"0"0,0 2-383 0 0,0 0-1 0 0,0 0 1 0 0,0-1 0 0 0,0 1-1 0 0,0 0 1 0 0,0 0 0 0 0,0 0 0 0 0,0-1-1 0 0,0 1 1 0 0,0 0 0 0 0,-1 0-1 0 0,1 0 1 0 0,0-1 0 0 0,0 1-1 0 0,0 0 1 0 0,0 0 0 0 0,0 0 0 0 0,0 0-1 0 0,0-1 1 0 0,0 1 0 0 0,-1 0-1 0 0,1 0 1 0 0,0 0 0 0 0,0 0-1 0 0,0 0 1 0 0,0-1 0 0 0,-1 1 0 0 0,1 0-1 0 0,0 0 1 0 0,0 0 0 0 0,0 0-1 0 0,0 0 1 0 0,-1 0 0 0 0,1 0-1 0 0,0 0 1 0 0,0 0 0 0 0,0 0-1 0 0,-1 0 1 0 0,1 0 0 0 0,0 0 0 0 0,0 0-1 0 0,0 0 1 0 0,-1 0 0 0 0,1 0-1 0 0,0 0 1 0 0,0 0 0 0 0,0 0-1 0 0,-1 0 1 0 0,1 0 0 0 0,0 0 0 0 0,0 0-1 0 0,0 0 1 0 0,-1 0 0 0 0,1 1-1 0 0,0-1 1 0 0,0 0 0 0 0,0 0-1 0 0,0 0 1 0 0,0 0 0 0 0,-1 0 0 0 0,1 1-1 0 0,0-1 1 0 0,0 0 0 0 0,0 0-1 0 0,0 1 1 0 0,-7 14 521 0 0,-9 287 2148 0 0,4-53-2354 0 0,9-219-553 0 0,-3 72-1742 0 0,4-37-3303 0 0,3-54 3511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2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66 327 172 0 0,'-6'-22'2239'0'0,"1"0"0"0"0,2 0 0 0 0,-2-26 0 0 0,4 36-1816 0 0,1 1 1 0 0,0 0 0 0 0,1 0 0 0 0,0-1-1 0 0,1 1 1 0 0,0 0 0 0 0,1 0-1 0 0,5-12 1 0 0,-5 17-361 0 0,0 0-1 0 0,0 0 1 0 0,1 0 0 0 0,0 0-1 0 0,0 1 1 0 0,0 0-1 0 0,1 0 1 0 0,-1 0 0 0 0,1 0-1 0 0,1 1 1 0 0,-1 0-1 0 0,0 0 1 0 0,1 0 0 0 0,7-3-1 0 0,-5 4-34 0 0,0-1 0 0 0,1 1 0 0 0,0 0 1 0 0,0 1-1 0 0,0 0 0 0 0,0 0 0 0 0,0 1 0 0 0,0 0 0 0 0,18 1 0 0 0,-18 0-28 0 0,0 1 0 0 0,0 1-1 0 0,1 0 1 0 0,-1 0 0 0 0,-1 0 0 0 0,1 1 0 0 0,0 1-1 0 0,-1-1 1 0 0,16 10 0 0 0,-19-9 6 0 0,1-1 0 0 0,-1 2 0 0 0,0-1 0 0 0,0 1 0 0 0,0-1 0 0 0,-1 1-1 0 0,0 1 1 0 0,1-1 0 0 0,-2 1 0 0 0,1-1 0 0 0,-1 1 0 0 0,0 0 0 0 0,0 0 0 0 0,2 8 0 0 0,-3-7 7 0 0,-1 0 0 0 0,0 1 0 0 0,0-1 1 0 0,-1 1-1 0 0,0-1 0 0 0,0 1 0 0 0,-1-1 0 0 0,0 1 0 0 0,0-1 1 0 0,-1 0-1 0 0,0 1 0 0 0,0-1 0 0 0,-1 0 0 0 0,-5 12 0 0 0,-1-3 8 0 0,0 0 0 0 0,0 0 0 0 0,-2-1 0 0 0,-23 27-1 0 0,15-23 237 0 0,-1 0 1 0 0,-1-1-1 0 0,-1-1 0 0 0,0-1 0 0 0,-1-1 0 0 0,-1-1 0 0 0,0-2 0 0 0,-1 0 0 0 0,-44 14 0 0 0,25-10 1195 0 0,42-16-1334 0 0,-4 2 14 0 0,2-1-102 0 0,5 0 168 0 0,18 2-143 0 0,0 0 0 0 0,-1 2 0 0 0,0 0 0 0 0,0 1 0 0 0,0 1 0 0 0,0 1 0 0 0,22 13 0 0 0,113 81 114 0 0,-81-51-127 0 0,-63-44-344 0 0,0-2-1 0 0,1 1 1 0 0,-1-1 0 0 0,1-1 0 0 0,1 0-1 0 0,-1 0 1 0 0,0-1 0 0 0,1 0-1 0 0,0-1 1 0 0,0 0 0 0 0,21 0-1 0 0,-17-2-752 0 0,0-2-1 0 0,0 0 0 0 0,0 0 0 0 0,-1-2 1 0 0,1 1-1 0 0,-1-2 0 0 0,0 0 1 0 0,17-9-1 0 0,-2 0-3112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3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332 197 1428 0 0,'2'-6'722'0'0,"0"0"1"0"0,0 0-1 0 0,0-1 0 0 0,-1 1 0 0 0,0-1 1 0 0,-1 1-1 0 0,1-1 0 0 0,-1 0 0 0 0,0 1 0 0 0,-1-1 1 0 0,1 1-1 0 0,-1-1 0 0 0,-1 1 0 0 0,1-1 1 0 0,-4-6-1 0 0,3 7-383 0 0,0 0 0 0 0,-1 0 1 0 0,0 0-1 0 0,0 1 0 0 0,0-1 0 0 0,-1 1 1 0 0,0 0-1 0 0,0 0 0 0 0,0 0 1 0 0,-1 0-1 0 0,1 1 0 0 0,-1 0 0 0 0,0 0 1 0 0,-1 0-1 0 0,-6-4 0 0 0,10 8-310 0 0,0-1 1 0 0,0 1-1 0 0,0-1 0 0 0,-1 1 0 0 0,1 0 0 0 0,0 0 0 0 0,0 0 0 0 0,0 0 0 0 0,0 0 0 0 0,-1 0 0 0 0,1 1 0 0 0,0-1 1 0 0,0 1-1 0 0,0 0 0 0 0,0-1 0 0 0,0 1 0 0 0,0 0 0 0 0,-3 2 0 0 0,-33 22 147 0 0,37-24-167 0 0,-16 14 19 0 0,0 0 1 0 0,1 1-1 0 0,0 1 1 0 0,1 0 0 0 0,1 1-1 0 0,1 0 1 0 0,1 2-1 0 0,1-1 1 0 0,0 1-1 0 0,1 1 1 0 0,1 0 0 0 0,-7 26-1 0 0,15-42-23 0 0,0 1 0 0 0,0-1 0 0 0,0 1 0 0 0,1 0-1 0 0,-1-1 1 0 0,1 1 0 0 0,1 0 0 0 0,-1 0 0 0 0,1-1 0 0 0,0 1 0 0 0,3 8-1 0 0,-4-12 2 0 0,1 0-1 0 0,0 0 0 0 0,0 0 0 0 0,0 0 0 0 0,1-1 0 0 0,-1 1 0 0 0,0-1 0 0 0,1 1 0 0 0,-1-1 0 0 0,1 1 0 0 0,-1-1 0 0 0,1 0 0 0 0,0 0 0 0 0,0 0 0 0 0,-1 0 0 0 0,1 0 0 0 0,0 0 0 0 0,0 0 0 0 0,0 0 0 0 0,0-1 0 0 0,0 1 0 0 0,0-1 0 0 0,0 1 0 0 0,0-1 0 0 0,0 0 0 0 0,0 0 0 0 0,0 0 0 0 0,0 0 0 0 0,0 0 0 0 0,0-1 0 0 0,0 1 0 0 0,0-1 0 0 0,0 1 0 0 0,4-2 0 0 0,3-1-2 0 0,1-1-1 0 0,-1 0 1 0 0,0 0-1 0 0,0-1 1 0 0,0 0-1 0 0,0-1 1 0 0,-1 0-1 0 0,0 0 1 0 0,0-1-1 0 0,-1 0 1 0 0,1 0-1 0 0,6-10 1 0 0,1-1 131 0 0,-2-2 0 0 0,0 0 0 0 0,0 0 0 0 0,10-26 0 0 0,4-8 1111 0 0,-25 54-1260 0 0,-1 1 15 0 0,0-1 0 0 0,0 0 1 0 0,0 1-1 0 0,-1-1 0 0 0,1 0 0 0 0,0 1 1 0 0,0-1-1 0 0,0 1 0 0 0,-1-1 0 0 0,1 1 1 0 0,0 0-1 0 0,-1-1 0 0 0,1 1 0 0 0,0 0 1 0 0,-1-1-1 0 0,1 1 0 0 0,-1 0 0 0 0,1 0 1 0 0,-1-1-1 0 0,1 1 0 0 0,-1 0 0 0 0,0 0 1 0 0,1 0-1 0 0,-1 0 0 0 0,0 0 0 0 0,0 0 1 0 0,0-1-1 0 0,1 1 0 0 0,-1 2 0 0 0,0 2 3 0 0,19 67-222 0 0,-14-48-1048 0 0,10 28-1 0 0,-13-45 664 0 0,1 0 1 0 0,0 0-1 0 0,1-1 0 0 0,-1 1 0 0 0,1-1 0 0 0,1 0 1 0 0,-1 0-1 0 0,7 7 0 0 0,-9-11-75 0 0,0 0 0 0 0,1-1 0 0 0,-1 1 0 0 0,1 0 0 0 0,0-1 0 0 0,-1 0 0 0 0,1 1 0 0 0,0-1 0 0 0,0 0 0 0 0,5 1 0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3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18 239 1172 0 0,'-1'-19'3880'0'0,"-7"-36"1"0"0,5 42-2943 0 0,1 0 0 0 0,0 1 0 0 0,1-1 1 0 0,1 0-1 0 0,0 0 0 0 0,2-18 1 0 0,-2 29-913 0 0,0 1 0 0 0,1-1 0 0 0,-1 1 0 0 0,0-1 0 0 0,1 1 0 0 0,-1-1 0 0 0,1 1 0 0 0,-1-1 0 0 0,1 1 0 0 0,0 0 0 0 0,0-1 0 0 0,0 1 0 0 0,-1 0 0 0 0,1 0 0 0 0,0-1 1 0 0,1 1-1 0 0,-1 0 0 0 0,0 0 0 0 0,0 0 0 0 0,0 0 0 0 0,1 0 0 0 0,-1 1 0 0 0,0-1 0 0 0,1 0 0 0 0,-1 1 0 0 0,1-1 0 0 0,-1 0 0 0 0,1 1 0 0 0,-1 0 0 0 0,1-1 0 0 0,-1 1 0 0 0,1 0 0 0 0,-1 0 0 0 0,1 0 0 0 0,-1 0 1 0 0,1 0-1 0 0,-1 0 0 0 0,1 0 0 0 0,-1 1 0 0 0,1-1 0 0 0,-1 0 0 0 0,3 2 0 0 0,2 0 14 0 0,0 0 1 0 0,-1 1 0 0 0,1 0-1 0 0,-1 0 1 0 0,0 0-1 0 0,0 1 1 0 0,0-1 0 0 0,-1 1-1 0 0,9 8 1 0 0,-6-2 74 0 0,0-1 0 0 0,-1 1 0 0 0,0 1 0 0 0,-1-1 0 0 0,0 1 0 0 0,-1 0-1 0 0,0 0 1 0 0,0 0 0 0 0,-1 1 0 0 0,-1-1 0 0 0,0 1 0 0 0,0-1 0 0 0,-1 1 0 0 0,-1 0 0 0 0,0 0 0 0 0,-1 0 0 0 0,0-1 0 0 0,0 1 0 0 0,-6 18 0 0 0,7-29-86 0 0,0 0 0 0 0,-1 0 0 0 0,1 0 0 0 0,0 0 0 0 0,-1 0 0 0 0,1 0 0 0 0,0-1 0 0 0,-1 1 0 0 0,1 0 0 0 0,-1 0 0 0 0,0 0 0 0 0,1-1 0 0 0,-1 1 0 0 0,0 0 0 0 0,1 0 0 0 0,-1-1 0 0 0,0 1 0 0 0,-1 0 1 0 0,2-1-21 0 0,-1 0 0 0 0,1 0 0 0 0,-1 0 0 0 0,1 0 0 0 0,-1 0 0 0 0,0 0 0 0 0,1 0 0 0 0,-1 0 0 0 0,1 0 1 0 0,-1 0-1 0 0,1 0 0 0 0,-1 0 0 0 0,1 0 0 0 0,-1-1 0 0 0,1 1 0 0 0,-1 0 0 0 0,1 0 0 0 0,-1-1 0 0 0,1 1 1 0 0,-1 0-1 0 0,1-1 0 0 0,-1 0 0 0 0,-1-1 5 0 0,0 0-1 0 0,0 0 1 0 0,0 0 0 0 0,0 0 0 0 0,1-1-1 0 0,-1 1 1 0 0,1-1 0 0 0,0 1-1 0 0,0-1 1 0 0,-2-4 0 0 0,2-2-8 0 0,0 1 0 0 0,0-1 0 0 0,1 0 0 0 0,0 1 0 0 0,0-1 0 0 0,1 0 0 0 0,1 1 0 0 0,-1-1 0 0 0,1 1 0 0 0,0-1 0 0 0,1 1 0 0 0,0 0 0 0 0,1 0 1 0 0,-1 0-1 0 0,8-11 0 0 0,-2 6-8 0 0,0-1 0 0 0,0 2 0 0 0,1-1 0 0 0,1 1 0 0 0,0 0 0 0 0,1 1 0 0 0,19-14 0 0 0,-26 21-1 0 0,0 1 0 0 0,0 0 0 0 0,1 0 0 0 0,-1 0 0 0 0,0 0 0 0 0,1 1 1 0 0,0 0-1 0 0,-1 0 0 0 0,1 1 0 0 0,0 0 0 0 0,0 0 0 0 0,0 0 1 0 0,0 1-1 0 0,0-1 0 0 0,0 1 0 0 0,0 1 0 0 0,0-1 0 0 0,0 1 0 0 0,0 0 1 0 0,0 1-1 0 0,0-1 0 0 0,0 1 0 0 0,-1 0 0 0 0,1 1 0 0 0,-1-1 0 0 0,0 1 1 0 0,1 0-1 0 0,-1 1 0 0 0,0-1 0 0 0,-1 1 0 0 0,1 0 0 0 0,-1 0 1 0 0,0 0-1 0 0,0 1 0 0 0,0-1 0 0 0,4 7 0 0 0,-1 2 9 0 0,0 1 0 0 0,-1 0 0 0 0,0 0 0 0 0,-1 1 0 0 0,0 0 0 0 0,-1 0 0 0 0,-1 0 0 0 0,1 18 1 0 0,0-11-1879 0 0,0 0 0 0 0,12 35 1 0 0,-16-56 1709 0 0,8 11-1874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3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1 156 1692 0 0,'22'-156'20908'0'0,"-12"289"-17131"0"0,-21 209-2540 0 0,5-210-3473 0 0,6-69-2139 0 0,0-40-166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80 2640 0 0,'9'-24'5920'0'0,"16"-32"1259"0"0,-41 64-6562 0 0,-4 5-202 0 0,2 2 0 0 0,-25 23-1 0 0,6-5-162 0 0,-24 20 42 0 0,-108 84 168 0 0,153-127-358 0 0,6-3 20 0 0,30-15-97 0 0,-13 5-28 0 0,0 0 0 0 0,0 1 1 0 0,1 0-1 0 0,-1 0 0 0 0,1 1 0 0 0,-1 0 0 0 0,1 0 0 0 0,0 1 1 0 0,-1-1-1 0 0,1 2 0 0 0,-1-1 0 0 0,1 1 0 0 0,0 1 0 0 0,-1-1 1 0 0,0 1-1 0 0,1 0 0 0 0,-1 1 0 0 0,0 0 0 0 0,10 5 1 0 0,-1 2 17 0 0,-1 0 1 0 0,0 0-1 0 0,-1 2 1 0 0,-1 0 0 0 0,1 0-1 0 0,-2 1 1 0 0,15 19 0 0 0,-12-12 66 0 0,1-2 0 0 0,1 1 0 0 0,1-2 0 0 0,0 0 0 0 0,27 17 1 0 0,-39-29 1 0 0,1-1 0 0 0,1 0 1 0 0,-1 0-1 0 0,1-1 1 0 0,-1 1-1 0 0,1-2 1 0 0,0 1-1 0 0,0-1 0 0 0,0-1 1 0 0,0 1-1 0 0,0-1 1 0 0,1-1-1 0 0,-1 0 1 0 0,0 0-1 0 0,0 0 1 0 0,1-1-1 0 0,-1 0 0 0 0,0-1 1 0 0,14-4-1 0 0,-13 4 12 0 0,-1-2-1 0 0,1 1 1 0 0,0-1 0 0 0,-1 0-1 0 0,0-1 1 0 0,0 0 0 0 0,0 0-1 0 0,-1-1 1 0 0,1 0-1 0 0,-1 0 1 0 0,-1-1 0 0 0,1 1-1 0 0,-1-2 1 0 0,8-11-1 0 0,-3-7-1381 0 0,-12 7-3155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5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146 209 184 0 0,'-15'-70'13653'0'0,"15"68"-13073"0"0,-3-2 144 0 0,2 0 57 0 0,-3 11-182 0 0,0 6-51 0 0,1 0 0 0 0,0 0 0 0 0,0 18-1 0 0,-2 8 63 0 0,-31 131 733 0 0,-9 54-816 0 0,34-172-765 0 0,7-36-274 0 0,1-1-1 0 0,0 1 0 0 0,0 19 1 0 0,5-181-2943 0 0,36-150 2529 0 0,-25 237 1740 0 0,3-1 0 0 0,43-106 0 0 0,-58 163-756 0 0,0 0 0 0 0,0 0 1 0 0,1 0-1 0 0,-1 0 0 0 0,1 0 0 0 0,0 0 1 0 0,0 0-1 0 0,0 0 0 0 0,0 1 0 0 0,1-1 1 0 0,-1 1-1 0 0,1 0 0 0 0,0 0 0 0 0,-1 0 1 0 0,5-3-1 0 0,-6 5-29 0 0,0 0-1 0 0,0-1 1 0 0,0 1 0 0 0,0 0 0 0 0,0 0-1 0 0,0 0 1 0 0,0 0 0 0 0,1 0 0 0 0,-1 0-1 0 0,0 0 1 0 0,0 1 0 0 0,0-1-1 0 0,0 0 1 0 0,0 1 0 0 0,0-1 0 0 0,0 0-1 0 0,0 1 1 0 0,0-1 0 0 0,0 1 0 0 0,0-1-1 0 0,-1 1 1 0 0,1 0 0 0 0,0-1 0 0 0,1 2-1 0 0,17 19 523 0 0,-17-19-482 0 0,12 17 321 0 0,-1 1 0 0 0,0 0 0 0 0,-1 1 0 0 0,13 35 0 0 0,28 94 453 0 0,-42-115-743 0 0,33 124 390 0 0,-9-26-812 0 0,-5-48-2642 0 0,-23-74 952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177 144 3456 0 0,'-123'-18'13360'0'0,"72"13"-10360"0"0,48 5-2531 0 0,4-2-297 0 0,0 0-152 0 0,1 1 1 0 0,-1 0-1 0 0,0-1 0 0 0,0 1 0 0 0,1 0 1 0 0,-1 0-1 0 0,0 0 0 0 0,1 0 0 0 0,-1 0 1 0 0,1 0-1 0 0,0 0 0 0 0,-1 1 0 0 0,4-2 1 0 0,29-6 77 0 0,-16 4-105 0 0,219-43-2976 0 0,-76 24-2089 0 0,-89 12 1047 0 0,-1 1-2323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5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16 1580 0 0,'-61'11'10162'0'0,"46"-7"-7583"0"0,-1-1 0 0 0,1 0 0 0 0,-19 0 0 0 0,41-4-2465 0 0,0 0 0 0 0,-1 0-1 0 0,1-1 1 0 0,7-2 0 0 0,12-3-210 0 0,137-11-3057 0 0,-53 14-3899 0 0,-76 3 2975 0 0,-10 1-1768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5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0 312 0 0,'-102'38'10594'0'0,"-20"6"-965"0"0,119-43-8805 0 0,7 0-672 0 0,14 0-422 0 0,0-1 0 0 0,0-1 0 0 0,32-4 0 0 0,-14 0-371 0 0,140-13-3748 0 0,-61 3-1530 0 0,-30 1-1159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35 3272 0 0,'-52'-32'16288'0'0,"52"32"-16178"0"0,-1-1 1 0 0,1 1-1 0 0,-1 0 1 0 0,1 0-1 0 0,-1-1 0 0 0,1 1 1 0 0,-1 0-1 0 0,1 0 1 0 0,-1 0-1 0 0,1 0 0 0 0,-1 0 1 0 0,1 0-1 0 0,-1 0 1 0 0,0 0-1 0 0,1 0 0 0 0,-1 0 1 0 0,1 0-1 0 0,-1 0 1 0 0,1 0-1 0 0,-1 0 0 0 0,0 1 1 0 0,-1 6 332 0 0,0 1 0 0 0,1 0 1 0 0,-1-1-1 0 0,1 1 0 0 0,1 0 1 0 0,0 0-1 0 0,0 0 1 0 0,2 11-1 0 0,-1 7 81 0 0,-1-9-460 0 0,5 266 1531 0 0,13-95-4649 0 0,-15-172 1456 0 0,1 16 559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6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2 204 332 0 0,'-1'-15'1816'0'0,"0"0"1"0"0,1 0-1 0 0,1 0 1 0 0,0 0-1 0 0,5-18 0 0 0,-5 28-1605 0 0,0 0-1 0 0,1 0 1 0 0,-1 1 0 0 0,1-1-1 0 0,1 1 1 0 0,-1-1-1 0 0,0 1 1 0 0,1 0 0 0 0,0 0-1 0 0,0 0 1 0 0,0 0-1 0 0,1 1 1 0 0,-1-1 0 0 0,1 1-1 0 0,0 0 1 0 0,-1 0-1 0 0,2 0 1 0 0,-1 0-1 0 0,9-3 1 0 0,-4 2-104 0 0,0 2-1 0 0,1-1 1 0 0,-1 1 0 0 0,1 0-1 0 0,0 1 1 0 0,-1 1-1 0 0,1-1 1 0 0,0 1 0 0 0,0 1-1 0 0,-1 0 1 0 0,1 0 0 0 0,0 1-1 0 0,-1 0 1 0 0,1 1-1 0 0,-1 0 1 0 0,0 0 0 0 0,0 1-1 0 0,0 0 1 0 0,-1 1 0 0 0,1 0-1 0 0,8 6 1 0 0,-12-7-58 0 0,1 0-1 0 0,-1 1 1 0 0,0-1 0 0 0,0 1-1 0 0,0 0 1 0 0,-1 0 0 0 0,1 1-1 0 0,-1-1 1 0 0,0 1 0 0 0,-1 0-1 0 0,0 0 1 0 0,0 0 0 0 0,0 1-1 0 0,-1-1 1 0 0,1 0 0 0 0,-2 1 0 0 0,1 0-1 0 0,-1 0 1 0 0,0-1 0 0 0,0 1-1 0 0,-1 0 1 0 0,1 0 0 0 0,-2 0-1 0 0,1 0 1 0 0,-1 0 0 0 0,0-1-1 0 0,0 1 1 0 0,-1 0 0 0 0,0-1-1 0 0,-4 10 1 0 0,0-4 0 0 0,0-1 0 0 0,0 0 0 0 0,-1 0 0 0 0,0-1 0 0 0,-1 0 0 0 0,-1 0-1 0 0,1-1 1 0 0,-1 0 0 0 0,-1 0 0 0 0,0-1 0 0 0,-14 9 0 0 0,-5 1 96 0 0,-1-1 0 0 0,-63 24 0 0 0,80-36 40 0 0,6-2-72 0 0,1 0 0 0 0,-1-1 0 0 0,0 0 0 0 0,-8 1 0 0 0,14-2 196 0 0,15 3-228 0 0,3 2-47 0 0,-1 0 0 0 0,1 1-1 0 0,-1 1 1 0 0,-1 1 0 0 0,1 0 0 0 0,-2 1-1 0 0,16 13 1 0 0,86 89 750 0 0,-85-78-1684 0 0,2-2 1 0 0,36 28-1 0 0,-57-51-124 0 0,0-1 0 0 0,1 0 0 0 0,0-1 1 0 0,1 0-1 0 0,-1-1 0 0 0,1-1 0 0 0,0 0 0 0 0,0 0 1 0 0,1-2-1 0 0,17 3 0 0 0,-4-4-5124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6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346 144 3076 0 0,'0'-9'1323'0'0,"-1"1"0"0"0,0-1-1 0 0,0 0 1 0 0,-1 0 0 0 0,0 1-1 0 0,0-1 1 0 0,-1 1 0 0 0,-6-13 0 0 0,7 17-1074 0 0,0 1 0 0 0,0-1 0 0 0,0 1 0 0 0,0 0-1 0 0,-1-1 1 0 0,1 1 0 0 0,-1 0 0 0 0,0 1 0 0 0,0-1 0 0 0,0 0 0 0 0,0 1 0 0 0,0 0 0 0 0,0-1 0 0 0,-1 1 0 0 0,1 1 0 0 0,-1-1 0 0 0,1 0 0 0 0,-1 1 0 0 0,0 0 0 0 0,-6-2 0 0 0,4 3-143 0 0,0 0-1 0 0,0 1 0 0 0,0-1 1 0 0,1 1-1 0 0,-1 0 1 0 0,0 0-1 0 0,1 1 0 0 0,-1 0 1 0 0,1 0-1 0 0,-1 0 1 0 0,1 1-1 0 0,0-1 0 0 0,-8 7 1 0 0,0 0 14 0 0,1 0 0 0 0,0 1 0 0 0,-18 19 0 0 0,15-12-40 0 0,1 0-1 0 0,0 1 0 0 0,-19 33 0 0 0,29-43-63 0 0,0 0 0 0 0,1-1 0 0 0,-1 1 0 0 0,2 0 0 0 0,-1 1 0 0 0,1-1 0 0 0,0 1 0 0 0,1-1 1 0 0,0 1-1 0 0,0-1 0 0 0,1 1 0 0 0,1 14 0 0 0,0-19-15 0 0,0 0 0 0 0,0 0 1 0 0,0 0-1 0 0,0-1 0 0 0,1 1 0 0 0,-1 0 1 0 0,1-1-1 0 0,0 1 0 0 0,0-1 0 0 0,1 0 1 0 0,-1 0-1 0 0,1 0 0 0 0,-1 0 0 0 0,1 0 1 0 0,0 0-1 0 0,0-1 0 0 0,0 1 1 0 0,0-1-1 0 0,1 0 0 0 0,-1 0 0 0 0,1 0 1 0 0,-1-1-1 0 0,1 1 0 0 0,-1-1 0 0 0,1 0 1 0 0,0 0-1 0 0,0 0 0 0 0,0 0 0 0 0,0-1 1 0 0,5 1-1 0 0,1 0-12 0 0,0-1 1 0 0,0 0 0 0 0,-1-1-1 0 0,1 0 1 0 0,0-1-1 0 0,0 0 1 0 0,-1 0-1 0 0,1-1 1 0 0,-1 0 0 0 0,0-1-1 0 0,10-4 1 0 0,-7 0-15 0 0,0 1 0 0 0,0-2 1 0 0,-1 0-1 0 0,0 0 0 0 0,-1-1 0 0 0,0 0 1 0 0,9-12-1 0 0,-3 0 621 0 0,-1-1 0 0 0,22-43 1 0 0,-35 62-452 0 0,0 1 0 0 0,0-1 0 0 0,0 0 0 0 0,0 1 0 0 0,0 0 0 0 0,1-1 0 0 0,0 1 1 0 0,4-4-1 0 0,-5 9-137 0 0,0-1 0 0 0,0 1 0 0 0,0 0 0 0 0,0 0 0 0 0,0 0 0 0 0,0 0 0 0 0,-1 1 0 0 0,1-1 0 0 0,-1 0 0 0 0,1 1 0 0 0,-1-1 0 0 0,0 1 0 0 0,0-1 0 0 0,1 4 0 0 0,12 49-50 0 0,-8-29-191 0 0,-3-16-346 0 0,1 0 1 0 0,0 1 0 0 0,0-1-1 0 0,1-1 1 0 0,0 1-1 0 0,7 9 1 0 0,-9-15-50 0 0,0 0 1 0 0,0 0 0 0 0,1-1-1 0 0,-1 1 1 0 0,1-1 0 0 0,7 5 0 0 0,-8-6-121 0 0,0 0 1 0 0,1-1 0 0 0,-1 0-1 0 0,0 1 1 0 0,0-1 0 0 0,1 0-1 0 0,-1-1 1 0 0,0 1 0 0 0,1-1-1 0 0,5 1 1 0 0,7-1-5535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7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1832 0 0,'1'-79'13145'0'0,"0"78"-13068"0"0,-1 1 1 0 0,0 0-1 0 0,0-1 1 0 0,0 1-1 0 0,1 0 1 0 0,-1-1-1 0 0,0 1 0 0 0,0-1 1 0 0,1 1-1 0 0,-1 0 1 0 0,0 0-1 0 0,1-1 1 0 0,-1 1-1 0 0,1 0 1 0 0,-1 0-1 0 0,0-1 1 0 0,1 1-1 0 0,-1 0 1 0 0,0 0-1 0 0,1 0 0 0 0,-1 0 1 0 0,1-1-1 0 0,-1 1 1 0 0,1 0-1 0 0,-1 0 1 0 0,1 0-1 0 0,-1 0 1 0 0,0 0-1 0 0,1 0 1 0 0,-1 0-1 0 0,1 0 1 0 0,-1 0-1 0 0,1 1 1 0 0,16 5 1271 0 0,-9 1-1052 0 0,-1 0-1 0 0,-1 1 1 0 0,1 0-1 0 0,-1 0 1 0 0,-1 0-1 0 0,0 0 1 0 0,0 1-1 0 0,0 0 1 0 0,4 14-1 0 0,-3-4 13 0 0,-1 0-1 0 0,-1 0 0 0 0,0 0 0 0 0,0 21 0 0 0,-3-32-105 0 0,-1-6-139 0 0,1 1-1 0 0,-1 0 1 0 0,0-1-1 0 0,0 1 1 0 0,0-1-1 0 0,0 1 0 0 0,-1 0 1 0 0,1-1-1 0 0,-1 1 1 0 0,1-1-1 0 0,-1 1 1 0 0,0-1-1 0 0,-2 5 1 0 0,-2-10-35 0 0,4 3-30 0 0,1 0 1 0 0,0 0-1 0 0,-1 0 0 0 0,1 0 0 0 0,0 0 0 0 0,0 0 0 0 0,-1 0 0 0 0,1 0 0 0 0,0 0 0 0 0,-1-1 1 0 0,1 1-1 0 0,0 0 0 0 0,0 0 0 0 0,-1 0 0 0 0,1 0 0 0 0,0 0 0 0 0,0-1 0 0 0,-1 1 0 0 0,1 0 1 0 0,0 0-1 0 0,0-1 0 0 0,0 1 0 0 0,0 0 0 0 0,-1 0 0 0 0,1-1 0 0 0,0 1 0 0 0,0 0 0 0 0,0 0 1 0 0,0-1-1 0 0,0 1 0 0 0,0 0 0 0 0,0 0 0 0 0,0-1 0 0 0,-1 0 0 0 0,0-8-15 0 0,1-1-1 0 0,-1 0 1 0 0,1 1-1 0 0,1-1 1 0 0,0 0-1 0 0,0 1 0 0 0,1-1 1 0 0,0 1-1 0 0,1-1 1 0 0,0 1-1 0 0,0 0 1 0 0,1 0-1 0 0,0 1 1 0 0,1-1-1 0 0,0 1 0 0 0,0 0 1 0 0,11-13-1 0 0,-11 14 10 0 0,1 1 0 0 0,-1 0 0 0 0,1 1 0 0 0,0-1 0 0 0,0 1-1 0 0,0 1 1 0 0,1-1 0 0 0,0 1 0 0 0,0 0 0 0 0,0 0 0 0 0,0 1-1 0 0,1 0 1 0 0,-1 0 0 0 0,1 1 0 0 0,0 0 0 0 0,-1 0 0 0 0,1 1-1 0 0,0 0 1 0 0,0 0 0 0 0,0 1 0 0 0,0 0 0 0 0,11 2 0 0 0,-12-1 40 0 0,-1 1 0 0 0,1 1 1 0 0,0-1-1 0 0,-1 1 1 0 0,0 0-1 0 0,0 0 1 0 0,0 1-1 0 0,0 0 0 0 0,-1 0 1 0 0,1 0-1 0 0,-1 1 1 0 0,0-1-1 0 0,0 1 0 0 0,0 0 1 0 0,-1 1-1 0 0,0-1 1 0 0,0 1-1 0 0,0 0 1 0 0,4 11-1 0 0,2 5-354 0 0,-1 1 0 0 0,-1 0-1 0 0,-1 0 1 0 0,5 31 0 0 0,-11-46-531 0 0,1-1 0 0 0,0 1 0 0 0,1-1-1 0 0,3 9 1 0 0,-5-14 322 0 0,0 0 1 0 0,1 0-1 0 0,-1 0 0 0 0,0 0 0 0 0,1 0 0 0 0,-1 0 0 0 0,1 0 0 0 0,0-1 0 0 0,0 1 0 0 0,3 2 1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7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3240 0 0,'27'-152'22374'0'0,"-17"168"-19709"0"0,-2 28-1908 0 0,-2 1 0 0 0,0 67 0 0 0,-11 92 1418 0 0,4-178-2133 0 0,-6 70-2256 0 0,3-48-864 0 0,1-1 1 0 0,7 84-1 0 0,-2-120 1868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7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238 147 360 0 0,'55'-104'16988'0'0,"-37"67"-11015"0"0,-18 37-5949 0 0,0-1 0 0 0,0 1-1 0 0,0 0 1 0 0,0 0-1 0 0,0-1 1 0 0,0 1-1 0 0,0 0 1 0 0,-1 0-1 0 0,1-1 1 0 0,0 1-1 0 0,0 0 1 0 0,0 0-1 0 0,0-1 1 0 0,-1 1-1 0 0,1 0 1 0 0,0 0-1 0 0,0 0 1 0 0,0 0-1 0 0,-1-1 1 0 0,1 1-1 0 0,0 0 1 0 0,0 0-1 0 0,-1 0 1 0 0,1 0-1 0 0,0 0 1 0 0,0 0-1 0 0,-1-1 1 0 0,1 1-1 0 0,0 0 1 0 0,0 0-1 0 0,-1 0 1 0 0,1 0 0 0 0,0 0-1 0 0,-1 0 1 0 0,1 0-1 0 0,0 0 1 0 0,0 0-1 0 0,-1 0 1 0 0,1 0-1 0 0,0 1 1 0 0,0-1-1 0 0,-1 0 1 0 0,-13 4 151 0 0,13-3-159 0 0,-35 12 172 0 0,1 3 0 0 0,-34 20 0 0 0,-12 6-432 0 0,70-37-62 0 0,0 1 0 0 0,0 0-1 0 0,1 1 1 0 0,-11 8 0 0 0,20-14 241 0 0,1 0 58 0 0,0 0 0 0 0,0-1 0 0 0,0 1 0 0 0,0 0 0 0 0,0-1-1 0 0,0 1 1 0 0,0 0 0 0 0,1-1 0 0 0,-1 1 0 0 0,0-1 0 0 0,0 1 0 0 0,0 0 0 0 0,1-1 0 0 0,-1 1-1 0 0,0-1 1 0 0,1 1 0 0 0,-1-1 0 0 0,1 1 0 0 0,-1-1 0 0 0,1 1 0 0 0,-1-1 0 0 0,1 0 0 0 0,-1 1-1 0 0,1-1 1 0 0,-1 0 0 0 0,2 1 0 0 0,47 26 101 0 0,-21-12 80 0 0,0 1-1 0 0,-1 0 1 0 0,-1 3-1 0 0,26 21 1 0 0,23 40 69 0 0,-14-15-983 0 0,-57-61 363 0 0,0 0 0 0 0,1-1 0 0 0,0 1 0 0 0,0-1 0 0 0,0 0 0 0 0,0 0 0 0 0,0-1 0 0 0,1 0 0 0 0,-1 0 0 0 0,1 0 0 0 0,7 1 0 0 0,-2-1-1207 0 0,0-1 0 0 0,0 0 0 0 0,0 0 0 0 0,0-2 0 0 0,14-1 0 0 0,6-2-5505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387 223 892 0 0,'19'-29'5083'0'0,"0"0"0"0"0,-2-2 0 0 0,-2 0 1 0 0,14-36-1 0 0,-28 66-5002 0 0,-1 0 1 0 0,0 0-1 0 0,1 0 1 0 0,-1 0-1 0 0,0 1 0 0 0,1-1 1 0 0,-1 0-1 0 0,0 0 1 0 0,0 0-1 0 0,0 0 1 0 0,0 0-1 0 0,0 0 1 0 0,0 0-1 0 0,0 0 0 0 0,0 0 1 0 0,0 0-1 0 0,-1 0 1 0 0,1 0-1 0 0,0 0 1 0 0,-1 0-1 0 0,1 0 1 0 0,0 1-1 0 0,-1-1 0 0 0,1 0 1 0 0,-1 0-1 0 0,1 0 1 0 0,-1 0-1 0 0,0 1 1 0 0,1-1-1 0 0,-1 0 1 0 0,0 1-1 0 0,0-1 0 0 0,1 1 1 0 0,-1-1-1 0 0,0 1 1 0 0,0-1-1 0 0,0 1 1 0 0,0-1-1 0 0,1 1 1 0 0,-1 0-1 0 0,0-1 1 0 0,0 1-1 0 0,0 0 0 0 0,-2 0 1 0 0,-2-1 19 0 0,0 0-1 0 0,0 0 1 0 0,0 1 0 0 0,0 0 0 0 0,0 0-1 0 0,-6 1 1 0 0,-2 2-13 0 0,0 1 0 0 0,0 0-1 0 0,0 1 1 0 0,0 0 0 0 0,1 1-1 0 0,0 0 1 0 0,0 1 0 0 0,-21 16-1 0 0,6-1 2 0 0,0 1-1 0 0,-26 32 1 0 0,26-27 21 0 0,2 2 1 0 0,1 1 0 0 0,-35 61-1 0 0,51-77-92 0 0,1 0-1 0 0,0 0 1 0 0,1 0-1 0 0,1 1 1 0 0,0 0-1 0 0,1 0 1 0 0,1 0-1 0 0,0 0 0 0 0,2 0 1 0 0,-1 1-1 0 0,3 26 1 0 0,0-34-13 0 0,0 0 0 0 0,1-1 0 0 0,0 0 0 0 0,0 1 0 0 0,1-1 0 0 0,0 0 0 0 0,0 0 0 0 0,1 0 0 0 0,0-1 0 0 0,0 1 0 0 0,1-1 0 0 0,0 0 0 0 0,10 10 0 0 0,-7-9 8 0 0,1 0 0 0 0,0-1 0 0 0,1 0 0 0 0,-1-1 0 0 0,1 0 0 0 0,0-1 0 0 0,1 0 0 0 0,-1 0 0 0 0,14 3 0 0 0,8 0 13 0 0,1-1 0 0 0,0-2 0 0 0,1-1 0 0 0,-1-1 0 0 0,1-3 0 0 0,33-2 0 0 0,-61 2-31 0 0,108-9-1491 0 0,-95 6 967 0 0,1 0-1 0 0,-1-1 1 0 0,32-12 0 0 0,-40 9-2738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3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5152 0 0,'30'-2'11069'0'0,"-9"1"-6320"0"0,-4-1-1637 0 0,-2 0-1220 0 0,-3-1-1536 0 0,-4 0-904 0 0,-1-4-2068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1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702 87 1560 0 0,'0'-12'7493'0'0,"0"7"-6475"0"0,0 1-1 0 0,-1-1 0 0 0,1 0 0 0 0,-1 1 0 0 0,-1-1 0 0 0,1 1 0 0 0,0-1 0 0 0,-4-4 0 0 0,4 6-748 0 0,0 0 0 0 0,-1 1 0 0 0,0-1-1 0 0,0 1 1 0 0,1-1 0 0 0,-1 1 0 0 0,-5-4 0 0 0,5 5-234 0 0,1 1-1 0 0,-1-1 1 0 0,0 0-1 0 0,0 1 1 0 0,1-1 0 0 0,-1 1-1 0 0,0 0 1 0 0,0 0 0 0 0,0 0-1 0 0,0 0 1 0 0,0 0 0 0 0,1 0-1 0 0,-1 0 1 0 0,0 1 0 0 0,-3 0-1 0 0,-28 9 93 0 0,10 2-91 0 0,1 0 0 0 0,0 2-1 0 0,0 0 1 0 0,2 1-1 0 0,0 2 1 0 0,-24 23 0 0 0,-99 124 83 0 0,123-139-81 0 0,14-18-27 0 0,-130 167 184 0 0,111-138-156 0 0,2 1 1 0 0,1 1-1 0 0,-16 42 1 0 0,33-70-39 0 0,2 0 0 0 0,-1 0 0 0 0,2 0 1 0 0,-1 0-1 0 0,1 1 0 0 0,1-1 0 0 0,0 1 0 0 0,0 12 0 0 0,1-19 7 0 0,1 0 0 0 0,-1 1 0 0 0,1-1 0 0 0,0 0-1 0 0,0 0 1 0 0,1 0 0 0 0,-1 1 0 0 0,1-1 0 0 0,0-1 0 0 0,0 1 0 0 0,0 0-1 0 0,0 0 1 0 0,1-1 0 0 0,-1 1 0 0 0,1-1 0 0 0,0 0 0 0 0,0 0-1 0 0,0 0 1 0 0,0 0 0 0 0,1-1 0 0 0,-1 1 0 0 0,7 3 0 0 0,3-1-29 0 0,1 1 0 0 0,-1-1 1 0 0,1-1-1 0 0,0-1 1 0 0,0 0-1 0 0,0 0 0 0 0,1-2 1 0 0,20 1-1 0 0,115-10-1128 0 0,-149 8 1140 0 0,71-7-1451 0 0,0-3 0 0 0,82-23 0 0 0,-131 27 747 0 0,-1-1 1 0 0,0-1-1 0 0,-1-1 0 0 0,1-1 1 0 0,-2-1-1 0 0,0 0 1 0 0,0-2-1 0 0,-1 0 0 0 0,-1-2 1 0 0,32-30-1 0 0,-41 34 687 0 0,0-1-1 0 0,0 0 1 0 0,-1 0 0 0 0,-1 0-1 0 0,0-1 1 0 0,0 0 0 0 0,7-24-1 0 0,-11 28 574 0 0,-1 0 0 0 0,0-1-1 0 0,0 1 1 0 0,-1-1 0 0 0,0 1-1 0 0,-1-1 1 0 0,0 0 0 0 0,0 1-1 0 0,-1-1 1 0 0,-1 1 0 0 0,1-1-1 0 0,-5-11 1 0 0,4 11 397 0 0,-5-11 598 0 0,0 18-911 0 0,-4 12-90 0 0,2 5-311 0 0,1 0 0 0 0,1 0 0 0 0,0 1 0 0 0,0 0 0 0 0,2 0 0 0 0,0 0 0 0 0,-5 26 0 0 0,7-30-163 0 0,-1 5 9 0 0,1 0 0 0 0,0 0-1 0 0,2 1 1 0 0,0 29 0 0 0,1-40-49 0 0,0 1-1 0 0,1-1 1 0 0,0 1-1 0 0,0-1 1 0 0,1 1 0 0 0,-1-1-1 0 0,1 0 1 0 0,1 0 0 0 0,-1 0-1 0 0,1 0 1 0 0,0 0-1 0 0,1 0 1 0 0,-1-1 0 0 0,8 9-1 0 0,-8-12-15 0 0,-1 0 0 0 0,1 0 0 0 0,0 0 1 0 0,0 0-1 0 0,0 0 0 0 0,0-1 0 0 0,0 1 0 0 0,1-1 0 0 0,-1 0 0 0 0,0 0 0 0 0,0 0 0 0 0,1-1 0 0 0,-1 1 0 0 0,1-1 0 0 0,-1 0 0 0 0,1 1 0 0 0,-1-2 0 0 0,0 1 0 0 0,1 0 0 0 0,-1-1 1 0 0,1 1-1 0 0,-1-1 0 0 0,0 0 0 0 0,1 0 0 0 0,-1-1 0 0 0,0 1 0 0 0,4-3 0 0 0,2 0 3 0 0,-1-1-1 0 0,0 0 1 0 0,-1 0 0 0 0,1-1-1 0 0,-1 0 1 0 0,0 0 0 0 0,0 0-1 0 0,11-15 1 0 0,-12 10-9 0 0,1 0-1 0 0,-1-1 1 0 0,0 1-1 0 0,-1-1 1 0 0,-1 0 0 0 0,0-1-1 0 0,-1 1 1 0 0,0-1-1 0 0,0 1 1 0 0,-2-1-1 0 0,1 0 1 0 0,-2-20 0 0 0,0 21-10 0 0,-1-1 1 0 0,0 1-1 0 0,-1 0 0 0 0,-1 0 1 0 0,0 0-1 0 0,0 0 1 0 0,-1 0-1 0 0,-1 1 1 0 0,0 0-1 0 0,0 0 1 0 0,-1 0-1 0 0,-1 0 1 0 0,-9-11-1 0 0,13 17-1 0 0,-1 1 0 0 0,0 0 0 0 0,-1 0 0 0 0,1 0 0 0 0,-1 0 0 0 0,1 1 1 0 0,-1 0-1 0 0,0 0 0 0 0,0 0 0 0 0,-1 1 0 0 0,1 0 0 0 0,0 0 0 0 0,-1 0 0 0 0,1 0 0 0 0,-1 1 0 0 0,0 0 0 0 0,0 0 0 0 0,1 1 0 0 0,-1-1 1 0 0,0 1-1 0 0,-7 1 0 0 0,6 0-3 0 0,0 1 0 0 0,0-1 0 0 0,0 1 0 0 0,0 1 0 0 0,1-1 1 0 0,-1 1-1 0 0,1 1 0 0 0,-1-1 0 0 0,1 1 0 0 0,0 0 0 0 0,0 0 1 0 0,1 1-1 0 0,-1 0 0 0 0,1 0 0 0 0,0 0 0 0 0,-7 10 0 0 0,2 0-7 0 0,0 0-1 0 0,1 0 0 0 0,0 1 0 0 0,-8 22 0 0 0,15-33 18 0 0,0 0-1 0 0,0 0 0 0 0,1 1 1 0 0,-1-1-1 0 0,1 0 1 0 0,0 1-1 0 0,1-1 0 0 0,0 1 1 0 0,-1-1-1 0 0,1 1 1 0 0,1 0-1 0 0,-1-1 0 0 0,1 1 1 0 0,0-1-1 0 0,1 0 0 0 0,-1 1 1 0 0,1-1-1 0 0,3 6 1 0 0,-3-8 2 0 0,0 0 1 0 0,0 0 0 0 0,0 0 0 0 0,1 0-1 0 0,-1-1 1 0 0,1 1 0 0 0,-1-1-1 0 0,1 0 1 0 0,0 0 0 0 0,0 0 0 0 0,0 0-1 0 0,1 0 1 0 0,-1 0 0 0 0,6 1-1 0 0,-2-1 2 0 0,-1-1-1 0 0,0 0 0 0 0,1 0 0 0 0,-1 0 1 0 0,1-1-1 0 0,-1 0 0 0 0,12-1 0 0 0,-2-2-1 0 0,-1 0 1 0 0,0-1-1 0 0,0-1 0 0 0,0 0 1 0 0,-1-1-1 0 0,17-9 0 0 0,2-5-64 0 0,-1-2-1 0 0,-1-2 1 0 0,34-32-1 0 0,40-31-142 0 0,-102 85 188 0 0,0-1 1 0 0,1 1 0 0 0,0-1 0 0 0,-1 1 0 0 0,1 1 0 0 0,0-1 0 0 0,0 0-1 0 0,0 1 1 0 0,0 0 0 0 0,0 0 0 0 0,1 0 0 0 0,-1 0 0 0 0,0 1 0 0 0,0 0-1 0 0,7 0 1 0 0,-6 1 8 0 0,-1 0-1 0 0,1 0 0 0 0,-1 1 1 0 0,0-1-1 0 0,1 1 0 0 0,-1 0 1 0 0,0 1-1 0 0,0-1 0 0 0,0 1 1 0 0,-1 0-1 0 0,1-1 1 0 0,0 2-1 0 0,5 6 0 0 0,0 0 8 0 0,-1 0 0 0 0,-1 0 0 0 0,0 1 0 0 0,0 1 1 0 0,-1-1-1 0 0,8 21 0 0 0,-5-8 29 0 0,-1 1 1 0 0,5 34 0 0 0,-10-37 69 0 0,-1 0-1 0 0,-1-1 1 0 0,0 1 0 0 0,-6 37 0 0 0,6-59-97 0 0,-1 0 0 0 0,0 1 0 0 0,0-1 0 0 0,0 0 0 0 0,0 0 0 0 0,0 1 0 0 0,0-1 0 0 0,0 0 0 0 0,0 1 0 0 0,0-1 0 0 0,0 0 0 0 0,0 1 0 0 0,0-1 1 0 0,0 0-1 0 0,0 0 0 0 0,0 1 0 0 0,0-1 0 0 0,0 0 0 0 0,-1 1 0 0 0,1-1 0 0 0,0 0 0 0 0,0 0 0 0 0,0 1 0 0 0,0-1 0 0 0,-1 0 0 0 0,1 0 0 0 0,0 1 0 0 0,0-1 0 0 0,0 0 0 0 0,-1 0 0 0 0,1 0 0 0 0,0 1 0 0 0,0-1 0 0 0,-1 0 0 0 0,1 0 0 0 0,0 0 0 0 0,-1 0 0 0 0,1 0 0 0 0,0 0 0 0 0,0 0 0 0 0,-1 1 0 0 0,1-1 0 0 0,0 0 0 0 0,-1 0 0 0 0,1 0 0 0 0,0 0 0 0 0,-1 0 0 0 0,1 0 0 0 0,0-1 0 0 0,0 1 0 0 0,-1 0 0 0 0,1 0 0 0 0,0 0 0 0 0,-1 0 0 0 0,1 0 0 0 0,0 0 0 0 0,0 0 0 0 0,-1-1 0 0 0,0 0-1 0 0,0 0 0 0 0,0 0 0 0 0,0 0 1 0 0,0 0-1 0 0,0 0 0 0 0,0 0 0 0 0,0 0 0 0 0,0 0 0 0 0,1-1 0 0 0,-1 1 0 0 0,0-2 0 0 0,-3-12-7 0 0,1 0-1 0 0,0-1 1 0 0,2 1-1 0 0,-1 0 1 0 0,2-1-1 0 0,0 1 1 0 0,1-1-1 0 0,1 1 1 0 0,6-30-1 0 0,-5 31-11 0 0,1 0-1 0 0,1 1 1 0 0,0 0-1 0 0,1 0 0 0 0,0 0 1 0 0,1 0-1 0 0,0 1 1 0 0,1 0-1 0 0,0 1 0 0 0,1 0 1 0 0,10-10-1 0 0,-15 17 14 0 0,-1 1 0 0 0,1 0 0 0 0,0 0 0 0 0,0 0 0 0 0,0 0 0 0 0,0 1 0 0 0,0 0 0 0 0,1 0 0 0 0,-1 0 0 0 0,1 0-1 0 0,0 0 1 0 0,-1 1 0 0 0,1 0 0 0 0,0 0 0 0 0,0 0 0 0 0,0 1 0 0 0,0 0 0 0 0,0 0 0 0 0,-1 0 0 0 0,1 0 0 0 0,0 1 0 0 0,0 0-1 0 0,0 0 1 0 0,0 0 0 0 0,-1 0 0 0 0,1 1 0 0 0,0 0 0 0 0,-1 0 0 0 0,0 0 0 0 0,1 1 0 0 0,-1-1 0 0 0,0 1 0 0 0,0 0 0 0 0,-1 0 0 0 0,1 1-1 0 0,0-1 1 0 0,-1 1 0 0 0,0-1 0 0 0,0 1 0 0 0,0 0 0 0 0,3 7 0 0 0,0-2 28 0 0,-2 1 0 0 0,1-1 0 0 0,-2 1 0 0 0,1 0-1 0 0,-1 0 1 0 0,-1 1 0 0 0,3 13 0 0 0,-2 8 12 0 0,-2 34 0 0 0,2 9-1981 0 0,-4-74 1731 0 0,1 0 1 0 0,0 1-1 0 0,0-1 1 0 0,1 0-1 0 0,-1 0 0 0 0,0 0 1 0 0,0 0-1 0 0,0 0 0 0 0,1 1 1 0 0,-1-1-1 0 0,1 0 0 0 0,-1 0 1 0 0,1 0-1 0 0,-1 0 0 0 0,1 0 1 0 0,-1 0-1 0 0,1 0 0 0 0,0-1 1 0 0,0 1-1 0 0,-1 0 0 0 0,1 0 1 0 0,0 0-1 0 0,0-1 0 0 0,0 1 1 0 0,0 0-1 0 0,0-1 1 0 0,1 1-1 0 0,0-1-165 0 0,0 1 0 0 0,0-2-1 0 0,0 1 1 0 0,0 0 0 0 0,0 0 0 0 0,0-1 0 0 0,0 1 0 0 0,0-1 0 0 0,-1 1 0 0 0,1-1-1 0 0,0 0 1 0 0,0 0 0 0 0,0 0 0 0 0,-1 0 0 0 0,1 0 0 0 0,1-1 0 0 0,13-10-4327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2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193 145 2508 0 0,'10'-17'2377'0'0,"-1"1"0"0"0,-1-1 0 0 0,0 0-1 0 0,-1-1 1 0 0,5-25 0 0 0,-11 43-2327 0 0,-1-1 0 0 0,0 0 1 0 0,0 1-1 0 0,0-1 0 0 0,0 1 1 0 0,0-1-1 0 0,0 1 0 0 0,0-1 1 0 0,0 0-1 0 0,0 1 0 0 0,0-1 1 0 0,-1 1-1 0 0,1-1 0 0 0,0 1 1 0 0,0-1-1 0 0,0 1 0 0 0,-1-1 0 0 0,1 1 1 0 0,0-1-1 0 0,-1 1 0 0 0,1-1 1 0 0,0 1-1 0 0,-1-1 0 0 0,1 1 1 0 0,-1-1-1 0 0,1 1 0 0 0,-1 0 1 0 0,1-1-1 0 0,-1 1 0 0 0,1 0 1 0 0,-1 0-1 0 0,1-1 0 0 0,-1 1 0 0 0,1 0 1 0 0,-1 0-1 0 0,1 0 0 0 0,-1-1 1 0 0,1 1-1 0 0,-1 0 0 0 0,0 0 1 0 0,1 0-1 0 0,-1 0 0 0 0,1 0 1 0 0,-2 0-1 0 0,-24 4 852 0 0,12 1-776 0 0,1 1 0 0 0,-1 1 0 0 0,1 0 1 0 0,0 1-1 0 0,0 0 0 0 0,1 1 0 0 0,0 0 0 0 0,0 1 0 0 0,1 0 0 0 0,1 1 0 0 0,0 0 0 0 0,0 1 1 0 0,-9 16-1 0 0,17-25-119 0 0,0 0 0 0 0,0 1 0 0 0,0-1 0 0 0,0 1 0 0 0,1 0 0 0 0,0-1 0 0 0,0 1 0 0 0,0 0 0 0 0,0 0 0 0 0,0 0 0 0 0,1 0 0 0 0,-1 0 0 0 0,1 0 0 0 0,0 0 0 0 0,1 0 0 0 0,-1 0 0 0 0,1 0 0 0 0,0 0 0 0 0,0-1 0 0 0,0 1 0 0 0,0 0 0 0 0,0 0 0 0 0,1-1 0 0 0,0 1 0 0 0,0-1 0 0 0,0 1 0 0 0,0-1 0 0 0,0 0 0 0 0,1 0 0 0 0,-1 0 0 0 0,5 4 0 0 0,8 7 7 0 0,1-1 0 0 0,1-1 0 0 0,0-1 0 0 0,35 19 0 0 0,-20-12-13 0 0,-6-3 89 0 0,-8-6-170 0 0,27 21 0 0 0,-41-27 234 0 0,0 0 0 0 0,0 1 0 0 0,0-1-1 0 0,-1 1 1 0 0,0 0 0 0 0,1 0 0 0 0,-1 1-1 0 0,-1-1 1 0 0,1 1 0 0 0,0-1 0 0 0,1 8 0 0 0,-3-10-46 0 0,-1 0 0 0 0,1 0 0 0 0,-1 0 1 0 0,0 0-1 0 0,0 0 0 0 0,0 0 0 0 0,0 0 1 0 0,0 0-1 0 0,-1 0 0 0 0,1 0 0 0 0,-1 0 1 0 0,1 0-1 0 0,-1 0 0 0 0,0 0 0 0 0,0 0 1 0 0,0 0-1 0 0,0 0 0 0 0,0-1 0 0 0,0 1 1 0 0,0 0-1 0 0,0-1 0 0 0,-1 1 0 0 0,1-1 1 0 0,-1 1-1 0 0,1-1 0 0 0,-1 0 0 0 0,-1 2 1 0 0,-6 3 247 0 0,1-1 0 0 0,-1 1 0 0 0,-17 6 0 0 0,9-5-355 0 0,1-1 0 0 0,-2-1-1 0 0,1 0 1 0 0,-1-2 0 0 0,1 0 0 0 0,-1-1 0 0 0,0 0 0 0 0,0-2 0 0 0,0 0 0 0 0,-25-4 0 0 0,41 4-243 0 0,1 0 1 0 0,-1 0-1 0 0,1 0 0 0 0,-1-1 0 0 0,0 1 0 0 0,1 0 1 0 0,-1-1-1 0 0,1 0 0 0 0,-1 1 0 0 0,1-1 0 0 0,-1 0 1 0 0,1 0-1 0 0,0 1 0 0 0,-1-1 0 0 0,1-1 0 0 0,0 1 1 0 0,0 0-1 0 0,0 0 0 0 0,-2-2 0 0 0,3 2 49 0 0,0 0 1 0 0,-1 0-1 0 0,1-1 0 0 0,-1 1 0 0 0,1 0 1 0 0,0-1-1 0 0,0 1 0 0 0,0 0 0 0 0,0-1 0 0 0,0 1 1 0 0,0 0-1 0 0,0 0 0 0 0,0-1 0 0 0,1 1 1 0 0,-1 0-1 0 0,0-1 0 0 0,1 1 0 0 0,0-1 1 0 0,3-6-1324 0 0,0 0 0 0 0,1 1 1 0 0,0 0-1 0 0,0 0 0 0 0,7-8 1 0 0,-10 13 531 0 0,15-18-6273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2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2544 0 0,'54'-36'14832'0'0,"-50"38"-13081"0"0,-3-2-1667 0 0,-1 0 0 0 0,0 0 0 0 0,1 0-1 0 0,-1 0 1 0 0,1 0 0 0 0,-1 0 0 0 0,1 0 0 0 0,-1 0 0 0 0,1 0 0 0 0,-1 0 0 0 0,1 0-1 0 0,-1 0 1 0 0,0 1 0 0 0,1-1 0 0 0,-1 0 0 0 0,1 0 0 0 0,-1 1 0 0 0,0-1 0 0 0,1 0-1 0 0,-1 0 1 0 0,0 1 0 0 0,1-1 0 0 0,-1 1 0 0 0,5 12 775 0 0,-1 1-1 0 0,-1-1 1 0 0,0 1-1 0 0,-1 0 1 0 0,-1 0-1 0 0,0 0 1 0 0,-1 20 0 0 0,1 12-65 0 0,1-12-661 0 0,11 108 1082 0 0,-10-119-2690 0 0,14 45-1 0 0,-17-67 1223 0 0,0 0-1 0 0,1-1 1 0 0,-1 1 0 0 0,0 0 0 0 0,0 0 0 0 0,1-1 0 0 0,-1 1-1 0 0,0 0 1 0 0,1 0 0 0 0,-1-1 0 0 0,0 1 0 0 0,1 0-1 0 0,-1-1 1 0 0,1 1 0 0 0,-1 0 0 0 0,2 0-253 0 0,-2-1 252 0 0,1 1 1 0 0,0-1 0 0 0,-1 1 0 0 0,1-1 0 0 0,0 0-1 0 0,-1 1 1 0 0,1-1 0 0 0,0 0 0 0 0,0 0 0 0 0,0 1 0 0 0,-1-1-1 0 0,1 0 1 0 0,0 0 0 0 0,0 0 0 0 0,0 0 0 0 0,-1 0-1 0 0,1 0 1 0 0,0 0 0 0 0,0 0 0 0 0,0 0 0 0 0,-1 0 0 0 0,1-1-1 0 0,0 1 1 0 0,0 0 0 0 0,-1 0 0 0 0,1-1 0 0 0,0 1-1 0 0,0-1 1 0 0,-1 1 0 0 0,1-1 0 0 0,-1 1 0 0 0,1-1 0 0 0,0 1-1 0 0,0-1-252 0 0,-1 0 253 0 0,1 0 0 0 0,-1 1-1 0 0,1-1 1 0 0,-1 0 0 0 0,0 1 0 0 0,1-1 0 0 0,-1 0 0 0 0,0 0-1 0 0,1 1 1 0 0,-1-2 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2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135 107 700 0 0,'-12'-15'3950'0'0,"0"0"0"0"0,-22-21-1 0 0,25 28-2450 0 0,0 0-1 0 0,-17-11 0 0 0,25 19-1437 0 0,0-1 0 0 0,0 0-1 0 0,0 1 1 0 0,-1-1 0 0 0,1 1-1 0 0,0-1 1 0 0,0 1 0 0 0,0 0-1 0 0,0-1 1 0 0,0 1 0 0 0,-1 0-1 0 0,1 0 1 0 0,0 0 0 0 0,0 0-1 0 0,-1 0 1 0 0,0 0 0 0 0,1 0-89 0 0,1 0 1 0 0,-1 1-1 0 0,1-1 1 0 0,-1 0-1 0 0,0 1 1 0 0,1-1-1 0 0,-1 0 1 0 0,1 1-1 0 0,-1-1 1 0 0,1 1-1 0 0,-1-1 1 0 0,1 1-1 0 0,0-1 1 0 0,-1 1-1 0 0,1-1 1 0 0,-1 1-1 0 0,1-1 1 0 0,0 1-1 0 0,0 0 1 0 0,-1-1-1 0 0,1 2 1 0 0,-1 0-197 0 0,1 1-1 0 0,-1 0 1 0 0,1-1 0 0 0,0 1-1 0 0,0 0 1 0 0,0-1 0 0 0,0 1-1 0 0,1 0 1 0 0,-1 0 0 0 0,1-1-1 0 0,-1 1 1 0 0,2 2 0 0 0,15 28-5786 0 0,-7-15-131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2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13 3388 0 0,'-9'-6'9331'0'0,"4"5"-8626"0"0,-1-1 0 0 0,1 1 0 0 0,-1 0 1 0 0,0 0-1 0 0,1 1 0 0 0,-1-1 0 0 0,-5 2 0 0 0,-2 0 63 0 0,1 0 1 0 0,-21 6-1 0 0,10-1-245 0 0,1 1 0 0 0,-39 19 0 0 0,51-21-460 0 0,1 0 0 0 0,0 1 1 0 0,0 0-1 0 0,1 0 0 0 0,0 0 0 0 0,0 1 0 0 0,0 1 1 0 0,1-1-1 0 0,-7 11 0 0 0,12-16-57 0 0,0 1 0 0 0,0 0-1 0 0,1 0 1 0 0,-1 0 0 0 0,1 0 0 0 0,0 0 0 0 0,0 0-1 0 0,0 0 1 0 0,0 0 0 0 0,0 0 0 0 0,1 1 0 0 0,-1-1-1 0 0,1 0 1 0 0,0 0 0 0 0,0 1 0 0 0,0-1 0 0 0,0 0-1 0 0,1 1 1 0 0,-1-1 0 0 0,1 0 0 0 0,0 0 0 0 0,0 0-1 0 0,0 0 1 0 0,1 0 0 0 0,-1 0 0 0 0,1 0 0 0 0,-1 0-1 0 0,1 0 1 0 0,0-1 0 0 0,0 1 0 0 0,0 0 0 0 0,3 2-1 0 0,11 8 11 0 0,0 0 0 0 0,0-1 0 0 0,1-1 0 0 0,1 0 0 0 0,-1-1-1 0 0,34 12 1 0 0,-9-3-3 0 0,6 3 28 0 0,-29-14-7 0 0,0 0 1 0 0,0 2-1 0 0,0 0 0 0 0,23 18 0 0 0,-41-27 64 0 0,1 0-1 0 0,-1 0 0 0 0,0 1 0 0 0,0-1 1 0 0,1 0-1 0 0,-1 0 0 0 0,0 1 0 0 0,0-1 1 0 0,0 0-1 0 0,0 1 0 0 0,0-1 0 0 0,-1 1 1 0 0,1-1-1 0 0,0 1 0 0 0,-1 0 0 0 0,1-1 1 0 0,-1 1-1 0 0,0 0 0 0 0,1-1 0 0 0,-1 1 1 0 0,0 0-1 0 0,0 2 0 0 0,-1-2 11 0 0,1 0-1 0 0,-1 0 1 0 0,0 0-1 0 0,0 0 0 0 0,0 0 1 0 0,0 0-1 0 0,0 0 1 0 0,0 0-1 0 0,-1 0 1 0 0,1-1-1 0 0,-1 1 1 0 0,1-1-1 0 0,-1 1 0 0 0,-3 2 1 0 0,-6 3 137 0 0,0 0 1 0 0,-1 0-1 0 0,0-1 0 0 0,-19 6 1 0 0,-19 4-590 0 0,-1-3 1 0 0,0-1-1 0 0,-79 6 0 0 0,112-19-1960 0 0,18 1 2215 0 0,-1 0 1 0 0,1 0-1 0 0,0-1 1 0 0,-1 1 0 0 0,1 0-1 0 0,0 0 1 0 0,-1 0-1 0 0,1 0 1 0 0,0 0 0 0 0,-1-1-1 0 0,1 1 1 0 0,0 0-1 0 0,-1 0 1 0 0,1-1-1 0 0,0 1 1 0 0,0 0 0 0 0,-1-1-1 0 0,1 1 1 0 0,0 0-1 0 0,0-1 1 0 0,0 1 0 0 0,-1 0-1 0 0,1-1 1 0 0,0 1-1 0 0,0 0 1 0 0,0-1 0 0 0,0 1-1 0 0,0 0 1 0 0,0-1-1 0 0,0 1 1 0 0,0-1 0 0 0,0 1-1 0 0,0 0 1 0 0,0-1-1 0 0,0 1 1 0 0,0-1 0 0 0,0 1-1 0 0,0 0 1 0 0,0-1-1 0 0,0 1 1 0 0,0 0-1 0 0,0-1 1 0 0,1 1 0 0 0,-1 0-1 0 0,0-1 1 0 0,0 1-1 0 0,0 0 1 0 0,1-1 0 0 0,-1 1-1 0 0,0 0 1 0 0,0 0-1 0 0,1-1 1 0 0,11-16-2538 0 0,24-19-5227 0 0,-8 11 632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3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1624 0 0,'8'-28'6907'0'0,"-1"0"0"0"0,6-50 3763 0 0,-13 81-9868 0 0,-5 401 5055 0 0,0 130-5857 0 0,7-511 0 0 0,-1-7 0 0 0,-1-15 0 0 0,0-1 0 0 0,1 1 0 0 0,-1 0 0 0 0,0 0 0 0 0,1 0 0 0 0,-1-1 0 0 0,0 1 0 0 0,1 0 0 0 0,-1 0 0 0 0,1-1 0 0 0,-1 1 0 0 0,1 0 0 0 0,0-1 0 0 0,0 2 0 0 0,16 2 0 0 0,-8-5-422 0 0,0 0-1 0 0,0-1 1 0 0,-1 0-1 0 0,1 0 1 0 0,-1-1 0 0 0,1 0-1 0 0,-1 0 1 0 0,0-1-1 0 0,0 0 1 0 0,-1-1-1 0 0,13-9 1 0 0,4-4-1733 0 0,-1-1-1 0 0,23-26 1 0 0,-32 29-2563 0 0,20-28-1 0 0,-12 13-4672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3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52 184 0 0,'-143'-16'15285'0'0,"61"8"-9511"0"0,79 8-5229 0 0,10-9-203 0 0,1 6-309 0 0,1 1-1 0 0,-1 0 1 0 0,0 0 0 0 0,1 1-1 0 0,-1 0 1 0 0,17 0 0 0 0,-7 0-120 0 0,79-4-2383 0 0,0 5 0 0 0,-1 4 0 0 0,128 21 0 0 0,-209-23 2205 0 0,0 1 1 0 0,0 0 0 0 0,0 1-1 0 0,0 1 1 0 0,26 13 0 0 0,-39-17 385 0 0,0 1-1 0 0,0-1 1 0 0,-1 0 0 0 0,1 0 0 0 0,-1 1 0 0 0,1-1 0 0 0,-1 1 0 0 0,0-1 0 0 0,0 1 0 0 0,1 0 0 0 0,-1-1 0 0 0,0 1 0 0 0,-1 0 0 0 0,1 0-1 0 0,0 0 1 0 0,0 0 0 0 0,-1 0 0 0 0,1 0 0 0 0,-1 0 0 0 0,0 0 0 0 0,1 3 0 0 0,-1 4 830 0 0,-1-1 1 0 0,1 1-1 0 0,-5 17 1 0 0,0 13 816 0 0,5-34-1565 0 0,0-1 1 0 0,0 1-1 0 0,0 0 0 0 0,1-1 0 0 0,0 1 0 0 0,0-1 0 0 0,0 1 0 0 0,1-1 0 0 0,3 8 0 0 0,-4-10-114 0 0,1 1 0 0 0,0-1 0 0 0,-1 0 0 0 0,1 0 0 0 0,0 0 0 0 0,0 0 0 0 0,0-1 1 0 0,0 1-1 0 0,1 0 0 0 0,-1-1 0 0 0,0 0 0 0 0,1 1 0 0 0,-1-1 0 0 0,1 0 0 0 0,-1 0 0 0 0,1 0 0 0 0,0-1 0 0 0,3 1 0 0 0,3 1 13 0 0,0-1 0 0 0,-1-1 0 0 0,1 0 0 0 0,0 0-1 0 0,0 0 1 0 0,0-1 0 0 0,-1-1 0 0 0,1 1 0 0 0,15-6 0 0 0,-20 5-88 0 0,0 0 0 0 0,0 0 0 0 0,0 0 0 0 0,0-1 1 0 0,-1 1-1 0 0,1-1 0 0 0,-1 0 0 0 0,0 0 0 0 0,0 0 1 0 0,0 0-1 0 0,0 0 0 0 0,-1-1 0 0 0,1 0 0 0 0,-1 1 1 0 0,0-1-1 0 0,0 0 0 0 0,0 0 0 0 0,0 0 1 0 0,-1 0-1 0 0,1 0 0 0 0,-1 0 0 0 0,0-1 0 0 0,-1 1 1 0 0,1-5-1 0 0,0 4-23 0 0,-1 0-1 0 0,0 0 1 0 0,0 0 0 0 0,-1 0 0 0 0,1 0 0 0 0,-1 0-1 0 0,0 0 1 0 0,-1 0 0 0 0,1 0 0 0 0,-1 1 0 0 0,0-1-1 0 0,0 0 1 0 0,0 1 0 0 0,-1-1 0 0 0,1 1 0 0 0,-1 0-1 0 0,0 0 1 0 0,-1 0 0 0 0,1 0 0 0 0,-7-5 0 0 0,6 5-3 0 0,-1 1 1 0 0,0 0 0 0 0,0 0 0 0 0,0 0 0 0 0,-1 1 0 0 0,1-1 0 0 0,-1 1-1 0 0,1 0 1 0 0,-1 1 0 0 0,0 0 0 0 0,1-1 0 0 0,-1 2 0 0 0,0-1 0 0 0,0 1 0 0 0,0 0-1 0 0,0 0 1 0 0,1 0 0 0 0,-1 1 0 0 0,0 0 0 0 0,-10 3 0 0 0,8-1 43 0 0,0 0 1 0 0,0 1 0 0 0,0 0-1 0 0,0 0 1 0 0,0 1 0 0 0,1 0-1 0 0,0 0 1 0 0,0 1 0 0 0,1 0-1 0 0,-1 0 1 0 0,1 1 0 0 0,0 0-1 0 0,-5 8 1 0 0,0 1 108 0 0,0 1 0 0 0,2 0 0 0 0,0 1 0 0 0,1-1 0 0 0,1 2 0 0 0,-5 18 0 0 0,9-29-109 0 0,2 0 0 0 0,-1-1 1 0 0,1 1-1 0 0,0 0 0 0 0,1 0 0 0 0,-1 0 0 0 0,2 1 0 0 0,-1-1 0 0 0,1 0 0 0 0,0-1 0 0 0,1 1 0 0 0,0 0 0 0 0,0 0 0 0 0,1-1 0 0 0,0 1 1 0 0,0-1-1 0 0,5 9 0 0 0,-3-10-126 0 0,1 1 1 0 0,0-1-1 0 0,0 0 1 0 0,0 0-1 0 0,1-1 1 0 0,0 1-1 0 0,0-2 0 0 0,0 1 1 0 0,1-1-1 0 0,-1 0 1 0 0,1 0-1 0 0,0-1 1 0 0,0 0-1 0 0,15 3 1 0 0,6 0-1171 0 0,0-1 1 0 0,56 2 0 0 0,-62-7-153 0 0,0 0 1 0 0,40-6-1 0 0,-45 2-1847 0 0,34-10 0 0 0,-7-4-4099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4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0 539 1824 0 0,'0'-95'19474'0'0,"1"97"-18613"0"0,13 83 3213 0 0,-3 49-2211 0 0,-1-19-756 0 0,-10-131-1216 0 0,2 1-1 0 0,0-1 1 0 0,1 1 0 0 0,1-1-1 0 0,6-17 1 0 0,1-1-124 0 0,1 2-1 0 0,20-40 1 0 0,-24 58 173 0 0,1 1 0 0 0,0 0-1 0 0,0 0 1 0 0,13-12 0 0 0,-18 20 30 0 0,0 1 1 0 0,1 0 0 0 0,0 0 0 0 0,0 0 0 0 0,0 0-1 0 0,0 1 1 0 0,0 0 0 0 0,1 0 0 0 0,-1 0-1 0 0,1 1 1 0 0,0 0 0 0 0,0 0 0 0 0,7-1-1 0 0,-9 2 20 0 0,0 1-1 0 0,0 0 1 0 0,0 1-1 0 0,1-1 0 0 0,-1 1 1 0 0,0 0-1 0 0,0 0 0 0 0,0 0 1 0 0,0 0-1 0 0,-1 1 0 0 0,1-1 1 0 0,0 1-1 0 0,-1 0 0 0 0,1 1 1 0 0,-1-1-1 0 0,1 0 0 0 0,-1 1 1 0 0,0 0-1 0 0,0 0 0 0 0,0 0 1 0 0,-1 0-1 0 0,4 5 0 0 0,0 0 60 0 0,0 1-1 0 0,-1-1 1 0 0,0 1-1 0 0,-1 0 1 0 0,0 0-1 0 0,-1 1 1 0 0,5 18-1 0 0,-4-4 119 0 0,-2 1 0 0 0,-1-1 0 0 0,0 1-1 0 0,-5 32 1 0 0,1 16-2557 0 0,3-73 2329 0 0,0 1 1 0 0,0-1-1 0 0,0 1 0 0 0,1 0 1 0 0,-1-1-1 0 0,0 1 0 0 0,1-1 0 0 0,-1 1 1 0 0,0 0-1 0 0,1-1 0 0 0,-1 1 1 0 0,1-1-1 0 0,-1 1 0 0 0,1-1 1 0 0,-1 0-1 0 0,1 1 0 0 0,-1-1 1 0 0,1 1-1 0 0,-1-1 0 0 0,1 0 0 0 0,0 0 1 0 0,-1 1-1 0 0,1-1 0 0 0,0 0 1 0 0,-1 0-1 0 0,1 0 0 0 0,0 1 1 0 0,-1-1-1 0 0,1 0 0 0 0,0 0 0 0 0,-1 0 1 0 0,1 0-1 0 0,0 0 0 0 0,23-2-1561 0 0,-14-1 1012 0 0,0 0 0 0 0,-1-1-1 0 0,1 0 1 0 0,-1 0-1 0 0,0-1 1 0 0,0 0 0 0 0,-1-1-1 0 0,0 0 1 0 0,8-7-1 0 0,9-9-1775 0 0,31-37-1 0 0,-18 14 581 0 0,-2-2 0 0 0,38-64 0 0 0,-50 70 2890 0 0,-2-1 0 0 0,-3-1 0 0 0,20-61 0 0 0,-32 79 933 0 0,-2-1-1 0 0,-2-1 0 0 0,0 1 1 0 0,-1 0-1 0 0,-3-28 1 0 0,1 38-676 0 0,0 14-986 0 0,0 1-293 0 0,0 1 1 0 0,0 0 0 0 0,0-1-1 0 0,0 1 1 0 0,-1 0 0 0 0,1-1-1 0 0,0 1 1 0 0,0-1-1 0 0,0 1 1 0 0,-1 0 0 0 0,1-1-1 0 0,0 1 1 0 0,-1 0-1 0 0,1 0 1 0 0,0-1 0 0 0,0 1-1 0 0,-1 0 1 0 0,1 0-1 0 0,-1-1 1 0 0,0 1 0 0 0,-5 14 724 0 0,0 0 1 0 0,1 1 0 0 0,1-1-1 0 0,0 1 1 0 0,1 0 0 0 0,-2 19-1 0 0,1-5 62 0 0,-37 347 368 0 0,39-344-1217 0 0,-2 10 0 0 0,2 1 0 0 0,2-1 0 0 0,2 1 0 0 0,8 51 0 0 0,-9-90 1 0 0,0 0 0 0 0,0 0-1 0 0,0 0 1 0 0,0 0 0 0 0,1-1 0 0 0,0 1-1 0 0,-1 0 1 0 0,1-1 0 0 0,1 1 0 0 0,-1-1-1 0 0,0 0 1 0 0,1 0 0 0 0,0 0 0 0 0,-1 0-1 0 0,1 0 1 0 0,1-1 0 0 0,-1 1 0 0 0,0-1-1 0 0,5 3 1 0 0,-3-3-6 0 0,0 0-1 0 0,1 0 1 0 0,-1-1 0 0 0,0 0-1 0 0,1 0 1 0 0,-1 0-1 0 0,1-1 1 0 0,-1 0 0 0 0,1 0-1 0 0,-1 0 1 0 0,1-1 0 0 0,-1 0-1 0 0,11-2 1 0 0,0-2-981 0 0,0-1 0 0 0,0 0 0 0 0,0 0 0 0 0,-1-2 0 0 0,0 0 0 0 0,-1-1 0 0 0,26-20 0 0 0,-24 15-2038 0 0,0 0 1 0 0,-1-1-1 0 0,17-22 0 0 0,-6-1-7296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4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221 135 1280 0 0,'-59'-11'6413'0'0,"-103"-16"9685"0"0,174 21-15579 0 0,5-3-322 0 0,258-33-4013 0 0,-156 25-2188 0 0,-64 8 1061 0 0,-2-4-2397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5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593 74 1176 0 0,'-19'4'2104'0'0,"0"1"-1"0"0,0 1 1 0 0,1 1 0 0 0,0 0-1 0 0,1 2 1 0 0,-1 0-1 0 0,-28 20 1 0 0,46-29-2060 0 0,0 1 1 0 0,0-1-1 0 0,-1 0 1 0 0,1 0-1 0 0,0 0 1 0 0,0 0-1 0 0,-1 0 0 0 0,1 0 1 0 0,0 1-1 0 0,0-1 1 0 0,0 0-1 0 0,-1 0 1 0 0,1 0-1 0 0,0 1 1 0 0,0-1-1 0 0,0 0 0 0 0,-1 0 1 0 0,1 1-1 0 0,0-1 1 0 0,0 0-1 0 0,0 0 1 0 0,0 1-1 0 0,0-1 0 0 0,0 0 1 0 0,0 0-1 0 0,0 1 1 0 0,0-1-1 0 0,0 0 1 0 0,0 1-1 0 0,0-1 1 0 0,0 0-1 0 0,0 0 0 0 0,0 1 1 0 0,9 0 360 0 0,17-5-267 0 0,-2-1 14 0 0,-1-2 0 0 0,42-18 0 0 0,-55 20-115 0 0,0 0-1 0 0,-1 0 1 0 0,1-1-1 0 0,-1 0 1 0 0,-1-1 0 0 0,1 0-1 0 0,-1 0 1 0 0,9-12 0 0 0,-16 19-37 0 0,0-1 0 0 0,0 0 1 0 0,-1 1-1 0 0,1-1 0 0 0,0 0 1 0 0,-1 0-1 0 0,1 0 0 0 0,0 1 1 0 0,-1-1-1 0 0,0 0 0 0 0,1 0 1 0 0,-1 0-1 0 0,1 0 0 0 0,-1 0 1 0 0,0 0-1 0 0,0 0 0 0 0,1 0 1 0 0,-1 0-1 0 0,0 0 0 0 0,0 0 1 0 0,0 0-1 0 0,0 0 0 0 0,0 0 1 0 0,-1 0-1 0 0,1 0 0 0 0,0 0 1 0 0,0 0-1 0 0,-1 0 0 0 0,1 0 1 0 0,0 0-1 0 0,-1 0 0 0 0,1 0 1 0 0,-1 1-1 0 0,1-1 0 0 0,-1 0 1 0 0,0 0-1 0 0,1 0 0 0 0,-1 1 1 0 0,0-1-1 0 0,1 0 0 0 0,-1 1 1 0 0,0-1-1 0 0,0 0 0 0 0,0 1 1 0 0,1-1-1 0 0,-1 1 0 0 0,0 0 1 0 0,0-1-1 0 0,-1 0 0 0 0,-4-1-5 0 0,1 1-1 0 0,-1-1 1 0 0,0 1-1 0 0,0-1 1 0 0,1 2-1 0 0,-12-1 1 0 0,-1 1-3 0 0,0 2 0 0 0,0 0 0 0 0,0 1 0 0 0,0 1 0 0 0,0 1 1 0 0,1 1-1 0 0,0 0 0 0 0,0 1 0 0 0,-25 14 0 0 0,21-8-3 0 0,0 0-1 0 0,1 2 1 0 0,1 0-1 0 0,1 1 1 0 0,0 0-1 0 0,-27 33 1 0 0,39-41 3 0 0,0 1 0 0 0,0 0 1 0 0,1 0-1 0 0,0 0 0 0 0,0 0 0 0 0,1 1 1 0 0,0 0-1 0 0,1 0 0 0 0,-4 18 1 0 0,6-24 10 0 0,0 0 1 0 0,1 1 0 0 0,0-1 0 0 0,0 0 0 0 0,0 1 0 0 0,1-1 0 0 0,-1 0 0 0 0,1 0 0 0 0,0 1 0 0 0,0-1-1 0 0,1 0 1 0 0,-1 0 0 0 0,1 0 0 0 0,0 0 0 0 0,0 0 0 0 0,0-1 0 0 0,0 1 0 0 0,1-1 0 0 0,-1 1 0 0 0,1-1 0 0 0,0 0-1 0 0,0 0 1 0 0,0 0 0 0 0,1 0 0 0 0,-1 0 0 0 0,6 2 0 0 0,2 1 5 0 0,0 0-1 0 0,1-1 1 0 0,0 0 0 0 0,0-1 0 0 0,0-1-1 0 0,21 4 1 0 0,79 5-39 0 0,-93-11 7 0 0,21 2-57 0 0,0-1 1 0 0,0-2-1 0 0,54-7 1 0 0,-86 4-27 0 0,-8-1 31 0 0,-18 0 1 0 0,-19 5 57 0 0,-1 2 1 0 0,1 1 0 0 0,0 2 0 0 0,1 2 0 0 0,0 1-1 0 0,-61 24 1 0 0,69-21 41 0 0,0 1-1 0 0,1 1 0 0 0,0 2 1 0 0,2 0-1 0 0,-1 2 0 0 0,2 0 1 0 0,1 2-1 0 0,-37 39 1 0 0,50-46-15 0 0,0 0 0 0 0,1 0 0 0 0,0 1 1 0 0,1 0-1 0 0,1 0 0 0 0,-8 20 1 0 0,13-28 9 0 0,0 0 0 0 0,0 0 1 0 0,0 0-1 0 0,1 0 1 0 0,0 0-1 0 0,0 0 0 0 0,1 1 1 0 0,-1-1-1 0 0,1 0 0 0 0,1 1 1 0 0,-1-1-1 0 0,1 0 1 0 0,0 0-1 0 0,1 0 0 0 0,0 1 1 0 0,0-1-1 0 0,0-1 1 0 0,5 12-1 0 0,-3-13-3 0 0,0 1 1 0 0,0-1 0 0 0,0 0-1 0 0,0 0 1 0 0,1 0-1 0 0,-1 0 1 0 0,1-1-1 0 0,0 0 1 0 0,0 0 0 0 0,0 0-1 0 0,1 0 1 0 0,-1-1-1 0 0,0 0 1 0 0,1 0-1 0 0,6 1 1 0 0,12 2-119 0 0,0-1 0 0 0,32 1 0 0 0,-51-5 48 0 0,58 3-1049 0 0,-1-2-1 0 0,0-4 1 0 0,80-12 0 0 0,-91 6-889 0 0,0-3 0 0 0,58-21 0 0 0,-54 12-1351 0 0,-3-5-1147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6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379 220 520 0 0,'1'-9'808'0'0,"-1"1"0"0"0,0-1 0 0 0,0 0 0 0 0,-1 0-1 0 0,0 0 1 0 0,-1 0 0 0 0,0 1 0 0 0,-1-1 0 0 0,-5-14 0 0 0,4 16-398 0 0,0-1-1 0 0,-1 1 1 0 0,0 0 0 0 0,0 0 0 0 0,0 1 0 0 0,-1-1 0 0 0,0 1 0 0 0,0 1-1 0 0,0-1 1 0 0,-10-5 0 0 0,9 5-134 0 0,-1 1 0 0 0,0 1 0 0 0,0 0 0 0 0,0 0 0 0 0,-1 0 0 0 0,0 1 0 0 0,1 0 0 0 0,-1 1 0 0 0,0 0 0 0 0,0 0 0 0 0,-11 0 0 0 0,14 2-210 0 0,0 0 0 0 0,0 1 0 0 0,0 0 0 0 0,0 0 0 0 0,0 0 1 0 0,1 0-1 0 0,-1 1 0 0 0,1 0 0 0 0,-1 0 0 0 0,1 1 0 0 0,0-1 0 0 0,-1 1 0 0 0,1 0 0 0 0,1 1 0 0 0,-1-1 0 0 0,0 1 0 0 0,1 0 0 0 0,-6 7 0 0 0,1-1-26 0 0,1 1 0 0 0,0 1 1 0 0,1 0-1 0 0,1 0 0 0 0,0 0 0 0 0,0 1 0 0 0,1-1 0 0 0,1 1 0 0 0,0 1 0 0 0,0-1 0 0 0,-1 16 0 0 0,4-20-23 0 0,0-1 0 0 0,0 0 1 0 0,1 0-1 0 0,0 1 0 0 0,0-1 0 0 0,1 0 0 0 0,0 0 0 0 0,1 0 0 0 0,0 0 0 0 0,0 0 0 0 0,0 0 0 0 0,1 0 0 0 0,0 0 1 0 0,1-1-1 0 0,0 0 0 0 0,0 1 0 0 0,0-1 0 0 0,1-1 0 0 0,9 11 0 0 0,-8-12-5 0 0,0 0 0 0 0,0 0 0 0 0,1-1 0 0 0,-1 0 1 0 0,1 0-1 0 0,0-1 0 0 0,0 0 0 0 0,0 0 0 0 0,0-1 0 0 0,1 1 0 0 0,-1-1 0 0 0,1-1 0 0 0,-1 0 0 0 0,1 0 1 0 0,0 0-1 0 0,-1-1 0 0 0,1 0 0 0 0,0-1 0 0 0,-1 0 0 0 0,1 0 0 0 0,0 0 0 0 0,-1-1 0 0 0,0 0 0 0 0,1-1 1 0 0,-1 1-1 0 0,0-1 0 0 0,0-1 0 0 0,0 0 0 0 0,-1 0 0 0 0,1 0 0 0 0,-1 0 0 0 0,0-1 0 0 0,0 0 0 0 0,-1 0 1 0 0,1-1-1 0 0,-1 0 0 0 0,0 0 0 0 0,-1 0 0 0 0,7-11 0 0 0,-4 3 20 0 0,-1 0 1 0 0,-1-1-1 0 0,0 1 0 0 0,-1-1 1 0 0,4-30-1 0 0,-4 7 1094 0 0,-1-48 0 0 0,-16 141-36 0 0,-34 379 3568 0 0,21 220-2084 0 0,26-640-2610 0 0,2 84-672 0 0,-1-83-221 0 0,1-1-1 0 0,0 0 1 0 0,1-1-1 0 0,8 24 1 0 0,-10-36 808 0 0,-1-1 0 0 0,0 1 0 0 0,0-1 0 0 0,0 0 0 0 0,1 1 0 0 0,-1-1 0 0 0,0 0 0 0 0,1 1 0 0 0,-1-1 0 0 0,0 0 0 0 0,1 1 0 0 0,-1-1 0 0 0,0 0 0 0 0,1 0 0 0 0,-1 0 1 0 0,1 1-1 0 0,-1-1 0 0 0,0 0 0 0 0,1 0 0 0 0,-1 0 0 0 0,1 0 0 0 0,-1 0 0 0 0,1 0 0 0 0,-1 0 0 0 0,0 0 0 0 0,1 0 0 0 0,-1 0 0 0 0,1 0 0 0 0,-1 0 0 0 0,1 0 0 0 0,-1 0 0 0 0,1 0 1 0 0,-1 0-1 0 0,0 0 0 0 0,1 0 0 0 0,-1-1 0 0 0,1 1 0 0 0,-1 0 0 0 0,1-1 0 0 0,12-7-2288 0 0,-10 5 1530 0 0,-1 0 0 0 0,1 0-1 0 0,-1 0 1 0 0,0-1 0 0 0,0 1 0 0 0,0 0 0 0 0,0-1-1 0 0,2-5 1 0 0,7-16-5915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63 274 320 0 0,'-11'-253'19795'0'0,"7"237"-18662"0"0,-1 11 304 0 0,4 6-1357 0 0,0 0 0 0 0,0 0 0 0 0,0 0 0 0 0,0 0 0 0 0,0-1 0 0 0,0 1 0 0 0,0 1 0 0 0,1-1 0 0 0,-1 0 0 0 0,0 0 0 0 0,1 0 0 0 0,-1 0 0 0 0,1 0 0 0 0,-1 1 0 0 0,1-1 0 0 0,-1 0 0 0 0,1 3 0 0 0,-8 25 83 0 0,1 0-1 0 0,1 1 1 0 0,2 0 0 0 0,1 0 0 0 0,2 0-1 0 0,1 1 1 0 0,1-1 0 0 0,1 0 0 0 0,2 0-1 0 0,9 37 1 0 0,-11-60-229 0 0,1 0 0 0 0,0 0 0 0 0,0-1 0 0 0,0 1 0 0 0,1-1 0 0 0,0 1-1 0 0,0-1 1 0 0,1 0 0 0 0,0-1 0 0 0,0 1 0 0 0,0-1 0 0 0,1 0 0 0 0,-1 0 0 0 0,1-1 0 0 0,1 0 0 0 0,-1 0 0 0 0,0 0-1 0 0,1 0 1 0 0,0-1 0 0 0,0-1 0 0 0,10 4 0 0 0,-12-4-56 0 0,1-1 1 0 0,0 0-1 0 0,0 0 0 0 0,0-1 0 0 0,1 1 0 0 0,-1-1 1 0 0,0 0-1 0 0,0-1 0 0 0,0 0 0 0 0,0 0 1 0 0,0 0-1 0 0,0 0 0 0 0,0-1 0 0 0,-1 0 1 0 0,1-1-1 0 0,0 1 0 0 0,-1-1 0 0 0,0 0 0 0 0,0 0 1 0 0,0-1-1 0 0,0 1 0 0 0,0-1 0 0 0,0 0 1 0 0,-1 0-1 0 0,0-1 0 0 0,6-8 0 0 0,-1 0-52 0 0,-1-1 0 0 0,0 0 0 0 0,-2-1-1 0 0,1 1 1 0 0,-2-1 0 0 0,0 0 0 0 0,3-20 0 0 0,13-114 161 0 0,-18 120 193 0 0,2-81 1950 0 0,-5 108-2041 0 0,1 4-65 0 0,0 1-1 0 0,0-1 1 0 0,-1 1 0 0 0,1-1-1 0 0,-1 1 1 0 0,0-1-1 0 0,0 1 1 0 0,0-1 0 0 0,0 1-1 0 0,0 2 1 0 0,-2 59 170 0 0,7 71-1 0 0,-4-127-417 0 0,0 0-1 0 0,0 0 0 0 0,0 0 0 0 0,1 0 0 0 0,1-1 0 0 0,-1 1 1 0 0,1-1-1 0 0,0 1 0 0 0,1-1 0 0 0,0 0 0 0 0,0 0 0 0 0,0-1 1 0 0,1 1-1 0 0,0-1 0 0 0,10 10 0 0 0,-8-10-300 0 0,1 0 0 0 0,0-1 1 0 0,0 0-1 0 0,1 0 0 0 0,-1-1 0 0 0,1 0 0 0 0,0 0 0 0 0,0-1 1 0 0,0 0-1 0 0,1 0 0 0 0,-1-1 0 0 0,17 1 0 0 0,-11-2-1320 0 0,1 0 0 0 0,22-3-1 0 0,-4-3-2607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7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297 195 1516 0 0,'2'-17'2364'0'0,"0"0"0"0"0,-1 0 0 0 0,-2-24-1 0 0,1 36-1939 0 0,-1-1-1 0 0,0 0 1 0 0,0 1-1 0 0,0-1 1 0 0,-1 1 0 0 0,0-1-1 0 0,0 1 1 0 0,0 0-1 0 0,-1 0 1 0 0,0-1-1 0 0,0 2 1 0 0,0-1-1 0 0,0 0 1 0 0,-5-4-1 0 0,6 8-332 0 0,0-1-1 0 0,0 0 1 0 0,0 0 0 0 0,0 1-1 0 0,0-1 1 0 0,0 1-1 0 0,-1 0 1 0 0,1-1 0 0 0,-1 1-1 0 0,1 0 1 0 0,-1 1-1 0 0,1-1 1 0 0,-1 0 0 0 0,1 1-1 0 0,-1-1 1 0 0,0 1-1 0 0,1 0 1 0 0,-1 0 0 0 0,-3 0-1 0 0,1 1 4 0 0,1 0 0 0 0,-1 0-1 0 0,0 1 1 0 0,1-1 0 0 0,-1 1 0 0 0,1 0 0 0 0,-1 0-1 0 0,1 1 1 0 0,-7 5 0 0 0,-3 3 42 0 0,1 1 0 0 0,0 0 0 0 0,1 1-1 0 0,-17 24 1 0 0,17-21-73 0 0,2 0 0 0 0,0 1 0 0 0,0 1 0 0 0,-12 35 0 0 0,18-41-41 0 0,0 0 0 0 0,1 0 1 0 0,1 1-1 0 0,0-1 0 0 0,0 1 0 0 0,2 0 0 0 0,-1-1 1 0 0,3 22-1 0 0,-1-30-15 0 0,-1-1 0 0 0,1 1 0 0 0,0-1 0 0 0,0 1-1 0 0,0-1 1 0 0,1 0 0 0 0,-1 1 0 0 0,1-1 0 0 0,0 0 0 0 0,0 0 0 0 0,0 0 0 0 0,0-1 0 0 0,0 1-1 0 0,1 0 1 0 0,-1-1 0 0 0,1 1 0 0 0,0-1 0 0 0,0 0 0 0 0,0 0 0 0 0,0 0 0 0 0,0 0 0 0 0,0-1 0 0 0,0 1-1 0 0,1-1 1 0 0,-1 0 0 0 0,0 0 0 0 0,1 0 0 0 0,-1 0 0 0 0,1-1 0 0 0,-1 1 0 0 0,1-1 0 0 0,3 0 0 0 0,1 0-9 0 0,0 0 1 0 0,-1 0 0 0 0,1-1 0 0 0,-1 0 0 0 0,1-1 0 0 0,-1 0 0 0 0,0 0 0 0 0,0 0-1 0 0,0-1 1 0 0,0 0 0 0 0,0 0 0 0 0,0-1 0 0 0,-1 0 0 0 0,9-6 0 0 0,-6 1-9 0 0,0-1 0 0 0,0 0-1 0 0,-1 0 1 0 0,0-1 0 0 0,0 0 0 0 0,-1 0 0 0 0,-1 0 0 0 0,0-1 0 0 0,6-18 0 0 0,2-14-1 0 0,13-61 0 0 0,-19 69 64 0 0,0 13-147 0 0,-4 21 73 0 0,-1 15 102 0 0,0 63 244 0 0,2 31 20 0 0,-3-94-452 0 0,0-1 0 0 0,1 0-1 0 0,0 0 1 0 0,1 0 0 0 0,0-1-1 0 0,9 18 1 0 0,-10-24-144 0 0,0 0 1 0 0,1-1-1 0 0,-1 0 1 0 0,1 1-1 0 0,0-1 1 0 0,0-1-1 0 0,0 1 1 0 0,1 0-1 0 0,-1-1 1 0 0,1 0-1 0 0,0 0 1 0 0,0-1-1 0 0,0 1 1 0 0,7 2 0 0 0,-4-3-750 0 0,1 1 0 0 0,-1-1 0 0 0,1 0 0 0 0,-1-1 0 0 0,1 0 0 0 0,0 0 0 0 0,0-1 0 0 0,13-1 0 0 0,8-4-5133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7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20 297 1352 0 0,'-13'-282'18417'0'0,"11"267"-17241"0"0,0 19 203 0 0,0 24 291 0 0,12 382 3655 0 0,-1-106-4263 0 0,-9-213-983 0 0,6 117-820 0 0,-2-164-2284 0 0,10 47 0 0 0,-14-88 2516 0 0,1 1 0 0 0,0 0 1 0 0,1 0-1 0 0,-1-1 0 0 0,1 1 0 0 0,0 0 1 0 0,-1-1-1 0 0,2 0 0 0 0,2 5 0 0 0,18 7-8358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7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75 3096 0 0,'9'-24'4800'0'0,"-6"18"-2765"0"0,-1 0-1 0 0,1 0 1 0 0,-1-1-1 0 0,-1 1 1 0 0,3-13-1 0 0,4 24-326 0 0,-6-1-1478 0 0,-1 0 0 0 0,-1-1 1 0 0,1 1-1 0 0,0 0 1 0 0,-1 0-1 0 0,0 0 0 0 0,0-1 1 0 0,0 1-1 0 0,-1 7 0 0 0,1 2 177 0 0,-3 49 569 0 0,-13 74 1 0 0,7-74-3336 0 0,-1 75 0 0 0,10-133 1972 0 0,1 0 1 0 0,-1-1-1 0 0,0 1 1 0 0,1-1-1 0 0,0 1 1 0 0,0-1-1 0 0,0 1 0 0 0,0-1 1 0 0,1 0-1 0 0,-1 1 1 0 0,3 2-1 0 0,-3-3-302 0 0,1-1 0 0 0,-1 0 0 0 0,1 0 0 0 0,0-1 0 0 0,0 1-1 0 0,0 0 1 0 0,0-1 0 0 0,0 1 0 0 0,0-1 0 0 0,3 2 0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8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85 1320 0 0,'0'-47'13566'0'0,"-2"48"-12502"0"0,-1 1-805 0 0,0 1 1 0 0,0-1-1 0 0,0 0 0 0 0,1 1 1 0 0,-1 0-1 0 0,1 0 0 0 0,-1 0 1 0 0,1 0-1 0 0,0 0 0 0 0,0 0 1 0 0,1 0-1 0 0,-1 1 0 0 0,1-1 1 0 0,-2 5-1 0 0,-16 56 1798 0 0,18-61-1987 0 0,-7 27 396 0 0,2 0 1 0 0,1 0 0 0 0,1 1 0 0 0,1-1 0 0 0,4 60 0 0 0,-1-86-433 0 0,1 0 1 0 0,0-1-1 0 0,0 1 1 0 0,0 0-1 0 0,0 0 1 0 0,1-1 0 0 0,-1 1-1 0 0,1-1 1 0 0,0 0-1 0 0,0 1 1 0 0,0-1-1 0 0,0 0 1 0 0,1 0 0 0 0,-1 0-1 0 0,1-1 1 0 0,0 1-1 0 0,0 0 1 0 0,0-1-1 0 0,0 0 1 0 0,0 0 0 0 0,1 0-1 0 0,-1 0 1 0 0,0 0-1 0 0,1-1 1 0 0,0 0 0 0 0,-1 1-1 0 0,1-1 1 0 0,0 0-1 0 0,-1-1 1 0 0,1 1-1 0 0,0-1 1 0 0,4 0 0 0 0,0 1-12 0 0,0-1 0 0 0,-1 0 0 0 0,1-1 0 0 0,0 0 0 0 0,-1 0 0 0 0,1-1 0 0 0,-1 0 0 0 0,0 0 0 0 0,1 0 0 0 0,-1-1 0 0 0,0 0 0 0 0,0-1 0 0 0,-1 0 0 0 0,1 0 0 0 0,8-6 0 0 0,-8 3-30 0 0,0-1 0 0 0,0 0 1 0 0,0 0-1 0 0,-1 0 0 0 0,-1-1 0 0 0,1 0 0 0 0,-1 0 0 0 0,-1 0 0 0 0,1-1 1 0 0,-2 0-1 0 0,1 0 0 0 0,-1 0 0 0 0,-1 0 0 0 0,0 0 0 0 0,0 0 0 0 0,-1-1 1 0 0,-1 1-1 0 0,1 0 0 0 0,-2-1 0 0 0,1 1 0 0 0,-1-1 0 0 0,-1 1 0 0 0,0 0 1 0 0,-1 0-1 0 0,1 0 0 0 0,-2 0 0 0 0,0 0 0 0 0,0 1 0 0 0,0-1 0 0 0,-2 1 1 0 0,1 0-1 0 0,-1 1 0 0 0,0-1 0 0 0,0 1 0 0 0,-1 0 0 0 0,-1 1 0 0 0,1 0 1 0 0,-1 0-1 0 0,0 0 0 0 0,0 1 0 0 0,-13-6 0 0 0,4 3-2 0 0,0 1 0 0 0,-1 1-1 0 0,0 1 1 0 0,0 0 0 0 0,0 2 0 0 0,-1 0-1 0 0,-30-3 1 0 0,39 7-120 0 0,0-1 0 0 0,0 1-1 0 0,0 1 1 0 0,1-1 0 0 0,-1 2 0 0 0,0 0-1 0 0,0 0 1 0 0,0 0 0 0 0,1 1 0 0 0,-1 1 0 0 0,1 0-1 0 0,0 0 1 0 0,0 1 0 0 0,1 0 0 0 0,-1 0-1 0 0,-7 7 1 0 0,13-9-115 0 0,0-1 0 0 0,1 1 0 0 0,-1 0 0 0 0,1-1 0 0 0,0 1 0 0 0,0 0 0 0 0,0 1 0 0 0,0-1 0 0 0,0 0 0 0 0,1 0 0 0 0,0 1 0 0 0,-1-1 0 0 0,1 1 0 0 0,1-1 0 0 0,-1 1 0 0 0,0-1 0 0 0,1 1 0 0 0,0 0 0 0 0,-1-1 0 0 0,2 1 0 0 0,-1 0 0 0 0,0-1 0 0 0,1 1 0 0 0,-1 0 0 0 0,1-1 0 0 0,0 1 0 0 0,0-1 1 0 0,1 0-1 0 0,-1 1 0 0 0,1-1 0 0 0,0 0 0 0 0,-1 0 0 0 0,2 0 0 0 0,-1 0 0 0 0,0 0 0 0 0,0 0 0 0 0,1 0 0 0 0,3 2 0 0 0,14 12-4425 0 0,1 0-2461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8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49 109 1192 0 0,'-13'-17'4383'0'0,"10"12"-3154"0"0,0 1 0 0 0,0 0-1 0 0,0 0 1 0 0,-1 0 0 0 0,0 0 0 0 0,-7-6 0 0 0,10 11-1171 0 0,1-1 1 0 0,0 0 0 0 0,0 0-1 0 0,-1 0 1 0 0,1 0-1 0 0,0 0 1 0 0,0 1 0 0 0,0-1-1 0 0,-1 0 1 0 0,1 0 0 0 0,0 0-1 0 0,0 1 1 0 0,0-1-1 0 0,0 0 1 0 0,-1 0 0 0 0,1 1-1 0 0,0-1 1 0 0,0 0 0 0 0,0 0-1 0 0,0 1 1 0 0,0-1-1 0 0,0 0 1 0 0,0 0 0 0 0,0 1-1 0 0,0-1 1 0 0,0 0 0 0 0,0 1-1 0 0,0-1 1 0 0,0 0 0 0 0,0 0-1 0 0,0 1 1 0 0,0-1-1 0 0,0 0 1 0 0,0 1 0 0 0,0-1-1 0 0,0 0 1 0 0,0 0 0 0 0,1 1-1 0 0,0 13 769 0 0,-1-13-802 0 0,12 54 2019 0 0,5 17-700 0 0,-4 1 0 0 0,8 135 0 0 0,-21-163-522 0 0,-13-51-734 0 0,11 5-83 0 0,1-1 0 0 0,0 1-1 0 0,0 0 1 0 0,0-1 0 0 0,0 1 0 0 0,0-1 0 0 0,0 1-1 0 0,1-1 1 0 0,-1 1 0 0 0,0-1 0 0 0,1 0 0 0 0,-1 1-1 0 0,1-1 1 0 0,0 0 0 0 0,-1 0 0 0 0,1-2 0 0 0,0-33-43 0 0,1 23-21 0 0,0-10-5 0 0,2-1 1 0 0,1 1-1 0 0,1 0 1 0 0,1 1-1 0 0,1-1 1 0 0,17-37 0 0 0,-14 38 10 0 0,1 0 1 0 0,1 1 0 0 0,2 0 0 0 0,18-24 0 0 0,-23 35 19 0 0,-1 1 1 0 0,2 0 0 0 0,-1 0 0 0 0,1 1-1 0 0,1 0 1 0 0,0 1 0 0 0,0 1 0 0 0,1-1-1 0 0,20-8 1 0 0,-28 14 17 0 0,0 0-1 0 0,1 1 1 0 0,-1 0-1 0 0,1 0 0 0 0,-1 0 1 0 0,1 0-1 0 0,0 1 1 0 0,-1 0-1 0 0,1 0 1 0 0,0 0-1 0 0,-1 0 1 0 0,1 1-1 0 0,0 0 1 0 0,-1 0-1 0 0,8 2 1 0 0,-6 0 12 0 0,0 0 0 0 0,-1 0 0 0 0,0 0 1 0 0,0 0-1 0 0,0 1 0 0 0,0 0 0 0 0,-1 0 1 0 0,1 0-1 0 0,-1 1 0 0 0,7 9 0 0 0,-4-4 19 0 0,-1 0 1 0 0,0 1-1 0 0,-1 0 0 0 0,0 0 0 0 0,0 0 0 0 0,-1 1 0 0 0,-1-1 0 0 0,0 1 0 0 0,-1 0 1 0 0,0 0-1 0 0,1 19 0 0 0,-10 58-202 0 0,1 0-3647 0 0,6-87 3559 0 0,0 1 1 0 0,0 0-1 0 0,0 0 1 0 0,0 0-1 0 0,1 0 1 0 0,-1 0-1 0 0,1 0 1 0 0,0-1 0 0 0,0 1-1 0 0,0 0 1 0 0,0-1-1 0 0,0 1 1 0 0,1 0-1 0 0,-1-1 1 0 0,1 0-1 0 0,0 1 1 0 0,0-1-1 0 0,0 0 1 0 0,2 2-1 0 0,-2-2-62 0 0,1 0-1 0 0,0-1 1 0 0,0 1 0 0 0,0-1-1 0 0,0 0 1 0 0,0 0-1 0 0,0 0 1 0 0,0 0-1 0 0,0-1 1 0 0,0 1-1 0 0,1-1 1 0 0,-1 0-1 0 0,0 0 1 0 0,0 0-1 0 0,0 0 1 0 0,1 0 0 0 0,3-2-1 0 0,15-2-2059 0 0,1-3-432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8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338 257 1192 0 0,'15'-25'3559'0'0,"22"-54"0"0"0,-33 70-2908 0 0,0-1-1 0 0,-1 0 1 0 0,-1 0 0 0 0,0 0 0 0 0,0-1 0 0 0,-1 1 0 0 0,0 0-1 0 0,0-1 1 0 0,-2-10 0 0 0,1 19-577 0 0,0 0 1 0 0,0 1-1 0 0,-1-1 1 0 0,1 0-1 0 0,0 1 1 0 0,-1-1-1 0 0,1 0 1 0 0,-1 1-1 0 0,0-1 1 0 0,1 0-1 0 0,-1 1 0 0 0,0-1 1 0 0,0 1-1 0 0,0 0 1 0 0,0-1-1 0 0,0 1 1 0 0,0 0-1 0 0,0-1 1 0 0,-1 1-1 0 0,1 0 1 0 0,0 0-1 0 0,-1 0 0 0 0,1 0 1 0 0,-1 0-1 0 0,1 0 1 0 0,-1 1-1 0 0,1-1 1 0 0,-1 0-1 0 0,0 1 1 0 0,1-1-1 0 0,-1 1 1 0 0,0 0-1 0 0,0 0 0 0 0,1-1 1 0 0,-1 1-1 0 0,0 0 1 0 0,1 0-1 0 0,-1 1 1 0 0,0-1-1 0 0,0 0 1 0 0,-2 1-1 0 0,1 0-6 0 0,-1 0 0 0 0,1 0 0 0 0,0 0 0 0 0,0 1 0 0 0,0-1 0 0 0,-1 1 0 0 0,1 0 0 0 0,1 0 0 0 0,-1 0-1 0 0,0 0 1 0 0,0 1 0 0 0,1-1 0 0 0,-1 1 0 0 0,1-1 0 0 0,0 1 0 0 0,0 0 0 0 0,0 0 0 0 0,0 0 0 0 0,-2 6 0 0 0,2-2 24 0 0,0-1 1 0 0,1 1-1 0 0,1 0 1 0 0,-1-1 0 0 0,1 1-1 0 0,0 0 1 0 0,0 0-1 0 0,1-1 1 0 0,0 1-1 0 0,0 0 1 0 0,0-1 0 0 0,1 1-1 0 0,0-1 1 0 0,6 13-1 0 0,4 5 289 0 0,2 1 0 0 0,22 30 0 0 0,-5-8 83 0 0,-25-37-355 0 0,2 2 345 0 0,-1 0-1 0 0,1 1 0 0 0,-2 0 0 0 0,0 0 0 0 0,-1 1 1 0 0,0-1-1 0 0,-1 1 0 0 0,3 16 0 0 0,-7-27-309 0 0,1 0 0 0 0,-1 0 0 0 0,-1 1 0 0 0,1-1 0 0 0,0 0 0 0 0,-1 0 0 0 0,0 0 0 0 0,0 0 1 0 0,0 0-1 0 0,0 0 0 0 0,0 0 0 0 0,0 0 0 0 0,-1-1 0 0 0,1 1 0 0 0,-1 0 0 0 0,-4 4 0 0 0,3-3-22 0 0,-1-1 1 0 0,0 1 0 0 0,-1-1-1 0 0,1 0 1 0 0,0 0-1 0 0,-1 0 1 0 0,0-1-1 0 0,1 0 1 0 0,-8 3 0 0 0,1-2-245 0 0,0 0 1 0 0,0 0 0 0 0,0-1 0 0 0,0-1 0 0 0,0 0 0 0 0,-1 0 0 0 0,1-1-1 0 0,-22-3 1 0 0,15 0-995 0 0,0-2-1 0 0,1 0 0 0 0,-1-1 0 0 0,1-1 0 0 0,-23-12 1 0 0,10 1-4972 0 0,-53-41 0 0 0,48 31-1703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9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55 1012 0 0,'-52'-28'11435'0'0,"19"8"-7608"0"0,29 18-3778 0 0,3 1 130 0 0,-5-3-359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9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52 3536 0 0,'-129'6'13489'0'0,"136"-6"-13166"0"0,1-1-1 0 0,-1 0 1 0 0,14-5 0 0 0,11-1-91 0 0,259-21-1751 0 0,-95 20-3431 0 0,-133 5 2169 0 0,46 0-4113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49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47 1576 0 0,'-8'-11'3985'0'0,"-1"3"-1361"0"0,3-1-976 0 0,-1 1-892 0 0,0 3-540 0 0,-1 0-668 0 0,-6 10-4360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6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83 1480 0 0,'-3'8'16941'0'0,"2"-9"-16781"0"0,1 1 1 0 0,-1 0-1 0 0,0-1 0 0 0,0 1 0 0 0,0-1 1 0 0,1 0-1 0 0,-1 1 0 0 0,0-1 0 0 0,1 0 1 0 0,-1 1-1 0 0,0-1 0 0 0,1 0 0 0 0,-1 0 1 0 0,1 0-1 0 0,-1 1 0 0 0,1-1 0 0 0,0 0 1 0 0,-1 0-1 0 0,1 0 0 0 0,0 0 1 0 0,-1-1-1 0 0,2 0-140 0 0,-1 0 1 0 0,1 0 0 0 0,-1 0-1 0 0,1 1 1 0 0,0-1 0 0 0,0 0-1 0 0,0 0 1 0 0,0 1-1 0 0,0-1 1 0 0,0 0 0 0 0,0 1-1 0 0,0-1 1 0 0,1 1 0 0 0,-1 0-1 0 0,1-1 1 0 0,-1 1-1 0 0,3-2 1 0 0,3-2-32 0 0,1 0 0 0 0,-1 0-1 0 0,1 1 1 0 0,0 0 0 0 0,0 1 0 0 0,1-1-1 0 0,-1 1 1 0 0,1 1 0 0 0,-1 0 0 0 0,1 0-1 0 0,0 0 1 0 0,0 1 0 0 0,0 1 0 0 0,-1 0 0 0 0,1 0-1 0 0,16 2 1 0 0,-20-1 3 0 0,1 0-1 0 0,-1 0 1 0 0,1 0 0 0 0,-1 1-1 0 0,1 0 1 0 0,-1 0 0 0 0,0 0-1 0 0,0 0 1 0 0,0 1 0 0 0,0 0 0 0 0,0 0-1 0 0,-1 1 1 0 0,0-1 0 0 0,1 1-1 0 0,-1 0 1 0 0,0 0 0 0 0,-1 0-1 0 0,1 1 1 0 0,-1-1 0 0 0,0 1-1 0 0,0 0 1 0 0,0 0 0 0 0,-1 0-1 0 0,1 0 1 0 0,-1 0 0 0 0,0 0-1 0 0,1 10 1 0 0,-1 1 24 0 0,-1-1 1 0 0,-1 1-1 0 0,0 0 1 0 0,-1 0-1 0 0,-1 0 1 0 0,0-1-1 0 0,-1 1 0 0 0,-1-1 1 0 0,0 0-1 0 0,-1 0 1 0 0,-1 0-1 0 0,-13 23 1 0 0,-4 5 532 0 0,-2-2 1 0 0,-57 70 0 0 0,39-62 722 0 0,-50 45 0 0 0,-1 0 717 0 0,74-75-1675 0 0,-8 12 38 0 0,28-31-349 0 0,0 0-1 0 0,0 0 1 0 0,0 0 0 0 0,-1 1 0 0 0,1-1 0 0 0,0 0-1 0 0,0 0 1 0 0,0 0 0 0 0,0 0 0 0 0,0 0-1 0 0,0 0 1 0 0,0 1 0 0 0,0-1 0 0 0,0 0-1 0 0,0 0 1 0 0,0 0 0 0 0,0 0 0 0 0,0 1-1 0 0,0-1 1 0 0,0 0 0 0 0,0 0 0 0 0,0 0-1 0 0,0 0 1 0 0,0 0 0 0 0,0 1 0 0 0,0-1-1 0 0,0 0 1 0 0,0 0 0 0 0,0 0 0 0 0,0 0-1 0 0,1 0 1 0 0,-1 1 0 0 0,0-1 0 0 0,0 0 0 0 0,0 0-1 0 0,0 0 1 0 0,0 0 0 0 0,0 0 0 0 0,0 0-1 0 0,1 0 1 0 0,-1 0 0 0 0,0 1 0 0 0,0-1-1 0 0,10 2 73 0 0,8-2-34 0 0,-18 0-41 0 0,60-8 45 0 0,-1-2 0 0 0,80-24 1 0 0,-67 16-194 0 0,265-60-5783 0 0,-281 68 2669 0 0,-19 8-4746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588 60 496 0 0,'10'-8'4633'0'0,"-8"7"-4024"0"0,-1 0 0 0 0,1 0 0 0 0,0 0 0 0 0,-1 0-1 0 0,1-1 1 0 0,1 0 609 0 0,-2 0-609 0 0,0 1 0 0 0,0-1 0 0 0,0 1 0 0 0,0-1 0 0 0,0 0 0 0 0,0 0 0 0 0,0 1 0 0 0,0-1 0 0 0,0-2-1 0 0,-1 2-206 0 0,-18-12 1075 0 0,7 12-1442 0 0,-1 0 1 0 0,1 0-1 0 0,0 1 1 0 0,0 1-1 0 0,-1 0 1 0 0,1 0-1 0 0,0 1 1 0 0,0 1-1 0 0,0-1 1 0 0,0 2-1 0 0,0 0 1 0 0,0 0-1 0 0,0 1 1 0 0,1 0-1 0 0,0 1 1 0 0,0 0-1 0 0,0 1 1 0 0,-12 9-1 0 0,-2 2-43 0 0,2 1 1 0 0,0 2-1 0 0,1 0 0 0 0,1 1 1 0 0,1 1-1 0 0,-16 25 0 0 0,-2 6 3 0 0,2 2 0 0 0,3 1-1 0 0,3 2 1 0 0,-29 76 0 0 0,52-114 24 0 0,-1-1 1 0 0,2 2 0 0 0,1-1 0 0 0,0 0-1 0 0,2 1 1 0 0,0 39 0 0 0,2-53-13 0 0,0 1 0 0 0,1-1 0 0 0,0 1 0 0 0,0-1 0 0 0,1 1 0 0 0,0-1 0 0 0,0 0 0 0 0,1 0 0 0 0,0 0 0 0 0,0 0 0 0 0,1-1 0 0 0,0 1 0 0 0,0-1 0 0 0,0 0 0 0 0,1 0 0 0 0,0 0 0 0 0,0-1 0 0 0,0 0 0 0 0,1 0 0 0 0,0 0 0 0 0,0 0 0 0 0,8 4 0 0 0,0-3 8 0 0,1 1 0 0 0,0-2 0 0 0,0 0 0 0 0,0 0 0 0 0,1-2 1 0 0,-1 0-1 0 0,1-1 0 0 0,0 0 0 0 0,17-1 0 0 0,19-2 48 0 0,74-12 0 0 0,-102 10 610 0 0,0 0 1 0 0,-1-2 0 0 0,1 0-1 0 0,-1-2 1 0 0,23-10-1 0 0,-43 16-590 0 0,0-1 0 0 0,-1 0-1 0 0,1 0 1 0 0,-1-1-1 0 0,1 1 1 0 0,-1 0-1 0 0,0-1 1 0 0,1 1-1 0 0,-1-1 1 0 0,1-3 0 0 0,-2 4-183 0 0,2-8-3833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4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62 1864 0 0,'-19'-14'13549'0'0,"9"7"-10237"0"0,9 4-2198 0 0,21-2-1165 0 0,-14 5 209 0 0,68-12-38 0 0,27-4-2016 0 0,-37 12-4322 0 0,-52 7 1918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15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56 2192 0 0,'-103'68'12963'0'0,"103"-67"-12925"0"0,-1-1-1 0 0,1 0 0 0 0,0 0 0 0 0,0 0 0 0 0,-1 0 1 0 0,1 0-1 0 0,0 1 0 0 0,0-1 0 0 0,-1 0 1 0 0,1 0-1 0 0,0 0 0 0 0,0 1 0 0 0,0-1 0 0 0,-1 0 1 0 0,1 0-1 0 0,0 1 0 0 0,0-1 0 0 0,0 0 0 0 0,0 1 1 0 0,0-1-1 0 0,-1 0 0 0 0,1 0 0 0 0,0 1 0 0 0,0-1 1 0 0,0 0-1 0 0,0 1 0 0 0,0-1 0 0 0,0 0 1 0 0,0 1-1 0 0,0-1 0 0 0,0 0 0 0 0,0 0 0 0 0,0 1 1 0 0,1 0-1 0 0,-1-1-13 0 0,1 0 0 0 0,-1 0 0 0 0,1 1 0 0 0,-1-1 0 0 0,1 0 0 0 0,-1 0 0 0 0,1 1 0 0 0,-1-1 0 0 0,1 0 0 0 0,-1 0 0 0 0,1 0 0 0 0,-1 0 0 0 0,1 0 0 0 0,0 0 1 0 0,-1 0-1 0 0,1 0 0 0 0,-1 0 0 0 0,1 0 0 0 0,-1 0 0 0 0,1 0 0 0 0,-1 0 0 0 0,2-1 0 0 0,88-20 422 0 0,134-31-1426 0 0,-77 12-3872 0 0,-111 29 1094 0 0,-3 0-1705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56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9 200 0 0,'0'0'1564'0'0,"-2"-8"-1416"0"0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7:59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0 408 0 0,'0'0'2935'0'0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2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137 174 880 0 0,'1'-22'14946'0'0,"-1"22"-14938"0"0,0 0-1 0 0,-1 0 1 0 0,1 0-1 0 0,0 0 1 0 0,0 0-1 0 0,0 0 1 0 0,0 0 0 0 0,0-1-1 0 0,-1 1 1 0 0,1 0-1 0 0,0 0 1 0 0,0 0-1 0 0,0 0 1 0 0,0 0-1 0 0,-1 0 1 0 0,1 0 0 0 0,0 0-1 0 0,0 0 1 0 0,0 0-1 0 0,-1 0 1 0 0,1 0-1 0 0,0 0 1 0 0,0 0-1 0 0,0 0 1 0 0,0 0 0 0 0,-1 0-1 0 0,1 0 1 0 0,0 0-1 0 0,0 0 1 0 0,0 0-1 0 0,0 1 1 0 0,-1-1-1 0 0,1 0 1 0 0,0 0-1 0 0,0 0 1 0 0,0 0 0 0 0,0 0-1 0 0,0 0 1 0 0,-1 0-1 0 0,1 1 1 0 0,0-1-1 0 0,-3 11 36 0 0,2 21-204 0 0,1-26 177 0 0,-13 239-24 0 0,3-97 74 0 0,7-92 128 0 0,-13 148 2156 0 0,11-193-1375 0 0,-3-12-234 0 0,-4-15-285 0 0,5-2-377 0 0,2 1 0 0 0,0-1 1 0 0,1 0-1 0 0,-4-36 0 0 0,4-74-55 0 0,4 127-24 0 0,0-44 3 0 0,3 0-1 0 0,1 0 1 0 0,2 0 0 0 0,22-78-1 0 0,-22 104-25 0 0,0 0 0 0 0,1 0 0 0 0,2 0-1 0 0,0 1 1 0 0,0 1 0 0 0,2 0 0 0 0,0 0 0 0 0,1 1 0 0 0,1 0 0 0 0,0 1-1 0 0,1 0 1 0 0,0 1 0 0 0,19-13 0 0 0,-24 21 1 0 0,-1 1 0 0 0,1 0 0 0 0,1 0 0 0 0,-1 1 0 0 0,0 0 0 0 0,1 1 0 0 0,0 0 0 0 0,0 1 0 0 0,0 0 0 0 0,0 0 0 0 0,0 1 0 0 0,19 0 1 0 0,-24 1 16 0 0,0 0 1 0 0,0 1-1 0 0,0 0 1 0 0,-1 0-1 0 0,1 0 1 0 0,0 0 0 0 0,-1 1-1 0 0,1 0 1 0 0,-1 0-1 0 0,1 0 1 0 0,-1 1 0 0 0,0-1-1 0 0,0 1 1 0 0,0 0-1 0 0,0 0 1 0 0,0 0 0 0 0,-1 1-1 0 0,1 0 1 0 0,-1-1-1 0 0,0 1 1 0 0,0 0-1 0 0,-1 0 1 0 0,1 0 0 0 0,-1 1-1 0 0,0-1 1 0 0,0 1-1 0 0,0-1 1 0 0,1 7 0 0 0,-2-3 5 0 0,1-1 0 0 0,-2 1 1 0 0,1 0-1 0 0,-1 0 0 0 0,0-1 1 0 0,-1 1-1 0 0,0 0 1 0 0,0 0-1 0 0,0-1 0 0 0,-1 1 1 0 0,0-1-1 0 0,-1 1 1 0 0,0-1-1 0 0,0 0 0 0 0,0 0 1 0 0,-1 0-1 0 0,-7 10 0 0 0,0-2 6 0 0,-1 0-1 0 0,0 0 0 0 0,-1-1 0 0 0,-1 0 0 0 0,0-1 0 0 0,-16 11 1 0 0,13-12 17 0 0,0 0 1 0 0,-1-1-1 0 0,-1-1 1 0 0,1 0-1 0 0,-2-2 1 0 0,1 0-1 0 0,-1-1 1 0 0,0-1-1 0 0,-1-1 1 0 0,1 0-1 0 0,-1-2 1 0 0,0-1-1 0 0,0 0 1 0 0,0-2-1 0 0,-22-1 1 0 0,30 1-105 0 0,23 6-125 0 0,2 1 198 0 0,14 14-2 0 0,-1 1 0 0 0,-2 0-1 0 0,0 2 1 0 0,29 39 0 0 0,27 28-613 0 0,-65-77 55 0 0,0 0 0 0 0,2-1 0 0 0,33 21-1 0 0,-33-24-119 0 0,1-1-1 0 0,1-1 1 0 0,-1-1-1 0 0,1 0 1 0 0,0-1-1 0 0,25 4 1 0 0,-28-8-602 0 0,0 0 1 0 0,0-1 0 0 0,0-1 0 0 0,29-2 0 0 0,-13-3-2797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3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334 242 1080 0 0,'3'-14'1477'0'0,"-1"-1"1"0"0,0 0-1 0 0,-1 1 0 0 0,-1-1 1 0 0,-1 0-1 0 0,-2-16 0 0 0,2 22-880 0 0,-1 1 0 0 0,0-1 0 0 0,0 0 0 0 0,-1 1 0 0 0,0 0 0 0 0,0-1 0 0 0,-1 1 0 0 0,0 1 0 0 0,-1-1 0 0 0,0 0 0 0 0,-8-8 0 0 0,12 14-543 0 0,-1 1 0 0 0,0-1 0 0 0,0 1 1 0 0,0 0-1 0 0,0-1 0 0 0,0 1 0 0 0,0 0 0 0 0,0 0 0 0 0,0 1 1 0 0,0-1-1 0 0,-1 0 0 0 0,1 1 0 0 0,0-1 0 0 0,0 1 0 0 0,-1 0 0 0 0,1 0 1 0 0,0 0-1 0 0,-1 0 0 0 0,1 0 0 0 0,0 0 0 0 0,0 1 0 0 0,-1-1 0 0 0,1 1 1 0 0,0-1-1 0 0,-5 3 0 0 0,0 0-1 0 0,-1 0 0 0 0,1 1 0 0 0,0 0 0 0 0,0 0 0 0 0,0 1 0 0 0,-8 7 1 0 0,-2 5-25 0 0,0 0 0 0 0,1 0 0 0 0,0 2 1 0 0,2 0-1 0 0,0 1 0 0 0,1 0 0 0 0,1 1 1 0 0,1 1-1 0 0,1-1 0 0 0,1 2 1 0 0,-11 39-1 0 0,19-58-25 0 0,0 0 1 0 0,1-1-1 0 0,-1 1 1 0 0,1 0 0 0 0,0-1-1 0 0,0 1 1 0 0,0 0-1 0 0,0-1 1 0 0,0 1-1 0 0,1 0 1 0 0,0-1-1 0 0,0 1 1 0 0,0-1-1 0 0,0 1 1 0 0,1-1-1 0 0,-1 1 1 0 0,1-1-1 0 0,0 0 1 0 0,0 0-1 0 0,0 0 1 0 0,0 0-1 0 0,0 0 1 0 0,1 0-1 0 0,-1-1 1 0 0,1 1 0 0 0,3 2-1 0 0,-2-3-1 0 0,-1 0 0 0 0,1 0 0 0 0,0 0 0 0 0,0-1 0 0 0,0 1 0 0 0,0-1 0 0 0,0 0 0 0 0,1 0 0 0 0,-1 0 0 0 0,0-1 0 0 0,0 0 0 0 0,1 0 0 0 0,-1 0 0 0 0,0 0 0 0 0,0 0 0 0 0,1-1 0 0 0,-1 0 0 0 0,0 0 0 0 0,0 0 0 0 0,0 0 0 0 0,0-1 0 0 0,5-2 0 0 0,0 0-4 0 0,-1-1 1 0 0,0-1-1 0 0,0 1 1 0 0,0-1 0 0 0,-1-1-1 0 0,1 1 1 0 0,-2-1 0 0 0,1-1-1 0 0,-1 1 1 0 0,0-1 0 0 0,0 0-1 0 0,4-9 1 0 0,4-12 35 0 0,0 0 0 0 0,11-39 0 0 0,-11 30 103 0 0,-13 34-148 0 0,3-4-74 0 0,1 12 26 0 0,-4-3 58 0 0,0 0-1 0 0,-1 0 0 0 0,1-1 1 0 0,-1 1-1 0 0,0 0 1 0 0,0 0-1 0 0,1 0 1 0 0,-1 0-1 0 0,0 0 1 0 0,0 0-1 0 0,0 0 1 0 0,0 0-1 0 0,0 0 0 0 0,0 0 1 0 0,0 0-1 0 0,0 0 1 0 0,0 0-1 0 0,-1 1 1 0 0,1 0-1 0 0,4 108 96 0 0,-2-94-412 0 0,0-1 0 0 0,1 0 0 0 0,1 0 0 0 0,10 29 0 0 0,-13-41 150 0 0,0 0 1 0 0,1-1-1 0 0,-1 1 1 0 0,0-1-1 0 0,1 1 1 0 0,0-1-1 0 0,-1 1 1 0 0,1-1-1 0 0,0 0 0 0 0,0 0 1 0 0,0 0-1 0 0,1 0 1 0 0,-1 0-1 0 0,0-1 1 0 0,1 1-1 0 0,-1-1 1 0 0,1 1-1 0 0,0-1 1 0 0,-1 0-1 0 0,5 1 1 0 0,-4-1 48 0 0,-1-1 1 0 0,0 0 0 0 0,1-1-1 0 0,-1 1 1 0 0,1 0 0 0 0,-1-1-1 0 0,0 1 1 0 0,0-1 0 0 0,1 0-1 0 0,-1 1 1 0 0,0-1 0 0 0,0 0 0 0 0,0-1-1 0 0,1 1 1 0 0,-1 0 0 0 0,-1-1-1 0 0,1 1 1 0 0,0-1 0 0 0,0 1-1 0 0,0-1 1 0 0,-1 0 0 0 0,1 0-1 0 0,-1 0 1 0 0,0 0 0 0 0,2-2 0 0 0,6-13-29 0 0,-1 0 1 0 0,0-1 0 0 0,-1 1 0 0 0,-1-2 0 0 0,-1 1-1 0 0,5-31 1 0 0,1 3 849 0 0,-6 23-110 0 0,-5 17-454 0 0,1 0 0 0 0,0 0 0 0 0,1 1 0 0 0,-1-1 0 0 0,1 1 0 0 0,0 0 0 0 0,1-1 0 0 0,-1 1-1 0 0,1 0 1 0 0,6-8 0 0 0,-8 12-101 0 0,-1 1-1 0 0,1-1 0 0 0,0 1 0 0 0,0-1 1 0 0,0 1-1 0 0,0 0 0 0 0,0-1 0 0 0,-1 1 0 0 0,1 0 1 0 0,0 0-1 0 0,0 0 0 0 0,0 0 0 0 0,0-1 1 0 0,0 1-1 0 0,0 1 0 0 0,0-1 0 0 0,0 0 1 0 0,0 0-1 0 0,0 0 0 0 0,0 0 0 0 0,0 1 1 0 0,0-1-1 0 0,0 0 0 0 0,-1 1 0 0 0,3 0 0 0 0,19 15 882 0 0,-16-9-721 0 0,1 2 0 0 0,-2-1 0 0 0,1 1-1 0 0,-1 0 1 0 0,0 0 0 0 0,-1 0 0 0 0,0 1 0 0 0,4 18 0 0 0,-1 4 555 0 0,5 44 1 0 0,-10-60-228 0 0,-2-14-344 0 0,-4 3 264 0 0,1-13-428 0 0,1 1 0 0 0,1-1 0 0 0,-1 0-1 0 0,1 0 1 0 0,1 0 0 0 0,-1 0 0 0 0,1 0 0 0 0,1 0-1 0 0,-1 0 1 0 0,1 0 0 0 0,4-15 0 0 0,-1 9-31 0 0,0 0 1 0 0,1 0-1 0 0,1 0 1 0 0,0 1-1 0 0,14-23 1 0 0,-16 29-16 0 0,0 0 0 0 0,1 1 0 0 0,-1 0 0 0 0,2 0 0 0 0,-1 0 0 0 0,0 0 0 0 0,1 1 0 0 0,0 0 0 0 0,0 0 0 0 0,1 1 0 0 0,0-1 0 0 0,-1 1 0 0 0,1 1 0 0 0,10-4 0 0 0,-15 6 30 0 0,0 1 0 0 0,0 0 0 0 0,0 0 1 0 0,0-1-1 0 0,0 1 0 0 0,0 1 1 0 0,0-1-1 0 0,0 0 0 0 0,0 0 0 0 0,0 1 1 0 0,0-1-1 0 0,0 1 0 0 0,-1 0 1 0 0,1-1-1 0 0,0 1 0 0 0,0 0 0 0 0,0 0 1 0 0,-1 0-1 0 0,1 1 0 0 0,0-1 1 0 0,-1 0-1 0 0,1 1 0 0 0,-1-1 1 0 0,1 0-1 0 0,-1 1 0 0 0,0 0 0 0 0,1 1 1 0 0,2 2 42 0 0,-1 1 0 0 0,1 0 0 0 0,-1 0 0 0 0,-1 0 0 0 0,1 0 0 0 0,2 10 0 0 0,-2 1 26 0 0,-1 0 1 0 0,-1 0 0 0 0,0 0 0 0 0,-1-1-1 0 0,-4 31 1 0 0,2-25-843 0 0,0 0 1 0 0,4 36-1 0 0,-2-56 320 0 0,5 29-942 0 0,3-16-1180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4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1 156 84 0 0,'29'-156'22251'0'0,"-18"186"-19466"0"0,-1 71-1187 0 0,-5 0-1 0 0,-10 128 0 0 0,-1-117-1177 0 0,6-110-405 0 0,-2 29 286 0 0,2-27 880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4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61 1832 0 0,'22'-51'15567'0'0,"-20"45"-13995"0"0,-2 6-1538 0 0,0 0 1 0 0,0 0 0 0 0,0 0 0 0 0,0 0 0 0 0,0 0-1 0 0,0 0 1 0 0,0 0 0 0 0,0 0 0 0 0,0 0 0 0 0,0-1 0 0 0,0 1-1 0 0,0 0 1 0 0,0 0 0 0 0,0 0 0 0 0,0 0 0 0 0,0 0-1 0 0,0 0 1 0 0,0-2 592 0 0,-1 2-592 0 0,1 0 0 0 0,0 0 0 0 0,0 0-1 0 0,0 0 1 0 0,0 0 0 0 0,0 0 0 0 0,0 0 0 0 0,0 0-1 0 0,0 0 1 0 0,0 0 0 0 0,-1 0 0 0 0,1 0 0 0 0,0 0 0 0 0,0 0-1 0 0,0 0 1 0 0,0 0 0 0 0,0 0 0 0 0,0 0 0 0 0,0 0-1 0 0,-1 0 1 0 0,-92 49 3598 0 0,-46 39-2491 0 0,37-23-782 0 0,39-25-494 0 0,61-39 124 0 0,13 5-415 0 0,2-3 422 0 0,-1 1-1 0 0,0 1 1 0 0,0 0 0 0 0,0 1 0 0 0,-1 0-1 0 0,1 1 1 0 0,-1 0 0 0 0,-1 1 0 0 0,0 0-1 0 0,10 10 1 0 0,84 98 443 0 0,-16-15 262 0 0,-87-100-686 0 0,0-1 0 0 0,0 1 0 0 0,0-1 0 0 0,0 1 0 0 0,0-1 0 0 0,0 0 0 0 0,0 1-1 0 0,0-1 1 0 0,0 0 0 0 0,0 0 0 0 0,0 0 0 0 0,1 0 0 0 0,-1 0 0 0 0,0 0 0 0 0,0 0 0 0 0,0 0 0 0 0,0 0 0 0 0,0 0 0 0 0,0-1 0 0 0,1 1-1 0 0,-1 0 1 0 0,1-2 0 0 0,22-11 114 0 0,-15 5-251 0 0,-1-1 0 0 0,0 0-1 0 0,-1 0 1 0 0,12-19 0 0 0,6-19-3135 0 0,-5 10-3893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5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49 1172 0 0,'-12'-37'15091'0'0,"11"37"-14906"0"0,-5 12 2051 0 0,-4 36-1318 0 0,9-42-379 0 0,-53 239 2158 0 0,14-70-2103 0 0,25-111-348 0 0,8-40 6 0 0,5-20-98 0 0,3-10 16 0 0,75-343-971 0 0,-61 299 650 0 0,1 1 1 0 0,33-66-1 0 0,-49 114 141 0 0,0-1 0 0 0,1 1-1 0 0,-1 0 1 0 0,1 0 0 0 0,-1 0-1 0 0,1 0 1 0 0,0 0-1 0 0,-1 0 1 0 0,1 0 0 0 0,0 0-1 0 0,0 0 1 0 0,0 1-1 0 0,0-1 1 0 0,-1 0 0 0 0,1 0-1 0 0,0 1 1 0 0,0-1 0 0 0,1 0-1 0 0,-1 1 1 0 0,0-1-1 0 0,0 1 1 0 0,0 0 0 0 0,0-1-1 0 0,0 1 1 0 0,3-1-1 0 0,-3 2 11 0 0,1-1-1 0 0,0 1 0 0 0,-1-1 0 0 0,1 1 0 0 0,-1 0 0 0 0,1 0 0 0 0,-1 0 0 0 0,1-1 1 0 0,-1 1-1 0 0,0 1 0 0 0,1-1 0 0 0,-1 0 0 0 0,0 0 0 0 0,0 0 0 0 0,2 3 0 0 0,3 5 87 0 0,0 1-1 0 0,0-1 0 0 0,-1 1 0 0 0,5 13 0 0 0,55 194 992 0 0,-17-50-777 0 0,-38-135-306 0 0,20 53-1110 0 0,-25-75-53 0 0,0 0-1 0 0,1 0 1 0 0,7 10-1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5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94 1036 0 0,'-39'-7'7373'0'0,"-34"-7"5707"0"0,104 6-12152 0 0,-9 1-695 0 0,290-36-472 0 0,-182 29-9119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6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1216 0 0,'-20'7'14871'0'0,"98"-8"-15863"0"0,3 0-7249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6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 1860 0 0,'-105'62'15243'0'0,"107"-61"-15066"0"0,8 0-215 0 0,0-1-1 0 0,0 0 0 0 0,-1-1 0 0 0,1 0 1 0 0,0-1-1 0 0,0 0 0 0 0,16-5 0 0 0,12-2-764 0 0,142-25-7349 0 0,-128 22 2541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7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76 36 0 0,'-25'-11'7997'0'0,"-38"-24"-1"0"0,62 35-7908 0 0,1-1-1 0 0,-1 1 0 0 0,1 0 1 0 0,-1 0-1 0 0,1-1 0 0 0,-1 1 1 0 0,1 0-1 0 0,-1-1 0 0 0,1 1 1 0 0,-1-1-1 0 0,1 1 0 0 0,-1-1 1 0 0,1 1-1 0 0,0-1 0 0 0,-1 1 1 0 0,1-1-1 0 0,0 1 0 0 0,-1-1 1 0 0,1 0-1 0 0,0 1 0 0 0,0-1 1 0 0,-1 1-1 0 0,1-1 0 0 0,0 0 1 0 0,0 0-1 0 0,0 0-41 0 0,1 0 1 0 0,-1 1-1 0 0,0-1 0 0 0,1 0 0 0 0,-1 1 1 0 0,1-1-1 0 0,-1 1 0 0 0,1-1 0 0 0,-1 1 1 0 0,1-1-1 0 0,0 1 0 0 0,-1 0 0 0 0,1-1 1 0 0,-1 1-1 0 0,1-1 0 0 0,0 1 0 0 0,-1 0 1 0 0,2-1-1 0 0,3 0 38 0 0,-1-1 0 0 0,1 1 0 0 0,0 0 0 0 0,0 0 0 0 0,6 0 0 0 0,6 2 48 0 0,1 0-1 0 0,-1 1 0 0 0,0 1 1 0 0,1 1-1 0 0,30 10 0 0 0,-38-10-97 0 0,0 0-1 0 0,0 0 0 0 0,-1 1 0 0 0,1 0 0 0 0,-1 1 0 0 0,0 0 0 0 0,-1 0 0 0 0,0 1 0 0 0,0 0 0 0 0,13 16 0 0 0,-17-19 3 0 0,-1 1-1 0 0,-1 0 1 0 0,1-1 0 0 0,-1 1-1 0 0,0 0 1 0 0,0 0-1 0 0,0 0 1 0 0,-1 0-1 0 0,1 1 1 0 0,-1-1 0 0 0,-1 0-1 0 0,1 9 1 0 0,-1-5 45 0 0,0 0 0 0 0,-1 0 1 0 0,-1-1-1 0 0,0 1 0 0 0,0 0 0 0 0,0-1 1 0 0,-5 9-1 0 0,-1 2 179 0 0,-2 0 1 0 0,0-1 0 0 0,-1-1-1 0 0,-1 0 1 0 0,-24 28-1 0 0,-3-7 709 0 0,-57 46 0 0 0,-10 9 286 0 0,106-93-1250 0 0,0 0-1 0 0,-1 1 1 0 0,1-1-1 0 0,0 0 1 0 0,0 0-1 0 0,0 0 1 0 0,0 1-1 0 0,0-1 1 0 0,-1 0-1 0 0,1 0 1 0 0,0 0-1 0 0,0 1 1 0 0,0-1-1 0 0,0 0 1 0 0,0 0-1 0 0,0 1 1 0 0,0-1-1 0 0,0 0 1 0 0,0 0-1 0 0,0 0 1 0 0,0 1-1 0 0,0-1 1 0 0,0 0-1 0 0,0 0 1 0 0,0 1-1 0 0,0-1 1 0 0,0 0-1 0 0,0 0 1 0 0,0 1-1 0 0,0-1 1 0 0,0 0-1 0 0,1 0 1 0 0,-1 0-1 0 0,0 1 1 0 0,0-1-1 0 0,0 0 1 0 0,0 0-1 0 0,1 1 1 0 0,10 5 108 0 0,12 1-6 0 0,65-2 174 0 0,129-9-1 0 0,-197 3-248 0 0,84-4 1068 0 0,-101 5-987 0 0,0 0-10 0 0,8 0-30 0 0,-8 0 28 0 0,7-1-245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629 66 1572 0 0,'0'-3'2346'0'0,"-30"-57"21625"0"0,27 58-23208 0 0,-147 118 135 0 0,-63 52 1171 0 0,146-111-1495 0 0,-63 70 0 0 0,121-120-574 0 0,7-5 0 0 0,0-1 0 0 0,0 1 0 0 0,0 0 0 0 0,0 0 0 0 0,0-1 0 0 0,0 1 0 0 0,1 0 0 0 0,-1 1 0 0 0,1-1 0 0 0,-1 0 0 0 0,-1 5 0 0 0,-1 6 0 0 0,5-12 0 0 0,-1 0 0 0 0,0 0 0 0 0,0 0 0 0 0,1 1 0 0 0,-1-1 0 0 0,0 0 0 0 0,1 0 0 0 0,0 0 0 0 0,-1 0 0 0 0,1 0 0 0 0,-1 0 0 0 0,1 0 0 0 0,0 0 0 0 0,0 0 0 0 0,0 0 0 0 0,0 0 0 0 0,-1 0 0 0 0,1 0 0 0 0,0-1 0 0 0,0 1 0 0 0,1 0 0 0 0,-1-1 0 0 0,0 1 0 0 0,1 0 0 0 0,34 11 0 0 0,-25-9 0 0 0,55 13 0 0 0,106 11 0 0 0,-96-16 0 0 0,-17-4 0 0 0,79 13 0 0 0,-120-17 0 0 0,-4-1 0 0 0,0 0 0 0 0,1 0 0 0 0,0 0 0 0 0,-1-1-143 0 0,-11-1-698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0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94 1044 0 0,'0'0'1828'0'0,"2"-10"1123"0"0,-2 7-2040 0 0,11-24 10944 0 0,-7 23-10944 0 0,10-4 1740 0 0,6 1-3342 0 0,-18 6 465 0 0,22-7 217 0 0,1 1 1 0 0,-1 1-1 0 0,46-5 1 0 0,-62 10-1 0 0,-1 0 0 0 0,1 1 1 0 0,-1 0-1 0 0,1 1 1 0 0,-1 0-1 0 0,1 0 0 0 0,-1 0 1 0 0,0 1-1 0 0,0 0 0 0 0,0 0 1 0 0,0 1-1 0 0,0 0 1 0 0,0 0-1 0 0,0 1 0 0 0,-1 0 1 0 0,0 0-1 0 0,10 9 1 0 0,-12-9 10 0 0,-1 0 0 0 0,0 0 0 0 0,0 0 0 0 0,0 1 0 0 0,-1-1 0 0 0,0 1 0 0 0,0 0 0 0 0,0 0 0 0 0,0 0 0 0 0,-1-1 0 0 0,1 2 0 0 0,-2-1 0 0 0,1 0 0 0 0,0 0 0 0 0,-1 0 0 0 0,0 0 0 0 0,0 0 0 0 0,0 1 0 0 0,-1-1 0 0 0,0 0 0 0 0,0 0 0 0 0,0 0 0 0 0,-4 9 0 0 0,0 1 11 0 0,-2 1-1 0 0,0-1 0 0 0,-1 0 0 0 0,0-1 1 0 0,-1 0-1 0 0,-12 15 0 0 0,-5 1 47 0 0,-35 32 0 0 0,26-28 225 0 0,24-20 216 0 0,25-16-228 0 0,14-5-279 0 0,-9 5 31 0 0,-1 2-1 0 0,1 0 1 0 0,0 1 0 0 0,0 1-1 0 0,0 0 1 0 0,0 2 0 0 0,-1 0-1 0 0,21 8 1 0 0,-24-7 141 0 0,0 1 0 0 0,0 1 0 0 0,0 1-1 0 0,-1 0 1 0 0,-1 1 0 0 0,1 0 0 0 0,-1 1 0 0 0,-1 0 0 0 0,21 22 0 0 0,-29-27-3 0 0,0 0 0 0 0,0 0 0 0 0,0 1 0 0 0,-1-1 0 0 0,0 1 0 0 0,0-1 0 0 0,0 1 0 0 0,-1 0 0 0 0,0 0 0 0 0,0 1 0 0 0,0-1 0 0 0,-1 0 0 0 0,0 0 0 0 0,0 1 0 0 0,-1-1 0 0 0,1 1 0 0 0,-1-1 0 0 0,-1 1 1 0 0,1-1-1 0 0,-1 0 0 0 0,-1 1 0 0 0,1-1 0 0 0,-1 0 0 0 0,0 0 0 0 0,0 0 0 0 0,-1 0 0 0 0,1 0 0 0 0,-1 0 0 0 0,-1-1 0 0 0,1 1 0 0 0,-1-1 0 0 0,0 0 0 0 0,0 0 0 0 0,-1-1 0 0 0,-4 5 0 0 0,-6 3-39 0 0,-1 0 0 0 0,0-2 0 0 0,-1 0-1 0 0,0-1 1 0 0,0-1 0 0 0,-1 0-1 0 0,0-1 1 0 0,0-1 0 0 0,-1-1 0 0 0,0-1-1 0 0,1 0 1 0 0,-2-2 0 0 0,-31 2-1 0 0,21-4-851 0 0,0-1-1 0 0,0-1 0 0 0,-34-8 0 0 0,33 4-2666 0 0,1-2 0 0 0,-52-20 0 0 0,57 16-2945 0 0,1 0-3566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5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231 504 1824 0 0,'-3'-6'1056'0'0,"0"1"0"0"0,-1-1 0 0 0,0 1-1 0 0,0 0 1 0 0,0 0 0 0 0,-1 0 0 0 0,1 1 0 0 0,-1 0 0 0 0,-10-7-1 0 0,13 9-858 0 0,0 1 0 0 0,-1 0 0 0 0,1 0-1 0 0,0 1 1 0 0,-1-1 0 0 0,1 0 0 0 0,0 1-1 0 0,-1-1 1 0 0,1 1 0 0 0,-1 0-1 0 0,1 0 1 0 0,-1 0 0 0 0,1 0 0 0 0,-1 0-1 0 0,1 1 1 0 0,0-1 0 0 0,-1 1 0 0 0,1-1-1 0 0,-1 1 1 0 0,1 0 0 0 0,0 0 0 0 0,0 0-1 0 0,-1 0 1 0 0,1 0 0 0 0,0 1-1 0 0,0-1 1 0 0,0 1 0 0 0,-2 2 0 0 0,-6 5 141 0 0,1 0 0 0 0,0 1-1 0 0,1 0 1 0 0,0 1 0 0 0,1 0 0 0 0,0 0 0 0 0,0 0 0 0 0,-7 20 0 0 0,10-23-250 0 0,1 0 0 0 0,1 0 1 0 0,-1 1-1 0 0,1-1 0 0 0,1 1 0 0 0,0-1 1 0 0,0 1-1 0 0,0 0 0 0 0,1 0 0 0 0,0-1 0 0 0,1 1 1 0 0,0 0-1 0 0,4 15 0 0 0,-3-20-64 0 0,-1 0 0 0 0,1 0-1 0 0,0 0 1 0 0,0-1 0 0 0,0 1 0 0 0,0-1-1 0 0,0 1 1 0 0,1-1 0 0 0,0 0 0 0 0,0 0 0 0 0,0 0-1 0 0,0 0 1 0 0,0-1 0 0 0,0 1 0 0 0,7 3-1 0 0,-4-3-3 0 0,0-1 0 0 0,1 1 0 0 0,-1-1 0 0 0,1 0 0 0 0,-1-1-1 0 0,1 0 1 0 0,0 0 0 0 0,13 0 0 0 0,-4-1-12 0 0,0-1-1 0 0,0-1 0 0 0,0-1 1 0 0,0 0-1 0 0,0-1 1 0 0,0-1-1 0 0,18-8 1 0 0,-22 8 13 0 0,-1-2 0 0 0,0 1-1 0 0,0-1 1 0 0,0-1 0 0 0,-1 0 0 0 0,0 0 0 0 0,0-1 0 0 0,-1 0 0 0 0,-1-1-1 0 0,1 0 1 0 0,-1 0 0 0 0,-1-1 0 0 0,0 0 0 0 0,-1 0 0 0 0,10-23 0 0 0,-12 24-10 0 0,-1 0 0 0 0,0 0 0 0 0,-1 0 0 0 0,0 0 0 0 0,0 0 0 0 0,-1 0 0 0 0,-1-1 0 0 0,1 1 0 0 0,-2-1 0 0 0,1 1 0 0 0,-2 0 0 0 0,1-1 0 0 0,-1 1 0 0 0,-1 0 0 0 0,0 0 0 0 0,0 0 0 0 0,-1 1 0 0 0,0-1 0 0 0,-1 1 0 0 0,-7-11 0 0 0,8 14-19 0 0,0 0 0 0 0,-1 1 0 0 0,1-1 0 0 0,-1 1-1 0 0,0 1 1 0 0,0-1 0 0 0,-1 1 0 0 0,1-1 0 0 0,-1 1 0 0 0,0 1 0 0 0,0-1-1 0 0,-1 1 1 0 0,1 0 0 0 0,0 1 0 0 0,-1 0 0 0 0,0 0 0 0 0,0 0-1 0 0,1 1 1 0 0,-1 0 0 0 0,0 0 0 0 0,0 0 0 0 0,0 1 0 0 0,0 0 0 0 0,-9 2-1 0 0,3 0-2 0 0,-1 0-1 0 0,1 2 0 0 0,0 0 1 0 0,0 0-1 0 0,1 1 0 0 0,-1 0 1 0 0,1 1-1 0 0,0 1 0 0 0,1 0 1 0 0,-1 1-1 0 0,-15 13 0 0 0,16-11 8 0 0,1 0 0 0 0,0 1 0 0 0,0 0 1 0 0,1 1-1 0 0,0 0 0 0 0,1 0 0 0 0,-10 21 0 0 0,16-29 2 0 0,0 1 1 0 0,1 0-1 0 0,-1-1 0 0 0,1 1 1 0 0,0 0-1 0 0,0 0 1 0 0,1 0-1 0 0,-1 0 0 0 0,1 0 1 0 0,0 0-1 0 0,1 6 0 0 0,0-7 2 0 0,0-1 0 0 0,0 1-1 0 0,0-1 1 0 0,0 0-1 0 0,1 1 1 0 0,0-1-1 0 0,-1 0 1 0 0,1 0-1 0 0,0 0 1 0 0,1 0-1 0 0,-1 0 1 0 0,0-1-1 0 0,1 1 1 0 0,-1-1-1 0 0,1 1 1 0 0,0-1-1 0 0,4 3 1 0 0,4 0 4 0 0,0 1 1 0 0,0-1 0 0 0,0-1 0 0 0,0 0-1 0 0,1 0 1 0 0,-1-1 0 0 0,1-1-1 0 0,0 0 1 0 0,0 0 0 0 0,0-1-1 0 0,16-1 1 0 0,2-1 11 0 0,-1-2 0 0 0,0-1-1 0 0,44-12 1 0 0,-49 9 8 0 0,0-1 1 0 0,-1-1-1 0 0,0-1 0 0 0,-1-1 0 0 0,0-1 1 0 0,0-1-1 0 0,-2 0 0 0 0,1-2 0 0 0,-2-1 0 0 0,0 0 1 0 0,-1-1-1 0 0,-1-1 0 0 0,18-24 0 0 0,-12 10-32 0 0,-1-1 1 0 0,-2 0-1 0 0,-2-1 0 0 0,-1-1 0 0 0,-2-1 0 0 0,-1-1 0 0 0,16-66 0 0 0,-15 47-81 0 0,-15 54 193 0 0,-1 4-93 0 0,-1 0 0 0 0,1 0 0 0 0,0 0 0 0 0,0 0 0 0 0,0 1 0 0 0,0-1 1 0 0,0 0-1 0 0,0 0 0 0 0,1 0 0 0 0,-1 1 0 0 0,1 3 0 0 0,-1-4 5 0 0,-104 625 3865 0 0,39 5-1517 0 0,61-569-2243 0 0,-1-6-24 0 0,-27 237 1389 0 0,23-240-1208 0 0,-1 0 1 0 0,-3-1-1 0 0,-27 67 1 0 0,35-106-279 0 0,0-1 0 0 0,-12 19 0 0 0,16-29 0 0 0,-1 1 0 0 0,1-1 0 0 0,0 0 0 0 0,-1 0 0 0 0,0 0 0 0 0,1-1 0 0 0,-1 1 0 0 0,0-1 0 0 0,0 1 0 0 0,-1-1 0 0 0,1 0 0 0 0,0 0 0 0 0,-1 0 0 0 0,-4 1 0 0 0,-8-2 0 0 0,13-2 0 0 0,1 0 0 0 0,-1 1 0 0 0,0-1 0 0 0,0 0 0 0 0,1-1 0 0 0,-1 1 0 0 0,1 0 0 0 0,-1-1 0 0 0,1 1 0 0 0,0-1 0 0 0,0 0 0 0 0,0 0 0 0 0,-1 0 0 0 0,-2-4 0 0 0,2 2 0 0 0,0-1 0 0 0,0 0 0 0 0,0 0 0 0 0,0-1 0 0 0,1 1 0 0 0,-4-11 0 0 0,3 3 0 0 0,1 1 0 0 0,0-1 0 0 0,0 1 0 0 0,1-1 0 0 0,1 1 0 0 0,1-20 0 0 0,4 4 0 0 0,1 0 0 0 0,1 1 0 0 0,1 0 0 0 0,2 0 0 0 0,0 1 0 0 0,2 0 0 0 0,1 1 0 0 0,1 0 0 0 0,1 1 0 0 0,35-43 0 0 0,-5 15 0 0 0,2 2 0 0 0,3 2 0 0 0,77-57 0 0 0,-84 73-1233 0 0,2 1 0 0 0,2 3 0 0 0,0 2 0 0 0,80-33 0 0 0,-89 45 208 0 0,-1 2 0 0 0,1 1 1 0 0,1 3-1 0 0,0 0 0 0 0,0 3 1 0 0,80-2-1 0 0,-75 12-2413 0 0,-15 1-2648 0 0,-10 0-1415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18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0 305 1704 0 0,'0'-3'1586'0'0,"0"-75"8188"0"0,0 76-9183 0 0,1-14 1277 0 0,2 7-1738 0 0,1-1-1 0 0,1 1 0 0 0,0-1 0 0 0,0 1 0 0 0,1 0 0 0 0,-1 1 1 0 0,2 0-1 0 0,0 0 0 0 0,0 0 0 0 0,12-10 0 0 0,-1 2-136 0 0,1 2 1 0 0,1 0-1 0 0,34-18 0 0 0,-46 28 14 0 0,-1 1 0 0 0,1 0 1 0 0,-1 0-1 0 0,1 0 0 0 0,0 1 0 0 0,0 0 0 0 0,0 1 1 0 0,0 0-1 0 0,1 0 0 0 0,-1 1 0 0 0,0 0 1 0 0,0 0-1 0 0,0 1 0 0 0,1 0 0 0 0,-1 0 0 0 0,0 1 1 0 0,0 0-1 0 0,-1 1 0 0 0,1-1 0 0 0,0 2 0 0 0,-1-1 1 0 0,1 1-1 0 0,-1 0 0 0 0,7 6 0 0 0,-2-2-305 0 0,-2 2-1 0 0,1-1 0 0 0,-1 1 1 0 0,-1 1-1 0 0,0-1 0 0 0,0 2 1 0 0,-1-1-1 0 0,0 1 0 0 0,-1 0 1 0 0,-1 1-1 0 0,0 0 0 0 0,0 0 1 0 0,4 19-1 0 0,-7-19-1128 0 0,0 0 0 0 0,0 0 0 0 0,-2 0 0 0 0,1 22 0 0 0,-2-16-1950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1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119 106 128 0 0,'-1'-14'2300'0'0,"-1"-9"3541"0"0,-12-45 1821 0 0,23 94-5939 0 0,-7 21-1120 0 0,-2 0 1 0 0,-12 84 0 0 0,5-58-443 0 0,0 20-96 0 0,1-9-1508 0 0,-17 85 1 0 0,7-111-1782 0 0,14-53 2415 0 0,0 0 0 0 0,0 0 0 0 0,0 0 0 0 0,-1-1 0 0 0,0 1 0 0 0,0 0 0 0 0,0-1 0 0 0,-7 7 0 0 0,-1-3-3088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19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98 783 1812 0 0,'-40'-13'7424'0'0,"38"13"-6542"0"0,-1 0-142 0 0,0 0-609 0 0,1 0 1 0 0,0 0 0 0 0,0 1-1 0 0,0-1 1 0 0,0 1 0 0 0,0 0-1 0 0,0-1 1 0 0,0 1 0 0 0,0 0-1 0 0,0 0 1 0 0,0 0 0 0 0,1 0-1 0 0,-1 1 1 0 0,0-1-1 0 0,0 1 1 0 0,1-1 0 0 0,-1 1-1 0 0,1-1 1 0 0,0 1 0 0 0,-1 0-1 0 0,1-1 1 0 0,0 1 0 0 0,0 0-1 0 0,0 0 1 0 0,0 0 0 0 0,0 0-1 0 0,0 4 1 0 0,-1-2-50 0 0,1 0 0 0 0,0 0 0 0 0,0 0 0 0 0,0 0 0 0 0,1 0 0 0 0,-1 1 0 0 0,1-1 1 0 0,0 0-1 0 0,0 0 0 0 0,1 1 0 0 0,-1-1 0 0 0,1 0 0 0 0,0 0 0 0 0,0 1 0 0 0,0-1 0 0 0,1 0 0 0 0,0 0 0 0 0,-1-1 0 0 0,1 1 0 0 0,0 0 0 0 0,1 0 0 0 0,-1-1 0 0 0,1 0 1 0 0,0 1-1 0 0,3 2 0 0 0,0-1-54 0 0,0 0 0 0 0,0 0 0 0 0,0-1 0 0 0,1 0 0 0 0,0-1 0 0 0,-1 1 0 0 0,1-1 0 0 0,1-1 0 0 0,-1 1 0 0 0,0-1 0 0 0,1 0 0 0 0,-1-1 0 0 0,10 1 0 0 0,13-1-24 0 0,0-2 0 0 0,0-1 0 0 0,0-1 1 0 0,-1-1-1 0 0,1-2 0 0 0,-1-1 0 0 0,0-2 1 0 0,-1 0-1 0 0,45-23 0 0 0,-55 23-89 0 0,0-1-1 0 0,-1-1 1 0 0,0 0-1 0 0,-1-2 1 0 0,-1 0-1 0 0,0 0 1 0 0,0-2-1 0 0,-2 0 1 0 0,1 0-1 0 0,-2-1 1 0 0,0-1-1 0 0,-1 0 1 0 0,-1 0-1 0 0,-1-1 1 0 0,0-1-1 0 0,-1 1 0 0 0,-1-1 1 0 0,-1-1-1 0 0,-1 1 1 0 0,0-1-1 0 0,-2 0 1 0 0,2-32-1 0 0,2-15 1112 0 0,-7 64-827 0 0,1 6-139 0 0,0 0 1 0 0,0-1-1 0 0,0 1 0 0 0,0 0 0 0 0,0 0 0 0 0,-1 0 0 0 0,1 0 1 0 0,-1-1-1 0 0,0 1 0 0 0,0 6 0 0 0,1 4 144 0 0,3 36 135 0 0,-2 0 0 0 0,-6 76-1 0 0,-1-4-98 0 0,0-47 122 0 0,5-72-308 0 0,-2-28 1 0 0,7-14-47 0 0,2 1 0 0 0,2-1 0 0 0,15-43 0 0 0,-19 68-20 0 0,1 0 0 0 0,1 0-1 0 0,1 1 1 0 0,0 0 0 0 0,0 0-1 0 0,1 1 1 0 0,1 0 0 0 0,1 0-1 0 0,-1 1 1 0 0,23-18 0 0 0,-32 28 9 0 0,2 0 0 0 0,-1 1 0 0 0,0-1 0 0 0,0 1 0 0 0,0 0 0 0 0,1-1 0 0 0,-1 1 0 0 0,0 0 1 0 0,1 1-1 0 0,-1-1 0 0 0,1 0 0 0 0,-1 1 0 0 0,1-1 0 0 0,0 1 0 0 0,-1 0 0 0 0,1 0 0 0 0,-1 0 0 0 0,1 0 1 0 0,0 0-1 0 0,-1 0 0 0 0,1 1 0 0 0,-1 0 0 0 0,3 0 0 0 0,-1 1 13 0 0,-1-1-1 0 0,0 1 1 0 0,0 0-1 0 0,-1 0 1 0 0,1 1 0 0 0,0-1-1 0 0,-1 0 1 0 0,1 1-1 0 0,-1 0 1 0 0,0-1 0 0 0,0 1-1 0 0,0 0 1 0 0,0 0-1 0 0,-1 0 1 0 0,1 0-1 0 0,1 6 1 0 0,1 3 57 0 0,-1 0-1 0 0,0 0 0 0 0,-1 0 1 0 0,0 0-1 0 0,-1 1 1 0 0,0-1-1 0 0,-3 22 1 0 0,-16 89 161 0 0,9-72-200 0 0,4-23 3 0 0,2-12 43 0 0,-2 31-1 0 0,5-47-72 0 0,0 0 0 0 0,0 1-1 0 0,0-1 1 0 0,0 0 0 0 0,0 1-1 0 0,0-1 1 0 0,0 0 0 0 0,0 0 0 0 0,0 1-1 0 0,1-1 1 0 0,-1 0 0 0 0,0 1-1 0 0,0-1 1 0 0,0 0 0 0 0,0 0 0 0 0,1 1-1 0 0,-1-1 1 0 0,0 0 0 0 0,0 0-1 0 0,1 0 1 0 0,-1 1 0 0 0,0-1 0 0 0,0 0-1 0 0,1 0 1 0 0,-1 0 0 0 0,0 0-1 0 0,0 1 1 0 0,1-1 0 0 0,-1 0-1 0 0,0 0 1 0 0,1 0 0 0 0,-1 0 0 0 0,0 0-1 0 0,1 0 1 0 0,-1 0 0 0 0,0 0-1 0 0,1 0 1 0 0,-1 0 0 0 0,0 0 0 0 0,1 0-1 0 0,11-3 3 0 0,-12 3-6 0 0,7-3-68 0 0,0 0 0 0 0,-1 0 0 0 0,0 0 0 0 0,0-1-1 0 0,0 0 1 0 0,0 0 0 0 0,0 0 0 0 0,6-7 0 0 0,38-45-1109 0 0,-43 47 987 0 0,21-26-378 0 0,-1-2 0 0 0,-2-2 1 0 0,-2 0-1 0 0,-2-1 0 0 0,-1-1 0 0 0,-2-1 0 0 0,-2 0 1 0 0,18-75-1 0 0,-29 89 804 0 0,-1 0 0 0 0,-2 0 0 0 0,-1 0 0 0 0,-1-1 0 0 0,-1 1 0 0 0,-1 0 0 0 0,-2-1 0 0 0,-1 2 1 0 0,-1-1-1 0 0,-2 0 0 0 0,-14-36 0 0 0,22 64-224 0 0,0-1 0 0 0,-1 1 1 0 0,1 0-1 0 0,0-1 0 0 0,0 1 0 0 0,0 0 1 0 0,0-1-1 0 0,0 1 0 0 0,-1 0 1 0 0,1-1-1 0 0,0 1 0 0 0,0 0 0 0 0,0 0 1 0 0,-1-1-1 0 0,1 1 0 0 0,0 0 1 0 0,-1 0-1 0 0,1-1 0 0 0,0 1 0 0 0,0 0 1 0 0,-1 0-1 0 0,1 0 0 0 0,0 0 1 0 0,-1-1-1 0 0,1 1 0 0 0,0 0 0 0 0,-1 0 1 0 0,1 0-1 0 0,-1 0 0 0 0,1 0 0 0 0,0 0 1 0 0,-1 0-1 0 0,1 0 0 0 0,0 0 1 0 0,-1 0-1 0 0,1 0 0 0 0,0 0 0 0 0,-1 0 1 0 0,1 0-1 0 0,-1 0 0 0 0,1 1 1 0 0,0-1-1 0 0,-1 0 0 0 0,1 0 0 0 0,-1 1 1 0 0,-10 12 349 0 0,4 5 41 0 0,2 0 0 0 0,0-1 1 0 0,0 2-1 0 0,-1 22 0 0 0,-3 80 855 0 0,6-72-861 0 0,-48 1471 4194 0 0,51-1414-4532 0 0,16 128-1 0 0,-15-222-55 0 0,1-1-1 0 0,1 0 0 0 0,-1 0 0 0 0,2 0 1 0 0,8 20-1 0 0,-11-29 7 0 0,0 1 1 0 0,1-1 0 0 0,-1 0 0 0 0,1 0-1 0 0,-1 0 1 0 0,1 1 0 0 0,0-2-1 0 0,0 1 1 0 0,0 0 0 0 0,0 0-1 0 0,0 0 1 0 0,0-1 0 0 0,1 0-1 0 0,-1 1 1 0 0,0-1 0 0 0,1 0-1 0 0,-1 0 1 0 0,1 0 0 0 0,-1 0-1 0 0,1 0 1 0 0,0-1 0 0 0,-1 1-1 0 0,1-1 1 0 0,0 0 0 0 0,-1 0 0 0 0,1 0-1 0 0,0 0 1 0 0,-1 0 0 0 0,1-1-1 0 0,3 0 1 0 0,2-1 9 0 0,-1 0-1 0 0,1 0 1 0 0,-1-1 0 0 0,0 0-1 0 0,0 0 1 0 0,0-1 0 0 0,0 0-1 0 0,0 0 1 0 0,-1-1 0 0 0,0 1-1 0 0,0-2 1 0 0,10-10 0 0 0,-8 7-3 0 0,-1-1 1 0 0,0 0-1 0 0,-1 0 1 0 0,0-1-1 0 0,-1 0 0 0 0,0 0 1 0 0,6-21-1 0 0,-5 10-6 0 0,-1-1 0 0 0,-1 0-1 0 0,-1 0 1 0 0,-2 0-1 0 0,0 0 1 0 0,-1 0-1 0 0,-1 0 1 0 0,-6-32 0 0 0,2 32-18 0 0,-1 0 0 0 0,-1 0 0 0 0,-1 1 0 0 0,-1 0 0 0 0,-1 0 0 0 0,-1 1 0 0 0,-1 1 0 0 0,-1 0 0 0 0,0 0 0 0 0,-25-27 0 0 0,11 20 6 0 0,-1 0 0 0 0,0 2 1 0 0,-2 1-1 0 0,-1 2 0 0 0,-60-34 0 0 0,26 22 11 0 0,-72-44 211 0 0,133 76-218 0 0,1 0 0 0 0,0 0 0 0 0,0-1 0 0 0,0 1 0 0 0,0-1 0 0 0,0 1 0 0 0,1-1 0 0 0,-1 0-1 0 0,1 0 1 0 0,0-1 0 0 0,0 1 0 0 0,0 0 0 0 0,0-1 0 0 0,0 1 0 0 0,-1-5 0 0 0,3 5-1 0 0,-1-1-1 0 0,1 1 1 0 0,0-1-1 0 0,0 1 1 0 0,1 0-1 0 0,-1-1 1 0 0,1 1-1 0 0,-1 0 1 0 0,1 0-1 0 0,0-1 1 0 0,0 1-1 0 0,1 0 1 0 0,-1 0 0 0 0,1 0-1 0 0,-1 0 1 0 0,1 0-1 0 0,4-4 1 0 0,5-7-156 0 0,1 0 0 0 0,0 0 0 0 0,2 1 0 0 0,-1 1 0 0 0,2 0 0 0 0,27-17 0 0 0,103-50-2682 0 0,-122 67 2299 0 0,80-34-2110 0 0,24-12-918 0 0,-107 47 3016 0 0,0 0 0 0 0,-2-2 0 0 0,1 0-1 0 0,17-17 1 0 0,-30 25 522 0 0,-1 0 0 0 0,0-1 0 0 0,0 0 0 0 0,-1 0 0 0 0,1 0 0 0 0,-1 0 0 0 0,-1-1 0 0 0,1 0 0 0 0,-1 1 0 0 0,0-1 0 0 0,-1 0 0 0 0,3-8 0 0 0,-4 5 695 0 0,0 1 0 0 0,0 0 1 0 0,-1-1-1 0 0,0 1 0 0 0,0 0 0 0 0,-1-1 0 0 0,0 1 0 0 0,-1 0 1 0 0,-4-14-1 0 0,6 23-593 0 0,0-1 1 0 0,0 0-1 0 0,0 0 1 0 0,0 1-1 0 0,-1-1 1 0 0,1 0-1 0 0,0 0 1 0 0,0 0-1 0 0,-1 1 1 0 0,1-1-1 0 0,0 0 1 0 0,-1 1-1 0 0,1-1 0 0 0,-1 0 1 0 0,1 1-1 0 0,-1-1 1 0 0,1 1-1 0 0,-1-1 1 0 0,1 0-1 0 0,-1 1 1 0 0,0 0-1 0 0,1-1 1 0 0,-1 1-1 0 0,-1-1 1 0 0,2 1-36 0 0,-1 0 0 0 0,0 1 0 0 0,1-1 0 0 0,-1 1 0 0 0,0-1-1 0 0,1 0 1 0 0,-1 1 0 0 0,1-1 0 0 0,-1 1 0 0 0,0 0 0 0 0,1-1 0 0 0,0 1 0 0 0,-1-1 0 0 0,1 1 0 0 0,-1 0 0 0 0,1-1 0 0 0,0 1 0 0 0,-1 0 0 0 0,1 1 0 0 0,-4 6 161 0 0,1 1 0 0 0,1 0 1 0 0,-3 11-1 0 0,1 14 164 0 0,0-1 1 0 0,3 64-1 0 0,2-79-321 0 0,1 0-1 0 0,1 0 1 0 0,0-1 0 0 0,1 1 0 0 0,1-1 0 0 0,1 0 0 0 0,8 19 0 0 0,-12-32-36 0 0,0 0-1 0 0,0 0 1 0 0,1-1-1 0 0,-1 1 1 0 0,1 0-1 0 0,0-1 1 0 0,0 0-1 0 0,0 0 1 0 0,1 0-1 0 0,-1 0 1 0 0,1 0-1 0 0,-1 0 1 0 0,1-1-1 0 0,7 4 1 0 0,-8-5-140 0 0,0 0 1 0 0,0-1-1 0 0,0 1 1 0 0,0-1-1 0 0,0 0 1 0 0,-1 1-1 0 0,1-1 1 0 0,0 0 0 0 0,0-1-1 0 0,0 1 1 0 0,0 0-1 0 0,0-1 1 0 0,0 0-1 0 0,0 0 1 0 0,0 0-1 0 0,-1 0 1 0 0,1 0-1 0 0,0 0 1 0 0,-1-1 0 0 0,1 1-1 0 0,-1-1 1 0 0,0 0-1 0 0,4-2 1 0 0,1-2-839 0 0,-1-1 1 0 0,1 0-1 0 0,-1 0 0 0 0,0-1 1 0 0,-1 0-1 0 0,0 0 0 0 0,0 0 1 0 0,-1 0-1 0 0,0-1 0 0 0,0 0 1 0 0,3-11-1 0 0,2-10-4520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76 1768 0 0,'-12'-12'2121'0'0,"-1"0"-1"0"0,-1 1 1 0 0,0 1 0 0 0,-25-14-1 0 0,38 23-2039 0 0,0 0-1 0 0,0 1 1 0 0,0-1-1 0 0,0 1 1 0 0,0-1-1 0 0,-1 1 1 0 0,1-1-1 0 0,0 1 1 0 0,0-1-1 0 0,-1 1 1 0 0,1 0-1 0 0,0 0 1 0 0,0 0 0 0 0,-3 0-1 0 0,3 0-80 0 0,1 0 0 0 0,0 0 0 0 0,-1 1 0 0 0,1-1 0 0 0,-1 0 0 0 0,1 0 0 0 0,0 1 0 0 0,-1-1 0 0 0,1 0 0 0 0,-1 0 0 0 0,1 1 0 0 0,0-1 0 0 0,0 0 0 0 0,-1 1 0 0 0,1-1 0 0 0,0 1 0 0 0,0-1 0 0 0,-1 0 0 0 0,1 1 0 0 0,0-1 0 0 0,0 1 0 0 0,0-1 0 0 0,0 1 0 0 0,-1-1 0 0 0,1 1 0 0 0,0 0 0 0 0,0 1-291 0 0,0 1 0 0 0,0 0 0 0 0,1-1 0 0 0,-1 1-1 0 0,0 0 1 0 0,1-1 0 0 0,0 1 0 0 0,0-1 0 0 0,0 1-1 0 0,0-1 1 0 0,1 4 0 0 0,5 4-2912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0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2152 0 0,'0'0'3931'0'0,"2"10"226"0"0,10 37 292 0 0,15 24-1946 0 0,0-1-1369 0 0,-18-42-671 0 0,8 46 1 0 0,-15-65-363 0 0,-1-1-1 0 0,0 1 1 0 0,-1 0 0 0 0,0-1 0 0 0,0 1-1 0 0,-1-1 1 0 0,0 1 0 0 0,-1-1 0 0 0,-5 17 0 0 0,7-24-94 0 0,0 0 1 0 0,0-1 0 0 0,0 1 0 0 0,-1 0 0 0 0,1 0 0 0 0,-1-1-1 0 0,1 1 1 0 0,0 0 0 0 0,-1-1 0 0 0,1 1 0 0 0,-1-1 0 0 0,1 1 0 0 0,-1 0-1 0 0,0-1 1 0 0,1 1 0 0 0,-1-1 0 0 0,0 1 0 0 0,1-1 0 0 0,-1 0 0 0 0,0 1-1 0 0,1-1 1 0 0,-1 0 0 0 0,0 1 0 0 0,0-1 0 0 0,0 0 0 0 0,1 0 0 0 0,-1 0-1 0 0,-1 1 1 0 0,1-1-11 0 0,0-2 8 0 0,-1 1 1 0 0,1-1-1 0 0,0 1 1 0 0,0-1 0 0 0,0 1-1 0 0,0-1 1 0 0,0 0 0 0 0,1 0-1 0 0,-1 1 1 0 0,0-1 0 0 0,1 0-1 0 0,-1-2 1 0 0,-1-7-6 0 0,1 0 1 0 0,0 0-1 0 0,0 0 1 0 0,1 0-1 0 0,0 0 1 0 0,1 0-1 0 0,1 1 1 0 0,-1-1-1 0 0,6-16 1 0 0,1 2-27 0 0,1 1 1 0 0,21-43-1 0 0,-21 52 8 0 0,-1 0 0 0 0,2 1 0 0 0,0 1 1 0 0,17-19-1 0 0,-21 26 10 0 0,1-1 0 0 0,0 1-1 0 0,0 1 1 0 0,0-1 0 0 0,1 1 0 0 0,0 0 0 0 0,-1 1 0 0 0,2-1 0 0 0,12-3 0 0 0,-19 7 21 0 0,0 1 1 0 0,1-1-1 0 0,-1 1 1 0 0,0 0-1 0 0,0 0 0 0 0,0 0 1 0 0,0 0-1 0 0,0 1 1 0 0,0-1-1 0 0,0 0 0 0 0,0 1 1 0 0,0 0-1 0 0,0-1 1 0 0,0 1-1 0 0,0 0 0 0 0,0 0 1 0 0,0 0-1 0 0,0 0 1 0 0,0 0-1 0 0,-1 1 1 0 0,1-1-1 0 0,0 1 0 0 0,-1-1 1 0 0,0 1-1 0 0,1-1 1 0 0,-1 1-1 0 0,0 0 0 0 0,1-1 1 0 0,-1 1-1 0 0,0 0 1 0 0,-1 0-1 0 0,1 0 0 0 0,1 2 1 0 0,2 7 79 0 0,0 0-1 0 0,-1-1 1 0 0,0 1 0 0 0,2 19 0 0 0,0 54 110 0 0,-5-55-201 0 0,6 37 0 0 0,-6-64-168 0 0,1 0 0 0 0,-1-1 1 0 0,0 1-1 0 0,1-1 1 0 0,-1 1-1 0 0,1-1 0 0 0,-1 1 1 0 0,1-1-1 0 0,0 1 1 0 0,0-1-1 0 0,0 0 0 0 0,0 1 1 0 0,0-1-1 0 0,0 0 1 0 0,0 0-1 0 0,0 0 0 0 0,0 0 1 0 0,0 1-1 0 0,1-2 1 0 0,-1 1-1 0 0,0 0 0 0 0,1 0 1 0 0,-1 0-1 0 0,1-1 1 0 0,-1 1-1 0 0,1-1 0 0 0,-1 1 1 0 0,1-1-1 0 0,-1 1 1 0 0,1-1-1 0 0,-1 0 0 0 0,1 0 1 0 0,2 0-1 0 0,0 0-521 0 0,1 0 0 0 0,-1-1 1 0 0,0 0-1 0 0,0 0 0 0 0,1 0 0 0 0,-1 0 0 0 0,0-1 0 0 0,0 1 0 0 0,0-1 0 0 0,0 0 0 0 0,4-3 0 0 0,7-8-4478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0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22 105 1872 0 0,'1'-9'1777'0'0,"-1"0"0"0"0,0 0 0 0 0,-1 0 1 0 0,-2-14-1 0 0,-2-23 6101 0 0,-5 65-6055 0 0,7 8-1024 0 0,2 0 1 0 0,1 1-1 0 0,1-1 0 0 0,6 32 0 0 0,-4-38-614 0 0,-1 3-36 0 0,2 0 0 0 0,1 0 0 0 0,1-1 0 0 0,15 40 1 0 0,-20-61-206 0 0,0 1 1 0 0,0-1 0 0 0,1 1 0 0 0,-1-1 0 0 0,1 1-1 0 0,-1-1 1 0 0,1 0 0 0 0,0 0 0 0 0,0 0 0 0 0,0 0-1 0 0,0 0 1 0 0,0 0 0 0 0,0 0 0 0 0,0-1 0 0 0,1 1-1 0 0,-1-1 1 0 0,1 0 0 0 0,-1 0 0 0 0,1 0 0 0 0,-1 0 0 0 0,1 0-1 0 0,0 0 1 0 0,0-1 0 0 0,-1 1 0 0 0,1-1 0 0 0,0 0-1 0 0,0 0 1 0 0,-1 0 0 0 0,1 0 0 0 0,4-1 0 0 0,-3 0-399 0 0,0 0 1 0 0,0 0 0 0 0,-1 0 0 0 0,1-1-1 0 0,0 1 1 0 0,-1-1 0 0 0,1 0 0 0 0,-1 0 0 0 0,0-1-1 0 0,0 1 1 0 0,0-1 0 0 0,0 1 0 0 0,0-1 0 0 0,0 0-1 0 0,-1 0 1 0 0,0 0 0 0 0,1-1 0 0 0,-1 1 0 0 0,0 0-1 0 0,0-1 1 0 0,1-4 0 0 0,4-15-4111 0 0,2-4-2172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0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55 2832 0 0,'-61'-30'9023'0'0,"-2"7"-4695"0"0,61 22-4002 0 0,2 1-352 0 0,-1 0 0 0 0,1 0 1 0 0,0 0-1 0 0,-1 0 0 0 0,1 0 1 0 0,-1 0-1 0 0,1 0 0 0 0,0 0 1 0 0,-1 0-1 0 0,1 0 0 0 0,-1 0 1 0 0,1 0-1 0 0,0 0 0 0 0,-1 0 1 0 0,1 0-1 0 0,-1 0 0 0 0,1 0 1 0 0,0 1-1 0 0,-1-1 0 0 0,1 0 1 0 0,0 0-1 0 0,-1 1 0 0 0,1-1 1 0 0,0 0-1 0 0,-1 0 0 0 0,1 1 0 0 0,0-1 1 0 0,0 0-1 0 0,-1 1 0 0 0,1 0 1 0 0,7 9-962 0 0,19 7-5758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1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50 1968 0 0,'0'-2'2835'0'0,"-1"-4"-274"0"0,1-1 1 0 0,-1 1-1 0 0,-1 0 0 0 0,-6-16 4966 0 0,3 275-2059 0 0,0 88-4357 0 0,5-327-1075 0 0,1 21 51 0 0,7 49 1 0 0,-7-76-69 0 0,0 0 0 0 0,1 0 0 0 0,0 1 0 0 0,1-2 1 0 0,0 1-1 0 0,0 0 0 0 0,1-1 0 0 0,-1 1 0 0 0,2-1 0 0 0,-1 0 1 0 0,10 12-1 0 0,-11-17-15 0 0,0 1 1 0 0,0-1 0 0 0,0 1 0 0 0,0-1-1 0 0,0 0 1 0 0,0 0 0 0 0,1 0 0 0 0,-1-1-1 0 0,1 1 1 0 0,-1-1 0 0 0,1 0 0 0 0,0 0-1 0 0,-1 0 1 0 0,1 0 0 0 0,5 0 0 0 0,-4-1-9 0 0,1 0 0 0 0,-1-1 0 0 0,1 0 1 0 0,-1 0-1 0 0,1 0 0 0 0,-1 0 1 0 0,0-1-1 0 0,0 0 0 0 0,8-4 0 0 0,0-1-45 0 0,-1 0 0 0 0,0-1-1 0 0,-1-1 1 0 0,0 0-1 0 0,0-1 1 0 0,-1 0-1 0 0,11-14 1 0 0,-1 0-62 0 0,-2-1 1 0 0,0-1-1 0 0,-2-1 0 0 0,-1 0 1 0 0,-1-1-1 0 0,-2-1 0 0 0,-1 0 1 0 0,13-50-1 0 0,-23 73 101 0 0,1 0 1 0 0,-1 0-1 0 0,-1 0 1 0 0,1 0 0 0 0,-1 0-1 0 0,0 0 1 0 0,-1 0-1 0 0,-1-9 1 0 0,-2 6 3 0 0,4 8 5 0 0,-1 0 0 0 0,1 0 1 0 0,-1 0-1 0 0,0 0 0 0 0,1 0 1 0 0,-1 0-1 0 0,0 0 0 0 0,1 1 1 0 0,-1-1-1 0 0,0 0 1 0 0,0 0-1 0 0,0 1 0 0 0,0-1 1 0 0,0 0-1 0 0,-1 0 0 0 0,-2 2 2 0 0,1 0 2 0 0,1 0 0 0 0,0-1 0 0 0,0 1 0 0 0,0 0 0 0 0,0 0 0 0 0,-1 0 0 0 0,1 0-1 0 0,1 1 1 0 0,-1-1 0 0 0,0 0 0 0 0,0 1 0 0 0,0 0 0 0 0,-1 1 0 0 0,2-1 10 0 0,-7 5 55 0 0,1 2-1 0 0,1-1 1 0 0,0 1-1 0 0,0 0 1 0 0,0 0-1 0 0,1 1 1 0 0,0-1 0 0 0,-4 17-1 0 0,0 0 77 0 0,2 1-1 0 0,-5 31 1 0 0,9-45-108 0 0,2 1 0 0 0,-1-1 1 0 0,2 1-1 0 0,0-1 0 0 0,0 1 0 0 0,2-1 1 0 0,-1 0-1 0 0,5 16 0 0 0,-4-24-25 0 0,-1 0-1 0 0,1-1 1 0 0,0 1 0 0 0,0-1-1 0 0,0 0 1 0 0,0 1-1 0 0,1-1 1 0 0,0 0 0 0 0,0-1-1 0 0,0 1 1 0 0,0 0-1 0 0,1-1 1 0 0,-1 0 0 0 0,1 1-1 0 0,0-1 1 0 0,0-1 0 0 0,0 1-1 0 0,0-1 1 0 0,1 1-1 0 0,-1-1 1 0 0,1-1 0 0 0,-1 1-1 0 0,1 0 1 0 0,0-1-1 0 0,7 1 1 0 0,1 0-278 0 0,0-1-1 0 0,-1-1 1 0 0,1 0 0 0 0,0 0-1 0 0,0-2 1 0 0,-1 1 0 0 0,1-2 0 0 0,-1 1-1 0 0,1-2 1 0 0,-1 0 0 0 0,0 0-1 0 0,0-1 1 0 0,-1 0 0 0 0,0-1-1 0 0,14-9 1 0 0,-15 7-1103 0 0,1 0-1 0 0,-2-1 1 0 0,15-15 0 0 0,-15 15-883 0 0,-1-2 0 0 0,-1 1 0 0 0,11-21 0 0 0,-2 0-6409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1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63 1480 0 0,'-97'8'7415'0'0,"-30"1"1310"0"0,124-9-7607 0 0,7 0-711 0 0,317-41 208 0 0,-102 17-7845 0 0,-161 18 3047 0 0,1-2-1760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2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16 173 784 0 0,'-2'-3'619'0'0,"0"0"1"0"0,0 0-1 0 0,1-1 0 0 0,-1 1 1 0 0,1 0-1 0 0,-1-1 0 0 0,1 0 1 0 0,0 1-1 0 0,1-1 0 0 0,-1 1 1 0 0,1-1-1 0 0,-1 0 0 0 0,1-6 1 0 0,1 7-447 0 0,0-1 0 0 0,-1 1-1 0 0,1-1 1 0 0,0 1 0 0 0,1 0 0 0 0,-1 0 0 0 0,1 0 0 0 0,-1 0 0 0 0,1 0 0 0 0,0 0-1 0 0,0 0 1 0 0,0 0 0 0 0,1 1 0 0 0,-1-1 0 0 0,0 1 0 0 0,1-1 0 0 0,0 1 0 0 0,-1 0 0 0 0,1 0-1 0 0,0 0 1 0 0,0 1 0 0 0,0-1 0 0 0,4-1 0 0 0,-1 1-42 0 0,1 0 0 0 0,-1 0 0 0 0,0 0 0 0 0,1 1 0 0 0,0 0 0 0 0,-1 0 0 0 0,1 0 0 0 0,-1 1 0 0 0,1 0-1 0 0,0 1 1 0 0,-1-1 0 0 0,1 1 0 0 0,-1 1 0 0 0,1-1 0 0 0,-1 1 0 0 0,1 0 0 0 0,-1 0 0 0 0,0 1 0 0 0,0 0 0 0 0,0 0 0 0 0,0 0 0 0 0,-1 1 0 0 0,1 0 0 0 0,-1 0 0 0 0,0 0 0 0 0,7 8 0 0 0,-4-3-10 0 0,-1-1 0 0 0,0 1 1 0 0,0 0-1 0 0,-1 0 0 0 0,0 0 0 0 0,-1 1 1 0 0,0 0-1 0 0,-1 0 0 0 0,0 1 0 0 0,0-1 1 0 0,-1 1-1 0 0,0 0 0 0 0,-1 0 0 0 0,0 0 0 0 0,0 14 1 0 0,-4 6 86 0 0,-6 42 0 0 0,1-25 66 0 0,20-68-112 0 0,10-27-182 0 0,-16 34 46 0 0,9-19-39 0 0,-4 4-35 0 0,1 1 1 0 0,2 1-1 0 0,1 0 1 0 0,1 2-1 0 0,26-31 1 0 0,-42 54 48 0 0,0-1-1 0 0,0 1 1 0 0,0 0 0 0 0,0 0 0 0 0,1-1-1 0 0,-1 1 1 0 0,0 0 0 0 0,1 0 0 0 0,-1 1-1 0 0,1-1 1 0 0,-1 0 0 0 0,1 0 0 0 0,-1 1-1 0 0,1-1 1 0 0,0 1 0 0 0,-1-1 0 0 0,1 1 0 0 0,0 0-1 0 0,0-1 1 0 0,-1 1 0 0 0,1 0 0 0 0,0 0-1 0 0,-1 0 1 0 0,1 1 0 0 0,0-1 0 0 0,0 0-1 0 0,2 1 1 0 0,-1 1 30 0 0,-1 0 1 0 0,0 0-1 0 0,1 0 0 0 0,-1 0 1 0 0,0 0-1 0 0,0 0 0 0 0,0 1 0 0 0,-1-1 1 0 0,1 1-1 0 0,-1-1 0 0 0,1 1 1 0 0,-1-1-1 0 0,0 1 0 0 0,0 0 1 0 0,0 0-1 0 0,1 3 0 0 0,3 14 133 0 0,-1 0-1 0 0,3 33 0 0 0,-7-40-132 0 0,1 0-1 0 0,1-1 0 0 0,0 1 1 0 0,1-1-1 0 0,0 0 0 0 0,1 0 1 0 0,0 0-1 0 0,1 0 0 0 0,10 19 1 0 0,-13-28-27 0 0,0-1 1 0 0,0 1 0 0 0,0-1-1 0 0,0 0 1 0 0,0 0 0 0 0,0 0 0 0 0,0 0-1 0 0,1 0 1 0 0,-1-1 0 0 0,1 1 0 0 0,-1-1-1 0 0,1 1 1 0 0,0-1 0 0 0,-1 0-1 0 0,1 0 1 0 0,0 0 0 0 0,0 0 0 0 0,0-1-1 0 0,0 1 1 0 0,0-1 0 0 0,0 0 0 0 0,0 0-1 0 0,0 0 1 0 0,0 0 0 0 0,0 0-1 0 0,0-1 1 0 0,0 1 0 0 0,0-1 0 0 0,-1 0-1 0 0,1 0 1 0 0,0 0 0 0 0,4-2 0 0 0,1-1 1 0 0,-1 0 0 0 0,1 0 0 0 0,-1-1 0 0 0,-1 0 0 0 0,1-1 0 0 0,-1 1 0 0 0,1-1 1 0 0,-2 0-1 0 0,1-1 0 0 0,6-8 0 0 0,0-8-1 0 0,0 1 1 0 0,-2-2-1 0 0,0 1 1 0 0,-1-2-1 0 0,-2 1 1 0 0,-1-1-1 0 0,7-46 1 0 0,-8 33-69 0 0,-5 36 77 0 0,0 3-7 0 0,-1-1-1 0 0,0 1 1 0 0,1-1 0 0 0,-1 1 0 0 0,0-1 0 0 0,1 1 0 0 0,-1-1 0 0 0,1 1 0 0 0,-1 0 0 0 0,1-1 0 0 0,-1 1 0 0 0,1 0 0 0 0,-1-1 0 0 0,1 1-1 0 0,0 0 1 0 0,0 0 0 0 0,-1 0 0 0 0,1-1 0 0 0,0 3 0 0 0,-7 19 182 0 0,6-19-142 0 0,-2 12-2 0 0,-1 1 1 0 0,2-1 0 0 0,0 1 0 0 0,1-1 0 0 0,0 1 0 0 0,2 0-1 0 0,-1-1 1 0 0,2 1 0 0 0,6 27 0 0 0,-7-37-32 0 0,1 0 0 0 0,0-1 0 0 0,0 1 1 0 0,1 0-1 0 0,-1-1 0 0 0,1 1 0 0 0,0-1 0 0 0,1 0 1 0 0,-1 0-1 0 0,1 0 0 0 0,0 0 0 0 0,0-1 0 0 0,1 0 0 0 0,-1 0 1 0 0,1 0-1 0 0,0 0 0 0 0,0-1 0 0 0,0 1 0 0 0,1-1 1 0 0,-1-1-1 0 0,1 1 0 0 0,0-1 0 0 0,-1 0 0 0 0,1 0 0 0 0,0-1 1 0 0,0 1-1 0 0,10 0 0 0 0,-9-2-42 0 0,1 1 1 0 0,0-1-1 0 0,-1 0 0 0 0,1-1 1 0 0,-1 1-1 0 0,1-2 0 0 0,-1 1 0 0 0,1-1 1 0 0,-1 0-1 0 0,0-1 0 0 0,0 1 1 0 0,0-1-1 0 0,0-1 0 0 0,0 1 1 0 0,-1-1-1 0 0,0-1 0 0 0,1 1 0 0 0,-2-1 1 0 0,9-7-1 0 0,-3-2-109 0 0,0 0 1 0 0,0 0-1 0 0,-1-1 0 0 0,-1-1 1 0 0,-1 0-1 0 0,12-28 0 0 0,-9 9 55 0 0,-1-1-1 0 0,7-45 1 0 0,-12 61 112 0 0,2-20 399 0 0,-2 88 370 0 0,-7 68-308 0 0,3-102-612 0 0,0 0 0 0 0,1 0 0 0 0,0 0 0 0 0,1 0 0 0 0,1-1 0 0 0,6 16 0 0 0,-9-26-199 0 0,1 0 1 0 0,-1 0-1 0 0,1 0 1 0 0,0 0-1 0 0,0 0 0 0 0,0-1 1 0 0,1 1-1 0 0,-1-1 1 0 0,0 0-1 0 0,1 0 0 0 0,0 0 1 0 0,0 0-1 0 0,-1 0 1 0 0,6 2-1 0 0,-5-2-483 0 0,0-1 0 0 0,0 0-1 0 0,0 0 1 0 0,0 0 0 0 0,1-1 0 0 0,-1 1-1 0 0,0-1 1 0 0,1 0 0 0 0,3 0-1 0 0,8-1-5543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3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64 1420 0 0,'-10'-64'16981'0'0,"13"94"-14937"0"0,5 56-422 0 0,-3 1 0 0 0,-9 116-1 0 0,4-199-1585 0 0,0-1-1 0 0,-1 1 0 0 0,1-1 1 0 0,-1 0-1 0 0,1 1 0 0 0,-1-1 1 0 0,0 0-1 0 0,0 1 0 0 0,-4 5 1 0 0,4-8-32 0 0,-8-12 44 0 0,7-3-96 0 0,1 0 1 0 0,0 1 0 0 0,1-1 0 0 0,1 0-1 0 0,0 1 1 0 0,0-1 0 0 0,1 0 0 0 0,1 1-1 0 0,6-19 1 0 0,-5 21 7 0 0,0-1 1 0 0,1 1-1 0 0,0 0 0 0 0,1 0 0 0 0,0 1 0 0 0,1 0 1 0 0,0 0-1 0 0,0 0 0 0 0,1 1 0 0 0,0 0 0 0 0,11-8 1 0 0,-15 14 29 0 0,-1 0 1 0 0,1 1 0 0 0,0-1-1 0 0,-1 1 1 0 0,1 0 0 0 0,0 0-1 0 0,0 0 1 0 0,1 1 0 0 0,-1 0-1 0 0,0 0 1 0 0,0 0-1 0 0,1 0 1 0 0,-1 0 0 0 0,1 1-1 0 0,-1 0 1 0 0,0 0 0 0 0,1 0-1 0 0,-1 0 1 0 0,1 1 0 0 0,-1 0-1 0 0,0 0 1 0 0,0 0 0 0 0,1 0-1 0 0,-1 1 1 0 0,7 3 0 0 0,-2 1-1 0 0,0-1 1 0 0,0 2-1 0 0,0-1 0 0 0,-1 1 1 0 0,0 1-1 0 0,-1 0 1 0 0,1 0-1 0 0,-2 0 0 0 0,10 14 1 0 0,-8-10 42 0 0,-1 1-1 0 0,1 0 1 0 0,-2 1 0 0 0,5 14-1 0 0,-9-22 9 0 0,0 0-1 0 0,0 0 1 0 0,-1 0-1 0 0,0 0 1 0 0,0 0-1 0 0,-1 0 0 0 0,0 0 1 0 0,0 0-1 0 0,0 0 1 0 0,0 0-1 0 0,-1 0 1 0 0,-3 9-1 0 0,4-13 92 0 0,-1-2-156 0 0,1 0 25 0 0,-1 0 1 0 0,0-1-1 0 0,1 1 1 0 0,-1 0-1 0 0,1 0 1 0 0,-1-1-1 0 0,0 1 1 0 0,1 0-1 0 0,-1-1 0 0 0,1 1 1 0 0,-1-1-1 0 0,1 1 1 0 0,0-1-1 0 0,-1 1 1 0 0,1-1-1 0 0,-1 1 1 0 0,1-1-1 0 0,0 1 1 0 0,-1-1-1 0 0,1 1 1 0 0,0-1-1 0 0,0 0 1 0 0,-1 1-1 0 0,1-1 0 0 0,0 0 1 0 0,0 1-1 0 0,0-1 1 0 0,0 1-1 0 0,0-1 1 0 0,0 0-1 0 0,0 0 1 0 0,0-24 21 0 0,3 9-39 0 0,1-1 0 0 0,0 1 0 0 0,1-1 0 0 0,0 1 0 0 0,2 1 0 0 0,0-1 0 0 0,0 1-1 0 0,17-24 1 0 0,-16 27-2 0 0,1 1 1 0 0,0 0-1 0 0,0 1 0 0 0,1-1 0 0 0,1 2 0 0 0,-1-1 0 0 0,2 2 1 0 0,-1-1-1 0 0,1 2 0 0 0,23-12 0 0 0,-32 18 12 0 0,0 0 0 0 0,1-1 0 0 0,-1 1 0 0 0,0 1 0 0 0,1-1 0 0 0,-1 0 0 0 0,1 1 0 0 0,-1 0-1 0 0,1 0 1 0 0,-1 0 0 0 0,1 0 0 0 0,-1 0 0 0 0,1 1 0 0 0,-1 0 0 0 0,1-1 0 0 0,4 3 0 0 0,-3-1 0 0 0,0 1-1 0 0,0 0 1 0 0,0 0-1 0 0,0 0 1 0 0,-1 1-1 0 0,1-1 1 0 0,-1 1-1 0 0,0 0 1 0 0,5 6-1 0 0,2 6-80 0 0,0 0 0 0 0,-1 0-1 0 0,-1 1 1 0 0,13 33-1 0 0,-17-40-567 0 0,-1-1-1 0 0,2 1 1 0 0,-1-1 0 0 0,1 1-1 0 0,8 9 1 0 0,-10-15-152 0 0,0 1 1 0 0,1-1-1 0 0,-1 0 1 0 0,1 0-1 0 0,0 0 1 0 0,0-1-1 0 0,0 0 0 0 0,0 0 1 0 0,1 0-1 0 0,7 3 1 0 0,1-5-3339 0 0,-11-2 3108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3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132 171 764 0 0,'25'-154'12402'0'0,"-22"137"-10581"0"0,-1 29 221 0 0,-1 31-129 0 0,-42 361 835 0 0,35-334-2414 0 0,5-67-200 0 0,3-4-131 0 0,-1 0-1 0 0,0 0 1 0 0,1 0 0 0 0,-1 0-1 0 0,0 0 1 0 0,0-1 0 0 0,0 1-1 0 0,0 0 1 0 0,0-1 0 0 0,0 1-1 0 0,0-1 1 0 0,-1 1 0 0 0,1-1-1 0 0,-1 1 1 0 0,1-1 0 0 0,0-2-1 0 0,2-3 1 0 0,3-4-25 0 0,0 0-1 0 0,0 0 1 0 0,2 0-1 0 0,-1 1 1 0 0,1 1-1 0 0,1-1 1 0 0,-1 1-1 0 0,2 1 1 0 0,-1-1-1 0 0,16-9 1 0 0,-21 15 45 0 0,1 1 1 0 0,-1 0 0 0 0,1-1 0 0 0,-1 1-1 0 0,1 1 1 0 0,0-1 0 0 0,0 1 0 0 0,0 0-1 0 0,0 0 1 0 0,0 0 0 0 0,0 1 0 0 0,0-1-1 0 0,0 1 1 0 0,0 1 0 0 0,0-1 0 0 0,0 1-1 0 0,0 0 1 0 0,0 0 0 0 0,0 0 0 0 0,0 1-1 0 0,0-1 1 0 0,0 1 0 0 0,-1 0 0 0 0,1 1-1 0 0,-1-1 1 0 0,0 1 0 0 0,1 0 0 0 0,4 5-1 0 0,-3-4 119 0 0,0 1 0 0 0,-1 1-1 0 0,1-1 1 0 0,-1 1-1 0 0,-1 0 1 0 0,1 0-1 0 0,-1 1 1 0 0,0-1 0 0 0,0 1-1 0 0,-1 0 1 0 0,0 0-1 0 0,0 0 1 0 0,-1 0-1 0 0,0 1 1 0 0,0-1-1 0 0,0 1 1 0 0,-1-1 0 0 0,0 1-1 0 0,-1 0 1 0 0,0-1-1 0 0,0 1 1 0 0,-1 0-1 0 0,1-1 1 0 0,-2 1 0 0 0,1-1-1 0 0,-1 1 1 0 0,0-1-1 0 0,-1 0 1 0 0,0 0-1 0 0,0 0 1 0 0,0 0 0 0 0,-7 10-1 0 0,4-8-52 0 0,-1 0 1 0 0,-1 0-1 0 0,1-1 0 0 0,-2 0 0 0 0,1-1 1 0 0,-1 1-1 0 0,0-1 0 0 0,0-1 1 0 0,-1 0-1 0 0,0 0 0 0 0,0-1 0 0 0,0 0 1 0 0,-1-1-1 0 0,0 0 0 0 0,-20 4 0 0 0,18-5-78 0 0,1-1-1 0 0,-1-1 0 0 0,0 0 0 0 0,0 0 0 0 0,0-1 0 0 0,0-1 0 0 0,0 0 0 0 0,0-1 1 0 0,1-1-1 0 0,-1 0 0 0 0,1 0 0 0 0,-1-1 0 0 0,-21-10 0 0 0,30 11-69 0 0,0 1 0 0 0,0 0-1 0 0,1-1 1 0 0,-1 0 0 0 0,0 0 0 0 0,1 0-1 0 0,0 0 1 0 0,-1-1 0 0 0,1 1-1 0 0,1-1 1 0 0,-1 1 0 0 0,-2-5 0 0 0,4 5-125 0 0,0 1 1 0 0,0 0 0 0 0,0-1 0 0 0,1 1 0 0 0,-1 0 0 0 0,1-1 0 0 0,-1 1 0 0 0,1-1 0 0 0,0 1 0 0 0,0 0 0 0 0,0-1 0 0 0,0 1 0 0 0,0-1 0 0 0,1 1 0 0 0,-1-1 0 0 0,1 1 0 0 0,-1 0 0 0 0,1-1 0 0 0,0 1 0 0 0,0 0 0 0 0,0 0 0 0 0,0-1 0 0 0,3-2 0 0 0,8-10-2388 0 0,1 0 0 0 0,0 1 0 0 0,24-20 0 0 0,-15 14-2076 0 0,0 1-1744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4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163 119 416 0 0,'10'9'11494'0'0,"-12"15"-5662"0"0,1-21-5516 0 0,1 0 0 0 0,-1 0 0 0 0,1 0 0 0 0,0 0 0 0 0,0 0 0 0 0,0 0 0 0 0,0 0 0 0 0,0 0 0 0 0,1 0 0 0 0,-1 0 0 0 0,1 0 0 0 0,0 0 0 0 0,0-1 1 0 0,0 1-1 0 0,0 0 0 0 0,1 0 0 0 0,1 3 0 0 0,-2-5-262 0 0,1 0 0 0 0,-1 0-1 0 0,0 0 1 0 0,0-1 0 0 0,1 1 0 0 0,-1 0 0 0 0,1-1 0 0 0,-1 1 0 0 0,1 0 0 0 0,-1-1-1 0 0,1 0 1 0 0,-1 1 0 0 0,1-1 0 0 0,-1 0 0 0 0,1 0 0 0 0,-1 0 0 0 0,1 0 0 0 0,0 0 0 0 0,-1 0-1 0 0,1 0 1 0 0,2-1 0 0 0,22-7 231 0 0,-22 6-271 0 0,0 0-1 0 0,0 0 1 0 0,0-1 0 0 0,0 1-1 0 0,-1-1 1 0 0,0 0 0 0 0,1 0-1 0 0,-1-1 1 0 0,0 1 0 0 0,0-1-1 0 0,-1 1 1 0 0,1-1 0 0 0,-1 0-1 0 0,0 0 1 0 0,0 0 0 0 0,0 0-1 0 0,0 0 1 0 0,-1-1 0 0 0,1 1-1 0 0,-1-1 1 0 0,0 1 0 0 0,-1-1 0 0 0,1-6-1 0 0,0 6-18 0 0,-1 0 1 0 0,0-1-1 0 0,0 1 0 0 0,-1 0 0 0 0,1 0 1 0 0,-1-1-1 0 0,0 1 0 0 0,0 0 1 0 0,-1 0-1 0 0,0 0 0 0 0,0 0 0 0 0,0 0 1 0 0,0 1-1 0 0,-1-1 0 0 0,1 1 0 0 0,-1-1 1 0 0,-1 1-1 0 0,1 0 0 0 0,-6-6 0 0 0,6 8 1 0 0,1 1 0 0 0,-1-1 0 0 0,0 1 1 0 0,1 0-1 0 0,-1 0 0 0 0,0 0 0 0 0,0 0 0 0 0,0 0 0 0 0,1 1 0 0 0,-1-1 0 0 0,0 1 0 0 0,0 0 0 0 0,0-1 0 0 0,0 2 0 0 0,0-1 0 0 0,0 0 0 0 0,0 0 0 0 0,0 1 1 0 0,0 0-1 0 0,-4 1 0 0 0,-2 1 2 0 0,0 1 1 0 0,0 0 0 0 0,0 0 0 0 0,-16 11 0 0 0,13-6 19 0 0,1 0 0 0 0,0 0 0 0 0,1 1 1 0 0,0 1-1 0 0,0 0 0 0 0,1 0 0 0 0,-15 24 1 0 0,18-25 10 0 0,1 0 0 0 0,-1 1 0 0 0,2 0-1 0 0,-1 0 1 0 0,2 0 0 0 0,-1 1 0 0 0,2-1 0 0 0,-1 1 0 0 0,1 0 0 0 0,0 12 0 0 0,2-19-17 0 0,0-1-1 0 0,1 1 1 0 0,-1 0-1 0 0,1-1 0 0 0,0 1 1 0 0,0-1-1 0 0,0 1 1 0 0,0-1-1 0 0,1 0 0 0 0,0 1 1 0 0,0-1-1 0 0,0 0 1 0 0,0 0-1 0 0,1 0 0 0 0,0-1 1 0 0,-1 1-1 0 0,1 0 1 0 0,1-1-1 0 0,-1 0 0 0 0,0 0 1 0 0,1 0-1 0 0,4 3 1 0 0,0-2-13 0 0,0 0 1 0 0,0 0-1 0 0,0-1 1 0 0,1 0-1 0 0,-1-1 1 0 0,1 0-1 0 0,-1 0 1 0 0,1-1 0 0 0,0 0-1 0 0,16 0 1 0 0,-5-2-630 0 0,0 0 1 0 0,0-1-1 0 0,1-1 1 0 0,-1-1-1 0 0,-1-1 1 0 0,1-1-1 0 0,-1 0 1 0 0,0-2-1 0 0,0 0 1 0 0,-1-1-1 0 0,31-20 1 0 0,-27 12-46 0 0,0 0 0 0 0,-1-1-1 0 0,-1-1 1 0 0,-1-1 0 0 0,-1-1 0 0 0,0-1 0 0 0,-2 0 0 0 0,16-28 0 0 0,-10 9 1008 0 0,17-25 4483 0 0,-38 66-4695 0 0,0 1-1 0 0,0-1 1 0 0,-1 0 0 0 0,1 1 0 0 0,0-1 0 0 0,0 1-1 0 0,-1-1 1 0 0,1 0 0 0 0,0 1 0 0 0,-1 0-1 0 0,1-1 1 0 0,-1 1 0 0 0,1-1 0 0 0,-1 1 0 0 0,1 0-1 0 0,-1-1 1 0 0,1 1 0 0 0,-1 0 0 0 0,1 0-1 0 0,-1-1 1 0 0,0 1 0 0 0,0 0 0 0 0,1 0 0 0 0,-1-1-1 0 0,0 1 1 0 0,0 0 0 0 0,0 0 0 0 0,0 0-1 0 0,0 1 1 0 0,3 33 1441 0 0,-3-23-641 0 0,3 16 191 0 0,4 50 947 0 0,-3-1-1 0 0,-7 96 0 0 0,2-164-1648 0 0,0-1-1 0 0,-1 0 1 0 0,0 0 0 0 0,-5 12-1 0 0,3-13-370 0 0,-6-2-39 0 0,10-5 0 0 0,-1-1 0 0 0,0 1 0 0 0,0 0 0 0 0,1 0 0 0 0,-1 0 0 0 0,0 0 0 0 0,0-1 0 0 0,1 1 0 0 0,-1 0 0 0 0,0-1 0 0 0,1 1 0 0 0,-1-1 0 0 0,1 1 0 0 0,-1-1 0 0 0,0 1 0 0 0,1-1 0 0 0,-1 1 0 0 0,1-1 0 0 0,-1 1 0 0 0,1-1 0 0 0,-1 0 0 0 0,1 1 0 0 0,0-1 0 0 0,-1 0 0 0 0,-3-23 0 0 0,5 14 0 0 0,-1 1 0 0 0,6-20 0 0 0,-2 13 0 0 0,2 1 0 0 0,0-1 0 0 0,1 1 0 0 0,0 0 0 0 0,2 1 0 0 0,-1 0 0 0 0,19-22 0 0 0,1 3 0 0 0,56-51 0 0 0,-43 49-3349 0 0,-13 13-5181 0 0,47-27 0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9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12585 0 0,'0'0'10845'0'0,"2"-8"-11945"0"0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6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281 132 1792 0 0,'-33'-103'13146'0'0,"22"79"-11500"0"0,-3 19-1247 0 0,8 9-362 0 0,-1 0 0 0 0,0 0-1 0 0,1 1 1 0 0,0-1 0 0 0,0 1 0 0 0,0 1 0 0 0,1-1 0 0 0,0 1 0 0 0,-6 6-1 0 0,4-2-24 0 0,0 1-1 0 0,0-1 0 0 0,1 1 0 0 0,1 0 0 0 0,-5 13 0 0 0,8-21-11 0 0,1 1-1 0 0,0-1 0 0 0,1 0 1 0 0,-1 1-1 0 0,1-1 1 0 0,-1 1-1 0 0,1-1 1 0 0,0 1-1 0 0,1-1 0 0 0,-1 1 1 0 0,0-1-1 0 0,1 1 1 0 0,0-1-1 0 0,0 1 0 0 0,0-1 1 0 0,0 0-1 0 0,0 1 1 0 0,1-1-1 0 0,0 0 0 0 0,-1 0 1 0 0,1 0-1 0 0,0 0 1 0 0,1 0-1 0 0,-1-1 1 0 0,0 1-1 0 0,1-1 0 0 0,-1 1 1 0 0,1-1-1 0 0,4 3 1 0 0,8 5-1 0 0,0-1 1 0 0,1 0-1 0 0,0-1 1 0 0,26 8-1 0 0,-25-9 6 0 0,12 4 33 0 0,-17-7 23 0 0,1 0 0 0 0,-1 1 1 0 0,0 1-1 0 0,0 0 1 0 0,-1 0-1 0 0,0 1 0 0 0,14 12 1 0 0,-24-19-33 0 0,0 1 0 0 0,0 0 0 0 0,-1 0 0 0 0,1-1 0 0 0,0 1 0 0 0,-1 0 0 0 0,1 0 0 0 0,0 0 0 0 0,-1 0 0 0 0,0 0 1 0 0,1 0-1 0 0,-1 0 0 0 0,1 0 0 0 0,-1 0 0 0 0,0 0 0 0 0,0 0 0 0 0,0 0 0 0 0,1 0 0 0 0,-1 0 0 0 0,0 1 0 0 0,0-1 0 0 0,-1 0 1 0 0,1 0-1 0 0,0 0 0 0 0,0 0 0 0 0,-1 1 0 0 0,0 0 11 0 0,0 0-1 0 0,0 1 1 0 0,-1-1 0 0 0,1 0 0 0 0,-1 0-1 0 0,0 0 1 0 0,1 0 0 0 0,-1-1 0 0 0,0 1-1 0 0,-4 2 1 0 0,-5 3 83 0 0,0 0 1 0 0,0-1-1 0 0,-17 6 0 0 0,7-5-17 0 0,0-1 0 0 0,-1 0-1 0 0,1-2 1 0 0,-1 0 0 0 0,-23 0 0 0 0,-105-4 318 0 0,148 0-425 0 0,0-1 0 0 0,0 1 0 0 0,0 0 0 0 0,0 0 0 0 0,0-1 0 0 0,0 1 0 0 0,0-1 0 0 0,0 1 0 0 0,0-1 0 0 0,1 0 0 0 0,-4-2 0 0 0,4 3-2 0 0,1 0 1 0 0,0 0-1 0 0,0-1 0 0 0,-1 1 1 0 0,1 0-1 0 0,0-1 0 0 0,0 1 1 0 0,-1-1-1 0 0,1 1 0 0 0,0 0 1 0 0,0-1-1 0 0,0 1 1 0 0,0-1-1 0 0,-1 1 0 0 0,1 0 1 0 0,0-1-1 0 0,0 1 0 0 0,0-1 1 0 0,0 1-1 0 0,0-1 1 0 0,0 1-1 0 0,0 0 0 0 0,0-1 1 0 0,0 1-1 0 0,0-1 0 0 0,1 1 1 0 0,-1-1-1 0 0,0 1 0 0 0,0 0 1 0 0,1-1-1 0 0,0-2-103 0 0,1 1 1 0 0,0 0-1 0 0,0 0 0 0 0,-1 0 0 0 0,2 0 1 0 0,-1 0-1 0 0,0 0 0 0 0,0 0 0 0 0,0 1 1 0 0,1-1-1 0 0,4-1 0 0 0,25-9-2514 0 0,0 2 1 0 0,62-12-1 0 0,-35 10-2183 0 0,-22 2 526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7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37 718 932 0 0,'39'-37'12467'0'0,"-43"40"-11970"0"0,0 1 1 0 0,1-1 0 0 0,-1 1-1 0 0,1 0 1 0 0,-4 7 0 0 0,-1 2-149 0 0,1 0 0 0 0,0 1 0 0 0,2 0-1 0 0,-1 0 1 0 0,2 0 0 0 0,-5 23 0 0 0,7-31-326 0 0,1 0 0 0 0,1-1 0 0 0,-1 1-1 0 0,1 0 1 0 0,0 0 0 0 0,0-1 0 0 0,1 1 0 0 0,-1 0 0 0 0,1-1 0 0 0,1 1 0 0 0,-1 0-1 0 0,1-1 1 0 0,0 1 0 0 0,0-1 0 0 0,1 0 0 0 0,-1 0 0 0 0,1 0 0 0 0,0 0-1 0 0,1 0 1 0 0,3 4 0 0 0,-4-7-14 0 0,1 1 0 0 0,-1-1 0 0 0,1 0 1 0 0,-1 0-1 0 0,1 0 0 0 0,0 0 0 0 0,0-1 0 0 0,0 0 0 0 0,0 1 0 0 0,0-2 0 0 0,0 1 0 0 0,0 0 1 0 0,0-1-1 0 0,0 0 0 0 0,1 0 0 0 0,-1 0 0 0 0,6-1 0 0 0,2 0 6 0 0,-1-1 0 0 0,0 0 0 0 0,0-1 0 0 0,0 0 0 0 0,12-6 0 0 0,-12 3-11 0 0,0 0 1 0 0,-1 0-1 0 0,0-1 0 0 0,0 0 1 0 0,0-1-1 0 0,-1 0 0 0 0,0 0 1 0 0,-1-1-1 0 0,0 0 0 0 0,0-1 1 0 0,12-20-1 0 0,-15 21-18 0 0,0 1 0 0 0,-1-2-1 0 0,0 1 1 0 0,0 0 0 0 0,-1-1 0 0 0,0 0 0 0 0,-1 0 0 0 0,0 1-1 0 0,0-1 1 0 0,-1-1 0 0 0,-1 1 0 0 0,0 0 0 0 0,0 0 0 0 0,-3-18-1 0 0,2 24 12 0 0,0-1-1 0 0,0 1 1 0 0,-1 0-1 0 0,1 0 1 0 0,-1 0-1 0 0,0 0 1 0 0,0 0-1 0 0,-1 0 1 0 0,1 1-1 0 0,-1-1 1 0 0,0 1-1 0 0,0 0 0 0 0,0-1 1 0 0,0 1-1 0 0,0 0 1 0 0,-1 1-1 0 0,1-1 1 0 0,-1 1-1 0 0,0 0 1 0 0,0-1-1 0 0,0 2 1 0 0,-6-3-1 0 0,6 3 0 0 0,1 0 1 0 0,0 0-1 0 0,-1 1 0 0 0,1-1 1 0 0,-1 1-1 0 0,1 0 0 0 0,-1 0 1 0 0,1 1-1 0 0,0-1 1 0 0,-1 1-1 0 0,1-1 0 0 0,-1 1 1 0 0,1 0-1 0 0,0 0 0 0 0,0 1 1 0 0,0-1-1 0 0,0 1 0 0 0,0-1 1 0 0,-6 5-1 0 0,5-3-1 0 0,-1 0 0 0 0,1 1-1 0 0,0-1 1 0 0,0 1 0 0 0,1 0 0 0 0,-1 0 0 0 0,1 1-1 0 0,0-1 1 0 0,0 1 0 0 0,0-1 0 0 0,-3 8 0 0 0,5-9-1 0 0,0 0 1 0 0,0 1 0 0 0,0-1-1 0 0,0 0 1 0 0,1 0 0 0 0,-1 1-1 0 0,1-1 1 0 0,0 0 0 0 0,0 0 0 0 0,0 1-1 0 0,0-1 1 0 0,0 0 0 0 0,1 1-1 0 0,0-1 1 0 0,-1 0 0 0 0,1 0-1 0 0,0 0 1 0 0,1 1 0 0 0,-1-1-1 0 0,1-1 1 0 0,-1 1 0 0 0,1 0-1 0 0,0 0 1 0 0,0 0 0 0 0,2 2-1 0 0,0-2-89 0 0,0 0-1 0 0,0 0 0 0 0,0 0 1 0 0,1 0-1 0 0,-1-1 0 0 0,1 0 0 0 0,-1 0 1 0 0,1 0-1 0 0,0 0 0 0 0,0-1 1 0 0,0 0-1 0 0,0 0 0 0 0,0 0 1 0 0,0 0-1 0 0,9-1 0 0 0,13-1-94 0 0,0-2 1 0 0,0 0-1 0 0,0-2 0 0 0,-1 0 0 0 0,1-2 0 0 0,-2-1 1 0 0,1-2-1 0 0,-1 0 0 0 0,0-1 0 0 0,-1-2 1 0 0,-1 0-1 0 0,0-2 0 0 0,0 0 0 0 0,-2-1 0 0 0,0-2 1 0 0,-1 0-1 0 0,-1-1 0 0 0,0-1 0 0 0,-2-1 0 0 0,0 0 1 0 0,-1-1-1 0 0,-2-1 0 0 0,21-43 0 0 0,-7-4 1110 0 0,-26 63-715 0 0,0 1 0 0 0,0-1 0 0 0,-1 1 0 0 0,0-1 1 0 0,0 0-1 0 0,-1 1 0 0 0,0-1 0 0 0,-1-13 0 0 0,1 20-193 0 0,0 0 1 0 0,0-1 0 0 0,0 1-1 0 0,0-1 1 0 0,0 1 0 0 0,0 0-1 0 0,0-1 1 0 0,0 1 0 0 0,-1-1 0 0 0,1 1-1 0 0,0 0 1 0 0,0-1 0 0 0,0 1-1 0 0,-1 0 1 0 0,1-1 0 0 0,0 1-1 0 0,0 0 1 0 0,-1-1 0 0 0,1 1-1 0 0,0 0 1 0 0,0 0 0 0 0,-1-1-1 0 0,1 1 1 0 0,0 0 0 0 0,-1 0-1 0 0,1 0 1 0 0,-1-1 0 0 0,1 1-1 0 0,0 0 1 0 0,-1 0 0 0 0,1 0-1 0 0,0 0 1 0 0,-1 0 0 0 0,1 0-1 0 0,-1 0 1 0 0,1 0 0 0 0,0 0-1 0 0,-1 0 1 0 0,1 0 0 0 0,-1 0-1 0 0,1 0 1 0 0,0 0 0 0 0,-1 0-1 0 0,1 0 1 0 0,-1 0 0 0 0,1 0-1 0 0,0 1 1 0 0,-1-1 0 0 0,1 0-1 0 0,0 0 1 0 0,-1 0 0 0 0,1 1-1 0 0,0-1 1 0 0,-1 0 0 0 0,1 0-1 0 0,0 1 1 0 0,0-1 0 0 0,-1 0 0 0 0,1 1-1 0 0,0 0 1 0 0,-17 18 666 0 0,6-1-193 0 0,0 1-1 0 0,1 1 1 0 0,1 0-1 0 0,-10 34 1 0 0,-18 87 544 0 0,27-92-681 0 0,-7 83 0 0 0,16-110-300 0 0,1 1 0 0 0,0-1 0 0 0,2 1 1 0 0,1-1-1 0 0,0 1 0 0 0,8 22 0 0 0,-10-40-46 0 0,2 1 0 0 0,-1 0-1 0 0,1-1 1 0 0,-1 0 0 0 0,1 1 0 0 0,1-1-1 0 0,-1-1 1 0 0,1 1 0 0 0,0 0-1 0 0,0-1 1 0 0,0 0 0 0 0,1 0-1 0 0,-1 0 1 0 0,1 0 0 0 0,0-1 0 0 0,0 1-1 0 0,1-1 1 0 0,-1-1 0 0 0,1 1-1 0 0,-1-1 1 0 0,1 0 0 0 0,0 0-1 0 0,-1-1 1 0 0,1 1 0 0 0,0-1 0 0 0,0-1-1 0 0,0 1 1 0 0,8-1 0 0 0,-2 0-107 0 0,1-1 1 0 0,0 0-1 0 0,-1-1 0 0 0,1 0 1 0 0,-1-1-1 0 0,0 0 1 0 0,0-1-1 0 0,0 0 1 0 0,0-1-1 0 0,-1-1 0 0 0,1 0 1 0 0,15-11-1 0 0,-11 4-46 0 0,0 0 0 0 0,-1-2 0 0 0,0 0 0 0 0,-1 0-1 0 0,14-21 1 0 0,51-92 656 0 0,-73 117-343 0 0,-6 11-154 0 0,0 0 0 0 0,0 1 0 0 0,0-1 0 0 0,0 0 0 0 0,0 0 0 0 0,0 0 0 0 0,0 0 0 0 0,1 0 0 0 0,-1 0 1 0 0,0 0-1 0 0,0 1 0 0 0,0-1 0 0 0,0 0 0 0 0,0 0 0 0 0,0 0 0 0 0,0 0 0 0 0,0 0 0 0 0,0 0 0 0 0,0 0 1 0 0,0 0-1 0 0,1 0 0 0 0,-1 0 0 0 0,0 0 0 0 0,0 1 0 0 0,0-1 0 0 0,0 0 0 0 0,0 0 0 0 0,0 0 0 0 0,0 0 1 0 0,1 0-1 0 0,-1 0 0 0 0,0 0 0 0 0,0 0 0 0 0,0 0 0 0 0,0 0 0 0 0,0 0 0 0 0,0 0 0 0 0,1 0 0 0 0,-1 0 1 0 0,0 0-1 0 0,0 0 0 0 0,0 0 0 0 0,0-1 0 0 0,0 1 0 0 0,0 0 0 0 0,0 0 0 0 0,1 0 0 0 0,-1 0 0 0 0,0 0 1 0 0,0 0-1 0 0,0 0 0 0 0,0 0 0 0 0,0 0 0 0 0,0 23 402 0 0,-4 30 73 0 0,3-43-434 0 0,0-1-1 0 0,1 1 1 0 0,0 0 0 0 0,0 0 0 0 0,1-1 0 0 0,1 1 0 0 0,-1-1 0 0 0,6 17 0 0 0,-5-22-40 0 0,0 1 0 0 0,0-1 0 0 0,1 1 0 0 0,-1-1 1 0 0,1 0-1 0 0,0 0 0 0 0,0 0 0 0 0,0-1 0 0 0,0 1 0 0 0,1-1 0 0 0,0 1 0 0 0,-1-1 0 0 0,1 0 0 0 0,0-1 1 0 0,1 1-1 0 0,-1-1 0 0 0,0 1 0 0 0,9 2 0 0 0,-6-3-49 0 0,0 0-1 0 0,1 0 1 0 0,-1 0 0 0 0,1-1-1 0 0,0 0 1 0 0,-1-1-1 0 0,1 0 1 0 0,0 0 0 0 0,-1 0-1 0 0,1-1 1 0 0,0 0 0 0 0,-1-1-1 0 0,1 0 1 0 0,-1 0-1 0 0,0 0 1 0 0,12-6 0 0 0,-11 3-82 0 0,1 0 1 0 0,-1-1 0 0 0,0 1 0 0 0,0-2-1 0 0,0 1 1 0 0,-1-1 0 0 0,0 0-1 0 0,-1-1 1 0 0,1 1 0 0 0,-1-1 0 0 0,-1 0-1 0 0,8-14 1 0 0,-4 0 123 0 0,0-1 0 0 0,-1 0 0 0 0,-1 0 0 0 0,-1 0 0 0 0,-1-1 0 0 0,-1 0 0 0 0,0-25-1 0 0,-2 26 143 0 0,-2 20 485 0 0,-1 5-321 0 0,-1 3-153 0 0,0 0 0 0 0,0 0 0 0 0,0 0 0 0 0,1 0 0 0 0,0 0 0 0 0,0 0 0 0 0,1 1 0 0 0,-1 5 0 0 0,3 50 622 0 0,-2-43-589 0 0,1 1-32 0 0,0 0-1 0 0,1 0 1 0 0,0 0 0 0 0,10 32 0 0 0,-10-46-151 0 0,0 1 0 0 0,0-1 1 0 0,1 0-1 0 0,0 0 1 0 0,0 0-1 0 0,0 0 0 0 0,0 0 1 0 0,1-1-1 0 0,-1 1 1 0 0,1-1-1 0 0,1 0 0 0 0,-1 0 1 0 0,0-1-1 0 0,1 1 1 0 0,0-1-1 0 0,0 0 0 0 0,0 0 1 0 0,0-1-1 0 0,0 1 1 0 0,7 1-1 0 0,0-1-325 0 0,0 0 0 0 0,1 0 0 0 0,-1-2 0 0 0,1 0 0 0 0,-1 0 0 0 0,1-1 0 0 0,-1 0 0 0 0,1-1 0 0 0,0-1-1 0 0,-1 0 1 0 0,0-1 0 0 0,0 0 0 0 0,0 0 0 0 0,0-2 0 0 0,21-9 0 0 0,-17 5-326 0 0,0 0-1 0 0,0-1 0 0 0,-1-1 1 0 0,0 0-1 0 0,0-1 0 0 0,-2-1 0 0 0,1 0 1 0 0,-2-1-1 0 0,0 0 0 0 0,11-17 1 0 0,-6 2-20 0 0,-1 0 0 0 0,-2-1 0 0 0,0-1 0 0 0,-3 0 0 0 0,13-48 0 0 0,-13 27 860 0 0,-1 0 0 0 0,4-90 0 0 0,-13 108 804 0 0,0 0 0 0 0,-2 0 0 0 0,-2 0 0 0 0,-1 1 0 0 0,-2-1 0 0 0,-1 1-1 0 0,-13-38 1 0 0,20 70-941 0 0,-1 0 0 0 0,1 0 0 0 0,0 0 0 0 0,0 1 0 0 0,-1-1 0 0 0,1 0 0 0 0,0 0 0 0 0,-1 1 0 0 0,1-1 0 0 0,-1 0 0 0 0,1 0-1 0 0,-1 1 1 0 0,1-1 0 0 0,-1 1 0 0 0,1-1 0 0 0,-1 1 0 0 0,0-1 0 0 0,1 1 0 0 0,-1-1 0 0 0,0 1 0 0 0,0-1 0 0 0,1 1 0 0 0,-1 0 0 0 0,0-1 0 0 0,-1 1 0 0 0,1 0 36 0 0,0 0 1 0 0,0 0 0 0 0,0 1 0 0 0,0-1 0 0 0,0 0 0 0 0,1 1 0 0 0,-1-1 0 0 0,0 1 0 0 0,0-1 0 0 0,0 1-1 0 0,0 0 1 0 0,1-1 0 0 0,-1 1 0 0 0,0 0 0 0 0,1-1 0 0 0,-1 1 0 0 0,-1 1 0 0 0,-2 4 316 0 0,1 0-1 0 0,-1 0 1 0 0,1 0 0 0 0,0 1 0 0 0,-2 6-1 0 0,-5 22 736 0 0,2 1 0 0 0,2-1 0 0 0,-5 64 0 0 0,9 111 548 0 0,3-208-1674 0 0,15 225 802 0 0,-12-195-848 0 0,2-1-1 0 0,2-1 1 0 0,1 1-1 0 0,1-1 1 0 0,16 33 0 0 0,-21-54-481 0 0,0 0 0 0 0,0-1 0 0 0,1 1 0 0 0,0-2 0 0 0,1 1 0 0 0,0-1-1 0 0,0 0 1 0 0,0 0 0 0 0,1-1 0 0 0,0 0 0 0 0,16 10 0 0 0,-20-14 119 0 0,0 0-1 0 0,-1-1 1 0 0,1 1-1 0 0,0-1 1 0 0,0 0-1 0 0,0 0 0 0 0,0 0 1 0 0,0 0-1 0 0,0-1 1 0 0,0 1-1 0 0,0-1 1 0 0,1 0-1 0 0,-1 0 0 0 0,0-1 1 0 0,0 1-1 0 0,0-1 1 0 0,0 0-1 0 0,0 0 1 0 0,0-1-1 0 0,0 1 1 0 0,-1-1-1 0 0,1 1 0 0 0,0-1 1 0 0,-1 0-1 0 0,1-1 1 0 0,-1 1-1 0 0,0-1 1 0 0,0 1-1 0 0,0-1 0 0 0,0 0 1 0 0,3-4-1 0 0,8-12-3123 0 0,1-3-1440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8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3728 0 0,'12'-47'3664'0'0,"-6"29"-553"0"0,-2 0 0 0 0,0-1-1 0 0,4-35 1 0 0,-8 52-2840 0 0,0 0-1 0 0,0 0 1 0 0,0 1-1 0 0,1-1 1 0 0,-1 0-1 0 0,1 0 0 0 0,-1 1 1 0 0,1-1-1 0 0,0 0 1 0 0,6-3 2391 0 0,-3 17-1212 0 0,5 49-203 0 0,6 33-648 0 0,-13-82-1172 0 0,2-1-1 0 0,-1 0 1 0 0,1 0 0 0 0,1 0 0 0 0,11 19-1 0 0,-14-27 222 0 0,1 1 0 0 0,-1-1 0 0 0,1-1 0 0 0,0 1 0 0 0,0 0 0 0 0,0-1 0 0 0,0 1 0 0 0,0-1 0 0 0,1 0 0 0 0,-1 0 0 0 0,1 0-1 0 0,0-1 1 0 0,-1 1 0 0 0,1-1 0 0 0,0 0 0 0 0,0 0 0 0 0,0 0 0 0 0,0 0 0 0 0,0-1 0 0 0,-1 0 0 0 0,1 0 0 0 0,0 0 0 0 0,6-1 0 0 0,-1 0-766 0 0,1 0 0 0 0,-1-1 0 0 0,0 0 0 0 0,1-1 0 0 0,-1 0 0 0 0,0 0 0 0 0,-1-1 0 0 0,15-8 0 0 0,-2-2-3025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8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1 316 5388 0 0,'11'-15'3189'0'0,"0"-1"0"0"0,-1 0 0 0 0,10-22 2035 0 0,-15 92-998 0 0,-3-40-3831 0 0,1 1 1 0 0,1 0-1 0 0,8 19 1 0 0,-10-30-352 0 0,0-1 0 0 0,0 0 0 0 0,0 0 0 0 0,0 0 1 0 0,1 0-1 0 0,-1 0 0 0 0,1 0 0 0 0,0 0 0 0 0,0-1 0 0 0,0 1 0 0 0,0-1 0 0 0,0 0 0 0 0,1 0 1 0 0,-1 0-1 0 0,0-1 0 0 0,1 1 0 0 0,0-1 0 0 0,-1 0 0 0 0,1 0 0 0 0,7 1 0 0 0,-6-1-18 0 0,-1 0 0 0 0,0-1 0 0 0,1 0 0 0 0,-1 0 0 0 0,1 0 0 0 0,-1 0 0 0 0,1-1 0 0 0,-1 1 0 0 0,0-1 0 0 0,1-1 0 0 0,-1 1 0 0 0,0 0 0 0 0,0-1 0 0 0,0 0 0 0 0,0 0 0 0 0,0 0 0 0 0,0-1 0 0 0,4-3 0 0 0,-5 3-44 0 0,0-1 0 0 0,0 0 0 0 0,0 0 1 0 0,-1 0-1 0 0,1-1 0 0 0,-1 1 0 0 0,0-1 1 0 0,0 1-1 0 0,0-1 0 0 0,-1 0 1 0 0,0 0-1 0 0,0 1 0 0 0,0-1 0 0 0,-1 0 1 0 0,1 0-1 0 0,-1 0 0 0 0,0 0 0 0 0,0 0 1 0 0,-1 0-1 0 0,-1-7 0 0 0,-1-3-16 0 0,0 1 0 0 0,-1 0 0 0 0,-1 0 0 0 0,0 1-1 0 0,-12-25 1 0 0,3 18-44 0 0,0 0 0 0 0,-1 1-1 0 0,0 0 1 0 0,-2 2 0 0 0,-37-32 0 0 0,54 49 49 0 0,-1-1 1 0 0,0 1 0 0 0,0-1-1 0 0,1 1 1 0 0,-1-1-1 0 0,0 0 1 0 0,1 1 0 0 0,-1-1-1 0 0,0 1 1 0 0,1-1-1 0 0,-1 0 1 0 0,1 0 0 0 0,-1 1-1 0 0,1-1 1 0 0,0 0-1 0 0,-1 0 1 0 0,1 0-1 0 0,0 1 1 0 0,-1-1 0 0 0,1 0-1 0 0,0 0 1 0 0,0 0-1 0 0,0 0 1 0 0,0 0 0 0 0,0 1-1 0 0,0-1 1 0 0,0-2-1 0 0,1 2 14 0 0,0 0-1 0 0,-1 1 1 0 0,1-1-1 0 0,0 0 1 0 0,0 0-1 0 0,0 1 1 0 0,0-1-1 0 0,0 0 1 0 0,0 1-1 0 0,0-1 1 0 0,0 1-1 0 0,1-1 1 0 0,-1 1-1 0 0,0 0 1 0 0,0-1-1 0 0,2 1 1 0 0,8-2-27 0 0,-1 1 0 0 0,1 0 0 0 0,11 2 0 0 0,0 1-4 0 0,-1 0 0 0 0,1 2 0 0 0,-1 1 0 0 0,-1 1 0 0 0,1 0 0 0 0,-1 2 0 0 0,0 0 0 0 0,0 1 0 0 0,25 17-1 0 0,-18-9 21 0 0,-2 2 0 0 0,1 0-1 0 0,-2 2 1 0 0,-1 1 0 0 0,36 42-1 0 0,-51-53 88 0 0,0 0-1 0 0,-1 0 1 0 0,0 1 0 0 0,-1 0-1 0 0,0 0 1 0 0,0 0-1 0 0,-2 1 1 0 0,0 0-1 0 0,0 0 1 0 0,-1 0 0 0 0,0 0-1 0 0,-2 0 1 0 0,2 27-1 0 0,-3-40-44 0 0,0 1 0 0 0,0 0-1 0 0,0 0 1 0 0,0 0-1 0 0,0-1 1 0 0,0 1 0 0 0,0 0-1 0 0,0 0 1 0 0,-1 0 0 0 0,1-1-1 0 0,0 1 1 0 0,0 0-1 0 0,-1 0 1 0 0,1-1 0 0 0,0 1-1 0 0,-1 0 1 0 0,1 0 0 0 0,-1-1-1 0 0,1 1 1 0 0,-1-1-1 0 0,1 1 1 0 0,-1 0 0 0 0,1-1-1 0 0,-1 1 1 0 0,-1 0 0 0 0,2-1-10 0 0,-1 0 1 0 0,1 0 0 0 0,-1-1-1 0 0,1 1 1 0 0,0 0 0 0 0,-1 0-1 0 0,1 0 1 0 0,0-1 0 0 0,-1 1-1 0 0,1 0 1 0 0,0-1 0 0 0,-1 1-1 0 0,1 0 1 0 0,0-1 0 0 0,-1 1-1 0 0,1 0 1 0 0,0-1 0 0 0,0 1-1 0 0,-1 0 1 0 0,1-1-1 0 0,0 1 1 0 0,0-1 0 0 0,0 1-1 0 0,0-1 1 0 0,0 1 0 0 0,0 0-1 0 0,-1-1 1 0 0,1 1 0 0 0,0-1-1 0 0,0 1 1 0 0,0-1 0 0 0,0 1-1 0 0,1-1 1 0 0,-1 1 0 0 0,0 0-1 0 0,0-1 1 0 0,0 1 0 0 0,0-1-1 0 0,0 1 1 0 0,1-1 0 0 0,2-20-12 0 0,2 0 1 0 0,0 1-1 0 0,1-1 1 0 0,2 1-1 0 0,0 1 1 0 0,0-1-1 0 0,15-21 1 0 0,-10 19-39 0 0,2 1 0 0 0,0 0 0 0 0,1 1 0 0 0,2 1 0 0 0,28-26 0 0 0,-38 38 12 0 0,-1 1 1 0 0,1 1-1 0 0,0-1 1 0 0,0 1 0 0 0,1 0-1 0 0,0 1 1 0 0,-1 0-1 0 0,12-3 1 0 0,-16 6 23 0 0,-1 0 0 0 0,1 1 1 0 0,0-1-1 0 0,0 1 0 0 0,0 0 0 0 0,-1 0 0 0 0,1 0 0 0 0,0 0 0 0 0,0 1 1 0 0,-1-1-1 0 0,1 1 0 0 0,0 0 0 0 0,0 1 0 0 0,-1-1 0 0 0,1 0 0 0 0,-1 1 1 0 0,0 0-1 0 0,1 0 0 0 0,-1 0 0 0 0,0 0 0 0 0,0 0 0 0 0,0 1 1 0 0,3 3-1 0 0,2 2 5 0 0,-1 0 0 0 0,0 1 1 0 0,-1 0-1 0 0,0 1 1 0 0,0-1-1 0 0,4 13 1 0 0,22 63-1116 0 0,-2-3-6274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9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91 964 0 0,'13'-67'12172'0'0,"-13"67"-12082"0"0,1-1 0 0 0,-1 0 0 0 0,0 1 1 0 0,0-1-1 0 0,0 0 0 0 0,1 0 0 0 0,-1 1 0 0 0,0-1 1 0 0,0 0-1 0 0,0 1 0 0 0,0-1 0 0 0,0 0 0 0 0,0 0 1 0 0,-1 1-1 0 0,1-1 0 0 0,0 0 0 0 0,0 1 0 0 0,0-1 1 0 0,-1 0-1 0 0,1 1 0 0 0,0-1 0 0 0,-1 0 0 0 0,1 1 1 0 0,0-1-1 0 0,-1 0 0 0 0,1 1 0 0 0,-1-1 0 0 0,1 1 0 0 0,-1-1 1 0 0,1 1-1 0 0,-1-1 0 0 0,0 1 0 0 0,1 0 0 0 0,-1-1 1 0 0,1 1-1 0 0,-1 0 0 0 0,0-1 0 0 0,0 1 0 0 0,1 0 1 0 0,-1 0-1 0 0,0-1 0 0 0,1 1 0 0 0,-1 0 0 0 0,0 0 1 0 0,0 0-1 0 0,1 0 0 0 0,-1 0 0 0 0,0 0 0 0 0,1 0 1 0 0,-3 1-1 0 0,0-1 125 0 0,0 1 0 0 0,0 0 1 0 0,-1-1-1 0 0,1 1 0 0 0,0 1 1 0 0,0-1-1 0 0,-6 3 0 0 0,7-2-86 0 0,-1 0-1 0 0,1 1 0 0 0,0-1 0 0 0,0 0 0 0 0,-1 1 0 0 0,1 0 0 0 0,1-1 0 0 0,-1 1 1 0 0,0 0-1 0 0,1 0 0 0 0,-1 0 0 0 0,1 0 0 0 0,0 0 0 0 0,-1 6 0 0 0,1-4 78 0 0,0 1 0 0 0,1-1 0 0 0,0 1 0 0 0,0-1 1 0 0,0 1-1 0 0,1-1 0 0 0,0 1 0 0 0,1 5 0 0 0,5 9 605 0 0,0-1 0 0 0,0 0 1 0 0,19 30-1 0 0,-19-36-388 0 0,57 131 3043 0 0,-64-142-3403 0 0,1-1-1 0 0,-1 1 0 0 0,0 0 0 0 0,0-1 0 0 0,0 1 0 0 0,0 0 0 0 0,0 0 0 0 0,0-1 0 0 0,0 1 1 0 0,-1 0-1 0 0,1-1 0 0 0,0 1 0 0 0,-1 0 0 0 0,1-1 0 0 0,-1 1 0 0 0,0-1 0 0 0,0 1 0 0 0,1-1 1 0 0,-1 1-1 0 0,0-1 0 0 0,0 0 0 0 0,-1 1 0 0 0,1-1 0 0 0,0 0 0 0 0,0 0 0 0 0,0 0 1 0 0,-1 0-1 0 0,1 0 0 0 0,-1 0 0 0 0,1 0 0 0 0,-1 0 0 0 0,1 0 0 0 0,-1-1 0 0 0,1 1 0 0 0,-1-1 1 0 0,-3 2-1 0 0,-2-1-208 0 0,-1 0 0 0 0,1-1 1 0 0,-1 1-1 0 0,1-1 0 0 0,-1-1 1 0 0,1 1-1 0 0,-10-3 0 0 0,9 0-611 0 0,0 1 0 0 0,0-2 0 0 0,1 1 0 0 0,-1-1 0 0 0,1 0 0 0 0,0 0-1 0 0,-9-8 1 0 0,14 10 523 0 0,-8-5-1516 0 0,2 0 1 0 0,-1-1-1 0 0,-9-11 1 0 0,-7-13-5724 0 0,8 9-863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9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63 100 3608 0 0,'-15'-22'9712'0'0,"-1"-6"-4857"0"0,-11-16 536 0 0,26 43-5379 0 0,-2-4-643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2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6873 0 0,'0'0'16885'0'0,"12"-7"-15645"0"0,8 0-1264 0 0,-3 1-472 0 0,5 0-580 0 0,5 0-724 0 0,6-1-536 0 0,5-3-1209 0 0,7 5-1415 0 0,0-4-3397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32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14 152 1428 0 0,'-13'-12'17150'0'0,"19"8"-15261"0"0,21-2-2612 0 0,-17 4 1315 0 0,236-47-657 0 0,-85 18-3046 0 0,-3-5-5511 0 0,-116 25 2488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53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1 400 0 0,'6'7'6961'0'0,"-12"2"-5201"0"0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55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1 216 0 0,'0'0'3220'0'0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57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0 496 0 0,'0'0'2720'0'0,"1"10"-2684"0"0,18 6-1840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8:49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404 182 372 0 0,'-64'-43'788'0'0,"-12"6"-228"0"0,-6 3-512 0 0,-6-1-616 0 0,-5 2 156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2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11 952 0 0,'29'-10'19948'0'0,"-270"30"-19807"0"0,238-20-99 0 0,0 0-82 0 0,-8 1 90 0 0,8 0-92 0 0,-11 1 77 0 0,-18 5-200 0 0,30-6 109 0 0,1-1-183 0 0,1 0 248 0 0,-1 0 0 0 0,1 0-1 0 0,-1 0 1 0 0,1 0 0 0 0,-1 1 0 0 0,1-1 0 0 0,-1 0 0 0 0,1 0 0 0 0,-1 1 0 0 0,1-1 0 0 0,-1 0 0 0 0,1 0 0 0 0,0 1 0 0 0,-1-1 0 0 0,1 0-1 0 0,0 1 1 0 0,-1-1 0 0 0,0 1 0 0 0,10 97 1897 0 0,-9 184 0 0 0,-1-258-1670 0 0,-33 390 812 0 0,0-26-968 0 0,25-219 47 0 0,-2 74 135 0 0,-11 854-116 0 0,-30-318-148 0 0,40-678 18 0 0,-22 254 1057 0 0,34-344-1022 0 0,-1 59 205 0 0,2-64-255 0 0,-1 0 0 0 0,1 0-1 0 0,0 0 1 0 0,1 0 0 0 0,-1 0-1 0 0,1 0 1 0 0,0 0 0 0 0,1-1 0 0 0,2 6-1 0 0,-3-8 3 0 0,1 0 0 0 0,-1-1 0 0 0,1 1 0 0 0,-1-1 0 0 0,1 0 0 0 0,0 0 0 0 0,0 0 0 0 0,0 0 0 0 0,0 0 0 0 0,0-1 0 0 0,0 1 0 0 0,0-1 0 0 0,1 0 0 0 0,-1 0 0 0 0,0 0 0 0 0,1 0 0 0 0,3 0 0 0 0,9 0 16 0 0,0 1 0 0 0,22-3 0 0 0,-32 1-30 0 0,85-4-1797 0 0,122-23 0 0 0,87-37-4107 0 0,-137 20-2138 0 0,-81 19 34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26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59 2320 0 0,'9'-25'8272'0'0,"-7"-9"1510"0"0,-4 51-10247 0 0,-35 290-66 0 0,37-304 388 0 0,-3 70-3990 0 0,3-67 2637 0 0,1 1-1 0 0,0 0 1 0 0,0-1 0 0 0,4 13 0 0 0,1-5-3721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2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36 504 0 0,'42'-34'20275'0'0,"-42"34"-20098"0"0,1-1-1 0 0,-1 1 0 0 0,0 0 1 0 0,1 0-1 0 0,-1 0 0 0 0,1 0 1 0 0,-1 0-1 0 0,1-1 0 0 0,-1 1 1 0 0,1 0-1 0 0,-1 0 0 0 0,1 0 1 0 0,0 0-1 0 0,0 3-180 0 0,0-1 0 0 0,0 1 0 0 0,0-1 0 0 0,0 1 0 0 0,0 0 0 0 0,0-1 0 0 0,-1 1 0 0 0,0 0 0 0 0,1 0 0 0 0,-1-1 0 0 0,0 1 0 0 0,0 3 0 0 0,-4 40 101 0 0,2-33-18 0 0,-16 100 330 0 0,0-2-3059 0 0,16-91-846 0 0,1 34 0 0 0,8-28-2802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27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34 1436 0 0,'-14'-34'25069'0'0,"12"45"-25860"0"0,-8 211 1603 0 0,0-26-7564 0 0,7-102-2062 0 0,3-47 258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0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91 1672 0 0,'11'-16'13955'0'0,"-11"16"-13912"0"0,-1 0 1 0 0,1-1 0 0 0,0 1-1 0 0,0 0 1 0 0,-1 0-1 0 0,1 0 1 0 0,0-1 0 0 0,-1 1-1 0 0,1 0 1 0 0,0 0 0 0 0,-1 0-1 0 0,1 0 1 0 0,0 0-1 0 0,-1 0 1 0 0,1 0 0 0 0,0 0-1 0 0,-1 0 1 0 0,1 0-1 0 0,0 0 1 0 0,-1 0 0 0 0,1 0-1 0 0,0 0 1 0 0,-1 0 0 0 0,1 0-1 0 0,0 0 1 0 0,-1 0-1 0 0,1 0 1 0 0,0 0 0 0 0,-1 0-1 0 0,1 1 1 0 0,0-1-1 0 0,-12 12 360 0 0,-8 24-671 0 0,15-27 397 0 0,-11 23-141 0 0,0 1 1 0 0,2 1-1 0 0,2 0 0 0 0,1 1 0 0 0,1 0 1 0 0,2 1-1 0 0,-6 72 0 0 0,14-99 24 0 0,0 1-1 0 0,0 0 1 0 0,1-1-1 0 0,0 1 0 0 0,1 0 1 0 0,0-1-1 0 0,1 1 1 0 0,0-1-1 0 0,0 0 1 0 0,9 16-1 0 0,-9-21 0 0 0,-1 0 0 0 0,1 0 0 0 0,0 0 0 0 0,0 0 0 0 0,0-1 0 0 0,1 0 1 0 0,-1 1-1 0 0,1-1 0 0 0,-1 0 0 0 0,1-1 0 0 0,0 1 0 0 0,1-1 0 0 0,-1 0 0 0 0,0 0 0 0 0,0 0 0 0 0,1 0 0 0 0,-1-1 0 0 0,1 0 0 0 0,0 0 1 0 0,-1 0-1 0 0,1 0 0 0 0,0-1 0 0 0,-1 0 0 0 0,7 0 0 0 0,-2-1 5 0 0,1 0 0 0 0,-1 0 0 0 0,1-1-1 0 0,-1-1 1 0 0,1 1 0 0 0,-1-2 0 0 0,0 1 0 0 0,0-1 0 0 0,-1-1 0 0 0,15-8 0 0 0,-12 5-7 0 0,0-1 1 0 0,0-1 0 0 0,-1 1-1 0 0,0-2 1 0 0,-1 1 0 0 0,15-22-1 0 0,-12 12 46 0 0,-1 0 0 0 0,0-1 0 0 0,-2 0-1 0 0,0-1 1 0 0,-1 0 0 0 0,-2 0 0 0 0,0 0 0 0 0,5-43-1 0 0,-9 45 7 0 0,-2-1 0 0 0,0 1 0 0 0,-1-1 0 0 0,0 0 0 0 0,-6-22 0 0 0,5 33-141 0 0,-1 0 0 0 0,0 0 0 0 0,0 0 0 0 0,-1 1 0 0 0,0-1 0 0 0,-1 1 0 0 0,0 0 1 0 0,0 0-1 0 0,-1 1 0 0 0,0 0 0 0 0,-1 0 0 0 0,-9-10 0 0 0,-1 6-2886 0 0,6 8-549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0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10 1588 0 0,'14'-10'20704'0'0,"-17"84"-20503"0"0,-14 93 1 0 0,0-65-3045 0 0,14-69-1265 0 0,7-13-4211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1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13 109 1112 0 0,'-7'-20'15402'0'0,"2"6"-12497"0"0,5 12-2203 0 0,0 0-544 0 0,-1-1 1 0 0,2 1 0 0 0,-1-1 0 0 0,0 1 0 0 0,0-1 0 0 0,1 1 0 0 0,-1 0 0 0 0,1-1 0 0 0,0 1 0 0 0,1-3 0 0 0,-1 2-80 0 0,1 0-65 0 0,0 0 1 0 0,0 0-1 0 0,0 1 1 0 0,1-1-1 0 0,-1 1 0 0 0,1-1 1 0 0,0 1-1 0 0,0 0 1 0 0,0 0-1 0 0,0 0 0 0 0,0 0 1 0 0,0 0-1 0 0,0 1 1 0 0,1 0-1 0 0,-1-1 1 0 0,1 1-1 0 0,-1 1 0 0 0,1-1 1 0 0,4 0-1 0 0,-2 0-15 0 0,0 0 0 0 0,0 1 0 0 0,0-1 0 0 0,0 1-1 0 0,0 1 1 0 0,0-1 0 0 0,0 1 0 0 0,0 0 0 0 0,10 4 0 0 0,-12-3 0 0 0,1 0 1 0 0,-1 0 0 0 0,1 0 0 0 0,-1 1-1 0 0,0-1 1 0 0,0 1 0 0 0,0 0 0 0 0,-1 1-1 0 0,1-1 1 0 0,-1 1 0 0 0,1-1-1 0 0,-1 1 1 0 0,0 0 0 0 0,-1 0 0 0 0,1 0-1 0 0,-1 1 1 0 0,0-1 0 0 0,0 1 0 0 0,0-1-1 0 0,0 1 1 0 0,-1 0 0 0 0,0-1 0 0 0,0 1-1 0 0,0 0 1 0 0,-1 0 0 0 0,1 0-1 0 0,-1 0 1 0 0,0 0 0 0 0,-1 0 0 0 0,0 5-1 0 0,-2 6 29 0 0,-1 0 0 0 0,0-1 1 0 0,-1 1-1 0 0,-1-1 0 0 0,0-1 0 0 0,-1 1 0 0 0,-17 26 0 0 0,-92 110 67 0 0,105-138-120 0 0,11-13 26 0 0,-1 1 0 0 0,1-1 1 0 0,0 0-1 0 0,0 0 0 0 0,0 0 0 0 0,-1 1 1 0 0,1-1-1 0 0,0 0 0 0 0,0 0 0 0 0,0 1 1 0 0,0-1-1 0 0,0 0 0 0 0,-1 0 1 0 0,1 1-1 0 0,0-1 0 0 0,0 0 0 0 0,0 0 1 0 0,0 1-1 0 0,0-1 0 0 0,0 0 0 0 0,0 1 1 0 0,0-1-1 0 0,0 0 0 0 0,0 0 0 0 0,0 1 1 0 0,0-1-1 0 0,0 0 0 0 0,0 0 1 0 0,0 1-1 0 0,0-1 0 0 0,1 0 0 0 0,-1 0 1 0 0,0 1-1 0 0,0-1 0 0 0,0 0 0 0 0,0 0 1 0 0,0 1-1 0 0,1-1 0 0 0,-1 0 1 0 0,0 0-1 0 0,0 0 0 0 0,0 1 0 0 0,1-1 1 0 0,16 5 36 0 0,21-6 8 0 0,256-49-2135 0 0,-100 0-4989 0 0,-146 35 1349 0 0,-30 7 378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3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39 1512 0 0,'0'0'1634'0'0,"0"-36"11508"0"0,0 35-12696 0 0,-2 3-296 0 0,-5 6-107 0 0,1 0 0 0 0,-1 1 0 0 0,1-1 0 0 0,1 2 1 0 0,-6 11-1 0 0,-22 54-32 0 0,29-63-5 0 0,-19 45-9 0 0,-20 83 0 0 0,37-116 11 0 0,2-1 0 0 0,0 1 0 0 0,2 0 0 0 0,0 0-1 0 0,2 0 1 0 0,4 40 0 0 0,-2-55 47 0 0,-1 0 1 0 0,2-1-1 0 0,-1 0 0 0 0,1 1 1 0 0,1-1-1 0 0,-1 0 0 0 0,1 0 1 0 0,1-1-1 0 0,-1 1 1 0 0,1-1-1 0 0,1 0 0 0 0,-1 0 1 0 0,1-1-1 0 0,0 0 0 0 0,1 0 1 0 0,11 8-1 0 0,-14-11 19 0 0,1 0 0 0 0,0 0 0 0 0,0-1 0 0 0,0 1 0 0 0,0-1 0 0 0,0 0 0 0 0,0-1 0 0 0,1 0 0 0 0,-1 1 0 0 0,0-2 0 0 0,1 1 0 0 0,-1 0 0 0 0,1-1 0 0 0,-1 0 0 0 0,1-1 0 0 0,-1 1 0 0 0,1-1 0 0 0,-1 0 0 0 0,0 0 0 0 0,1-1 0 0 0,-1 0 0 0 0,0 1 0 0 0,0-2 0 0 0,0 1 0 0 0,0-1 1 0 0,0 1-1 0 0,5-5 0 0 0,4-5-19 0 0,1 0 1 0 0,-2-1 0 0 0,0-1 0 0 0,0 0 0 0 0,-2 0 0 0 0,1-1 0 0 0,-2-1 0 0 0,0 0 0 0 0,-1 0-1 0 0,-1-1 1 0 0,0 0 0 0 0,8-28 0 0 0,-9 22-19 0 0,-1 0 0 0 0,-1-1 0 0 0,-1 1 0 0 0,-2-1 0 0 0,0 0 0 0 0,-1 0 0 0 0,-1 0 0 0 0,-2 0 0 0 0,-5-33 0 0 0,3 41-33 0 0,0 0 0 0 0,-1 1 0 0 0,0-1 1 0 0,-2 1-1 0 0,-9-18 0 0 0,11 25-29 0 0,1 1 0 0 0,-1-1 1 0 0,0 1-1 0 0,-1 0 0 0 0,0 1 1 0 0,0 0-1 0 0,0 0 0 0 0,-1 0 0 0 0,0 0 1 0 0,0 1-1 0 0,-11-5 0 0 0,16 9-132 0 0,0 0 0 0 0,0 0 0 0 0,-1 0 0 0 0,1 0 0 0 0,-1 0 1 0 0,1 1-1 0 0,0-1 0 0 0,-1 1 0 0 0,1 0 0 0 0,-1 0 0 0 0,1 0 0 0 0,-1 0 0 0 0,0 0 0 0 0,1 0 0 0 0,0 1 0 0 0,-1-1 0 0 0,1 1 0 0 0,-1 0 0 0 0,1 0 0 0 0,0-1 0 0 0,-1 2 0 0 0,1-1 0 0 0,0 0 0 0 0,0 0 0 0 0,0 1 1 0 0,-3 1-1 0 0,3 0-425 0 0,-1 0 1 0 0,0-1 0 0 0,1 1 0 0 0,0 0-1 0 0,0 0 1 0 0,0 0 0 0 0,0 1 0 0 0,0-1-1 0 0,1 0 1 0 0,-1 1 0 0 0,1-1 0 0 0,0 1-1 0 0,0-1 1 0 0,1 1 0 0 0,-1 0 0 0 0,1-1-1 0 0,-1 5 1 0 0,2 6-3362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4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87 996 0 0,'3'-5'1764'0'0,"0"1"1"0"0,-1-1-1 0 0,1 0 1 0 0,-1 1-1 0 0,3-11 1034 0 0,-3 5-738 0 0,-2 10-2003 0 0,0-1 0 0 0,0 1 1 0 0,0 0-1 0 0,0-1 0 0 0,0 1 1 0 0,0 0-1 0 0,0-1 0 0 0,0 1 0 0 0,0 0 1 0 0,0-1-1 0 0,0 1 0 0 0,-1 0 1 0 0,1-1-1 0 0,0 1 0 0 0,0 0 0 0 0,0-1 1 0 0,0 1-1 0 0,0 0 0 0 0,0 0 1 0 0,-1-1-1 0 0,1 1 0 0 0,0 0 0 0 0,0 0 1 0 0,-1-1-1 0 0,1 1 0 0 0,0 0 1 0 0,0 0-1 0 0,-1 0 0 0 0,1-1 0 0 0,0 1 1 0 0,0 0-1 0 0,-1 0 0 0 0,1 0 1 0 0,-1 0-1 0 0,-3 1-18 0 0,-1 1 0 0 0,1 0 0 0 0,-1 0 0 0 0,1 0 0 0 0,0 1 0 0 0,0 0 0 0 0,0-1 1 0 0,1 1-1 0 0,-7 6 0 0 0,-33 39 80 0 0,33-37-80 0 0,-19 24 31 0 0,-42 65 1 0 0,62-86-61 0 0,1 0 1 0 0,1 0-1 0 0,0 1 1 0 0,1 0-1 0 0,1 1 1 0 0,0-1-1 0 0,1 1 0 0 0,-3 22 1 0 0,7-33 0 0 0,-1 0-1 0 0,1 1 1 0 0,0-1 0 0 0,1 1 0 0 0,0-1-1 0 0,-1 1 1 0 0,2-1 0 0 0,-1 0 0 0 0,0 0-1 0 0,1 1 1 0 0,0-1 0 0 0,1 0-1 0 0,-1-1 1 0 0,1 1 0 0 0,0 0 0 0 0,6 7-1 0 0,-4-6 52 0 0,0-1-1 0 0,1-1 0 0 0,-1 1 0 0 0,1-1 0 0 0,0 0 0 0 0,0 0 0 0 0,1-1 0 0 0,-1 0 0 0 0,1 0 0 0 0,-1 0 0 0 0,13 3 0 0 0,-9-4 75 0 0,0 0 0 0 0,-1 0 0 0 0,1-1 0 0 0,0-1 0 0 0,0 1 0 0 0,0-1 0 0 0,0-1 0 0 0,0 0 0 0 0,-1 0 0 0 0,1-1 0 0 0,0-1 0 0 0,-1 1 0 0 0,1-1 1 0 0,-1-1-1 0 0,0 0 0 0 0,0 0 0 0 0,0-1 0 0 0,13-10 0 0 0,-13 7-62 0 0,-1-1-1 0 0,0 0 1 0 0,0-1 0 0 0,-1 0 0 0 0,0 0 0 0 0,-1-1 0 0 0,0 1 0 0 0,-1-1 0 0 0,0-1 0 0 0,-1 1 0 0 0,5-18 0 0 0,-5 11 0 0 0,0-1 1 0 0,-1 1 0 0 0,-1 0-1 0 0,-1-1 1 0 0,-1 1-1 0 0,0-1 1 0 0,-3-18 0 0 0,0 19-41 0 0,-1 0 0 0 0,0 1-1 0 0,-2-1 1 0 0,-10-24 0 0 0,12 33-136 0 0,-1 0 0 0 0,0 0 0 0 0,0 0 0 0 0,-1 1 0 0 0,0-1 0 0 0,0 1 0 0 0,-1 1 0 0 0,-1-1-1 0 0,-9-7 1 0 0,16 14-40 0 0,0 0 0 0 0,0 1 0 0 0,1-1 0 0 0,-1 0 0 0 0,0 1 0 0 0,0-1 0 0 0,0 1 0 0 0,0-1 0 0 0,-1 1 0 0 0,1 0 0 0 0,0-1 0 0 0,0 1 0 0 0,0 0 0 0 0,0 0 0 0 0,0 0 0 0 0,0-1 0 0 0,0 1 0 0 0,-1 1 0 0 0,1-1 0 0 0,0 0 0 0 0,0 0 0 0 0,0 0 0 0 0,0 0 0 0 0,0 1 0 0 0,0-1 0 0 0,0 1 0 0 0,0-1 0 0 0,0 1 0 0 0,0-1 0 0 0,0 1 0 0 0,0-1 0 0 0,0 1 0 0 0,0 0 0 0 0,0 0 0 0 0,0-1 0 0 0,-1 3 0 0 0,1-2-469 0 0,-1 1 0 0 0,1 1 1 0 0,0-1-1 0 0,0 0 1 0 0,-1 0-1 0 0,2 0 0 0 0,-1 1 1 0 0,0-1-1 0 0,0 0 0 0 0,1 1 1 0 0,-1-1-1 0 0,1 1 1 0 0,-1-1-1 0 0,1 5 0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230 156 1008 0 0,'-1'-5'1499'0'0,"-1"-1"1"0"0,0 0-1 0 0,0 1 0 0 0,0 0 1 0 0,-1-1-1 0 0,1 1 0 0 0,-6-7 1 0 0,-14-13 1592 0 0,20 24-2866 0 0,-1 2-65 0 0,-3 2-130 0 0,1 0 0 0 0,-1 0 0 0 0,1 0 0 0 0,0 1 0 0 0,0 0 0 0 0,0 0 0 0 0,1 0 0 0 0,-1 0 0 0 0,1 1 0 0 0,0 0 0 0 0,0 0 0 0 0,-5 9 0 0 0,-6 11 9 0 0,-16 37 0 0 0,30-60-37 0 0,-1 3 21 0 0,-11 22-14 0 0,1 0-1 0 0,1 1 1 0 0,2 1-1 0 0,-8 32 0 0 0,16-53 41 0 0,0 0 0 0 0,0 1-1 0 0,1-1 1 0 0,0 0 0 0 0,1 0-1 0 0,-1 0 1 0 0,1 0 0 0 0,4 15 0 0 0,-3-18 50 0 0,0 0 0 0 0,0 0 0 0 0,1-1 0 0 0,-1 1 0 0 0,1 0 0 0 0,0-1 0 0 0,1 0 0 0 0,-1 1 0 0 0,1-1 0 0 0,-1-1 0 0 0,1 1 0 0 0,0 0 1 0 0,1-1-1 0 0,7 5 0 0 0,-6-5 58 0 0,0 0 0 0 0,0 0 0 0 0,0-1 0 0 0,0 0 1 0 0,1 0-1 0 0,-1-1 0 0 0,1 1 0 0 0,-1-1 0 0 0,1-1 0 0 0,0 1 0 0 0,-1-1 1 0 0,1-1-1 0 0,0 1 0 0 0,-1-1 0 0 0,1 0 0 0 0,-1 0 0 0 0,1-1 1 0 0,-1 0-1 0 0,0 0 0 0 0,12-6 0 0 0,-6 2 38 0 0,0-1 0 0 0,-1 0 0 0 0,1 0 1 0 0,-1-1-1 0 0,-1-1 0 0 0,0 0 0 0 0,0 0 0 0 0,-1-1 0 0 0,11-14 0 0 0,-5 3 88 0 0,-1-1 0 0 0,-1 0 1 0 0,-2-1-1 0 0,0 0 0 0 0,13-42 0 0 0,-20 51-209 0 0,0 0 0 0 0,-1 0 0 0 0,-1 0 0 0 0,0 0 0 0 0,-1 0 0 0 0,0 0 0 0 0,-1-1 0 0 0,-1 1 1 0 0,-1 0-1 0 0,0 0 0 0 0,-7-26 0 0 0,7 32-199 0 0,-1 1 0 0 0,0 0 0 0 0,0 0 1 0 0,-1 0-1 0 0,0 0 0 0 0,-1 0 0 0 0,1 1 1 0 0,-1 0-1 0 0,0 0 0 0 0,-9-8 0 0 0,12 12-180 0 0,-1 0 0 0 0,1 1 0 0 0,-1-1 0 0 0,1 1 0 0 0,-1-1 0 0 0,0 1 0 0 0,0 0 0 0 0,0 0 0 0 0,0 0 0 0 0,0 0 0 0 0,0 1 0 0 0,-4-1 0 0 0,3 1-181 0 0,1 0 1 0 0,0 0-1 0 0,0 1 0 0 0,0-1 0 0 0,0 1 1 0 0,0 0-1 0 0,-1 0 0 0 0,1 0 0 0 0,1 0 0 0 0,-1 1 1 0 0,0-1-1 0 0,0 1 0 0 0,0 0 0 0 0,-2 2 1 0 0,-15 14-5888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6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842 120 872 0 0,'13'-16'10063'0'0,"-9"8"-8625"0"0,1 1 991 0 0,2 0-2152 0 0,56-14-211 0 0,2 3 1 0 0,0 3 0 0 0,123-12-1 0 0,-185 27-76 0 0,-1 0 0 0 0,1 0 0 0 0,-1 0-1 0 0,1 0 1 0 0,-1 0 0 0 0,1 1-1 0 0,-1-1 1 0 0,1 1 0 0 0,-1-1-1 0 0,1 1 1 0 0,-1 0 0 0 0,0 0 0 0 0,1 0-1 0 0,-1 0 1 0 0,0 1 0 0 0,0-1-1 0 0,0 1 1 0 0,0-1 0 0 0,0 1 0 0 0,0 0-1 0 0,0-1 1 0 0,0 1 0 0 0,-1 0-1 0 0,1 0 1 0 0,-1 0 0 0 0,1 1 0 0 0,-1-1-1 0 0,0 0 1 0 0,0 1 0 0 0,0-1-1 0 0,0 0 1 0 0,0 1 0 0 0,-1-1-1 0 0,1 4 1 0 0,2 9-26 0 0,-1 0 0 0 0,-1 0 0 0 0,0 0 0 0 0,-3 24 1 0 0,2-23-8 0 0,-65 983 3414 0 0,40-675-2786 0 0,-32 287 41 0 0,31-350-463 0 0,-103 687 139 0 0,128-941-302 0 0,-100 589 163 0 0,70-422 1557 0 0,30-171-1743 0 0,-1 7 612 0 0,0 0 0 0 0,0-1 0 0 0,-8 18 0 0 0,8-24-420 0 0,1 1 0 0 0,-1-1 0 0 0,-1 0 0 0 0,1 0 1 0 0,0 0-1 0 0,-1-1 0 0 0,1 1 0 0 0,-1-1 0 0 0,0 1 0 0 0,0-1 0 0 0,0 0 1 0 0,0 0-1 0 0,0 0 0 0 0,-4 2 0 0 0,-14 4 22 0 0,1 0 0 0 0,-1-1 0 0 0,-34 6 0 0 0,-68 5-49 0 0,82-13-106 0 0,-208 18-2258 0 0,82-21-2451 0 0,111-7 1069 0 0,20 0-1578 0 0,-3-3-4238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7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785 113 112 0 0,'3'-5'982'0'0,"-1"0"-1"0"0,1 0 1 0 0,-1 0 0 0 0,0 0-1 0 0,0 0 1 0 0,-1 0 0 0 0,1-1-1 0 0,-1 1 1 0 0,0 0 0 0 0,-1-1-1 0 0,1 1 1 0 0,-1-1 0 0 0,-1-7-1 0 0,0 11-884 0 0,1 1-1 0 0,-1-1 1 0 0,1 1-1 0 0,-1-1 1 0 0,0 1-1 0 0,0-1 1 0 0,1 1-1 0 0,-1 0 1 0 0,0-1-1 0 0,0 1 1 0 0,-1 0 0 0 0,1 0-1 0 0,0 0 1 0 0,0 0-1 0 0,0 0 1 0 0,-1 0-1 0 0,1 0 1 0 0,-1 0-1 0 0,1 1 1 0 0,0-1-1 0 0,-1 0 1 0 0,1 1-1 0 0,-1-1 1 0 0,0 1-1 0 0,-2-1 1 0 0,-3 0-48 0 0,0 0 0 0 0,0 0 1 0 0,0 1-1 0 0,-9 0 1 0 0,-3 3-58 0 0,1 0 1 0 0,0 1 0 0 0,1 1 0 0 0,-1 0 0 0 0,1 2 0 0 0,0 0 0 0 0,0 0 0 0 0,1 2-1 0 0,0 0 1 0 0,1 1 0 0 0,0 0 0 0 0,-21 20 0 0 0,21-16-24 0 0,1 2-1 0 0,1 0 1 0 0,0 1 0 0 0,0 0-1 0 0,2 1 1 0 0,0 0 0 0 0,2 1-1 0 0,0 0 1 0 0,0 0 0 0 0,2 1-1 0 0,1 0 1 0 0,-8 39 0 0 0,4 13 23 0 0,2 1 1 0 0,3 99-1 0 0,4-111-4 0 0,8 408 430 0 0,-1 22 620 0 0,-78 424 1355 0 0,-77-9-32 0 0,49-337-214 0 0,94-530-2050 0 0,2 0 0 0 0,1 73 1 0 0,4-100-105 0 0,-1-1 0 0 0,2 1 1 0 0,0-1-1 0 0,0 1 0 0 0,1-1 0 0 0,0 0 1 0 0,1 0-1 0 0,0 0 0 0 0,1 0 1 0 0,1-1-1 0 0,-1 1 0 0 0,1-2 0 0 0,1 1 1 0 0,8 9-1 0 0,-8-12-147 0 0,1-1 0 0 0,-1 0-1 0 0,1-1 1 0 0,1 0 0 0 0,-1 0 0 0 0,1 0 0 0 0,-1-1 0 0 0,1-1 0 0 0,0 0-1 0 0,1 0 1 0 0,-1 0 0 0 0,0-1 0 0 0,18 1 0 0 0,4-1-1085 0 0,1-1-1 0 0,59-6 1 0 0,-49 0-2784 0 0,78-21 0 0 0,-28 0-4276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8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92 0 0,'1'-3'1523'0'0,"3"-6"-223"0"0,1-1-1 0 0,0 1 1 0 0,1 0 0 0 0,9-12-1 0 0,-14 20-1238 0 0,0 0-1 0 0,0 0 0 0 0,0 0 0 0 0,1 0 1 0 0,-1 0-1 0 0,0 0 0 0 0,1 1 0 0 0,-1-1 1 0 0,0 0-1 0 0,1 1 0 0 0,-1-1 0 0 0,1 1 1 0 0,-1 0-1 0 0,1-1 0 0 0,-1 1 0 0 0,1 0 1 0 0,-1 0-1 0 0,1 0 0 0 0,0 0 1 0 0,-1 0-1 0 0,1 1 0 0 0,-1-1 0 0 0,1 0 1 0 0,-1 1-1 0 0,1-1 0 0 0,-1 1 0 0 0,0-1 1 0 0,1 1-1 0 0,-1-1 0 0 0,1 1 0 0 0,-1 0 1 0 0,0 0-1 0 0,0 0 0 0 0,2 1 0 0 0,3 3 101 0 0,1 0-1 0 0,-1 0 0 0 0,0 1 0 0 0,10 12 1 0 0,-2-1 39 0 0,-1 2 0 0 0,-1 0 0 0 0,0 1 0 0 0,-2 0 0 0 0,0 0 0 0 0,11 37 0 0 0,-17-46 46 0 0,-1 1 0 0 0,-1 0 0 0 0,0 0 0 0 0,0 0-1 0 0,-2 0 1 0 0,1 0 0 0 0,-1 0 0 0 0,-1 0 0 0 0,0 0-1 0 0,-1 0 1 0 0,0 0 0 0 0,-1 0 0 0 0,0 0 0 0 0,-6 11-1 0 0,-13 18 2024 0 0,22-40-1761 0 0,-3-2-423 0 0,3 1-82 0 0,-1 0 0 0 0,1-1 1 0 0,-1 1-1 0 0,1-1 0 0 0,-1 1 0 0 0,0-1 0 0 0,1 1 0 0 0,0-1 1 0 0,-1 1-1 0 0,1-1 0 0 0,-1 1 0 0 0,1-1 0 0 0,0 0 0 0 0,-1 1 1 0 0,1-1-1 0 0,0 0 0 0 0,0 1 0 0 0,-1-1 0 0 0,1 0 0 0 0,0 1 0 0 0,0-1 1 0 0,0 0-1 0 0,0 1 0 0 0,0-2 0 0 0,6-23 26 0 0,22-29-45 0 0,-21 41 11 0 0,25-38-48 0 0,3 1 0 0 0,65-74 0 0 0,-38 51 75 0 0,-49 58 13 0 0,-8 10-30 0 0,-1 0 0 0 0,0 0 0 0 0,0 0 1 0 0,0-1-1 0 0,-1 1 0 0 0,1-1 0 0 0,3-11 1 0 0,-7 16-9 0 0,1 1 0 0 0,-1 0 0 0 0,0 0 0 0 0,0-1 0 0 0,0 1 0 0 0,0 0 0 0 0,0 0 0 0 0,0-1 0 0 0,0 1 0 0 0,0 0 0 0 0,0-1 0 0 0,1 1 0 0 0,-1 0 0 0 0,0 0 0 0 0,-1-1 0 0 0,1 1 0 0 0,0 0 0 0 0,0-1 0 0 0,0 1 0 0 0,0 0 0 0 0,0 0 0 0 0,0-1 0 0 0,0 1 0 0 0,0 0 0 0 0,0-1 0 0 0,-1 1 0 0 0,1 0 0 0 0,0 0 0 0 0,0 0 0 0 0,0-1 0 0 0,0 1 0 0 0,-1 0 0 0 0,1 0 0 0 0,0 0 0 0 0,0-1 0 0 0,-1 1 0 0 0,1 0 0 0 0,0 0 0 0 0,0 0 0 0 0,-1 0 0 0 0,1 0 0 0 0,0-1 0 0 0,0 1 0 0 0,-1 0 0 0 0,1 0 0 0 0,0 0 0 0 0,-1 0 0 0 0,1 0 0 0 0,0 0 0 0 0,0 0 0 0 0,-1 0 0 0 0,1 0 0 0 0,0 0 0 0 0,-1 0 0 0 0,1 0 0 0 0,0 1 0 0 0,0-1 0 0 0,-1 0 0 0 0,1 0 0 0 0,0 0 0 0 0,-1 0 0 0 0,1 0 0 0 0,0 1 0 0 0,-19 6-73 0 0,10 0 51 0 0,-1 1 0 0 0,1 0-1 0 0,1 0 1 0 0,0 1-1 0 0,-11 14 1 0 0,-31 52-62 0 0,43-62 83 0 0,-1 0 0 0 0,2 0 0 0 0,-1 1 0 0 0,2 0 0 0 0,0 0 0 0 0,1 0 0 0 0,-5 28-1 0 0,8-35-25 0 0,1 0 0 0 0,-1 0-1 0 0,1 1 1 0 0,1-1 0 0 0,-1 0-1 0 0,1 0 1 0 0,1 0-1 0 0,-1-1 1 0 0,1 1 0 0 0,0 0-1 0 0,1 0 1 0 0,0-1-1 0 0,0 0 1 0 0,0 1 0 0 0,1-1-1 0 0,0 0 1 0 0,0-1-1 0 0,8 10 1 0 0,1-2-485 0 0,1-1-1 0 0,0-1 1 0 0,1 0 0 0 0,0-1-1 0 0,28 14 1 0 0,-1-4-3203 0 0,46 14 1 0 0,-56-24-1235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39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33 2032 0 0,'-25'-33'12822'0'0,"24"34"-12795"0"0,0-1-1 0 0,0 0 1 0 0,0 1 0 0 0,0-1 0 0 0,0 0-1 0 0,0 1 1 0 0,0-1 0 0 0,1 1 0 0 0,-1-1-1 0 0,0 1 1 0 0,0 0 0 0 0,-1 1-1 0 0,-2 10 13 0 0,1 1-1 0 0,0 0 0 0 0,1 0 0 0 0,0 1 0 0 0,1-1 0 0 0,1 0 1 0 0,0 0-1 0 0,1 1 0 0 0,0-1 0 0 0,1 0 0 0 0,0 0 1 0 0,1 0-1 0 0,1 0 0 0 0,8 20 0 0 0,-11-30-23 0 0,0-1 1 0 0,1 1-1 0 0,0 0 0 0 0,-1-1 1 0 0,1 1-1 0 0,0-1 0 0 0,0 0 1 0 0,0 0-1 0 0,0 0 0 0 0,1 0 1 0 0,-1 0-1 0 0,0 0 0 0 0,1 0 1 0 0,0-1-1 0 0,-1 1 0 0 0,1-1 1 0 0,0 0-1 0 0,0 0 0 0 0,0 0 1 0 0,-1 0-1 0 0,1 0 0 0 0,0-1 1 0 0,0 1-1 0 0,0-1 0 0 0,0 0 1 0 0,0 0-1 0 0,6 0 0 0 0,-3-2 21 0 0,0 1 0 0 0,0-1-1 0 0,0 0 1 0 0,-1-1 0 0 0,1 1-1 0 0,-1-1 1 0 0,1 0-1 0 0,-1 0 1 0 0,0-1 0 0 0,0 1-1 0 0,-1-1 1 0 0,1 0 0 0 0,4-6-1 0 0,6-8 1072 0 0,21-31 0 0 0,-3 3 686 0 0,-32 44-1778 0 0,7 24-27 0 0,-13 73 373 0 0,-35 188 0 0 0,36-262-317 0 0,-30 125 990 0 0,28-126-461 0 0,-1-1 0 0 0,0 0 0 0 0,-2 0 0 0 0,0-1 0 0 0,-15 22 0 0 0,21-36-274 0 0,0 0-1 0 0,-1 0 0 0 0,1 0 0 0 0,-8 6 0 0 0,10-9-219 0 0,-1 0 0 0 0,1 0 0 0 0,-1 0 0 0 0,0 0 0 0 0,1 0 0 0 0,-1-1 0 0 0,0 1 0 0 0,0 0 0 0 0,0-1 0 0 0,1 0 0 0 0,-1 1 0 0 0,0-1 0 0 0,0 0 0 0 0,0 0 0 0 0,-3 0 0 0 0,3-1-58 0 0,1 1-1 0 0,-1-1 1 0 0,1 0-1 0 0,0 1 1 0 0,-1-1-1 0 0,1 0 1 0 0,0 0-1 0 0,-1 0 1 0 0,1 0-1 0 0,0 0 0 0 0,0 0 1 0 0,0 0-1 0 0,0 0 1 0 0,0 0-1 0 0,0-1 1 0 0,0 1-1 0 0,0 0 1 0 0,1 0-1 0 0,-2-3 1 0 0,-9-24 97 0 0,10 20-245 0 0,-1 0-1 0 0,2 0 1 0 0,-1 0-1 0 0,1 0 0 0 0,1-1 1 0 0,-1 1-1 0 0,1 0 1 0 0,1 0-1 0 0,-1 0 0 0 0,1 0 1 0 0,1 0-1 0 0,0 1 1 0 0,0-1-1 0 0,5-9 0 0 0,2-1-672 0 0,-1 2 0 0 0,2-1 0 0 0,0 1 0 0 0,26-27 0 0 0,-25 31-62 0 0,1 1-1 0 0,-1 0 0 0 0,2 0 0 0 0,0 2 0 0 0,0-1 0 0 0,0 2 0 0 0,23-10 0 0 0,-25 14-460 0 0,-1 0 0 0 0,0 0 0 0 0,1 1-1 0 0,0 1 1 0 0,0 0 0 0 0,22 0-1 0 0,-9 3-3425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0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42 175 296 0 0,'-21'-10'14136'0'0,"1"5"-6166"0"0,28 1-8991 0 0,89-30 1066 0 0,1 5 1 0 0,1 4-1 0 0,109-13 0 0 0,-157 30-62 0 0,1-1-12 0 0,80-3 0 0 0,-131 12 26 0 0,0-1 0 0 0,0 1 0 0 0,-1 0 0 0 0,1 0 0 0 0,0 0 0 0 0,-1 0 0 0 0,1 0 1 0 0,0 0-1 0 0,-1 0 0 0 0,1 1 0 0 0,0-1 0 0 0,0 0 0 0 0,-1 0 0 0 0,1 0 0 0 0,0 1 0 0 0,-1-1 0 0 0,1 0 1 0 0,-1 1-1 0 0,1-1 0 0 0,0 1 0 0 0,-1-1 0 0 0,1 1 0 0 0,-1-1 0 0 0,1 1 0 0 0,-1-1 0 0 0,0 1 1 0 0,1-1-1 0 0,-1 1 0 0 0,1-1 0 0 0,-1 1 0 0 0,0 0 0 0 0,1-1 0 0 0,-1 1 0 0 0,0 0 0 0 0,0-1 1 0 0,0 1-1 0 0,0 0 0 0 0,1-1 0 0 0,-1 1 0 0 0,0 0 0 0 0,0 0 0 0 0,0-1 0 0 0,0 1 0 0 0,0 0 1 0 0,-1-1-1 0 0,1 1 0 0 0,0 0 0 0 0,0-1 0 0 0,0 1 0 0 0,-1 0 0 0 0,1-1 0 0 0,0 1 0 0 0,-1 0 1 0 0,1-1-1 0 0,0 1 0 0 0,-1 0 0 0 0,-3 6-13 0 0,0 0-1 0 0,0-1 1 0 0,-8 11 0 0 0,11-15 14 0 0,-315 345 70 0 0,232-261-4 0 0,-48 61-80 0 0,132-146 20 0 0,-1-1-1 0 0,0 1 1 0 0,1-1 0 0 0,-1 1 0 0 0,1-1 0 0 0,-1 1 0 0 0,1 0 0 0 0,-1-1 0 0 0,1 1-1 0 0,0 0 1 0 0,-1-1 0 0 0,1 1 0 0 0,0 0 0 0 0,-1-1 0 0 0,1 1 0 0 0,0 0 0 0 0,0 0-1 0 0,0-1 1 0 0,0 1 0 0 0,0 0 0 0 0,0 0 0 0 0,0-1 0 0 0,0 1 0 0 0,0 0 0 0 0,0 0-1 0 0,0 0 1 0 0,0-1 0 0 0,0 1 0 0 0,1 0 0 0 0,-1-1 0 0 0,0 1 0 0 0,0 0 0 0 0,1 0-1 0 0,-1-1 1 0 0,1 1 0 0 0,-1 0 0 0 0,1-1 0 0 0,-1 1 0 0 0,1-1 0 0 0,0 1 0 0 0,1 0 5 0 0,0 1 0 0 0,0-1 0 0 0,0-1 1 0 0,1 1-1 0 0,-1 0 0 0 0,0-1 1 0 0,1 1-1 0 0,-1-1 0 0 0,0 0 1 0 0,1 1-1 0 0,2-1 0 0 0,15-2 10 0 0,0 0-1 0 0,0-1 0 0 0,-1-1 0 0 0,23-7 1 0 0,0 0-2 0 0,258-66 76 0 0,-176 41-3801 0 0,-97 24-877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1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521 191 420 0 0,'0'-4'925'0'0,"-1"0"0"0"0,1 0 0 0 0,-1 0 0 0 0,0 0 0 0 0,0 0 1 0 0,0 0-1 0 0,-1 1 0 0 0,1-1 0 0 0,-1 1 0 0 0,0-1 0 0 0,-13-13 4984 0 0,15 17-5860 0 0,0 0-1 0 0,0-1 1 0 0,0 1 0 0 0,-1 0-1 0 0,1 0 1 0 0,0-1 0 0 0,0 1-1 0 0,0 0 1 0 0,0 0 0 0 0,0-1-1 0 0,0 1 1 0 0,0 0 0 0 0,0 0-1 0 0,0-1 1 0 0,0 1 0 0 0,0 0-1 0 0,0-1 1 0 0,0 1 0 0 0,0 0-1 0 0,0 0 1 0 0,0-1 0 0 0,0 1-1 0 0,0 0 1 0 0,0 0 0 0 0,1-1-1 0 0,-1 1 1 0 0,0 0 0 0 0,0 0-1 0 0,0-1 1 0 0,0 1 0 0 0,1 0-1 0 0,-1 0 1 0 0,0 0 0 0 0,0-1-1 0 0,0 1 1 0 0,1 0 0 0 0,-1 0-1 0 0,0 0 1 0 0,0 0 0 0 0,1 0-1 0 0,-1-1 1 0 0,0 1 0 0 0,0 0-1 0 0,1 0 1 0 0,-1 0 0 0 0,0 0-1 0 0,0 0 1 0 0,1 0 0 0 0,-1 0-1 0 0,0 0 1 0 0,0 0 0 0 0,1 0-1 0 0,-1 0 1 0 0,0 0 0 0 0,1 0-1 0 0,-1 0 1 0 0,66-13 600 0 0,74-26-1 0 0,-3 1-503 0 0,-24 7-146 0 0,-111 31-9 0 0,14 3-175 0 0,-13 0 184 0 0,0 0 1 0 0,0 0-1 0 0,-1 1 0 0 0,0-1 1 0 0,1 1-1 0 0,-1 0 0 0 0,0 0 0 0 0,-1 0 1 0 0,1 0-1 0 0,-1 0 0 0 0,0 0 0 0 0,0 0 1 0 0,1 6-1 0 0,5 63 5 0 0,-6-58-30 0 0,15 524 557 0 0,-26 0-188 0 0,-38 377 255 0 0,46-888-594 0 0,-60 626 93 0 0,37-421 22 0 0,-19 258 61 0 0,45-109 2485 0 0,-2 47-410 0 0,0-410-2213 0 0,-1 20 508 0 0,-11 53 0 0 0,11-81-359 0 0,0-1 0 0 0,-1 0 0 0 0,0 0 0 0 0,-1 0 0 0 0,0-1 0 0 0,0 1 0 0 0,-1-1 0 0 0,-1 0 0 0 0,1 0 0 0 0,-10 10-1 0 0,10-15-155 0 0,0 1 0 0 0,0-2 0 0 0,-1 1 0 0 0,1 0-1 0 0,-1-1 1 0 0,0 0 0 0 0,0-1 0 0 0,0 1 0 0 0,0-1-1 0 0,0 0 1 0 0,-1-1 0 0 0,1 1 0 0 0,0-1 0 0 0,-1 0-1 0 0,-9-1 1 0 0,-11 0-527 0 0,-1 0 1 0 0,-33-7-1 0 0,-18-5-2473 0 0,-122-34 0 0 0,150 30-700 0 0,-76-35 0 0 0,81 28-1823 0 0,4-3-2969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1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41 2336 0 0,'-219'18'15587'0'0,"182"-16"-14151"0"0,55-15-1087 0 0,15 2-968 0 0,1 1-1 0 0,0 2 1 0 0,0 2 0 0 0,36-3 0 0 0,71 6-8936 0 0,-115 4 4902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37 1252 0 0,'-95'48'9543'0'0,"-1"-10"-3476"0"0,94-37-5631 0 0,5-2-273 0 0,96-25-1097 0 0,-37 9-358 0 0,135-38-5940 0 0,-121 30 1633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2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1043 215 1908 0 0,'7'-22'4683'0'0,"6"-38"-1"0"0,-12 53-3852 0 0,0-1 0 0 0,-1 1 0 0 0,1-1 0 0 0,-2 0-1 0 0,1 1 1 0 0,-1-1 0 0 0,0 1 0 0 0,-4-12 0 0 0,3 16-752 0 0,1 0 1 0 0,-1 0 0 0 0,1 0 0 0 0,-1 0-1 0 0,0 1 1 0 0,0-1 0 0 0,0 1-1 0 0,-1-1 1 0 0,1 1 0 0 0,0 0 0 0 0,-1 0-1 0 0,0 0 1 0 0,1 0 0 0 0,-1 1 0 0 0,0-1-1 0 0,0 1 1 0 0,0-1 0 0 0,0 1-1 0 0,-6-2 1 0 0,-1 1-48 0 0,-1 0 0 0 0,1 0 1 0 0,0 0-1 0 0,-18 1 0 0 0,10 2-61 0 0,0 0 0 0 0,0 1 0 0 0,0 1 0 0 0,1 1 0 0 0,-1 0 0 0 0,1 2 0 0 0,0 0 0 0 0,0 0 0 0 0,1 2 0 0 0,0 0 0 0 0,0 1 0 0 0,1 0 0 0 0,0 2 1 0 0,0-1-1 0 0,1 2 0 0 0,1 0 0 0 0,0 0 0 0 0,1 2 0 0 0,0-1 0 0 0,1 2 0 0 0,0-1 0 0 0,1 1 0 0 0,1 1 0 0 0,1 0 0 0 0,0 0 0 0 0,-9 28 0 0 0,3 2 22 0 0,3 1-1 0 0,1 0 0 0 0,-4 71 1 0 0,5 147 28 0 0,7-110 16 0 0,1-111 24 0 0,-40 566 1403 0 0,-149 441 884 0 0,36-234-1140 0 0,143-756-1149 0 0,-45 303 433 0 0,23 0-121 0 0,32-340-341 0 0,1-1-1 0 0,1 0 1 0 0,1 1 0 0 0,1-1-1 0 0,1 0 1 0 0,13 42 0 0 0,-14-56-17 0 0,0-1 1 0 0,1 0 0 0 0,0-1-1 0 0,0 1 1 0 0,1-1 0 0 0,0 0 0 0 0,0 0-1 0 0,0 0 1 0 0,1 0 0 0 0,0-1 0 0 0,0 0-1 0 0,1-1 1 0 0,0 1 0 0 0,0-1 0 0 0,0-1-1 0 0,1 1 1 0 0,-1-1 0 0 0,1 0-1 0 0,0-1 1 0 0,0 0 0 0 0,13 3 0 0 0,0-2-121 0 0,1-1 0 0 0,-1 0 0 0 0,1-2 0 0 0,0-1 0 0 0,0-1 0 0 0,25-3 0 0 0,8-5-713 0 0,64-20 0 0 0,-40 6-714 0 0,-2-4 1 0 0,0-4 0 0 0,71-39 0 0 0,-77 30-2572 0 0,89-65 1 0 0,-56 24-2907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3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45 492 0 0,'8'-25'8804'0'0,"-8"24"-8713"0"0,0 1-1 0 0,0-1 1 0 0,0 0-1 0 0,0 0 1 0 0,0 0 0 0 0,0 1-1 0 0,-1-1 1 0 0,1 0-1 0 0,0 0 1 0 0,0 0-1 0 0,-1 1 1 0 0,1-1-1 0 0,-1 0 1 0 0,1 1 0 0 0,-1-1-1 0 0,1 0 1 0 0,-1 1-1 0 0,1-1 1 0 0,-1 0-1 0 0,1 1 1 0 0,-1-1-1 0 0,0 1 1 0 0,1-1 0 0 0,-1 1-1 0 0,0 0 1 0 0,0-1-1 0 0,1 1 1 0 0,-1 0-1 0 0,0-1 1 0 0,0 1-1 0 0,0 0 1 0 0,1 0 0 0 0,-1 0-1 0 0,0-1 1 0 0,0 1-1 0 0,0 0 1 0 0,1 0-1 0 0,-1 0 1 0 0,-2 1 0 0 0,-5 0 18 0 0,0 2 0 0 0,0-1 0 0 0,0 1 1 0 0,0 0-1 0 0,0 0 0 0 0,1 1 0 0 0,-1 0 1 0 0,1 1-1 0 0,0-1 0 0 0,1 1 1 0 0,-8 7-1 0 0,-14 14 135 0 0,-28 31 1 0 0,45-45-161 0 0,-26 30 147 0 0,1 1 0 0 0,-43 69 0 0 0,64-87-210 0 0,1 0 1 0 0,1 1-1 0 0,1 1 0 0 0,1 0 0 0 0,2 0 1 0 0,-10 45-1 0 0,17-61-5 0 0,1-1 0 0 0,0 0 0 0 0,1 1 0 0 0,0-1 0 0 0,1 1 1 0 0,0-1-1 0 0,0 1 0 0 0,1-1 0 0 0,1 0 0 0 0,0 0 0 0 0,0 0 0 0 0,1 0 0 0 0,6 11 1 0 0,-7-14 28 0 0,2 0 1 0 0,-1 0 0 0 0,1-1-1 0 0,0 1 1 0 0,0-1 0 0 0,1-1-1 0 0,0 1 1 0 0,0-1 0 0 0,0 0-1 0 0,1 0 1 0 0,-1 0 0 0 0,1-1-1 0 0,0 0 1 0 0,1-1 0 0 0,-1 0-1 0 0,1 0 1 0 0,13 3 0 0 0,-18-5 65 0 0,1 0 0 0 0,0-1 0 0 0,0 0 0 0 0,0 0 0 0 0,0 0 0 0 0,0 0 1 0 0,0-1-1 0 0,0 1 0 0 0,-1-1 0 0 0,1 0 0 0 0,0 0 0 0 0,0-1 0 0 0,-1 1 0 0 0,1-1 0 0 0,-1 0 0 0 0,1 0 1 0 0,-1 0-1 0 0,0 0 0 0 0,0 0 0 0 0,0-1 0 0 0,0 1 0 0 0,0-1 0 0 0,0 0 0 0 0,-1 0 0 0 0,1 0 1 0 0,-1 0-1 0 0,0-1 0 0 0,0 1 0 0 0,0 0 0 0 0,-1-1 0 0 0,1 0 0 0 0,-1 1 0 0 0,1-1 0 0 0,-1 0 0 0 0,-1 0 1 0 0,1 1-1 0 0,0-1 0 0 0,-1 0 0 0 0,0 0 0 0 0,0 0 0 0 0,0 0 0 0 0,0 0 0 0 0,-1 0 0 0 0,1 0 0 0 0,-1 1 1 0 0,-2-6-1 0 0,2 7-129 0 0,1 0 0 0 0,-1 0 0 0 0,0 0 1 0 0,-1 1-1 0 0,1-1 0 0 0,0 0 1 0 0,0 1-1 0 0,-1-1 0 0 0,1 1 0 0 0,0-1 1 0 0,-1 1-1 0 0,0 0 0 0 0,1 0 1 0 0,-1 0-1 0 0,0 0 0 0 0,1 0 0 0 0,-1 0 1 0 0,0 0-1 0 0,0 0 0 0 0,0 1 0 0 0,0-1 1 0 0,0 1-1 0 0,0-1 0 0 0,0 1 1 0 0,0 0-1 0 0,0 0 0 0 0,0 0 0 0 0,0 0 1 0 0,0 0-1 0 0,0 0 0 0 0,0 1 0 0 0,0-1 1 0 0,0 0-1 0 0,-3 2 0 0 0,-2 0-273 0 0,0 0 0 0 0,0 1-1 0 0,0 0 1 0 0,0 0 0 0 0,0 1-1 0 0,0 0 1 0 0,1 0 0 0 0,-6 5-1 0 0,-5 6-1162 0 0,2 2 1 0 0,0-1-1 0 0,1 2 0 0 0,1 0 0 0 0,1 0 0 0 0,0 2 0 0 0,-15 35 0 0 0,9-18-3183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3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170 152 1612 0 0,'3'-19'5556'0'0,"1"-31"0"0"0,-4 48-4791 0 0,0-9 535 0 0,0 10-1265 0 0,0 1-1 0 0,0 0 1 0 0,0-1-1 0 0,0 1 1 0 0,0-1 0 0 0,0 1-1 0 0,0 0 1 0 0,0-1-1 0 0,0 1 1 0 0,0 0 0 0 0,0-1-1 0 0,0 1 1 0 0,0 0-1 0 0,-1-1 1 0 0,1 1 0 0 0,0 0-1 0 0,0-1 1 0 0,0 1-1 0 0,-1 0 1 0 0,1-1 0 0 0,0 1-1 0 0,0 0 1 0 0,-1 0-1 0 0,1-1 1 0 0,0 1 0 0 0,0 0-1 0 0,-1 0 1 0 0,1-1-1 0 0,0 1 1 0 0,-1 0 0 0 0,1 0-1 0 0,-1 0 1 0 0,-5 1-28 0 0,1 1-1 0 0,-1 0 1 0 0,0 1 0 0 0,1 0 0 0 0,0-1-1 0 0,0 2 1 0 0,0-1 0 0 0,0 1 0 0 0,0-1-1 0 0,1 1 1 0 0,-1 1 0 0 0,1-1-1 0 0,0 0 1 0 0,0 1 0 0 0,1 0 0 0 0,-1 0-1 0 0,1 0 1 0 0,0 0 0 0 0,1 1 0 0 0,-1-1-1 0 0,1 1 1 0 0,0 0 0 0 0,1 0 0 0 0,-1-1-1 0 0,1 1 1 0 0,0 0 0 0 0,0 0 0 0 0,1 0-1 0 0,0 0 1 0 0,0 0 0 0 0,0 0 0 0 0,1 0-1 0 0,0 0 1 0 0,0 0 0 0 0,1 0 0 0 0,-1 0-1 0 0,1 0 1 0 0,1-1 0 0 0,-1 1 0 0 0,1-1-1 0 0,0 0 1 0 0,5 8 0 0 0,11 10 26 0 0,1-1 1 0 0,1-1-1 0 0,33 26 0 0 0,-25-22-43 0 0,32 34 0 0 0,-60-57 93 0 0,1-1 0 0 0,-1 0 0 0 0,0 0 0 0 0,0 1-1 0 0,0-1 1 0 0,0 1 0 0 0,0-1 0 0 0,-1 1 0 0 0,1-1 0 0 0,0 1-1 0 0,-1-1 1 0 0,1 1 0 0 0,-1 0 0 0 0,1-1 0 0 0,-1 1 0 0 0,0 0-1 0 0,0-1 1 0 0,0 1 0 0 0,0 0 0 0 0,0 0 0 0 0,0-1 0 0 0,0 1-1 0 0,0 0 1 0 0,-1 1 0 0 0,-1 0 21 0 0,1-1 0 0 0,-1 1-1 0 0,1-1 1 0 0,-1 1 0 0 0,0-1-1 0 0,0 0 1 0 0,0 1 0 0 0,0-1-1 0 0,0 0 1 0 0,-1 0 0 0 0,1-1 0 0 0,-5 4-1 0 0,-5 1 164 0 0,0 0 0 0 0,-1 0 0 0 0,1-1-1 0 0,-27 6 1 0 0,6-4 446 0 0,-1-2 0 0 0,-58 2-1 0 0,91-7-692 0 0,-1 0-1 0 0,1 0 1 0 0,-1 0-1 0 0,1 0 1 0 0,-1 0-1 0 0,0 0 1 0 0,1 0-1 0 0,-1-1 1 0 0,1 1-1 0 0,-1-1 1 0 0,1 1-1 0 0,0-1 1 0 0,-1 1-1 0 0,1-1 0 0 0,-1 0 1 0 0,1 0-1 0 0,0 0 1 0 0,0 0-1 0 0,-2-1 1 0 0,2 0-14 0 0,1 1 0 0 0,-1 0 0 0 0,1 0 1 0 0,-1 0-1 0 0,1 0 0 0 0,-1-1 0 0 0,1 1 1 0 0,0 0-1 0 0,0 0 0 0 0,0-1 0 0 0,0 1 1 0 0,0 0-1 0 0,0 0 0 0 0,0-1 0 0 0,0 1 0 0 0,0 0 1 0 0,1 0-1 0 0,0-2 0 0 0,1-5 16 0 0,2 1 0 0 0,-1-1 0 0 0,1 1 0 0 0,0 0 0 0 0,8-9 0 0 0,8-8 4 0 0,0 2 1 0 0,37-32 0 0 0,-12 13 23 0 0,4-4-28 0 0,52-56 33 0 0,-87 86-18 0 0,-1-1 0 0 0,0-1 0 0 0,-1 0 1 0 0,16-33-1 0 0,-25 42-36 0 0,0 1 0 0 0,0-1 0 0 0,3-14 1 0 0,-5 19-26 0 0,-1 0 0 0 0,0-1 0 0 0,1 1 0 0 0,-1 0 0 0 0,0 0 0 0 0,0 0 0 0 0,-1 0 0 0 0,1 0 0 0 0,-1-1 0 0 0,1 1 0 0 0,-1 0 0 0 0,-2-4 0 0 0,2 5-76 0 0,0 1 0 0 0,0 0 0 0 0,0 0 0 0 0,0 0 1 0 0,0 0-1 0 0,0-1 0 0 0,0 1 0 0 0,0 1 0 0 0,0-1 0 0 0,-1 0 0 0 0,1 0 1 0 0,0 0-1 0 0,-1 1 0 0 0,1-1 0 0 0,-1 0 0 0 0,1 1 0 0 0,0 0 0 0 0,-1-1 1 0 0,1 1-1 0 0,-1 0 0 0 0,1 0 0 0 0,-1-1 0 0 0,0 1 0 0 0,1 0 0 0 0,-1 1 0 0 0,1-1 1 0 0,-1 0-1 0 0,1 0 0 0 0,-1 1 0 0 0,-2 0 0 0 0,-2 1-387 0 0,0 0 1 0 0,0 0-1 0 0,0 1 0 0 0,1 0 1 0 0,-11 6-1 0 0,3 2-1206 0 0,0 0 1 0 0,0 1-1 0 0,1 0 1 0 0,1 1-1 0 0,-17 25 0 0 0,8-10-3682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4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58 48 0 0,'-10'6'1670'0'0,"1"0"0"0"0,0 0 0 0 0,0 1 0 0 0,-12 13 0 0 0,10-8-1125 0 0,1 0-1 0 0,1 1 1 0 0,0 0-1 0 0,-13 28 0 0 0,-38 93 1169 0 0,53-113-1555 0 0,1-1 1 0 0,0 1-1 0 0,2 0 0 0 0,-4 39 1 0 0,7-54-46 0 0,1 0-1 0 0,1 0 1 0 0,-1 0 0 0 0,1 0 0 0 0,0 0 0 0 0,0 0 0 0 0,1 0 0 0 0,-1 0 0 0 0,1 0 0 0 0,1-1 0 0 0,-1 1 0 0 0,1-1 0 0 0,0 0 0 0 0,6 9 0 0 0,-6-11 42 0 0,0 0 0 0 0,0 0 0 0 0,0 0 0 0 0,1 0 0 0 0,-1 0 0 0 0,1-1 0 0 0,-1 0 0 0 0,1 0 0 0 0,0 0 0 0 0,0 0 0 0 0,0 0 0 0 0,0-1 0 0 0,0 1 0 0 0,1-1 0 0 0,-1 0 0 0 0,0-1 0 0 0,1 1 0 0 0,-1-1 0 0 0,0 0 0 0 0,9 0 0 0 0,-1-2 5 0 0,1 0 0 0 0,-1-1-1 0 0,0 0 1 0 0,0-1 0 0 0,0 0 0 0 0,0-1-1 0 0,0 0 1 0 0,-1-1 0 0 0,0 0-1 0 0,0-1 1 0 0,-1 0 0 0 0,0-1-1 0 0,0 0 1 0 0,-1-1 0 0 0,0 0 0 0 0,0 0-1 0 0,-1-1 1 0 0,0 0 0 0 0,-1 0-1 0 0,0-1 1 0 0,-1 0 0 0 0,0 0-1 0 0,5-13 1 0 0,-6 12-107 0 0,0-2 1 0 0,0 1-1 0 0,-1 0 0 0 0,-1-1 0 0 0,0 0 0 0 0,-1 0 1 0 0,-1 0-1 0 0,0 0 0 0 0,-1 0 0 0 0,0 0 1 0 0,-1 0-1 0 0,0 0 0 0 0,-2 0 0 0 0,1 1 0 0 0,-2-1 1 0 0,0 0-1 0 0,0 1 0 0 0,-1 0 0 0 0,-1 0 1 0 0,-12-19-1 0 0,12 23-60 0 0,-2-1 0 0 0,1 1 0 0 0,-1 1 0 0 0,-1-1 0 0 0,1 2-1 0 0,-1-1 1 0 0,-1 1 0 0 0,1 0 0 0 0,-1 1 0 0 0,-1 0 0 0 0,1 1 0 0 0,-18-7 0 0 0,20 10-405 0 0,0-1 0 0 0,0 1-1 0 0,-1 1 1 0 0,1-1 0 0 0,-1 2-1 0 0,1-1 1 0 0,-16 2 0 0 0,17-1-555 0 0,0 2 1 0 0,0-1 0 0 0,1 1-1 0 0,-1 0 1 0 0,0 0-1 0 0,1 1 1 0 0,-1-1-1 0 0,1 2 1 0 0,0-1-1 0 0,-7 5 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45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738 0 1028 0 0,'-21'20'21829'0'0,"22"-20"-21749"0"0,-1 0 0 0 0,0 0-1 0 0,0 0 1 0 0,0 0 0 0 0,0 0 0 0 0,1 0-1 0 0,-1 0 1 0 0,0 0 0 0 0,0 0 0 0 0,0 0-1 0 0,1 0 1 0 0,-1 0 0 0 0,39-2-1866 0 0,-20 1 2552 0 0,101 4-666 0 0,182 29 1 0 0,-207-16-329 0 0,-93-16 218 0 0,-1 1 0 0 0,1-1 1 0 0,0 1-1 0 0,0 0 1 0 0,-1 0-1 0 0,1 0 0 0 0,-1 0 1 0 0,1 0-1 0 0,-1 0 0 0 0,1 0 1 0 0,-1 1-1 0 0,1-1 0 0 0,-1 0 1 0 0,0 1-1 0 0,0-1 0 0 0,0 1 1 0 0,0 0-1 0 0,0-1 1 0 0,0 1-1 0 0,0 0 0 0 0,-1-1 1 0 0,1 1-1 0 0,0 0 0 0 0,-1 0 1 0 0,1 2-1 0 0,0 4 8 0 0,0 1 1 0 0,0-1-1 0 0,-1 0 1 0 0,-1 10-1 0 0,-32 287-202 0 0,7-89 282 0 0,-37 731 1653 0 0,35-447-1217 0 0,-32 468 582 0 0,42-695-553 0 0,-40 735 1812 0 0,29-509-1981 0 0,6-125 19 0 0,4-135-216 0 0,10-147 199 0 0,8-86-216 0 0,1 1 0 0 0,-1-1 1 0 0,-1 0-1 0 0,1 1 0 0 0,-1-1 0 0 0,0 0 0 0 0,-1 0 0 0 0,0 0 0 0 0,1 0 0 0 0,-2 0 0 0 0,-5 8 0 0 0,5-10-107 0 0,0 0 1 0 0,0 0 0 0 0,0 0-1 0 0,0-1 1 0 0,-1 0-1 0 0,1 0 1 0 0,-1 0 0 0 0,0 0-1 0 0,0-1 1 0 0,0 1-1 0 0,0-1 1 0 0,0-1 0 0 0,-12 3-1 0 0,-10 1-362 0 0,-1-1 0 0 0,0-2-1 0 0,-32-1 1 0 0,-86-10-2367 0 0,78 3 1205 0 0,-182-15-5752 0 0,92 7-1488 0 0,66 7-259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3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79 616 0 0,'5'-30'6589'0'0,"-4"26"-6230"0"0,0 1 1 0 0,1 0-1 0 0,-1 0 1 0 0,1 0-1 0 0,-1 0 1 0 0,5-5-1 0 0,-4 6-316 0 0,-1 0 0 0 0,1 1-1 0 0,0-1 1 0 0,0 0 0 0 0,0 1-1 0 0,0-1 1 0 0,0 1 0 0 0,1 0 0 0 0,-1 0-1 0 0,0-1 1 0 0,1 2 0 0 0,-1-1-1 0 0,1 0 1 0 0,-1 0 0 0 0,1 1 0 0 0,-1-1-1 0 0,1 1 1 0 0,-1 0 0 0 0,1 0 0 0 0,-1 0-1 0 0,1 0 1 0 0,3 1 0 0 0,2 0 14 0 0,-1 1 1 0 0,0 0-1 0 0,0 0 1 0 0,0 0 0 0 0,0 1-1 0 0,0 0 1 0 0,-1 1-1 0 0,1-1 1 0 0,-1 1-1 0 0,0 1 1 0 0,0-1 0 0 0,0 1-1 0 0,-1 0 1 0 0,1 0-1 0 0,-1 1 1 0 0,-1-1-1 0 0,1 1 1 0 0,-1 0 0 0 0,0 1-1 0 0,0-1 1 0 0,3 8-1 0 0,-3-5 44 0 0,0 1-1 0 0,-1 0 0 0 0,0 0 0 0 0,-1 0 1 0 0,1 1-1 0 0,-2-1 0 0 0,0 0 1 0 0,0 1-1 0 0,-1-1 0 0 0,0 1 0 0 0,-1-1 1 0 0,0 1-1 0 0,0-1 0 0 0,-6 17 1 0 0,0-4 58 0 0,-2-2 1 0 0,-1 1 0 0 0,-1-1-1 0 0,0 0 1 0 0,-2-1 0 0 0,0-1-1 0 0,-22 25 1 0 0,13-20 355 0 0,-1 0-1 0 0,-1-2 1 0 0,-1 0 0 0 0,-47 30 0 0 0,71-51-492 0 0,0 0 1 0 0,0 0-1 0 0,0-1 1 0 0,0 1 0 0 0,-1-1-1 0 0,1 1 1 0 0,0-1 0 0 0,0 1-1 0 0,0-1 1 0 0,-1 0 0 0 0,1 1-1 0 0,0-1 1 0 0,-2 0-1 0 0,2 0-18 0 0,1 0-1 0 0,0 0 1 0 0,-1 0-1 0 0,1 0 0 0 0,0-1 1 0 0,0 1-1 0 0,-1 0 1 0 0,1 0-1 0 0,0 0 0 0 0,0-1 1 0 0,0 1-1 0 0,-1 0 1 0 0,1 0-1 0 0,0-1 0 0 0,0 1 1 0 0,0 0-1 0 0,0 0 1 0 0,-1-1-1 0 0,1 1 0 0 0,0 0 1 0 0,0 0-1 0 0,0-1 0 0 0,0 1 1 0 0,0 0-1 0 0,0-1 1 0 0,0 1-1 0 0,0 0 0 0 0,0 0 1 0 0,0-1-1 0 0,0 1 1 0 0,0 0-1 0 0,0-1 0 0 0,0 1 1 0 0,1-4 2 0 0,0 1 0 0 0,0 0 1 0 0,0-1-1 0 0,0 1 0 0 0,0 0 1 0 0,1 0-1 0 0,3-6 0 0 0,16-17-24 0 0,2 1 0 0 0,0 0-1 0 0,1 2 1 0 0,44-32 0 0 0,-34 28 7 0 0,296-233 125 0 0,-322 254-111 0 0,-1-1 0 0 0,0 0-1 0 0,6-8 1 0 0,-12 13-45 0 0,-3 4-36 0 0,-1-1 66 0 0,1 1 0 0 0,0 0 0 0 0,0 0 0 0 0,0 0-1 0 0,0 0 1 0 0,0 0 0 0 0,1 1 0 0 0,-1-1 0 0 0,1 0-1 0 0,-3 6 1 0 0,1-4-15 0 0,-16 26-19 0 0,2 1 0 0 0,-20 45 0 0 0,32-62 43 0 0,-1 1 1 0 0,2-1 0 0 0,0 1 0 0 0,1 0 0 0 0,1 0 0 0 0,0 1 0 0 0,1-1 0 0 0,0 17 0 0 0,2-28 7 0 0,-1 0 0 0 0,1 0 1 0 0,-1 0-1 0 0,1 0 1 0 0,0 0-1 0 0,1-1 0 0 0,-1 1 1 0 0,1 0-1 0 0,-1-1 1 0 0,1 1-1 0 0,0-1 0 0 0,0 1 1 0 0,1-1-1 0 0,-1 0 0 0 0,1 0 1 0 0,3 4-1 0 0,0-3 12 0 0,-1 0 0 0 0,1-1 0 0 0,-1 1 0 0 0,1-1 0 0 0,0 0 0 0 0,0-1 0 0 0,0 1-1 0 0,0-1 1 0 0,8 2 0 0 0,5-1-376 0 0,0 0 0 0 0,0-1 0 0 0,1-1 0 0 0,-1-1 0 0 0,35-4 0 0 0,-15-1-2403 0 0,-1-2 0 0 0,46-15-1 0 0,-40 9-2175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3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88 2868 0 0,'-18'-4'9854'0'0,"10"5"-7451"0"0,0 1 608 0 0,31-5-2700 0 0,0 0 1 0 0,0-1-1 0 0,43-14 1 0 0,-10 3-174 0 0,32-9-1317 0 0,-18 5-6395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29 1156 0 0,'-50'-25'12749'0'0,"49"25"-12047"0"0,-15-3 1141 0 0,14 4-1766 0 0,1-1-1 0 0,-1 1 1 0 0,1 0 0 0 0,0 0-1 0 0,-1 0 1 0 0,1 0-1 0 0,0 0 1 0 0,0 1-1 0 0,0-1 1 0 0,0 0 0 0 0,0 1-1 0 0,0-1 1 0 0,0 0-1 0 0,0 1 1 0 0,0-1 0 0 0,1 1-1 0 0,-1-1 1 0 0,0 1-1 0 0,0 3 1 0 0,-9 41 819 0 0,7-29-562 0 0,-11 45 163 0 0,-31 199-544 0 0,44-204-2577 0 0,1-52 1764 0 0,0-1 0 0 0,1 1 1 0 0,0-1-1 0 0,0 0 0 0 0,0 1 0 0 0,0-1 0 0 0,1 0 1 0 0,0 0-1 0 0,0 0 0 0 0,3 6 0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4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56 2840 0 0,'28'-54'10149'0'0,"-27"52"-9603"0"0,-1 3-520 0 0,0-1 1 0 0,0 0 0 0 0,0 0 0 0 0,0 0-1 0 0,0 1 1 0 0,0-1 0 0 0,0 0 0 0 0,1 0 0 0 0,-1 1-1 0 0,0-1 1 0 0,0 0 0 0 0,0 0 0 0 0,0 0-1 0 0,1 0 1 0 0,-1 1 0 0 0,0-1 0 0 0,0 0-1 0 0,0 0 1 0 0,0 0 0 0 0,1 0 0 0 0,-1 0 0 0 0,0 0-1 0 0,0 0 1 0 0,1 1 0 0 0,-1-1 0 0 0,0 0-1 0 0,0 0 1 0 0,0 0 0 0 0,1 0 0 0 0,-1 0-1 0 0,0 0 1 0 0,0 0 0 0 0,1 0 0 0 0,-1 0 0 0 0,0 0-1 0 0,0 0 1 0 0,1 0 0 0 0,-1 0 0 0 0,0-1-1 0 0,0 1 1 0 0,0 0 0 0 0,1 0 0 0 0,-1 0-1 0 0,0 0 1 0 0,0 0 0 0 0,0 0 0 0 0,1 0 0 0 0,-1-1-1 0 0,0 1 1 0 0,0 0 0 0 0,0 0 0 0 0,0 0-1 0 0,1-1 1 0 0,-1 1 0 0 0,0 0 0 0 0,0 0 0 0 0,0 0-1 0 0,0-1 1 0 0,4 48 695 0 0,-4-27-581 0 0,2 0 0 0 0,0-1 0 0 0,1 1 0 0 0,7 22 0 0 0,-8-37-120 0 0,-1 0 0 0 0,1 0-1 0 0,0-1 1 0 0,1 1 0 0 0,-1-1-1 0 0,1 0 1 0 0,0 1 0 0 0,0-1 0 0 0,0 0-1 0 0,0-1 1 0 0,1 1 0 0 0,0-1-1 0 0,0 1 1 0 0,0-1 0 0 0,0 0 0 0 0,0 0-1 0 0,0-1 1 0 0,1 0 0 0 0,-1 1-1 0 0,1-1 1 0 0,7 2 0 0 0,-8-3-13 0 0,1 0-1 0 0,0-1 1 0 0,-1 1 0 0 0,1-1 0 0 0,0 0-1 0 0,-1 0 1 0 0,1 0 0 0 0,0 0-1 0 0,-1-1 1 0 0,1 0 0 0 0,0 0 0 0 0,-1 0-1 0 0,1-1 1 0 0,-1 1 0 0 0,0-1 0 0 0,1 0-1 0 0,-1 0 1 0 0,0-1 0 0 0,0 1 0 0 0,0-1-1 0 0,-1 0 1 0 0,1 0 0 0 0,-1 0 0 0 0,1-1-1 0 0,-1 1 1 0 0,3-5 0 0 0,2-3 365 0 0,0-1 0 0 0,0 0 0 0 0,-1-1 0 0 0,-1 0 1 0 0,0 0-1 0 0,0 0 0 0 0,3-18 0 0 0,-115 361 1383 0 0,83-253-1542 0 0,-90 266 746 0 0,91-289-459 0 0,-1-2 1 0 0,-3-1-1 0 0,-2-1 1 0 0,-44 59-1 0 0,67-102-316 0 0,-1 0 0 0 0,0 0 1 0 0,0 0-1 0 0,-1-1 0 0 0,0 1 0 0 0,0-2 0 0 0,0 1 0 0 0,0-1 0 0 0,-1 0 0 0 0,0 0 0 0 0,0-1 0 0 0,-1-1 0 0 0,-9 4 0 0 0,15-6-151 0 0,-1-1 1 0 0,1 0-1 0 0,0 0 0 0 0,-1 0 0 0 0,1 0 0 0 0,-1 0 1 0 0,1-1-1 0 0,0 0 0 0 0,0 1 0 0 0,-1-1 0 0 0,1-1 1 0 0,0 1-1 0 0,0 0 0 0 0,0-1 0 0 0,0 1 1 0 0,0-1-1 0 0,0 0 0 0 0,-4-4 0 0 0,4 3-25 0 0,-1 0 0 0 0,1 0 0 0 0,0 0 0 0 0,0 0 0 0 0,0-1 0 0 0,1 0 0 0 0,-1 1 0 0 0,1-1 0 0 0,0 0 1 0 0,0 0-1 0 0,0-1 0 0 0,-2-7 0 0 0,3 1-80 0 0,0 0 1 0 0,1 0 0 0 0,0 0 0 0 0,0 0-1 0 0,1 0 1 0 0,1 1 0 0 0,0-1 0 0 0,0 0-1 0 0,1 1 1 0 0,1-1 0 0 0,0 1 0 0 0,8-16-1 0 0,2 0-655 0 0,1 0-1 0 0,1 2 1 0 0,28-35-1 0 0,-16 27-1409 0 0,2 1 1 0 0,60-50-1 0 0,-53 53-2670 0 0,41-23-1 0 0,-36 25-1936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5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97 828 0 0,'-22'-6'18891'0'0,"33"3"-19606"0"0,72-12 1252 0 0,33-9-1343 0 0,-100 19-636 0 0,0 0 0 0 0,25-14 0 0 0,-37 17 403 0 0,-1 0-1 0 0,1 0 1 0 0,-1-1 0 0 0,1 1-1 0 0,5-7 1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5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21 2616 0 0,'-24'-9'5809'0'0,"19"7"-4540"0"0,0 0 0 0 0,1 0 0 0 0,-1 1 0 0 0,0-1 0 0 0,0 1 0 0 0,-8 0 0 0 0,11 1-1081 0 0,1 0-1 0 0,0 0 0 0 0,-1 0 1 0 0,1 0-1 0 0,0 1 0 0 0,-1-1 1 0 0,1 0-1 0 0,0 1 0 0 0,-1-1 1 0 0,1 1-1 0 0,0 0 0 0 0,0-1 1 0 0,0 1-1 0 0,-1 0 0 0 0,1 0 1 0 0,0 0-1 0 0,0 0 1 0 0,0-1-1 0 0,0 2 0 0 0,0 0 1 0 0,-1 1 85 0 0,0 0 0 0 0,0 0 0 0 0,1 0 0 0 0,-1 1 0 0 0,1-1 1 0 0,0 1-1 0 0,-2 5 0 0 0,1 8 214 0 0,0-1 1 0 0,2 28 0 0 0,0-34-362 0 0,-4 107 550 0 0,-1 19-2866 0 0,12-47-6858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5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69 166 2128 0 0,'18'-38'8168'0'0,"0"-2"-3067"0"0,-16 36-4976 0 0,1 1 0 0 0,-1-1 0 0 0,1 1 0 0 0,0 0 0 0 0,0-1 0 0 0,0 1 0 0 0,1 1 0 0 0,5-5 0 0 0,6-1-40 0 0,1 0 0 0 0,0 1 1 0 0,0 1-1 0 0,0 1 1 0 0,1 0-1 0 0,0 1 1 0 0,0 1-1 0 0,0 0 1 0 0,32 0-1 0 0,-28 2-78 0 0,-15 1-10 0 0,-1-1-1 0 0,1 1 1 0 0,-1 0 0 0 0,1 0 0 0 0,-1 0-1 0 0,8 2 1 0 0,-7 0 4 0 0,-5-2 1 0 0,0 0 0 0 0,0 1 0 0 0,0-1 0 0 0,-1 0 0 0 0,1 1 0 0 0,0-1 0 0 0,0 0 0 0 0,0 1 0 0 0,0-1 0 0 0,-1 1 0 0 0,1 0 0 0 0,0-1 1 0 0,0 1-1 0 0,-1 0 0 0 0,1-1 0 0 0,-1 1 0 0 0,1 0 0 0 0,0 0 0 0 0,-1-1 0 0 0,1 1 0 0 0,-1 0 0 0 0,0 0 0 0 0,1 0 0 0 0,-1 0 0 0 0,0 0 0 0 0,0-1 0 0 0,1 1 0 0 0,-1 0 0 0 0,0 0 0 0 0,0 0 0 0 0,0 0 0 0 0,0 0 0 0 0,0 0 0 0 0,0 0 0 0 0,0 0 1 0 0,0 0-1 0 0,-1 0 0 0 0,1 0 0 0 0,0 0 0 0 0,-1 0 0 0 0,1-1 0 0 0,0 1 0 0 0,-2 1 0 0 0,-1 5 6 0 0,0 0 0 0 0,0-1-1 0 0,-1 0 1 0 0,-6 7 0 0 0,9-11-6 0 0,-56 68 1427 0 0,-100 95 0 0 0,43-48 649 0 0,107-110-2001 0 0,-48 57 333 0 0,55-64-402 0 0,-1 1 0 0 0,1 0 0 0 0,-1-1 0 0 0,1 1 1 0 0,-1 0-1 0 0,1-1 0 0 0,0 1 0 0 0,-1 0 0 0 0,1-1 1 0 0,0 1-1 0 0,-1 0 0 0 0,1 0 0 0 0,0-1 0 0 0,0 1 0 0 0,0 0 1 0 0,0 0-1 0 0,0-1 0 0 0,0 1 0 0 0,0 0 0 0 0,0 0 0 0 0,0-1 1 0 0,0 1-1 0 0,0 0 0 0 0,1 0 0 0 0,-1-1 0 0 0,0 1 1 0 0,1 1-1 0 0,0-1 7 0 0,0 0 1 0 0,0 0 0 0 0,0 0-1 0 0,0 0 1 0 0,0 0-1 0 0,0-1 1 0 0,0 1 0 0 0,1 0-1 0 0,-1-1 1 0 0,0 1-1 0 0,1 0 1 0 0,-1-1 0 0 0,2 1-1 0 0,35 4 170 0 0,-7-6-93 0 0,1-1 0 0 0,-1-2 0 0 0,43-11-1 0 0,87-34-1576 0 0,-21-10-4339 0 0,-49 13-2738 0 0,-56 27 2923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6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 3332 0 0,'-3'0'6766'0'0,"-2"0"-5448"0"0,-26 3 10267 0 0,45-1-11142 0 0,113-1-169 0 0,-38-6-3181 0 0,-39 2-1507 0 0,-45 2 3746 0 0,1 1-620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6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0 2212 0 0,'-37'15'5611'0'0,"1"1"1"0"0,-57 35-1 0 0,91-50-4987 0 0,2 1-558 0 0,1-1 0 0 0,-1 0 0 0 0,0 0 1 0 0,1 0-1 0 0,-1 0 0 0 0,1 0 0 0 0,-1 0 1 0 0,1 0-1 0 0,0 0 0 0 0,-1 0 0 0 0,1 0 0 0 0,0 0 1 0 0,0 0-1 0 0,-1 0 0 0 0,1 0 0 0 0,0-1 1 0 0,0 1-1 0 0,0 0 0 0 0,0-1 0 0 0,0 1 0 0 0,0-1 1 0 0,0 1-1 0 0,1-1 0 0 0,-1 1 0 0 0,0-1 1 0 0,0 0-1 0 0,0 1 0 0 0,0-1 0 0 0,1 0 0 0 0,1 0 1 0 0,45 3 245 0 0,-36-3-114 0 0,54 1-1049 0 0,92-9 1 0 0,-84-3-2956 0 0,-2-7-3409 0 0,-42 8 108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6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531 105 1084 0 0,'8'-6'2299'0'0,"-1"0"0"0"0,0 0 0 0 0,0-1 0 0 0,-1 0 0 0 0,1-1 1 0 0,-2 1-1 0 0,1-1 0 0 0,-1 0 0 0 0,7-15 831 0 0,-11 13-1711 0 0,-1 10-1390 0 0,0-1 0 0 0,0 1 0 0 0,0 0 0 0 0,0 0 0 0 0,0-1 0 0 0,0 1 0 0 0,0 0 0 0 0,0-1 0 0 0,0 1 0 0 0,0 0-1 0 0,0-1 1 0 0,0 1 0 0 0,0 0 0 0 0,-1-1 0 0 0,1 1 0 0 0,0 0 0 0 0,0-1 0 0 0,0 1 0 0 0,-1 0 0 0 0,1 0 0 0 0,0-1 0 0 0,0 1 0 0 0,0 0 0 0 0,-1 0 0 0 0,1 0 0 0 0,0-1 0 0 0,-1 1 0 0 0,1 0-1 0 0,0 0 1 0 0,0 0 0 0 0,-1 0 0 0 0,1 0 0 0 0,0 0 0 0 0,-1-1 0 0 0,1 1 0 0 0,0 0 0 0 0,-1 0 0 0 0,1 0 0 0 0,0 0 0 0 0,-1 0 0 0 0,-7 2-4 0 0,1-1 0 0 0,-1 1 0 0 0,1 0 1 0 0,-1 0-1 0 0,1 1 0 0 0,0 0 0 0 0,0 1 0 0 0,0 0 1 0 0,-9 6-1 0 0,-59 50-16 0 0,54-42 4 0 0,-25 22-74 0 0,-74 85 0 0 0,93-93-25 0 0,3 1-1 0 0,0 1 1 0 0,-31 62 0 0 0,50-85 84 0 0,0 0 0 0 0,1 1 1 0 0,0-1-1 0 0,1 1 1 0 0,0 0-1 0 0,1 0 1 0 0,0 0-1 0 0,1 0 1 0 0,0 14-1 0 0,1-22 17 0 0,0 0 0 0 0,1 1-1 0 0,-1-1 1 0 0,1 0-1 0 0,0 0 1 0 0,0 0 0 0 0,0 0-1 0 0,1 0 1 0 0,0 0-1 0 0,-1 0 1 0 0,2 0 0 0 0,-1 0-1 0 0,0-1 1 0 0,1 1-1 0 0,-1-1 1 0 0,1 0-1 0 0,0 0 1 0 0,0 0 0 0 0,0 0-1 0 0,0 0 1 0 0,1 0-1 0 0,-1-1 1 0 0,1 0 0 0 0,0 0-1 0 0,0 0 1 0 0,-1 0-1 0 0,1 0 1 0 0,8 1 0 0 0,-3-1 67 0 0,-1 0 1 0 0,1 0 0 0 0,0-1 0 0 0,0 0-1 0 0,0-1 1 0 0,0 0 0 0 0,0-1-1 0 0,-1 0 1 0 0,1 0 0 0 0,12-3 0 0 0,-16 2 2 0 0,0 1 0 0 0,0-1 0 0 0,0 0-1 0 0,-1 0 1 0 0,1-1 0 0 0,-1 1 0 0 0,1-1 0 0 0,-1 0 0 0 0,0 0 0 0 0,0-1 0 0 0,0 1 0 0 0,-1-1 0 0 0,1 0 0 0 0,-1 0 0 0 0,0 0 0 0 0,0 0 0 0 0,0-1 0 0 0,-1 1-1 0 0,4-7 1 0 0,-6 9-75 0 0,1 1-1 0 0,0-1 1 0 0,0 0 0 0 0,-1 1-1 0 0,1-1 1 0 0,-1 0-1 0 0,1 0 1 0 0,-1 1-1 0 0,0-1 1 0 0,0 0-1 0 0,0 0 1 0 0,0 0-1 0 0,0 0 1 0 0,0 1-1 0 0,0-1 1 0 0,-1 0-1 0 0,1 0 1 0 0,-1 0-1 0 0,1 1 1 0 0,-1-1-1 0 0,0 0 1 0 0,-1-1 0 0 0,1 1-70 0 0,-1 1 0 0 0,1-1 0 0 0,-1 1 0 0 0,0 0 0 0 0,1 0 0 0 0,-1 0 0 0 0,0 0 0 0 0,0 0 0 0 0,0 0 0 0 0,0 0 1 0 0,0 1-1 0 0,0-1 0 0 0,0 1 0 0 0,0-1 0 0 0,0 1 0 0 0,-3 0 0 0 0,-6-1-628 0 0,-1 2-1 0 0,0-1 0 0 0,1 1 1 0 0,-1 1-1 0 0,-16 5 0 0 0,-6 4-3381 0 0,-57 26-1 0 0,32-11-2526 0 0,10-7-1665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8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41 1404 0 0,'-8'-18'7160'0'0,"7"16"-6249"0"0,0-1 1 0 0,0 1 0 0 0,0 0 0 0 0,0-1-1 0 0,-1 1 1 0 0,1 0 0 0 0,-4-4-1 0 0,4 5-620 0 0,4 43-169 0 0,1 1 1 0 0,2-1-1 0 0,22 78 1 0 0,-22-98-68 0 0,1 0 1 0 0,20 40 0 0 0,-25-57-30 0 0,1 0-1 0 0,0 1 1 0 0,0-1 0 0 0,1-1-1 0 0,-1 1 1 0 0,1 0-1 0 0,0-1 1 0 0,0 0 0 0 0,1 0-1 0 0,-1 0 1 0 0,1 0-1 0 0,0-1 1 0 0,0 0-1 0 0,0 0 1 0 0,0 0 0 0 0,8 2-1 0 0,-10-4-13 0 0,1-1 0 0 0,-1 1-1 0 0,1-1 1 0 0,0 0-1 0 0,-1 0 1 0 0,1-1 0 0 0,0 1-1 0 0,-1-1 1 0 0,1 1 0 0 0,-1-1-1 0 0,1 0 1 0 0,-1-1-1 0 0,0 1 1 0 0,1 0 0 0 0,-1-1-1 0 0,0 0 1 0 0,0 0 0 0 0,0 0-1 0 0,0 0 1 0 0,0 0 0 0 0,2-4-1 0 0,5-3 15 0 0,0-1 0 0 0,-1 0 0 0 0,-1 0 0 0 0,8-13 0 0 0,5-14 773 0 0,-1-2 0 0 0,-1 0 1 0 0,24-78-1 0 0,-35 100-929 0 0,-8 17 127 0 0,0 0 0 0 0,0 0-1 0 0,0 0 1 0 0,1 0 0 0 0,-1 0-1 0 0,0 0 1 0 0,0 1 0 0 0,0-1-1 0 0,0 0 1 0 0,1 0 0 0 0,-1 0-1 0 0,0 0 1 0 0,0 0 0 0 0,0 1-1 0 0,0-1 1 0 0,0 0 0 0 0,1 0-1 0 0,-1 0 1 0 0,0 1 0 0 0,0-1-1 0 0,0 0 1 0 0,0 0 0 0 0,0 0-1 0 0,0 1 1 0 0,0-1 0 0 0,0 0-1 0 0,0 0 1 0 0,0 1 0 0 0,0-1-1 0 0,0 0 1 0 0,0 0 0 0 0,0 0 0 0 0,0 1-1 0 0,0-1 1 0 0,0 0 0 0 0,0 0-1 0 0,0 1 1 0 0,-2 40-142 0 0,1-32 153 0 0,-14 387 356 0 0,11-309 226 0 0,-16 93 0 0 0,13-140-167 0 0,-2-1 1 0 0,-1-1-1 0 0,-2 0 0 0 0,-30 63 1 0 0,35-86-35 0 0,-1-1 1 0 0,-1 0-1 0 0,-18 22 1 0 0,22-30-225 0 0,-1 0 1 0 0,1-1-1 0 0,-1 1 1 0 0,-1-1-1 0 0,1 0 1 0 0,-1-1-1 0 0,0 1 1 0 0,0-1-1 0 0,-12 5 1 0 0,15-8-121 0 0,1 0 0 0 0,-1 0 1 0 0,0 0-1 0 0,1 0 0 0 0,-1-1 0 0 0,0 1 0 0 0,1-1 1 0 0,-1 0-1 0 0,0 0 0 0 0,1 0 0 0 0,-1-1 1 0 0,0 1-1 0 0,1-1 0 0 0,-1 0 0 0 0,0 0 0 0 0,1 0 1 0 0,-5-3-1 0 0,4 2-24 0 0,-1-1 1 0 0,1 0-1 0 0,0 0 1 0 0,0-1-1 0 0,0 1 1 0 0,1-1-1 0 0,-1 0 1 0 0,1 0-1 0 0,0 0 1 0 0,0 0-1 0 0,-3-6 1 0 0,1-1-44 0 0,0 0 0 0 0,1 1 0 0 0,0-1-1 0 0,1-1 1 0 0,0 1 0 0 0,0 0 0 0 0,2-1 0 0 0,-1 1 0 0 0,1-1 0 0 0,1-14 0 0 0,2 13-186 0 0,-1 0 1 0 0,2 1-1 0 0,0-1 1 0 0,0 1-1 0 0,1 0 1 0 0,0 0-1 0 0,1 0 1 0 0,1 1-1 0 0,13-22 1 0 0,-8 18-271 0 0,1 0 0 0 0,0 1-1 0 0,1 0 1 0 0,1 1 0 0 0,0 0 0 0 0,16-10 0 0 0,-1 3-1419 0 0,1 1 0 0 0,47-21 0 0 0,61-15-7211 0 0,-95 42 3600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8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9 131 92 0 0,'-8'-14'17858'0'0,"8"12"-17008"0"0,16-4-621 0 0,1 2-1 0 0,28-6 1 0 0,-8 3-119 0 0,20-4-272 0 0,49-14-716 0 0,-55 8-2308 0 0,-5-7-3432 0 0,-30 13 270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 60 0 0,'-2'0'3325'0'0,"-2"-1"-2266"0"0,1 0-1 0 0,0 0 1 0 0,-1 1 0 0 0,1 0 0 0 0,-1-1-1 0 0,1 1 1 0 0,-1 0 0 0 0,1 1 0 0 0,-1-1-1 0 0,-4 2 1 0 0,7-2-836 0 0,-1 1 0 0 0,1 0 0 0 0,-1 0 0 0 0,1 0 0 0 0,-1 0 1 0 0,1 0-1 0 0,0 0 0 0 0,-1 1 0 0 0,1-1 0 0 0,0 0 0 0 0,0 1 0 0 0,0-1 0 0 0,0 1 0 0 0,0-1 0 0 0,0 1 0 0 0,0-1 0 0 0,1 1 0 0 0,-1 0 1 0 0,1-1-1 0 0,-1 1 0 0 0,1 0 0 0 0,-1 3 0 0 0,-5 35 838 0 0,2 0-1 0 0,2 1 1 0 0,5 65 0 0 0,-1-17-650 0 0,-2-65-301 0 0,2 75-1326 0 0,-1-85-141 0 0,1 0 0 0 0,5 20 1 0 0,3-14-2137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9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2496 0 0,'2'-3'616'0'0,"4"-11"1307"0"0,1 0-1 0 0,0 0 0 0 0,1 1 1 0 0,12-16-1 0 0,-18 26-1746 0 0,1-1 0 0 0,1 1-1 0 0,-1 0 1 0 0,0 0 0 0 0,1 0 0 0 0,-1 1-1 0 0,1-1 1 0 0,0 1 0 0 0,0 0 0 0 0,0 0-1 0 0,0 0 1 0 0,0 0 0 0 0,0 1 0 0 0,1 0-1 0 0,-1-1 1 0 0,1 2 0 0 0,-1-1 0 0 0,0 0-1 0 0,1 1 1 0 0,5 0 0 0 0,-3 0-104 0 0,0 1 0 0 0,0 0 0 0 0,0 0 0 0 0,0 0 1 0 0,0 1-1 0 0,0 0 0 0 0,-1 0 0 0 0,1 1 0 0 0,-1 0 0 0 0,1 0 1 0 0,-1 0-1 0 0,0 1 0 0 0,0 0 0 0 0,-1 0 0 0 0,1 1 0 0 0,-1-1 1 0 0,0 1-1 0 0,0 0 0 0 0,0 1 0 0 0,-1-1 0 0 0,0 1 0 0 0,0 0 1 0 0,0 0-1 0 0,-1 0 0 0 0,5 13 0 0 0,-6-10 91 0 0,0 0 0 0 0,-1 0-1 0 0,0 1 1 0 0,-1-1 0 0 0,0 0 0 0 0,0 0-1 0 0,-1 1 1 0 0,0-1 0 0 0,-1 0 0 0 0,0 0-1 0 0,0 0 1 0 0,-1 0 0 0 0,0-1 0 0 0,-5 10-1 0 0,-8 14 356 0 0,-1-1 0 0 0,-26 36-1 0 0,-70 80 1555 0 0,57-77-1123 0 0,37-42-726 0 0,18-26-128 0 0,4 1 12 0 0,-3-2-104 0 0,0-1 1 0 0,0 0-1 0 0,0 1 0 0 0,0-1 0 0 0,0 0 1 0 0,0 1-1 0 0,0-1 0 0 0,1 0 0 0 0,-1 1 1 0 0,0-1-1 0 0,0 0 0 0 0,0 0 0 0 0,0 1 1 0 0,1-1-1 0 0,-1 0 0 0 0,0 0 0 0 0,0 1 1 0 0,1-1-1 0 0,-1 0 0 0 0,0 0 0 0 0,0 0 1 0 0,1 1-1 0 0,-1-1 0 0 0,0 0 0 0 0,0 0 1 0 0,1 0-1 0 0,-1 0 0 0 0,0 0 0 0 0,1 0 1 0 0,-1 1-1 0 0,0-1 0 0 0,1 0 0 0 0,11 1 20 0 0,0 0-1 0 0,0-1 0 0 0,1 0 0 0 0,-1-1 0 0 0,17-2 0 0 0,66-18-1121 0 0,-64 14 354 0 0,167-48-5280 0 0,-71 9-3087 0 0,-88 30 2526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09:59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77 3064 0 0,'-34'-21'10509'0'0,"3"-1"-4388"0"0,30 21-5669 0 0,1 1-421 0 0,0 0 1 0 0,-1 0-1 0 0,1 0 0 0 0,0 0 1 0 0,0 0-1 0 0,0 0 1 0 0,-1 0-1 0 0,1 0 1 0 0,0 0-1 0 0,0 0 0 0 0,-1 0 1 0 0,1 0-1 0 0,0 0 1 0 0,0 0-1 0 0,0 0 0 0 0,-1 0 1 0 0,1 0-1 0 0,0 0 1 0 0,0 0-1 0 0,0 0 0 0 0,-1 0 1 0 0,1-1-1 0 0,0 1 1 0 0,0 0-1 0 0,0 0 1 0 0,0 0-1 0 0,-1 0 0 0 0,1-1 1 0 0,0 1-1 0 0,0 0 1 0 0,0 0-1 0 0,0 0 0 0 0,0 0 1 0 0,0-1-1 0 0,-1 1 1 0 0,1 0-1 0 0,0 0 0 0 0,0 0 1 0 0,0-1-1 0 0,0 1 1 0 0,0 0-1 0 0,0 0 1 0 0,0-1-1 0 0,0 1 0 0 0,0 0 1 0 0,1-1 7 0 0,-1 1 0 0 0,0-1 0 0 0,1 0 1 0 0,0 1-1 0 0,-1-1 0 0 0,1 1 0 0 0,-1 0 0 0 0,1-1 1 0 0,0 1-1 0 0,-1-1 0 0 0,1 1 0 0 0,0 0 0 0 0,-1 0 1 0 0,1-1-1 0 0,0 1 0 0 0,-1 0 0 0 0,1 0 0 0 0,0 0 1 0 0,1 0-1 0 0,96-11 425 0 0,111 2 1 0 0,-206 9-501 0 0,1 1 13 0 0,-3-1 20 0 0,0 0 0 0 0,-1 0 1 0 0,1 0-1 0 0,0 0 0 0 0,0 0 0 0 0,-1 0 0 0 0,1 0 0 0 0,0 0 0 0 0,0 0 0 0 0,-1 1 1 0 0,1-1-1 0 0,0 0 0 0 0,0 0 0 0 0,-1 1 0 0 0,1-1 0 0 0,-1 1 0 0 0,1-1 0 0 0,0 1 1 0 0,-1-1-1 0 0,1 1 0 0 0,-1-1 0 0 0,1 1 0 0 0,-1-1 0 0 0,1 1 0 0 0,-1 0 0 0 0,1-1 0 0 0,-1 1 1 0 0,0 0-1 0 0,1-1 0 0 0,-1 1 0 0 0,0 0 0 0 0,0-1 0 0 0,1 1 0 0 0,-1 0 0 0 0,0 0 1 0 0,0 0-1 0 0,0-1 0 0 0,0 1 0 0 0,0 0 0 0 0,0 0 0 0 0,0-1 0 0 0,0 1 0 0 0,0 0 1 0 0,0 0-1 0 0,-1 1 0 0 0,-7 16 79 0 0,-1 0-1 0 0,0-1 1 0 0,-1 1 0 0 0,-1-2 0 0 0,-1 0-1 0 0,-17 19 1 0 0,-3 5 565 0 0,-10 15 308 0 0,-51 73 962 0 0,92-127-1849 0 0,0 1 1 0 0,-1-1-1 0 0,1 1 1 0 0,0 0-1 0 0,0-1 0 0 0,1 1 1 0 0,-1 0-1 0 0,0 0 1 0 0,1 0-1 0 0,-1-1 1 0 0,1 1-1 0 0,-1 0 1 0 0,1 0-1 0 0,0 0 0 0 0,0 0 1 0 0,-1 0-1 0 0,2 0 1 0 0,-1 0-1 0 0,0 0 1 0 0,0-1-1 0 0,1 1 1 0 0,-1 0-1 0 0,1 0 0 0 0,-1 0 1 0 0,1 0-1 0 0,0-1 1 0 0,-1 1-1 0 0,1 0 1 0 0,0 0-1 0 0,0-1 1 0 0,1 1-1 0 0,1 2 0 0 0,1-1 49 0 0,-1-1 0 0 0,1 0 0 0 0,0 1-1 0 0,0-1 1 0 0,0-1 0 0 0,0 1 0 0 0,0 0-1 0 0,0-1 1 0 0,0 0 0 0 0,1 0 0 0 0,-1 0-1 0 0,0-1 1 0 0,6 1 0 0 0,113-2 698 0 0,-51-1-244 0 0,-69 2-490 0 0,12-1 25 0 0,-11 0-57 0 0,-2 1-343 0 0,1 0 1 0 0,0 0 0 0 0,0-1-1 0 0,0 1 1 0 0,-1-1-1 0 0,1 1 1 0 0,4-3-1 0 0,-3 1-1228 0 0,0 0 0 0 0,0-1-1 0 0,0 0 1 0 0,0 1 0 0 0,5-7 0 0 0,8-5-1091 0 0,13-12-5558 0 0,-10 13 595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00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27 1516 0 0,'-7'-18'22338'0'0,"13"16"-22319"0"0,-1 0 0 0 0,1 1 0 0 0,0 0 0 0 0,0 0 0 0 0,0 0 0 0 0,0 1 0 0 0,0-1 0 0 0,0 2 0 0 0,8 0 0 0 0,16-1-824 0 0,69 0-9025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00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20 808 0 0,'-102'64'16379'0'0,"70"-40"-12092"0"0,35-23-4248 0 0,1 0 1 0 0,-1 0-1 0 0,0 0 0 0 0,1-1 0 0 0,-1 1 1 0 0,1-1-1 0 0,-1 0 0 0 0,1 0 1 0 0,-1 0-1 0 0,1-1 0 0 0,-1 1 1 0 0,4-2-1 0 0,53-12-149 0 0,-32 6-366 0 0,128-30-4203 0 0,-53 7-2592 0 0,-47 12 226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05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1884 0 0,'0'0'1760'0'0,"-10"9"-1040"0"0,3-2-2096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11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182 102 1364 0 0,'3'-7'1832'0'0,"0"-1"-1"0"0,0 1 1 0 0,-1-1-1 0 0,3-14 1 0 0,2-11 846 0 0,-6 32-2361 0 0,1-10 700 0 0,-2 6 245 0 0,2 11-1057 0 0,-1-5-197 0 0,10 7-1 0 0,3-3 22 0 0,-1-1 0 0 0,2 0 0 0 0,-1 0 0 0 0,28 1 0 0 0,-13-4 32 0 0,56-6 1 0 0,-82 5-55 0 0,40-7 128 0 0,-41 7-8 0 0,-2 3-123 0 0,-1 0 1 0 0,1 0-1 0 0,-1 0 1 0 0,0 0 0 0 0,0 0-1 0 0,-1 0 1 0 0,1-1-1 0 0,0 1 1 0 0,-4 4-1 0 0,-21 29 51 0 0,13-18-58 0 0,4-6 8 0 0,-331 491-79 0 0,316-469 101 0 0,-20 36 276 0 0,44-69-278 0 0,-11 13 131 0 0,10-13-150 0 0,23-23-32 0 0,-18 19 5 0 0,1 0 0 0 0,0 1 1 0 0,0-1-1 0 0,0 1 0 0 0,0 0 1 0 0,1 0-1 0 0,-1 0 0 0 0,0 1 1 0 0,1 0-1 0 0,-1 0 0 0 0,1 0 1 0 0,-1 0-1 0 0,1 1 0 0 0,0 0 1 0 0,-1 1-1 0 0,1-1 0 0 0,10 3 1 0 0,27 6-268 0 0,-10-1 608 0 0,63 6 0 0 0,-85-14-908 0 0,0 0 0 0 0,0 0 0 0 0,0-1 0 0 0,0 0 0 0 0,0-1 0 0 0,0 0 1 0 0,0-1-1 0 0,-1 0 0 0 0,21-9 0 0 0,-12 2-3012 0 0,4-4-1569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11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38 644 0 0,'-2'-1'3085'0'0,"-43"-13"8893"0"0,43 14-11181 0 0,-18-7 1928 0 0,150 1-5307 0 0,-42-2-7146 0 0,-72 7 5213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1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2980 0 0,'-65'42'9185'0'0,"16"-12"-4900"0"0,49-30-4270 0 0,-1 0 0 0 0,1 1 0 0 0,0-1 1 0 0,-1 0-1 0 0,1 0 0 0 0,0 0 0 0 0,-1 0 0 0 0,1 1 0 0 0,0-1 0 0 0,-1 0 0 0 0,1 0 0 0 0,0 0 0 0 0,-1 1 1 0 0,1-1-1 0 0,0 0 0 0 0,-1 1 0 0 0,1-1 0 0 0,0 0 0 0 0,0 1 0 0 0,0-1 0 0 0,-1 0 0 0 0,1 1 1 0 0,0-1-1 0 0,0 1 0 0 0,0-1 0 0 0,0 0 0 0 0,0 1 0 0 0,0-1 0 0 0,0 1 0 0 0,-1-1 0 0 0,1 0 0 0 0,0 1 1 0 0,0-1-1 0 0,1 1 0 0 0,-1-1 0 0 0,0 0 0 0 0,0 1 0 0 0,0-1 0 0 0,0 1 0 0 0,0-1 0 0 0,0 0 0 0 0,0 1 1 0 0,1-1-1 0 0,-1 0 0 0 0,0 1 0 0 0,0-1 0 0 0,1 0 0 0 0,-1 1 0 0 0,1-1 0 0 0,16 7 272 0 0,-4-6-297 0 0,1-1 1 0 0,-1 0 0 0 0,0-1 0 0 0,0 0 0 0 0,13-4 0 0 0,66-19-1757 0 0,-68 17 1042 0 0,98-32-6242 0 0,-77 22 1389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12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213 402 2556 0 0,'-3'0'2686'0'0,"-41"-9"5837"0"0,42 8-7591 0 0,-17-4 1279 0 0,18 5-2167 0 0,0 0 0 0 0,1 0-1 0 0,-1 0 1 0 0,0 0-1 0 0,0 0 1 0 0,1 0 0 0 0,-1-1-1 0 0,0 1 1 0 0,1 0 0 0 0,-1 0-1 0 0,1-1 1 0 0,-1 1 0 0 0,0 0-1 0 0,1-1 1 0 0,-1 1-1 0 0,1-1 1 0 0,-1 1 0 0 0,1-1-1 0 0,-1 1 1 0 0,1-1 0 0 0,-1 1-1 0 0,1-1 1 0 0,-1 0 0 0 0,17-10 45 0 0,1 2 0 0 0,21-9 0 0 0,-21 10-49 0 0,-1 0 1 0 0,-1 0-1 0 0,23-17 1 0 0,-31 19-30 0 0,1 0 0 0 0,-1-1 0 0 0,-1 0 0 0 0,0 0 1 0 0,0 0-1 0 0,0-1 0 0 0,-1 0 0 0 0,0 0 0 0 0,0-1 0 0 0,-1 1 0 0 0,0-1 0 0 0,-1 0 0 0 0,0 0 0 0 0,0 0 1 0 0,-1-1-1 0 0,0 1 0 0 0,0 0 0 0 0,-1-1 0 0 0,-1 1 0 0 0,0-1 0 0 0,0 0 0 0 0,-3-18 0 0 0,-9-49 125 0 0,12 74-178 0 0,-12 9-88 0 0,8-2 117 0 0,0 1 0 0 0,1-1 0 0 0,-1 1 0 0 0,1 0 0 0 0,0 0-1 0 0,1 0 1 0 0,-1 0 0 0 0,1 1 0 0 0,-3 10 0 0 0,1-3 10 0 0,-20 55 289 0 0,-21 98-1 0 0,-1 76 449 0 0,11-52-534 0 0,-19 33-38 0 0,19-83-55 0 0,27-110 1716 0 0,-16 38 0 0 0,23-66-1339 0 0,1-2-444 0 0,0 0 1 0 0,0 0 0 0 0,0 1 0 0 0,0-1-1 0 0,-1 0 1 0 0,1 0 0 0 0,0 0 0 0 0,0 1-1 0 0,-1-1 1 0 0,1 0 0 0 0,0 0 0 0 0,0 0-1 0 0,-1 0 1 0 0,1 1 0 0 0,0-1 0 0 0,0 0-1 0 0,-1 0 1 0 0,1 0 0 0 0,0 0 0 0 0,-1 0-1 0 0,1 0 1 0 0,0 0 0 0 0,-1 0 0 0 0,1 0 0 0 0,0 0-1 0 0,0 0 1 0 0,-1 0 0 0 0,1 0 0 0 0,-1 0-1 0 0,-3-6 21 0 0,1 0-1 0 0,0 0 0 0 0,0 0 0 0 0,0 0 1 0 0,0-1-1 0 0,1 1 0 0 0,0-1 0 0 0,1 1 0 0 0,-1-1 1 0 0,1 0-1 0 0,1 0 0 0 0,-1-9 0 0 0,1-12-63 0 0,6-46 0 0 0,-2 48-38 0 0,2 1 0 0 0,0-1-1 0 0,2 1 1 0 0,0 1 0 0 0,2-1-1 0 0,1 2 1 0 0,23-40 0 0 0,-8 24-50 0 0,1 1 0 0 0,2 1 0 0 0,48-47 1 0 0,-63 70 14 0 0,1 1 0 0 0,0 0 1 0 0,1 1-1 0 0,1 1 0 0 0,-1 1 1 0 0,2 0-1 0 0,-1 1 0 0 0,1 1 1 0 0,34-11-1 0 0,-50 19 66 0 0,0-1-1 0 0,0 1 1 0 0,0 0-1 0 0,0 0 1 0 0,0 0-1 0 0,0 0 1 0 0,0 0-1 0 0,0 0 1 0 0,0 0-1 0 0,0 1 1 0 0,0-1 0 0 0,0 1-1 0 0,0-1 1 0 0,0 1-1 0 0,0 0 1 0 0,-1 0-1 0 0,1 0 1 0 0,0 0-1 0 0,0 0 1 0 0,-1 0 0 0 0,1 0-1 0 0,-1 1 1 0 0,1-1-1 0 0,2 3 1 0 0,-2-1 8 0 0,0-1 0 0 0,0 1 0 0 0,0 0 0 0 0,-1 0 0 0 0,1 0 1 0 0,-1 0-1 0 0,0 0 0 0 0,1 0 0 0 0,-1 0 0 0 0,0 0 0 0 0,-1 0 0 0 0,1 1 0 0 0,0 5 1 0 0,-2-2 10 0 0,0-1 0 0 0,0 1 0 0 0,0-1 0 0 0,-1 1 0 0 0,0-1 0 0 0,-1 0 0 0 0,1 0 0 0 0,-1 0 0 0 0,0 0 0 0 0,-1 0 0 0 0,1-1 0 0 0,-9 11 0 0 0,-4 2-1 0 0,0-1-1 0 0,-23 19 0 0 0,19-18 90 0 0,-1-2-1 0 0,0 0 1 0 0,-2-1 0 0 0,1-1-1 0 0,-2-2 1 0 0,0 0 0 0 0,-28 10-1 0 0,10-15 515 0 0,39-7-468 0 0,0 0-157 0 0,1 0-6 0 0,1 0-1 0 0,-1 0 1 0 0,1 0-1 0 0,-1 0 1 0 0,1 0-1 0 0,-1 1 1 0 0,1-1-1 0 0,-1 0 1 0 0,1 1-1 0 0,-1-1 0 0 0,-1 2 1 0 0,2 5-240 0 0,9 6 245 0 0,96 120-2 0 0,9 10 64 0 0,-73-97-14 0 0,25 27-73 0 0,-57-65 65 0 0,1-1 1 0 0,0 0-1 0 0,0 0 0 0 0,0 0 1 0 0,1-2-1 0 0,13 7 1 0 0,-20-11-106 0 0,1 0 0 0 0,-1-1 0 0 0,1 0 0 0 0,0 0 0 0 0,-1 0 1 0 0,1 0-1 0 0,0-1 0 0 0,-1 1 0 0 0,1-1 0 0 0,-1 0 0 0 0,1 0 0 0 0,-1-1 1 0 0,1 1-1 0 0,-1 0 0 0 0,0-1 0 0 0,0 0 0 0 0,5-3 0 0 0,2-2-1292 0 0,-2 0 0 0 0,17-16 0 0 0,-3-7-8067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19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94 2320 0 0,'0'-3'1686'0'0,"-9"-87"10878"0"0,11 123-11555 0 0,15 163 1013 0 0,-12-157-1985 0 0,2 1 1 0 0,24 72-1 0 0,-31-110-28 0 0,1 0 0 0 0,0 0-1 0 0,0 0 1 0 0,0 0 0 0 0,0 0 0 0 0,0 0-1 0 0,0 0 1 0 0,0 0 0 0 0,1 0 0 0 0,-1 0-1 0 0,1 0 1 0 0,-1-1 0 0 0,1 1 0 0 0,0-1 0 0 0,0 1-1 0 0,-1-1 1 0 0,1 1 0 0 0,0-1 0 0 0,0 0-1 0 0,4 1 1 0 0,-3-1-1 0 0,0-1 0 0 0,-1 0 0 0 0,1 0 0 0 0,0 0 0 0 0,0 0 0 0 0,-1 0 0 0 0,1 0-1 0 0,0-1 1 0 0,0 1 0 0 0,-1-1 0 0 0,1 0 0 0 0,-1 0 0 0 0,1 0 0 0 0,4-3 0 0 0,2-1 0 0 0,0-1 0 0 0,0-1-1 0 0,0 0 1 0 0,-1 0 0 0 0,0 0 0 0 0,0-1 0 0 0,7-11-1 0 0,4-9 37 0 0,-2-1 0 0 0,-1 0 0 0 0,22-56 0 0 0,-12 24-89 0 0,-23 59 38 0 0,7-28-40 0 0,-10 28 366 0 0,-5 28 372 0 0,-18 108 420 0 0,-6 139 0 0 0,20-170-860 0 0,-6 83 196 0 0,-37 272 1562 0 0,47-436-1602 0 0,-1 0 0 0 0,0-1 0 0 0,-15 33 0 0 0,17-47-266 0 0,0 1 0 0 0,0-1 0 0 0,0 0 0 0 0,-1 0 0 0 0,0 0 0 0 0,-1 0 0 0 0,1-1 0 0 0,-1 0 0 0 0,0 0 0 0 0,-1-1 0 0 0,1 0 0 0 0,-12 7 0 0 0,15-11-112 0 0,-1 1 0 0 0,1-1 0 0 0,-1 0-1 0 0,0 0 1 0 0,0 0 0 0 0,0-1 0 0 0,1 1-1 0 0,-1-1 1 0 0,0 0 0 0 0,0 0 0 0 0,0 0-1 0 0,0-1 1 0 0,1 1 0 0 0,-1-1 0 0 0,0 0-1 0 0,0 0 1 0 0,1 0 0 0 0,-1-1 0 0 0,0 1-1 0 0,1-1 1 0 0,0 0 0 0 0,-1 0 0 0 0,1 0-1 0 0,-4-4 1 0 0,-4-2-2 0 0,2 0 1 0 0,-1-1-1 0 0,1-1 0 0 0,0 1 0 0 0,-14-22 0 0 0,17 21-26 0 0,1 0-1 0 0,-1 0 0 0 0,2 0 0 0 0,-1-1 1 0 0,1 0-1 0 0,1 0 0 0 0,0 0 0 0 0,1 0 1 0 0,0 0-1 0 0,-1-14 0 0 0,3 7-50 0 0,0 1 1 0 0,1 0-1 0 0,1 0 0 0 0,1 0 1 0 0,0 0-1 0 0,7-19 0 0 0,2 0-309 0 0,3 1-1 0 0,1 0 1 0 0,1 1 0 0 0,2 1-1 0 0,34-45 1 0 0,-15 29-1211 0 0,3 2 1 0 0,71-65-1 0 0,-5 19-2615 0 0,3 3-3301 0 0,-81 68 4861 0 0,10-10-3902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0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21 1492 0 0,'-39'26'12855'0'0,"37"-25"-12395"0"0,0 2-12 0 0,2-3-396 0 0,-1 0 0 0 0,1 1 0 0 0,-1-1 0 0 0,0 0 0 0 0,1 1 0 0 0,-1-1 0 0 0,1 1 0 0 0,0-1 0 0 0,-1 1 0 0 0,1 0 0 0 0,-1-1 0 0 0,1 1 0 0 0,0-1 0 0 0,-1 1 0 0 0,1 0 0 0 0,0-1 0 0 0,0 1 0 0 0,-1 0 0 0 0,1-1 0 0 0,0 2 0 0 0,2 0-18 0 0,0-1-1 0 0,1 0 0 0 0,-1 1 0 0 0,0-1 0 0 0,1 0 0 0 0,-1 0 0 0 0,1-1 1 0 0,-1 1-1 0 0,1 0 0 0 0,-1-1 0 0 0,1 0 0 0 0,-1 1 0 0 0,1-1 0 0 0,-1 0 1 0 0,5-1-1 0 0,45-5 204 0 0,-47 5-214 0 0,34-7 31 0 0,39-13-1 0 0,-2-3-2735 0 0,-72 22 2413 0 0,18-9-2638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0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17 844 0 0,'-1'-1'260'0'0,"-9"-2"2065"0"0,-18-7 9448 0 0,19 8-9114 0 0,5 3-2037 0 0,3-2-563 0 0,0 1 0 0 0,1 0 0 0 0,-1 0-1 0 0,0 0 1 0 0,1 0 0 0 0,-1 0 0 0 0,0 0-1 0 0,1 0 1 0 0,-1 0 0 0 0,0 0 0 0 0,0 0-1 0 0,1 0 1 0 0,-1 0 0 0 0,1 1 0 0 0,-1-1 0 0 0,0 0-1 0 0,1 0 1 0 0,-2 1 0 0 0,0 5 236 0 0,0 0 0 0 0,0 0-1 0 0,0 0 1 0 0,1 0 0 0 0,0 0 0 0 0,0 0 0 0 0,1 0 0 0 0,-1 0 0 0 0,1 0-1 0 0,0 1 1 0 0,1-1 0 0 0,1 7 0 0 0,0 18 473 0 0,6 112 795 0 0,1 1-1041 0 0,-7-70-1414 0 0,-1-4-5104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1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64 182 80 0 0,'12'-32'5615'0'0,"0"2"184"0"0,17-34 0 0 0,-27 60-5727 0 0,0 0-1 0 0,1 1 1 0 0,0-1-1 0 0,0 0 1 0 0,0 1 0 0 0,0 0-1 0 0,0 0 1 0 0,1 0 0 0 0,-1 0-1 0 0,1 0 1 0 0,0 0-1 0 0,0 1 1 0 0,0 0 0 0 0,0 0-1 0 0,0 0 1 0 0,1 0 0 0 0,-1 1-1 0 0,0 0 1 0 0,1 0-1 0 0,-1 0 1 0 0,1 0 0 0 0,-1 1-1 0 0,1-1 1 0 0,0 1 0 0 0,-1 0-1 0 0,1 1 1 0 0,8 1-1 0 0,-8-1-40 0 0,0 0 0 0 0,0 1 0 0 0,-1-1 0 0 0,1 1 0 0 0,0 1 0 0 0,-1-1 0 0 0,0 0 0 0 0,1 1 0 0 0,-1 0 0 0 0,0 0 0 0 0,0 0 0 0 0,0 1 0 0 0,-1-1 0 0 0,1 1 0 0 0,-1 0 0 0 0,0 0 0 0 0,0 0 0 0 0,0 0 0 0 0,-1 1-1 0 0,0-1 1 0 0,1 1 0 0 0,-2-1 0 0 0,1 1 0 0 0,0 0 0 0 0,0 6 0 0 0,0 1 160 0 0,-1-1 0 0 0,-1 1-1 0 0,0-1 1 0 0,-1 0 0 0 0,0 1 0 0 0,-1-1 0 0 0,0 0-1 0 0,-1 1 1 0 0,0-1 0 0 0,-1-1 0 0 0,0 1-1 0 0,-7 13 1 0 0,-6 8 425 0 0,-1-1 1 0 0,-35 46-1 0 0,-100 107 1579 0 0,104-128-1892 0 0,49-56-294 0 0,-1 1 0 0 0,1-1 0 0 0,-1 1 0 0 0,1-1 0 0 0,-1 1 0 0 0,1 0 0 0 0,0-1 0 0 0,-1 1 0 0 0,1 0 0 0 0,-1-1 0 0 0,1 1 0 0 0,0 0 0 0 0,0-1 0 0 0,0 1 0 0 0,-1 0 0 0 0,1-1 0 0 0,0 1 0 0 0,0 0 0 0 0,0 0-1 0 0,0-1 1 0 0,0 1 0 0 0,0 1 0 0 0,1-2-2 0 0,-1 1 0 0 0,0-1 0 0 0,1 1 0 0 0,-1-1 0 0 0,1 1 0 0 0,-1-1 0 0 0,1 1 0 0 0,-1-1-1 0 0,1 1 1 0 0,-1-1 0 0 0,1 0 0 0 0,0 1 0 0 0,-1-1 0 0 0,1 0 0 0 0,-1 0 0 0 0,1 1 0 0 0,0-1 0 0 0,-1 0 0 0 0,2 0-1 0 0,31 1 102 0 0,-31-1-108 0 0,36-3-51 0 0,-1-3 1 0 0,1-1 0 0 0,-1-1-1 0 0,46-18 1 0 0,-78 24-714 0 0,-1 0-1 0 0,1-1 1 0 0,-1 1 0 0 0,1-1 0 0 0,-1 0 0 0 0,0 0-1 0 0,0 0 1 0 0,0-1 0 0 0,4-5 0 0 0,15-19-8683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169 409 1392 0 0,'-21'-21'10908'0'0,"-1"4"-4097"0"0,21 16-6426 0 0,-4-9 528 0 0,11 2-834 0 0,0 0 0 0 0,0 1 1 0 0,0-1-1 0 0,1 1 0 0 0,0 1 0 0 0,11-9 0 0 0,15-15 39 0 0,-23 18-91 0 0,0 1 1 0 0,-2-1 0 0 0,1-1-1 0 0,-2 1 1 0 0,0-1 0 0 0,8-20-1 0 0,22-85-10 0 0,-25 74-152 0 0,-11 42 74 0 0,-2 2-14 0 0,0 0 68 0 0,0 1-1 0 0,0-1 0 0 0,0 1 1 0 0,0-1-1 0 0,0 1 0 0 0,0-1 1 0 0,0 1-1 0 0,0 0 0 0 0,1-1 1 0 0,-1 1-1 0 0,0 0 0 0 0,1 0 1 0 0,-1 0-1 0 0,0-1 0 0 0,1 1 1 0 0,-1 0-1 0 0,1 0 0 0 0,-1 0 1 0 0,0 1-1 0 0,-10 26-53 0 0,7-20 40 0 0,-40 107 321 0 0,-53 213 1 0 0,9 130 321 0 0,82-430-544 0 0,3-14 342 0 0,1 0-1 0 0,-1 17 1 0 0,3-31-385 0 0,0 1 0 0 0,0-1 0 0 0,1 1-1 0 0,-1-1 1 0 0,0 0 0 0 0,0 1 0 0 0,0-1 0 0 0,0 1 0 0 0,0-1 0 0 0,0 0 0 0 0,-1 1 0 0 0,1-1 0 0 0,0 1 0 0 0,0-1 0 0 0,0 0-1 0 0,0 1 1 0 0,0-1 0 0 0,-1 1 0 0 0,1-1 0 0 0,0 0 0 0 0,0 1 0 0 0,0-1 0 0 0,-1 0 0 0 0,1 1 0 0 0,0-1 0 0 0,-1 0 0 0 0,1 1-1 0 0,0-1 1 0 0,-1 0 0 0 0,1 0 0 0 0,0 0 0 0 0,-1 1 0 0 0,1-1 0 0 0,0 0 0 0 0,-1 0 0 0 0,1 0 0 0 0,-1 0 0 0 0,1 0-1 0 0,0 1 1 0 0,-1-1 0 0 0,1 0 0 0 0,-1 0 0 0 0,1 0 0 0 0,-1 0 0 0 0,1 0 0 0 0,0 0 0 0 0,-1 0 0 0 0,0-1 0 0 0,0 1-11 0 0,0-1 1 0 0,0 1-1 0 0,0 0 1 0 0,0-1 0 0 0,0 0-1 0 0,0 1 1 0 0,0-1-1 0 0,1 0 1 0 0,-1 1 0 0 0,0-1-1 0 0,0 0 1 0 0,0 0-1 0 0,1 0 1 0 0,-1 0 0 0 0,0 0-1 0 0,1 0 1 0 0,-1-1-1 0 0,-5-15-26 0 0,1-1-1 0 0,1 0 1 0 0,1 1-1 0 0,1-1 1 0 0,0-1-1 0 0,1 1 1 0 0,1 0-1 0 0,1 0 1 0 0,0 0-1 0 0,2 0 1 0 0,7-32-1 0 0,-3 27-40 0 0,0 0-1 0 0,1 0 1 0 0,2 0-1 0 0,0 1 1 0 0,1 0 0 0 0,1 1-1 0 0,2 1 1 0 0,18-25 0 0 0,-21 33 5 0 0,1 0 1 0 0,0 0-1 0 0,0 1 1 0 0,1 0-1 0 0,0 1 1 0 0,24-13-1 0 0,-29 19 9 0 0,-1 0-1 0 0,1 1 0 0 0,0 0 1 0 0,0 0-1 0 0,0 1 0 0 0,0 0 1 0 0,0 0-1 0 0,0 1 0 0 0,1 0 1 0 0,-1 1-1 0 0,0 0 0 0 0,1 0 1 0 0,-1 0-1 0 0,16 4 0 0 0,-21-3 30 0 0,1 0-1 0 0,-1 0 0 0 0,0 0 1 0 0,0 0-1 0 0,0 0 0 0 0,-1 0 1 0 0,1 1-1 0 0,0 0 0 0 0,0-1 1 0 0,-1 1-1 0 0,1 0 0 0 0,-1 0 1 0 0,1 1-1 0 0,-1-1 1 0 0,0 0-1 0 0,0 1 0 0 0,0-1 1 0 0,0 1-1 0 0,-1 0 0 0 0,1 0 1 0 0,-1-1-1 0 0,1 1 0 0 0,-1 0 1 0 0,0 0-1 0 0,0 0 0 0 0,-1 0 1 0 0,1 1-1 0 0,0 4 0 0 0,-1-2 9 0 0,0 0-1 0 0,0-1 0 0 0,-1 1 0 0 0,0 0 1 0 0,0-1-1 0 0,0 1 0 0 0,-1 0 0 0 0,0-1 0 0 0,0 0 1 0 0,0 1-1 0 0,-1-1 0 0 0,0 0 0 0 0,0 0 0 0 0,0-1 1 0 0,-5 6-1 0 0,0 0 13 0 0,0-1-1 0 0,-1 0 1 0 0,-1-1 0 0 0,1 0-1 0 0,-1 0 1 0 0,-1-1 0 0 0,1 0-1 0 0,-20 8 1 0 0,22-11-8 0 0,-1-1-1 0 0,0 0 1 0 0,0-1 0 0 0,0 0-1 0 0,0 0 1 0 0,0-1 0 0 0,0 0-1 0 0,0-1 1 0 0,-1 0 0 0 0,1 0-1 0 0,0-1 1 0 0,-10-1 0 0 0,-21-9-226 0 0,38 11 133 0 0,4 2-83 0 0,1 1 131 0 0,0-1 0 0 0,-1 0 0 0 0,1 0 1 0 0,0 0-1 0 0,0-1 0 0 0,3 3 0 0 0,-1-2 20 0 0,20 17-7 0 0,-1 0-1 0 0,-1 1 0 0 0,37 42 0 0 0,-13-12 122 0 0,-26-28-795 0 0,1-1 0 0 0,2-1 0 0 0,31 20 0 0 0,-45-33-218 0 0,1-2 0 0 0,0 1 0 0 0,0-1-1 0 0,17 4 1 0 0,-18-6-336 0 0,-1-1 0 0 0,1 0 0 0 0,0-1 0 0 0,0 0 0 0 0,0-1 0 0 0,13-1 0 0 0,7-3-4387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2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11 120 3152 0 0,'-1'-3'2659'0'0,"-6"-42"9542"0"0,6 43-11469 0 0,1 2-655 0 0,0-1-1 0 0,0 0 0 0 0,-1 1 0 0 0,1-1 1 0 0,0 0-1 0 0,0 1 0 0 0,0-1 0 0 0,0 0 1 0 0,0 1-1 0 0,0-1 0 0 0,0 0 0 0 0,0 1 1 0 0,0-1-1 0 0,0 0 0 0 0,1 1 0 0 0,-1-1 1 0 0,0 0-1 0 0,0 1 0 0 0,1-1 0 0 0,-1 0 1 0 0,0 1-1 0 0,1-1 0 0 0,-1 1 0 0 0,0-1 1 0 0,1 1-1 0 0,-1-1 0 0 0,1 1 0 0 0,-1-1 1 0 0,2 0-1 0 0,182-35 277 0 0,-108 24-3900 0 0,-58 9 1200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2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0 2960 0 0,'-23'17'3300'0'0,"1"-3"53"0"0,0 2 0 0 0,-20 20 0 0 0,41-36-3246 0 0,1 0 0 0 0,-1 1 0 0 0,1-1 1 0 0,-1 1-1 0 0,1-1 0 0 0,-1 1 0 0 0,1 0 0 0 0,-1-1 1 0 0,1 1-1 0 0,-1-1 0 0 0,1 1 0 0 0,0 0 0 0 0,-1-1 1 0 0,1 1-1 0 0,0 0 0 0 0,0-1 0 0 0,0 1 0 0 0,-1 0 1 0 0,1 0-1 0 0,0-1 0 0 0,0 1 0 0 0,0 0 1 0 0,0 0-1 0 0,0-1 0 0 0,0 1 0 0 0,0 0 0 0 0,1-1 1 0 0,-1 2-1 0 0,1-1-6 0 0,0 1 1 0 0,0-1-1 0 0,0-1 0 0 0,0 1 1 0 0,0 0-1 0 0,0 0 1 0 0,0 0-1 0 0,0 0 0 0 0,0-1 1 0 0,0 1-1 0 0,1 0 1 0 0,-1-1-1 0 0,0 1 1 0 0,2-1-1 0 0,5 3 188 0 0,0-2-1 0 0,-1 1 1 0 0,16 0-1 0 0,47-2 417 0 0,89-11 0 0 0,68-22-855 0 0,-216 31-257 0 0,83-17-448 0 0,-48 2-2460 0 0,-40 14 1541 0 0,0 0 0 0 0,0-1 0 0 0,0 0 0 0 0,8-7 0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335 222 1720 0 0,'25'-54'7944'0'0,"-17"34"-5595"0"0,0-1 0 0 0,-1 0 0 0 0,-1-1 0 0 0,4-24 0 0 0,-10 44-2291 0 0,1 1 0 0 0,-1 0 0 0 0,0 0 1 0 0,0-1-1 0 0,1 1 0 0 0,-1 0 0 0 0,0-1 1 0 0,0 1-1 0 0,0 0 0 0 0,0-1 0 0 0,-1 1 1 0 0,1 0-1 0 0,0 0 0 0 0,0-1 0 0 0,-1 1 1 0 0,1 0-1 0 0,-1 0 0 0 0,1 0 0 0 0,-1-1 1 0 0,0 1-1 0 0,1 0 0 0 0,-1 0 0 0 0,0 0 1 0 0,0 0-1 0 0,0 0 0 0 0,0 0 0 0 0,0 0 1 0 0,0 1-1 0 0,0-1 0 0 0,-1-1 0 0 0,0 2-54 0 0,0 0-1 0 0,0 0 1 0 0,0-1-1 0 0,0 1 1 0 0,0 1-1 0 0,0-1 0 0 0,0 0 1 0 0,0 0-1 0 0,0 1 1 0 0,0-1-1 0 0,0 1 1 0 0,0 0-1 0 0,0 0 0 0 0,0-1 1 0 0,0 1-1 0 0,1 0 1 0 0,-4 2-1 0 0,-13 10-29 0 0,1 1 1 0 0,0 1-1 0 0,1 0 0 0 0,1 1 1 0 0,0 0-1 0 0,1 1 0 0 0,1 1 0 0 0,0 0 1 0 0,1 1-1 0 0,2 1 0 0 0,-16 35 0 0 0,24-48 26 0 0,0 0 0 0 0,0 0 0 0 0,0 1-1 0 0,1-1 1 0 0,0 0 0 0 0,1 1 0 0 0,0-1-1 0 0,0 1 1 0 0,0-1 0 0 0,1 1 0 0 0,0-1-1 0 0,0 0 1 0 0,1 1 0 0 0,0-1 0 0 0,0 0-1 0 0,1 0 1 0 0,0 0 0 0 0,0-1 0 0 0,1 1-1 0 0,0-1 1 0 0,8 12 0 0 0,9 6 11 0 0,0 0 0 0 0,1-2 1 0 0,49 39-1 0 0,-27-25 7 0 0,-15-12 61 0 0,-15-13 57 0 0,1 1-1 0 0,-1 1 1 0 0,-1 0 0 0 0,-1 1 0 0 0,0 0 0 0 0,17 26 0 0 0,-27-37 21 0 0,-1-1-1 0 0,1 1 1 0 0,-1 0 0 0 0,0 0 0 0 0,0 0-1 0 0,0 0 1 0 0,0-1 0 0 0,-1 1 0 0 0,1 0-1 0 0,-1 0 1 0 0,0 0 0 0 0,0 0-1 0 0,0 1 1 0 0,0-1 0 0 0,0 0 0 0 0,-1 0-1 0 0,1 0 1 0 0,-1-1 0 0 0,-2 7 0 0 0,1-5-8 0 0,0-1 0 0 0,-1 1 0 0 0,1 0 0 0 0,-1-1 0 0 0,0 0 1 0 0,0 1-1 0 0,0-1 0 0 0,0-1 0 0 0,-1 1 0 0 0,1 0 0 0 0,-1-1 1 0 0,-5 3-1 0 0,-3 1 42 0 0,1-1 1 0 0,-1 0-1 0 0,0-1 1 0 0,-1-1-1 0 0,1 0 1 0 0,-1 0-1 0 0,1-1 1 0 0,-19 0-1 0 0,24-2-155 0 0,1 0-1 0 0,0-1 0 0 0,-1 0 1 0 0,1 0-1 0 0,0 0 0 0 0,0-1 1 0 0,0 0-1 0 0,0 0 0 0 0,0 0 1 0 0,0-1-1 0 0,1 0 1 0 0,-8-5-1 0 0,10 6-53 0 0,0 0 0 0 0,0-1 0 0 0,1 1 0 0 0,-1-1 0 0 0,1 0-1 0 0,-1 0 1 0 0,1 0 0 0 0,0 0 0 0 0,0 0 0 0 0,1 0 0 0 0,-1-1 0 0 0,1 1 0 0 0,-1-1 0 0 0,1 1 0 0 0,0-1 0 0 0,0 1 0 0 0,1-1 0 0 0,-1 0-1 0 0,1 1 1 0 0,0-1 0 0 0,0 0 0 0 0,0-3 0 0 0,2-7-43 0 0,1 0 0 0 0,0 0-1 0 0,1 0 1 0 0,0 0 0 0 0,1 1-1 0 0,0 0 1 0 0,11-18 0 0 0,58-83-184 0 0,-70 108 230 0 0,72-95-55 0 0,-35 50 197 0 0,38-67 0 0 0,-76 114-136 0 0,-1-1 1 0 0,1 1-1 0 0,-1-1 0 0 0,0 0 1 0 0,-1 0-1 0 0,1 0 0 0 0,-1 0 1 0 0,0 0-1 0 0,0-1 0 0 0,0-4 1 0 0,-1 8-39 0 0,0 0 0 0 0,-1 1 0 0 0,1-1 0 0 0,0 0 0 0 0,-1 1 0 0 0,1-1 0 0 0,-1 1 0 0 0,1-1 0 0 0,-1 1 0 0 0,0-1 0 0 0,0 1 0 0 0,0 0 0 0 0,0-1 0 0 0,0 1 0 0 0,0 0 0 0 0,0-1 0 0 0,0 1 0 0 0,0 0 0 0 0,0 0 0 0 0,-1 0 0 0 0,1 0 0 0 0,0 0 0 0 0,-1 0 0 0 0,1 1 0 0 0,-1-1 0 0 0,1 0 0 0 0,-1 1 0 0 0,1-1 0 0 0,-1 1 0 0 0,0 0 0 0 0,1-1 0 0 0,-1 1 0 0 0,1 0 0 0 0,-1 0 0 0 0,-2 0 0 0 0,-11 0-494 0 0,0 0-1 0 0,1 1 1 0 0,-1 0-1 0 0,1 2 1 0 0,0-1-1 0 0,-20 8 1 0 0,-81 34-2553 0 0,-56 37-6171 0 0,65-23-725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4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94 232 0 0,'-3'-85'13113'0'0,"2"77"-11465"0"0,2 10-812 0 0,3 33-230 0 0,2-1 0 0 0,1 0-1 0 0,17 47 1 0 0,-18-63-541 0 0,0-1 1 0 0,2 0-1 0 0,0-1 0 0 0,0 0 0 0 0,2 0 0 0 0,15 20 0 0 0,-20-30-33 0 0,0 0-1 0 0,1 1 1 0 0,-1-2-1 0 0,2 1 1 0 0,-1-1 0 0 0,1 0-1 0 0,-1 0 1 0 0,1-1-1 0 0,0 0 1 0 0,1 0 0 0 0,-1 0-1 0 0,1-1 1 0 0,0 0-1 0 0,0-1 1 0 0,0 0 0 0 0,8 1-1 0 0,-12-2 26 0 0,-1-1 0 0 0,0 0-1 0 0,1 0 1 0 0,-1 0 0 0 0,1-1-1 0 0,-1 1 1 0 0,0-1 0 0 0,1 0-1 0 0,-1 0 1 0 0,0 0 0 0 0,0 0 0 0 0,0 0-1 0 0,0-1 1 0 0,0 0 0 0 0,4-2-1 0 0,-3 1 15 0 0,0-1 1 0 0,1 0-1 0 0,-2 0 0 0 0,1 0 0 0 0,0 0 0 0 0,-1-1 0 0 0,0 0 0 0 0,4-6 0 0 0,1-7 453 0 0,-1 0-1 0 0,0 0 1 0 0,8-39-1 0 0,-5 10 440 0 0,-10 45-982 0 0,-2 19-11 0 0,-64 328 400 0 0,61-321-336 0 0,-153 584 1106 0 0,147-576-471 0 0,-17 35 1 0 0,25-60-480 0 0,-1 1 0 0 0,0-1 0 0 0,0-1 0 0 0,-1 1 0 0 0,0-1 1 0 0,0 1-1 0 0,0-1 0 0 0,-1-1 0 0 0,0 1 0 0 0,-12 8 0 0 0,15-13-142 0 0,0 1 1 0 0,0-1-1 0 0,-1 0 0 0 0,1 0 0 0 0,-1 0 1 0 0,1 0-1 0 0,-1 0 0 0 0,1-1 0 0 0,-1 0 1 0 0,0 0-1 0 0,1 0 0 0 0,-1 0 1 0 0,1 0-1 0 0,-1-1 0 0 0,0 1 0 0 0,1-1 1 0 0,-1 0-1 0 0,1 0 0 0 0,0 0 0 0 0,-1-1 1 0 0,1 1-1 0 0,0-1 0 0 0,0 0 1 0 0,0 0-1 0 0,0 0 0 0 0,0 0 0 0 0,0-1 1 0 0,-4-4-1 0 0,-1-1 11 0 0,-1-1 1 0 0,1 0-1 0 0,1-1 0 0 0,0 0 0 0 0,0 0 1 0 0,1-1-1 0 0,-6-12 0 0 0,8 12-49 0 0,1 1 1 0 0,-1 0-1 0 0,2-1 0 0 0,-1 1 0 0 0,1-1 1 0 0,1 0-1 0 0,0 0 0 0 0,1 1 0 0 0,1-15 1 0 0,0 9-6 0 0,2-1 1 0 0,0 1 0 0 0,1 1 0 0 0,1-1 0 0 0,10-24-1 0 0,-2 12-67 0 0,2 1 0 0 0,1 0 0 0 0,1 2 0 0 0,1 0-1 0 0,1 0 1 0 0,24-22 0 0 0,-8 14-768 0 0,0 1 0 0 0,2 2-1 0 0,2 1 1 0 0,0 2 0 0 0,49-24-1 0 0,-32 23-4795 0 0,98-34-1 0 0,-123 50 939 0 0,-1 2-2335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4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84 1956 0 0,'-20'-23'18283'0'0,"20"23"-18245"0"0,-1 0 0 0 0,1 0 0 0 0,0 0 0 0 0,0-1 0 0 0,-1 1 0 0 0,1 0 0 0 0,0 0 0 0 0,0 0 0 0 0,0 0 0 0 0,-1 0 0 0 0,1 0 0 0 0,0 0 0 0 0,0 0 0 0 0,0 0 0 0 0,0-1 0 0 0,-1 1 0 0 0,1 0 0 0 0,0 0 0 0 0,0 0 0 0 0,0 0 0 0 0,0-1 0 0 0,0 1 0 0 0,0 0 0 0 0,-1 0 0 0 0,1 0 0 0 0,0-1 0 0 0,0 1 0 0 0,0 0 0 0 0,0 0 0 0 0,0 0 0 0 0,0-1 0 0 0,0 1 0 0 0,0 0 0 0 0,0 0 0 0 0,0 0 0 0 0,0-1 0 0 0,0 1 0 0 0,0 0 0 0 0,0 0 0 0 0,0 0 0 0 0,0-1 0 0 0,0 1 0 0 0,0 0 0 0 0,0 0 0 0 0,0 0 0 0 0,1-1 0 0 0,-1 1 0 0 0,0 0 0 0 0,0 0 0 0 0,0 0 0 0 0,0-1 0 0 0,0 1 0 0 0,0 0 0 0 0,1 0 0 0 0,16-8 474 0 0,25-3-584 0 0,2 2-772 0 0,58-10-2212 0 0,-36 14-6908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4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3 344 0 0,'-111'84'14423'0'0,"109"-82"-13704"0"0,2-1-691 0 0,0-1 1 0 0,0 1-1 0 0,1-1 0 0 0,-1 1 1 0 0,0 0-1 0 0,1-1 0 0 0,-1 1 0 0 0,1-1 1 0 0,-1 1-1 0 0,0-1 0 0 0,1 0 1 0 0,-1 1-1 0 0,1-1 0 0 0,-1 1 1 0 0,1-1-1 0 0,0 0 0 0 0,-1 1 0 0 0,1-1 1 0 0,-1 0-1 0 0,1 0 0 0 0,0 0 1 0 0,-1 1-1 0 0,1-1 0 0 0,1 0 0 0 0,27-3-118 0 0,1-2-1 0 0,55-15 0 0 0,59-30-7159 0 0,-93 30 983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5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274 492 1140 0 0,'-16'0'2577'0'0,"7"1"-662"0"0,0-1 0 0 0,0-1-1 0 0,-16-2 1 0 0,22 2-1485 0 0,0 0-1 0 0,0 0 0 0 0,0 0 1 0 0,0 0-1 0 0,0-1 1 0 0,0 1-1 0 0,1-1 0 0 0,-1 0 1 0 0,0 1-1 0 0,1-1 0 0 0,-1-1 1 0 0,1 1-1 0 0,0 0 1 0 0,-3-5-1 0 0,-8-10 272 0 0,1-1 0 0 0,1 0 0 0 0,1-1 0 0 0,1-1 1 0 0,-7-21-1 0 0,11 29-666 0 0,1-1-1 0 0,1 0 1 0 0,1 0 0 0 0,0 0 0 0 0,0 0 0 0 0,1 0 0 0 0,1 0-1 0 0,0 0 1 0 0,3-18 0 0 0,-1 22-42 0 0,1 0 0 0 0,0 0 0 0 0,0 0 0 0 0,1 0-1 0 0,0 1 1 0 0,0-1 0 0 0,1 1 0 0 0,0 0 0 0 0,1 1 0 0 0,0-1 0 0 0,0 1 0 0 0,0 0 0 0 0,15-11-1 0 0,-13 12-9 0 0,0 0 0 0 0,0 0-1 0 0,0 1 1 0 0,1 0-1 0 0,-1 1 1 0 0,1 0 0 0 0,0 0-1 0 0,0 1 1 0 0,1 0-1 0 0,-1 1 1 0 0,1 0 0 0 0,0 0-1 0 0,13 0 1 0 0,-20 2 12 0 0,1 0 0 0 0,-1 0-1 0 0,1 0 1 0 0,-1 0 0 0 0,0 1 0 0 0,1-1 0 0 0,-1 1 0 0 0,0 0 0 0 0,0 0 0 0 0,1 0 0 0 0,-1 1 0 0 0,0-1 0 0 0,0 1-1 0 0,0-1 1 0 0,0 1 0 0 0,-1 0 0 0 0,1 0 0 0 0,0 1 0 0 0,-1-1 0 0 0,1 0 0 0 0,-1 1 0 0 0,0 0 0 0 0,0-1 0 0 0,0 1-1 0 0,0 0 1 0 0,-1 0 0 0 0,1 0 0 0 0,-1 0 0 0 0,3 6 0 0 0,-3-1-6 0 0,1 0 0 0 0,-1 0 0 0 0,-1 0 0 0 0,1 0 0 0 0,-1-1 0 0 0,-1 1 0 0 0,1 0 0 0 0,-1 0-1 0 0,-1 0 1 0 0,1 0 0 0 0,-6 13 0 0 0,-5 11 17 0 0,-2 0 0 0 0,-2-1 0 0 0,-27 43 0 0 0,-69 83 23 0 0,58-85-34 0 0,44-58-14 0 0,-59 90-103 0 0,63-94 108 0 0,1 1 1 0 0,0-1-1 0 0,0 1 1 0 0,1 1-1 0 0,1-1 1 0 0,0 1-1 0 0,0-1 1 0 0,0 15-1 0 0,3-23 16 0 0,-1 0-1 0 0,1 1 1 0 0,1-1 0 0 0,-1 0-1 0 0,0 0 1 0 0,1 0 0 0 0,0 1-1 0 0,-1-1 1 0 0,1 0-1 0 0,0 0 1 0 0,1 0 0 0 0,-1 0-1 0 0,1 0 1 0 0,-1 0 0 0 0,1-1-1 0 0,0 1 1 0 0,3 4 0 0 0,-1-4 3 0 0,-1 0 0 0 0,1-1 0 0 0,0 1 0 0 0,0-1 0 0 0,0 1 0 0 0,0-1 0 0 0,0 0 0 0 0,0-1 0 0 0,0 1 0 0 0,1-1 0 0 0,5 1 0 0 0,4 0 20 0 0,1 0-1 0 0,-1-1 1 0 0,1-1 0 0 0,-1 0-1 0 0,0-1 1 0 0,28-6 0 0 0,-27 4 97 0 0,-1-1-1 0 0,1-1 1 0 0,-1 0 0 0 0,0 0 0 0 0,-1-1 0 0 0,1-1 0 0 0,-1-1 0 0 0,-1 0 0 0 0,15-11-1 0 0,-21 14 33 0 0,-1 0-1 0 0,0 0 1 0 0,0 0-1 0 0,0-1 0 0 0,-1 0 1 0 0,0 0-1 0 0,0 0 1 0 0,0 0-1 0 0,-1-1 1 0 0,0 1-1 0 0,0-1 0 0 0,-1 0 1 0 0,1 0-1 0 0,-2 0 1 0 0,1 0-1 0 0,-1 0 0 0 0,0-1 1 0 0,0 1-1 0 0,-1 0 1 0 0,-1-13-1 0 0,0 12-62 0 0,0 0-1 0 0,-1-1 1 0 0,0 1-1 0 0,0 0 1 0 0,-1 0 0 0 0,0 0-1 0 0,0 1 1 0 0,-1-1-1 0 0,0 1 1 0 0,-1 0 0 0 0,0 0-1 0 0,0 0 1 0 0,0 0-1 0 0,0 1 1 0 0,-10-8 0 0 0,7 7-144 0 0,-1 0 1 0 0,0 1 0 0 0,0 0-1 0 0,0 1 1 0 0,-1 0 0 0 0,0 0-1 0 0,0 1 1 0 0,0 0 0 0 0,0 1-1 0 0,0 0 1 0 0,-15-1-1 0 0,21 3-237 0 0,1 1-1 0 0,0 0 1 0 0,-1 0-1 0 0,1 1 1 0 0,0-1-1 0 0,-1 1 1 0 0,1-1-1 0 0,0 1 1 0 0,0 0-1 0 0,0 0 1 0 0,0 1-1 0 0,0-1 1 0 0,-3 2-1 0 0,5-2 154 0 0,0-1 0 0 0,1 1-1 0 0,-1-1 1 0 0,1 1-1 0 0,-1-1 1 0 0,1 1-1 0 0,-1-1 1 0 0,1 1-1 0 0,0-1 1 0 0,-1 1-1 0 0,1-1 1 0 0,0 1 0 0 0,-1 0-1 0 0,1-1 1 0 0,0 1-1 0 0,0 0 1 0 0,0-1-1 0 0,-1 1 1 0 0,1 0-1 0 0,0 0 1 0 0,0-1-1 0 0,0 1 1 0 0,0 0 0 0 0,0-1-1 0 0,0 1 1 0 0,0 0-1 0 0,1-1 1 0 0,-1 1-1 0 0,0 0 1 0 0,0-1-1 0 0,0 1 1 0 0,1 0-1 0 0,-1-1 1 0 0,1 2 0 0 0,0-1-373 0 0,-1 1 1 0 0,1 0-1 0 0,1-1 1 0 0,-1 1 0 0 0,0 0-1 0 0,0-1 1 0 0,0 1-1 0 0,1-1 1 0 0,-1 0 0 0 0,4 3-1 0 0,7 1-3681 0 0,4 0-1785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6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59 1624 0 0,'-3'0'3091'0'0,"-19"2"5300"0"0,13-1-5071 0 0,-15 1 988 0 0,20-1-2423 0 0,15-2-1659 0 0,374-51 1316 0 0,-355 45-3542 0 0,-18 3-2978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89 182 2484 0 0,'-6'-9'2366'0'0,"1"-1"0"0"0,0 1 0 0 0,-5-14-1 0 0,-6-29 3106 0 0,14 47-5119 0 0,2 3-40 0 0,-1-2 111 0 0,1 1 1 0 0,-1 0-1 0 0,1-1 0 0 0,-1 1 0 0 0,0 0 0 0 0,-1 0 1 0 0,1-1-1 0 0,0 1 0 0 0,-4-5 0 0 0,1 0 2603 0 0,2 12-3160 0 0,-1 6 577 0 0,5-9-237 0 0,5-5-195 0 0,-1-1-29 0 0,0 1-1 0 0,0 0 1 0 0,0 1-1 0 0,1-1 0 0 0,-1 1 1 0 0,1 0-1 0 0,0 1 1 0 0,-1 0-1 0 0,1 0 0 0 0,0 0 1 0 0,0 1-1 0 0,1 0 0 0 0,-1 0 1 0 0,0 1-1 0 0,0 0 1 0 0,0 0-1 0 0,0 1 0 0 0,1 0 1 0 0,-1 0-1 0 0,0 1 1 0 0,0-1-1 0 0,0 2 0 0 0,-1-1 1 0 0,1 1-1 0 0,-1 0 1 0 0,11 6-1 0 0,-8-3 2 0 0,0-1 1 0 0,-1 2-1 0 0,0-1 0 0 0,0 1 0 0 0,-1 0 1 0 0,0 1-1 0 0,0-1 0 0 0,-1 1 1 0 0,0 1-1 0 0,0-1 0 0 0,-1 1 0 0 0,0 0 1 0 0,0 1-1 0 0,-1-1 0 0 0,0 1 0 0 0,-1-1 1 0 0,0 1-1 0 0,2 14 0 0 0,-4-7 12 0 0,-1 0 0 0 0,0 1 0 0 0,-2-1 0 0 0,1 1 0 0 0,-2-1 0 0 0,-1 0 0 0 0,0 0 0 0 0,-1-1 0 0 0,0 1 0 0 0,-2-1 0 0 0,0 0 0 0 0,0-1 0 0 0,-17 25 0 0 0,1-5 68 0 0,-2-2-1 0 0,-1-1 1 0 0,-1-1 0 0 0,-52 45 0 0 0,61-61 380 0 0,-31 20 0 0 0,47-33-383 0 0,-2-2-26 0 0,3-1-31 0 0,1 1-1 0 0,-1 0 0 0 0,0 0 0 0 0,0 0 0 0 0,0 0 0 0 0,0-1 1 0 0,0 1-1 0 0,0-1 0 0 0,0 1 0 0 0,0 0 0 0 0,0-1 0 0 0,1 1 1 0 0,-1-1-1 0 0,0 0 0 0 0,0 1 0 0 0,1-1 0 0 0,-1 0 0 0 0,0 1 1 0 0,1-1-1 0 0,-1 0 0 0 0,0-1 0 0 0,0 1-3 0 0,1 0-1 0 0,0 0 1 0 0,0-1-1 0 0,0 1 1 0 0,0 0-1 0 0,0 0 1 0 0,0 0 0 0 0,0 0-1 0 0,1 0 1 0 0,-1 0-1 0 0,0 0 1 0 0,0 0-1 0 0,1 0 1 0 0,-1 0-1 0 0,1 0 1 0 0,-1 0 0 0 0,1 0-1 0 0,-1 0 1 0 0,1 1-1 0 0,0-1 1 0 0,-1 0-1 0 0,1 0 1 0 0,0 0 0 0 0,0 1-1 0 0,-1-1 1 0 0,1 0-1 0 0,2 0 1 0 0,3-3-13 0 0,0 0 0 0 0,0 0 1 0 0,1 1-1 0 0,0 0 0 0 0,0 0 1 0 0,0 0-1 0 0,0 1 0 0 0,0 0 1 0 0,0 1-1 0 0,0 0 0 0 0,1 0 1 0 0,-1 0-1 0 0,0 1 0 0 0,1 0 1 0 0,-1 0-1 0 0,1 1 0 0 0,12 3 1 0 0,7 1-46 0 0,0 2 1 0 0,-1 1 0 0 0,39 17-1 0 0,-3 5-1556 0 0,-40-18 124 0 0,1-2 0 0 0,41 15 0 0 0,-58-24 548 0 0,0 0 0 0 0,-1 0 0 0 0,1-1 0 0 0,0 1 0 0 0,0-1 0 0 0,0-1 0 0 0,0 1 0 0 0,-1-1 0 0 0,1 0 0 0 0,0 0 0 0 0,7-3 0 0 0,7-2-5047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2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11 669 1100 0 0,'-5'-46'14134'0'0,"0"2"-5987"0"0,6 43-8113 0 0,0-1 0 0 0,0 1-1 0 0,0 0 1 0 0,0-1 0 0 0,0 1 0 0 0,0 0 0 0 0,0 0 0 0 0,1 0 0 0 0,-1 0-1 0 0,0 0 1 0 0,1 0 0 0 0,-1 0 0 0 0,1 1 0 0 0,-1-1 0 0 0,3 0 0 0 0,-3 0-25 0 0,58-27 201 0 0,-22 11-10 0 0,46-29-1 0 0,-70 38-172 0 0,-1-1-1 0 0,0-1 0 0 0,-1 0 0 0 0,0 0 0 0 0,-1-1 0 0 0,0 0 0 0 0,11-16 0 0 0,-9 7-20 0 0,0 0-1 0 0,-1-1 1 0 0,-1 0-1 0 0,10-34 1 0 0,18-91-11 0 0,-28 98-10 0 0,-5 8-394 0 0,-5 38 332 0 0,-1 4-68 0 0,-6 9 121 0 0,1 2 1 0 0,0-1 0 0 0,0 1-1 0 0,1 0 1 0 0,-4 17-1 0 0,-12 72 499 0 0,15-67-320 0 0,-42 315 1071 0 0,22 2-572 0 0,19-250-357 0 0,7-88 647 0 0,-2 0-1 0 0,-5 25 0 0 0,7-37-474 0 0,-2-3-429 0 0,1 0 0 0 0,-1 0 0 0 0,1 0 0 0 0,0 0 0 0 0,-1-1 0 0 0,1 1 0 0 0,0 0 0 0 0,0 0 0 0 0,0-1 0 0 0,-2-2-1 0 0,-1-8-22 0 0,0-1 0 0 0,1 0 0 0 0,1 0 0 0 0,0 0 0 0 0,0 0 0 0 0,1 0 0 0 0,1 0 0 0 0,0 0 0 0 0,3-18 0 0 0,2-2-19 0 0,2 1 0 0 0,16-50 0 0 0,-12 53-44 0 0,0-1 0 0 0,3 1 0 0 0,0 1 0 0 0,2 0 0 0 0,1 1 0 0 0,1 1 0 0 0,1 1 0 0 0,1 0 0 0 0,2 2 0 0 0,0 0 0 0 0,1 2 0 0 0,2 0 0 0 0,52-34 0 0 0,-65 49-3 0 0,-1 1 0 0 0,1 0 1 0 0,0 0-1 0 0,0 1 0 0 0,0 1 1 0 0,18-3-1 0 0,-27 5 42 0 0,0 1 0 0 0,0 0 0 0 0,0 0 0 0 0,-1 0 0 0 0,1 0 0 0 0,0 0-1 0 0,0 1 1 0 0,0-1 0 0 0,-1 1 0 0 0,1-1 0 0 0,0 1 0 0 0,0 0 0 0 0,-1 0 0 0 0,1 1 0 0 0,-1-1 0 0 0,1 0 0 0 0,-1 1 0 0 0,0 0-1 0 0,1-1 1 0 0,-1 1 0 0 0,0 0 0 0 0,0 0 0 0 0,0 0 0 0 0,-1 0 0 0 0,1 1 0 0 0,0-1 0 0 0,-1 0 0 0 0,1 1 0 0 0,-1-1-1 0 0,0 1 1 0 0,0 0 0 0 0,0-1 0 0 0,0 1 0 0 0,0 0 0 0 0,-1-1 0 0 0,1 1 0 0 0,-1 0 0 0 0,0 0 0 0 0,0 0 0 0 0,0 0 0 0 0,0-1-1 0 0,0 1 1 0 0,0 0 0 0 0,-1 0 0 0 0,0-1 0 0 0,1 1 0 0 0,-1 0 0 0 0,0 0 0 0 0,0-1 0 0 0,-3 4 0 0 0,-3 8 19 0 0,-2 0 1 0 0,1-1 0 0 0,-2 0 0 0 0,0 0 0 0 0,-1-1 0 0 0,0-1-1 0 0,0 0 1 0 0,-1 0 0 0 0,-16 10 0 0 0,4-5 34 0 0,0-1 0 0 0,-2 0 0 0 0,1-2-1 0 0,-34 12 1 0 0,45-21-25 0 0,0 0 0 0 0,0-1-1 0 0,0 0 1 0 0,0-1-1 0 0,0 0 1 0 0,0-2-1 0 0,-28-1 1 0 0,42 1-39 0 0,-1 0-1 0 0,0-1 1 0 0,0 1 0 0 0,0 0-1 0 0,0 0 1 0 0,0 0 0 0 0,1 0-1 0 0,-1 0 1 0 0,0 0 0 0 0,0 0-1 0 0,0 0 1 0 0,0 1 0 0 0,0-1-1 0 0,1 0 1 0 0,-1 0 0 0 0,0 1-1 0 0,0-1 1 0 0,1 0 0 0 0,-1 1-1 0 0,0-1 1 0 0,-1 2 0 0 0,2-1 9 0 0,0-1 0 0 0,0 1 1 0 0,0 0-1 0 0,0 0 0 0 0,0-1 1 0 0,0 1-1 0 0,0 0 0 0 0,0-1 0 0 0,0 1 1 0 0,1 0-1 0 0,-1 0 0 0 0,0-1 1 0 0,1 1-1 0 0,-1 0 0 0 0,0-1 1 0 0,1 1-1 0 0,-1-1 0 0 0,1 1 1 0 0,-1 0-1 0 0,0-1 0 0 0,1 1 0 0 0,0-1 1 0 0,-1 1-1 0 0,1-1 0 0 0,0 1 1 0 0,144 160-459 0 0,-96-102 533 0 0,2-3-1 0 0,95 81 0 0 0,-132-126-195 0 0,1-1-1 0 0,0-1 1 0 0,0 0-1 0 0,1 0 1 0 0,0-2 0 0 0,0 0-1 0 0,1-1 1 0 0,0 0-1 0 0,24 3 1 0 0,-30-7-577 0 0,0-1 1 0 0,0 0-1 0 0,0-1 1 0 0,0-1-1 0 0,0 1 1 0 0,20-5-1 0 0,-21 2-642 0 0,0 0 1 0 0,-1 0-1 0 0,1-1 1 0 0,-1 0-1 0 0,0-1 0 0 0,0 0 1 0 0,-1 0-1 0 0,10-9 0 0 0,3-2-6922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2068 0 0,'3'-11'2009'0'0,"1"0"0"0"0,1 0 1 0 0,9-17-1 0 0,-12 25-1875 0 0,1-1 1 0 0,0 1-1 0 0,0-1 1 0 0,0 1-1 0 0,0 0 1 0 0,0 0-1 0 0,1 0 1 0 0,0 0-1 0 0,-1 1 1 0 0,1 0-1 0 0,0 0 1 0 0,8-4-1 0 0,-1 3-62 0 0,1-1-1 0 0,0 1 1 0 0,1 1-1 0 0,-1 1 1 0 0,0-1 0 0 0,1 2-1 0 0,-1 0 1 0 0,0 0-1 0 0,1 1 1 0 0,-1 1 0 0 0,0 0-1 0 0,0 0 1 0 0,17 7-1 0 0,-19-7-46 0 0,-1 2-1 0 0,1 0 1 0 0,-1 0-1 0 0,0 0 1 0 0,0 1-1 0 0,0 1 1 0 0,-1 0-1 0 0,0 0 1 0 0,0 0-1 0 0,0 1 0 0 0,-1 0 1 0 0,0 1-1 0 0,-1-1 1 0 0,1 1-1 0 0,-1 1 1 0 0,8 15-1 0 0,-11-17 72 0 0,0 1-1 0 0,-1 0 1 0 0,0 0-1 0 0,-1 0 0 0 0,1-1 1 0 0,-1 1-1 0 0,-1 1 1 0 0,0-1-1 0 0,0 0 1 0 0,0 0-1 0 0,-1 0 1 0 0,-1 0-1 0 0,1 0 1 0 0,-1-1-1 0 0,0 1 0 0 0,-1 0 1 0 0,0-1-1 0 0,0 1 1 0 0,-1-1-1 0 0,0 0 1 0 0,-5 8-1 0 0,-1 0 206 0 0,-1-1-1 0 0,-1 0 0 0 0,0 0 1 0 0,-1-1-1 0 0,0-1 0 0 0,-1 0 1 0 0,0-1-1 0 0,-22 13 0 0 0,35-23-277 0 0,0 0 0 0 0,-1 0 0 0 0,1-1 0 0 0,0 1-1 0 0,0 0 1 0 0,0-1 0 0 0,0 1 0 0 0,-1-1-1 0 0,1 0 1 0 0,0 1 0 0 0,0-1 0 0 0,-1 0 0 0 0,1 0-1 0 0,0 0 1 0 0,-1 0 0 0 0,1 0 0 0 0,0 0 0 0 0,-1 0-1 0 0,1 0 1 0 0,0 0 0 0 0,0-1 0 0 0,-1 1 0 0 0,1 0-1 0 0,0-1 1 0 0,-2 0 0 0 0,3 0-22 0 0,-1 1 0 0 0,1-1 0 0 0,0 1-1 0 0,0-1 1 0 0,-1 1 0 0 0,1-1 0 0 0,0 1 0 0 0,0-1 0 0 0,0 1-1 0 0,0-1 1 0 0,0 1 0 0 0,0-1 0 0 0,0 1 0 0 0,0-1 0 0 0,0 1-1 0 0,0-1 1 0 0,0 1 0 0 0,0-1 0 0 0,0 1 0 0 0,0-1 0 0 0,0 1-1 0 0,1-1 1 0 0,-1 1 0 0 0,0-1 0 0 0,1 0 0 0 0,4-12-8 0 0,6-3-11 0 0,0 0 0 0 0,0 1 0 0 0,2 0 0 0 0,18-17 1 0 0,62-51-123 0 0,-49 47 89 0 0,16-13-4 0 0,37-35 46 0 0,-95 83-23 0 0,-2 0-18 0 0,2-5-50 0 0,-12 11 28 0 0,3 1 39 0 0,0 1 0 0 0,1 0 1 0 0,0 0-1 0 0,0 1 1 0 0,0-1-1 0 0,1 1 0 0 0,-8 15 1 0 0,-25 65-165 0 0,35-80 190 0 0,0 1 0 0 0,0-1 0 0 0,1 1 0 0 0,0 0 0 0 0,1 0 0 0 0,0 0 1 0 0,0 0-1 0 0,1 0 0 0 0,0 0 0 0 0,1 0 0 0 0,2 11 0 0 0,-2-16 17 0 0,0 1 0 0 0,0-1 0 0 0,1 1 0 0 0,0-1 0 0 0,0 0 0 0 0,0 0 0 0 0,1 0 0 0 0,-1 0 0 0 0,1 0 0 0 0,0 0 0 0 0,0-1 0 0 0,0 0 0 0 0,0 1 0 0 0,1-1 0 0 0,-1 0 0 0 0,1-1 0 0 0,0 1 0 0 0,0 0 0 0 0,0-1 0 0 0,0 0 0 0 0,0 0 0 0 0,1 0 0 0 0,5 1 0 0 0,9 2-42 0 0,1-1-1 0 0,-1-1 1 0 0,1-1-1 0 0,-1-1 1 0 0,1 0 0 0 0,34-4-1 0 0,118-25-2586 0 0,-167 27 2508 0 0,-4 1 77 0 0,127-30-6046 0 0,-58 7-228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0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13 616 0 0,'-4'0'2884'0'0,"-70"-2"7038"0"0,54 2-8636 0 0,18 0-937 0 0,-1 1-71 0 0,-11 0 458 0 0,17-1-614 0 0,102-6 168 0 0,5-1-2994 0 0,-90 7-657 0 0,31 5 0 0 0,-35-2-1292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0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1628 0 0,'-163'116'12861'0'0,"163"-116"-12848"0"0,-1 0 0 0 0,1 0 0 0 0,0 0 0 0 0,-1 0 1 0 0,1 0-1 0 0,0 1 0 0 0,0-1 0 0 0,-1 0 0 0 0,1 0 1 0 0,0 0-1 0 0,0 0 0 0 0,-1 1 0 0 0,1-1 0 0 0,0 0 1 0 0,0 0-1 0 0,0 1 0 0 0,-1-1 0 0 0,1 0 0 0 0,0 0 1 0 0,0 1-1 0 0,0-1 0 0 0,0 0 0 0 0,0 1 0 0 0,-1-1 1 0 0,1 0-1 0 0,0 0 0 0 0,0 1 0 0 0,0-1 0 0 0,0 0 1 0 0,0 1-1 0 0,0-1 0 0 0,0 0 0 0 0,0 1 0 0 0,0-1 1 0 0,0 0-1 0 0,0 1 0 0 0,0-1 0 0 0,1 0 0 0 0,-1 0 1 0 0,0 1-1 0 0,0-1 0 0 0,0 0 0 0 0,0 1 0 0 0,0-1 1 0 0,1 0-1 0 0,-1 0 0 0 0,0 1 0 0 0,0-1 0 0 0,0 0 1 0 0,1 0-1 0 0,-1 0 0 0 0,0 1 0 0 0,0-1 0 0 0,1 0 1 0 0,-1 0-1 0 0,0 0 0 0 0,0 0 0 0 0,1 1 0 0 0,-1-1 1 0 0,0 0-1 0 0,1 0 0 0 0,-1 0 0 0 0,0 0 0 0 0,1 0 1 0 0,-1 0-1 0 0,0 0 0 0 0,0 0 0 0 0,1 0 0 0 0,19 3 195 0 0,11-6-97 0 0,-1-1 0 0 0,52-15 0 0 0,-45 10-148 0 0,102-22-1319 0 0,22-6-5144 0 0,-98 22 857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4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17 2432 0 0,'-135'15'14588'0'0,"132"-15"-14071"0"0,46-7 155 0 0,131-16-5546 0 0,-67 21-2332 0 0,-88 4 3481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4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29 1648 0 0,'-120'65'11843'0'0,"118"-64"-11695"0"0,5 0-113 0 0,0 0 0 0 0,0 0 0 0 0,0-1 0 0 0,0 1 0 0 0,1-1 1 0 0,-1 0-1 0 0,0 0 0 0 0,0 0 0 0 0,0 0 0 0 0,0-1 0 0 0,0 1 0 0 0,0-1 0 0 0,6-2 0 0 0,4 0 42 0 0,191-38-1768 0 0,-32 6-4001 0 0,-103 20 1272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4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353 325 300 0 0,'-9'-11'4294'0'0,"-21"-15"2212"0"0,29 25-6002 0 0,1 1-462 0 0,-1-1 0 0 0,1 1 0 0 0,0 0 0 0 0,0-1 0 0 0,0 1-1 0 0,-1 0 1 0 0,1-1 0 0 0,0 1 0 0 0,-1 0 0 0 0,1-1 0 0 0,0 1-1 0 0,-1 0 1 0 0,1-1 0 0 0,0 1 0 0 0,-1 0 0 0 0,1 0 0 0 0,0 0-1 0 0,-1-1 1 0 0,1 1 0 0 0,-1 0 0 0 0,1 0 0 0 0,-1 0 0 0 0,1 0-1 0 0,0 0 1 0 0,-1 0 0 0 0,1 0 0 0 0,-1 0 0 0 0,1 0 0 0 0,-1 0-1 0 0,1 0 1 0 0,0 0 0 0 0,-1 0 0 0 0,0 0 0 0 0,-12 2 477 0 0,12-1-359 0 0,1-1-143 0 0,0 1-1 0 0,0-1 1 0 0,0 1 0 0 0,0-1-1 0 0,0 1 1 0 0,1-1 0 0 0,-1 1 0 0 0,0-1-1 0 0,0 1 1 0 0,0-1 0 0 0,1 0-1 0 0,-1 1 1 0 0,0-1 0 0 0,1 1-1 0 0,-1-1 1 0 0,0 0 0 0 0,1 1 0 0 0,0 0-1 0 0,3-2 20 0 0,0 1 0 0 0,0-1 0 0 0,0 1 0 0 0,0-1-1 0 0,0 0 1 0 0,0-1 0 0 0,0 1 0 0 0,0-1 0 0 0,0 0-1 0 0,-1 0 1 0 0,1 0 0 0 0,-1 0 0 0 0,1 0 0 0 0,-1-1-1 0 0,0 0 1 0 0,4-4 0 0 0,10-9 64 0 0,21-27-1 0 0,-25 25 145 0 0,-1-2 0 0 0,-1 1 0 0 0,-1-1-1 0 0,0-1 1 0 0,-2 0 0 0 0,0 0 0 0 0,7-38 0 0 0,-14 57-95 0 0,-22 43-137 0 0,-19 60 0 0 0,-111 317 1155 0 0,51-144-147 0 0,73-201-678 0 0,-50 98 0 0 0,76-168-307 0 0,-1 0-1 0 0,0 0 1 0 0,-1-1 0 0 0,1 1 0 0 0,0 0-1 0 0,-1-1 1 0 0,1 1 0 0 0,-1-1-1 0 0,-5 3 1 0 0,6-4 13 0 0,-13-7-10 0 0,13 4-35 0 0,0 0 1 0 0,0 0 0 0 0,0 0 0 0 0,0 0 0 0 0,0 0 0 0 0,0 0 0 0 0,1 0 0 0 0,-1-1-1 0 0,1 1 1 0 0,0 0 0 0 0,-1-1 0 0 0,1 0 0 0 0,-1-3 0 0 0,-8-36-45 0 0,10 37 24 0 0,-2-2-3 0 0,1 0 1 0 0,0-1-1 0 0,0 1 1 0 0,1 0-1 0 0,0-1 1 0 0,0 1-1 0 0,1 0 1 0 0,0 0-1 0 0,0-1 1 0 0,1 1 0 0 0,0 0-1 0 0,0 0 1 0 0,0 0-1 0 0,1 1 1 0 0,0-1-1 0 0,1 1 1 0 0,-1-1-1 0 0,1 1 1 0 0,1 0 0 0 0,-1 0-1 0 0,1 1 1 0 0,9-10-1 0 0,-10 14 8 0 0,-1 0 0 0 0,1 0 0 0 0,0 0 0 0 0,-1 0 0 0 0,1 0 0 0 0,0 1 0 0 0,0 0 0 0 0,-1 0-1 0 0,1 0 1 0 0,0 0 0 0 0,0 0 0 0 0,-1 1 0 0 0,1 0 0 0 0,0 0 0 0 0,0 0 0 0 0,5 2 0 0 0,5 4 19 0 0,0 1 1 0 0,-1 0-1 0 0,1 1 1 0 0,-2 1-1 0 0,13 11 1 0 0,-16-13-38 0 0,-1 0-1 0 0,2-1 1 0 0,-1 0 0 0 0,0-1 0 0 0,1 0 0 0 0,0 0-1 0 0,1-1 1 0 0,-1 0 0 0 0,1-1 0 0 0,0 0 0 0 0,12 2-1 0 0,-12-4-139 0 0,1-1-1 0 0,0-1 1 0 0,0 1 0 0 0,0-2-1 0 0,0 0 1 0 0,0 0-1 0 0,-1-1 1 0 0,1-1-1 0 0,0 0 1 0 0,-1 0-1 0 0,0-1 1 0 0,0-1-1 0 0,0 0 1 0 0,0 0-1 0 0,15-12 1 0 0,-15 9 104 0 0,0 0 0 0 0,0-2 0 0 0,-1 1 0 0 0,-1-1 0 0 0,0-1 1 0 0,0 1-1 0 0,-1-2 0 0 0,0 1 0 0 0,-1-1 0 0 0,0 0 0 0 0,-1-1 0 0 0,-1 1 1 0 0,5-15-1 0 0,-6 16 62 0 0,-1 0 1 0 0,-1 0-1 0 0,1 0 1 0 0,-2 0 0 0 0,0-1-1 0 0,0 1 1 0 0,-1 0-1 0 0,0-1 1 0 0,-1 1-1 0 0,0-1 1 0 0,-1 1 0 0 0,-4-12-1 0 0,6 22 3 0 0,0 0-1 0 0,0 1 1 0 0,0-1-1 0 0,0 0 1 0 0,-1 0-1 0 0,1 1 1 0 0,0-1-1 0 0,0 0 1 0 0,-1 1-1 0 0,1-1 1 0 0,-1 0 0 0 0,1 1-1 0 0,-1-1 1 0 0,1 1-1 0 0,-1-1 1 0 0,1 1-1 0 0,-1-1 1 0 0,1 1-1 0 0,-1-1 1 0 0,1 1-1 0 0,-1-1 1 0 0,0 1 0 0 0,1 0-1 0 0,-1-1 1 0 0,0 1-1 0 0,0 0 1 0 0,1 0-1 0 0,-1 0 1 0 0,0-1-1 0 0,1 1 1 0 0,-1 0-1 0 0,0 0 1 0 0,0 0-1 0 0,1 0 1 0 0,-1 0 0 0 0,0 0-1 0 0,0 0 1 0 0,1 1-1 0 0,-1-1 1 0 0,0 0-1 0 0,0 0 1 0 0,1 0-1 0 0,-1 1 1 0 0,0-1-1 0 0,1 0 1 0 0,-1 1-1 0 0,0-1 1 0 0,1 1 0 0 0,-1-1-1 0 0,1 1 1 0 0,-1-1-1 0 0,1 1 1 0 0,-1-1-1 0 0,0 2 1 0 0,-3 1 1 0 0,1 1 0 0 0,-1 0 0 0 0,1 0 0 0 0,0 0 0 0 0,0 0-1 0 0,-4 7 1 0 0,-5 16 163 0 0,1 0-1 0 0,-13 54 1 0 0,20-66-121 0 0,1 1-1 0 0,1 0 1 0 0,1 0 0 0 0,0-1 0 0 0,1 1-1 0 0,0 0 1 0 0,4 16 0 0 0,-4-29-35 0 0,1 1-1 0 0,-1-1 1 0 0,1 0 0 0 0,0 0-1 0 0,0 0 1 0 0,0 0 0 0 0,1 0-1 0 0,-1 0 1 0 0,1 0 0 0 0,0 0-1 0 0,0 0 1 0 0,0 0 0 0 0,0-1-1 0 0,0 1 1 0 0,0-1 0 0 0,1 0-1 0 0,-1 0 1 0 0,1 0 0 0 0,-1 0-1 0 0,1 0 1 0 0,0 0 0 0 0,0-1-1 0 0,4 2 1 0 0,-1-1 5 0 0,-1-1-1 0 0,1 1 1 0 0,0-2-1 0 0,0 1 1 0 0,0-1-1 0 0,1 0 1 0 0,-1 0-1 0 0,0 0 1 0 0,0-1-1 0 0,0 0 1 0 0,11-3 0 0 0,-4 0-49 0 0,1-1 1 0 0,-1 0 0 0 0,0-1 0 0 0,0 0 0 0 0,-1-1 0 0 0,1-1 0 0 0,-2 0 0 0 0,19-16 0 0 0,-14 9-77 0 0,-1 0-1 0 0,-1-1 1 0 0,-1 0 0 0 0,0-2-1 0 0,12-21 1 0 0,-2-6-66 0 0,-2-1 1 0 0,-2 0-1 0 0,-2-1 0 0 0,13-56 0 0 0,-11 26 146 0 0,-3 0-1 0 0,8-103 1 0 0,-23 165 112 0 0,1-6 282 0 0,-1-1 0 0 0,-1 0 0 0 0,-4-31 0 0 0,4 53-351 0 0,0 0 0 0 0,0-1 0 0 0,0 1 0 0 0,0 0 0 0 0,0-1 0 0 0,0 1 1 0 0,0 0-1 0 0,0-1 0 0 0,0 1 0 0 0,0 0 0 0 0,0-1 0 0 0,0 1 0 0 0,0 0 0 0 0,0 0 0 0 0,-1-1 0 0 0,1 1 0 0 0,0 0 0 0 0,0-1 0 0 0,0 1 0 0 0,-1 0 0 0 0,1 0 0 0 0,0-1 1 0 0,0 1-1 0 0,-1 0 0 0 0,1 0 0 0 0,0 0 0 0 0,0-1 0 0 0,-1 1 0 0 0,1 0 0 0 0,0 0 0 0 0,-1 0 0 0 0,1 0 0 0 0,0 0 0 0 0,-1 0 0 0 0,1 0 0 0 0,0-1 0 0 0,-1 1 0 0 0,1 0 0 0 0,0 0 0 0 0,-1 0 1 0 0,1 0-1 0 0,0 0 0 0 0,-1 1 0 0 0,1-1 0 0 0,0 0 0 0 0,-1 0 0 0 0,1 0 0 0 0,0 0 0 0 0,0 0 0 0 0,-1 0 0 0 0,1 0 0 0 0,0 1 0 0 0,-1-1 0 0 0,1 0 0 0 0,0 0 0 0 0,0 0 0 0 0,-1 1 1 0 0,1-1-1 0 0,0 0 0 0 0,0 0 0 0 0,0 1 0 0 0,-1-1 0 0 0,1 0 0 0 0,0 1 0 0 0,0-1 0 0 0,0 0 0 0 0,-1 1 0 0 0,-14 22 386 0 0,5 4-81 0 0,1 0-1 0 0,0 1 1 0 0,2 0 0 0 0,-4 41-1 0 0,-4 117 763 0 0,14 7-152 0 0,3-152-743 0 0,2 0-1 0 0,17 68 1 0 0,-5-60-41 0 0,-15-45-140 0 0,0-1-1 0 0,1 0 1 0 0,0 0 0 0 0,-1 1 0 0 0,1-1 0 0 0,0-1 0 0 0,1 1 0 0 0,-1 0 0 0 0,0 0 0 0 0,1-1 0 0 0,4 4 0 0 0,-5-5-94 0 0,0 0-1 0 0,0 0 1 0 0,1-1 0 0 0,-1 1 0 0 0,0-1 0 0 0,0 1-1 0 0,0-1 1 0 0,1 0 0 0 0,-1 0 0 0 0,0 0-1 0 0,0 0 1 0 0,1 0 0 0 0,-1-1 0 0 0,0 1-1 0 0,0-1 1 0 0,1 1 0 0 0,-1-1 0 0 0,0 0-1 0 0,0 0 1 0 0,0 0 0 0 0,0 0 0 0 0,0 0 0 0 0,2-2-1 0 0,3-2-577 0 0,0 0-1 0 0,0 0 0 0 0,0-1 1 0 0,8-9-1 0 0,-9 8-1011 0 0,0-1-1 0 0,0 0 1 0 0,8-15-1 0 0,3-10-5088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42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149 249 644 0 0,'-97'11'14119'0'0,"60"-5"-10709"0"0,23-6-2364 0 0,17-7-217 0 0,20-8-419 0 0,99-40-430 0 0,141-41 0 0 0,-140 54-3802 0 0,-2-4-5168 0 0,-109 41 3788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42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0 312 0 0,'0'0'960'0'0,"-14"9"228"0"0,-1-4-756 0 0,3 1-592 0 0,-2 1-1300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47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1 400 0 0,'0'0'1368'0'0,"-5"12"176"0"0,0-1-1152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59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16 776 0 0,'-10'-15'13914'0'0,"3"19"-13733"0"0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03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14 106 416 0 0,'-13'-22'19885'0'0,"110"14"-18973"0"0,134-31-786 0 0,-147 24-91 0 0,-42 8-6 0 0,12-2 78 0 0,-52 9-102 0 0,9-5-1009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04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94 583 2248 0 0,'-3'-1'1952'0'0,"-42"-5"4892"0"0,42 6-6198 0 0,-1-1-113 0 0,0 0 0 0 0,0 0 0 0 0,0 1 0 0 0,0-1 0 0 0,-8 1-1 0 0,8-1-157 0 0,4 1-362 0 0,-1 0 0 0 0,1 0 0 0 0,0 0 0 0 0,0 0-1 0 0,-1 0 1 0 0,1 0 0 0 0,0 0 0 0 0,0 0 0 0 0,0 0 0 0 0,-1 0-1 0 0,1 0 1 0 0,0 0 0 0 0,0 0 0 0 0,0 0 0 0 0,-1 0 0 0 0,1 0-1 0 0,0-1 1 0 0,0 1 0 0 0,0 0 0 0 0,-1 0 0 0 0,1 0 0 0 0,0 0-1 0 0,0 0 1 0 0,0-1 0 0 0,0 1 0 0 0,-1 0 0 0 0,1 0 0 0 0,0 0 0 0 0,0 0-1 0 0,0-1 1 0 0,0 1 0 0 0,0 0 0 0 0,0-1 0 0 0,2-5 27 0 0,1 0 0 0 0,0 0 0 0 0,0 0 0 0 0,1 0 1 0 0,0 1-1 0 0,0-1 0 0 0,0 1 0 0 0,1 0 0 0 0,0 0 0 0 0,5-4 1 0 0,19-21 24 0 0,-10 3-48 0 0,0-1 0 0 0,-2-1 0 0 0,-2 0 0 0 0,20-48 0 0 0,-26 52-17 0 0,-1 0 1 0 0,-1-1 0 0 0,-1 0 0 0 0,-2 0 0 0 0,0 0 0 0 0,0-33 0 0 0,-9 3-131 0 0,5 55 126 0 0,0 1-1 0 0,0-1 1 0 0,0 1 0 0 0,0-1-1 0 0,0 1 1 0 0,0-1 0 0 0,0 1 0 0 0,0 0-1 0 0,0-1 1 0 0,0 1 0 0 0,-1-1 0 0 0,1 1-1 0 0,0-1 1 0 0,0 1 0 0 0,0 0-1 0 0,-1-1 1 0 0,1 1 0 0 0,0-1 0 0 0,-1 1-1 0 0,1 0 1 0 0,0-1 0 0 0,-1 1 0 0 0,1 0-1 0 0,0-1 1 0 0,-1 1 0 0 0,1 0 0 0 0,-1 0-1 0 0,1 0 1 0 0,0-1 0 0 0,-1 1-1 0 0,1 0 1 0 0,-1 0 0 0 0,1 0 0 0 0,-1 0-1 0 0,1 0 1 0 0,-1-1 0 0 0,1 1 0 0 0,0 0-1 0 0,-1 0 1 0 0,0 1 0 0 0,0-1 0 0 0,0 0 1 0 0,0 0 0 0 0,0 0-1 0 0,0 0 1 0 0,0 1 0 0 0,0-1 0 0 0,0 0-1 0 0,0 1 1 0 0,0-1 0 0 0,1 1-1 0 0,-1-1 1 0 0,0 1 0 0 0,0 0-1 0 0,1-1 1 0 0,-1 1 0 0 0,0 0-1 0 0,0-1 1 0 0,0 2 0 0 0,-11 21 81 0 0,1 0-1 0 0,1 0 1 0 0,-13 50 0 0 0,-9 76 395 0 0,15-17-194 0 0,-2 263 0 0 0,31-119 770 0 0,-12-238 3162 0 0,-11-55-3329 0 0,5 0-781 0 0,1 0-1 0 0,1 0 0 0 0,1-1 0 0 0,1 1 0 0 0,-1-34 0 0 0,3 10-130 0 0,9-57 0 0 0,-6 79 9 0 0,1 0 1 0 0,1 0-1 0 0,1 1 1 0 0,0 0-1 0 0,1 0 1 0 0,1 0-1 0 0,1 1 1 0 0,0 0-1 0 0,2 1 1 0 0,0 0-1 0 0,21-24 1 0 0,-25 32 0 0 0,1 0 1 0 0,0 0-1 0 0,0 1 0 0 0,1 0 1 0 0,0 0-1 0 0,0 1 1 0 0,1 0-1 0 0,0 1 1 0 0,0 0-1 0 0,0 1 0 0 0,0 0 1 0 0,1 0-1 0 0,0 1 1 0 0,-1 1-1 0 0,1-1 0 0 0,0 2 1 0 0,0 0-1 0 0,1 0 1 0 0,-1 1-1 0 0,0 0 0 0 0,16 3 1 0 0,-24-3 14 0 0,0 1 0 0 0,0-1 0 0 0,0 1 1 0 0,0 0-1 0 0,0 0 0 0 0,0 0 0 0 0,-1 0 0 0 0,1 1 1 0 0,0-1-1 0 0,-1 1 0 0 0,1-1 0 0 0,-1 1 0 0 0,1 0 0 0 0,-1 0 1 0 0,0 0-1 0 0,0 0 0 0 0,0 0 0 0 0,0 1 0 0 0,0-1 1 0 0,-1 1-1 0 0,1-1 0 0 0,-1 1 0 0 0,3 5 0 0 0,-3-4 11 0 0,0 0-1 0 0,-1 1 0 0 0,1-1 0 0 0,-1 0 0 0 0,0 1 0 0 0,0-1 0 0 0,0 0 1 0 0,-1 0-1 0 0,0 1 0 0 0,1-1 0 0 0,-2 0 0 0 0,1 0 0 0 0,0 0 0 0 0,-1 0 1 0 0,0 0-1 0 0,-2 4 0 0 0,-2 3 15 0 0,-1 0 0 0 0,0 0 1 0 0,0-1-1 0 0,-1 0 0 0 0,-1 0 1 0 0,1-1-1 0 0,-2 0 0 0 0,1-1 1 0 0,-1 0-1 0 0,-1 0 0 0 0,1-1 1 0 0,-1-1-1 0 0,0 0 0 0 0,-1 0 1 0 0,1-1-1 0 0,-1 0 0 0 0,-25 5 1 0 0,34-9-15 0 0,-1 0 0 0 0,1-1-1 0 0,-1 1 1 0 0,1-1 0 0 0,-1 0 0 0 0,0 0 0 0 0,1-1 0 0 0,-1 1 0 0 0,1-1 0 0 0,-1 1 0 0 0,-3-3 0 0 0,-4 1-2 0 0,0-1 1 0 0,0-1 0 0 0,-11-6 0 0 0,19 9-58 0 0,0 0 1 0 0,0-1-1 0 0,0 1 0 0 0,1 0 1 0 0,-1 1-1 0 0,0-1 1 0 0,0 0-1 0 0,-6 0 0 0 0,35 24-59 0 0,20 23 46 0 0,247 227 99 0 0,-216-218 359 0 0,-74-54-445 0 0,-1 0 1 0 0,1-1-1 0 0,-1 1 0 0 0,1-1 1 0 0,-1 1-1 0 0,1-1 0 0 0,-1 0 1 0 0,1 0-1 0 0,-1-1 0 0 0,1 1 1 0 0,0 0-1 0 0,-1-1 0 0 0,1 0 1 0 0,-1 1-1 0 0,0-1 0 0 0,5-2 1 0 0,43-27-6669 0 0,-26 14 381 0 0,-5 4-778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05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61 2800 0 0,'-19'-15'14884'0'0,"2"10"-11256"0"0,24 2-1771 0 0,29-1-1191 0 0,-32 4-707 0 0,168-18-341 0 0,-104 9-3841 0 0,-2 2-6808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05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1540 0 0,'-38'29'4954'0'0,"20"-16"-1856"0"0,0 1 0 0 0,-30 30 1 0 0,48-44-2994 0 0,-1 0-1 0 0,1 1 1 0 0,0-1 0 0 0,-1 1 0 0 0,1 0 0 0 0,0-1 0 0 0,-1 1-1 0 0,1-1 1 0 0,0 1 0 0 0,0-1 0 0 0,0 1 0 0 0,0 0 0 0 0,-1-1-1 0 0,1 1 1 0 0,0-1 0 0 0,0 1 0 0 0,0 0 0 0 0,0-1 0 0 0,0 1 0 0 0,0 0-1 0 0,1-1 1 0 0,-1 1 0 0 0,0-1 0 0 0,0 1 0 0 0,0 0 0 0 0,0-1-1 0 0,1 1 1 0 0,-1-1 0 0 0,0 1 0 0 0,1-1 0 0 0,-1 1 0 0 0,0-1-1 0 0,1 1 1 0 0,-1-1 0 0 0,1 1 0 0 0,-1-1 0 0 0,1 0 0 0 0,-1 1-1 0 0,1-1 1 0 0,-1 1 0 0 0,1-1 0 0 0,-1 0 0 0 0,1 0 0 0 0,-1 1-1 0 0,1-1 1 0 0,0 0 0 0 0,-1 0 0 0 0,1 0 0 0 0,29 9 1014 0 0,20-7-577 0 0,1-2 0 0 0,-1-3 0 0 0,90-16-1 0 0,-42 5-316 0 0,35-6-316 0 0,-47-3-4212 0 0,-74 18 3027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06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45 142 1936 0 0,'-41'-40'19994'0'0,"40"37"-19320"0"0,0 3-633 0 0,1 0 0 0 0,0-1 0 0 0,0 1 0 0 0,0 0 0 0 0,0 0 0 0 0,-1 0 0 0 0,1 0 0 0 0,0 0 0 0 0,0-1 0 0 0,0 1 0 0 0,0 0 0 0 0,0 0 0 0 0,0 0 0 0 0,0 0 0 0 0,-1-1 0 0 0,1 1 0 0 0,0 0 0 0 0,0 0 0 0 0,0 0 0 0 0,0-1 0 0 0,0 1 0 0 0,0 0 0 0 0,0 0 0 0 0,0 0 0 0 0,0-1 0 0 0,0 1 0 0 0,0 0 0 0 0,0 0 0 0 0,0 0 0 0 0,0-1 0 0 0,0 1 0 0 0,0 0 0 0 0,0 0 0 0 0,1 0 1 0 0,-1-1-1 0 0,0 1 0 0 0,12-6 175 0 0,-1 1 1 0 0,2 0-1 0 0,-1 1 1 0 0,1 0-1 0 0,-1 1 1 0 0,17-2-1 0 0,20-6 3 0 0,75-22-112 0 0,-71 21-5046 0 0,-19 8-6923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27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26 268 0 0,'14'-7'1649'0'0,"-5"3"-1432"0"0,-6 3-63 0 0,-1 0-34 0 0,27-10 264 0 0,-27 10-336 0 0,1 0-32 0 0,2 1-96 0 0,0 0 0 0 0,-1 0 1 0 0,1 0-1 0 0,0 1 0 0 0,7 1 0 0 0,-10-1 18 0 0,13 9-264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1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435 152 2428 0 0,'4'-9'1660'0'0,"-1"0"0"0"0,-1 0 0 0 0,0 0 0 0 0,0 0 0 0 0,0-11 1 0 0,0-45 4892 0 0,-2 54-5845 0 0,0 10-463 0 0,-1-3-6 0 0,1 4-234 0 0,0 0 0 0 0,0 0 1 0 0,0 0-1 0 0,0-1 1 0 0,0 1-1 0 0,0 0 0 0 0,0 0 1 0 0,0 0-1 0 0,0-1 1 0 0,0 1-1 0 0,0 0 0 0 0,0 0 1 0 0,0 0-1 0 0,0-1 1 0 0,0 1-1 0 0,0 0 0 0 0,0 0 1 0 0,0 0-1 0 0,-1-1 1 0 0,1 1-1 0 0,0 0 1 0 0,0 0-1 0 0,0 0 0 0 0,0 0 1 0 0,0 0-1 0 0,-1-1 1 0 0,1 1-1 0 0,0 0 0 0 0,0 0 1 0 0,0 0-1 0 0,0 0 1 0 0,-1 0-1 0 0,1 0 0 0 0,0 0 1 0 0,0 0-1 0 0,0-1 1 0 0,-1 1-1 0 0,1 0 0 0 0,0 0 1 0 0,-1 0-1 0 0,-5 3 1 0 0,-1 1 0 0 0,0-1 0 0 0,1 1 0 0 0,0 0-1 0 0,0 1 1 0 0,0-1 0 0 0,0 1 0 0 0,1 1 0 0 0,-5 5 0 0 0,-47 60-11 0 0,41-49 31 0 0,-39 54 157 0 0,-61 111 0 0 0,87-133-114 0 0,3 1 0 0 0,2 1 0 0 0,-18 68 0 0 0,38-109-54 0 0,0-1-1 0 0,2 1 0 0 0,-1 0 0 0 0,2 0 1 0 0,0 0-1 0 0,1 0 0 0 0,2 24 1 0 0,-1-33-4 0 0,0-1 0 0 0,0 1 1 0 0,1-1-1 0 0,-1 1 1 0 0,1-1-1 0 0,0 0 1 0 0,1 0-1 0 0,-1 1 0 0 0,1-2 1 0 0,0 1-1 0 0,0 0 1 0 0,1-1-1 0 0,-1 1 1 0 0,1-1-1 0 0,0 0 0 0 0,0 0 1 0 0,1 0-1 0 0,-1-1 1 0 0,1 0-1 0 0,-1 0 1 0 0,1 0-1 0 0,0 0 1 0 0,6 2-1 0 0,4 0 11 0 0,1 0 0 0 0,-1-2 1 0 0,1 0-1 0 0,-1 0 0 0 0,1-1 0 0 0,0-1 0 0 0,0-1 0 0 0,0 0 1 0 0,21-4-1 0 0,-27 3 65 0 0,1-1 1 0 0,-1 0-1 0 0,1 0 1 0 0,-1-2-1 0 0,0 1 0 0 0,0-1 1 0 0,-1-1-1 0 0,1 1 1 0 0,-1-2-1 0 0,0 1 1 0 0,0-1-1 0 0,0-1 1 0 0,-1 0-1 0 0,14-14 0 0 0,-20 19-45 0 0,0-1 0 0 0,0 1 0 0 0,0-1-1 0 0,-1 0 1 0 0,1 1 0 0 0,-1-1 0 0 0,1 0-1 0 0,-1 0 1 0 0,0 0 0 0 0,0 0-1 0 0,0 0 1 0 0,0-1 0 0 0,-1 1 0 0 0,1 0-1 0 0,-1 0 1 0 0,0 0 0 0 0,0-1 0 0 0,-1-4-1 0 0,0 5-24 0 0,0-1 0 0 0,0 0-1 0 0,-1 0 1 0 0,1 0-1 0 0,-1 1 1 0 0,0-1 0 0 0,0 1-1 0 0,0 0 1 0 0,-1-1-1 0 0,1 1 1 0 0,-1 0 0 0 0,-6-5-1 0 0,0 0-11 0 0,-1 1 0 0 0,0 0 0 0 0,-1 1 0 0 0,0 0 0 0 0,0 0 0 0 0,0 1 0 0 0,-1 1 0 0 0,-18-5 0 0 0,13 5-85 0 0,0 1-1 0 0,-20-1 1 0 0,31 3-206 0 0,1 1 0 0 0,-1 0 0 0 0,0 0 0 0 0,1 1 0 0 0,-1 0-1 0 0,1 0 1 0 0,0 0 0 0 0,-1 0 0 0 0,1 1 0 0 0,-7 3 0 0 0,11-5 199 0 0,1 1 0 0 0,-1-1-1 0 0,1 0 1 0 0,-1 1-1 0 0,1-1 1 0 0,-1 0 0 0 0,1 1-1 0 0,-1-1 1 0 0,1 1 0 0 0,0-1-1 0 0,-1 1 1 0 0,1-1 0 0 0,0 1-1 0 0,-1-1 1 0 0,1 1 0 0 0,0-1-1 0 0,0 1 1 0 0,-1-1-1 0 0,1 1 1 0 0,0 0 0 0 0,0-1-1 0 0,0 1 1 0 0,0-1 0 0 0,0 1-1 0 0,0 0 1 0 0,0-1 0 0 0,0 1-1 0 0,0-1 1 0 0,0 1 0 0 0,0 0-1 0 0,0-1 1 0 0,0 1 0 0 0,1-1-1 0 0,-1 1 1 0 0,0 0-1 0 0,1 1-117 0 0,0-1 0 0 0,-1 0 0 0 0,1 1-1 0 0,0-1 1 0 0,0 0 0 0 0,0 0-1 0 0,0 0 1 0 0,0 0 0 0 0,0 0-1 0 0,0 0 1 0 0,3 2 0 0 0,31 8-6111 0 0,-14-6-21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1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1960 0 0,'27'-24'16602'0'0,"-17"17"-14112"0"0,-2 4-2386 0 0,-1 0 0 0 0,1 1 0 0 0,-1 0 1 0 0,1 0-1 0 0,0 1 0 0 0,13-1 0 0 0,11-1-9 0 0,147-28-1633 0 0,-104 17-4243 0 0,-49 6-849 0 0,-13 3 1107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2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43 2392 0 0,'-5'-43'24574'0'0,"7"61"-22751"0"0,5 30-1194 0 0,1-1 0 0 0,3 1 1 0 0,17 47-1 0 0,-26-90-653 0 0,0-1 0 0 0,0 1 0 0 0,0 0-1 0 0,1 0 1 0 0,0-1 0 0 0,0 0 0 0 0,0 1 0 0 0,0-1-1 0 0,0-1 1 0 0,1 1 0 0 0,0 0 0 0 0,0-1-1 0 0,0 0 1 0 0,9 6 0 0 0,-10-8-54 0 0,1 1 1 0 0,-1-1-1 0 0,1 0 0 0 0,-1 0 1 0 0,1-1-1 0 0,0 1 0 0 0,-1-1 1 0 0,1 1-1 0 0,0-1 0 0 0,-1 0 1 0 0,1-1-1 0 0,0 1 0 0 0,-1-1 0 0 0,1 1 1 0 0,-1-1-1 0 0,1 0 0 0 0,0-1 1 0 0,-1 1-1 0 0,0 0 0 0 0,1-1 1 0 0,5-4-1 0 0,0 0-178 0 0,1-1 1 0 0,-2 0-1 0 0,1 0 0 0 0,-1-1 0 0 0,0 0 1 0 0,-1-1-1 0 0,0 0 0 0 0,0 0 1 0 0,-1-1-1 0 0,6-11 0 0 0,-1-2-85 0 0,0 0 1 0 0,-2-1-1 0 0,9-34 0 0 0,-4-2 474 0 0,-14 58-188 0 0,-3 18 383 0 0,-30 214 2102 0 0,-74 360-1261 0 0,94-544-1052 0 0,-2 0 0 0 0,-38 81-1 0 0,44-109-52 0 0,0-1 0 0 0,-2 0-1 0 0,0-1 1 0 0,0 0-1 0 0,-2-1 1 0 0,0 0 0 0 0,-1-1-1 0 0,0-1 1 0 0,-29 22-1 0 0,35-30-42 0 0,-1-1-1 0 0,1 1 1 0 0,0-1 0 0 0,-1-1-1 0 0,0 0 1 0 0,0 0-1 0 0,0-1 1 0 0,-15 3-1 0 0,20-5-24 0 0,1 1 0 0 0,-1-1 1 0 0,0 0-1 0 0,1 0 0 0 0,-1-1 0 0 0,0 1 0 0 0,1-1 0 0 0,-1 1 0 0 0,0-1 0 0 0,1 0 0 0 0,-1 0 0 0 0,1-1 1 0 0,0 1-1 0 0,-1-1 0 0 0,1 0 0 0 0,0 0 0 0 0,0 0 0 0 0,0 0 0 0 0,0 0 0 0 0,0-1 0 0 0,1 1 0 0 0,-1-1 1 0 0,1 1-1 0 0,-4-7 0 0 0,4 6-7 0 0,1-1 0 0 0,-1 1 0 0 0,1-1 0 0 0,0 0 0 0 0,0 1 0 0 0,1-1 0 0 0,-1 0 0 0 0,1 0 0 0 0,0 1 0 0 0,-1-1 0 0 0,2 0 0 0 0,-1 0 0 0 0,0 0 0 0 0,1 0 0 0 0,0 1 0 0 0,0-1 0 0 0,0 0 0 0 0,3-5 0 0 0,1-5-48 0 0,2 1 0 0 0,-1 0 1 0 0,14-18-1 0 0,5-3-819 0 0,1 1 0 0 0,1 1 1 0 0,48-41-1 0 0,14-1-4585 0 0,4 7-5417 0 0,-64 48 3445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2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102 175 1392 0 0,'-30'-5'6056'0'0,"14"2"-85"0"0,-31-8 0 0 0,46 10-5906 0 0,1 1 0 0 0,0 0 0 0 0,-1 0 0 0 0,1 0-1 0 0,-1-1 1 0 0,1 1 0 0 0,-1 0 0 0 0,1-1 0 0 0,-1 1-1 0 0,1 0 1 0 0,0-1 0 0 0,-1 1 0 0 0,1-1 0 0 0,0 1-1 0 0,-1 0 1 0 0,1-1 0 0 0,0 1 0 0 0,0-1-1 0 0,0 1 1 0 0,-1-1 0 0 0,1 1 0 0 0,0-1 0 0 0,0 1-1 0 0,0-1 1 0 0,0 1 0 0 0,0-1 0 0 0,0 1 0 0 0,0-1-1 0 0,0 1 1 0 0,0-1 0 0 0,0 1 0 0 0,0-1 0 0 0,0 1-1 0 0,0-1 1 0 0,0 1 0 0 0,0-1 0 0 0,0 1 0 0 0,1-1-1 0 0,-1 1 1 0 0,0-1 0 0 0,0 1 0 0 0,1-1-1 0 0,-1 1 1 0 0,0 0 0 0 0,1-1 0 0 0,-1 1 0 0 0,0-1-1 0 0,1 1 1 0 0,-1 0 0 0 0,1-1 0 0 0,-1 1 0 0 0,1 0-1 0 0,21-19 377 0 0,15 0-355 0 0,1 1-1 0 0,1 2 0 0 0,48-14 0 0 0,-16 12-4228 0 0,1 4-5555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62 2664 0 0,'-18'-29'19433'0'0,"9"23"-18231"0"0,8 5-840 0 0,-25-11 1634 0 0,12 6-1577 0 0,13 5-446 0 0,98-5-116 0 0,215 6-271 0 0,-310-1 401 0 0,0 1 0 0 0,1 0 0 0 0,-1 0-1 0 0,0 0 1 0 0,0 1 0 0 0,0-1 0 0 0,1 0-1 0 0,-1 1 1 0 0,0-1 0 0 0,0 1 0 0 0,0 0 0 0 0,0 0-1 0 0,0 0 1 0 0,0 0 0 0 0,0 0 0 0 0,0 0-1 0 0,0 1 1 0 0,-1-1 0 0 0,4 3 0 0 0,-4-2 10 0 0,0-1 1 0 0,0 1 0 0 0,-1 0 0 0 0,1 0-1 0 0,-1 0 1 0 0,1-1 0 0 0,-1 1 0 0 0,1 0-1 0 0,-1 0 1 0 0,0 0 0 0 0,0 0 0 0 0,0 0 0 0 0,0 0-1 0 0,0 0 1 0 0,-1-1 0 0 0,1 1 0 0 0,-1 4-1 0 0,-3 5 50 0 0,-1-1 0 0 0,1 1-1 0 0,-2-1 1 0 0,1 0 0 0 0,-12 15 0 0 0,-51 62 2067 0 0,-127 124 0 0 0,53-61 191 0 0,87-90-1632 0 0,55-59-670 0 0,-1-1 0 0 0,0 1 0 0 0,1-1 0 0 0,-1 1-1 0 0,1 0 1 0 0,-1-1 0 0 0,1 1 0 0 0,-1 0 0 0 0,1-1 0 0 0,0 1-1 0 0,-1 0 1 0 0,1-1 0 0 0,0 1 0 0 0,0 0 0 0 0,-1 0-1 0 0,1-1 1 0 0,0 1 0 0 0,0 0 0 0 0,0 0 0 0 0,0 0 0 0 0,0-1-1 0 0,0 1 1 0 0,0 0 0 0 0,0 0 0 0 0,0 0 0 0 0,0-1-1 0 0,0 1 1 0 0,1 0 0 0 0,-1 0 0 0 0,1 0 0 0 0,-1 0 2 0 0,1 1-5 0 0,-1-1 0 0 0,1 1 0 0 0,-1-1 0 0 0,1 0 0 0 0,0 1 0 0 0,0-1 0 0 0,0 0 0 0 0,0 0 0 0 0,0 0 0 0 0,0 1 0 0 0,0-1 0 0 0,0 0 0 0 0,0 0 0 0 0,0 0 0 0 0,0-1 0 0 0,1 1 0 0 0,-1 0 0 0 0,0 0 0 0 0,1-1 0 0 0,-1 1 0 0 0,1-1 0 0 0,1 1 0 0 0,36 9 0 0 0,-34-9 0 0 0,55 6 0 0 0,0-2 0 0 0,93-4 0 0 0,-120-2 0 0 0,277-13-2476 0 0,-176 6 1373 0 0,-89 5-4956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4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60 1620 0 0,'27'-57'10734'0'0,"-27"57"-10707"0"0,0 0-1 0 0,0 0 0 0 0,0-1 1 0 0,0 1-1 0 0,0 0 0 0 0,0 0 1 0 0,0 0-1 0 0,0 0 0 0 0,0 0 0 0 0,0 0 1 0 0,0 0-1 0 0,0 0 0 0 0,0 0 1 0 0,0-1-1 0 0,0 1 0 0 0,0 0 1 0 0,0 0-1 0 0,-1 0 0 0 0,1 0 0 0 0,0 0 1 0 0,0 0-1 0 0,0 0 0 0 0,0 0 1 0 0,0 0-1 0 0,0 0 0 0 0,0 0 0 0 0,0 0 1 0 0,0 0-1 0 0,0 0 0 0 0,-1 0 1 0 0,1 0-1 0 0,0 0 0 0 0,0-1 1 0 0,0 1-1 0 0,0 0 0 0 0,0 0 0 0 0,0 0 1 0 0,0 0-1 0 0,0 0 0 0 0,0 0 1 0 0,-1 1-1 0 0,1-1 0 0 0,0 0 1 0 0,0 0-1 0 0,0 0 0 0 0,0 0 0 0 0,0 0 1 0 0,0 0-1 0 0,0 0 0 0 0,0 0 1 0 0,0 0-1 0 0,-1 0 0 0 0,1 0 1 0 0,0 0-1 0 0,0 0 0 0 0,0 0 0 0 0,0 0 1 0 0,0 0-1 0 0,0 0 0 0 0,0 1 1 0 0,0-1-1 0 0,0 0 0 0 0,0 0 0 0 0,0 0 1 0 0,0 0-1 0 0,0 0 0 0 0,-11 11 790 0 0,-15 22-392 0 0,18-23-84 0 0,-84 106 665 0 0,5 5 0 0 0,6 3 0 0 0,-81 165 0 0 0,109-163-808 0 0,48-110-181 0 0,0 0 1 0 0,1 1-1 0 0,1-1 1 0 0,0 1-1 0 0,2 0 1 0 0,-1 17 0 0 0,2-28-3 0 0,1-1 0 0 0,-1 0 0 0 0,1 1 0 0 0,0-1 0 0 0,0 0 0 0 0,1 0 0 0 0,-1 0 0 0 0,1 0 0 0 0,0 0 0 0 0,1 0 0 0 0,-1 0 0 0 0,1-1 0 0 0,0 1 0 0 0,0-1 0 0 0,1 0 0 0 0,-1 1 0 0 0,1-2 0 0 0,5 6 0 0 0,-3-5 2 0 0,0 0 0 0 0,0-1-1 0 0,0 0 1 0 0,0 0 0 0 0,0 0 0 0 0,1-1 0 0 0,-1 0 0 0 0,1 0 0 0 0,-1-1 0 0 0,1 1 0 0 0,0-2 0 0 0,0 1 0 0 0,0-1 0 0 0,7 0 0 0 0,4-1 30 0 0,1-1 0 0 0,-1-1 0 0 0,0 0 0 0 0,0-1-1 0 0,0-1 1 0 0,22-10 0 0 0,-28 10 102 0 0,-1 0 0 0 0,1-1 0 0 0,-1-1 0 0 0,-1 0 0 0 0,1 0 0 0 0,-1-1 0 0 0,0 0 0 0 0,-1-1 0 0 0,0 0 0 0 0,8-11 0 0 0,-15 18-119 0 0,0 0 0 0 0,0-1 0 0 0,0 1 0 0 0,-1-1 0 0 0,1 0 0 0 0,-1 1 0 0 0,1-1 0 0 0,-1 0 0 0 0,0 0 0 0 0,0 0 0 0 0,0 0 0 0 0,-1 0 0 0 0,1 0 0 0 0,-1 0 0 0 0,1-1 0 0 0,-1 1 0 0 0,0 0 0 0 0,0 0 0 0 0,-1 0 0 0 0,1 0 0 0 0,-1 0 0 0 0,1 0 0 0 0,-1 0 0 0 0,0 0 0 0 0,0 0 1 0 0,0 0-1 0 0,-1 0 0 0 0,1 0 0 0 0,-1 0 0 0 0,1 1 0 0 0,-1-1 0 0 0,0 1 0 0 0,0-1 0 0 0,0 1 0 0 0,-3-3 0 0 0,-2 0-18 0 0,0-1 0 0 0,0 1 0 0 0,0 1 0 0 0,-1-1 0 0 0,1 1 0 0 0,-1 1 0 0 0,0-1 0 0 0,-1 1 0 0 0,1 1 0 0 0,0-1 0 0 0,-15-1 0 0 0,4 3-35 0 0,1 1 0 0 0,-1 0 1 0 0,1 1-1 0 0,-1 1 1 0 0,1 1-1 0 0,0 1 1 0 0,-1 0-1 0 0,2 2 1 0 0,-34 13-1 0 0,50-18-47 0 0,0-1-1 0 0,0 0 1 0 0,-1 1 0 0 0,1-1-1 0 0,0 1 1 0 0,0 0-1 0 0,0-1 1 0 0,0 1 0 0 0,0 0-1 0 0,0 0 1 0 0,0 0-1 0 0,0-1 1 0 0,0 1 0 0 0,0 0-1 0 0,0 0 1 0 0,0 0-1 0 0,1 1 1 0 0,-1-1 0 0 0,0 0-1 0 0,1 0 1 0 0,-1 0-1 0 0,1 0 1 0 0,0 1 0 0 0,-1-1-1 0 0,1 0 1 0 0,0 0-1 0 0,-1 1 1 0 0,1-1 0 0 0,0 0-1 0 0,0 1 1 0 0,0 1-1 0 0,1-1-115 0 0,-1-1-1 0 0,1 1 0 0 0,0 0 0 0 0,0 0 0 0 0,-1-1 1 0 0,1 1-1 0 0,0 0 0 0 0,1-1 0 0 0,-1 1 0 0 0,0-1 1 0 0,0 1-1 0 0,1-1 0 0 0,-1 1 0 0 0,0-1 1 0 0,1 0-1 0 0,0 0 0 0 0,-1 0 0 0 0,1 0 0 0 0,2 1 1 0 0,4 1-973 0 0,0-1 0 0 0,0 0 0 0 0,0 0 0 0 0,0-1 0 0 0,1 0 0 0 0,-1 0 1 0 0,11-1-1 0 0,8-1-4541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5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60 4232 0 0,'-14'-14'7693'0'0,"-1"-1"-1560"0"0,2-2-2854 0 0,81 12-4781 0 0,6 0-8564 0 0,-52 2 2701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6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0 2044 0 0,'0'0'1520'0'0,"-15"4"3107"0"0,-28 11-58 0 0,-43 20-1 0 0,1 7-2579 0 0,84-41-1946 0 0,-5 5 174 0 0,15-5-188 0 0,1 1 0 0 0,0-2 0 0 0,0 1 0 0 0,0-1 0 0 0,-1-1 0 0 0,1 0 0 0 0,0 0-1 0 0,12-4 1 0 0,9 0 8 0 0,247-47 385 0 0,-276 51-409 0 0,17-2-137 0 0,-4-1-1949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7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61 1220 0 0,'-51'-49'12761'0'0,"49"47"-12149"0"0,-8-5 932 0 0,9 6-1528 0 0,0 1 0 0 0,0 0 0 0 0,-1 0 0 0 0,1-1 0 0 0,0 1 0 0 0,0 0 0 0 0,0 0-1 0 0,0 0 1 0 0,0 0 0 0 0,0 0 0 0 0,0 0 0 0 0,0 0 0 0 0,0 1 0 0 0,-1-1-1 0 0,1 0 1 0 0,0 1 0 0 0,0-1 0 0 0,0 0 0 0 0,0 1 0 0 0,0-1 0 0 0,0 1 0 0 0,-1 0-1 0 0,0 2-3 0 0,-1-1 0 0 0,0 0 0 0 0,1 1 0 0 0,-1 0 0 0 0,1-1 0 0 0,0 1 0 0 0,-2 4 0 0 0,0 0-16 0 0,0 0 0 0 0,0 1 0 0 0,1-1 0 0 0,0 1 0 0 0,1 0 0 0 0,-2 8 0 0 0,2-6 2 0 0,2 0 0 0 0,0-1 0 0 0,0 1-1 0 0,0 0 1 0 0,2-1 0 0 0,-1 1 0 0 0,1 0-1 0 0,0-1 1 0 0,1 0 0 0 0,0 1 0 0 0,1-1 0 0 0,0 0-1 0 0,0-1 1 0 0,1 1 0 0 0,6 9 0 0 0,10 11 2 0 0,2-1 0 0 0,46 45 1 0 0,-35-39 3 0 0,17 14-1 0 0,-27-27-7 0 0,28 32 1 0 0,-46-46 9 0 0,-1-1 0 0 0,0 1 0 0 0,0 0 1 0 0,-1 1-1 0 0,0-1 0 0 0,0 1 0 0 0,-1 0 1 0 0,0 0-1 0 0,4 15 0 0 0,-6-18 10 0 0,-1-1-1 0 0,1 1 1 0 0,-1 0-1 0 0,0-1 1 0 0,0 1-1 0 0,-1 0 1 0 0,1 0 0 0 0,-1-1-1 0 0,0 1 1 0 0,0-1-1 0 0,-1 1 1 0 0,1-1-1 0 0,-1 1 1 0 0,-4 6-1 0 0,2-4 65 0 0,-1-1-1 0 0,0 1 0 0 0,0-1 1 0 0,-1 0-1 0 0,0 0 0 0 0,0-1 1 0 0,-13 9-1 0 0,2-2 86 0 0,-2-2 0 0 0,1-1 1 0 0,-1 0-1 0 0,-1-1 0 0 0,-35 9 1 0 0,32-11 153 0 0,-2-1 0 0 0,1-1 0 0 0,-34 2 0 0 0,57-6-313 0 0,-1 0 0 0 0,1 0-1 0 0,0 0 1 0 0,-1 0-1 0 0,1 0 1 0 0,-1 0-1 0 0,1 0 1 0 0,0-1-1 0 0,-1 1 1 0 0,1 0-1 0 0,0-1 1 0 0,0 1 0 0 0,-1-1-1 0 0,1 1 1 0 0,0-1-1 0 0,0 0 1 0 0,0 0-1 0 0,0 1 1 0 0,-1-1-1 0 0,1 0 1 0 0,0 0-1 0 0,1 0 1 0 0,-1 0 0 0 0,0 0-1 0 0,0 0 1 0 0,0 0-1 0 0,0-1 1 0 0,1 1-1 0 0,-1 0 1 0 0,1 0-1 0 0,-1 0 1 0 0,1-1-1 0 0,-1 1 1 0 0,1 0-1 0 0,0-1 1 0 0,0 1 0 0 0,-1 0-1 0 0,1-1 1 0 0,0 1-1 0 0,0 0 1 0 0,0-1-1 0 0,1 1 1 0 0,-1 0-1 0 0,0-1 1 0 0,0 1-1 0 0,1-2 1 0 0,2-6-1 0 0,-1 0-1 0 0,1 1 1 0 0,0-1 0 0 0,9-14-1 0 0,16-22 1 0 0,1 2-1 0 0,2 2 0 0 0,53-56 0 0 0,-5 7 23 0 0,-52 58-16 0 0,49-65 83 0 0,-70 88-68 0 0,0 0 0 0 0,-1-1-1 0 0,1 0 1 0 0,-2 0 0 0 0,0-1 0 0 0,0 1 0 0 0,-1-1-1 0 0,3-17 1 0 0,-5 25-27 0 0,-1-1-1 0 0,0 0 0 0 0,0 1 1 0 0,0-1-1 0 0,0 0 0 0 0,-1 1 1 0 0,0-1-1 0 0,1 0 0 0 0,-1 1 1 0 0,0-1-1 0 0,-1 1 0 0 0,1 0 1 0 0,-1-1-1 0 0,1 1 0 0 0,-1 0 1 0 0,0 0-1 0 0,-4-5 0 0 0,1 3 9 0 0,1 1 0 0 0,0 1-1 0 0,-1-1 1 0 0,0 1-1 0 0,0 0 1 0 0,0 0-1 0 0,0 0 1 0 0,0 0-1 0 0,0 1 1 0 0,-9-3-1 0 0,3 2-93 0 0,1 1-1 0 0,-1 0 1 0 0,0 0 0 0 0,0 1-1 0 0,0 0 1 0 0,0 1 0 0 0,0 1-1 0 0,0-1 1 0 0,0 2 0 0 0,0 0-1 0 0,-17 4 1 0 0,21-3-296 0 0,1 0 0 0 0,-1 0 0 0 0,1 0 1 0 0,-1 1-1 0 0,1 0 0 0 0,0 0 0 0 0,0 1 0 0 0,-7 7 0 0 0,11-10-41 0 0,0 1-1 0 0,-1-1 1 0 0,1 1-1 0 0,1 0 1 0 0,-1-1-1 0 0,0 1 1 0 0,1 0-1 0 0,-1 0 1 0 0,1 0-1 0 0,0 0 1 0 0,0 0-1 0 0,0 1 1 0 0,1-1-1 0 0,-1 0 1 0 0,1 0-1 0 0,-1 1 1 0 0,1-1 0 0 0,0 0-1 0 0,0 0 1 0 0,1 1-1 0 0,0 3 1 0 0,5 7-3781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8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48 1332 0 0,'-104'13'14012'0'0,"101"-13"-13120"0"0,1 0-44 0 0,-10 2 1634 0 0,-12 0 937 0 0,40-5-3247 0 0,338-50 1205 0 0,-352 53-1328 0 0,17-5 404 0 0,-7 1-3375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91 1700 0 0,'-2'-1'441'0'0,"-70"-38"11730"0"0,47 22-9379 0 0,25 17-2759 0 0,0-1 0 0 0,0 1 0 0 0,-1-1 0 0 0,1 1 0 0 0,0-1 0 0 0,0 0 1 0 0,0 1-1 0 0,0-1 0 0 0,0 1 0 0 0,0-1 0 0 0,0 0 0 0 0,0 1 1 0 0,0-1-1 0 0,0 1 0 0 0,0-1 0 0 0,0 0 0 0 0,0 1 0 0 0,0-1 0 0 0,1 1 1 0 0,-1-1-1 0 0,0 1 0 0 0,0-1 0 0 0,1 1 0 0 0,-1-1 0 0 0,0 1 1 0 0,1-1-1 0 0,-1 1 0 0 0,0-1 0 0 0,1 1 0 0 0,-1-1 0 0 0,1 1 0 0 0,-1 0 1 0 0,1-1-1 0 0,-1 1 0 0 0,1 0 0 0 0,-1-1 0 0 0,1 1 0 0 0,-1 0 1 0 0,2 0-1 0 0,6-4 0 0 0,1 2 1 0 0,0 0-1 0 0,0 0 0 0 0,0 0 1 0 0,0 1-1 0 0,0 0 1 0 0,0 1-1 0 0,0 0 1 0 0,1 1-1 0 0,-1-1 1 0 0,0 2-1 0 0,10 2 1 0 0,-10-2-36 0 0,-1 0 1 0 0,1 1 0 0 0,0 0 0 0 0,-1 0 0 0 0,1 1 0 0 0,-1 0 0 0 0,0 0 0 0 0,0 1 0 0 0,-1 1 0 0 0,1-1 0 0 0,-1 1 0 0 0,9 10 0 0 0,-11-10 6 0 0,-2 0-1 0 0,1 0 1 0 0,-1 0-1 0 0,0 1 1 0 0,0 0 0 0 0,-1-1-1 0 0,1 1 1 0 0,-2 0-1 0 0,1 0 1 0 0,-1 0 0 0 0,0 0-1 0 0,0 1 1 0 0,-1-1-1 0 0,0 0 1 0 0,-1 0 0 0 0,1 0-1 0 0,-1 0 1 0 0,0 0-1 0 0,-4 10 1 0 0,-1 4 98 0 0,0-1 0 0 0,-1-1 0 0 0,-2 1 1 0 0,0-1-1 0 0,-16 25 0 0 0,3-12 272 0 0,-2 0 1 0 0,-39 41 0 0 0,-64 49 880 0 0,33-32-420 0 0,93-89-819 0 0,1-1 0 0 0,-1 0 0 0 0,1 0 0 0 0,0 1 0 0 0,-1-1 0 0 0,1 0-1 0 0,0 1 1 0 0,-1-1 0 0 0,1 1 0 0 0,0-1 0 0 0,-1 0 0 0 0,1 1-1 0 0,0-1 1 0 0,0 1 0 0 0,-1-1 0 0 0,1 1 0 0 0,0-1 0 0 0,0 1 0 0 0,0-1-1 0 0,0 1 1 0 0,0-1 0 0 0,0 1 0 0 0,0-1 0 0 0,0 1 0 0 0,0-1-1 0 0,0 1 1 0 0,0-1 0 0 0,0 1 0 0 0,0-1 0 0 0,0 1 0 0 0,0-1 0 0 0,0 1-1 0 0,1-1 1 0 0,-1 1 0 0 0,0 0 0 0 0,2 0 17 0 0,-1 0-1 0 0,0-1 1 0 0,0 1-1 0 0,1 0 1 0 0,-1 0 0 0 0,1-1-1 0 0,-1 1 1 0 0,1 0 0 0 0,-1-1-1 0 0,1 0 1 0 0,2 1 0 0 0,44 3 339 0 0,-47-4-366 0 0,50-1 220 0 0,63-9-1 0 0,-32-7-3062 0 0,-61 11-1731 0 0,35-14 0 0 0,-39 11 357 0 0,0-1-1831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0:39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30 585 2836 0 0,'-18'-49'13872'0'0,"6"20"-8717"0"0,13 26-5042 0 0,-1 1 0 0 0,0-1 0 0 0,1 1 0 0 0,0-1 0 0 0,0 1 0 0 0,-1 0 0 0 0,1-1 0 0 0,1 1 0 0 0,-1 0 1 0 0,0 0-1 0 0,0-1 0 0 0,1 1 0 0 0,0 0 0 0 0,-1 1 0 0 0,3-3 0 0 0,-3 3-73 0 0,19-21 257 0 0,1 1 0 0 0,36-26 0 0 0,-29 24-144 0 0,29-29 1 0 0,-49 43-141 0 0,-1 1 0 0 0,0-1 0 0 0,0-1 0 0 0,-1 1 1 0 0,0-1-1 0 0,0 0 0 0 0,6-19 0 0 0,-5 9-75 0 0,-1-1-1 0 0,6-37 1 0 0,-11 51 24 0 0,0-1 1 0 0,-1 1 0 0 0,0 0-1 0 0,0-1 1 0 0,0 1 0 0 0,-1-1-1 0 0,0 1 1 0 0,-1-1 0 0 0,0 1-1 0 0,0 0 1 0 0,-4-9 0 0 0,6 15 24 0 0,-1 0 1 0 0,1 1 0 0 0,0-1 0 0 0,-1 0 0 0 0,1 1-1 0 0,-1-1 1 0 0,1 0 0 0 0,-1 1 0 0 0,1-1 0 0 0,-1 1-1 0 0,1-1 1 0 0,-1 1 0 0 0,1-1 0 0 0,-1 1 0 0 0,0-1-1 0 0,1 1 1 0 0,-1 0 0 0 0,0-1 0 0 0,0 1 0 0 0,1 0-1 0 0,-1-1 1 0 0,0 1 0 0 0,0 0 0 0 0,1 0 0 0 0,-2 0-1 0 0,0 0 3 0 0,1 0 0 0 0,-1 1 0 0 0,1-1 0 0 0,0 0 0 0 0,-1 1-1 0 0,1 0 1 0 0,-1-1 0 0 0,1 1 0 0 0,0 0 0 0 0,0-1-1 0 0,-1 1 1 0 0,0 2 0 0 0,-3 1-18 0 0,0 0 0 0 0,1 1 1 0 0,0-1-1 0 0,0 1 0 0 0,-4 8 1 0 0,-2 7-32 0 0,0 0 1 0 0,1 1 0 0 0,2 1-1 0 0,0-1 1 0 0,-5 27 0 0 0,-11 114 259 0 0,2 429 1435 0 0,22-487-1611 0 0,-2-90 156 0 0,1-1 1 0 0,-2 0-1 0 0,1 1 1 0 0,-7 19-1 0 0,8-32-136 0 0,-1 1 1 0 0,0-1-1 0 0,0 0 0 0 0,0 1 1 0 0,0-1-1 0 0,0 0 0 0 0,0 1 0 0 0,0-1 1 0 0,0 0-1 0 0,-1 0 0 0 0,1 0 1 0 0,0 0-1 0 0,-1 0 0 0 0,-2 1 0 0 0,4-2-43 0 0,-2 1 109 0 0,-1-2 44 0 0,-1 0-129 0 0,1 0 0 0 0,0 0 1 0 0,-1-1-1 0 0,1 0 0 0 0,0 1 1 0 0,-1-1-1 0 0,1 0 0 0 0,0-1 1 0 0,1 1-1 0 0,-1 0 1 0 0,0-1-1 0 0,1 0 0 0 0,-1 1 1 0 0,1-1-1 0 0,-2-4 0 0 0,0 2-13 0 0,1 0 1 0 0,1-1-1 0 0,-1 1 1 0 0,1-1-1 0 0,0 0 0 0 0,0 0 1 0 0,1 0-1 0 0,0 0 0 0 0,-1-7 1 0 0,1-6-32 0 0,2 0 0 0 0,0 1 1 0 0,1-1-1 0 0,1 0 1 0 0,0 1-1 0 0,2 0 0 0 0,0 0 1 0 0,1 0-1 0 0,0 0 1 0 0,2 1-1 0 0,0 0 1 0 0,1 1-1 0 0,1 0 0 0 0,14-19 1 0 0,-4 9-11 0 0,0 2 0 0 0,2 0 0 0 0,1 1 1 0 0,0 1-1 0 0,2 2 0 0 0,0 0 0 0 0,44-25 1 0 0,-55 37-39 0 0,1 0 0 0 0,0 1 0 0 0,1 1 1 0 0,29-8-1 0 0,-40 13 51 0 0,-1-1-1 0 0,1 2 1 0 0,-1-1-1 0 0,1 0 1 0 0,-1 1-1 0 0,1 0 1 0 0,-1 0 0 0 0,1 0-1 0 0,0 1 1 0 0,-1 0-1 0 0,1-1 1 0 0,-1 1-1 0 0,0 1 1 0 0,1-1 0 0 0,-1 1-1 0 0,0 0 1 0 0,0 0-1 0 0,0 0 1 0 0,0 0-1 0 0,0 1 1 0 0,0-1 0 0 0,4 6-1 0 0,-6-6 18 0 0,0 1 0 0 0,0-1 0 0 0,0 0 0 0 0,-1 1 0 0 0,1 0 0 0 0,-1-1 0 0 0,0 1 0 0 0,0 0-1 0 0,0 0 1 0 0,0-1 0 0 0,0 1 0 0 0,-1 0 0 0 0,1 0 0 0 0,-1 0 0 0 0,0 0 0 0 0,0 4 0 0 0,0-2 3 0 0,-1 1 0 0 0,0 0 0 0 0,0 0 0 0 0,-1-1 0 0 0,1 1 0 0 0,-1-1 0 0 0,-5 10 1 0 0,0-2 10 0 0,-1 0 0 0 0,-1-1 1 0 0,1 0-1 0 0,-2-1 0 0 0,-18 18 0 0 0,8-10 42 0 0,-1-1-1 0 0,-1-2 0 0 0,0 0 0 0 0,-2-1 1 0 0,1-1-1 0 0,-2-1 0 0 0,-50 19 0 0 0,31-22 184 0 0,2-5-70 0 0,40-5-180 0 0,2 1-159 0 0,-1-1 164 0 0,1 1 0 0 0,0-1 0 0 0,0 1 1 0 0,0-1-1 0 0,0 0 0 0 0,0 1 0 0 0,0-1 0 0 0,0 0 0 0 0,0 1 1 0 0,1-1-1 0 0,-1 1 0 0 0,0-1 0 0 0,0 0 0 0 0,0 1 0 0 0,0-1 1 0 0,0 0-1 0 0,1 1 0 0 0,-1-1 0 0 0,0 0 0 0 0,0 1 0 0 0,0-1 1 0 0,1 0-1 0 0,-1 0 0 0 0,0 1 0 0 0,1-1 0 0 0,-1 0 0 0 0,0 0 1 0 0,1 1-1 0 0,-1-1 0 0 0,13 7-23 0 0,-11-6 33 0 0,43 24-173 0 0,244 128 406 0 0,-221-121-1509 0 0,1-4-1 0 0,100 27 0 0 0,-154-51 569 0 0,80 17-3167 0 0,-84-20 1727 0 0,1 0 0 0 0,-1 0 0 0 0,18-2 0 0 0,-5-2-5818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29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78 332 0 0,'-2'-14'1792'0'0,"-8"-50"5029"0"0,-2 83-5982 0 0,-5 54 758 0 0,-14 124 0 0 0,12 77-678 0 0,16 76-480 0 0,8-262-311 0 0,33 170 0 0 0,-33-236-114 0 0,1 0 1 0 0,1-1-1 0 0,1 1 1 0 0,1-1-1 0 0,0-1 1 0 0,2 0-1 0 0,0 0 1 0 0,20 24-1 0 0,-21-31-34 0 0,1-1 0 0 0,1 0 0 0 0,0-1 0 0 0,0 0 0 0 0,1-1 0 0 0,0-1 0 0 0,1 0 0 0 0,0-1 0 0 0,1 0 0 0 0,0-1 0 0 0,0-1 0 0 0,20 7 0 0 0,-3-6-329 0 0,0 0 1 0 0,0-2-1 0 0,0-2 1 0 0,1-1-1 0 0,61-3 1 0 0,161-34-2976 0 0,-136 12 440 0 0,17-7-875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29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43 748 0 0,'-45'-37'10786'0'0,"45"37"-10741"0"0,0-1 0 0 0,0 1 0 0 0,0 0 0 0 0,0 0 0 0 0,0 0 0 0 0,-1-1 0 0 0,1 1 0 0 0,0 0-1 0 0,0 0 1 0 0,0 0 0 0 0,0-1 0 0 0,0 1 0 0 0,0 0 0 0 0,0 0 0 0 0,0 0 0 0 0,0 0 0 0 0,-1-1 0 0 0,1 1-1 0 0,0 0 1 0 0,0 0 0 0 0,0 0 0 0 0,0 0 0 0 0,0 0 0 0 0,-1 0 0 0 0,1-1 0 0 0,0 1 0 0 0,0 0-1 0 0,0 0 1 0 0,-1 0 0 0 0,1 0 0 0 0,0 0 0 0 0,0 0 0 0 0,0 0 0 0 0,0 0 0 0 0,-1 0 0 0 0,1 0 0 0 0,0 0-1 0 0,0 0 1 0 0,-1 0 0 0 0,1 0 0 0 0,0 0 0 0 0,0 0 0 0 0,0 0 0 0 0,-1 0 0 0 0,1 0 0 0 0,0 0-1 0 0,0 0 1 0 0,-8 7 703 0 0,9-3-592 0 0,0 0 0 0 0,0 0 0 0 0,0 0 0 0 0,1-1 0 0 0,-1 1 0 0 0,1 0 0 0 0,0-1 0 0 0,0 1 0 0 0,1-1 0 0 0,-1 0 0 0 0,5 6 0 0 0,0 0 165 0 0,95 132 1755 0 0,-16-25-1267 0 0,109 197 0 0 0,-155-233-691 0 0,-3 1 0 0 0,-4 3 1 0 0,-3 0-1 0 0,27 133 0 0 0,-47-162-145 0 0,-2 0-1 0 0,-3 1 1 0 0,-2 0 0 0 0,-2 1-1 0 0,-3-1 1 0 0,-3 0-1 0 0,-1 0 1 0 0,-20 74 0 0 0,4-54-855 0 0,-4-2 0 0 0,-2 0 0 0 0,-50 89 0 0 0,-68 73-6777 0 0,71-134 581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29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80 2872 0 0,'-5'-22'2597'0'0,"0"5"-1093"0"0,3 2-668 0 0,-1 2-844 0 0,-2 1-1340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3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566 44 1848 0 0,'14'-18'7589'0'0,"-14"18"-7581"0"0,9-18 5750 0 0,-11 11-2937 0 0,-12 7-3528 0 0,-3 5 744 0 0,-1 1 0 0 0,1 0 1 0 0,0 2-1 0 0,1 0 0 0 0,0 1 0 0 0,0 0 0 0 0,-17 14 0 0 0,-3 5 144 0 0,-56 58 0 0 0,57-49-41 0 0,2 1 1 0 0,1 2 0 0 0,3 1-1 0 0,1 1 1 0 0,-31 64 0 0 0,45-77-110 0 0,2 1 0 0 0,0 0 1 0 0,2 1-1 0 0,2 0 0 0 0,0 1 0 0 0,2 0 1 0 0,2 0-1 0 0,1 1 0 0 0,1 47 0 0 0,3-67-16 0 0,0-1-1 0 0,1-1 1 0 0,1 1-1 0 0,0 0 0 0 0,0-1 1 0 0,1 1-1 0 0,1-1 0 0 0,0 0 1 0 0,0 0-1 0 0,1-1 1 0 0,0 1-1 0 0,1-1 0 0 0,16 17 1 0 0,-17-20 69 0 0,1 0 1 0 0,0-1 0 0 0,1 0-1 0 0,-1 0 1 0 0,1-1 0 0 0,1 0-1 0 0,-1-1 1 0 0,0 1-1 0 0,1-2 1 0 0,0 1 0 0 0,0-1-1 0 0,0 0 1 0 0,1-1 0 0 0,-1 0-1 0 0,0-1 1 0 0,1 0 0 0 0,17 0-1 0 0,-24-1-22 0 0,1 0-1 0 0,-1 0 1 0 0,0-1-1 0 0,0 1 1 0 0,1-1-1 0 0,-1 0 1 0 0,0 0-1 0 0,0 0 0 0 0,0 0 1 0 0,0 0-1 0 0,0-1 1 0 0,0 0-1 0 0,-1 1 1 0 0,1-1-1 0 0,0 0 1 0 0,-1 0-1 0 0,1 0 1 0 0,-1-1-1 0 0,0 1 1 0 0,0-1-1 0 0,0 1 1 0 0,0-1-1 0 0,0 1 0 0 0,0-1 1 0 0,-1 0-1 0 0,1 0 1 0 0,-1 0-1 0 0,0 0 1 0 0,0 0-1 0 0,0 0 1 0 0,0-1-1 0 0,-1 1 1 0 0,1 0-1 0 0,-1 0 1 0 0,0-6-1 0 0,0 2-49 0 0,0 0 0 0 0,0 0 0 0 0,-1 0 0 0 0,0 0 0 0 0,-1 1 0 0 0,1-1 0 0 0,-1 0-1 0 0,-1 1 1 0 0,1-1 0 0 0,-1 1 0 0 0,0 0 0 0 0,0 0 0 0 0,-1 0 0 0 0,0 0 0 0 0,-7-8 0 0 0,5 9-98 0 0,1-1 1 0 0,-2 1-1 0 0,1 1 0 0 0,-1-1 1 0 0,1 1-1 0 0,-1 0 1 0 0,0 1-1 0 0,-1 0 0 0 0,-13-5 1 0 0,-1 7-2737 0 0,19 1 1938 0 0,5 11-3226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3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1536 0 0,'11'-19'16101'0'0,"-5"14"-15425"0"0,96-16 553 0 0,-26 4-1031 0 0,-23 4-50 0 0,-51 13-130 0 0,7-1-885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4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86 1728 0 0,'10'-14'6454'0'0,"-5"6"-3226"0"0,7-15-1 0 0,-6 4-96 0 0,-6 18-3083 0 0,0 0 0 0 0,0 1-1 0 0,0-1 1 0 0,0 0-1 0 0,-1 0 1 0 0,1 0 0 0 0,0 1-1 0 0,0-1 1 0 0,-1 0-1 0 0,1 1 1 0 0,0-1 0 0 0,-1 0-1 0 0,1 1 1 0 0,-1-1-1 0 0,1 0 1 0 0,-1 1 0 0 0,1-1-1 0 0,-1 1 1 0 0,0-1 0 0 0,1 1-1 0 0,-1-1 1 0 0,1 1-1 0 0,-1 0 1 0 0,0-1 0 0 0,1 1-1 0 0,-1 0 1 0 0,0-1-1 0 0,0 1 1 0 0,1 0 0 0 0,-1 0-1 0 0,0 0 1 0 0,-1-1-1 0 0,-26-2 304 0 0,17 3-345 0 0,-1 2 0 0 0,1 0 0 0 0,0 0 0 0 0,0 1 0 0 0,0 0 0 0 0,0 1-1 0 0,0 0 1 0 0,1 0 0 0 0,0 2 0 0 0,-14 8 0 0 0,12-7-29 0 0,1 1 0 0 0,0 1 1 0 0,0 0-1 0 0,1 0 0 0 0,0 1 1 0 0,1 0-1 0 0,0 1 0 0 0,-11 17 0 0 0,17-23 21 0 0,0-1-1 0 0,1 1 1 0 0,-1 1-1 0 0,1-1 0 0 0,0 0 1 0 0,0 0-1 0 0,1 1 1 0 0,0-1-1 0 0,0 1 1 0 0,0 0-1 0 0,1-1 0 0 0,-1 1 1 0 0,1-1-1 0 0,1 1 1 0 0,0 7-1 0 0,1-5 8 0 0,1 0-1 0 0,0 0 1 0 0,0 0 0 0 0,1 0 0 0 0,-1-1-1 0 0,2 1 1 0 0,-1-1 0 0 0,1 0 0 0 0,8 10-1 0 0,60 61 79 0 0,-50-56-96 0 0,-1 2 0 0 0,0 0-1 0 0,-2 1 1 0 0,24 40 0 0 0,-40-57 118 0 0,0 0-1 0 0,0 1 0 0 0,-1-1 1 0 0,0 1-1 0 0,0-1 1 0 0,-1 1-1 0 0,0 0 1 0 0,-1 0-1 0 0,0 0 1 0 0,0 0-1 0 0,-1 0 1 0 0,0 0-1 0 0,-1 1 0 0 0,0-1 1 0 0,0 0-1 0 0,-1 0 1 0 0,0-1-1 0 0,-1 1 1 0 0,0 0-1 0 0,-5 11 1 0 0,0-4 196 0 0,0 0 0 0 0,-1-1 0 0 0,0 1 0 0 0,-1-2 0 0 0,-1 0 0 0 0,-1 0 0 0 0,0-1 0 0 0,0 0 0 0 0,-1-1 0 0 0,-1 0 0 0 0,0-1 0 0 0,0-1 0 0 0,-1-1 0 0 0,-18 10 0 0 0,31-19-270 0 0,1 1-1 0 0,0 0 1 0 0,-1-1 0 0 0,1 1 0 0 0,-1 0 0 0 0,1-1 0 0 0,-1 0 0 0 0,1 1-1 0 0,-1-1 1 0 0,1 0 0 0 0,-1 0 0 0 0,0 0 0 0 0,1 0 0 0 0,-1 0 0 0 0,1 0-1 0 0,-1 0 1 0 0,1-1 0 0 0,-1 1 0 0 0,1 0 0 0 0,-1-1 0 0 0,1 1 0 0 0,-1-1-1 0 0,1 0 1 0 0,-1 0 0 0 0,1 1 0 0 0,0-1 0 0 0,-1 0 0 0 0,1 0 0 0 0,0 0-1 0 0,0 0 1 0 0,0 0 0 0 0,0-1 0 0 0,0 1 0 0 0,0 0 0 0 0,-1-3 0 0 0,0 1-31 0 0,0-1 1 0 0,1 0 0 0 0,0 1-1 0 0,0-1 1 0 0,0 0 0 0 0,1 0-1 0 0,-1 0 1 0 0,1 1 0 0 0,0-1-1 0 0,0 0 1 0 0,0 0 0 0 0,0 0-1 0 0,2-4 1 0 0,4-17-20 0 0,1 0 0 0 0,2 1 0 0 0,0 0 0 0 0,24-42 0 0 0,64-85-139 0 0,-57 91 165 0 0,-25 36 34 0 0,67-106 150 0 0,-69 107-174 0 0,-2-2 0 0 0,0 1 0 0 0,13-44 1 0 0,-23 62-31 0 0,0 1 1 0 0,1 0 0 0 0,-2 0 0 0 0,1-1 0 0 0,-1 1 0 0 0,0-1 0 0 0,0 1 0 0 0,0 0 0 0 0,-1-1 0 0 0,1 1 0 0 0,-1 0 0 0 0,-1 0 0 0 0,1-1 0 0 0,-1 1-1 0 0,-4-8 1 0 0,4 9-21 0 0,-1 1-1 0 0,1-1 1 0 0,-1 1 0 0 0,0 0-1 0 0,0 0 1 0 0,0 0-1 0 0,-1 0 1 0 0,1 0-1 0 0,-1 1 1 0 0,1 0-1 0 0,-1 0 1 0 0,0 0-1 0 0,0 0 1 0 0,0 0-1 0 0,0 1 1 0 0,0-1-1 0 0,0 1 1 0 0,0 0-1 0 0,-1 1 1 0 0,-5-1-1 0 0,3 0-228 0 0,0 1-1 0 0,0 0 1 0 0,0 0-1 0 0,-1 1 1 0 0,1 0-1 0 0,0 0 1 0 0,0 0-1 0 0,0 1 0 0 0,0 0 1 0 0,0 1-1 0 0,1 0 1 0 0,-1 0-1 0 0,1 0 1 0 0,-12 8-1 0 0,14-8-178 0 0,1 0-1 0 0,-1 0 1 0 0,1 1 0 0 0,-1-1-1 0 0,1 1 1 0 0,0 0 0 0 0,1 0-1 0 0,-1 0 1 0 0,1 0 0 0 0,-3 5-1 0 0,4-4-360 0 0,-1-1 1 0 0,1 1-1 0 0,0-1 0 0 0,0 1 0 0 0,0 0 0 0 0,1-1 0 0 0,-1 1 0 0 0,1 0 0 0 0,0 0 1 0 0,1-1-1 0 0,0 8 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4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74 976 0 0,'-30'-2'13701'0'0,"22"3"-12879"0"0,13 0 1248 0 0,17 0-702 0 0,58-5-985 0 0,-1-3 1 0 0,85-20-1 0 0,-117 18-265 0 0,25-6-498 0 0,-71 15 153 0 0,0-1-1 0 0,-1 1 1 0 0,1-1 0 0 0,-1 1-1 0 0,1-1 1 0 0,0 1-1 0 0,-1-1 1 0 0,1 1 0 0 0,-1-1-1 0 0,0 0 1 0 0,1 1 0 0 0,-1-1-1 0 0,1 0 1 0 0,-1 1-1 0 0,0-1 1 0 0,1 0 0 0 0,-1 1-1 0 0,0-1 1 0 0,0-1 0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5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37 1428 0 0,'-18'-20'9998'0'0,"2"3"-2633"0"0,15 19-7086 0 0,0-1 1 0 0,0 1-1 0 0,1 0 0 0 0,-1 0 0 0 0,1 0 0 0 0,-1-1 1 0 0,1 1-1 0 0,0 0 0 0 0,0 0 0 0 0,-1 0 1 0 0,1 0-1 0 0,1 0 0 0 0,-1 0 0 0 0,0-1 0 0 0,1 4 1 0 0,7 39 1249 0 0,-4-28-765 0 0,10 90 979 0 0,1 136 0 0 0,-17-155-1496 0 0,1 23-534 0 0,2-92-1010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5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82 2220 0 0,'-3'-58'13093'0'0,"3"58"-12982"0"0,0-1 1 0 0,0 0-1 0 0,0 0 1 0 0,0 0-1 0 0,0 0 1 0 0,0 0-1 0 0,0 0 1 0 0,0 0-1 0 0,1 0 1 0 0,-1 1-1 0 0,0-1 1 0 0,1 0-1 0 0,-1 0 1 0 0,1 0-1 0 0,-1 1 1 0 0,1-1-1 0 0,-1 0 1 0 0,1 0-1 0 0,-1 1 1 0 0,1-1-1 0 0,0 1 0 0 0,0-1 1 0 0,-1 0-1 0 0,1 1 1 0 0,1-1-1 0 0,0 0-25 0 0,0 1-1 0 0,-1-1 0 0 0,1 1 1 0 0,0-1-1 0 0,0 1 0 0 0,0 0 1 0 0,1 0-1 0 0,-1-1 0 0 0,0 2 0 0 0,3-1 1 0 0,4 2 14 0 0,0 0 0 0 0,-1 0 1 0 0,17 7-1 0 0,-16-6-54 0 0,-1 1 0 0 0,0 1 0 0 0,0-1 0 0 0,0 1 0 0 0,0 1 0 0 0,-1-1 0 0 0,0 1 0 0 0,0 1 0 0 0,0-1 0 0 0,-1 1 0 0 0,9 12 0 0 0,-12-13 27 0 0,0-1 0 0 0,0 0-1 0 0,0 1 1 0 0,-1 0-1 0 0,0 0 1 0 0,0-1-1 0 0,-1 1 1 0 0,1 0-1 0 0,-2 1 1 0 0,1-1 0 0 0,0 0-1 0 0,-1 0 1 0 0,0 0-1 0 0,-1 0 1 0 0,1 0-1 0 0,-1 0 1 0 0,0 1-1 0 0,-4 9 1 0 0,-9 20 393 0 0,-2 1 1 0 0,-2-2-1 0 0,-1 0 0 0 0,-38 52 1 0 0,-6 12 309 0 0,53-83-623 0 0,5-8 34 0 0,0 0 0 0 0,0 0 0 0 0,1 0 0 0 0,1 1 0 0 0,-5 13 0 0 0,8-22-138 0 0,0 1 0 0 0,0 0 0 0 0,0 0-1 0 0,0-1 1 0 0,0 1 0 0 0,0 0 0 0 0,1 0 0 0 0,-1-1 0 0 0,0 1 0 0 0,0 0-1 0 0,1-1 1 0 0,-1 1 0 0 0,0 0 0 0 0,1-1 0 0 0,-1 1 0 0 0,1-1 0 0 0,-1 1 0 0 0,1 0-1 0 0,-1-1 1 0 0,1 1 0 0 0,-1-1 0 0 0,1 1 0 0 0,-1-1 0 0 0,1 0 0 0 0,0 1-1 0 0,-1-1 1 0 0,2 1 0 0 0,19 6 459 0 0,-6-4-343 0 0,0-2 1 0 0,1 0 0 0 0,-1-1 0 0 0,0 0 0 0 0,30-5-1 0 0,73-23-488 0 0,-98 22-1137 0 0,-1-1 0 0 0,0-1 1 0 0,20-11-1 0 0,-24 10-2755 0 0,-1 0 0 0 0,15-12 0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6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41 555 3036 0 0,'-2'-2'2870'0'0,"-35"-27"11910"0"0,37 28-14550 0 0,0 0 1 0 0,-1 0-1 0 0,1 1 0 0 0,0-1 1 0 0,0 0-1 0 0,0 0 1 0 0,0 0-1 0 0,0 0 0 0 0,0 0 1 0 0,0 0-1 0 0,0 0 1 0 0,0 0-1 0 0,1 0 0 0 0,-1 0 1 0 0,1-1-1 0 0,62-47 1771 0 0,10-8-1278 0 0,-65 49-680 0 0,1 0 0 0 0,-1-1 0 0 0,-1 0 0 0 0,1-1 0 0 0,-2 0 0 0 0,7-10 0 0 0,-6 3-57 0 0,0 0-1 0 0,0-1 1 0 0,-2 1 0 0 0,0-1-1 0 0,-1 0 1 0 0,4-37-1 0 0,-7 20-265 0 0,0 1 0 0 0,-8-62 0 0 0,7 94 184 0 0,-7 9-129 0 0,-1 4 142 0 0,-4 37-27 0 0,1-1-1 0 0,3 1 1 0 0,-2 60-1 0 0,8-85 71 0 0,-9 103 52 0 0,6 1 0 0 0,5 0 0 0 0,24 178 0 0 0,-15-240-38 0 0,21 117 450 0 0,-27-163-208 0 0,-3-18-168 0 0,-6-10 80 0 0,2-19-162 0 0,0-1 0 0 0,2 0 1 0 0,2 0-1 0 0,0 1 0 0 0,2-1 1 0 0,10-54-1 0 0,-8 62-5 0 0,2 1 0 0 0,0-1 0 0 0,2 1 0 0 0,0 0 0 0 0,1 1 0 0 0,1 0 0 0 0,1 0 0 0 0,0 1 0 0 0,2 0 0 0 0,15-17 0 0 0,-8 14-45 0 0,31-27 0 0 0,-42 41 46 0 0,1 0-1 0 0,0 0 1 0 0,0 1 0 0 0,0 0-1 0 0,1 1 1 0 0,14-5-1 0 0,-23 9 23 0 0,1 0-1 0 0,-1 0 1 0 0,1 0-1 0 0,-1 0 1 0 0,1 1-1 0 0,-1-1 1 0 0,1 1-1 0 0,-1 0 1 0 0,1-1 0 0 0,-1 1-1 0 0,1 1 1 0 0,0-1-1 0 0,4 1 1 0 0,-3 0 4 0 0,-3-1 11 0 0,0 0-1 0 0,0 1 1 0 0,0-1-1 0 0,0 0 1 0 0,0 1-1 0 0,0-1 1 0 0,0 1-1 0 0,0-1 1 0 0,0 1-1 0 0,0-1 1 0 0,-1 1-1 0 0,1 0 1 0 0,0-1-1 0 0,0 1 1 0 0,-1 0-1 0 0,1 0 0 0 0,0-1 1 0 0,-1 1-1 0 0,1 0 1 0 0,-1 0-1 0 0,1 0 1 0 0,-1 0-1 0 0,0 0 1 0 0,1 0-1 0 0,-1 0 1 0 0,0 0-1 0 0,0 0 1 0 0,1 0-1 0 0,-1 0 1 0 0,0 0-1 0 0,0 0 1 0 0,0 0-1 0 0,0 0 1 0 0,0 0-1 0 0,0 0 1 0 0,-1 0-1 0 0,1 0 1 0 0,-1 2-1 0 0,0 2 1 0 0,-1 0 0 0 0,0 0 1 0 0,0 1-1 0 0,0-1 0 0 0,-4 6 0 0 0,-2 2 4 0 0,-1-1-1 0 0,-1 1 0 0 0,0-2 1 0 0,0 1-1 0 0,-1-1 0 0 0,-1-1 1 0 0,1 0-1 0 0,-18 10 0 0 0,-6 2 146 0 0,-71 32 1 0 0,54-31 171 0 0,51-22-324 0 0,1-1-21 0 0,-1 0 23 0 0,1 0 0 0 0,0 0-1 0 0,0 0 1 0 0,-1 0 0 0 0,1 0-1 0 0,0 0 1 0 0,0 0-1 0 0,0 1 1 0 0,-1-1 0 0 0,1 0-1 0 0,0 0 1 0 0,0 0 0 0 0,0 0-1 0 0,-1 1 1 0 0,1-1 0 0 0,0 0-1 0 0,0 0 1 0 0,0 0 0 0 0,0 1-1 0 0,0-1 1 0 0,-1 0 0 0 0,1 0-1 0 0,0 0 1 0 0,0 1-1 0 0,0-1 1 0 0,0 0 0 0 0,0 0-1 0 0,0 1 1 0 0,0-1 0 0 0,0 0-1 0 0,34 23-32 0 0,-3-4 117 0 0,-1 2 0 0 0,49 44 1 0 0,-29-15-103 0 0,22 23-110 0 0,-25-26-3027 0 0,-45-46 2754 0 0,-1 0-1 0 0,1 0 1 0 0,-1 1 0 0 0,1-1 0 0 0,-1 0 0 0 0,1-1 0 0 0,-1 1 0 0 0,1 0-1 0 0,0 0 1 0 0,-1-1 0 0 0,1 1 0 0 0,0-1 0 0 0,0 1 0 0 0,0-1 0 0 0,1 0-1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6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26 109 2732 0 0,'-25'-9'22677'0'0,"24"8"-22437"0"0,13-7 2217 0 0,35-7-2958 0 0,-37 12 1251 0 0,14-4-1598 0 0,-2-1-1 0 0,27-13 0 0 0,-20 4-4402 0 0,-2-2-4318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7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70 535 3316 0 0,'-70'15'12792'0'0,"85"-31"-11006"0"0,7-5-829 0 0,-1 4-604 0 0,0-1 0 0 0,-2-1 1 0 0,0-1-1 0 0,-1-1 1 0 0,-1-1-1 0 0,20-33 1 0 0,-26 33-293 0 0,-2-1 0 0 0,0 1 0 0 0,-1-1 0 0 0,5-31 0 0 0,-4 8-61 0 0,2-60 0 0 0,-9 64-246 0 0,-2 40 201 0 0,-2 4-64 0 0,-1 1 102 0 0,1 0 0 0 0,-1 1 0 0 0,1 0-1 0 0,-1-1 1 0 0,1 1 0 0 0,0 0 0 0 0,1 0 0 0 0,-1 0 0 0 0,1 0 0 0 0,-1 1-1 0 0,0 4 1 0 0,-8 56-83 0 0,8-52 83 0 0,-16 292 627 0 0,26 1 296 0 0,-5-221-769 0 0,5 60-171 0 0,-1-18 836 0 0,-5-43 4813 0 0,-14-94-5119 0 0,6-6-474 0 0,2-1 0 0 0,0 1 1 0 0,0-1-1 0 0,2 0 0 0 0,-1-20 1 0 0,2 0-283 0 0,5-52 1 0 0,0 60 57 0 0,1 0 0 0 0,1 0 0 0 0,1 0 0 0 0,2 1 0 0 0,1 0-1 0 0,1 1 1 0 0,20-37 0 0 0,-21 47 147 0 0,0 1 0 0 0,1 0-1 0 0,0 0 1 0 0,2 1 0 0 0,0 0-1 0 0,0 2 1 0 0,1-1 0 0 0,1 2-1 0 0,0 0 1 0 0,1 0 0 0 0,0 2-1 0 0,22-12 1 0 0,-19 14-3 0 0,1 0 0 0 0,-1 1 0 0 0,33-6 0 0 0,-44 11 12 0 0,-1 1-1 0 0,1 0 0 0 0,0 1 1 0 0,0-1-1 0 0,-1 1 1 0 0,1 1-1 0 0,0-1 0 0 0,0 2 1 0 0,-1-1-1 0 0,1 1 1 0 0,-1 0-1 0 0,12 5 0 0 0,-17-7 28 0 0,-1 1 0 0 0,0 0 0 0 0,1-1 0 0 0,-1 1 0 0 0,0 0 0 0 0,0 0 0 0 0,1 0 0 0 0,-1 0 0 0 0,0 0-1 0 0,0 0 1 0 0,0 1 0 0 0,0-1 0 0 0,0 0 0 0 0,0 1 0 0 0,-1-1 0 0 0,1 0 0 0 0,0 1 0 0 0,-1-1 0 0 0,1 1 0 0 0,-1-1-1 0 0,1 3 1 0 0,-1-2 6 0 0,0 1 0 0 0,0-1 0 0 0,0 1-1 0 0,0-1 1 0 0,-1 1 0 0 0,1-1 0 0 0,-1 0-1 0 0,0 1 1 0 0,1-1 0 0 0,-1 1-1 0 0,0-1 1 0 0,-2 2 0 0 0,-2 5 4 0 0,-1-1 0 0 0,0 1 0 0 0,0-2 0 0 0,-1 1 0 0 0,-10 8 0 0 0,-9 5 13 0 0,-1-1-1 0 0,0-1 0 0 0,-2-2 0 0 0,0 0 1 0 0,-1-3-1 0 0,0 0 0 0 0,-52 15 0 0 0,65-24-13 0 0,0 0-1 0 0,-1-1 0 0 0,0-1 1 0 0,1-1-1 0 0,-1-1 0 0 0,-35-1 1 0 0,51 0-28 0 0,-1-1 0 0 0,0 1 0 0 0,1-1 0 0 0,-1 1 0 0 0,0-1 0 0 0,1 0 0 0 0,-1 0 0 0 0,-3-2 0 0 0,6 1-216 0 0,12 6 166 0 0,-2 1 72 0 0,0 2 1 0 0,-1-1 0 0 0,1 1 0 0 0,-1 1 0 0 0,0 0-1 0 0,-1 0 1 0 0,14 17 0 0 0,-8-9 33 0 0,104 123 37 0 0,9 12 84 0 0,-102-125-55 0 0,0-2 0 0 0,2-1 0 0 0,46 32 0 0 0,-71-53-169 0 0,1-1 0 0 0,0 1-1 0 0,0-1 1 0 0,0 1 0 0 0,0-1 0 0 0,0 0 0 0 0,1 0 0 0 0,-1 0 0 0 0,0-1 0 0 0,0 1 0 0 0,1-1-1 0 0,-1 0 1 0 0,5 0 0 0 0,-5 0-327 0 0,0-1 1 0 0,1 0-1 0 0,-1 0 0 0 0,0 0 0 0 0,0 0 1 0 0,0 0-1 0 0,0-1 0 0 0,0 0 0 0 0,0 1 0 0 0,0-1 1 0 0,-1 0-1 0 0,1 0 0 0 0,-1-1 0 0 0,1 1 1 0 0,-1 0-1 0 0,0-1 0 0 0,0 0 0 0 0,0 1 0 0 0,0-1 1 0 0,1-3-1 0 0,14-24-6975 0 0,-9 12 229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8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1 852 0 0,'-24'3'6047'0'0,"-24"3"3347"0"0,36-5-6091 0 0,21-1-1958 0 0,-3 0-1343 0 0,139-10 750 0 0,-55 11-7046 0 0,-89 0 5973 0 0,0-1 0 0 0,0 0 0 0 0,0 0 0 0 0,0 0 0 0 0,0 0-1 0 0,-1 1 1 0 0,1-1 0 0 0,0 0 0 0 0,0 1 0 0 0,0-1 0 0 0,0 1 0 0 0,0-1 0 0 0,0 1 0 0 0,-1-1 0 0 0,1 1 0 0 0,4 5-1926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8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0 684 0 0,'-68'56'12998'0'0,"68"-56"-12909"0"0,-1 0-1 0 0,1 0 1 0 0,0 0 0 0 0,0 0 0 0 0,-1 1 0 0 0,1-1-1 0 0,0 0 1 0 0,0 0 0 0 0,-1 1 0 0 0,1-1-1 0 0,0 0 1 0 0,0 0 0 0 0,0 1 0 0 0,-1-1 0 0 0,1 0-1 0 0,0 0 1 0 0,0 1 0 0 0,0-1 0 0 0,0 0-1 0 0,0 1 1 0 0,0-1 0 0 0,0 0 0 0 0,0 1 0 0 0,0-1-1 0 0,0 0 1 0 0,0 1 0 0 0,0-1 0 0 0,0 0-1 0 0,0 1 1 0 0,0-1 0 0 0,0 0 0 0 0,0 0 0 0 0,0 1-1 0 0,0 0 1 0 0,10 5 1220 0 0,11-1-765 0 0,2-3-443 0 0,0-1 0 0 0,0-2 1 0 0,0 0-1 0 0,0-1 1 0 0,44-11-1 0 0,-21 5-1095 0 0,42-11-2393 0 0,-31 1-2577 0 0,-27 7-537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49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 1056 0 0,'-27'-8'28452'0'0,"37"8"-25225"0"0,-9 0-3201 0 0,138 11-19 0 0,-45-6-8 0 0,-31 0 1 0 0,-46-5 0 0 0,-1 2 0 0 0,1-1 0 0 0,8 1-18 0 0,-22-2-157 0 0,9 0-4666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0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79 113 2400 0 0,'16'-25'8003'0'0,"-11"15"-5259"0"0,1 1 1 0 0,14-16-1 0 0,-17 21-2650 0 0,1 1 0 0 0,0-1 0 0 0,0 1-1 0 0,1 0 1 0 0,-1 0 0 0 0,0 0 0 0 0,1 1-1 0 0,0 0 1 0 0,6-3 0 0 0,-3 3-85 0 0,0-1 1 0 0,1 1 0 0 0,-1 0-1 0 0,1 1 1 0 0,-1 0-1 0 0,1 0 1 0 0,0 1 0 0 0,-1 0-1 0 0,1 1 1 0 0,0 0 0 0 0,-1 0-1 0 0,13 3 1 0 0,-17-2 2 0 0,0-1 0 0 0,0 1 0 0 0,0 0 0 0 0,0 0 1 0 0,0 0-1 0 0,-1 0 0 0 0,1 1 0 0 0,-1-1 0 0 0,1 1 0 0 0,-1 0 1 0 0,0 0-1 0 0,0 0 0 0 0,0 0 0 0 0,-1 1 0 0 0,1-1 0 0 0,-1 1 1 0 0,1 0-1 0 0,-1 0 0 0 0,-1 0 0 0 0,1 0 0 0 0,0 0 0 0 0,-1 0 1 0 0,0 0-1 0 0,0 0 0 0 0,0 0 0 0 0,0 9 0 0 0,-1 4 189 0 0,0 0-1 0 0,-1 0 1 0 0,-1 0 0 0 0,-1 0-1 0 0,0-1 1 0 0,-1 1 0 0 0,-1-1-1 0 0,0 0 1 0 0,-12 23-1 0 0,-9 14 708 0 0,-45 66 0 0 0,57-97-603 0 0,-155 203 2868 0 0,120-165-1600 0 0,48-59-1240 0 0,2 0-269 0 0,0 0 0 0 0,0 0 1 0 0,0 0-1 0 0,1 0 0 0 0,-1-1 0 0 0,0 1 0 0 0,0-1 0 0 0,1 1 0 0 0,-1-1 0 0 0,0 1 0 0 0,1-1 0 0 0,-1 0 0 0 0,0 1 0 0 0,1-1 0 0 0,-1 0 0 0 0,0 0 0 0 0,1 0 1 0 0,-1 0-1 0 0,0 0 0 0 0,1-1 0 0 0,0 1 0 0 0,39-6 249 0 0,-2-1 1 0 0,1-2-1 0 0,49-19 0 0 0,14-13-1760 0 0,-4-8-6139 0 0,-61 32 846 0 0,-12 7-577 0 0,-10 4 915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0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57 106 3436 0 0,'-4'0'3068'0'0,"-48"-12"16659"0"0,66 7-19303 0 0,0 0 0 0 0,0 1 0 0 0,0 1-1 0 0,1 0 1 0 0,22-1 0 0 0,9-2-147 0 0,-10 0-233 0 0,103-19-673 0 0,-49 1-5212 0 0,-70 16 2692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0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20 672 0 0,'-2'-1'3356'0'0,"-43"-17"11879"0"0,45 18-15179 0 0,0 0-1 0 0,0 0 0 0 0,-1 0 1 0 0,1 0-1 0 0,0 0 0 0 0,0 0 0 0 0,-1 0 1 0 0,1 0-1 0 0,0 0 0 0 0,0 0 1 0 0,0 1-1 0 0,-1-1 0 0 0,1 0 0 0 0,0 0 1 0 0,0 0-1 0 0,0 0 0 0 0,-1 1 1 0 0,1-1-1 0 0,0 0 0 0 0,0 0 0 0 0,0 0 1 0 0,0 1-1 0 0,0-1 0 0 0,0 0 1 0 0,-1 0-1 0 0,1 1 0 0 0,0-1 0 0 0,0 0 1 0 0,0 0-1 0 0,0 1 0 0 0,0-1 1 0 0,-1 23 1982 0 0,1-1 1 0 0,1 1 0 0 0,8 43 0 0 0,1 11-323 0 0,-6-11-850 0 0,5 72 215 0 0,-2-47-4111 0 0,-3-72-692 0 0,-2-2-2617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1 588 2720 0 0,'14'-40'16180'0'0,"0"25"-12830"0"0,47-20-1688 0 0,-39 23-1348 0 0,-1 0 1 0 0,34-26 0 0 0,-42 26-265 0 0,0-1 0 0 0,0-1 0 0 0,-1 0 0 0 0,-1-1 0 0 0,0 0 0 0 0,-1 0 1 0 0,-1-1-1 0 0,-1-1 0 0 0,8-17 0 0 0,-5 3-38 0 0,-1-1 1 0 0,-1 0 0 0 0,-2 0-1 0 0,5-41 1 0 0,-11 60-112 0 0,0 0 0 0 0,0 0 0 0 0,-2-17 0 0 0,1 28 19 0 0,-13 11-179 0 0,10-6 249 0 0,1 1 0 0 0,-1 0 0 0 0,1 0 0 0 0,0 0 0 0 0,0 1 1 0 0,0-1-1 0 0,1 0 0 0 0,-1 1 0 0 0,0 6 0 0 0,-1 0-8 0 0,-22 91 775 0 0,6 1 0 0 0,-8 114 0 0 0,14-106 85 0 0,-27 436 2147 0 0,35-432-892 0 0,5-115-2097 0 0,0 0 0 0 0,-1 0 0 0 0,1 0 0 0 0,0 0 0 0 0,0 0 0 0 0,0-1 0 0 0,0 1 0 0 0,0 0 0 0 0,0 0 0 0 0,0 0 0 0 0,-1 0 0 0 0,1 0 0 0 0,0 0 0 0 0,0 0 0 0 0,0 0 0 0 0,0 0 0 0 0,0 0 0 0 0,0 0 0 0 0,-1 0 0 0 0,1 0 0 0 0,0 0 0 0 0,0 0 0 0 0,0 0 0 0 0,0 0 0 0 0,0 0 0 0 0,-1 0 0 0 0,1 0 0 0 0,0 0 0 0 0,0 0 0 0 0,0 0 0 0 0,0 0 0 0 0,0 0 0 0 0,0 0 0 0 0,-1 0 0 0 0,1 0 0 0 0,0 0 0 0 0,0 0 0 0 0,0 1 0 0 0,0-1 0 0 0,0 0 0 0 0,0 0 0 0 0,0 0 0 0 0,0 0 0 0 0,-1 0 0 0 0,1 0 0 0 0,0 0 0 0 0,0 1 0 0 0,-5-14 0 0 0,1-12 0 0 0,0 0 0 0 0,2-1 0 0 0,1 1 0 0 0,3-28 0 0 0,2 5 0 0 0,12-57 0 0 0,-8 68-138 0 0,0 1 0 0 0,3 0 0 0 0,1 0 0 0 0,1 1 1 0 0,21-36-1 0 0,-27 58 87 0 0,0 1 0 0 0,1-1 0 0 0,1 1 0 0 0,0 1-1 0 0,0 0 1 0 0,1 0 0 0 0,1 1 0 0 0,0 0 0 0 0,0 1 0 0 0,1 0 0 0 0,0 1 0 0 0,0 0 0 0 0,1 1 0 0 0,0 0 0 0 0,1 1 0 0 0,14-5 0 0 0,-23 10 12 0 0,0 0 1 0 0,0 0-1 0 0,1 0 0 0 0,-1 1 0 0 0,0-1 0 0 0,0 1 1 0 0,1 0-1 0 0,-1 1 0 0 0,0 0 0 0 0,0-1 0 0 0,1 1 1 0 0,-1 1-1 0 0,0-1 0 0 0,0 1 0 0 0,5 3 0 0 0,-7-4 29 0 0,-1 0 0 0 0,0 1-1 0 0,0-1 1 0 0,0 1 0 0 0,0-1-1 0 0,0 1 1 0 0,0 0-1 0 0,-1 0 1 0 0,1 0 0 0 0,0 0-1 0 0,-1 0 1 0 0,0 0 0 0 0,1 0-1 0 0,-1 0 1 0 0,0 1-1 0 0,0-1 1 0 0,0 0 0 0 0,0 1-1 0 0,-1-1 1 0 0,1 1 0 0 0,-1-1-1 0 0,1 1 1 0 0,-1-1-1 0 0,0 1 1 0 0,0-1 0 0 0,0 1-1 0 0,0-1 1 0 0,-1 1 0 0 0,1-1-1 0 0,-1 1 1 0 0,-1 4-1 0 0,-3 6 18 0 0,0-1 0 0 0,-1 0 0 0 0,0 0-1 0 0,-1 0 1 0 0,0-1 0 0 0,-1 0 0 0 0,0-1-1 0 0,0 1 1 0 0,-2-1 0 0 0,-17 14 0 0 0,2-3 75 0 0,-2-1 1 0 0,0-1 0 0 0,-37 18 0 0 0,-24 5 213 0 0,86-41-381 0 0,-2 20-158 0 0,9-9 258 0 0,0 0 1 0 0,1 0 0 0 0,0-1-1 0 0,1 0 1 0 0,0 0 0 0 0,14 16-1 0 0,2-1 51 0 0,35 32 1 0 0,-33-36-60 0 0,1-1 0 0 0,1-1 0 0 0,1-1 1 0 0,0-2-1 0 0,1-1 0 0 0,1-1 0 0 0,1-2 0 0 0,62 19 0 0 0,-81-29-450 0 0,0 0-1 0 0,0-2 1 0 0,0 1-1 0 0,0-1 0 0 0,0-1 1 0 0,0 0-1 0 0,15-3 0 0 0,-18 2-641 0 0,-1-1-1 0 0,1 0 1 0 0,-1-1-1 0 0,11-4 1 0 0,-12 3-706 0 0,-1 1 0 0 0,1-1 0 0 0,-1 0 0 0 0,1-1 0 0 0,7-7 1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5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8 184 0 0,'-44'16'16196'0'0,"56"-14"-16161"0"0,-1-1-1 0 0,0-1 0 0 0,1 0 1 0 0,-1 0-1 0 0,0-2 1 0 0,1 1-1 0 0,16-5 1 0 0,25-2-2541 0 0,16 0-5377 0 0,-56 6 4020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5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0 2176 0 0,'-15'15'3497'0'0,"11"-13"-3076"0"0,1 1 1 0 0,-1 0-1 0 0,1 0 1 0 0,0 0-1 0 0,0 0 0 0 0,0 1 1 0 0,1-1-1 0 0,-1 1 0 0 0,1 0 1 0 0,0-1-1 0 0,0 1 1 0 0,0 0-1 0 0,1 0 0 0 0,-3 8 1 0 0,4-11-398 0 0,0 0 0 0 0,0 0 0 0 0,0 0 0 0 0,1 1 0 0 0,-1-1 0 0 0,0 0 0 0 0,1 0-1 0 0,-1 0 1 0 0,1 0 0 0 0,-1 0 0 0 0,1 0 0 0 0,-1 0 0 0 0,1 0 0 0 0,-1 0 0 0 0,1-1 0 0 0,0 1 0 0 0,0 0 0 0 0,-1 0 0 0 0,1 0 0 0 0,0-1 0 0 0,0 1 0 0 0,0 0 0 0 0,0-1 0 0 0,0 1 0 0 0,0-1 0 0 0,0 1 0 0 0,0-1 0 0 0,0 0 0 0 0,0 1 0 0 0,2-1 0 0 0,32 7 99 0 0,-20-7-1175 0 0,0-1 0 0 0,0 0 1 0 0,0-1-1 0 0,0-1 0 0 0,0 0 1 0 0,28-11-1 0 0,-17 3-2042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6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42 482 96 0 0,'-4'-9'7963'0'0,"-1"-9"-1760"0"0,5 16-6114 0 0,0 1 0 0 0,1 0 0 0 0,-1 0 0 0 0,0 0 0 0 0,1 0 0 0 0,-1 0 0 0 0,1 0 0 0 0,-1 0 0 0 0,1 0 0 0 0,-1 0 0 0 0,1 0 0 0 0,0 0 0 0 0,0 1 0 0 0,-1-1 0 0 0,1 0 0 0 0,0 0 0 0 0,0 1 0 0 0,0-1 0 0 0,0 0 0 0 0,0 1 0 0 0,0-1 0 0 0,0 1 0 0 0,1-1 0 0 0,10-6 71 0 0,-1 0 1 0 0,1-1 0 0 0,-1-1-1 0 0,-1 0 1 0 0,0 0 0 0 0,0-1-1 0 0,-1 0 1 0 0,0-1 0 0 0,-1 1-1 0 0,0-2 1 0 0,-1 1 0 0 0,0-1-1 0 0,-1-1 1 0 0,0 1 0 0 0,-1-1-1 0 0,0 0 1 0 0,-1 0 0 0 0,-1 0-1 0 0,3-19 1 0 0,0-27-149 0 0,-2-72 1 0 0,-7 122-346 0 0,-3 15 241 0 0,-4 17 17 0 0,-42 251 675 0 0,21 5 233 0 0,26-226-732 0 0,-6 74 144 0 0,-25 186 343 0 0,31-285 8 0 0,4-17 328 0 0,0-1 1 0 0,-1 0-1 0 0,-6 17 0 0 0,7-25-322 0 0,-11-7-218 0 0,10 1-375 0 0,-1 1-1 0 0,1-1 1 0 0,0 0 0 0 0,0 0-1 0 0,0 0 1 0 0,0 0-1 0 0,0 0 1 0 0,1 0-1 0 0,0 0 1 0 0,0 0-1 0 0,0-1 1 0 0,1 1-1 0 0,-1-6 1 0 0,0 0-79 0 0,-4-23-163 0 0,1 0 0 0 0,2 0-1 0 0,1 0 1 0 0,7-63-1 0 0,-2 72 118 0 0,0 1 0 0 0,2-1 0 0 0,0 1 0 0 0,2 0 0 0 0,0 1 0 0 0,1 0 0 0 0,19-31 0 0 0,-13 29 95 0 0,0 2 0 0 0,2 0 1 0 0,24-24-1 0 0,-32 36-1 0 0,0 1 0 0 0,1 1 1 0 0,1 0-1 0 0,-1 0 1 0 0,1 1-1 0 0,1 1 0 0 0,-1-1 1 0 0,1 2-1 0 0,13-5 1 0 0,-23 9-14 0 0,1 0 0 0 0,0 1-1 0 0,-1-1 1 0 0,1 0 0 0 0,0 1 0 0 0,-1 0 0 0 0,1 0 0 0 0,0 0 0 0 0,0 0 0 0 0,-1 0 0 0 0,1 1 0 0 0,0-1 0 0 0,-1 1 0 0 0,1-1 0 0 0,0 1 0 0 0,-1 0 0 0 0,1 0 0 0 0,-1 0 0 0 0,4 3 0 0 0,-4-3 32 0 0,-1 0-1 0 0,0 1 1 0 0,0-1-1 0 0,0 0 1 0 0,0 1 0 0 0,0 0-1 0 0,0-1 1 0 0,0 1-1 0 0,0-1 1 0 0,0 1-1 0 0,-1 0 1 0 0,1-1 0 0 0,-1 1-1 0 0,1 0 1 0 0,-1 0-1 0 0,0 0 1 0 0,1-1 0 0 0,-1 1-1 0 0,0 0 1 0 0,0 0-1 0 0,-1 0 1 0 0,1 0 0 0 0,0-1-1 0 0,-1 1 1 0 0,1 0-1 0 0,-1 0 1 0 0,1-1 0 0 0,-1 1-1 0 0,-1 2 1 0 0,-3 8 55 0 0,-2 0 0 0 0,1 0 1 0 0,-1-1-1 0 0,-1 0 0 0 0,0-1 1 0 0,0 1-1 0 0,-17 14 0 0 0,11-12 32 0 0,-1-1 0 0 0,0 0 0 0 0,-1-1 0 0 0,-28 15 1 0 0,38-24-69 0 0,0 0 0 0 0,0 0 1 0 0,-1-1-1 0 0,-9 2 1 0 0,3-1-236 0 0,13-2 215 0 0,0 0 0 0 0,0 0 0 0 0,0 0-1 0 0,0 1 1 0 0,0-1 0 0 0,0 0-1 0 0,0 0 1 0 0,0 0 0 0 0,1 0 0 0 0,-1 0-1 0 0,0 0 1 0 0,0 0 0 0 0,0 0-1 0 0,0 0 1 0 0,0 0 0 0 0,0 0-1 0 0,0 0 1 0 0,0 0 0 0 0,0 0 0 0 0,0 0-1 0 0,0 0 1 0 0,0 0 0 0 0,0 0-1 0 0,0 0 1 0 0,0 0 0 0 0,0 1-1 0 0,0-1 1 0 0,0 0 0 0 0,0 0 0 0 0,0 0-1 0 0,0 0 1 0 0,0 0 0 0 0,0 0-1 0 0,0 0 1 0 0,0 0 0 0 0,0 0-1 0 0,0 0 1 0 0,0 0 0 0 0,0 1 0 0 0,0-1-1 0 0,0 0 1 0 0,0 0 0 0 0,0 0-1 0 0,0 0 1 0 0,0 0 0 0 0,0 0-1 0 0,0 0 1 0 0,0 0 0 0 0,0 0 0 0 0,0 0-1 0 0,0 0 1 0 0,0 0 0 0 0,0 0-1 0 0,0 0 1 0 0,0 1 0 0 0,0-1-1 0 0,0 0 1 0 0,7 3 21 0 0,0 1 0 0 0,0 0 0 0 0,-1 1 0 0 0,1-1 0 0 0,-1 1 0 0 0,0 1 0 0 0,6 6 0 0 0,35 45 16 0 0,-41-48-46 0 0,16 21-301 0 0,-9-11 344 0 0,29 33 0 0 0,-8-25-4059 0 0,-29-24 2394 0 0,0 0 0 0 0,0-1 0 0 0,0 0 0 0 0,0 0 0 0 0,10 3 0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2712 0 0,'11'-32'12509'0'0,"-5"26"-12090"0"0,1 1 1 0 0,0 0-1 0 0,0 0 0 0 0,0 0 1 0 0,1 1-1 0 0,0 0 1 0 0,0 1-1 0 0,0-1 0 0 0,11-2 1 0 0,25-11-803 0 0,-18 5-1745 0 0,9-3-6569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1:5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81 146 104 0 0,'-12'-18'13816'0'0,"5"1"-7182"0"0,7 15-6453 0 0,0 0 1 0 0,0 0 0 0 0,0 0 0 0 0,0 0 0 0 0,1 1-1 0 0,-1-1 1 0 0,1 0 0 0 0,-1 0 0 0 0,1 0 0 0 0,-1 0 0 0 0,1 1-1 0 0,0-1 1 0 0,0 0 0 0 0,0 1 0 0 0,0-1 0 0 0,0 0 0 0 0,0 1-1 0 0,2-2 1 0 0,3-4-76 0 0,0 1-1 0 0,1 0 1 0 0,-1 1-1 0 0,1 0 0 0 0,0 0 1 0 0,0 0-1 0 0,1 1 1 0 0,0 0-1 0 0,-1 0 1 0 0,13-3-1 0 0,-7 3-67 0 0,0 0-1 0 0,0 1 1 0 0,1 1-1 0 0,-1 0 1 0 0,21 0-1 0 0,-31 2-44 0 0,1 0-1 0 0,-1 0 1 0 0,1 0 0 0 0,-1 1-1 0 0,1-1 1 0 0,-1 1 0 0 0,0 0-1 0 0,1 0 1 0 0,-1 0 0 0 0,0 0-1 0 0,0 1 1 0 0,1-1 0 0 0,-1 1-1 0 0,0 0 1 0 0,2 2 0 0 0,-3-2 7 0 0,0 1-1 0 0,0-1 1 0 0,0 0 0 0 0,0 1-1 0 0,-1-1 1 0 0,1 1 0 0 0,-1-1-1 0 0,1 1 1 0 0,-1 0 0 0 0,0 0 0 0 0,0 0-1 0 0,-1-1 1 0 0,1 1 0 0 0,0 4-1 0 0,0 2 30 0 0,-1-1-1 0 0,-1 1 1 0 0,1-1-1 0 0,-1 1 1 0 0,-1-1-1 0 0,0 1 1 0 0,0-1-1 0 0,0 0 1 0 0,-1 0 0 0 0,-7 13-1 0 0,-11 17 294 0 0,-1 0 1 0 0,-3-1-1 0 0,-37 44 0 0 0,-98 91 2044 0 0,153-166-1995 0 0,4-3-209 0 0,0-1 0 0 0,1 1 0 0 0,0-1 0 0 0,-1 1-1 0 0,1 0 1 0 0,-3 6 0 0 0,5-8-133 0 0,0-1-1 0 0,0 0 0 0 0,0 1 1 0 0,0-1-1 0 0,0 1 1 0 0,1-1-1 0 0,-1 0 1 0 0,0 1-1 0 0,0-1 0 0 0,0 0 1 0 0,1 1-1 0 0,-1-1 1 0 0,0 0-1 0 0,0 1 1 0 0,1-1-1 0 0,-1 0 0 0 0,0 0 1 0 0,1 1-1 0 0,-1-1 1 0 0,0 0-1 0 0,1 0 1 0 0,-1 0-1 0 0,0 1 0 0 0,1-1 1 0 0,-1 0-1 0 0,1 0 1 0 0,-1 0-1 0 0,0 0 1 0 0,1 0-1 0 0,17 5 365 0 0,37-4-492 0 0,95-9-1 0 0,-11-13-8647 0 0,-126 17 6277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01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45 300 0 0,'0'0'6613'0'0,"-1"-1"-6331"0"0,1 1 0 0 0,-1-1 0 0 0,0 0 0 0 0,1 0 0 0 0,-1 1-1 0 0,0-1 1 0 0,1 0 0 0 0,-1 0 0 0 0,1 0 0 0 0,0 0 0 0 0,-1 0-1 0 0,1 0 1 0 0,0 0 0 0 0,-1-1 0 0 0,32-19 388 0 0,-31 20-616 0 0,0 1 0 0 0,0-1 0 0 0,0 1 0 0 0,0-1 0 0 0,1 1 0 0 0,-1 0 0 0 0,0-1 0 0 0,0 1 0 0 0,0-1 0 0 0,1 1-1 0 0,-1 0 1 0 0,0-1 0 0 0,1 1 0 0 0,-1 0 0 0 0,0-1 0 0 0,1 1 0 0 0,-1 0 0 0 0,0 0 0 0 0,1-1 0 0 0,-1 1 0 0 0,1 0 0 0 0,-1 0 0 0 0,1 0 0 0 0,-1-1 0 0 0,0 1 0 0 0,1 0 0 0 0,-1 0 0 0 0,1 0-1 0 0,-1 0 1 0 0,1 0 0 0 0,-1 0 0 0 0,1 0 0 0 0,-1 0 0 0 0,1 0 0 0 0,-1 0 0 0 0,0 0 0 0 0,1 0 0 0 0,-1 1 0 0 0,1-1 0 0 0,-1 0 0 0 0,1 0 0 0 0,1 1-68 0 0,0-1 1 0 0,-1 1 0 0 0,1-1-1 0 0,0 1 1 0 0,-1-1 0 0 0,1 1-1 0 0,0 0 1 0 0,-1 0 0 0 0,1 0-1 0 0,-1 0 1 0 0,2 2 0 0 0,6 7 52 0 0,-1 1 1 0 0,0 0-1 0 0,-1 0 1 0 0,0 0 0 0 0,-1 1-1 0 0,-1 0 1 0 0,1 0-1 0 0,-2 1 1 0 0,0 0 0 0 0,0-1-1 0 0,-1 1 1 0 0,-1 1-1 0 0,0-1 1 0 0,-1 0 0 0 0,-1 0-1 0 0,0 1 1 0 0,0-1-1 0 0,-1 0 1 0 0,-4 16 0 0 0,1-7 241 0 0,-2 1 0 0 0,0-1 0 0 0,-1 0 0 0 0,-1 0 0 0 0,-2-1 0 0 0,0 0 0 0 0,-1-1 0 0 0,-1 0 0 0 0,-1 0 0 0 0,0-2 1 0 0,-21 22-1 0 0,33-39-251 0 0,0 0 1 0 0,0-1 0 0 0,0 1-1 0 0,0 0 1 0 0,0-1 0 0 0,0 0-1 0 0,0 1 1 0 0,0-1 0 0 0,0 1-1 0 0,0-1 1 0 0,-1 0 0 0 0,1 0-1 0 0,0 0 1 0 0,0 0 0 0 0,0 0-1 0 0,-2 0 1 0 0,3 0-29 0 0,-1 0 0 0 0,1 0 1 0 0,-1 0-1 0 0,1 0 0 0 0,-1 0 0 0 0,1 0 1 0 0,0 0-1 0 0,-1-1 0 0 0,1 1 0 0 0,-1 0 0 0 0,1 0 1 0 0,0 0-1 0 0,-1 0 0 0 0,1-1 0 0 0,-1 1 0 0 0,1 0 1 0 0,0-1-1 0 0,-1 1 0 0 0,1 0 0 0 0,0 0 1 0 0,0-1-1 0 0,-1 1 0 0 0,1-1 0 0 0,0 1 0 0 0,0 0 1 0 0,-1-1-1 0 0,1 1 0 0 0,0 0 0 0 0,0-1 1 0 0,0 1-1 0 0,0-1 0 0 0,0 1 0 0 0,0-1 0 0 0,0 1 1 0 0,0 0-1 0 0,-1-1 0 0 0,1 1 0 0 0,1-1 1 0 0,-1 1-1 0 0,0-1 0 0 0,0 1 0 0 0,0-1 0 0 0,0 1 1 0 0,0 0-1 0 0,1-1 0 0 0,4-13-12 0 0,1 0 0 0 0,1 1-1 0 0,1 0 1 0 0,0 1 0 0 0,0-1 0 0 0,1 2-1 0 0,15-17 1 0 0,84-73-94 0 0,-83 79 63 0 0,19-16-31 0 0,-20 19 73 0 0,-1-1 1 0 0,-1-1-1 0 0,-1 0 0 0 0,26-37 0 0 0,-46 57-6 0 0,0 0-1 0 0,0 0 1 0 0,0 0-1 0 0,0 0 0 0 0,0 0 1 0 0,-1 0-1 0 0,1-1 1 0 0,0 1-1 0 0,-1 0 0 0 0,1 0 1 0 0,-1-1-1 0 0,0 1 1 0 0,1 0-1 0 0,-1-1 0 0 0,0 1 1 0 0,0 0-1 0 0,0-1 1 0 0,0 1-1 0 0,0 0 0 0 0,0-1 1 0 0,0 1-1 0 0,0 0 1 0 0,0-1-1 0 0,-1 1 0 0 0,1 0 1 0 0,-1-1-1 0 0,1 1 1 0 0,-1 0-1 0 0,1 0 0 0 0,-1-1 1 0 0,0 1-1 0 0,1 0 1 0 0,-1 0-1 0 0,-1-1 0 0 0,1 1-10 0 0,-1 0 11 0 0,1 1 0 0 0,-1-1 0 0 0,1 1 0 0 0,-1 0 0 0 0,0 0 0 0 0,1-1 1 0 0,-1 1-1 0 0,0 0 0 0 0,1 1 0 0 0,-1-1 0 0 0,0 0 0 0 0,1 0 0 0 0,-1 1 1 0 0,0-1-1 0 0,1 1 0 0 0,-3 1 0 0 0,-8 6 5 0 0,0 1 0 0 0,2 1 1 0 0,-1 0-1 0 0,1 1 0 0 0,0 0 0 0 0,1 0 0 0 0,0 1 0 0 0,1 0 1 0 0,-9 19-1 0 0,6-11 1 0 0,2 1 0 0 0,1 0 0 0 0,0 0 0 0 0,2 1 1 0 0,-7 35-1 0 0,11-43 16 0 0,1-1 1 0 0,0 0-1 0 0,1 0 1 0 0,0 1-1 0 0,3 14 1 0 0,-2-23-11 0 0,0 0 0 0 0,0 0 0 0 0,0 0 0 0 0,1 0 1 0 0,0 0-1 0 0,0 0 0 0 0,0 0 0 0 0,1-1 0 0 0,-1 1 0 0 0,1-1 0 0 0,0 0 0 0 0,0 1 1 0 0,1-1-1 0 0,-1-1 0 0 0,7 7 0 0 0,-7-9 2 0 0,-1 1 0 0 0,1 0 0 0 0,0-1 0 0 0,-1 1 0 0 0,1-1 0 0 0,0 0 0 0 0,0 0 0 0 0,0 0-1 0 0,0 0 1 0 0,0-1 0 0 0,0 1 0 0 0,0-1 0 0 0,0 0 0 0 0,0 0 0 0 0,0 0 0 0 0,0 0 0 0 0,0 0 0 0 0,0-1 0 0 0,1 1 0 0 0,4-3 0 0 0,0 0 22 0 0,0 0 0 0 0,0-1 1 0 0,0-1-1 0 0,-1 1 0 0 0,13-10 0 0 0,-19 13-20 0 0,12-20-96 0 0,-9 14-2664 0 0,19-17-7073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01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74 444 0 0,'-21'-19'10939'0'0,"18"17"-9724"0"0,0 1 1 0 0,0 0-1 0 0,0-1 1 0 0,-4 0-1 0 0,6 2-491 0 0,-13-10 2103 0 0,155-8-2225 0 0,-69 10-2246 0 0,-2-1-4583 0 0,-49 7 301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02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0 1216 0 0,'-82'37'10522'0'0,"-24"12"269"0"0,104-48-10480 0 0,14 2 160 0 0,4-3-364 0 0,1-1 1 0 0,0-1 0 0 0,21-4-1 0 0,5-1-54 0 0,154-11-222 0 0,-85 8-1933 0 0,-1-2-3364 0 0,-91 12 2815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08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99 306 1740 0 0,'-7'11'2350'0'0,"4"-7"-1731"0"0,0 0 0 0 0,0 0 0 0 0,0 1 0 0 0,1-1 0 0 0,0 1 0 0 0,0 0 0 0 0,-3 8 0 0 0,5-11-327 0 0,0 0-24 0 0,0 8 24 0 0,0-8 30 0 0,0-1-250 0 0,0-1 0 0 0,1 1 0 0 0,-1-1 0 0 0,0 0 0 0 0,1 1 0 0 0,-1-1 0 0 0,0 1 0 0 0,1-1 0 0 0,-1 0 0 0 0,1 1 0 0 0,-1-1 0 0 0,1 0 0 0 0,-1 0 0 0 0,1 1 0 0 0,-1-1 0 0 0,1 0 0 0 0,-1 0 0 0 0,1 0 0 0 0,0 1 0 0 0,6-2 44 0 0,-1 0 0 0 0,1-1 0 0 0,-1 1 0 0 0,1-1 0 0 0,-1 0 0 0 0,0-1 0 0 0,0 1 0 0 0,0-1 0 0 0,0-1 0 0 0,0 1 1 0 0,-1-1-1 0 0,0 0 0 0 0,1 0 0 0 0,-1 0 0 0 0,-1-1 0 0 0,1 0 0 0 0,-1 0 0 0 0,5-6 0 0 0,0-1-44 0 0,0-1-1 0 0,0-1 1 0 0,-2 1-1 0 0,1-1 1 0 0,-2 0-1 0 0,10-28 1 0 0,-8 11 398 0 0,-1 0 0 0 0,-1 0 0 0 0,3-62 0 0 0,-9 89-453 0 0,-1-2-1 0 0,-15 33 10 0 0,-10 35 42 0 0,4 1 1 0 0,-18 81 0 0 0,25-87-10 0 0,-67 336 67 0 0,23-91 844 0 0,52-285-13 0 0,7-17-944 0 0,0 0 0 0 0,0 1 0 0 0,0-1 0 0 0,-1 0 0 0 0,1 0 0 0 0,0 0-1 0 0,0 0 1 0 0,-1 1 0 0 0,1-1 0 0 0,0 0 0 0 0,0 0 0 0 0,-1 0 0 0 0,1 0 0 0 0,0 0-1 0 0,0 0 1 0 0,-1 0 0 0 0,1 0 0 0 0,0 0 0 0 0,-1 0 0 0 0,1 0 0 0 0,0 0 0 0 0,0 0-1 0 0,-1 0 1 0 0,1 0 0 0 0,0 0 0 0 0,-1 0 0 0 0,1 0 0 0 0,0 0 0 0 0,0 0 0 0 0,-1 0-1 0 0,1 0 1 0 0,0 0 0 0 0,0-1 0 0 0,-1 1 0 0 0,1 0 0 0 0,0 0 0 0 0,0 0 0 0 0,-1-1-1 0 0,1 1 1 0 0,0 0 0 0 0,0 0 0 0 0,0 0 0 0 0,0-1 0 0 0,-1 1 0 0 0,1 0 0 0 0,0 0-1 0 0,0-1 1 0 0,0 1 0 0 0,0 0 0 0 0,0 0 0 0 0,0-1 0 0 0,0 0 0 0 0,-2-3-1 0 0,1 0 0 0 0,1 0 1 0 0,-1 0-1 0 0,1-1 0 0 0,-1 1 1 0 0,1 0-1 0 0,0 0 1 0 0,1-1-1 0 0,0-4 0 0 0,0-4-3 0 0,3-28-27 0 0,2 0 0 0 0,2 0 0 0 0,2 0 0 0 0,1 1 0 0 0,2 1 0 0 0,27-57 0 0 0,-25 64-14 0 0,2 0 0 0 0,0 1 0 0 0,2 1 0 0 0,2 1 0 0 0,1 1 0 0 0,0 0 0 0 0,2 2 0 0 0,38-32 0 0 0,-55 53 42 0 0,1 0 0 0 0,0 0-1 0 0,0 0 1 0 0,0 1 0 0 0,1 0 0 0 0,-1 1 0 0 0,1 0 0 0 0,12-2 0 0 0,-18 4-20 0 0,0 1 0 0 0,-1-1 0 0 0,1 1-1 0 0,0 0 1 0 0,0 0 0 0 0,0 0 0 0 0,-1 0 0 0 0,1 1 0 0 0,0-1 0 0 0,0 1 0 0 0,-1 0 0 0 0,1-1 0 0 0,4 3-1 0 0,-5-1 5 0 0,-1-1 0 0 0,1 0 0 0 0,-1 1 0 0 0,1-1-1 0 0,-1 1 1 0 0,1-1 0 0 0,-1 1 0 0 0,0-1 0 0 0,0 1-1 0 0,0 0 1 0 0,0 0 0 0 0,0 0 0 0 0,0-1 0 0 0,0 1-1 0 0,-1 0 1 0 0,1 0 0 0 0,-1 0 0 0 0,0 0 0 0 0,1 0-1 0 0,-1 0 1 0 0,0 3 0 0 0,0 1 9 0 0,0 0 0 0 0,-1 0 0 0 0,0-1 0 0 0,0 1 0 0 0,0 0 0 0 0,-1 0 0 0 0,0-1 0 0 0,0 1 0 0 0,0-1 0 0 0,-1 0 0 0 0,0 1 0 0 0,-6 7 0 0 0,-5 7 34 0 0,-29 30 0 0 0,34-40-28 0 0,-8 8 22 0 0,-27 23 0 0 0,36-35-2 0 0,0 0 1 0 0,0 0 0 0 0,-1-1-1 0 0,0 0 1 0 0,0 0-1 0 0,-17 5 1 0 0,13-6-23 0 0,0-2-18 0 0,10-2 0 0 0,1 0-1 0 0,0 0 0 0 0,0 0 1 0 0,-1-1-1 0 0,1 1 0 0 0,0-1 1 0 0,0 1-1 0 0,-1-1 0 0 0,1 1 1 0 0,0-1-1 0 0,0 0 0 0 0,0 0 1 0 0,0 0-1 0 0,-3-3 0 0 0,2 3-65 0 0,2 0 46 0 0,29 22 205 0 0,-12-8-17 0 0,-1 0 1 0 0,0 1-1 0 0,0 1 0 0 0,16 23 0 0 0,46 72 91 0 0,-33-43-455 0 0,-30-46-800 0 0,16 20-2692 0 0,-28-38 2668 0 0,1 0 1 0 0,0-1 0 0 0,0 0 0 0 0,0 1 0 0 0,0-1-1 0 0,6 3 1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08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1008 0 0,'13'-40'17474'0'0,"-13"39"-17160"0"0,0 0-261 0 0,0 1 0 0 0,1-1 0 0 0,-1 0 1 0 0,0 1-1 0 0,0-1 0 0 0,0 0 0 0 0,0 1 0 0 0,1-1 1 0 0,-1 1-1 0 0,0-1 0 0 0,0 1 0 0 0,1-1 0 0 0,-1 1 0 0 0,0-1 1 0 0,1 1-1 0 0,-1-1 0 0 0,1 1 0 0 0,-1-1 0 0 0,1 1 1 0 0,-1 0-1 0 0,1-1 0 0 0,-1 1 0 0 0,1 0 0 0 0,-1-1 0 0 0,1 1 1 0 0,-1 0-1 0 0,1 0 0 0 0,0-1 0 0 0,-1 1 0 0 0,2 0 1 0 0,23-2-961 0 0,40-10 0 0 0,-51 8-2726 0 0,-1 0 0 0 0,20-9 1 0 0,-19 6-1697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0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21 173 2616 0 0,'-5'-15'7482'0'0,"0"-1"-3325"0"0,-3-11 3581 0 0,5 11-5657 0 0,4 15-1998 0 0,-1-1 0 0 0,0 0 0 0 0,1 1 1 0 0,-1-1-1 0 0,1 1 0 0 0,-1-1 0 0 0,1 1 1 0 0,0-1-1 0 0,0 1 0 0 0,0-1 0 0 0,0 1 1 0 0,0 0-1 0 0,0-1 0 0 0,0 1 0 0 0,0 0 1 0 0,0 0-1 0 0,2-1 0 0 0,24-17 335 0 0,-21 16-309 0 0,9-5-58 0 0,0 0 0 0 0,1 2 0 0 0,-1 0 1 0 0,1 0-1 0 0,1 2 0 0 0,-1 0 0 0 0,1 1 0 0 0,0 0 0 0 0,-1 1 1 0 0,1 2-1 0 0,0-1 0 0 0,0 2 0 0 0,20 2 0 0 0,-32-2-38 0 0,0 0 0 0 0,0 0 1 0 0,0 1-1 0 0,0-1 0 0 0,-1 1 0 0 0,1 0 0 0 0,0 0 0 0 0,-1 1 0 0 0,0-1 0 0 0,1 1 1 0 0,-1 0-1 0 0,0 0 0 0 0,0 1 0 0 0,-1-1 0 0 0,1 1 0 0 0,3 4 0 0 0,-5-5-5 0 0,0 1 0 0 0,1 0 0 0 0,-2 0 0 0 0,1 0 0 0 0,0 0 0 0 0,-1 0 0 0 0,0 1 0 0 0,0-1 0 0 0,0 0 0 0 0,0 0 0 0 0,-1 1 0 0 0,1-1 0 0 0,-1 1 0 0 0,0-1 0 0 0,-1 0 0 0 0,1 1 0 0 0,-1-1 0 0 0,-2 8 0 0 0,-3 7 32 0 0,-1 0 0 0 0,0-1 0 0 0,-2 0 0 0 0,0-1 0 0 0,-1 1 0 0 0,-1-2 0 0 0,-19 23 0 0 0,-102 101 1532 0 0,92-100-739 0 0,-60 59 1066 0 0,100-99-1891 0 0,0 0 1 0 0,-1 1-1 0 0,1-1 1 0 0,0 0-1 0 0,-1 0 1 0 0,1 1-1 0 0,0-1 1 0 0,0 0-1 0 0,-1 1 1 0 0,1-1 0 0 0,0 0-1 0 0,0 1 1 0 0,-1-1-1 0 0,1 0 1 0 0,0 1-1 0 0,0-1 1 0 0,0 1-1 0 0,0-1 1 0 0,0 0-1 0 0,0 1 1 0 0,0-1-1 0 0,0 1 1 0 0,0-1 0 0 0,0 0-1 0 0,0 1 1 0 0,0-1-1 0 0,0 1 1 0 0,0-1-1 0 0,0 0 1 0 0,0 1-1 0 0,0-1 1 0 0,0 1-1 0 0,0-1 1 0 0,1 0-1 0 0,-1 1 1 0 0,0-1 0 0 0,0 0-1 0 0,0 1 1 0 0,1-1-1 0 0,-1 0 1 0 0,0 1-1 0 0,0-1 1 0 0,1 0-1 0 0,-1 1 1 0 0,0-1-1 0 0,1 0 1 0 0,-1 0-1 0 0,1 1 1 0 0,19 4 139 0 0,80-5-12 0 0,143-20 1 0 0,-174 13-100 0 0,97-10-12 0 0,256-29-32 0 0,-411 44 1854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3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61 1480 0 0,'4'-9'6173'0'0,"2"-28"1972"0"0,-1 22-3102 0 0,-9 20-5493 0 0,3-3 443 0 0,1 0 14 0 0,-1 20-13 0 0,1 0 0 0 0,1 0 0 0 0,2 0 0 0 0,0 0 0 0 0,6 23 0 0 0,-8-39 3 0 0,1-1-1 0 0,-1 0 0 0 0,1 0 0 0 0,1 0 1 0 0,-1 0-1 0 0,4 5 0 0 0,-3-5 9 0 0,-1-3-3 0 0,0 1 1 0 0,0-1-1 0 0,0 0 1 0 0,0 0-1 0 0,1 0 1 0 0,-1 0-1 0 0,1 0 1 0 0,-1 0-1 0 0,1-1 1 0 0,0 1-1 0 0,0-1 0 0 0,0 0 1 0 0,-1 1-1 0 0,1-2 1 0 0,0 1-1 0 0,0 0 1 0 0,1 0-1 0 0,-1-1 1 0 0,0 0-1 0 0,0 0 1 0 0,0 0-1 0 0,4 0 1 0 0,6 1-4 0 0,-7-1 4 0 0,1 1 0 0 0,-1-1 1 0 0,0-1-1 0 0,1 1 0 0 0,-1-1 0 0 0,0 0 0 0 0,0-1 1 0 0,1 0-1 0 0,-1 0 0 0 0,0 0 0 0 0,-1 0 1 0 0,1-1-1 0 0,0 0 0 0 0,-1 0 0 0 0,1-1 1 0 0,-1 1-1 0 0,8-9 0 0 0,-6 6-1 0 0,0-2 1 0 0,0 1-1 0 0,-1-1 1 0 0,0 0-1 0 0,0 0 0 0 0,-1-1 1 0 0,0 1-1 0 0,0-1 1 0 0,-1-1-1 0 0,4-10 1 0 0,11-51 41 0 0,-19 69-50 0 0,-5 19-10 0 0,-58 353 743 0 0,36-178-313 0 0,10-92-197 0 0,-32 109-1 0 0,40-178 56 0 0,-2 0 0 0 0,-2 0 0 0 0,0-1-1 0 0,-2-1 1 0 0,-1-1 0 0 0,-2 0 0 0 0,-32 41 0 0 0,45-64-144 0 0,0 1 0 0 0,0-1 0 0 0,0-1 1 0 0,-1 1-1 0 0,0-1 0 0 0,1 0 0 0 0,-1 0 0 0 0,-1 0 1 0 0,1-1-1 0 0,-1 0 0 0 0,1 0 0 0 0,-13 3 1 0 0,15-6-103 0 0,0 1-1 0 0,0-1 1 0 0,0 0 0 0 0,0 0 0 0 0,0 0 0 0 0,0 0 0 0 0,0-1 0 0 0,0 1 0 0 0,0-1 0 0 0,0 0 0 0 0,0 0 0 0 0,0-1-1 0 0,1 1 1 0 0,-1-1 0 0 0,0 0 0 0 0,1 0 0 0 0,-1 0 0 0 0,1 0 0 0 0,0-1 0 0 0,0 1 0 0 0,0-1 0 0 0,0 0 0 0 0,-4-5-1 0 0,3 4-25 0 0,1-1 0 0 0,-1 0 0 0 0,1 0 0 0 0,0 0-1 0 0,0 0 1 0 0,1 0 0 0 0,-1-1 0 0 0,1 1 0 0 0,1-1-1 0 0,-1 0 1 0 0,1 1 0 0 0,0-1 0 0 0,-1-9 0 0 0,2 6-51 0 0,0-1 0 0 0,1 1 0 0 0,0 0 0 0 0,1 0 0 0 0,0 0 0 0 0,0 0 0 0 0,1 1 0 0 0,4-10 0 0 0,3-4-324 0 0,2 1 1 0 0,0 0-1 0 0,1 0 1 0 0,2 2 0 0 0,28-32-1 0 0,-14 20-863 0 0,2 3 0 0 0,1 0-1 0 0,1 2 1 0 0,53-31 0 0 0,76-27-8611 0 0,-119 64 4467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50 1156 0 0,'-39'2'10490'0'0,"23"-2"-7000"0"0,13 0-2719 0 0,-11 0 1673 0 0,17-1-2302 0 0,120-20 267 0 0,-17 1-3697 0 0,-36 10-4973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3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1 784 0 0,'-125'89'17948'0'0,"123"-88"-17592"0"0,2 3 90 0 0,0-4-436 0 0,-1 0 1 0 0,1 0-1 0 0,0 0 0 0 0,0 0 0 0 0,0 1 0 0 0,0-1 0 0 0,0 0 0 0 0,0 0 1 0 0,0 0-1 0 0,0 0 0 0 0,0 1 0 0 0,0-1 0 0 0,0 0 0 0 0,0 0 0 0 0,-1 0 0 0 0,1 1 1 0 0,0-1-1 0 0,1 0 0 0 0,-1 0 0 0 0,0 0 0 0 0,0 0 0 0 0,0 1 0 0 0,0-1 1 0 0,0 0-1 0 0,0 0 0 0 0,0 0 0 0 0,0 1 0 0 0,0-1 0 0 0,0 0 0 0 0,0 0 1 0 0,0 0-1 0 0,0 0 0 0 0,1 0 0 0 0,-1 1 0 0 0,0-1 0 0 0,0 0 0 0 0,0 0 1 0 0,0 0-1 0 0,1 0 0 0 0,15 2 146 0 0,1 0 0 0 0,0-1 0 0 0,0-1 0 0 0,-1-1-1 0 0,25-4 1 0 0,0 1-51 0 0,155-23 220 0 0,-69 8-1633 0 0,-87 9-2047 0 0,-17-1-2619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277 388 1956 0 0,'-27'-32'13159'0'0,"-18"-9"-8628"0"0,30 29-4070 0 0,1-2 0 0 0,0 0 0 0 0,-23-30 0 0 0,22 25-275 0 0,9 12-133 0 0,1 0 1 0 0,0 0-1 0 0,0-1 0 0 0,0 0 0 0 0,1 0 1 0 0,0 0-1 0 0,1 0 0 0 0,-1-1 0 0 0,-1-10 1 0 0,4 14-53 0 0,0 0 1 0 0,1 0-1 0 0,0 0 1 0 0,0 0-1 0 0,0 0 1 0 0,0 0-1 0 0,1 0 0 0 0,0 1 1 0 0,0-1-1 0 0,0 0 1 0 0,1 0-1 0 0,-1 0 1 0 0,1 1-1 0 0,0-1 1 0 0,1 1-1 0 0,-1 0 1 0 0,7-8-1 0 0,-7 9-11 0 0,0 1 0 0 0,0 0 0 0 0,0 0-1 0 0,1 0 1 0 0,-1 0 0 0 0,1 0-1 0 0,0 0 1 0 0,-1 1 0 0 0,1-1 0 0 0,0 1-1 0 0,0 0 1 0 0,0-1 0 0 0,0 2 0 0 0,0-1-1 0 0,4-1 1 0 0,3 1-7 0 0,-1 0 1 0 0,1 1-1 0 0,16 1 1 0 0,-16-1-2 0 0,-1 1 1 0 0,0 1-1 0 0,0 0 0 0 0,1 0 1 0 0,-1 1-1 0 0,-1 0 1 0 0,1 1-1 0 0,11 6 0 0 0,-17-9 6 0 0,0 1-1 0 0,1 0 0 0 0,-1 1 0 0 0,0-1 0 0 0,-1 0 0 0 0,1 1 0 0 0,0 0 0 0 0,-1-1 0 0 0,1 1 0 0 0,-1 0 1 0 0,0 1-1 0 0,0-1 0 0 0,0 0 0 0 0,0 0 0 0 0,0 1 0 0 0,-1-1 0 0 0,0 1 0 0 0,0 0 0 0 0,0-1 0 0 0,0 1 1 0 0,0 0-1 0 0,-1-1 0 0 0,1 1 0 0 0,-1 6 0 0 0,-2 1 14 0 0,0 1-1 0 0,0-1 1 0 0,-1 0 0 0 0,-1 0-1 0 0,0 0 1 0 0,0 0 0 0 0,-1-1-1 0 0,-1 0 1 0 0,-10 16 0 0 0,-9 10-3 0 0,-36 37-1 0 0,43-53 3 0 0,-24 27-9 0 0,19-23-5 0 0,1 1 1 0 0,2 1-1 0 0,0 0 0 0 0,-20 38 1 0 0,39-61 11 0 0,-1-1 0 0 0,1 1 1 0 0,0 0-1 0 0,0-1 1 0 0,0 1-1 0 0,0 0 0 0 0,1 0 1 0 0,-1 0-1 0 0,1 0 1 0 0,0 0-1 0 0,-1 0 0 0 0,1 0 1 0 0,1 0-1 0 0,-1 0 1 0 0,0 0-1 0 0,1 0 0 0 0,-1 0 1 0 0,1 0-1 0 0,0-1 0 0 0,0 1 1 0 0,0 0-1 0 0,0 0 1 0 0,1-1-1 0 0,2 6 0 0 0,-1-5 4 0 0,0 0-1 0 0,1 0 1 0 0,-1 0-1 0 0,0 0 1 0 0,1-1-1 0 0,0 1 0 0 0,-1-1 1 0 0,1 0-1 0 0,0 0 1 0 0,0-1-1 0 0,0 1 1 0 0,1-1-1 0 0,-1 1 0 0 0,0-1 1 0 0,0-1-1 0 0,7 2 1 0 0,-2-1 19 0 0,-1-1 0 0 0,1 1 1 0 0,-1-1-1 0 0,1-1 0 0 0,0 0 1 0 0,-1 0-1 0 0,1 0 0 0 0,-1-1 1 0 0,0-1-1 0 0,15-5 0 0 0,-18 5 19 0 0,-1 1 0 0 0,1-1 0 0 0,-1-1 0 0 0,1 1 0 0 0,-1-1 0 0 0,0 1 0 0 0,-1-1 0 0 0,1 0 0 0 0,-1-1 0 0 0,1 1-1 0 0,-1 0 1 0 0,-1-1 0 0 0,1 0 0 0 0,-1 0 0 0 0,1 0 0 0 0,-1 0 0 0 0,2-10 0 0 0,-1 6 8 0 0,-1 1 0 0 0,-1-1 0 0 0,1 0 0 0 0,-1 0 1 0 0,-1 0-1 0 0,0 0 0 0 0,0 1 0 0 0,-1-1 0 0 0,0 0 0 0 0,0 0 0 0 0,-1 0 0 0 0,0 1 0 0 0,-1-1 1 0 0,0 1-1 0 0,0-1 0 0 0,-1 1 0 0 0,0 0 0 0 0,0 1 0 0 0,-1-1 0 0 0,0 1 0 0 0,0-1 0 0 0,0 2 0 0 0,-1-1 1 0 0,-1 1-1 0 0,1-1 0 0 0,-9-5 0 0 0,13 10-681 0 0,-6-1-636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91 2856 0 0,'-5'-4'14936'0'0,"20"-3"-14841"0"0,-1 1 1 0 0,1 1-1 0 0,1 0 0 0 0,-1 1 0 0 0,18-2 0 0 0,18-5-64 0 0,-41 8-189 0 0,48-15-2972 0 0,-21 3-4883 0 0,-25 8 3324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5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195 134 832 0 0,'-11'-10'7085'0'0,"5"6"-5092"0"0,-30-30 7395 0 0,18 10-6877 0 0,17 22-2369 0 0,1 0-127 0 0,1-1-1 0 0,-1 1 0 0 0,1-1 0 0 0,0 1 0 0 0,0-1 1 0 0,0 1-1 0 0,0 0 0 0 0,0-1 0 0 0,0 1 1 0 0,1 0-1 0 0,-1 0 0 0 0,1 0 0 0 0,-1 0 0 0 0,1 0 1 0 0,0 0-1 0 0,0 1 0 0 0,0-1 0 0 0,0 0 1 0 0,0 1-1 0 0,0 0 0 0 0,0-1 0 0 0,1 1 0 0 0,-1 0 1 0 0,0 0-1 0 0,1 0 0 0 0,-1 1 0 0 0,4-2 1 0 0,1 0-31 0 0,1 0 0 0 0,-1 1 0 0 0,0-1 0 0 0,0 2 1 0 0,1-1-1 0 0,-1 1 0 0 0,0 0 0 0 0,9 1 0 0 0,-12 0 7 0 0,1 0 0 0 0,-1-1 0 0 0,0 2 0 0 0,0-1 0 0 0,0 1-1 0 0,1-1 1 0 0,-2 1 0 0 0,1 0 0 0 0,0 0 0 0 0,0 1 0 0 0,0-1-1 0 0,-1 1 1 0 0,0 0 0 0 0,1 0 0 0 0,-1 0 0 0 0,0 0 0 0 0,-1 1-1 0 0,1-1 1 0 0,0 1 0 0 0,-1 0 0 0 0,4 7 0 0 0,-4-6 6 0 0,-1 1 0 0 0,1 0-1 0 0,-1-1 1 0 0,0 1 0 0 0,-1 0 0 0 0,1 0 0 0 0,-1 0 0 0 0,0 0 0 0 0,-1 0 0 0 0,1-1 0 0 0,-1 1 0 0 0,0 0 0 0 0,-1 0 0 0 0,0-1 0 0 0,-3 9 0 0 0,-2 3-1 0 0,-2 0 1 0 0,0 0-1 0 0,-1-1 1 0 0,0-1-1 0 0,-1 0 1 0 0,-14 15 0 0 0,-86 78 451 0 0,40-41-50 0 0,17-17-135 0 0,54-49-260 0 0,0-1 0 0 0,-1 0-1 0 0,1 0 1 0 0,0 0 0 0 0,-1 1 0 0 0,1-1-1 0 0,0 0 1 0 0,0 0 0 0 0,-1 1 0 0 0,1-1-1 0 0,0 0 1 0 0,0 0 0 0 0,0 1 0 0 0,0-1-1 0 0,-1 0 1 0 0,1 1 0 0 0,0-1 0 0 0,0 0-1 0 0,0 1 1 0 0,0-1 0 0 0,0 0 0 0 0,0 1-1 0 0,0-1 1 0 0,0 0 0 0 0,0 1 0 0 0,0-1-1 0 0,0 0 1 0 0,0 1 0 0 0,0-1-1 0 0,0 0 1 0 0,0 1 0 0 0,0-1 0 0 0,0 1-1 0 0,12 3 67 0 0,14-6-26 0 0,25-8-1905 0 0,78-28 1 0 0,-14-6-9215 0 0,-88 35 5032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6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227 515 580 0 0,'-16'-34'15649'0'0,"15"32"-15396"0"0,1 0 0 0 0,-1 0 0 0 0,1-1 0 0 0,-1 1 0 0 0,1 0 0 0 0,0-1 0 0 0,0 1 0 0 0,0 0 0 0 0,0-1 0 0 0,0 1 0 0 0,0 0 0 0 0,1-1-1 0 0,-1 1 1 0 0,1 0 0 0 0,1-4 0 0 0,16-34 54 0 0,-16 36-187 0 0,26-50 65 0 0,-3-1 0 0 0,-3-1 0 0 0,-2-1 0 0 0,17-79 1 0 0,-33 123-5 0 0,1-10-1 0 0,-7 20-148 0 0,-6 11-32 0 0,0 6 30 0 0,1-1-1 0 0,0 1 1 0 0,0 0-1 0 0,-5 22 1 0 0,0-4 1 0 0,-15 41 3 0 0,-20 91 1 0 0,-5 79-58 0 0,16-72 267 0 0,32-151 581 0 0,-14 36 0 0 0,17-51-604 0 0,-1-1-1 0 0,0 0 1 0 0,0 1 0 0 0,0-1 0 0 0,-1 0 0 0 0,1 0 0 0 0,-1 0-1 0 0,0-1 1 0 0,0 1 0 0 0,-1-1 0 0 0,1 0 0 0 0,-1 0 0 0 0,1 0-1 0 0,-5 3 1 0 0,6-5-173 0 0,1-1 0 0 0,0 1 0 0 0,-1-1 1 0 0,1 1-1 0 0,-1-1 0 0 0,1 1 0 0 0,-1-1 0 0 0,0 0 0 0 0,1 1 0 0 0,-1-1 0 0 0,1 0 0 0 0,-1 0 0 0 0,1 0 0 0 0,-1-1 1 0 0,0 1-1 0 0,1 0 0 0 0,-1-1 0 0 0,1 1 0 0 0,-1 0 0 0 0,-2-2 0 0 0,2 0-10 0 0,0 1 1 0 0,-1-1-1 0 0,1 0 0 0 0,0 0 1 0 0,0 0-1 0 0,0 0 0 0 0,0 0 0 0 0,1 0 1 0 0,-1 0-1 0 0,-2-5 0 0 0,0-1-10 0 0,1 1 0 0 0,0-1 0 0 0,0 1 0 0 0,1-1 0 0 0,0 0 0 0 0,0 0-1 0 0,0-8 1 0 0,2 0-34 0 0,0 0 0 0 0,1 1 0 0 0,1-1 0 0 0,0 0 0 0 0,2 1 0 0 0,-1 0-1 0 0,2-1 1 0 0,0 2 0 0 0,1-1 0 0 0,0 0 0 0 0,14-21 0 0 0,-4 11-46 0 0,0 1 1 0 0,2 1 0 0 0,0 0-1 0 0,2 2 1 0 0,30-27-1 0 0,-28 29 11 0 0,2 1-1 0 0,38-23 1 0 0,-47 33 15 0 0,0 0 0 0 0,0 1 0 0 0,1 1 0 0 0,0 1 0 0 0,31-7 0 0 0,-42 11-30 0 0,0 0 1 0 0,0 1-1 0 0,0-1 1 0 0,0 1-1 0 0,0 1 1 0 0,0-1-1 0 0,0 1 1 0 0,0 0-1 0 0,0 0 1 0 0,0 0-1 0 0,7 3 1 0 0,-10-3 46 0 0,-1 0 0 0 0,1 0 0 0 0,-1 0 1 0 0,0 0-1 0 0,1 0 0 0 0,-1 0 0 0 0,0 0 1 0 0,0 1-1 0 0,0-1 0 0 0,0 0 0 0 0,0 1 1 0 0,0-1-1 0 0,0 1 0 0 0,0-1 0 0 0,0 1 1 0 0,-1-1-1 0 0,1 1 0 0 0,-1-1 0 0 0,1 1 1 0 0,-1 0-1 0 0,1-1 0 0 0,-1 1 1 0 0,0 0-1 0 0,0 0 0 0 0,0-1 0 0 0,0 1 1 0 0,0 0-1 0 0,0-1 0 0 0,-1 1 0 0 0,1 0 1 0 0,0-1-1 0 0,-1 1 0 0 0,0 0 0 0 0,1-1 1 0 0,-1 1-1 0 0,-1 1 0 0 0,-3 8-10 0 0,0-1 0 0 0,-1 0-1 0 0,0-1 1 0 0,-1 1 0 0 0,0-1 0 0 0,0 0 0 0 0,-1-1-1 0 0,0 0 1 0 0,-10 8 0 0 0,-11 7 9 0 0,-47 28 0 0 0,2-13 135 0 0,45-24-54 0 0,-20 6 99 0 0,48-20-163 0 0,0 0-13 0 0,0 0 1 0 0,1 0 0 0 0,-1 0-1 0 0,0 0 1 0 0,1 0-1 0 0,-1 0 1 0 0,0 0 0 0 0,1 0-1 0 0,-1 0 1 0 0,1 0-1 0 0,-1 0 1 0 0,0 0-1 0 0,1 0 1 0 0,-1 1 0 0 0,0-1-1 0 0,1 0 1 0 0,-1 0-1 0 0,1 1 1 0 0,-1-1 0 0 0,1 1-1 0 0,-1-1 1 0 0,1 0-1 0 0,-1 1 1 0 0,1-1-1 0 0,-1 1 1 0 0,1-1 0 0 0,-1 1-1 0 0,1-1 1 0 0,0 1-1 0 0,-1-1 1 0 0,1 1 0 0 0,0-1-1 0 0,-1 1 1 0 0,1 0-1 0 0,0-1 1 0 0,0 1-1 0 0,0 0 1 0 0,-1-1 0 0 0,1 1-1 0 0,0 0 1 0 0,1 1-3 0 0,-1 0 1 0 0,0 0-1 0 0,1 0 1 0 0,0-1-1 0 0,-1 1 1 0 0,1 0-1 0 0,0-1 1 0 0,0 1-1 0 0,0 0 0 0 0,0-1 1 0 0,0 1-1 0 0,2 1 1 0 0,59 61-321 0 0,137 108 0 0 0,-114-111-3633 0 0,-54-44-78 0 0,1-3-3509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7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0 592 0 0,'-73'24'14555'0'0,"71"-23"-13907"0"0,-4 3 1537 0 0,6-4-2149 0 0,109-8 376 0 0,-14-1-322 0 0,-68 9-80 0 0,54 6 0 0 0,-80-6-8 0 0,0 0-1 0 0,0 0 0 0 0,0 0 1 0 0,0 0-1 0 0,0 1 0 0 0,0-1 0 0 0,-1 0 1 0 0,1 0-1 0 0,0 1 0 0 0,0-1 1 0 0,0 1-1 0 0,0-1 0 0 0,-1 1 1 0 0,1-1-1 0 0,0 1 0 0 0,-1-1 1 0 0,1 1-1 0 0,0 0 0 0 0,-1-1 0 0 0,1 1 1 0 0,0 0-1 0 0,-1 0 0 0 0,0 0 1 0 0,1-1-1 0 0,-1 1 0 0 0,1 0 1 0 0,-1 0-1 0 0,0 0 0 0 0,1 0 0 0 0,-1 0 1 0 0,0-1-1 0 0,0 1 0 0 0,0 0 1 0 0,0 0-1 0 0,0 0 0 0 0,0 0 1 0 0,0 0-1 0 0,0 0 0 0 0,0 0 0 0 0,0 0 1 0 0,0 0-1 0 0,-1 0 0 0 0,1-1 1 0 0,0 1-1 0 0,-1 0 0 0 0,1 0 1 0 0,-2 1-1 0 0,0 5 5 0 0,-2-1 0 0 0,1 0 0 0 0,-1 0-1 0 0,-7 9 1 0 0,-11 9 16 0 0,-1-1-1 0 0,-1-1 0 0 0,-28 20 0 0 0,5-4 184 0 0,12-8 74 0 0,5-6 24 0 0,1 1 0 0 0,1 1 0 0 0,-24 31 0 0 0,51-56-287 0 0,0 0 0 0 0,0 1 0 0 0,0-1 0 0 0,0 1 0 0 0,1-1 0 0 0,-1 1 0 0 0,0 0 0 0 0,1-1 0 0 0,-1 1 1 0 0,1 0-1 0 0,-1-1 0 0 0,1 1 0 0 0,0 0 0 0 0,0 0 0 0 0,0-1 0 0 0,0 1 0 0 0,0 0 0 0 0,0 0 0 0 0,1 2 1 0 0,-1-3-10 0 0,1-1 1 0 0,0 1 0 0 0,0 0 0 0 0,-1 0 0 0 0,1-1 0 0 0,0 1 0 0 0,0 0 0 0 0,0-1 0 0 0,0 1 0 0 0,0-1 0 0 0,0 1 0 0 0,0-1 0 0 0,0 1 0 0 0,0-1-1 0 0,0 0 1 0 0,0 0 0 0 0,0 1 0 0 0,1-1 0 0 0,-1 0 0 0 0,0 0 0 0 0,0 0 0 0 0,2 0 0 0 0,27-1 60 0 0,228-49-1380 0 0,-88 5-3733 0 0,-153 40 4235 0 0,36-11-3748 0 0,-1-1-2296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7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60 3132 0 0,'-4'0'2242'0'0,"-41"-5"7825"0"0,43 5-9074 0 0,1 0-956 0 0,-19-2 2300 0 0,15-1-1177 0 0,16-3-1131 0 0,106-19-1226 0 0,-36 13-5148 0 0,-58 9 2766 0 0,-3-1-2893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163 116 2228 0 0,'-156'59'16281'0'0,"154"-58"-15918"0"0,-2 2 403 0 0,5-4-591 0 0,6 0-138 0 0,42-10 195 0 0,48-19 1 0 0,-26 7-682 0 0,1 2-694 0 0,76-23-2370 0 0,-50 14-2714 0 0,-43 12-352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1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68 455 1384 0 0,'-15'-2'9984'0'0,"11"2"-9417"0"0,-19-4 7113 0 0,22 4-7608 0 0,1 0 0 0 0,0-1 0 0 0,-1 1 0 0 0,1 0 0 0 0,-1 0 0 0 0,1 0 0 0 0,0 0 0 0 0,-1 0 0 0 0,1-1 0 0 0,0 1 1 0 0,0 0-1 0 0,-1 0 0 0 0,1-1 0 0 0,0 1 0 0 0,-1 0 0 0 0,1 0 0 0 0,0-1 0 0 0,0 1 0 0 0,0 0 0 0 0,-1-1 0 0 0,1 1 0 0 0,0 0 0 0 0,0-1 0 0 0,0 1 0 0 0,0 0 0 0 0,-1-1 0 0 0,1 1 0 0 0,0 0 0 0 0,0-1 0 0 0,0 1 0 0 0,0-1 0 0 0,0 1 0 0 0,0 0 0 0 0,0-1 1 0 0,0 1-1 0 0,0 0 0 0 0,0-1 0 0 0,0 1 0 0 0,1 0 0 0 0,-1-1 0 0 0,0 1 0 0 0,0 0 0 0 0,0-1 0 0 0,0 1 0 0 0,1 0 0 0 0,-1-1 0 0 0,0 1 0 0 0,0 0 0 0 0,0-1 0 0 0,1 1 0 0 0,-1 0 0 0 0,0 0 0 0 0,1-1 0 0 0,-1 1 0 0 0,0 0 0 0 0,1 0 0 0 0,-1-1 0 0 0,60-49 214 0 0,-40 35-226 0 0,-2-1 0 0 0,24-24 1 0 0,-27 22-114 0 0,-1-1 1 0 0,0 0-1 0 0,-1 0 1 0 0,-1-2-1 0 0,-1 1 1 0 0,-1-2-1 0 0,-1 1 1 0 0,-1-1-1 0 0,0-1 1 0 0,-2 1-1 0 0,-1-1 1 0 0,3-29-1 0 0,-8 50-38 0 0,-2-5-149 0 0,-3 12 204 0 0,1 1 1 0 0,-1 0-1 0 0,1 1 0 0 0,0-1 1 0 0,1 1-1 0 0,-1 0 1 0 0,-3 12-1 0 0,-14 57 58 0 0,16-57-44 0 0,-108 535 259 0 0,78-358-155 0 0,31-173 18 0 0,-1 7 898 0 0,-2-1-1 0 0,-12 38 1 0 0,19-67-951 0 0,0 1 0 0 0,0-1 0 0 0,0 1 1 0 0,0-1-1 0 0,0 1 0 0 0,-1-1 0 0 0,1 1 0 0 0,0-1 0 0 0,0 1 0 0 0,0-1 0 0 0,-1 0 0 0 0,1 1 1 0 0,0-1-1 0 0,0 1 0 0 0,-1-1 0 0 0,1 0 0 0 0,0 1 0 0 0,-1-1 0 0 0,1 0 0 0 0,0 1 0 0 0,-1-1 1 0 0,1 0-1 0 0,-1 1 0 0 0,1-1 0 0 0,-1 0 0 0 0,1 0 0 0 0,0 0 0 0 0,-1 1 0 0 0,1-1 0 0 0,-1 0 1 0 0,1 0-1 0 0,-1 0 0 0 0,1 0 0 0 0,-1 0 0 0 0,1 0 0 0 0,-1 0 0 0 0,1 0 0 0 0,-1 0 1 0 0,1 0-1 0 0,-1 0 0 0 0,1 0 0 0 0,-1 0 0 0 0,1-1 0 0 0,-1 1 0 0 0,1 0 0 0 0,-1 0 0 0 0,1 0 1 0 0,0-1-1 0 0,-1 1 0 0 0,1 0 0 0 0,-1-1 0 0 0,1 1 0 0 0,0 0 0 0 0,-1-1 0 0 0,1 1 0 0 0,0 0 1 0 0,-1-1-1 0 0,1 1 0 0 0,0-1 0 0 0,0 1 0 0 0,-1-1 0 0 0,-14-28 312 0 0,12 17-291 0 0,0 0 1 0 0,1-1 0 0 0,0 1 0 0 0,1-1 0 0 0,1 1-1 0 0,0-1 1 0 0,0 1 0 0 0,4-19 0 0 0,2 0-12 0 0,1 1 0 0 0,12-36 0 0 0,-6 32-92 0 0,0 1-1 0 0,2 1 0 0 0,2 0 0 0 0,1 1 0 0 0,24-33 1 0 0,-26 44-11 0 0,1 0 1 0 0,0 0 0 0 0,2 2 0 0 0,0 0 0 0 0,1 1 0 0 0,1 1 0 0 0,40-24 0 0 0,-53 36-22 0 0,0 0-1 0 0,0 0 1 0 0,1 1-1 0 0,-1 0 1 0 0,1 0 0 0 0,0 1-1 0 0,-1 0 1 0 0,1 0-1 0 0,0 1 1 0 0,13 0 0 0 0,-20 1 56 0 0,-1 0 0 0 0,0 0 0 0 0,0 0 0 0 0,0 1 1 0 0,0-1-1 0 0,0 0 0 0 0,1 1 0 0 0,-1-1 0 0 0,0 1 1 0 0,0-1-1 0 0,0 1 0 0 0,0-1 0 0 0,0 1 0 0 0,0 0 1 0 0,0-1-1 0 0,0 1 0 0 0,0 0 0 0 0,-1 0 0 0 0,1 0 1 0 0,0 0-1 0 0,0 0 0 0 0,-1 0 0 0 0,1 0 1 0 0,-1 0-1 0 0,1 0 0 0 0,-1 0 0 0 0,1 0 0 0 0,-1 0 1 0 0,1 0-1 0 0,-1 0 0 0 0,0 0 0 0 0,0 0 0 0 0,0 1 1 0 0,1-1-1 0 0,-1 0 0 0 0,0 0 0 0 0,-1 0 0 0 0,1 1 1 0 0,0-1-1 0 0,0 0 0 0 0,0 0 0 0 0,-1 1 0 0 0,0 4 1 0 0,0-1 0 0 0,-1 0-1 0 0,0 0 1 0 0,0 0-1 0 0,0 0 1 0 0,-1 0 0 0 0,-2 5-1 0 0,-10 9-9 0 0,0-1 1 0 0,-1-1-1 0 0,0-1 0 0 0,-2 0 0 0 0,0-1 0 0 0,-36 23 0 0 0,-129 61 1584 0 0,152-83-647 0 0,30-16-900 0 0,0 1-1 0 0,0-1 1 0 0,0 0-1 0 0,1 1 0 0 0,-1-1 1 0 0,0 1-1 0 0,0 0 0 0 0,0-1 1 0 0,1 1-1 0 0,-1 0 0 0 0,0-1 1 0 0,1 1-1 0 0,-1 0 0 0 0,1 0 1 0 0,-2 1-1 0 0,2-1-13 0 0,0-1 0 0 0,0 1 1 0 0,0-1-1 0 0,0 1 0 0 0,0-1 0 0 0,0 0 0 0 0,0 1 1 0 0,0-1-1 0 0,0 1 0 0 0,0-1 0 0 0,1 1 1 0 0,-1-1-1 0 0,0 1 0 0 0,0-1 0 0 0,0 0 0 0 0,1 1 1 0 0,-1-1-1 0 0,0 1 0 0 0,0-1 0 0 0,1 0 0 0 0,-1 1 1 0 0,0-1-1 0 0,1 0 0 0 0,-1 1 0 0 0,5 2-19 0 0,0 0-1 0 0,-1 0 1 0 0,1-1 0 0 0,10 4-1 0 0,0 1 8 0 0,28 20 1 0 0,-1 3 1 0 0,53 47 0 0 0,-27-21-22 0 0,26 22-1544 0 0,38 30-4265 0 0,-38-45-5260 0 0,-62-43 890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25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8 316 2244 0 0,'15'-24'10567'0'0,"-12"29"-10290"0"0,-1 0 1 0 0,0 0 0 0 0,0 1-1 0 0,0-1 1 0 0,-1 1 0 0 0,0-1-1 0 0,0 1 1 0 0,0-1 0 0 0,-1 7-1 0 0,-2 56 732 0 0,0-41-686 0 0,-14 157 574 0 0,6-96-666 0 0,2 118 0 0 0,14-163-175 0 0,-6-41-54 0 0,1 0 1 0 0,-1 0-1 0 0,1 0 1 0 0,0-1 0 0 0,-1 1-1 0 0,1 0 1 0 0,0 0-1 0 0,0-1 1 0 0,0 1 0 0 0,1 0-1 0 0,-1-1 1 0 0,0 1-1 0 0,0-1 1 0 0,1 0 0 0 0,-1 1-1 0 0,1-1 1 0 0,-1 0-1 0 0,4 2 1 0 0,-2-2-1 0 0,-1-1 1 0 0,0 1-1 0 0,1-1 0 0 0,-1 0 0 0 0,1 0 1 0 0,-1 0-1 0 0,1 0 0 0 0,-1 0 0 0 0,1-1 1 0 0,-1 1-1 0 0,0-1 0 0 0,1 1 0 0 0,-1-1 1 0 0,0 0-1 0 0,1 0 0 0 0,-1 0 0 0 0,0 0 1 0 0,0 0-1 0 0,0-1 0 0 0,0 1 0 0 0,0-1 1 0 0,3-2-1 0 0,4-4-8 0 0,0-1 1 0 0,15-19-1 0 0,-21 24 7 0 0,11-14-38 0 0,-1-1-1 0 0,-1-1 1 0 0,-1 0-1 0 0,0-1 1 0 0,14-43-1 0 0,-13 25-9 0 0,-2-1 1 0 0,9-60-1 0 0,-17 66-34 0 0,-2 27 28 0 0,-2 22 29 0 0,1-4 27 0 0,1 0 1 0 0,0 0-1 0 0,0 0 0 0 0,1 0 0 0 0,1 0 0 0 0,0 0 1 0 0,0 0-1 0 0,1 0 0 0 0,0-1 0 0 0,9 20 0 0 0,-9-26-1 0 0,0 1 0 0 0,0 0-1 0 0,0-1 1 0 0,0 0 0 0 0,1 0-1 0 0,-1 0 1 0 0,1 0-1 0 0,0 0 1 0 0,1-1 0 0 0,-1 0-1 0 0,0 0 1 0 0,1 0 0 0 0,0 0-1 0 0,0-1 1 0 0,-1 0 0 0 0,1 0-1 0 0,1 0 1 0 0,-1 0-1 0 0,0-1 1 0 0,0 0 0 0 0,1 0-1 0 0,-1 0 1 0 0,0-1 0 0 0,7 0-1 0 0,2 0-43 0 0,1-1 0 0 0,-1-1-1 0 0,0 0 1 0 0,0-1 0 0 0,0 0 0 0 0,0-2-1 0 0,-1 1 1 0 0,1-2 0 0 0,-1 1 0 0 0,0-2-1 0 0,-1 0 1 0 0,21-15 0 0 0,-23 15-67 0 0,-1-1 0 0 0,1-1-1 0 0,-2 0 1 0 0,1 0 0 0 0,-1-1 0 0 0,-1 0 0 0 0,1 0 0 0 0,-2-1 0 0 0,0 1 0 0 0,0-2 0 0 0,0 1-1 0 0,-2-1 1 0 0,1 1 0 0 0,4-25 0 0 0,-6 20 53 0 0,-2-1 0 0 0,1 0-1 0 0,-2 0 1 0 0,0 0 0 0 0,-1 0 0 0 0,-1 0 0 0 0,-1 0-1 0 0,0 1 1 0 0,-1-1 0 0 0,-1 1 0 0 0,0 0-1 0 0,-1 0 1 0 0,-1 0 0 0 0,-1 1 0 0 0,0 0-1 0 0,0 1 1 0 0,-14-17 0 0 0,21 30 54 0 0,1 1-1 0 0,-1-1 1 0 0,1 1 0 0 0,-1-1-1 0 0,0 1 1 0 0,1-1-1 0 0,-1 1 1 0 0,1-1 0 0 0,-1 1-1 0 0,0 0 1 0 0,0-1 0 0 0,1 1-1 0 0,-1 0 1 0 0,0 0-1 0 0,1 0 1 0 0,-1 0 0 0 0,0-1-1 0 0,0 1 1 0 0,1 0 0 0 0,-1 0-1 0 0,0 0 1 0 0,0 0-1 0 0,1 1 1 0 0,-1-1 0 0 0,0 0-1 0 0,0 0 1 0 0,1 0 0 0 0,-1 1-1 0 0,0-1 1 0 0,1 0-1 0 0,-1 1 1 0 0,0-1 0 0 0,1 0-1 0 0,-1 1 1 0 0,0-1 0 0 0,1 1-1 0 0,-1-1 1 0 0,1 1-1 0 0,-1-1 1 0 0,0 2 0 0 0,1 0 2 0 0,-1 0 0 0 0,1 0 1 0 0,-1 1-1 0 0,1-1 0 0 0,0 0 1 0 0,0 1-1 0 0,0-1 1 0 0,0 0-1 0 0,0 1 0 0 0,1-1 1 0 0,-1 0-1 0 0,1 1 0 0 0,-1-1 1 0 0,1 0-1 0 0,0 0 0 0 0,0 0 1 0 0,0 1-1 0 0,0-1 0 0 0,0 0 1 0 0,0 0-1 0 0,1-1 1 0 0,-1 1-1 0 0,1 0 0 0 0,-1 0 1 0 0,1-1-1 0 0,0 1 0 0 0,2 1 1 0 0,2 2-4 0 0,0-1 1 0 0,1 0 0 0 0,0 0 0 0 0,-1 0-1 0 0,1-1 1 0 0,0 0 0 0 0,1-1-1 0 0,-1 0 1 0 0,0 0 0 0 0,1 0 0 0 0,0-1-1 0 0,-1 0 1 0 0,12 0 0 0 0,0 0-160 0 0,0-2 0 0 0,0 0 0 0 0,0-1 0 0 0,23-6 0 0 0,-29 5 22 0 0,0 0-1 0 0,0-1 1 0 0,-1-1-1 0 0,1 0 1 0 0,-1-1-1 0 0,0 0 1 0 0,-1-1-1 0 0,0 0 1 0 0,21-18-1 0 0,-25 19 112 0 0,-1-1-1 0 0,0 0 0 0 0,0-1 0 0 0,0 1 0 0 0,-1-1 0 0 0,0 0 0 0 0,0-1 0 0 0,-1 1 1 0 0,0-1-1 0 0,-1 0 0 0 0,0 0 0 0 0,0 0 0 0 0,-1 0 0 0 0,2-19 0 0 0,-3-38 501 0 0,-2 34-230 0 0,1 32-240 0 0,0 0 0 0 0,0 1 0 0 0,-1-1 0 0 0,1 0-1 0 0,0 0 1 0 0,0 0 0 0 0,0 0 0 0 0,0 1 0 0 0,-1-1-1 0 0,1 0 1 0 0,0 0 0 0 0,0 0 0 0 0,0 0-1 0 0,-1 0 1 0 0,1 0 0 0 0,0 0 0 0 0,0 0 0 0 0,-1 0-1 0 0,1 1 1 0 0,0-1 0 0 0,0 0 0 0 0,-1 0-1 0 0,1 0 1 0 0,0 0 0 0 0,0 0 0 0 0,0-1 0 0 0,-1 1-1 0 0,1 0 1 0 0,0 0 0 0 0,0 0 0 0 0,-1 0-1 0 0,1 0 1 0 0,0 0 0 0 0,0 0 0 0 0,0 0 0 0 0,-1 0-1 0 0,1-1 1 0 0,0 1 0 0 0,0 0 0 0 0,0 0 0 0 0,0 0-1 0 0,-1 0 1 0 0,1-1 0 0 0,0 1 0 0 0,0 0-1 0 0,0 0 1 0 0,0 0 0 0 0,0-1 0 0 0,0 1 0 0 0,-1 0-1 0 0,1 0 1 0 0,0 0 0 0 0,0-1 0 0 0,0 1-1 0 0,0 0 1 0 0,0 0 0 0 0,0-1 0 0 0,0 1 0 0 0,0 0-1 0 0,-11 18 19 0 0,-12 72 455 0 0,-20 154 0 0 0,40-226-443 0 0,-10 131 229 0 0,1-10 68 0 0,9-114-112 0 0,3-22-112 0 0,7-25-50 0 0,-3 9-48 0 0,6-25-24 0 0,2 1 0 0 0,19-41 0 0 0,-26 68-2 0 0,0 0 0 0 0,1 0 0 0 0,0 1 0 0 0,0 0 0 0 0,1 0 1 0 0,0 1-1 0 0,1-1 0 0 0,0 2 0 0 0,0-1 0 0 0,0 1 0 0 0,1 0 0 0 0,14-8 0 0 0,-21 14 20 0 0,1-1 0 0 0,0 1 0 0 0,0 0-1 0 0,-1 0 1 0 0,1 0 0 0 0,0 0 0 0 0,0 0 0 0 0,0 1 0 0 0,0-1 0 0 0,0 1 0 0 0,0 0-1 0 0,0 0 1 0 0,0 0 0 0 0,0 0 0 0 0,0 1 0 0 0,0-1 0 0 0,0 1 0 0 0,0 0-1 0 0,0-1 1 0 0,0 1 0 0 0,-1 1 0 0 0,1-1 0 0 0,0 0 0 0 0,-1 1 0 0 0,1-1 0 0 0,-1 1-1 0 0,1 0 1 0 0,-1 0 0 0 0,0 0 0 0 0,1 0 0 0 0,-1 0 0 0 0,0 0 0 0 0,-1 1-1 0 0,3 3 1 0 0,1 1 60 0 0,0 0-1 0 0,-1 1 1 0 0,-1 0 0 0 0,1 0-1 0 0,-1 0 1 0 0,0 0-1 0 0,-1 0 1 0 0,0 1 0 0 0,0-1-1 0 0,0 16 1 0 0,-2 21 346 0 0,-10 66 1 0 0,-1 23-122 0 0,11-133-281 0 0,0 0 1 0 0,0 0-1 0 0,0 0 1 0 0,0 0-1 0 0,0-1 1 0 0,0 1-1 0 0,0 0 1 0 0,0 0-1 0 0,0 0 1 0 0,1 0-1 0 0,-1 0 0 0 0,0-1 1 0 0,1 1-1 0 0,-1 0 1 0 0,0 0-1 0 0,1 0 1 0 0,-1-1-1 0 0,1 1 1 0 0,0 0-1 0 0,-1-1 1 0 0,1 1-1 0 0,-1 0 1 0 0,1-1-1 0 0,0 1 1 0 0,0-1-1 0 0,-1 1 1 0 0,1-1-1 0 0,1 1 1 0 0,0 0 1 0 0,-1-1 0 0 0,1 0 0 0 0,0 0 0 0 0,0 0 0 0 0,0 0 0 0 0,0 0 0 0 0,0 0 0 0 0,-1 0 0 0 0,1 0 0 0 0,0-1 0 0 0,0 1 0 0 0,3-2 0 0 0,4-2 11 0 0,-1 0 0 0 0,1 0-1 0 0,-1-1 1 0 0,9-6-1 0 0,3-5-16 0 0,-1 0 0 0 0,-1-2 0 0 0,0 0-1 0 0,-2-1 1 0 0,0-1 0 0 0,-1-1 0 0 0,-1 0-1 0 0,-1-1 1 0 0,-1 0 0 0 0,-1-1 0 0 0,15-43 0 0 0,-24 61-7 0 0,-1 1 0 0 0,0-1 0 0 0,0 0 0 0 0,0 0 0 0 0,0 0 0 0 0,-1 0 0 0 0,0 0 0 0 0,0 0 0 0 0,0 0 0 0 0,-1 1 0 0 0,1-1 0 0 0,-4-10 0 0 0,4 15 5 0 0,0-1 1 0 0,0 1-1 0 0,-1 0 1 0 0,1-1-1 0 0,0 1 1 0 0,-1-1-1 0 0,1 1 1 0 0,-1 0-1 0 0,1-1 1 0 0,0 1-1 0 0,-1 0 1 0 0,1 0-1 0 0,-1-1 1 0 0,1 1-1 0 0,-1 0 1 0 0,1 0-1 0 0,-1 0 0 0 0,1 0 1 0 0,-1-1-1 0 0,1 1 1 0 0,-1 0-1 0 0,1 0 1 0 0,-1 0-1 0 0,1 0 1 0 0,-1 0-1 0 0,1 0 1 0 0,-1 0-1 0 0,1 0 1 0 0,-1 0-1 0 0,1 1 1 0 0,-1-1-1 0 0,1 0 1 0 0,-1 0-1 0 0,1 0 1 0 0,0 1-1 0 0,-1-1 1 0 0,0 1-1 0 0,-16 9-7 0 0,10-3 13 0 0,1 0 1 0 0,0 0-1 0 0,1 1 0 0 0,0 0 0 0 0,0 0 0 0 0,-7 16 1 0 0,-18 53-3 0 0,20-45-9 0 0,1 1 0 0 0,-6 37 0 0 0,13-57 14 0 0,1 0-1 0 0,0 0 1 0 0,1 1 0 0 0,0-1 0 0 0,1 0-1 0 0,1 0 1 0 0,0 0 0 0 0,6 19-1 0 0,-7-29 1 0 0,0 0-1 0 0,0 0 0 0 0,0 0 0 0 0,1 0 0 0 0,-1 0 0 0 0,1-1 0 0 0,0 1 0 0 0,0-1 0 0 0,0 1 0 0 0,0-1 0 0 0,0 0 0 0 0,1 0 0 0 0,-1 0 0 0 0,0 0 0 0 0,1 0 0 0 0,0 0 0 0 0,3 1 0 0 0,-1-1 0 0 0,0 0 0 0 0,-1-1 0 0 0,1 0 0 0 0,0 0 0 0 0,0 0 0 0 0,0 0 0 0 0,0-1 0 0 0,0 0 0 0 0,0 0 0 0 0,6-1 0 0 0,3-1-4 0 0,1-1-1 0 0,0-1 1 0 0,0 0-1 0 0,-1-1 1 0 0,0 0-1 0 0,18-11 1 0 0,-14 6 10 0 0,0-2 0 0 0,-1 0 1 0 0,-1-1-1 0 0,0 0 0 0 0,0-1 1 0 0,-2-1-1 0 0,1-1 0 0 0,-2 0 0 0 0,0 0 1 0 0,14-27-1 0 0,-20 32-11 0 0,0-1 1 0 0,-1 0-1 0 0,-1-1 1 0 0,0 1-1 0 0,0-1 1 0 0,-1 0-1 0 0,-1-1 1 0 0,0 1-1 0 0,-1 0 1 0 0,-1-1-1 0 0,0 1 1 0 0,-1-1-1 0 0,0 0 1 0 0,-1 1-1 0 0,0-1 1 0 0,-1 1-1 0 0,-4-15 1 0 0,4 24 9 0 0,1 0 0 0 0,-1 0 0 0 0,0 0 0 0 0,0 1 0 0 0,0-1 0 0 0,-1 0 0 0 0,1 1 0 0 0,-1-1 1 0 0,0 1-1 0 0,0 0 0 0 0,0 0 0 0 0,0 0 0 0 0,0 1 0 0 0,-1-1 0 0 0,1 1 0 0 0,-1-1 0 0 0,0 1 0 0 0,0 1 0 0 0,0-1 0 0 0,-6-2 1 0 0,7 3-8 0 0,0 1 1 0 0,0-1-1 0 0,-1 1 1 0 0,1 0-1 0 0,0 0 1 0 0,0 0-1 0 0,0 0 1 0 0,0 0-1 0 0,-1 1 1 0 0,1-1-1 0 0,0 1 1 0 0,0 0-1 0 0,0 0 1 0 0,0 0-1 0 0,0 0 1 0 0,0 1 0 0 0,1-1-1 0 0,-1 1 1 0 0,0 0-1 0 0,1 0 1 0 0,-1 0-1 0 0,1 0 1 0 0,-1 0-1 0 0,1 0 1 0 0,0 0-1 0 0,0 1 1 0 0,0-1-1 0 0,-3 6 1 0 0,3-5 0 0 0,0 0 1 0 0,1 0-1 0 0,-1 0 0 0 0,1 1 1 0 0,-1-1-1 0 0,1 0 1 0 0,0 0-1 0 0,0 1 0 0 0,0-1 1 0 0,1 1-1 0 0,-1-1 1 0 0,1 1-1 0 0,0-1 0 0 0,0 1 1 0 0,0-1-1 0 0,0 1 1 0 0,1-1-1 0 0,-1 0 0 0 0,1 1 1 0 0,0-1-1 0 0,0 1 1 0 0,0-1-1 0 0,1 0 0 0 0,-1 0 1 0 0,1 0-1 0 0,0 0 1 0 0,0 0-1 0 0,3 5 0 0 0,-1-4 3 0 0,1 0-1 0 0,-1 0 0 0 0,1 0 0 0 0,0 0 1 0 0,0-1-1 0 0,0 0 0 0 0,0 0 0 0 0,1 0 1 0 0,-1-1-1 0 0,1 1 0 0 0,0-1 1 0 0,-1-1-1 0 0,1 1 0 0 0,0-1 0 0 0,10 1 1 0 0,1-1 1 0 0,0-1 1 0 0,0-1 0 0 0,-1-1 0 0 0,1 0-1 0 0,0-1 1 0 0,-1-1 0 0 0,19-7 0 0 0,-11 3-18 0 0,-1-2 0 0 0,0 0 0 0 0,-1-2 0 0 0,25-16 0 0 0,-32 17-5 0 0,1 0 1 0 0,-2 0 0 0 0,1-1 0 0 0,23-27 0 0 0,-38 39 10 0 0,0 0 1 0 0,0-1-1 0 0,0 1 1 0 0,1 0-1 0 0,-1 0 1 0 0,0 0-1 0 0,0 0 0 0 0,0 0 1 0 0,0 0-1 0 0,0 0 1 0 0,1-1-1 0 0,-1 1 1 0 0,0 0-1 0 0,0 0 1 0 0,0 0-1 0 0,0 0 0 0 0,0 0 1 0 0,0-1-1 0 0,0 1 1 0 0,0 0-1 0 0,0 0 1 0 0,0 0-1 0 0,0-1 0 0 0,1 1 1 0 0,-1 0-1 0 0,0 0 1 0 0,0 0-1 0 0,0 0 1 0 0,0-1-1 0 0,0 1 1 0 0,-1 0-1 0 0,1 0 0 0 0,0 0 1 0 0,0 0-1 0 0,0-1 1 0 0,0 1-1 0 0,0 0 1 0 0,0 0-1 0 0,0 0 1 0 0,0 0-1 0 0,0-1 0 0 0,0 1 1 0 0,0 0-1 0 0,-1 0 1 0 0,-9 2-26 0 0,-13 10 37 0 0,3 7 121 0 0,1 0 0 0 0,1 2-1 0 0,0 0 1 0 0,2 0-1 0 0,0 2 1 0 0,-18 36 0 0 0,17-25 16 0 0,1 1 0 0 0,2 0-1 0 0,2 1 1 0 0,-9 42 0 0 0,17-63-107 0 0,1 1 0 0 0,1 0 0 0 0,0 0 0 0 0,1-1 0 0 0,2 28 0 0 0,-1-39-32 0 0,1-1 1 0 0,-1 1-1 0 0,1-1 0 0 0,-1 1 0 0 0,1-1 1 0 0,1 1-1 0 0,-1-1 0 0 0,0 0 1 0 0,1 1-1 0 0,-1-1 0 0 0,1 0 1 0 0,0 0-1 0 0,0 0 0 0 0,0 0 1 0 0,1-1-1 0 0,-1 1 0 0 0,1-1 1 0 0,-1 1-1 0 0,1-1 0 0 0,0 0 1 0 0,0 0-1 0 0,0 0 0 0 0,0 0 1 0 0,0 0-1 0 0,0-1 0 0 0,0 0 1 0 0,1 1-1 0 0,-1-1 0 0 0,1 0 0 0 0,-1-1 1 0 0,6 2-1 0 0,5-2 1 0 0,-1 0-1 0 0,0 0 0 0 0,1-1 1 0 0,-1-1-1 0 0,0 0 1 0 0,0-1-1 0 0,0 0 1 0 0,0-1-1 0 0,0-1 0 0 0,12-5 1 0 0,3-4-10 0 0,-1-1 1 0 0,-1 0-1 0 0,32-26 0 0 0,-37 25-35 0 0,-1 0 0 0 0,-1-2-1 0 0,0 0 1 0 0,-1-1 0 0 0,-1-1 0 0 0,-1-1-1 0 0,-1 0 1 0 0,-1-1 0 0 0,0-1 0 0 0,17-41-1 0 0,-29 57 45 0 0,0-1-1 0 0,0 1 0 0 0,0 0 0 0 0,0-12 1 0 0,-2 17-3 0 0,1 0 0 0 0,-1 1 0 0 0,0-1 0 0 0,0 0 0 0 0,0 0 1 0 0,-1 0-1 0 0,1 0 0 0 0,0 1 0 0 0,-1-1 0 0 0,1 0 0 0 0,-1 0 0 0 0,1 1 1 0 0,-1-1-1 0 0,0 0 0 0 0,0 1 0 0 0,0-1 0 0 0,0 0 0 0 0,0 1 0 0 0,0-1 1 0 0,0 1-1 0 0,0 0 0 0 0,-3-2 0 0 0,2 2 2 0 0,1 0-1 0 0,-1 1 1 0 0,0-1 0 0 0,0 1-1 0 0,0-1 1 0 0,1 1 0 0 0,-1 0-1 0 0,0 0 1 0 0,0 0 0 0 0,0 0-1 0 0,0 0 1 0 0,0 0 0 0 0,0 1-1 0 0,1-1 1 0 0,-1 0 0 0 0,0 1-1 0 0,0 0 1 0 0,0-1 0 0 0,1 1-1 0 0,-1 0 1 0 0,0 0-1 0 0,1 0 1 0 0,-1 0 0 0 0,-1 2-1 0 0,-3 1 51 0 0,0 1 0 0 0,1 0 0 0 0,-1 0-1 0 0,-7 10 1 0 0,4-3 1 0 0,1 1 0 0 0,1 0 0 0 0,0 0 0 0 0,0 0 0 0 0,1 1 0 0 0,1 0 0 0 0,1 0 0 0 0,-1 0 0 0 0,2 1 0 0 0,0-1 0 0 0,1 1 0 0 0,0 20 0 0 0,2-27-40 0 0,0 0 0 0 0,1 0-1 0 0,0 0 1 0 0,1 0 0 0 0,-1 0 0 0 0,1 0 0 0 0,1 0-1 0 0,0 0 1 0 0,0-1 0 0 0,6 11 0 0 0,-5-12-16 0 0,0-1 1 0 0,0 1-1 0 0,0-1 1 0 0,1 0-1 0 0,0-1 1 0 0,0 1-1 0 0,0-1 1 0 0,0 0-1 0 0,1 0 1 0 0,0-1-1 0 0,-1 0 1 0 0,1 0-1 0 0,0 0 1 0 0,8 2 0 0 0,6 1-495 0 0,1-1 1 0 0,-1-1 0 0 0,1 0 0 0 0,0-2 0 0 0,39-1 0 0 0,-18-3-3896 0 0,81-15 1 0 0,-62 4-2159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26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156 602 528 0 0,'-7'-6'728'0'0,"1"0"1"0"0,0 0-1 0 0,1-1 0 0 0,0 0 1 0 0,0 0-1 0 0,0 0 0 0 0,1 0 0 0 0,0-1 1 0 0,0 0-1 0 0,1 1 0 0 0,-4-13 1 0 0,5 10-438 0 0,0 0 0 0 0,1-1 0 0 0,0 1-1 0 0,1-1 1 0 0,0 1 0 0 0,0 0 0 0 0,1-1 0 0 0,1 1 0 0 0,2-11 0 0 0,8-25 350 0 0,28-65 1 0 0,-27 79-202 0 0,-1 0-1 0 0,-1-1 1 0 0,-2 0 0 0 0,8-56 0 0 0,-18 74-327 0 0,-4 20-103 0 0,-7 25-20 0 0,-12 52 234 0 0,-26 157-1 0 0,12 90 861 0 0,33-278-952 0 0,-32 394 1599 0 0,37-444-1689 0 0,0 0 0 0 0,0 0 0 0 0,0 0 0 0 0,0 0 0 0 0,0 0 0 0 0,0 0 0 0 0,0 0 0 0 0,0 0-1 0 0,-1-1 1 0 0,1 1 0 0 0,0 0 0 0 0,0 0 0 0 0,-1 0 0 0 0,1 0 0 0 0,-1 0 0 0 0,1-1-1 0 0,-1 1 1 0 0,1 0 0 0 0,-1 0 0 0 0,0-1-19 0 0,0 0 0 0 0,1 0 0 0 0,-1-1 0 0 0,1 1 0 0 0,-1-1 0 0 0,1 1 0 0 0,0 0 0 0 0,-1-1 0 0 0,1 1 0 0 0,-1-1 0 0 0,1 1 0 0 0,0-1-1 0 0,-1 1 1 0 0,1-1 0 0 0,0 0 0 0 0,-1 1 0 0 0,1-1 0 0 0,0 1 0 0 0,0-2 0 0 0,-13-40 167 0 0,8 4-162 0 0,1 0 1 0 0,1 0-1 0 0,5-58 1 0 0,0 73-60 0 0,1 1 0 0 0,1-1 0 0 0,1 1 0 0 0,1 0 0 0 0,1 0 0 0 0,1 0 0 0 0,13-24 0 0 0,-17 39 20 0 0,0-1-1 0 0,1 1 1 0 0,1 0 0 0 0,-1 1-1 0 0,1-1 1 0 0,0 1 0 0 0,0 1-1 0 0,1-1 1 0 0,0 1-1 0 0,0 0 1 0 0,0 0 0 0 0,0 1-1 0 0,13-6 1 0 0,-14 8 0 0 0,0-1-1 0 0,1 1 1 0 0,-1 0 0 0 0,1 1 0 0 0,-1-1-1 0 0,1 1 1 0 0,0 1 0 0 0,-1-1 0 0 0,1 1-1 0 0,0 0 1 0 0,-1 1 0 0 0,1 0-1 0 0,0 0 1 0 0,-1 0 0 0 0,1 1 0 0 0,-1 0-1 0 0,7 2 1 0 0,-11-3 9 0 0,0 1-1 0 0,0-1 1 0 0,0 0 0 0 0,0 0-1 0 0,0 1 1 0 0,-1-1-1 0 0,1 1 1 0 0,0-1 0 0 0,-1 1-1 0 0,0 0 1 0 0,1 0-1 0 0,-1 0 1 0 0,0 0 0 0 0,0 0-1 0 0,0 0 1 0 0,2 4-1 0 0,-3-5 5 0 0,0 0 0 0 0,0 0 0 0 0,0 0 0 0 0,0 0 0 0 0,0 1 0 0 0,0-1 0 0 0,0 0 0 0 0,0 0 0 0 0,0 0 0 0 0,0 0 0 0 0,-1 0 0 0 0,1 1 0 0 0,0-1 0 0 0,-1 0 0 0 0,1 0 0 0 0,-1 0 0 0 0,1 0 0 0 0,-1 0 0 0 0,0 0 0 0 0,1 0 0 0 0,-1 0 0 0 0,0-1 0 0 0,0 1 0 0 0,0 0 0 0 0,1 0 0 0 0,-1 0 0 0 0,0-1 0 0 0,0 1 0 0 0,0-1 0 0 0,0 1 0 0 0,0-1 0 0 0,0 1 0 0 0,-1-1 0 0 0,1 1 0 0 0,0-1 0 0 0,-2 1 0 0 0,-4 1 11 0 0,0 0 1 0 0,-1-1 0 0 0,1 1-1 0 0,0-1 1 0 0,-1-1-1 0 0,0 1 1 0 0,1-1-1 0 0,-10-1 1 0 0,0-2-35 0 0,-1-1 0 0 0,1 0-1 0 0,-28-11 1 0 0,43 14-30 0 0,1 1 35 0 0,0 0 0 0 0,0-1 1 0 0,1 1-1 0 0,-1 0 0 0 0,0 0 0 0 0,0 1 0 0 0,0-1 1 0 0,0 0-1 0 0,1 0 0 0 0,-1 0 0 0 0,0 1 1 0 0,0-1-1 0 0,0 0 0 0 0,1 1 0 0 0,-1-1 0 0 0,-1 1 1 0 0,2 0 10 0 0,0 0 0 0 0,-1-1 0 0 0,1 1 0 0 0,0 0 0 0 0,0-1 0 0 0,0 1 0 0 0,0 0 0 0 0,0 0 0 0 0,0-1 0 0 0,0 1 0 0 0,0 0 0 0 0,0-1 0 0 0,0 1 0 0 0,1 0 0 0 0,-1 0 0 0 0,0-1-1 0 0,0 1 1 0 0,1-1 0 0 0,-1 1 0 0 0,1 1 0 0 0,13 27-46 0 0,2-1 0 0 0,19 28 0 0 0,-8-15 44 0 0,60 87 27 0 0,-72-109-18 0 0,1 0-1 0 0,1-1 0 0 0,1-1 1 0 0,24 19-1 0 0,-36-32-227 0 0,1 1 0 0 0,0-1 0 0 0,0 0 0 0 0,0-1 0 0 0,0 1 1 0 0,0-1-1 0 0,1-1 0 0 0,0 0 0 0 0,-1 0 0 0 0,14 2 0 0 0,-15-4-723 0 0,0 0-1 0 0,1 0 1 0 0,-1 0-1 0 0,0-1 1 0 0,1 0 0 0 0,-1 0-1 0 0,0-1 1 0 0,10-3-1 0 0,9-6-5285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2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13 107 380 0 0,'-1'-17'2556'0'0,"-2"3"-444"0"0,1-1-499 0 0,2 6-157 0 0,-3-2 520 0 0,1-6-832 0 0,1 1-524 0 0,1 8-452 0 0,12 13-1576 0 0,-4 3 128 0 0,2 3-1688 0 0,1 2-997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2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128 470 792 0 0,'-43'20'6352'0'0,"31"-15"-4903"0"0,0 0-1 0 0,1 1 1 0 0,-13 9 0 0 0,4-6-15 0 0,14-11-736 0 0,9-7-511 0 0,4 1-149 0 0,0 1 0 0 0,0 0 0 0 0,0 0 0 0 0,11-7 0 0 0,15-14 38 0 0,-8 2-30 0 0,-2-1 0 0 0,-1-2 1 0 0,0 0-1 0 0,25-48 0 0 0,-21 26 159 0 0,-3-1 0 0 0,20-62 0 0 0,-29 73-12 0 0,-13 39-215 0 0,-8 8 7 0 0,2 1 9 0 0,1 0 1 0 0,0 0-1 0 0,0 1 0 0 0,1-1 1 0 0,0 1-1 0 0,0 0 0 0 0,-1 9 0 0 0,-4 8 8 0 0,-52 156-46 0 0,52-150 71 0 0,2 0-1 0 0,1 1 1 0 0,-3 61 0 0 0,8-90-19 0 0,0-1 0 0 0,0 1 0 0 0,0-1 1 0 0,0 1-1 0 0,0-1 0 0 0,1 1 0 0 0,-1-1 0 0 0,1 1 0 0 0,0-1 0 0 0,0 1 1 0 0,0-1-1 0 0,0 0 0 0 0,0 0 0 0 0,0 1 0 0 0,1-1 0 0 0,-1 0 1 0 0,1 0-1 0 0,-1 0 0 0 0,1 0 0 0 0,0-1 0 0 0,0 1 0 0 0,0 0 1 0 0,0-1-1 0 0,0 1 0 0 0,4 1 0 0 0,-2-1-1 0 0,-1-1 1 0 0,1-1-1 0 0,0 1 0 0 0,-1 0 1 0 0,1-1-1 0 0,0 0 0 0 0,0 0 1 0 0,-1 0-1 0 0,1 0 0 0 0,0-1 1 0 0,0 1-1 0 0,-1-1 0 0 0,1 0 1 0 0,0 0-1 0 0,-1 0 0 0 0,1-1 1 0 0,3-1-1 0 0,9-6-4 0 0,0 0 1 0 0,0-1-1 0 0,-1-1 1 0 0,0 0-1 0 0,-1-1 1 0 0,-1-1-1 0 0,0 0 0 0 0,22-28 1 0 0,-10 6-18 0 0,-2-1 1 0 0,33-67 0 0 0,-43 76 25 0 0,9-28 0 0 0,-19 46-26 0 0,-1 0 1 0 0,1-1-1 0 0,-1 1 1 0 0,-1 0-1 0 0,0-1 1 0 0,0 0-1 0 0,-1-10 1 0 0,0 19 8 0 0,0 0 0 0 0,0-1 0 0 0,0 1 0 0 0,0 0 0 0 0,0 0 0 0 0,-1 0 0 0 0,1 0 0 0 0,0 0 0 0 0,0 0 1 0 0,-1 0-1 0 0,1 0 0 0 0,-1 0 0 0 0,1 0 0 0 0,-1 0 0 0 0,1 0 0 0 0,-1 1 0 0 0,1-1 0 0 0,-1 0 1 0 0,0 0-1 0 0,0 0 0 0 0,1 1 0 0 0,-1-1 0 0 0,0 0 0 0 0,0 1 0 0 0,0-1 0 0 0,0 1 0 0 0,0-1 0 0 0,0 1 1 0 0,0-1-1 0 0,0 1 0 0 0,0-1 0 0 0,0 1 0 0 0,0 0 0 0 0,0 0 0 0 0,0 0 0 0 0,0 0 0 0 0,0-1 1 0 0,0 1-1 0 0,0 0 0 0 0,0 1 0 0 0,0-1 0 0 0,0 0 0 0 0,0 0 0 0 0,0 0 0 0 0,0 1 0 0 0,0-1 0 0 0,0 0 1 0 0,0 1-1 0 0,0-1 0 0 0,0 1 0 0 0,0-1 0 0 0,-1 2 0 0 0,-1 0 0 0 0,0 0 1 0 0,0 0-1 0 0,1 0 0 0 0,-1 0 0 0 0,1 1 0 0 0,-1-1 0 0 0,1 1 1 0 0,0-1-1 0 0,0 1 0 0 0,0 0 0 0 0,1 0 0 0 0,-1 0 0 0 0,1 0 1 0 0,-1 0-1 0 0,1 0 0 0 0,0 0 0 0 0,0 0 0 0 0,0 1 0 0 0,1-1 1 0 0,-1 0-1 0 0,1 1 0 0 0,0-1 0 0 0,0 0 0 0 0,0 1 0 0 0,0-1 1 0 0,0 1-1 0 0,1-1 0 0 0,0 0 0 0 0,1 4 0 0 0,2 10-24 0 0,2 0-1 0 0,0 0 0 0 0,1 0 1 0 0,10 17-1 0 0,-13-26 28 0 0,4 8 46 0 0,1 1 320 0 0,0 2 0 0 0,0-1 0 0 0,-2 1 0 0 0,-1 0 0 0 0,7 28 0 0 0,-13-43-296 0 0,1 1 0 0 0,-1 0 0 0 0,0 0-1 0 0,0-1 1 0 0,0 1 0 0 0,0 0 0 0 0,-1 0 0 0 0,0-1 0 0 0,0 1 0 0 0,0-1 0 0 0,0 1-1 0 0,-1-1 1 0 0,0 1 0 0 0,0-1 0 0 0,0 0 0 0 0,-1 0 0 0 0,1 0 0 0 0,-1 0-1 0 0,0 0 1 0 0,0 0 0 0 0,0-1 0 0 0,-1 0 0 0 0,1 1 0 0 0,-1-1 0 0 0,1-1 0 0 0,-1 1-1 0 0,0 0 1 0 0,-9 3 0 0 0,6-2-20 0 0,-1 0 0 0 0,0-1 0 0 0,0 0 0 0 0,0 0 0 0 0,0-1 0 0 0,-1 0-1 0 0,1 0 1 0 0,-1-1 0 0 0,1 0 0 0 0,-1 0 0 0 0,1-1 0 0 0,-1-1 0 0 0,-10 0 0 0 0,14-1-293 0 0,0 1 0 0 0,-1 0 1 0 0,1-1-1 0 0,0 0 0 0 0,0-1 1 0 0,0 1-1 0 0,0-1 0 0 0,0 0 1 0 0,-4-3-1 0 0,4 2-474 0 0,0-1 0 0 0,1 1 0 0 0,0-1-1 0 0,0 0 1 0 0,0 0 0 0 0,0 0 0 0 0,1-1 0 0 0,-6-10-1 0 0,1-7-3295 0 0,0-3-1754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28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350 230 2300 0 0,'0'-19'2120'0'0,"0"-1"0"0"0,3-19-1 0 0,-1 27-1391 0 0,-1 0 0 0 0,0 0 0 0 0,-1 0-1 0 0,0 0 1 0 0,-1 0 0 0 0,0 0 0 0 0,-1 1 0 0 0,-6-23-1 0 0,8 32-698 0 0,-1 1-1 0 0,0-1 1 0 0,0 1-1 0 0,0 0 0 0 0,0-1 1 0 0,0 1-1 0 0,0 0 1 0 0,0 0-1 0 0,0 0 0 0 0,0 0 1 0 0,0 0-1 0 0,-1 0 0 0 0,1 0 1 0 0,0 0-1 0 0,-1 0 1 0 0,1 0-1 0 0,-1 1 0 0 0,1-1 1 0 0,-1 1-1 0 0,1-1 1 0 0,-1 1-1 0 0,0 0 0 0 0,1-1 1 0 0,-1 1-1 0 0,1 0 1 0 0,-1 0-1 0 0,0 0 0 0 0,1 0 1 0 0,-1 0-1 0 0,1 1 1 0 0,-1-1-1 0 0,0 0 0 0 0,1 1 1 0 0,-1-1-1 0 0,1 1 0 0 0,-3 1 1 0 0,-6 1 2 0 0,1 2 0 0 0,-1-1-1 0 0,1 2 1 0 0,-11 6 0 0 0,-5 6-8 0 0,1 0 0 0 0,0 2 0 0 0,-38 42 0 0 0,49-47-23 0 0,1 0-1 0 0,0 1 1 0 0,1 0-1 0 0,1 1 1 0 0,1 0-1 0 0,0 1 1 0 0,-8 23-1 0 0,16-36 7 0 0,-1 0-1 0 0,1 0 0 0 0,0 0 1 0 0,0 0-1 0 0,1 0 0 0 0,-1 0 1 0 0,1 0-1 0 0,0 0 1 0 0,1 1-1 0 0,-1-1 0 0 0,1 0 1 0 0,0 0-1 0 0,0 0 1 0 0,1 0-1 0 0,-1 0 0 0 0,4 5 1 0 0,-4-7 1 0 0,1 0 1 0 0,1 0-1 0 0,-1 0 1 0 0,0-1-1 0 0,1 1 0 0 0,-1 0 1 0 0,1-1-1 0 0,0 0 1 0 0,-1 0-1 0 0,1 0 1 0 0,0 0-1 0 0,1 0 1 0 0,-1 0-1 0 0,0-1 1 0 0,0 1-1 0 0,1-1 1 0 0,-1 0-1 0 0,1 0 1 0 0,-1 0-1 0 0,1-1 0 0 0,-1 1 1 0 0,1-1-1 0 0,6 0 1 0 0,-2-1-2 0 0,-1 1 0 0 0,0-2 0 0 0,0 1 1 0 0,0-1-1 0 0,0 0 0 0 0,0 0 0 0 0,0-1 0 0 0,-1 0 0 0 0,1 0 0 0 0,-1 0 1 0 0,0-1-1 0 0,0 0 0 0 0,0 0 0 0 0,0-1 0 0 0,-1 0 0 0 0,1 0 1 0 0,-1 0-1 0 0,-1 0 0 0 0,1-1 0 0 0,4-6 0 0 0,8-14 9 0 0,-1-1 0 0 0,-2-1-1 0 0,16-38 1 0 0,-22 46 9 0 0,30-80-105 0 0,-37 98 45 0 0,-2 14-72 0 0,0 0 91 0 0,0 0-1 0 0,-5 16 1 0 0,-1 12 9 0 0,5-22 36 0 0,1 0 0 0 0,0 0 0 0 0,1 1 0 0 0,4 25 0 0 0,-2-38-122 0 0,-1 0 0 0 0,1 1 1 0 0,-1-1-1 0 0,2 0 1 0 0,-1 0-1 0 0,1 0 0 0 0,3 5 1 0 0,-4-8-94 0 0,0 0 0 0 0,0-1 0 0 0,0 0-1 0 0,0 1 1 0 0,0-1 0 0 0,1 0 0 0 0,-1 0 0 0 0,1 0 0 0 0,-1 0 0 0 0,1 0 0 0 0,0-1 0 0 0,0 1 0 0 0,0-1 0 0 0,5 2 0 0 0,-4-2 61 0 0,-1-1 1 0 0,0 1 0 0 0,1-1 0 0 0,-1 0 0 0 0,0 0 0 0 0,1-1 0 0 0,-1 1-1 0 0,1-1 1 0 0,-1 0 0 0 0,0 1 0 0 0,0-1 0 0 0,1-1 0 0 0,-1 1 0 0 0,0 0 0 0 0,0-1-1 0 0,0 0 1 0 0,0 1 0 0 0,-1-1 0 0 0,1 0 0 0 0,0-1 0 0 0,3-3 0 0 0,5-5-53 0 0,0-1 0 0 0,-1 0 0 0 0,10-15 1 0 0,-16 21 116 0 0,83-136 1007 0 0,-57 91 228 0 0,-15 30-816 0 0,-15 21-346 0 0,0-1 0 0 0,1 1 0 0 0,-1-1-1 0 0,0 1 1 0 0,1 0 0 0 0,-1-1 0 0 0,1 1 0 0 0,-1-1 0 0 0,0 1 0 0 0,1 0 0 0 0,-1-1 0 0 0,1 1 0 0 0,-1 0 0 0 0,1 0 0 0 0,-1-1 0 0 0,1 1 0 0 0,-1 0-1 0 0,1 0 1 0 0,-1 0 0 0 0,1 0 0 0 0,-1-1 0 0 0,1 1 0 0 0,-1 0 0 0 0,1 0 0 0 0,0 0 0 0 0,-1 0 0 0 0,1 0 0 0 0,-1 1 0 0 0,1-1 0 0 0,-1 0 0 0 0,1 0-1 0 0,-1 0 1 0 0,1 0 0 0 0,-1 0 0 0 0,1 1 0 0 0,-1-1 0 0 0,1 0 0 0 0,-1 1 0 0 0,1-1 0 0 0,-1 0 0 0 0,1 1 0 0 0,-1-1 0 0 0,0 0 0 0 0,1 1 0 0 0,4 8 189 0 0,-1 0 0 0 0,0-1 0 0 0,-1 1 0 0 0,0 0 0 0 0,0 1 0 0 0,-1-1 0 0 0,0 0 0 0 0,-1 1 0 0 0,0-1 1 0 0,0 1-1 0 0,-1 12 0 0 0,-2 9 318 0 0,-1 0-1 0 0,-8 38 1 0 0,5-44 594 0 0,-15 44 0 0 0,21-69-1086 0 0,0 1-1 0 0,0-1 1 0 0,0 1-1 0 0,0-1 1 0 0,-1 1-1 0 0,1-1 1 0 0,0 1-1 0 0,-1-1 1 0 0,1 1-1 0 0,0-1 1 0 0,-1 1-1 0 0,1-1 0 0 0,0 0 1 0 0,-1 1-1 0 0,1-1 1 0 0,-1 0-1 0 0,1 1 1 0 0,-1-1-1 0 0,1 0 1 0 0,-1 1-1 0 0,-7-6 378 0 0,7 4-386 0 0,0-1 0 0 0,0 1 0 0 0,1-1 0 0 0,-1 0 0 0 0,0 0-1 0 0,1 1 1 0 0,-1-1 0 0 0,1 0 0 0 0,0 0 0 0 0,-1 0 0 0 0,1-2 0 0 0,3-19-36 0 0,1 0 0 0 0,0 1 0 0 0,2-1 0 0 0,1 1 0 0 0,0 1 0 0 0,2-1 0 0 0,0 1 1 0 0,2 1-1 0 0,0 0 0 0 0,1 0 0 0 0,1 1 0 0 0,1 1 0 0 0,31-33 0 0 0,-42 48 5 0 0,1 0 0 0 0,0-1 0 0 0,-1 1-1 0 0,1 0 1 0 0,0 1 0 0 0,1-1 0 0 0,-1 1-1 0 0,0 0 1 0 0,1 0 0 0 0,-1 0 0 0 0,1 0-1 0 0,0 1 1 0 0,-1 0 0 0 0,1 0 0 0 0,0 0-1 0 0,7 0 1 0 0,-9 2 4 0 0,1-1 1 0 0,-1 1-1 0 0,1-1 1 0 0,-1 1-1 0 0,0 0 1 0 0,1 0-1 0 0,-1 1 1 0 0,0-1-1 0 0,0 1 1 0 0,0-1-1 0 0,1 1 1 0 0,-2 0-1 0 0,1 0 1 0 0,0 0-1 0 0,0 1 1 0 0,-1-1-1 0 0,1 1 1 0 0,-1-1-1 0 0,0 1 1 0 0,0 0-1 0 0,0 0 1 0 0,0 0-1 0 0,2 5 0 0 0,0 0 37 0 0,-1 1-1 0 0,0 0 0 0 0,0 0 0 0 0,-1 0 1 0 0,0 0-1 0 0,0 0 0 0 0,-1 1 0 0 0,0-1 1 0 0,-1 0-1 0 0,-1 13 0 0 0,-3 13 198 0 0,-11 49 0 0 0,6-36-154 0 0,3-20-44 0 0,3-18 14 0 0,1 0 0 0 0,1 0-1 0 0,-1 12 1 0 0,2-21-33 0 0,0 0-1 0 0,0-1 0 0 0,0 1 1 0 0,0 0-1 0 0,0-1 0 0 0,1 1 1 0 0,-1 0-1 0 0,0-1 0 0 0,0 1 1 0 0,1-1-1 0 0,-1 1 1 0 0,0-1-1 0 0,1 1 0 0 0,-1 0 1 0 0,1-1-1 0 0,-1 0 0 0 0,0 1 1 0 0,1-1-1 0 0,-1 1 0 0 0,1-1 1 0 0,0 1-1 0 0,-1-1 1 0 0,1 0-1 0 0,-1 1 0 0 0,1-1 1 0 0,0 0-1 0 0,-1 0 0 0 0,1 0 1 0 0,-1 1-1 0 0,1-1 0 0 0,0 0 1 0 0,-1 0-1 0 0,2 0 0 0 0,23-1 273 0 0,-5-3-322 0 0,1-2 1 0 0,-1 0 0 0 0,0-2 0 0 0,-1 0-1 0 0,25-14 1 0 0,92-63-2192 0 0,-94 57 1017 0 0,38-26-2498 0 0,-28 15-2267 0 0,-26 17 772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0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281 621 1264 0 0,'-3'-22'3260'0'0,"0"5"-989"0"0,0-1 1 0 0,-7-21 0 0 0,8 34-2031 0 0,0 0-1 0 0,0 0 1 0 0,0 0 0 0 0,-1 0 0 0 0,0 1 0 0 0,0-1 0 0 0,0 1 0 0 0,-1 0 0 0 0,1 0 0 0 0,-1 0-1 0 0,-7-6 1 0 0,9 9-223 0 0,0 0-1 0 0,0 0 0 0 0,0 0 1 0 0,0 1-1 0 0,0-1 0 0 0,0 1 0 0 0,0 0 1 0 0,0-1-1 0 0,0 1 0 0 0,0 0 1 0 0,0 0-1 0 0,0 0 0 0 0,0 1 1 0 0,0-1-1 0 0,0 0 0 0 0,0 1 1 0 0,0-1-1 0 0,0 1 0 0 0,0 0 0 0 0,0 0 1 0 0,0 0-1 0 0,1 0 0 0 0,-1 0 1 0 0,-2 1-1 0 0,-7 7-9 0 0,-1 0 1 0 0,1 1-1 0 0,1 0 0 0 0,0 1 0 0 0,0 0 1 0 0,1 1-1 0 0,1 0 0 0 0,-11 18 1 0 0,6-6-3 0 0,2 1 1 0 0,0 0 0 0 0,-12 44-1 0 0,20-59-3 0 0,0 1-1 0 0,1-1 1 0 0,1 1-1 0 0,0 0 1 0 0,0 0 0 0 0,1-1-1 0 0,0 1 1 0 0,3 15-1 0 0,-2-23 3 0 0,-1 0 1 0 0,1 0-1 0 0,0 0 0 0 0,0 0 1 0 0,0 0-1 0 0,1 0 0 0 0,-1 0 0 0 0,1 0 1 0 0,-1 0-1 0 0,1 0 0 0 0,0-1 1 0 0,0 1-1 0 0,0-1 0 0 0,1 1 0 0 0,-1-1 1 0 0,0 0-1 0 0,1 0 0 0 0,0 0 1 0 0,-1 0-1 0 0,1-1 0 0 0,0 1 0 0 0,0-1 1 0 0,0 1-1 0 0,0-1 0 0 0,0 0 1 0 0,0 0-1 0 0,0 0 0 0 0,1-1 1 0 0,-1 1-1 0 0,0-1 0 0 0,4 0 0 0 0,-1 1 5 0 0,0-1-1 0 0,-1-1 1 0 0,1 1-1 0 0,0-1 1 0 0,-1 0-1 0 0,1 0 1 0 0,0-1-1 0 0,-1 0 1 0 0,1 0-1 0 0,-1 0 1 0 0,0 0 0 0 0,0-1-1 0 0,8-5 1 0 0,-6 2-7 0 0,0 0 1 0 0,0 0-1 0 0,0-1 1 0 0,-1 0-1 0 0,0 0 1 0 0,0-1-1 0 0,7-13 1 0 0,-2 1 15 0 0,-2 0 0 0 0,0 0 1 0 0,-1-1-1 0 0,-2-1 0 0 0,0 1 1 0 0,4-28-1 0 0,0-23 481 0 0,-10 70-511 0 0,0-2-2 0 0,0 0-4 0 0,-4 13-7 0 0,-4 14 37 0 0,2 2 0 0 0,0-1 0 0 0,-3 36 0 0 0,8-52-11 0 0,0 1 1 0 0,1-1 0 0 0,0 0 0 0 0,1 1-1 0 0,0-1 1 0 0,0 1 0 0 0,0-1-1 0 0,1 0 1 0 0,0 0 0 0 0,1 0 0 0 0,0 0-1 0 0,0 0 1 0 0,1-1 0 0 0,5 10-1 0 0,-7-14 4 0 0,1-1 0 0 0,-1 0 0 0 0,0 1 1 0 0,1-1-1 0 0,-1 0 0 0 0,1 0 0 0 0,-1 0 0 0 0,1-1 0 0 0,0 1 0 0 0,0-1 0 0 0,0 1 0 0 0,0-1 0 0 0,0 0 0 0 0,0 0 0 0 0,0 0 0 0 0,1-1 0 0 0,-1 1 0 0 0,0-1 0 0 0,0 1 0 0 0,0-1 0 0 0,1 0 0 0 0,-1-1 0 0 0,0 1 0 0 0,1 0 0 0 0,-1-1 0 0 0,0 0 0 0 0,0 0 0 0 0,0 0 0 0 0,0 0 0 0 0,0 0 0 0 0,4-3 0 0 0,2 0-1 0 0,0-1 1 0 0,-1 0-1 0 0,0-1 0 0 0,0 0 1 0 0,0 0-1 0 0,-1 0 0 0 0,1-1 1 0 0,-2 0-1 0 0,8-10 0 0 0,-6 4-14 0 0,0 0-1 0 0,-1 0 0 0 0,0-1 0 0 0,-2 0 0 0 0,1 0 0 0 0,-2 0 0 0 0,6-29 0 0 0,-6 21 2 0 0,-1-1-1 0 0,-2 1 0 0 0,0-1 1 0 0,-4-35-1 0 0,3 53-3 0 0,-1 0 0 0 0,0 0 0 0 0,-1 0-1 0 0,1 0 1 0 0,-1 0 0 0 0,0 0 0 0 0,0 1 0 0 0,0-1-1 0 0,-1 1 1 0 0,-5-9 0 0 0,7 13 8 0 0,0-1 0 0 0,0 1 0 0 0,1-1 0 0 0,-1 1 0 0 0,0-1 1 0 0,0 1-1 0 0,0 0 0 0 0,0-1 0 0 0,0 1 0 0 0,0 0 0 0 0,0 0 0 0 0,0 0 0 0 0,0 0 1 0 0,0-1-1 0 0,0 1 0 0 0,0 1 0 0 0,0-1 0 0 0,0 0 0 0 0,0 0 0 0 0,0 0 0 0 0,0 0 1 0 0,0 1-1 0 0,-1 0 0 0 0,-20 8-50 0 0,19-8 51 0 0,1 1 0 0 0,0-1 0 0 0,0 0 0 0 0,0 1-1 0 0,0-1 1 0 0,0 1 0 0 0,0 0 0 0 0,1 0 0 0 0,-1 0 0 0 0,0 0 0 0 0,1 0 0 0 0,0 0-1 0 0,-1 0 1 0 0,1 1 0 0 0,0-1 0 0 0,0 0 0 0 0,0 1 0 0 0,0-1 0 0 0,1 0 0 0 0,-1 1-1 0 0,1-1 1 0 0,-1 1 0 0 0,1 0 0 0 0,0-1 0 0 0,0 1 0 0 0,0-1 0 0 0,0 1-1 0 0,1-1 1 0 0,-1 1 0 0 0,1-1 0 0 0,0 4 0 0 0,1-2 5 0 0,0 0-1 0 0,-1-1 1 0 0,1 1 0 0 0,0-1-1 0 0,1 1 1 0 0,-1-1 0 0 0,0 0-1 0 0,1 0 1 0 0,0 0 0 0 0,0 0-1 0 0,0-1 1 0 0,0 1 0 0 0,0-1-1 0 0,1 0 1 0 0,-1 1 0 0 0,1-2-1 0 0,-1 1 1 0 0,1 0 0 0 0,3 1-1 0 0,5-1-52 0 0,0 1 0 0 0,-1-1 0 0 0,1-1 0 0 0,0 0 0 0 0,0-1 0 0 0,-1 0 0 0 0,1-1 0 0 0,0 0-1 0 0,0-1 1 0 0,-1 0 0 0 0,22-7 0 0 0,-25 6 31 0 0,1-1 1 0 0,-1 1-1 0 0,1-1 0 0 0,-1-1 1 0 0,0 1-1 0 0,-1-1 0 0 0,1-1 1 0 0,-1 1-1 0 0,0-1 0 0 0,0-1 1 0 0,-1 1-1 0 0,1-1 0 0 0,-2 0 1 0 0,1-1-1 0 0,7-12 0 0 0,-10 14 48 0 0,0-1 0 0 0,-1 1-1 0 0,0-1 1 0 0,0 1 0 0 0,-1-1-1 0 0,1 0 1 0 0,-1 0-1 0 0,-1 0 1 0 0,1 1 0 0 0,-2-10-1 0 0,1 16-27 0 0,0 0 0 0 0,0-1-1 0 0,0 1 1 0 0,0-1-1 0 0,0 1 1 0 0,0 0 0 0 0,0-1-1 0 0,0 1 1 0 0,-1 0 0 0 0,1-1-1 0 0,0 1 1 0 0,0 0-1 0 0,0-1 1 0 0,-1 1 0 0 0,1 0-1 0 0,0-1 1 0 0,0 1-1 0 0,-1 0 1 0 0,1 0 0 0 0,0-1-1 0 0,-1 1 1 0 0,1 0 0 0 0,0 0-1 0 0,-1-1 1 0 0,1 1-1 0 0,0 0 1 0 0,-1 0 0 0 0,1 0-1 0 0,-1 0 1 0 0,1 0 0 0 0,0 0-1 0 0,-1 0 1 0 0,1 0-1 0 0,0 0 1 0 0,-1 0 0 0 0,1 0-1 0 0,-1 0 1 0 0,1 0-1 0 0,0 0 1 0 0,-1 0 0 0 0,1 0-1 0 0,-1 0 1 0 0,1 0 0 0 0,0 0-1 0 0,-1 0 1 0 0,1 1-1 0 0,0-1 1 0 0,-1 0 0 0 0,1 0-1 0 0,0 0 1 0 0,-1 1-1 0 0,1-1 1 0 0,0 0 0 0 0,-1 1-1 0 0,-15 12-29 0 0,2 4 44 0 0,0 1 1 0 0,2 0-1 0 0,0 1 1 0 0,1 0-1 0 0,1 1 1 0 0,1 0-1 0 0,0 1 0 0 0,2-1 1 0 0,0 2-1 0 0,2-1 1 0 0,0 1-1 0 0,-2 27 0 0 0,6-43-4 0 0,1 0-1 0 0,0-1 0 0 0,0 1 0 0 0,1 0 0 0 0,-1 0 0 0 0,1-1 1 0 0,1 1-1 0 0,-1 0 0 0 0,1-1 0 0 0,0 1 0 0 0,0-1 0 0 0,0 0 0 0 0,1 0 1 0 0,0 0-1 0 0,6 9 0 0 0,-6-10 0 0 0,1-1 1 0 0,-1 1-1 0 0,1-1 1 0 0,0 0-1 0 0,0 0 1 0 0,0 0-1 0 0,0-1 1 0 0,1 1-1 0 0,-1-1 1 0 0,1 0-1 0 0,-1 0 1 0 0,1-1-1 0 0,0 1 1 0 0,0-1-1 0 0,0 0 1 0 0,0-1-1 0 0,-1 1 1 0 0,10-1-1 0 0,1 0-180 0 0,1-1-1 0 0,0-1 1 0 0,0 0 0 0 0,-1-1-1 0 0,0-1 1 0 0,1 0 0 0 0,-1-1-1 0 0,-1-1 1 0 0,1 0 0 0 0,17-11-1 0 0,-15 7-82 0 0,-1-2-1 0 0,0 0 1 0 0,0-1-1 0 0,-1-1 1 0 0,-1 0-1 0 0,0-1 1 0 0,16-22-1 0 0,-12 10 155 0 0,-1 0 0 0 0,-2-2 0 0 0,-1 1 0 0 0,0-2 0 0 0,-3 1 0 0 0,0-2 0 0 0,-2 0 0 0 0,-1 0 0 0 0,-2 0 0 0 0,3-33 0 0 0,-7 19 959 0 0,-2 0-1 0 0,-2 0 1 0 0,-14-83 0 0 0,12 118-783 0 0,-1 16-56 0 0,-1 16-21 0 0,-14 302 607 0 0,16-187-408 0 0,1-32-91 0 0,-4 67 967 0 0,5-156-169 0 0,0-21-333 0 0,3-29-320 0 0,1 22-260 0 0,0 0 1 0 0,0 1-1 0 0,1-1 0 0 0,1 1 1 0 0,0-1-1 0 0,1 1 1 0 0,0 0-1 0 0,0 0 0 0 0,13-17 1 0 0,-15 24-6 0 0,1-1 0 0 0,0 1 0 0 0,-1 0 0 0 0,1 0 0 0 0,1 1 0 0 0,-1-1 0 0 0,0 1 0 0 0,1 0 0 0 0,0 0 0 0 0,0 1-1 0 0,0-1 1 0 0,0 1 0 0 0,0 0 0 0 0,0 0 0 0 0,0 1 0 0 0,1-1 0 0 0,-1 1 0 0 0,1 1 0 0 0,-1-1 0 0 0,1 1 0 0 0,-1 0 0 0 0,1 0 0 0 0,10 2 0 0 0,-8-1 6 0 0,0 1 0 0 0,0 0-1 0 0,0 1 1 0 0,0 0-1 0 0,0 0 1 0 0,0 0 0 0 0,-1 1-1 0 0,0 0 1 0 0,0 1 0 0 0,0 0-1 0 0,0 0 1 0 0,-1 0 0 0 0,0 1-1 0 0,0 0 1 0 0,7 9-1 0 0,-10-11 42 0 0,0 0-1 0 0,0 1 0 0 0,-1-1 1 0 0,1 1-1 0 0,-1-1 1 0 0,0 1-1 0 0,-1 0 0 0 0,1 0 1 0 0,-1 0-1 0 0,0 0 0 0 0,0 0 1 0 0,0 0-1 0 0,-1 0 0 0 0,0 0 1 0 0,0 1-1 0 0,0-1 0 0 0,-1 0 1 0 0,1 0-1 0 0,-1 0 1 0 0,0 0-1 0 0,-1 0 0 0 0,1 0 1 0 0,-1 0-1 0 0,0-1 0 0 0,-5 10 1 0 0,2-7 59 0 0,0 1 1 0 0,-1-1-1 0 0,1-1 1 0 0,-1 1-1 0 0,-1-1 1 0 0,1 0-1 0 0,-1 0 1 0 0,0-1-1 0 0,0 1 1 0 0,-1-2 0 0 0,1 1-1 0 0,-12 4 1 0 0,0-1 170 0 0,-1-1 1 0 0,0-1 0 0 0,0-1-1 0 0,-20 2 1 0 0,37-6-317 0 0,0-1-1 0 0,1 0 1 0 0,-1 0-1 0 0,0 0 1 0 0,0 0-1 0 0,1-1 1 0 0,-1 1 0 0 0,0-1-1 0 0,1 1 1 0 0,-1-1-1 0 0,1 0 1 0 0,-1 0-1 0 0,1 0 1 0 0,-1-1-1 0 0,1 1 1 0 0,0 0-1 0 0,-1-1 1 0 0,-2-2-1 0 0,4 3-70 0 0,1 0-1 0 0,0 0 1 0 0,-1 0-1 0 0,1 1 1 0 0,0-1-1 0 0,0 0 0 0 0,0 0 1 0 0,0 0-1 0 0,0 1 1 0 0,0-1-1 0 0,0 0 1 0 0,0 0-1 0 0,0 0 0 0 0,0 0 1 0 0,0 1-1 0 0,0-1 1 0 0,0 0-1 0 0,1 0 0 0 0,-1 0 1 0 0,0 1-1 0 0,1-1 1 0 0,0-1-1 0 0,10-15-2475 0 0,8-1-3441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0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3140 0 0,'4'-5'4995'0'0,"11"-15"1517"0"0,-15 19-6388 0 0,1 1 1 0 0,-1-1 0 0 0,0 1 0 0 0,0 0-1 0 0,1-1 1 0 0,-1 1 0 0 0,0 0-1 0 0,1-1 1 0 0,-1 1 0 0 0,0 0-1 0 0,1 0 1 0 0,-1-1 0 0 0,1 1 0 0 0,-1 0-1 0 0,1 0 1 0 0,-1 0 0 0 0,0-1-1 0 0,1 1 1 0 0,-1 0 0 0 0,1 0 0 0 0,0 1-48 0 0,0 1 0 0 0,0-1 1 0 0,0 0-1 0 0,0 1 0 0 0,0-1 1 0 0,0 1-1 0 0,0-1 0 0 0,-1 1 1 0 0,1-1-1 0 0,-1 1 0 0 0,1 0 1 0 0,-1-1-1 0 0,0 1 1 0 0,0 0-1 0 0,0-1 0 0 0,1 1 1 0 0,-2 0-1 0 0,1 3 0 0 0,-3 44 839 0 0,1-31-727 0 0,0 13 63 0 0,0-5-13 0 0,2 34 0 0 0,1-53-232 0 0,-1 0 0 0 0,1 0 0 0 0,1-1 0 0 0,-1 1 0 0 0,1 0 0 0 0,0 0 0 0 0,1-1 0 0 0,0 1 0 0 0,6 10 0 0 0,-8-15-136 0 0,0-1 0 0 0,1 1 0 0 0,-1-1 0 0 0,1 1 0 0 0,-1-1 0 0 0,1 0 0 0 0,0 1 0 0 0,-1-1-1 0 0,1 0 1 0 0,0 0 0 0 0,0 0 0 0 0,0 0 0 0 0,0-1 0 0 0,0 1 0 0 0,0 0 0 0 0,0-1 0 0 0,0 1 0 0 0,0-1 0 0 0,0 0 0 0 0,0 0 0 0 0,0 0 0 0 0,0 0 0 0 0,0 0 0 0 0,0 0 0 0 0,0 0 0 0 0,4-2 0 0 0,-2 1-642 0 0,1 0 1 0 0,-1-1 0 0 0,1 1-1 0 0,-1-1 1 0 0,0-1 0 0 0,0 1 0 0 0,0 0-1 0 0,0-1 1 0 0,0 0 0 0 0,0 0-1 0 0,3-4 1 0 0,9-10-4738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156 105 1244 0 0,'-107'-81'13131'0'0,"94"71"-12441"0"0,13 9-688 0 0,-1 0 0 0 0,0 0 0 0 0,0 0-1 0 0,0 0 1 0 0,-1 0 0 0 0,1 0 0 0 0,0 1 0 0 0,0-1 0 0 0,0 0 0 0 0,-1 0 0 0 0,1 1 0 0 0,0-1 0 0 0,-1 1 0 0 0,1-1 0 0 0,-1 1 0 0 0,1 0 0 0 0,0-1 0 0 0,-1 1 0 0 0,1 0 0 0 0,-1 0 0 0 0,1 0 0 0 0,-1 0 0 0 0,1 0 0 0 0,-1 0 0 0 0,-2 1 0 0 0,5 1-333 0 0,-1 0 0 0 0,1-1 0 0 0,0 1-1 0 0,0-1 1 0 0,0 1 0 0 0,0-1 0 0 0,0 1 0 0 0,0-1-1 0 0,0 1 1 0 0,3 1 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1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23 2748 0 0,'4'-23'11960'0'0,"-3"39"-7007"0"0,1 73-3474 0 0,-14 122-321 0 0,0 79-880 0 0,12-270-993 0 0,1 0-1 0 0,1 0 1 0 0,5 21-1 0 0,1-9-3075 0 0,4 0-3894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51 205 1740 0 0,'-7'-7'1593'0'0,"1"0"1"0"0,0 0-1 0 0,0 0 0 0 0,1 0 0 0 0,-9-17 0 0 0,13 22-1477 0 0,0 0 0 0 0,0 0 0 0 0,0 0 0 0 0,1 0-1 0 0,-1 0 1 0 0,0 0 0 0 0,1 0 0 0 0,0-1 0 0 0,-1 1-1 0 0,1 0 1 0 0,0 0 0 0 0,0-1 0 0 0,0 1 0 0 0,1 0-1 0 0,-1 0 1 0 0,0-1 0 0 0,1 1 0 0 0,0 0 0 0 0,-1 0-1 0 0,1 0 1 0 0,0 0 0 0 0,0 0 0 0 0,0 0 0 0 0,0 0-1 0 0,1 0 1 0 0,-1 0 0 0 0,0 1 0 0 0,1-1 0 0 0,1-1-1 0 0,4-3-54 0 0,1 0-1 0 0,-1 1 1 0 0,1 0-1 0 0,0 1 1 0 0,0 0-1 0 0,1 0 0 0 0,-1 1 1 0 0,1 0-1 0 0,15-3 1 0 0,0 1-9 0 0,1 1 0 0 0,33 0-1 0 0,-46 4-53 0 0,-1 0-1 0 0,0 0 0 0 0,1 1 1 0 0,-1 1-1 0 0,1 0 0 0 0,-1 0 1 0 0,0 1-1 0 0,12 5 0 0 0,-16-5 25 0 0,-1 0 0 0 0,0 1 0 0 0,0 0 0 0 0,0 0 0 0 0,0 0 0 0 0,0 1-1 0 0,-1-1 1 0 0,0 1 0 0 0,0 1 0 0 0,0-1 0 0 0,-1 1 0 0 0,0 0 0 0 0,7 12-1 0 0,-4-4 252 0 0,-1 0-1 0 0,-1 0 0 0 0,0 0 1 0 0,-1 1-1 0 0,0 0 0 0 0,-1 0 1 0 0,-1 0-1 0 0,-1 0 0 0 0,0 0 1 0 0,-1 0-1 0 0,0 1 0 0 0,-1-1 1 0 0,-1 0-1 0 0,0 0 0 0 0,-2 0 1 0 0,1 0-1 0 0,-2-1 0 0 0,0 0 1 0 0,-8 17-1 0 0,13-29-162 0 0,-1-1-1 0 0,0 1 1 0 0,0-1 0 0 0,-1 1 0 0 0,1 0-1 0 0,0-1 1 0 0,0 0 0 0 0,-1 1 0 0 0,1-1-1 0 0,-1 0 1 0 0,1 0 0 0 0,-1 1 0 0 0,1-1-1 0 0,-4 1 1 0 0,4-1 171 0 0,-2-3-77 0 0,2 2-180 0 0,-1-1 0 0 0,1 0 0 0 0,-1 0-1 0 0,1 0 1 0 0,-1-1 0 0 0,1 1 0 0 0,-1 0-1 0 0,1 0 1 0 0,0-1 0 0 0,0 1 0 0 0,0-1-1 0 0,0 1 1 0 0,0-1 0 0 0,0 0 0 0 0,0 1-1 0 0,0-1 1 0 0,1 0 0 0 0,-1 1 0 0 0,0-5-1 0 0,0 2-5 0 0,1 0 0 0 0,0-1 0 0 0,0 1 0 0 0,0 0 0 0 0,1-1 0 0 0,-1 1 0 0 0,1 0 0 0 0,2-6 0 0 0,0-2-120 0 0,1 2 0 0 0,1-1 1 0 0,0 0-1 0 0,0 1 1 0 0,14-19-1 0 0,-12 20-291 0 0,1 1 0 0 0,0 0 0 0 0,0 0 0 0 0,1 1 0 0 0,0 0 0 0 0,0 1-1 0 0,1-1 1 0 0,0 2 0 0 0,0 0 0 0 0,0 0 0 0 0,1 0 0 0 0,-1 2 0 0 0,1-1 0 0 0,14-2 0 0 0,16-1-1617 0 0,0 2 0 0 0,68 1 0 0 0,-24 0 726 0 0,-60 3 1018 0 0,-15 1 640 0 0,0 0 0 0 0,0-1 1 0 0,0 0-1 0 0,0 0 0 0 0,0-1 1 0 0,-1-1-1 0 0,1 0 0 0 0,9-4 1 0 0,-18 7-265 0 0,0-1 0 0 0,0 1 0 0 0,0-1 1 0 0,-1 1-1 0 0,1-1 0 0 0,0 1 0 0 0,-1-1 0 0 0,1 1 1 0 0,-1-1-1 0 0,1 1 0 0 0,0-1 0 0 0,-1 0 1 0 0,1 0-1 0 0,-1 1 0 0 0,0-1 0 0 0,1 0 1 0 0,-1 1-1 0 0,0-1 0 0 0,1 0 0 0 0,-1 0 1 0 0,0 0-1 0 0,0 0 0 0 0,0 1 0 0 0,1-1 1 0 0,-1 0-1 0 0,0 0 0 0 0,0 0 0 0 0,0 0 1 0 0,0 1-1 0 0,-1-1 0 0 0,1 0 0 0 0,0 0 1 0 0,0 0-1 0 0,0 0 0 0 0,-1 0 0 0 0,0-1 1 0 0,0 1 0 0 0,0 0 0 0 0,1-1 0 0 0,-1 1 0 0 0,-1 0 0 0 0,1 0 0 0 0,0 0 0 0 0,0 0 0 0 0,0 0 0 0 0,0 0 0 0 0,-1 0 0 0 0,1 0 0 0 0,0 0 0 0 0,-1 1 0 0 0,1-1 0 0 0,-1 0 0 0 0,1 1 0 0 0,-1-1-1 0 0,-2 1 1 0 0,-3-1-56 0 0,0 1-1 0 0,1 0 0 0 0,-1 1 0 0 0,0-1 0 0 0,1 1 0 0 0,-1 1 0 0 0,1-1 0 0 0,-1 1 0 0 0,1 0 0 0 0,0 1 0 0 0,0 0 0 0 0,0 0 0 0 0,0 0 0 0 0,0 0 0 0 0,0 1 0 0 0,1 0 0 0 0,0 0 1 0 0,0 1-1 0 0,-5 5 0 0 0,-1 1-37 0 0,0 1 0 0 0,1 1 1 0 0,0-1-1 0 0,1 1 0 0 0,0 1 0 0 0,2 0 1 0 0,-9 18-1 0 0,10-18-4 0 0,2 0 1 0 0,-1-1-1 0 0,-2 18 0 0 0,6-27-5 0 0,1 0 0 0 0,-1 0 0 0 0,1 0 0 0 0,0 0 0 0 0,0 0 0 0 0,0 0-1 0 0,0 0 1 0 0,1-1 0 0 0,-1 1 0 0 0,1 0 0 0 0,0 0 0 0 0,1 0 0 0 0,-1 0 0 0 0,1-1 0 0 0,-1 1-1 0 0,4 4 1 0 0,-4-7-11 0 0,0 1 1 0 0,0-1-1 0 0,0 0 0 0 0,1 0 0 0 0,-1 0 1 0 0,0 0-1 0 0,1 0 0 0 0,-1 0 0 0 0,1 0 1 0 0,-1-1-1 0 0,1 1 0 0 0,-1 0 0 0 0,1-1 1 0 0,0 0-1 0 0,-1 1 0 0 0,1-1 0 0 0,0 0 1 0 0,-1 1-1 0 0,1-1 0 0 0,0 0 0 0 0,-1 0 1 0 0,1-1-1 0 0,0 1 0 0 0,-1 0 0 0 0,1 0 1 0 0,0-1-1 0 0,-1 1 0 0 0,3-2 0 0 0,1 0-28 0 0,0 0-1 0 0,0 0 1 0 0,0-1-1 0 0,-1 1 1 0 0,1-1-1 0 0,-1-1 1 0 0,6-4-1 0 0,3-5-29 0 0,-1-1 1 0 0,0 0-1 0 0,-1-1 0 0 0,-1 0 0 0 0,0-1 1 0 0,-1 0-1 0 0,11-28 0 0 0,-8 22-23 0 0,-12 22 76 0 0,0 0 0 0 0,0-1 0 0 0,0 1 0 0 0,1-1-1 0 0,-1 1 1 0 0,0-1 0 0 0,1 1 0 0 0,-1 0-1 0 0,0-1 1 0 0,1 1 0 0 0,-1 0 0 0 0,0-1 0 0 0,1 1-1 0 0,-1 0 1 0 0,1-1 0 0 0,-1 1 0 0 0,1 0 0 0 0,-1 0-1 0 0,0 0 1 0 0,1-1 0 0 0,-1 1 0 0 0,1 0 0 0 0,-1 0-1 0 0,1 0 1 0 0,-1 0 0 0 0,1 0 0 0 0,-1 0 0 0 0,1 0-1 0 0,-1 0 1 0 0,1 0 0 0 0,-1 0 0 0 0,1 0 0 0 0,-1 0-1 0 0,1 0 1 0 0,-1 0 0 0 0,1 1 0 0 0,1 3 2 0 0,-1-1 1 0 0,-1 1 0 0 0,1 0-1 0 0,0 0 1 0 0,-1 0-1 0 0,0-1 1 0 0,0 1 0 0 0,0 0-1 0 0,-1 6 1 0 0,0-2-13 0 0,2 12 37 0 0,1 0-1 0 0,6 28 1 0 0,-7-47-15 0 0,-1 0 0 0 0,0 1 0 0 0,0-1 0 0 0,1 0 0 0 0,-1 0 0 0 0,1 0 0 0 0,-1 1 0 0 0,1-1 0 0 0,0 0 0 0 0,-1 0 0 0 0,1 0 0 0 0,0 0 0 0 0,0 0 0 0 0,-1 0 0 0 0,1 0 0 0 0,0 0 0 0 0,0 0 0 0 0,0-1 0 0 0,0 1 0 0 0,0 0 0 0 0,1 0 0 0 0,-1-1 0 0 0,0 1 0 0 0,0-1 0 0 0,0 1 1 0 0,1-1-1 0 0,-1 0 0 0 0,0 1 0 0 0,0-1 0 0 0,1 0 0 0 0,-1 0 0 0 0,0 0 0 0 0,1 0 0 0 0,-1 0 0 0 0,0 0 0 0 0,0 0 0 0 0,1 0 0 0 0,-1-1 0 0 0,0 1 0 0 0,0 0 0 0 0,1-1 0 0 0,-1 1 0 0 0,1-2 0 0 0,3 0-12 0 0,1 0 0 0 0,-2 0 0 0 0,1-1 0 0 0,0 1 0 0 0,0-1 0 0 0,-1 0 0 0 0,0-1 0 0 0,8-6 0 0 0,-4-1-38 0 0,1-1-1 0 0,-2 0 1 0 0,1 0 0 0 0,-2 0-1 0 0,0-1 1 0 0,0 0 0 0 0,-1 0-1 0 0,-1 0 1 0 0,0-1 0 0 0,3-17-1 0 0,-5 13 142 0 0,0 1 0 0 0,-1-1-1 0 0,0 1 1 0 0,-2-1 0 0 0,0 1-1 0 0,-1-1 1 0 0,-7-31 0 0 0,2 30-73 0 0,6 17-34 0 0,-8-5-109 0 0,8 8 116 0 0,1 0-1 0 0,0 0 0 0 0,0 0 0 0 0,-1 0 0 0 0,1 0 1 0 0,0-1-1 0 0,0 1 0 0 0,0 0 0 0 0,0 0 0 0 0,0 0 0 0 0,0 0 1 0 0,0 0-1 0 0,0 0 0 0 0,0 0 0 0 0,0 0 0 0 0,0 0 0 0 0,1 0 1 0 0,-1 0-1 0 0,0 0 0 0 0,1-1 0 0 0,-1 1 0 0 0,1 0 1 0 0,-1 0-1 0 0,1 0 0 0 0,-1-1 0 0 0,1 1 0 0 0,0 0 0 0 0,-1 0 1 0 0,1-1-1 0 0,0 1 0 0 0,-1-1 0 0 0,1 1 0 0 0,0 0 0 0 0,1 0 1 0 0,30 19-146 0 0,-31-19 147 0 0,9 3-39 0 0,0 0-1 0 0,0 0 1 0 0,1-1-1 0 0,-1 0 1 0 0,1-1-1 0 0,0 0 1 0 0,0-1-1 0 0,13 0 1 0 0,-3-1-35 0 0,0 0 0 0 0,0-2 0 0 0,28-6 0 0 0,-44 7 125 0 0,0 0 1 0 0,1-1-1 0 0,-1 0 1 0 0,0 0-1 0 0,0 0 1 0 0,0 0-1 0 0,-1-1 1 0 0,1 0-1 0 0,0 0 0 0 0,-1 0 1 0 0,0 0-1 0 0,0-1 1 0 0,0 0-1 0 0,0 1 1 0 0,-1-2-1 0 0,1 1 1 0 0,-1 0-1 0 0,0-1 0 0 0,4-7 1 0 0,-7 11 36 0 0,0 0-78 0 0,0 1 0 0 0,0 0 1 0 0,1-1-1 0 0,-1 1 0 0 0,0 0 0 0 0,-1-1 1 0 0,1 1-1 0 0,0-1 0 0 0,0 1 0 0 0,0 0 1 0 0,0-1-1 0 0,0 1 0 0 0,0 0 0 0 0,0-1 1 0 0,0 1-1 0 0,-1-1 0 0 0,1 1 0 0 0,0 0 1 0 0,0-1-1 0 0,-1 1 0 0 0,1 0 0 0 0,0 0 1 0 0,0-1-1 0 0,-1 1 0 0 0,1-1 1 0 0,-2 1-8 0 0,1 1 1 0 0,-1-1 0 0 0,1 0 0 0 0,-1 0 0 0 0,1 0 0 0 0,-1 1 0 0 0,1-1 0 0 0,0 1 0 0 0,-1-1 0 0 0,1 1 0 0 0,0 0 0 0 0,-1-1 0 0 0,1 1 0 0 0,0 0 0 0 0,0 0 0 0 0,0 0 0 0 0,0 0 0 0 0,0 0 0 0 0,0 0 0 0 0,0 0 0 0 0,0 0 0 0 0,-1 2 0 0 0,-2 3 0 0 0,-10 10 11 0 0,0 0 0 0 0,1 1 1 0 0,1 1-1 0 0,1 0 1 0 0,0 0-1 0 0,2 1 0 0 0,0 0 1 0 0,1 1-1 0 0,1 0 0 0 0,-6 27 1 0 0,12-42 0 0 0,0 1 0 0 0,0-1 0 0 0,1 0 1 0 0,0 1-1 0 0,0-1 0 0 0,0 1 1 0 0,0-1-1 0 0,1 1 0 0 0,0-1 1 0 0,0 0-1 0 0,1 1 0 0 0,0-1 1 0 0,0 0-1 0 0,3 8 0 0 0,-3-10-7 0 0,1 0 0 0 0,-1 0 0 0 0,0-1 0 0 0,1 1 0 0 0,0-1 0 0 0,-1 1 0 0 0,1-1 0 0 0,0 0 0 0 0,0 0 0 0 0,1 0 0 0 0,-1 0 0 0 0,0-1 0 0 0,0 1 0 0 0,1-1 0 0 0,-1 0 0 0 0,1 0 0 0 0,-1 0 0 0 0,1 0 0 0 0,0-1 0 0 0,-1 0 0 0 0,1 1 0 0 0,5-2 0 0 0,4 1-96 0 0,0-2 0 0 0,0 0 0 0 0,0 0 0 0 0,0-1 0 0 0,-1 0 0 0 0,1-2 0 0 0,-1 1 0 0 0,0-1 0 0 0,0-1 0 0 0,-1 0 0 0 0,1-1 0 0 0,-1 0 0 0 0,16-14 0 0 0,-13 9 203 0 0,-1 0-1 0 0,0-1 1 0 0,-1-1-1 0 0,-1 0 1 0 0,0 0-1 0 0,0-1 1 0 0,-2-1-1 0 0,0 1 1 0 0,9-23-1 0 0,-9 21 172 0 0,-6 14-257 0 0,-4 13-34 0 0,-6 24 7 0 0,1-13 20 0 0,-3 41 0 0 0,8-57-12 0 0,1-1 0 0 0,0 1 0 0 0,0 0 0 0 0,0 0 0 0 0,1 0 0 0 0,-1 0 0 0 0,1-1 0 0 0,1 1 0 0 0,-1 0 0 0 0,0-1-1 0 0,1 1 1 0 0,0-1 0 0 0,0 0 0 0 0,4 6 0 0 0,-3-6 1 0 0,1 0-1 0 0,1 0 1 0 0,-1 0-1 0 0,0-1 1 0 0,1 0-1 0 0,0 0 0 0 0,0 0 1 0 0,0 0-1 0 0,0-1 1 0 0,0 1-1 0 0,0-1 1 0 0,1-1-1 0 0,-1 1 1 0 0,0-1-1 0 0,1 0 1 0 0,0 0-1 0 0,-1 0 0 0 0,7-1 1 0 0,-3 0-20 0 0,0 0 0 0 0,0 0 0 0 0,0-1 0 0 0,0 0 0 0 0,0-1 0 0 0,-1 0 0 0 0,1 0 0 0 0,0-1 0 0 0,-1 0 0 0 0,14-8 0 0 0,-15 6-13 0 0,1 0 1 0 0,-1 0-1 0 0,0-1 1 0 0,-1-1-1 0 0,1 1 1 0 0,-1-1-1 0 0,0 0 1 0 0,-1 0-1 0 0,8-13 0 0 0,1-6 320 0 0,16-45 0 0 0,-23 55 15 0 0,3-2-313 0 0,-10 18 2 0 0,1 0-1 0 0,-1 0 1 0 0,0 0-1 0 0,0 0 0 0 0,1 0 1 0 0,-1 0-1 0 0,0 0 1 0 0,0 0-1 0 0,0 0 0 0 0,1 0 1 0 0,-1 1-1 0 0,0-1 1 0 0,0 0-1 0 0,1 0 0 0 0,-1 0 1 0 0,0 0-1 0 0,0 0 0 0 0,0 0 1 0 0,1 0-1 0 0,-1 1 1 0 0,0-1-1 0 0,0 0 0 0 0,0 0 1 0 0,0 0-1 0 0,1 0 1 0 0,-1 1-1 0 0,0-1 0 0 0,0 0 1 0 0,0 0-1 0 0,0 1 1 0 0,0-1-1 0 0,0 0 0 0 0,0 0 1 0 0,0 0-1 0 0,0 1 1 0 0,0-1-1 0 0,0 0 0 0 0,0 0 1 0 0,0 1-1 0 0,5 37-83 0 0,-4-33 99 0 0,7 192 1601 0 0,-9 0 0 0 0,-35 263 0 0 0,25-370-692 0 0,-30 112 1 0 0,33-172-488 0 0,-2 0-1 0 0,0-1 1 0 0,-2-1-1 0 0,-1 0 1 0 0,-1-1-1 0 0,-2 0 0 0 0,-28 37 1 0 0,38-56-372 0 0,0-1 1 0 0,-1 0-1 0 0,0-1 0 0 0,-1 1 1 0 0,0-1-1 0 0,1-1 0 0 0,-2 0 1 0 0,1 0-1 0 0,-1 0 0 0 0,1-1 1 0 0,-13 4-1 0 0,17-7-42 0 0,-1 0 0 0 0,0 1-1 0 0,0-2 1 0 0,1 1 0 0 0,-1-1 0 0 0,0 1 0 0 0,0-1 0 0 0,0-1-1 0 0,0 1 1 0 0,0-1 0 0 0,1 1 0 0 0,-1-1 0 0 0,0-1 0 0 0,0 1-1 0 0,1-1 1 0 0,-1 0 0 0 0,1 0 0 0 0,0 0 0 0 0,-1 0 0 0 0,1-1 0 0 0,0 0-1 0 0,0 0 1 0 0,-6-6 0 0 0,4 2-22 0 0,0 1-1 0 0,1 0 1 0 0,0-1 0 0 0,0 0-1 0 0,1-1 1 0 0,-1 1 0 0 0,2-1-1 0 0,-1 1 1 0 0,1-1 0 0 0,0 0-1 0 0,1 0 1 0 0,-2-10 0 0 0,2 5-4 0 0,1 0 0 0 0,0 1 0 0 0,1-1 0 0 0,1 0 0 0 0,0 0 0 0 0,0 1 0 0 0,5-18 0 0 0,5-5-46 0 0,1 1-1 0 0,1 0 0 0 0,2 1 1 0 0,33-53-1 0 0,-14 32-1380 0 0,3 1-1 0 0,2 2 0 0 0,75-75 0 0 0,17 2-4889 0 0,5 4-4584 0 0,-134 119 10748 0 0,32-29-6807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4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110 691 892 0 0,'0'-98'15477'0'0,"-11"105"-15218"0"0,5 0-182 0 0,0 1 0 0 0,1 1 0 0 0,0-1 0 0 0,0 1 1 0 0,1 0-1 0 0,-6 17 0 0 0,1-3-5 0 0,-1 1-15 0 0,1 0 0 0 0,1 0-1 0 0,-9 48 1 0 0,16-63-48 0 0,-1-1 0 0 0,1 1 0 0 0,1 0 0 0 0,0 0 0 0 0,0 0 0 0 0,1 0 0 0 0,0 0-1 0 0,0-1 1 0 0,1 1 0 0 0,0 0 0 0 0,1-1 0 0 0,0 0 0 0 0,0 1 0 0 0,8 12 0 0 0,-8-17-1 0 0,-1 0 0 0 0,1-1 0 0 0,0 1 1 0 0,0-1-1 0 0,1 0 0 0 0,-1 0 0 0 0,1 0 0 0 0,-1-1 1 0 0,1 1-1 0 0,0-1 0 0 0,0 0 0 0 0,0 0 0 0 0,0 0 0 0 0,8 2 1 0 0,-6-2 1 0 0,1-1 0 0 0,0 0 0 0 0,0-1 0 0 0,0 1 0 0 0,0-1 0 0 0,0 0 0 0 0,0-1 0 0 0,13-2 0 0 0,-8 0-1 0 0,1-1 0 0 0,0 0 1 0 0,-1-1-1 0 0,0-1 0 0 0,0 0 1 0 0,0 0-1 0 0,-1-1 0 0 0,0 0 1 0 0,15-14-1 0 0,-12 7 1 0 0,-1 0 1 0 0,-1-2-1 0 0,-1 1 1 0 0,0-1-1 0 0,0-1 0 0 0,-2 0 1 0 0,0-1-1 0 0,-1 1 0 0 0,-1-2 1 0 0,-1 1-1 0 0,6-27 1 0 0,-12 43-41 0 0,-11 14-61 0 0,7-3 88 0 0,0 0 0 0 0,1 0 1 0 0,1 1-1 0 0,-1-1 0 0 0,1 1 0 0 0,1 0 1 0 0,0 0-1 0 0,0 0 0 0 0,1 0 0 0 0,0-1 1 0 0,3 18-1 0 0,-2-22 8 0 0,0 0 0 0 0,0 0-1 0 0,1 0 1 0 0,0 0 0 0 0,0-1 0 0 0,0 1-1 0 0,0-1 1 0 0,0 1 0 0 0,1-1 0 0 0,0 0 0 0 0,0 0-1 0 0,0 0 1 0 0,1-1 0 0 0,-1 1 0 0 0,1-1 0 0 0,0 1-1 0 0,-1-1 1 0 0,2-1 0 0 0,-1 1 0 0 0,0 0 0 0 0,0-1-1 0 0,1 0 1 0 0,0 0 0 0 0,7 2 0 0 0,-7-2 0 0 0,1-1 0 0 0,-1 0 0 0 0,1 0 1 0 0,-1-1-1 0 0,1 1 0 0 0,-1-1 1 0 0,1 0-1 0 0,-1-1 0 0 0,1 1 0 0 0,-1-1 1 0 0,0 0-1 0 0,1 0 0 0 0,-1-1 1 0 0,0 0-1 0 0,0 0 0 0 0,0 0 0 0 0,0-1 1 0 0,0 1-1 0 0,8-7 0 0 0,-8 5-27 0 0,-1 0-1 0 0,1-1 1 0 0,-1 1 0 0 0,0-1-1 0 0,0 0 1 0 0,0 0 0 0 0,-1-1-1 0 0,0 1 1 0 0,0-1-1 0 0,-1 1 1 0 0,1-1 0 0 0,-1 0-1 0 0,0 0 1 0 0,-1 0-1 0 0,1 0 1 0 0,-1-1 0 0 0,0-6-1 0 0,0 2-16 0 0,-2-1-1 0 0,1 1 1 0 0,-1 0-1 0 0,-1-1 0 0 0,0 1 1 0 0,0 0-1 0 0,-1 0 1 0 0,-1 0-1 0 0,0 0 0 0 0,0 1 1 0 0,-1 0-1 0 0,-1-1 1 0 0,1 2-1 0 0,-2-1 0 0 0,1 1 1 0 0,-1 0-1 0 0,-1 0 1 0 0,1 1-1 0 0,-2 0 0 0 0,1 0 1 0 0,-1 1-1 0 0,0 0 1 0 0,0 0-1 0 0,-1 1 0 0 0,-12-5 1 0 0,19 9 20 0 0,0 1 0 0 0,0 0 0 0 0,0 1 0 0 0,0-1 0 0 0,0 1 0 0 0,0-1 0 0 0,0 1 0 0 0,-4 0 0 0 0,4 0-15 0 0,4 2-18 0 0,0-2 50 0 0,-1 1 0 0 0,1 0 1 0 0,-1 0-1 0 0,1-1 0 0 0,0 1 1 0 0,-1 0-1 0 0,1-1 1 0 0,0 1-1 0 0,-1 0 0 0 0,1-1 1 0 0,0 1-1 0 0,0-1 1 0 0,-1 1-1 0 0,1-1 0 0 0,0 0 1 0 0,0 1-1 0 0,0-1 1 0 0,0 0-1 0 0,0 0 0 0 0,0 1 1 0 0,0-1-1 0 0,-1 0 1 0 0,1 0-1 0 0,0 0 0 0 0,0 0 1 0 0,0 0-1 0 0,1 0 1 0 0,1-1-5 0 0,29 3-95 0 0,53-6 0 0 0,-54 2 9 0 0,58 2 0 0 0,-74 2 70 0 0,0 0-1 0 0,0 0 1 0 0,-1 2-1 0 0,1-1 0 0 0,-1 2 1 0 0,0 0-1 0 0,0 1 1 0 0,15 8-1 0 0,-24-10 27 0 0,1-1-1 0 0,-1 1 1 0 0,0 0-1 0 0,0 0 1 0 0,0 1-1 0 0,-1-1 1 0 0,1 1-1 0 0,-1 0 1 0 0,0 0-1 0 0,-1 1 1 0 0,1-1-1 0 0,-1 1 1 0 0,0 0-1 0 0,0 0 1 0 0,-1 0-1 0 0,0 0 1 0 0,0 0-1 0 0,0 1 1 0 0,-1-1-1 0 0,0 0 1 0 0,0 10-1 0 0,0 0 46 0 0,-1 0 0 0 0,-1 0 0 0 0,0 0 0 0 0,-1-1 0 0 0,-1 1 0 0 0,-1 0 0 0 0,-9 25 0 0 0,32-84 37 0 0,1 0 0 0 0,47-69-1 0 0,-64 108-96 0 0,52-63-85 0 0,-50 61 79 0 0,0 1 1 0 0,1 1-1 0 0,-1-1 1 0 0,1 1 0 0 0,0 0-1 0 0,0 0 1 0 0,1 0 0 0 0,-1 1-1 0 0,11-4 1 0 0,-15 7 15 0 0,0-1 1 0 0,0 1 0 0 0,0-1 0 0 0,0 1-1 0 0,0 0 1 0 0,0 0 0 0 0,0 0-1 0 0,0 0 1 0 0,0 0 0 0 0,0 1-1 0 0,0-1 1 0 0,0 1 0 0 0,0-1-1 0 0,0 1 1 0 0,0 0 0 0 0,0-1-1 0 0,0 1 1 0 0,0 0 0 0 0,0 0 0 0 0,-1 0-1 0 0,1 1 1 0 0,0-1 0 0 0,-1 0-1 0 0,1 1 1 0 0,-1-1 0 0 0,0 1-1 0 0,1-1 1 0 0,-1 1 0 0 0,0 0-1 0 0,0-1 1 0 0,0 1 0 0 0,0 0-1 0 0,0 0 1 0 0,0 0 0 0 0,-1 0-1 0 0,2 4 1 0 0,1 4 74 0 0,0 1-1 0 0,-1 0 1 0 0,-1 0 0 0 0,1 0-1 0 0,-2 16 1 0 0,-7 76 244 0 0,3-78-320 0 0,2 0 1 0 0,0 1-1 0 0,2-1 1 0 0,4 33 0 0 0,-4-57-33 0 0,0 0 0 0 0,0 0 1 0 0,1-1-1 0 0,-1 1 1 0 0,0 0-1 0 0,1 0 1 0 0,-1 0-1 0 0,1 0 1 0 0,-1 0-1 0 0,1-1 1 0 0,-1 1-1 0 0,1 0 0 0 0,-1 0 1 0 0,1-1-1 0 0,0 1 1 0 0,-1 0-1 0 0,1-1 1 0 0,0 1-1 0 0,0-1 1 0 0,0 1-1 0 0,-1-1 1 0 0,1 1-1 0 0,0-1 0 0 0,0 0 1 0 0,0 1-1 0 0,0-1 1 0 0,0 0-1 0 0,0 0 1 0 0,0 0-1 0 0,0 1 1 0 0,0-1-1 0 0,-1 0 0 0 0,1 0 1 0 0,0 0-1 0 0,0-1 1 0 0,0 1-1 0 0,0 0 1 0 0,0 0-1 0 0,0 0 1 0 0,0-1-1 0 0,0 1 1 0 0,1-1-1 0 0,3-1-219 0 0,1 0-1 0 0,-1 0 1 0 0,0-1 0 0 0,0 1 0 0 0,6-6-1 0 0,5-4-130 0 0,-1-1 1 0 0,0-1-1 0 0,-1-1 0 0 0,22-29 0 0 0,42-74 98 0 0,-58 86 366 0 0,78-133 5464 0 0,-98 164-5492 0 0,1 0 1 0 0,0 0 0 0 0,-1 0 0 0 0,1 0-1 0 0,-1 0 1 0 0,1 0 0 0 0,-1-1 0 0 0,0 1-1 0 0,1 0 1 0 0,-1 0 0 0 0,0 0 0 0 0,0 0-1 0 0,0 0 1 0 0,0 0 0 0 0,0-2 0 0 0,0 3-41 0 0,0 0 1 0 0,0-1 0 0 0,-1 1-1 0 0,1 0 1 0 0,0 0-1 0 0,0 0 1 0 0,-1-1 0 0 0,1 1-1 0 0,0 0 1 0 0,0 0-1 0 0,-1 0 1 0 0,1 0-1 0 0,0 0 1 0 0,-1-1 0 0 0,1 1-1 0 0,0 0 1 0 0,0 0-1 0 0,-1 0 1 0 0,1 0 0 0 0,0 0-1 0 0,-1 0 1 0 0,1 0-1 0 0,0 0 1 0 0,-1 0 0 0 0,1 0-1 0 0,0 0 1 0 0,-1 0-1 0 0,1 1 1 0 0,0-1 0 0 0,0 0-1 0 0,-1 0 1 0 0,1 0-1 0 0,-1 0 1 0 0,-1 2-3 0 0,-1-1-1 0 0,1 0 1 0 0,-1 1 0 0 0,1-1 0 0 0,-1 1-1 0 0,1 0 1 0 0,0-1 0 0 0,0 1-1 0 0,0 0 1 0 0,0 1 0 0 0,-2 1-1 0 0,2 1-8 0 0,-1-1-1 0 0,1 1 0 0 0,0 0 0 0 0,0 0 0 0 0,0 0 0 0 0,1 0 0 0 0,0 0 1 0 0,0 0-1 0 0,0 1 0 0 0,0-1 0 0 0,1 0 0 0 0,0 0 0 0 0,0 1 0 0 0,1-1 1 0 0,-1 0-1 0 0,1 0 0 0 0,0 0 0 0 0,1 0 0 0 0,-1 1 0 0 0,4 5 0 0 0,4 10 0 0 0,1-1 0 0 0,1-1 0 0 0,23 30 0 0 0,9 17-17 0 0,-39-58 57 0 0,0 0 1 0 0,0 1 0 0 0,-1-1 0 0 0,0 1-1 0 0,0 0 1 0 0,-1 0 0 0 0,0 0 0 0 0,0 11-1 0 0,-2-15 64 0 0,0 1 0 0 0,0-1 0 0 0,-1 0 0 0 0,0 0 0 0 0,0 0 0 0 0,0 0 0 0 0,0-1 0 0 0,-1 1 0 0 0,0 0 0 0 0,0 0 0 0 0,0-1 0 0 0,-1 0 0 0 0,1 1 0 0 0,-1-1 0 0 0,0 0 0 0 0,-6 6 0 0 0,3-4 94 0 0,-1 0 1 0 0,-1 0 0 0 0,1-1-1 0 0,-1 1 1 0 0,0-2-1 0 0,0 1 1 0 0,0-1-1 0 0,-12 4 1 0 0,17-7-114 0 0,-2-3-6 0 0,4 2-85 0 0,1 0-1 0 0,-1 0 0 0 0,1 1 0 0 0,-1-1 0 0 0,1 0 0 0 0,-1 0 0 0 0,1 0 0 0 0,0-1 0 0 0,-1 1 0 0 0,1 0 0 0 0,-1 0 0 0 0,1 0 0 0 0,-1 0 1 0 0,1 0-1 0 0,0 0 0 0 0,-1-1 0 0 0,1 1 0 0 0,-1 0 0 0 0,1 0 0 0 0,0-1 0 0 0,-1 1 0 0 0,1 0 0 0 0,0 0 0 0 0,-1-1 0 0 0,1 0 0 0 0,-1-2-75 0 0,1 0 0 0 0,0 0-1 0 0,0 0 1 0 0,0 0 0 0 0,1 0-1 0 0,-1 0 1 0 0,1 0 0 0 0,-1 0-1 0 0,1 0 1 0 0,0 0 0 0 0,0 0-1 0 0,1 0 1 0 0,-1 1 0 0 0,1-1-1 0 0,-1 0 1 0 0,1 1 0 0 0,0-1-1 0 0,3-3 1 0 0,8-9-383 0 0,26-24-1 0 0,-24 24 210 0 0,59-58-654 0 0,9-8-213 0 0,103-128 0 0 0,-164 180 1036 0 0,-2-1 0 0 0,0-1-1 0 0,-2 0 1 0 0,-1-2 0 0 0,-2 0 0 0 0,-1 0 0 0 0,-2-2 0 0 0,15-64-1 0 0,-24 78 194 0 0,0-1-1 0 0,-1 1 0 0 0,-2-25 0 0 0,0 37-47 0 0,0 1 1 0 0,-1 0 0 0 0,-1-1-1 0 0,1 1 1 0 0,-1 0 0 0 0,-1 0-1 0 0,1 0 1 0 0,-2 0 0 0 0,1 1-1 0 0,-1-1 1 0 0,-5-7 0 0 0,9 14-56 0 0,-1-1 0 0 0,0 1 1 0 0,0 0-1 0 0,-1-1 0 0 0,1 1 0 0 0,0 0 1 0 0,0 0-1 0 0,-1 0 0 0 0,1 0 1 0 0,0 0-1 0 0,-1 0 0 0 0,1 0 1 0 0,-1 0-1 0 0,0 1 0 0 0,1-1 1 0 0,-1 1-1 0 0,1-1 0 0 0,-1 1 1 0 0,0-1-1 0 0,1 1 0 0 0,-1 0 0 0 0,0 0 1 0 0,1 0-1 0 0,-1 0 0 0 0,0 0 1 0 0,0 0-1 0 0,1 1 0 0 0,-1-1 1 0 0,0 0-1 0 0,1 1 0 0 0,-1-1 1 0 0,1 1-1 0 0,-1 0 0 0 0,1-1 1 0 0,-1 1-1 0 0,1 0 0 0 0,-1 0 0 0 0,1 0 1 0 0,-2 2-1 0 0,-3 2-6 0 0,0 0 0 0 0,0 1 0 0 0,1 0 0 0 0,0 0 1 0 0,0 0-1 0 0,1 0 0 0 0,-5 9 0 0 0,-3 9 13 0 0,1 0 1 0 0,2 0-1 0 0,0 1 1 0 0,2 0-1 0 0,-5 32 1 0 0,-12 131 173 0 0,19-110-84 0 0,3 0 0 0 0,3-1 0 0 0,13 83 0 0 0,-13-147-159 0 0,2-1 0 0 0,-1 1 0 0 0,2-1 1 0 0,0 0-1 0 0,0 0 0 0 0,1 0 0 0 0,0-1 0 0 0,1 0 0 0 0,0 0 0 0 0,1 0 0 0 0,10 11 0 0 0,-11-15-237 0 0,2 0 0 0 0,-1 0 0 0 0,1 0 0 0 0,0-1 0 0 0,0 0 1 0 0,0-1-1 0 0,1 0 0 0 0,0 0 0 0 0,0-1 0 0 0,0 0 0 0 0,1-1 0 0 0,-1 0 0 0 0,1 0 0 0 0,15 2 1 0 0,-8-3-667 0 0,-1-1 0 0 0,1-1 0 0 0,-1 0 0 0 0,1-1 0 0 0,-1-1 1 0 0,25-5-1 0 0,-2-4-2650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5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176 168 2556 0 0,'7'-11'1297'0'0,"0"0"1"0"0,-1 0-1 0 0,0-1 0 0 0,6-18 0 0 0,-11 27-1049 0 0,0-1 0 0 0,0 1 0 0 0,0-1 0 0 0,0 0 0 0 0,-1 1 0 0 0,1-1 0 0 0,-1 0 0 0 0,0 1 0 0 0,0-1-1 0 0,0 0 1 0 0,-1 0 0 0 0,0 1 0 0 0,1-1 0 0 0,-1 1 0 0 0,0-1 0 0 0,-1 0 0 0 0,1 1 0 0 0,-1 0 0 0 0,1-1 0 0 0,-3-2 0 0 0,3 4-212 0 0,0 1 0 0 0,0 0 0 0 0,0 0 0 0 0,0 0 1 0 0,0 0-1 0 0,0 1 0 0 0,0-1 0 0 0,0 0 1 0 0,0 0-1 0 0,0 1 0 0 0,0-1 0 0 0,-1 0 0 0 0,1 1 1 0 0,0-1-1 0 0,0 1 0 0 0,-1 0 0 0 0,1-1 0 0 0,0 1 1 0 0,-1 0-1 0 0,1 0 0 0 0,-3 0 0 0 0,2 0-4 0 0,-1 1 0 0 0,0-1 0 0 0,0 1 0 0 0,1 0 0 0 0,-1 0 0 0 0,0 0 0 0 0,1 0 0 0 0,-1 0 0 0 0,-4 4 0 0 0,-2 2 35 0 0,-1 0 0 0 0,1 2 0 0 0,-13 14 0 0 0,22-23-63 0 0,-11 13 33 0 0,0 0 0 0 0,1 1 0 0 0,1 1 0 0 0,0 0 0 0 0,1 0 0 0 0,1 0 1 0 0,0 1-1 0 0,2 0 0 0 0,-1 0 0 0 0,2 1 0 0 0,-5 30 0 0 0,9-44-26 0 0,-1 1-1 0 0,1-1 1 0 0,0 1-1 0 0,0-1 1 0 0,0 0-1 0 0,1 1 1 0 0,-1-1-1 0 0,1 0 1 0 0,0 1-1 0 0,0-1 1 0 0,0 0-1 0 0,0 0 1 0 0,1 0-1 0 0,-1 0 1 0 0,1 0-1 0 0,2 4 1 0 0,-2-5-30 0 0,0-1 1 0 0,0 1-1 0 0,0 0 0 0 0,0-1 1 0 0,0 0-1 0 0,0 1 0 0 0,0-1 1 0 0,0 0-1 0 0,1 0 0 0 0,-1 0 1 0 0,0 0-1 0 0,1 0 1 0 0,-1-1-1 0 0,1 1 0 0 0,-1-1 1 0 0,1 0-1 0 0,-1 1 0 0 0,1-1 1 0 0,-1 0-1 0 0,1-1 0 0 0,3 1 1 0 0,2-2-119 0 0,-1 0 0 0 0,1 0-1 0 0,-1-1 1 0 0,0 0 0 0 0,0 0 0 0 0,0 0 0 0 0,0-1 0 0 0,-1 0 0 0 0,1 0-1 0 0,-1-1 1 0 0,0 0 0 0 0,8-8 0 0 0,2-4-157 0 0,0-1 0 0 0,22-33 1 0 0,-3-10 336 0 0,12-15 1029 0 0,-46 74-1072 0 0,0 2 0 0 0,0 1 1 0 0,0-1-1 0 0,-1 0 1 0 0,1 1-1 0 0,0-1 1 0 0,-1 1-1 0 0,1-1 1 0 0,0 1-1 0 0,-1-1 0 0 0,1 1 1 0 0,-1 0-1 0 0,1-1 1 0 0,-1 1-1 0 0,1 0 1 0 0,-1-1-1 0 0,1 1 1 0 0,-1 0-1 0 0,0 0 0 0 0,0 0 1 0 0,1-1-1 0 0,-1 1 1 0 0,0 0-1 0 0,0 0 1 0 0,0 0-1 0 0,0-1 1 0 0,0 1-1 0 0,0 0 0 0 0,0 0 1 0 0,0 1-1 0 0,0 37 74 0 0,0-28-44 0 0,-1 3-144 0 0,2-1 0 0 0,0 0 0 0 0,6 26 0 0 0,-6-33-337 0 0,1-1 0 0 0,0 1 0 0 0,0-1 0 0 0,6 9 0 0 0,-6-10-254 0 0,1-1 1 0 0,0 1 0 0 0,-1-1 0 0 0,1 0 0 0 0,0 0 0 0 0,0 0 0 0 0,6 3 0 0 0,1-1-2967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5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29 2460 0 0,'9'-26'6030'0'0,"-9"26"-5986"0"0,0 0 1 0 0,0 0 0 0 0,0 0-1 0 0,0 0 1 0 0,0-1-1 0 0,0 1 1 0 0,0 0-1 0 0,1 0 1 0 0,-1 0 0 0 0,0 0-1 0 0,0 0 1 0 0,0-1-1 0 0,0 1 1 0 0,0 0 0 0 0,1 0-1 0 0,-1 0 1 0 0,0 0-1 0 0,0 0 1 0 0,0 0-1 0 0,0 0 1 0 0,1 0 0 0 0,-1 0-1 0 0,0 0 1 0 0,0 0-1 0 0,0 0 1 0 0,1 0-1 0 0,-1 0 1 0 0,0 0 0 0 0,0 0-1 0 0,0 0 1 0 0,1 0-1 0 0,-1 0 1 0 0,0 0 0 0 0,0 0-1 0 0,0 0 1 0 0,1 0-1 0 0,5 13 535 0 0,-2 3-223 0 0,-2 0 0 0 0,1 0 0 0 0,-2 1 0 0 0,0-1-1 0 0,-3 25 1 0 0,-1-5 334 0 0,-12 49 0 0 0,15-81-543 0 0,-1 0 1 0 0,0 0-1 0 0,-1 0 0 0 0,1-1 0 0 0,-1 1 0 0 0,1 0 1 0 0,-1-1-1 0 0,-4 6 0 0 0,5-8 6 0 0,0-1-146 0 0,1 0-1 0 0,-1 0 1 0 0,1-1 0 0 0,-1 1 0 0 0,1 0 0 0 0,-1-1 0 0 0,1 1 0 0 0,-1-1-1 0 0,1 1 1 0 0,0 0 0 0 0,-1-1 0 0 0,1 1 0 0 0,0-1 0 0 0,-1 1-1 0 0,1-1 1 0 0,0 1 0 0 0,-1-1 0 0 0,1-1 0 0 0,1-7 14 0 0,0-1-1 0 0,1 0 1 0 0,0 1 0 0 0,0 0-1 0 0,1-1 1 0 0,1 1 0 0 0,5-11 0 0 0,5-7 50 0 0,17-27 1 0 0,-21 38-62 0 0,29-41-67 0 0,-35 52 38 0 0,-1 1-1 0 0,1-1 0 0 0,1 1 1 0 0,-1 0-1 0 0,0 0 0 0 0,1 1 1 0 0,0-1-1 0 0,10-4 0 0 0,-13 7 11 0 0,-1 0 0 0 0,1 1 0 0 0,-1-1 0 0 0,1 1 0 0 0,0-1 0 0 0,-1 1 0 0 0,1 0 0 0 0,0 0 0 0 0,0 0 0 0 0,-1-1 1 0 0,1 2-1 0 0,0-1 0 0 0,0 0 0 0 0,-1 0 0 0 0,1 1 0 0 0,0-1 0 0 0,-1 0 0 0 0,1 1 0 0 0,-1 0 0 0 0,4 1 0 0 0,-2 0-6 0 0,-1 0-1 0 0,0 0 1 0 0,0 0 0 0 0,1 0 0 0 0,-1 0-1 0 0,-1 1 1 0 0,1-1 0 0 0,0 0 0 0 0,0 1-1 0 0,-1 0 1 0 0,2 2 0 0 0,0 5-8 0 0,1-1 0 0 0,-1 0-1 0 0,-1 1 1 0 0,0-1 0 0 0,0 1 0 0 0,0 12 0 0 0,-2 9 247 0 0,-9 61 1 0 0,0 13-1675 0 0,9-101 1024 0 0,0 0 1 0 0,1 0-1 0 0,-1-1 1 0 0,1 1-1 0 0,0 0 1 0 0,2 6-1 0 0,8 7-4850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5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93 176 1680 0 0,'31'-158'13934'0'0,"-28"140"-12790"0"0,-5 29-309 0 0,-5 30-12 0 0,-47 285 2430 0 0,2-19-1435 0 0,49-286-1774 0 0,-1-3 106 0 0,0 30 1 0 0,3-44-120 0 0,1-1 0 0 0,0 0 0 0 0,0 1 0 0 0,1-1 0 0 0,-1 0 0 0 0,1 0 0 0 0,-1 1 0 0 0,1-1 0 0 0,0 0 0 0 0,0 0 0 0 0,1 0 0 0 0,-1 0 0 0 0,1 0 0 0 0,-1 0 0 0 0,5 5 0 0 0,-4-6-114 0 0,1-1 1 0 0,-1 1 0 0 0,1-1 0 0 0,-1 1 0 0 0,1-1 0 0 0,0 0 0 0 0,-1 0 0 0 0,1 0-1 0 0,0 0 1 0 0,0 0 0 0 0,0-1 0 0 0,0 0 0 0 0,0 1 0 0 0,0-1 0 0 0,0 0 0 0 0,0 0-1 0 0,0 0 1 0 0,0-1 0 0 0,3 0 0 0 0,6-1-759 0 0,-1-1-1 0 0,1-1 1 0 0,16-6-1 0 0,-10 2-1006 0 0,-1-1 0 0 0,1-1 0 0 0,-2 0 0 0 0,1-2 0 0 0,22-20 0 0 0,-7 2-3979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6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185 104 948 0 0,'-46'-11'5172'0'0,"-91"-27"6459"0"0,135 37-11145 0 0,4 0-350 0 0,6-3-95 0 0,0 1 1 0 0,-1 1-1 0 0,2-1 1 0 0,-1 1-1 0 0,0 1 1 0 0,0-1-1 0 0,1 1 0 0 0,-1 1 1 0 0,13 0-1 0 0,6-1-24 0 0,58-5-767 0 0,34-2-2614 0 0,-39-5-3421 0 0,-49 7 1284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 1988 0 0,'-72'63'15106'0'0,"71"-63"-15095"0"0,1 0 1 0 0,0 0-1 0 0,0 0 0 0 0,0 0 1 0 0,0 0-1 0 0,0 0 0 0 0,0 0 0 0 0,0 0 1 0 0,0 0-1 0 0,0 1 0 0 0,0-1 0 0 0,0 0 1 0 0,0 0-1 0 0,0 0 0 0 0,0 0 0 0 0,0 0 1 0 0,0 0-1 0 0,0 0 0 0 0,0 0 0 0 0,0 1 1 0 0,0-1-1 0 0,0 0 0 0 0,0 0 0 0 0,0 0 1 0 0,0 0-1 0 0,0 0 0 0 0,0 0 0 0 0,0 0 1 0 0,0 0-1 0 0,0 1 0 0 0,0-1 0 0 0,0 0 1 0 0,0 0-1 0 0,0 0 0 0 0,0 0 0 0 0,0 0 1 0 0,0 0-1 0 0,0 0 0 0 0,0 0 0 0 0,0 0 1 0 0,0 0-1 0 0,0 1 0 0 0,1-1 0 0 0,-1 0 1 0 0,0 0-1 0 0,0 0 0 0 0,0 0 0 0 0,0 0 1 0 0,0 0-1 0 0,0 0 0 0 0,0 0 1 0 0,0 0-1 0 0,0 0 0 0 0,1 0 0 0 0,-1 0 1 0 0,0 0-1 0 0,11 2 310 0 0,7-2-142 0 0,42-4 111 0 0,366-14 235 0 0,-132 18-229 0 0,-6 1-4472 0 0,-276-3 2790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38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80 256 0 0,'0'-18'384'0'0,"2"0"-276"0"0,-1-1-364 0 0,1-5 84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2:41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1556 0 0,'0'0'2967'0'0,"-2"22"535"0"0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3:25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1 580 0 0,'17'6'18136'0'0,"-20"-7"-18110"0"0,-2 0-17 0 0,-14 7 143 0 0,11-3-155 0 0,1 0 0 0 0,0 1-1 0 0,0 0 1 0 0,0 1 0 0 0,1-1-1 0 0,-1 1 1 0 0,1 1 0 0 0,0-1 0 0 0,1 1-1 0 0,-1 0 1 0 0,1 0 0 0 0,0 1 0 0 0,1-1-1 0 0,-1 1 1 0 0,1 0 0 0 0,-4 10 0 0 0,4-6-2 0 0,0-1 1 0 0,0 1 0 0 0,1 0 0 0 0,1 0 0 0 0,0 0 0 0 0,0 0-1 0 0,1 0 1 0 0,0 0 0 0 0,1 1 0 0 0,0-1 0 0 0,3 13 0 0 0,-2-19 3 0 0,1-1 1 0 0,-1 1 0 0 0,2-1-1 0 0,-1 1 1 0 0,0-1-1 0 0,1 0 1 0 0,0 1 0 0 0,-1-1-1 0 0,2-1 1 0 0,-1 1-1 0 0,0 0 1 0 0,1-1 0 0 0,0 0-1 0 0,7 6 1 0 0,7 2 12 0 0,-15-10-12 0 0,-1 1 1 0 0,1-1-1 0 0,0 0 0 0 0,0 0 0 0 0,-1 0 1 0 0,1 0-1 0 0,0 0 0 0 0,5 0 0 0 0,61 14-11 0 0,-41-10 7 0 0,0 1-1 0 0,0 2 1 0 0,-1 1 0 0 0,45 20-1 0 0,-61-23 12 0 0,0 1-1 0 0,0 0 1 0 0,0 1 0 0 0,-1 0-1 0 0,0 1 1 0 0,0 0-1 0 0,-1 0 1 0 0,-1 1 0 0 0,12 17-1 0 0,-15-20 59 0 0,-1 0 0 0 0,0 1-1 0 0,-1 0 1 0 0,1-1 0 0 0,-2 1-1 0 0,1 0 1 0 0,-1 1 0 0 0,0-1 0 0 0,-1 0-1 0 0,0 1 1 0 0,0-1 0 0 0,-1 0-1 0 0,0 1 1 0 0,0-1 0 0 0,-4 17-1 0 0,0-7 146 0 0,0-1 0 0 0,-2 1-1 0 0,0-1 1 0 0,-1 0-1 0 0,-1 0 1 0 0,-1-1-1 0 0,0 0 1 0 0,-1-1-1 0 0,0 0 1 0 0,-15 15-1 0 0,18-23-80 0 0,0 1-1 0 0,-1-1 1 0 0,0-1-1 0 0,0 0 1 0 0,-1 0-1 0 0,0 0 1 0 0,0-1-1 0 0,-14 5 1 0 0,16-7-65 0 0,-1-1 0 0 0,1 0 0 0 0,-1 0 0 0 0,0-1 1 0 0,1 0-1 0 0,-1 0 0 0 0,0-1 0 0 0,0 0 0 0 0,0 0 0 0 0,0-1 0 0 0,1 0 0 0 0,-10-3 1 0 0,11 3-48 0 0,1 0 1 0 0,-1-1-1 0 0,1 0 1 0 0,-1 0-1 0 0,1-1 1 0 0,0 1 0 0 0,0-1-1 0 0,0 0 1 0 0,1-1-1 0 0,-1 1 1 0 0,1-1-1 0 0,0 0 1 0 0,-1 0 0 0 0,2 0-1 0 0,-1-1 1 0 0,-4-5-1 0 0,5 3-5 0 0,-1 0-1 0 0,1 1 1 0 0,1-2 0 0 0,-1 1-1 0 0,1 0 1 0 0,1 0-1 0 0,-1-1 1 0 0,1 1 0 0 0,0-1-1 0 0,1-14 1 0 0,2-1-7 0 0,1 0 0 0 0,1 0 0 0 0,1 0-1 0 0,1 1 1 0 0,1 0 0 0 0,0 0 0 0 0,12-21 0 0 0,12-16-120 0 0,2 0 1 0 0,3 3-1 0 0,61-74 1 0 0,-66 77 94 0 0,-29 51 24 0 0,-1-1-1 0 0,1 0 1 0 0,-1 0 0 0 0,1 0 0 0 0,-1 0-1 0 0,0 0 1 0 0,0 0 0 0 0,0 0 0 0 0,0-1-1 0 0,-1 1 1 0 0,0 0 0 0 0,1 0 0 0 0,-1-1-1 0 0,0 1 1 0 0,0 0 0 0 0,-1-1 0 0 0,1 1-1 0 0,-1 0 1 0 0,1 0 0 0 0,-1 0 0 0 0,0 0 0 0 0,0-1-1 0 0,-1 1 1 0 0,1 0 0 0 0,-1 1 0 0 0,1-1-1 0 0,-1 0 1 0 0,0 0 0 0 0,0 1 0 0 0,0-1-1 0 0,0 1 1 0 0,-1 0 0 0 0,1-1 0 0 0,-1 1-1 0 0,1 0 1 0 0,-1 0 0 0 0,0 1 0 0 0,0-1-1 0 0,0 1 1 0 0,0-1 0 0 0,0 1 0 0 0,0 0-1 0 0,0 0 1 0 0,0 0 0 0 0,0 0 0 0 0,0 1-1 0 0,-1-1 1 0 0,-4 1 0 0 0,-8 0 5 0 0,1 1 0 0 0,0 0 1 0 0,0 1-1 0 0,0 1 0 0 0,0 0 1 0 0,1 1-1 0 0,-26 10 0 0 0,-92 52-2927 0 0,120-59 2057 0 0,-15 12-2618 0 0,10-6-3634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3:59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227 210 1440 0 0,'-8'-11'3221'0'0,"3"3"-2015"0"0,-1 0 0 0 0,-1 1-1 0 0,1 0 1 0 0,-1 0 0 0 0,-14-10 0 0 0,20 16-944 0 0,-1 1-223 0 0,-1 1 1 0 0,1-1-1 0 0,0 1 1 0 0,0 0-1 0 0,0-1 1 0 0,0 1-1 0 0,0 0 1 0 0,0 0-1 0 0,0 1 1 0 0,0-1-1 0 0,0 0 1 0 0,0 1-1 0 0,1-1 1 0 0,-1 1-1 0 0,0-1 1 0 0,1 1-1 0 0,0 0 1 0 0,-1-1-1 0 0,1 1 1 0 0,0 0-1 0 0,-1 3 1 0 0,-5 7 12 0 0,0 1 1 0 0,-5 17 0 0 0,7-17 27 0 0,-14 34 27 0 0,2 0-1 0 0,2 1 1 0 0,2 1-1 0 0,2 0 1 0 0,-8 99 0 0 0,18-138-87 0 0,2 1 1 0 0,-1 0-1 0 0,1 0 1 0 0,1 0-1 0 0,0 0 1 0 0,1-1 0 0 0,0 1-1 0 0,0-1 1 0 0,8 16-1 0 0,-10-23-6 0 0,1 0-1 0 0,0 0 0 0 0,0 0 1 0 0,0-1-1 0 0,0 1 0 0 0,0 0 0 0 0,0-1 1 0 0,0 0-1 0 0,1 1 0 0 0,0-1 1 0 0,-1 0-1 0 0,1 0 0 0 0,0-1 0 0 0,0 1 1 0 0,0-1-1 0 0,0 1 0 0 0,0-1 0 0 0,0 0 1 0 0,0 0-1 0 0,0 0 0 0 0,1 0 1 0 0,-1-1-1 0 0,0 1 0 0 0,1-1 0 0 0,-1 0 1 0 0,0 0-1 0 0,1 0 0 0 0,-1-1 1 0 0,0 1-1 0 0,1-1 0 0 0,-1 1 0 0 0,0-1 1 0 0,0 0-1 0 0,5-3 0 0 0,8-3 13 0 0,0-1 1 0 0,-1 0-1 0 0,0-1 0 0 0,-1-1 0 0 0,0 0 0 0 0,0-1 0 0 0,-1-1 0 0 0,-1 0 0 0 0,0-1 1 0 0,-1 0-1 0 0,11-15 0 0 0,-3 0-13 0 0,-1-1 1 0 0,-1 0 0 0 0,-2-1-1 0 0,21-58 1 0 0,-27 62 14 0 0,-1 0 0 0 0,-2-1 1 0 0,-1-1-1 0 0,0 1 0 0 0,-1-31 1 0 0,-3 43 5 0 0,-2 0 1 0 0,0-1 0 0 0,0 1 0 0 0,-2 0 0 0 0,1 0 0 0 0,-2 1 0 0 0,0-1 0 0 0,-1 1 0 0 0,-1-1 0 0 0,-13-24 0 0 0,17 34-32 0 0,-1 1-1 0 0,0-1 0 0 0,0 1 0 0 0,-1 0 0 0 0,1 0 0 0 0,-1 0 0 0 0,0 1 0 0 0,0-1 0 0 0,0 1 0 0 0,-1 0 1 0 0,1 0-1 0 0,-1 0 0 0 0,1 1 0 0 0,-1 0 0 0 0,0-1 0 0 0,0 2 0 0 0,0-1 0 0 0,0 1 0 0 0,0-1 1 0 0,-11 0-1 0 0,9 2-16 0 0,0 0 1 0 0,-1 1-1 0 0,1 0 1 0 0,0 0 0 0 0,0 1-1 0 0,0-1 1 0 0,0 2-1 0 0,0-1 1 0 0,0 1 0 0 0,0 0-1 0 0,1 0 1 0 0,0 1 0 0 0,-1 0-1 0 0,-8 7 1 0 0,0 1-3 0 0,1 1-1 0 0,1-1 1 0 0,0 2 0 0 0,1 0 0 0 0,0 1 0 0 0,2 0-1 0 0,-1 0 1 0 0,2 1 0 0 0,-14 29 0 0 0,23-42 12 0 0,-1-1 1 0 0,0 1 0 0 0,1 0-1 0 0,0-1 1 0 0,-1 1-1 0 0,1 0 1 0 0,0-1 0 0 0,0 1-1 0 0,0 0 1 0 0,1 0-1 0 0,-1-1 1 0 0,1 1-1 0 0,0 0 1 0 0,-1-1 0 0 0,1 1-1 0 0,0-1 1 0 0,0 1-1 0 0,1-1 1 0 0,-1 0 0 0 0,1 1-1 0 0,-1-1 1 0 0,3 2-1 0 0,4 6 6 0 0,0 0 0 0 0,1-1 0 0 0,15 11 0 0 0,-14-11 2 0 0,20 21 81 0 0,-1 1 1 0 0,-1 2-1 0 0,-3 1 0 0 0,33 54 1 0 0,46 60 228 0 0,-92-135-194 0 0,27 22-1 0 0,-34-30-88 0 0,-3-4-51 0 0,-1 0-1 0 0,1 0 1 0 0,0 0-1 0 0,0 0 1 0 0,-1 0-1 0 0,1 0 1 0 0,0 0-1 0 0,0-1 0 0 0,0 1 1 0 0,0-1-1 0 0,0 1 1 0 0,0-1-1 0 0,0 0 1 0 0,0 0-1 0 0,0 0 1 0 0,0 0-1 0 0,0 0 1 0 0,0 0-1 0 0,0-1 0 0 0,0 1 1 0 0,0-1-1 0 0,0 1 1 0 0,-1-1-1 0 0,1 0 1 0 0,3-1-1 0 0,0-1-1087 0 0,0 0-1 0 0,1 0 1 0 0,-1-1 0 0 0,0 0-1 0 0,-1 0 1 0 0,8-7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0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50 191 120 0 0,'-12'-10'6789'0'0,"7"5"-5439"0"0,0 0 1 0 0,0-1-1 0 0,0 0 0 0 0,1 0 0 0 0,-1 0 0 0 0,-3-9 0 0 0,7 12-1250 0 0,1 0 0 0 0,0 0 0 0 0,0 0 1 0 0,0 0-1 0 0,1 0 0 0 0,-1 0 0 0 0,1 0 0 0 0,-1 0 0 0 0,1 0 0 0 0,0 1 0 0 0,0-1 0 0 0,0 0 0 0 0,1 1 0 0 0,-1-1 0 0 0,1 0 1 0 0,1-2-1 0 0,2-1-73 0 0,-1 0 1 0 0,1 0 0 0 0,0 0 0 0 0,0 1-1 0 0,1-1 1 0 0,0 1 0 0 0,0 0 0 0 0,0 1-1 0 0,0 0 1 0 0,1 0 0 0 0,-1 0 0 0 0,1 0-1 0 0,0 1 1 0 0,1 1 0 0 0,-1-1 0 0 0,0 1 0 0 0,1 0-1 0 0,8-1 1 0 0,-13 3-22 0 0,1-1-1 0 0,-1 1 1 0 0,1 0-1 0 0,-1 0 1 0 0,1 1-1 0 0,-1-1 1 0 0,1 1-1 0 0,-1-1 1 0 0,0 1-1 0 0,1 0 1 0 0,-1 1 0 0 0,0-1-1 0 0,0 0 1 0 0,0 1-1 0 0,0 0 1 0 0,0 0-1 0 0,0 0 1 0 0,0 0-1 0 0,0 0 1 0 0,-1 0-1 0 0,1 1 1 0 0,-1-1 0 0 0,0 1-1 0 0,0 0 1 0 0,0-1-1 0 0,0 1 1 0 0,2 4-1 0 0,-1-1 11 0 0,-1 0 1 0 0,1 0-1 0 0,-1 0 0 0 0,-1 0 0 0 0,1 0 1 0 0,-1 0-1 0 0,0 0 0 0 0,0 0 0 0 0,-1 1 1 0 0,0-1-1 0 0,0 0 0 0 0,-1 1 0 0 0,-1 9 1 0 0,-4 5 5 0 0,-1 0 0 0 0,-1 0 1 0 0,-15 29-1 0 0,-5 10 504 0 0,28-59-418 0 0,-1 3-83 0 0,3-5-37 0 0,3-1-15 0 0,0 0 27 0 0,-1 0-1 0 0,1 0 1 0 0,-1 1 0 0 0,1 0-1 0 0,0 0 1 0 0,0 0 0 0 0,0 1-1 0 0,0-1 1 0 0,-1 1 0 0 0,1 0-1 0 0,0 1 1 0 0,0-1 0 0 0,0 1-1 0 0,0 0 1 0 0,0 0 0 0 0,-1 1-1 0 0,1-1 1 0 0,-1 1 0 0 0,1 0-1 0 0,-1 0 1 0 0,1 1 0 0 0,-1-1-1 0 0,0 1 1 0 0,0 0 0 0 0,4 4-1 0 0,-5-4 122 0 0,1 0-1 0 0,-1 0 0 0 0,0 0 1 0 0,0 1-1 0 0,0-1 0 0 0,-1 1 1 0 0,1 0-1 0 0,-1 0 1 0 0,0 0-1 0 0,0 0 0 0 0,0 0 1 0 0,-1 1-1 0 0,1-1 0 0 0,-1 0 1 0 0,0 1-1 0 0,-1-1 0 0 0,1 1 1 0 0,-1-1-1 0 0,1 1 0 0 0,-1-1 1 0 0,-1 1-1 0 0,1 0 0 0 0,-1-1 1 0 0,0 1-1 0 0,0-1 0 0 0,0 0 1 0 0,-2 7-1 0 0,-3-1 207 0 0,1 0 0 0 0,-1 0 0 0 0,-1 0 0 0 0,0 0 0 0 0,0-1 0 0 0,-1 0 0 0 0,0-1 1 0 0,0 0-1 0 0,-1 0 0 0 0,0 0 0 0 0,-1-2 0 0 0,0 1 0 0 0,0-1 0 0 0,-12 6 0 0 0,18-10-306 0 0,0-1 0 0 0,0 1 0 0 0,1-1 0 0 0,-1 0 1 0 0,0 0-1 0 0,0 0 0 0 0,0-1 0 0 0,0 0 0 0 0,0 1 0 0 0,0-1 0 0 0,0 0 0 0 0,0-1 1 0 0,0 1-1 0 0,0-1 0 0 0,0 0 0 0 0,0 0 0 0 0,0 0 0 0 0,0 0 0 0 0,1-1 1 0 0,-1 1-1 0 0,0-1 0 0 0,-4-3 0 0 0,7 4-230 0 0,1 0 0 0 0,-1 1 0 0 0,0-1 0 0 0,1 0 0 0 0,-1 1 0 0 0,1-1 0 0 0,-1 0 0 0 0,1 0 0 0 0,-1 1 0 0 0,1-1 0 0 0,0 0 0 0 0,0 0 0 0 0,-1 0 0 0 0,1 1-1 0 0,0-1 1 0 0,0 0 0 0 0,0 0 0 0 0,0 0 0 0 0,0 0 0 0 0,0 0 0 0 0,0 0 0 0 0,0 0 0 0 0,0 1 0 0 0,0-1 0 0 0,0 0 0 0 0,0 0 0 0 0,1 0 0 0 0,-1 0 0 0 0,0 1 0 0 0,1-1 0 0 0,-1 0 0 0 0,2-1 0 0 0,18-24-8672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3780 0 0,'-2'8'13306'0'0,"5"0"-13674"0"0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1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65 288 0 0,'-2'-1'1778'0'0,"-2"-1"-948"0"0,1 1 0 0 0,0-1 1 0 0,0 0-1 0 0,1 0 0 0 0,-1 0 0 0 0,-4-4 1 0 0,6 5-680 0 0,0-1 0 0 0,0 1 0 0 0,0 0 0 0 0,1 0 0 0 0,-1-1 1 0 0,0 1-1 0 0,1 0 0 0 0,-1 0 0 0 0,1-1 0 0 0,0 1 0 0 0,-1-1 0 0 0,1 1 0 0 0,0 0 1 0 0,0-1-1 0 0,0 1 0 0 0,0-1 0 0 0,0 1 0 0 0,0-1 0 0 0,1-1 0 0 0,-1 2-93 0 0,1 0-1 0 0,-1 0 0 0 0,1 0 1 0 0,0 0-1 0 0,-1 0 1 0 0,1 1-1 0 0,0-1 0 0 0,0 0 1 0 0,-1 0-1 0 0,1 1 1 0 0,0-1-1 0 0,0 0 0 0 0,0 1 1 0 0,0-1-1 0 0,0 1 0 0 0,0-1 1 0 0,0 1-1 0 0,0 0 1 0 0,0-1-1 0 0,0 1 0 0 0,0 0 1 0 0,0 0-1 0 0,2-1 1 0 0,25-1 755 0 0,-21 2-740 0 0,0 1 1 0 0,0 0 0 0 0,1 0 0 0 0,-1 1 0 0 0,0 0-1 0 0,-1 0 1 0 0,1 0 0 0 0,0 1 0 0 0,-1 0 0 0 0,1 1 0 0 0,-1-1-1 0 0,0 1 1 0 0,0 0 0 0 0,0 1 0 0 0,-1-1 0 0 0,1 1-1 0 0,-1 0 1 0 0,0 1 0 0 0,-1-1 0 0 0,1 1 0 0 0,4 8-1 0 0,-5-7-40 0 0,0 1 0 0 0,0-1 0 0 0,0 1-1 0 0,-1 0 1 0 0,0 1 0 0 0,0-1-1 0 0,-1 0 1 0 0,0 1 0 0 0,-1-1-1 0 0,0 1 1 0 0,0 0 0 0 0,0-1-1 0 0,-2 1 1 0 0,1 0 0 0 0,-1 0-1 0 0,0-1 1 0 0,-3 10 0 0 0,-3 1 66 0 0,-1 0 1 0 0,0-1-1 0 0,-2 0 0 0 0,0 0 1 0 0,-1-1-1 0 0,-19 22 1 0 0,23-33 19 0 0,3-11-118 0 0,5-12-49 0 0,5 3 21 0 0,1-1 0 0 0,0 1-1 0 0,1 0 1 0 0,1 1-1 0 0,11-14 1 0 0,57-58 50 0 0,-62 69 24 0 0,124-113 170 0 0,-133 125-285 0 0,-10 12 9 0 0,-8 12-29 0 0,-23 29 77 0 0,-44 68 740 0 0,69-100-611 0 0,1 0-1 0 0,1 1 0 0 0,1 0 0 0 0,0 0 1 0 0,-5 21-1 0 0,11-35-105 0 0,0 0 0 0 0,1 0 0 0 0,-1 0-1 0 0,1 0 1 0 0,-1 0 0 0 0,1-1 0 0 0,1 1 0 0 0,-1 0 0 0 0,0 0 0 0 0,1 0 0 0 0,0 0-1 0 0,0 0 1 0 0,0 0 0 0 0,0-1 0 0 0,1 1 0 0 0,-1 0 0 0 0,1-1 0 0 0,0 0 0 0 0,5 7-1 0 0,-4-6-1 0 0,1-1-1 0 0,0 0 0 0 0,0 1 0 0 0,0-2 1 0 0,1 1-1 0 0,-1 0 0 0 0,1-1 0 0 0,-1 0 1 0 0,1 0-1 0 0,0 0 0 0 0,-1-1 0 0 0,1 0 1 0 0,0 1-1 0 0,0-2 0 0 0,6 1 0 0 0,19 2-421 0 0,0-2 1 0 0,-1-2-1 0 0,1 0 0 0 0,52-11 0 0 0,47-21-7377 0 0,-93 20 2255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1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67 2012 0 0,'-3'0'2232'0'0,"-46"4"7649"0"0,34-2-4770 0 0,130-28-3678 0 0,-20 5-2175 0 0,0 3-5178 0 0,-69 11-128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1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 2056 0 0,'-41'-1'9063'0'0,"9"0"-1674"0"0,31 1-7224 0 0,0 1-1 0 0,0-1 0 0 0,0 1 0 0 0,0-1 1 0 0,0 1-1 0 0,0-1 0 0 0,1 1 0 0 0,-1-1 1 0 0,0 1-1 0 0,0 0 0 0 0,0-1 0 0 0,1 1 1 0 0,-1 0-1 0 0,0 0 0 0 0,1 0 0 0 0,-1 0 1 0 0,1 0-1 0 0,-1-1 0 0 0,1 1 0 0 0,-1 0 1 0 0,1 0-1 0 0,0 0 0 0 0,-1 0 0 0 0,1 0 1 0 0,0 0-1 0 0,0 0 0 0 0,0 0 0 0 0,0 1 1 0 0,0 0-1 0 0,-3 41 1462 0 0,2-33-1274 0 0,-11 247 210 0 0,13-195-4087 0 0,0-57 2682 0 0,-1 0 1 0 0,1 1-1 0 0,1-1 1 0 0,-1 0 0 0 0,1 0-1 0 0,0 0 1 0 0,0 0-1 0 0,0 0 1 0 0,4 5 0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2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57 2664 0 0,'20'-56'17849'0'0,"-22"93"-15973"0"0,2-24-1770 0 0,1-1 0 0 0,0 1-1 0 0,1 0 1 0 0,1-1-1 0 0,-1 0 1 0 0,2 1 0 0 0,5 11-1 0 0,-7-19-102 0 0,0 0 1 0 0,0 0-1 0 0,0-1 0 0 0,1 1 1 0 0,0-1-1 0 0,0 0 0 0 0,0 0 1 0 0,1 0-1 0 0,-1 0 0 0 0,1-1 1 0 0,0 1-1 0 0,0-1 0 0 0,0 0 1 0 0,0 0-1 0 0,1 0 0 0 0,-1 0 1 0 0,1-1-1 0 0,0 0 0 0 0,6 2 1 0 0,-6-3-43 0 0,-1 0 0 0 0,1 0 0 0 0,0-1 0 0 0,-1 1 0 0 0,1-1 0 0 0,-1 0 0 0 0,1-1 0 0 0,0 1 0 0 0,-1-1 0 0 0,1 0 0 0 0,-1 0 0 0 0,1 0 0 0 0,-1-1 0 0 0,0 1 0 0 0,1-1 0 0 0,-1 0 0 0 0,0-1 0 0 0,0 1 0 0 0,0-1 0 0 0,-1 1 0 0 0,1-1 0 0 0,0 0 0 0 0,-1 0 0 0 0,0-1 1 0 0,5-5-1 0 0,2-5-73 0 0,-1 0 0 0 0,-1 0 0 0 0,0-1 0 0 0,-1 0 0 0 0,9-25 1 0 0,-10 13 96 0 0,-6 27 19 0 0,-1 0-1 0 0,1 0 0 0 0,0 0 0 0 0,0 0 0 0 0,0 0 1 0 0,0 0-1 0 0,0 0 0 0 0,0 0 0 0 0,0 0 0 0 0,0 0 0 0 0,0 0 1 0 0,0 0-1 0 0,0 0 0 0 0,0 0 0 0 0,0 0 0 0 0,0 0 1 0 0,0 0-1 0 0,0 0 0 0 0,-1 0 0 0 0,1 0 0 0 0,0 0 1 0 0,0 0-1 0 0,0 0 0 0 0,0 0 0 0 0,0 0 0 0 0,0 0 0 0 0,0 0 1 0 0,0 0-1 0 0,0 0 0 0 0,0 0 0 0 0,0 0 0 0 0,0-1 1 0 0,0 1-1 0 0,0 0 0 0 0,0 0 0 0 0,0 0 0 0 0,0 0 0 0 0,0 0 1 0 0,0 0-1 0 0,0 0 0 0 0,0 0 0 0 0,0 0 0 0 0,0 0 1 0 0,0 0-1 0 0,0 0 0 0 0,0 0 0 0 0,0 0 0 0 0,0 0 1 0 0,0 0-1 0 0,0-1 0 0 0,0 1 0 0 0,0 0 0 0 0,0 0 0 0 0,-6 15 354 0 0,-11 41 1455 0 0,-15 90-1 0 0,5 61 263 0 0,14-100-1286 0 0,-7 74 31 0 0,-8 59 10 0 0,16-169-404 0 0,-26 92 0 0 0,36-156-407 0 0,-6 19 205 0 0,0-1-1 0 0,-2 0 0 0 0,-12 23 1 0 0,20-43-187 0 0,-1 1 0 0 0,0-1 0 0 0,0-1 1 0 0,-1 1-1 0 0,1 0 0 0 0,-1-1 0 0 0,0 0 0 0 0,0 1 1 0 0,-1-2-1 0 0,1 1 0 0 0,-1 0 0 0 0,0-1 0 0 0,0 0 0 0 0,0 0 1 0 0,0 0-1 0 0,0-1 0 0 0,-1 0 0 0 0,1 0 0 0 0,-11 2 1 0 0,9-3-37 0 0,0-1 1 0 0,0-1 0 0 0,0 1 0 0 0,0-1 0 0 0,1 0 0 0 0,-1-1-1 0 0,0 1 1 0 0,1-1 0 0 0,-1-1 0 0 0,1 1 0 0 0,0-1 0 0 0,-7-4-1 0 0,1 0 2 0 0,0-1 1 0 0,0 0-1 0 0,1-1 0 0 0,-18-18 0 0 0,21 19-13 0 0,0-1-1 0 0,1 0 1 0 0,1 0 0 0 0,-1-1-1 0 0,1 0 1 0 0,1 0 0 0 0,0 0-1 0 0,0-1 1 0 0,1 0 0 0 0,0 0-1 0 0,1 0 1 0 0,-2-16 0 0 0,3 12-30 0 0,1 1 1 0 0,1-1-1 0 0,0 0 1 0 0,1 0 0 0 0,1 1-1 0 0,0-1 1 0 0,1 1-1 0 0,9-26 1 0 0,-2 13-51 0 0,2 1 0 0 0,1 0 0 0 0,1 1 0 0 0,1 1 0 0 0,1 0 1 0 0,1 1-1 0 0,1 0 0 0 0,1 2 0 0 0,32-29 0 0 0,-22 26-1909 0 0,1 1 0 0 0,62-35 0 0 0,-11 16-3738 0 0,4 3-4195 0 0,-56 27 2661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2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82 2380 0 0,'-32'-8'21442'0'0,"52"4"-20412"0"0,70-11 55 0 0,43-7-3001 0 0,-47 0-5305 0 0,-58 11-247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3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1 572 0 0,'-2'0'2786'0'0,"-3"0"-1319"0"0,1 1 0 0 0,-1 0 1 0 0,1-1-1 0 0,-1 1 0 0 0,1 1 0 0 0,-1-1 0 0 0,1 1 0 0 0,-7 3 0 0 0,9-3-917 0 0,-1 0-1 0 0,1 0 1 0 0,0 0-1 0 0,0 0 1 0 0,0 0 0 0 0,0 1-1 0 0,0-1 1 0 0,0 1-1 0 0,0-1 1 0 0,1 1 0 0 0,0 0-1 0 0,-1 0 1 0 0,1 0-1 0 0,0-1 1 0 0,-1 6 0 0 0,-3 17 592 0 0,0 1 0 0 0,2 0 1 0 0,0 38-1 0 0,1-10-591 0 0,-3 5-289 0 0,-3 51-931 0 0,12-39-5866 0 0,-1-50 3053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3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89 288 0 0,'-16'-47'20760'0'0,"16"47"-20702"0"0,0-1 0 0 0,1 0 0 0 0,-1 0 0 0 0,0 1 0 0 0,0-1 0 0 0,1 0 1 0 0,-1 1-1 0 0,0-1 0 0 0,1 1 0 0 0,-1-1 0 0 0,1 0 0 0 0,-1 1 0 0 0,0-1 0 0 0,1 1 0 0 0,-1-1 0 0 0,1 1 0 0 0,0-1 0 0 0,-1 1 1 0 0,1-1-1 0 0,-1 1 0 0 0,1 0 0 0 0,0-1 0 0 0,-1 1 0 0 0,1 0 0 0 0,0 0 0 0 0,-1-1 0 0 0,1 1 0 0 0,0 0 0 0 0,-1 0 0 0 0,1 0 1 0 0,0 0-1 0 0,0 0 0 0 0,29-5 155 0 0,-28 5-129 0 0,51-6 207 0 0,168-11-287 0 0,-221 17-8 0 0,1 0 0 0 0,-1 0 0 0 0,1 0 0 0 0,-1 0-1 0 0,1 0 1 0 0,-1 0 0 0 0,1 0 0 0 0,-1 0-1 0 0,1 0 1 0 0,-1 0 0 0 0,0 0 0 0 0,1 1 0 0 0,-1-1-1 0 0,1 0 1 0 0,-1 0 0 0 0,1 0 0 0 0,-1 0-1 0 0,0 1 1 0 0,1-1 0 0 0,-1 0 0 0 0,0 0-1 0 0,1 1 1 0 0,-1-1 0 0 0,0 0 0 0 0,1 1 0 0 0,-1-1-1 0 0,0 0 1 0 0,1 2 0 0 0,-5 10-134 0 0,-21 14-52 0 0,21-22 184 0 0,-49 48 94 0 0,-68 71 2595 0 0,100-98-1896 0 0,1 0 1 0 0,0 1-1 0 0,-19 38 0 0 0,38-63-754 0 0,-1 2 6 0 0,1-1-1 0 0,0 0 1 0 0,-1 1 0 0 0,1-1 0 0 0,0 1-1 0 0,0 0 1 0 0,0-1 0 0 0,0 1 0 0 0,1 0-1 0 0,-1-1 1 0 0,1 1 0 0 0,0 0 0 0 0,-1 0-1 0 0,1 0 1 0 0,0-1 0 0 0,1 1 0 0 0,-1 0-1 0 0,0 0 1 0 0,2 5 0 0 0,-1-7-28 0 0,0 0 0 0 0,0 0 1 0 0,0 1-1 0 0,0-1 1 0 0,0 0-1 0 0,0 0 0 0 0,1 0 1 0 0,-1 0-1 0 0,0 0 0 0 0,0 0 1 0 0,1-1-1 0 0,-1 1 0 0 0,1 0 1 0 0,-1-1-1 0 0,0 1 0 0 0,1 0 1 0 0,-1-1-1 0 0,1 0 1 0 0,-1 1-1 0 0,1-1 0 0 0,0 0 1 0 0,-1 0-1 0 0,1 0 0 0 0,-1 0 1 0 0,4-1-1 0 0,-5 1-8 0 0,13 1-288 0 0,0-1 0 0 0,1-1 0 0 0,-1 0 0 0 0,0 0 0 0 0,0-2 0 0 0,0 0 0 0 0,0 0 0 0 0,19-8 0 0 0,-14 5-549 0 0,172-63-8944 0 0,-117 41 3045 0 0,-21 9-1080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3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72 1128 0 0,'-51'5'27398'0'0,"65"-9"-27101"0"0,149-41-282 0 0,-106 31-6023 0 0,0 1-7921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33 1740 0 0,'-133'84'21715'0'0,"131"-83"-21148"0"0,2-1-510 0 0,0 0 0 0 0,-1 0 1 0 0,1 0-1 0 0,0 1 0 0 0,0-1 1 0 0,0 0-1 0 0,0 0 1 0 0,-1 0-1 0 0,1 0 0 0 0,0 1 1 0 0,0-1-1 0 0,0 0 0 0 0,0 0 1 0 0,0 0-1 0 0,0 1 1 0 0,0-1-1 0 0,0 0 0 0 0,-1 0 1 0 0,1 1-1 0 0,0-1 1 0 0,0 0-1 0 0,0 0 0 0 0,0 0 1 0 0,0 1-1 0 0,0-1 0 0 0,0 0 1 0 0,0 0-1 0 0,0 1 1 0 0,1-1-1 0 0,-1 0 0 0 0,22-2 37 0 0,1-1-1 0 0,-1-1 1 0 0,0-1 0 0 0,31-11-1 0 0,-9 3-1509 0 0,-24 7 415 0 0,92-26-4492 0 0,-36 6-2700 0 0,-32 9 432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4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33 257 2616 0 0,'-4'-4'1155'0'0,"1"1"0"0"0,0-1 0 0 0,0 1-1 0 0,1-1 1 0 0,-1 0 0 0 0,1 0 0 0 0,-3-7-1 0 0,4 8-417 0 0,-1-1-1 0 0,1 0 1 0 0,0 0-1 0 0,1 0 1 0 0,-1 0-1 0 0,1 0 1 0 0,0-7-1 0 0,0 5-343 0 0,1-1 0 0 0,1 1 0 0 0,-1 0 0 0 0,1 0 0 0 0,0 0 0 0 0,0 0 0 0 0,1 0 0 0 0,-1 1 0 0 0,1-1 1 0 0,1 1-1 0 0,3-6 0 0 0,0 2-308 0 0,1 0 0 0 0,0 0-1 0 0,1 0 1 0 0,0 1 0 0 0,0 0 0 0 0,0 1 0 0 0,1 0 0 0 0,0 1 0 0 0,1 0 0 0 0,-1 0 0 0 0,1 1 0 0 0,13-4 0 0 0,-15 6-10 0 0,0 1 0 0 0,-1 1 0 0 0,1 0 1 0 0,0 0-1 0 0,0 1 0 0 0,18 1 0 0 0,-25 0-55 0 0,1-1 0 0 0,0 0 0 0 0,0 1 0 0 0,0 0 0 0 0,0-1 0 0 0,-1 1 0 0 0,1 0 1 0 0,0 1-1 0 0,-1-1 0 0 0,1 0 0 0 0,-1 1 0 0 0,1-1 0 0 0,-1 1 0 0 0,0 0 0 0 0,1 0 0 0 0,-1 0 0 0 0,0 0 0 0 0,0 0 0 0 0,0 0 0 0 0,-1 1 0 0 0,1-1 0 0 0,-1 0 0 0 0,1 1 0 0 0,-1 0 0 0 0,2 3 0 0 0,-2 0 13 0 0,0 0-1 0 0,-1 0 0 0 0,1 0 1 0 0,-1 1-1 0 0,0-1 0 0 0,-1 0 1 0 0,1 0-1 0 0,-1 0 1 0 0,-1 0-1 0 0,1 0 0 0 0,-1-1 1 0 0,0 1-1 0 0,0 0 0 0 0,0-1 1 0 0,-1 1-1 0 0,0-1 1 0 0,-4 6-1 0 0,-9 11 49 0 0,0 0 0 0 0,-30 29-1 0 0,29-32-3 0 0,17-19-80 0 0,-14 16 1304 0 0,-24 20 758 0 0,36-41-1997 0 0,2 4-60 0 0,0 1 1 0 0,-1 0-1 0 0,1-1 0 0 0,0 1 0 0 0,0 0 1 0 0,0-1-1 0 0,0 1 0 0 0,0-1 0 0 0,0 1 1 0 0,0 0-1 0 0,-1-1 0 0 0,1 1 1 0 0,0 0-1 0 0,1-1 0 0 0,-1 1 0 0 0,0-1 1 0 0,0 1-1 0 0,0 0 0 0 0,0-1 0 0 0,0 1 1 0 0,0 0-1 0 0,0-1 0 0 0,0 1 0 0 0,1 0 1 0 0,-1-1-1 0 0,0 1 0 0 0,0 0 1 0 0,0-1-1 0 0,1 1 0 0 0,-1 0 0 0 0,0 0 1 0 0,0-1-1 0 0,1 1 0 0 0,-1 0 0 0 0,1-1 1 0 0,19-25 157 0 0,-19 25-117 0 0,2-3-70 0 0,-3 4 25 0 0,0-1-1 0 0,0 1 1 0 0,0 0 0 0 0,0 0 0 0 0,0-1-1 0 0,1 1 1 0 0,-1 0 0 0 0,0-1 0 0 0,0 1-1 0 0,0 0 1 0 0,0 0 0 0 0,0-1 0 0 0,0 1 0 0 0,1 0-1 0 0,-1 0 1 0 0,0-1 0 0 0,0 1 0 0 0,0 0-1 0 0,1 0 1 0 0,-1 0 0 0 0,0 0 0 0 0,0-1-1 0 0,1 1 1 0 0,-1 0 0 0 0,0 0 0 0 0,0 0 0 0 0,1 0-1 0 0,-1 0 1 0 0,0 0 0 0 0,1-1 0 0 0,-1 1-1 0 0,0 0 1 0 0,0 0 0 0 0,1 0 0 0 0,-1 0 0 0 0,0 0-1 0 0,1 0 1 0 0,-1 0 0 0 0,0 0 0 0 0,1 0-1 0 0,-1 1 1 0 0,0-1 0 0 0,0 0 0 0 0,1 0-1 0 0,-1 0 1 0 0,0 0 0 0 0,0 0 0 0 0,1 0 0 0 0,-1 1-1 0 0,0-1 1 0 0,0 0 0 0 0,1 0 0 0 0,-1 0-1 0 0,0 1 1 0 0,1-1 0 0 0,-1 1 20 0 0,1 0-16 0 0,4 2-2 0 0,-4-2-6 0 0,48 14 1 0 0,-30-8-10 0 0,0 1 1 0 0,0 0-1 0 0,26 16 1 0 0,-37-19 10 0 0,1 1 1 0 0,-1 1-1 0 0,0-1 1 0 0,0 1 0 0 0,-1 1-1 0 0,0-1 1 0 0,0 1-1 0 0,0 0 1 0 0,4 10 0 0 0,-9-15 43 0 0,0-1 1 0 0,-1 1 0 0 0,0 0-1 0 0,0 0 1 0 0,0 0 0 0 0,0 0-1 0 0,0 0 1 0 0,-1 1 0 0 0,1-1 0 0 0,-1 0-1 0 0,0 0 1 0 0,0 0 0 0 0,0 1-1 0 0,0-1 1 0 0,0 0 0 0 0,-2 6-1 0 0,0-4 34 0 0,0 0-1 0 0,0 0 1 0 0,-1 0 0 0 0,1 0-1 0 0,-1 0 1 0 0,0-1-1 0 0,0 0 1 0 0,-1 1-1 0 0,-4 4 1 0 0,-3 1 67 0 0,-1 0 0 0 0,0-1 0 0 0,0 0 1 0 0,-1-1-1 0 0,0-1 0 0 0,-19 9 0 0 0,15-9-32 0 0,0-1-1 0 0,0 0 0 0 0,0-2 0 0 0,0 0 1 0 0,-29 3-1 0 0,38-6-365 0 0,0-1 0 0 0,0 0 0 0 0,0 0 0 0 0,0-1 0 0 0,0 0 0 0 0,0 0 0 0 0,1-1 1 0 0,-1 0-1 0 0,0-1 0 0 0,1 1 0 0 0,0-1 0 0 0,-1-1 0 0 0,1 1 0 0 0,-12-9 0 0 0,-6-14-7952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5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25 1100 0 0,'-49'3'19286'0'0,"64"-8"-18822"0"0,11 0-1930 0 0,-1 1 1 0 0,52-3 0 0 0,-21 4-5213 0 0,-21 0-694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7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63 1872 0 0,'-21'11'8600'0'0,"-1"-10"-4239"0"0,20-1-3720 0 0,-3-7 1109 0 0,5 5-1711 0 0,0 0-1 0 0,0 1 1 0 0,1-1 0 0 0,-1 0 0 0 0,1 0 0 0 0,-1 1 0 0 0,1-1 0 0 0,-1 0 0 0 0,1 1 0 0 0,0-1 0 0 0,0 0 0 0 0,0 1 0 0 0,0-1 0 0 0,0 1 0 0 0,0 0-1 0 0,3-3 1 0 0,0 1-4 0 0,-1 0-1 0 0,1 0 1 0 0,0 1-1 0 0,0-1 1 0 0,0 1-1 0 0,7-3 0 0 0,-1 2-19 0 0,0-1 0 0 0,1 2-1 0 0,-1-1 1 0 0,1 1 0 0 0,13 0-1 0 0,-14 2-3 0 0,-1 0-1 0 0,1 1 0 0 0,-1 0 1 0 0,0 0-1 0 0,1 1 1 0 0,-1 0-1 0 0,0 1 0 0 0,0 0 1 0 0,0 1-1 0 0,0-1 0 0 0,-1 2 1 0 0,0-1-1 0 0,0 1 1 0 0,8 6-1 0 0,-11-7 1 0 0,-1 0 1 0 0,0 0-1 0 0,0 0 0 0 0,0 0 1 0 0,0 1-1 0 0,-1 0 0 0 0,1-1 1 0 0,-1 1-1 0 0,0 0 0 0 0,-1 1 1 0 0,1-1-1 0 0,-1 0 0 0 0,0 1 0 0 0,-1 0 1 0 0,1-1-1 0 0,-1 1 0 0 0,0 0 1 0 0,0-1-1 0 0,-1 1 0 0 0,0 0 1 0 0,0 0-1 0 0,0 0 0 0 0,-1 0 1 0 0,-1 5-1 0 0,-2 4 6 0 0,0-1 0 0 0,-1-1 0 0 0,0 1-1 0 0,-1-1 1 0 0,-1 0 0 0 0,0 0 0 0 0,-1-1 0 0 0,0 0 0 0 0,-1 0-1 0 0,-16 16 1 0 0,7-9 11 0 0,-1-2 0 0 0,-1 0 0 0 0,0-1 0 0 0,-1-1 0 0 0,-27 14 0 0 0,45-27-26 0 0,-1 0 0 0 0,1 0 0 0 0,-1-1-1 0 0,0 1 1 0 0,0-1 0 0 0,1 0 0 0 0,-1 0 0 0 0,0 0-1 0 0,0 0 1 0 0,0-1 0 0 0,0 1 0 0 0,0-1-1 0 0,0 0 1 0 0,0-1 0 0 0,0 1 0 0 0,-7-2-1 0 0,11 2-2 0 0,-1 0-1 0 0,1-1 0 0 0,0 1 1 0 0,-1 0-1 0 0,1-1 0 0 0,-1 1 0 0 0,1 0 1 0 0,0-1-1 0 0,0 1 0 0 0,-1 0 1 0 0,1-1-1 0 0,0 1 0 0 0,-1-1 0 0 0,1 1 1 0 0,0-1-1 0 0,0 1 0 0 0,0-1 1 0 0,0 1-1 0 0,0 0 0 0 0,-1-1 0 0 0,1 1 1 0 0,0-1-1 0 0,0 1 0 0 0,0-1 0 0 0,0 1 1 0 0,0-1-1 0 0,0 1 0 0 0,0-1 1 0 0,1 1-1 0 0,-1-1 0 0 0,0 1 0 0 0,0-1 1 0 0,0 1-1 0 0,0-1 0 0 0,1 1 1 0 0,-1-1-1 0 0,8-15-28 0 0,-3 11 22 0 0,-1 0 0 0 0,1 0 1 0 0,0 1-1 0 0,0-1 0 0 0,0 1 0 0 0,1 0 0 0 0,-1 1 0 0 0,1-1 0 0 0,0 1 1 0 0,0 0-1 0 0,0 0 0 0 0,1 1 0 0 0,-1 0 0 0 0,0 0 0 0 0,1 0 0 0 0,0 1 1 0 0,-1 0-1 0 0,1 1 0 0 0,0-1 0 0 0,-1 1 0 0 0,1 0 0 0 0,0 1 1 0 0,-1 0-1 0 0,10 2 0 0 0,-7-2 18 0 0,0 1 1 0 0,-1 1-1 0 0,0 0 1 0 0,0 0-1 0 0,1 0 1 0 0,-2 1-1 0 0,1 0 1 0 0,0 1-1 0 0,-1 0 1 0 0,0 0-1 0 0,0 0 1 0 0,0 1-1 0 0,-1 0 1 0 0,0 0-1 0 0,0 1 1 0 0,-1 0-1 0 0,1 0 1 0 0,5 11-1 0 0,-8-12 12 0 0,0 1 0 0 0,0-1-1 0 0,-1 1 1 0 0,0 0-1 0 0,0 0 1 0 0,-1 0-1 0 0,1 0 1 0 0,-2 0-1 0 0,1 0 1 0 0,-1 0 0 0 0,0 0-1 0 0,0 0 1 0 0,-1 0-1 0 0,0 0 1 0 0,-2 8-1 0 0,0-6 39 0 0,0-1-1 0 0,-1 1 1 0 0,0-1-1 0 0,0 1 1 0 0,-1-1-1 0 0,0 0 1 0 0,0-1-1 0 0,-1 1 1 0 0,0-1-1 0 0,-11 10 1 0 0,6-7 11 0 0,-1 0 1 0 0,-1-1 0 0 0,0 0-1 0 0,0-1 1 0 0,0-1 0 0 0,-1 0-1 0 0,0 0 1 0 0,-1-1-1 0 0,0-1 1 0 0,1-1 0 0 0,-1 0-1 0 0,-1-1 1 0 0,-24 2 0 0 0,13-4 5 0 0,-43-5 1 0 0,60 3-71 0 0,0-1 1 0 0,0 0-1 0 0,0 0 1 0 0,0-1-1 0 0,0-1 0 0 0,0 0 1 0 0,-10-5-1 0 0,19 8-72 0 0,0 1 0 0 0,0-1-1 0 0,-1 1 1 0 0,1-1-1 0 0,0 0 1 0 0,0 1 0 0 0,0-1-1 0 0,0 0 1 0 0,0 0-1 0 0,0 0 1 0 0,0 0 0 0 0,1 0-1 0 0,-1 0 1 0 0,0 0 0 0 0,0 0-1 0 0,1 0 1 0 0,-1 0-1 0 0,1 0 1 0 0,-1 0 0 0 0,1 0-1 0 0,-1-1 1 0 0,1 1 0 0 0,0 0-1 0 0,-1 0 1 0 0,1 0-1 0 0,0-1 1 0 0,0 1 0 0 0,0 0-1 0 0,0-1 1 0 0,0 1 0 0 0,0 0-1 0 0,0 0 1 0 0,1-1-1 0 0,-1 1 1 0 0,0 0 0 0 0,1 0-1 0 0,-1 0 1 0 0,1 0-1 0 0,-1-1 1 0 0,1 1 0 0 0,0 0-1 0 0,-1 0 1 0 0,1 0 0 0 0,0 0-1 0 0,0 0 1 0 0,0 0-1 0 0,0 0 1 0 0,1-1 0 0 0,5-4-759 0 0,0 0 0 0 0,0 1 1 0 0,1 0-1 0 0,-1 0 1 0 0,12-5-1 0 0,27-12-5083 0 0,-19 11 1200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8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34 188 0 0,'25'-31'16237'0'0,"-24"31"-16213"0"0,-1 0 0 0 0,0 0-1 0 0,1-1 1 0 0,-1 1 0 0 0,1 0 0 0 0,-1 0 0 0 0,0 0 0 0 0,1-1 0 0 0,-1 1 0 0 0,1 0-1 0 0,-1 0 1 0 0,0 0 0 0 0,1 0 0 0 0,-1 0 0 0 0,1 0 0 0 0,-1 0 0 0 0,1 0 0 0 0,-1 0-1 0 0,0 0 1 0 0,1 0 0 0 0,-1 0 0 0 0,1 0 0 0 0,-1 0 0 0 0,1 1 0 0 0,-1-1-1 0 0,0 0 1 0 0,1 0 0 0 0,0 1 0 0 0,13 10 468 0 0,7 17 90 0 0,-17-19-510 0 0,-1 0 0 0 0,0 0 0 0 0,0 0 1 0 0,-1 1-1 0 0,-1-1 0 0 0,0 0 0 0 0,0 1 0 0 0,0 0 0 0 0,-1-1 1 0 0,-1 1-1 0 0,0-1 0 0 0,0 1 0 0 0,-1-1 0 0 0,0 0 0 0 0,0 1 1 0 0,-6 12-1 0 0,1-5-22 0 0,0 0 1 0 0,-1-1-1 0 0,-1 0 1 0 0,0-1-1 0 0,-2 1 1 0 0,1-2-1 0 0,-24 25 1 0 0,34-39-47 0 0,-1 1 0 0 0,1-1 0 0 0,-1 1 1 0 0,1 0-1 0 0,-1-1 0 0 0,1 1 0 0 0,-1-1 1 0 0,0 1-1 0 0,1-1 0 0 0,-1 1 0 0 0,0-1 0 0 0,1 0 1 0 0,-1 1-1 0 0,0-1 0 0 0,0 0 0 0 0,1 1 0 0 0,-1-1 1 0 0,0 0-1 0 0,-1 0 0 0 0,2 0-3 0 0,-1-1 0 0 0,1 1 0 0 0,0 0 0 0 0,0-1 0 0 0,-1 1 0 0 0,1 0 0 0 0,0-1-1 0 0,0 1 1 0 0,0-1 0 0 0,0 1 0 0 0,-1 0 0 0 0,1-1 0 0 0,0 1 0 0 0,0-1 0 0 0,0 1 0 0 0,0-1 0 0 0,0 1 0 0 0,0 0 0 0 0,0-1 0 0 0,0 1 0 0 0,0-1-1 0 0,0 1 1 0 0,1-1 0 0 0,-1 1 0 0 0,10-34 6 0 0,4 10-35 0 0,1 1 1 0 0,1 0 0 0 0,24-26 0 0 0,62-58-60 0 0,-84 89 61 0 0,-3 5-24 0 0,-13 11 56 0 0,-1 10-14 0 0,-1-7 9 0 0,0 0 0 0 0,0 0 1 0 0,0 0-1 0 0,0 0 0 0 0,0 0 0 0 0,0-1 0 0 0,0 1 0 0 0,0 0 1 0 0,0 0-1 0 0,0 0 0 0 0,0 0 0 0 0,-1 0 0 0 0,1-1 0 0 0,0 1 1 0 0,0 0-1 0 0,-1 0 0 0 0,0 1 0 0 0,-28 48 264 0 0,-22 43 278 0 0,45-80-494 0 0,1 0 1 0 0,0 0 0 0 0,1 0 0 0 0,0 1 0 0 0,-2 18 0 0 0,5-29-42 0 0,1 0-1 0 0,0 0 1 0 0,-1 0-1 0 0,1 0 1 0 0,1 0 0 0 0,-1 0-1 0 0,0 0 1 0 0,1 0-1 0 0,-1 0 1 0 0,1 0 0 0 0,0 0-1 0 0,0 0 1 0 0,0 0 0 0 0,1 0-1 0 0,-1 0 1 0 0,1-1-1 0 0,-1 1 1 0 0,1 0 0 0 0,2 1-1 0 0,-1-1-5 0 0,0 0 0 0 0,0-1 0 0 0,1 0 0 0 0,-1 0 0 0 0,1 0 0 0 0,-1 0 0 0 0,1 0 0 0 0,0-1 0 0 0,0 1 0 0 0,-1-1 0 0 0,1 0 0 0 0,7 1-1 0 0,7-1-387 0 0,-1-1 0 0 0,0 0 0 0 0,0-1 0 0 0,0 0 0 0 0,27-7-1 0 0,15-5-5111 0 0,82-31-1 0 0,-93 27 250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8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66 1440 0 0,'-53'-1'11822'0'0,"34"1"-7932"0"0,7-2-1401 0 0,31 0 35 0 0,-2 0-2485 0 0,79-15 763 0 0,15-3-2867 0 0,-38 3-4327 0 0,-59 12 1608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8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10 2644 0 0,'-3'-1'2648'0'0,"-44"-6"10644"0"0,46 7-13290 0 0,0-1 233 0 0,0 1 0 0 0,-1 0 0 0 0,1 0 1 0 0,-1 0-1 0 0,1 0 0 0 0,0 0 0 0 0,-1 0 0 0 0,1 0 0 0 0,0 0 0 0 0,-1 0 0 0 0,1 1 1 0 0,0-1-1 0 0,-1 1 0 0 0,1-1 0 0 0,0 1 0 0 0,0-1 0 0 0,-1 1 0 0 0,1 0 0 0 0,0 0 1 0 0,0-1-1 0 0,0 1 0 0 0,0 0 0 0 0,0 0 0 0 0,0 0 0 0 0,0 0 0 0 0,0 0 1 0 0,0 2-1 0 0,-7 15 441 0 0,1 0 1 0 0,1 0 0 0 0,0 1 0 0 0,-3 22-1 0 0,-8 82-654 0 0,15-104-46 0 0,1-13-84 0 0,-4 56-2300 0 0,5-56 1596 0 0,0 0 0 0 0,1 0 0 0 0,-1 0 1 0 0,1 0-1 0 0,0 0 0 0 0,1-1 1 0 0,-1 1-1 0 0,4 7 0 0 0,3-2-1721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9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55 3036 0 0,'29'-45'16312'0'0,"-28"46"-16153"0"0,-1 0-1 0 0,1 0 0 0 0,-1 0 0 0 0,1 0 1 0 0,-1 0-1 0 0,1 0 0 0 0,-1 0 0 0 0,0 0 0 0 0,0 0 1 0 0,1 1-1 0 0,-1-1 0 0 0,0 0 0 0 0,0 0 1 0 0,0 0-1 0 0,0 0 0 0 0,0 0 0 0 0,-1 2 0 0 0,0 25 1073 0 0,1-26-1127 0 0,-1 11 101 0 0,1 1 0 0 0,0 0 0 0 0,1-1 0 0 0,0 1 0 0 0,1 0 0 0 0,1-1 0 0 0,4 17 0 0 0,-6-27-208 0 0,1 0 0 0 0,-1 1 1 0 0,0-1-1 0 0,1 0 1 0 0,0 0-1 0 0,0 0 0 0 0,0 0 1 0 0,0 0-1 0 0,0-1 1 0 0,0 1-1 0 0,1-1 0 0 0,-1 1 1 0 0,1-1-1 0 0,0 0 1 0 0,0 0-1 0 0,0 0 1 0 0,0 0-1 0 0,0-1 0 0 0,0 1 1 0 0,0-1-1 0 0,1 1 1 0 0,-1-1-1 0 0,0 0 0 0 0,1-1 1 0 0,-1 1-1 0 0,1-1 1 0 0,-1 1-1 0 0,1-1 0 0 0,-1 0 1 0 0,1 0-1 0 0,-1-1 1 0 0,8 0-1 0 0,-4-1-161 0 0,1 0-1 0 0,0-1 1 0 0,-1 1-1 0 0,0-1 1 0 0,1-1-1 0 0,-1 1 1 0 0,0-1 0 0 0,-1-1-1 0 0,1 1 1 0 0,-1-1-1 0 0,0 0 1 0 0,0-1-1 0 0,0 1 1 0 0,-1-1 0 0 0,10-13-1 0 0,-7 7 39 0 0,0-1-1 0 0,0-1 1 0 0,-1 1-1 0 0,-1-1 1 0 0,0 0-1 0 0,-1-1 0 0 0,4-21 1 0 0,-6 7 438 0 0,-3 29-301 0 0,0 0-1 0 0,0 0 0 0 0,0 0 0 0 0,0-1 0 0 0,0 1 0 0 0,0 0 1 0 0,0 0-1 0 0,0 0 0 0 0,0 0 0 0 0,0 0 0 0 0,0 0 0 0 0,0-1 1 0 0,0 1-1 0 0,0 0 0 0 0,0 0 0 0 0,0 0 0 0 0,0 0 0 0 0,0 0 1 0 0,-1 0-1 0 0,1 0 0 0 0,0-1 0 0 0,0 1 0 0 0,0 0 0 0 0,0 0 1 0 0,0 0-1 0 0,0 0 0 0 0,0 0 0 0 0,0 0 0 0 0,0 0 0 0 0,0 0 0 0 0,-1 0 1 0 0,1 0-1 0 0,0-1 0 0 0,0 1 0 0 0,0 0 0 0 0,0 0 0 0 0,0 0 1 0 0,0 0-1 0 0,0 0 0 0 0,-1 0 0 0 0,1 0 0 0 0,0 0 0 0 0,0 0 1 0 0,0 0-1 0 0,0 0 0 0 0,0 0 0 0 0,0 0 0 0 0,-1 0 0 0 0,1 0 1 0 0,0 0-1 0 0,-8 14 484 0 0,-6 22 784 0 0,2 1 0 0 0,-11 49 0 0 0,-6 80 434 0 0,20-115-1233 0 0,-4 33 101 0 0,-33 179 748 0 0,29-188-1007 0 0,-37 104 1 0 0,44-152-319 0 0,-1 0 1 0 0,-2-1-1 0 0,0-1 0 0 0,-2 0 0 0 0,-29 39 1 0 0,38-56 6 0 0,-1-1-1 0 0,0 0 1 0 0,-1 0 0 0 0,1-1 0 0 0,-1 0-1 0 0,-1 0 1 0 0,1-1 0 0 0,-17 8 0 0 0,19-11 6 0 0,0 0-1 0 0,-1 0 1 0 0,1 0 0 0 0,-1-1-1 0 0,0 0 1 0 0,0 0 0 0 0,1-1-1 0 0,-1 0 1 0 0,0 0 0 0 0,0 0-1 0 0,1-1 1 0 0,-1 0 0 0 0,0 0 0 0 0,-7-3-1 0 0,8 2-9 0 0,0 0 0 0 0,0-1 0 0 0,0 1 0 0 0,0-1 0 0 0,1 0 1 0 0,-1-1-1 0 0,1 1 0 0 0,0-1 0 0 0,0 0 0 0 0,1-1 0 0 0,-1 1 0 0 0,1-1 0 0 0,0 0 0 0 0,0 0 0 0 0,0 0 0 0 0,0 0 0 0 0,1-1 0 0 0,0 1 0 0 0,0-1 0 0 0,1 0 0 0 0,-3-7 0 0 0,3 3-26 0 0,0 0 0 0 0,0-1 0 0 0,1 1 0 0 0,0-1-1 0 0,1 1 1 0 0,0-1 0 0 0,1 1 0 0 0,0-1 0 0 0,0 1-1 0 0,1 0 1 0 0,1-1 0 0 0,3-11 0 0 0,4-4-367 0 0,2 1 0 0 0,0 0-1 0 0,1 0 1 0 0,2 2 0 0 0,0-1 0 0 0,2 2 0 0 0,0 0-1 0 0,40-38 1 0 0,-21 28-2628 0 0,46-34-1 0 0,45-17-8690 0 0,-97 65 3775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1932 0 0,'0'0'22275'0'0,"3"0"-21920"0"0,21-6-376 0 0,36-4-1 0 0,22-4-6887 0 0,-48 5-859 0 0,-16 2 330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0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63 109 2892 0 0,'-25'-7'12311'0'0,"9"-2"-6288"0"0,16-3-3565 0 0,9 4-2154 0 0,0 1 1 0 0,0 1-1 0 0,0 0 0 0 0,1 0 0 0 0,0 1 0 0 0,0 0 0 0 0,1 1 1 0 0,17-5-1 0 0,-4 2-194 0 0,0 1-1 0 0,48-4 1 0 0,-60 9-83 0 0,0 0 0 0 0,0 1-1 0 0,0 1 1 0 0,0 0 0 0 0,0 0 0 0 0,18 5 0 0 0,-27-5-20 0 0,-1 0 1 0 0,1 0 0 0 0,-1 0 0 0 0,1 0 0 0 0,-1 0 0 0 0,0 0 0 0 0,1 1-1 0 0,-1-1 1 0 0,0 1 0 0 0,0 0 0 0 0,0-1 0 0 0,0 1 0 0 0,0 0 0 0 0,0 0 0 0 0,-1 0-1 0 0,1 1 1 0 0,-1-1 0 0 0,1 0 0 0 0,-1 1 0 0 0,0-1 0 0 0,0 1 0 0 0,0-1-1 0 0,0 1 1 0 0,0-1 0 0 0,-1 1 0 0 0,1-1 0 0 0,-1 1 0 0 0,0 0 0 0 0,1-1 0 0 0,-1 1-1 0 0,0 0 1 0 0,-1 0 0 0 0,1-1 0 0 0,-2 6 0 0 0,-2 10 2 0 0,-1-1 0 0 0,-1 1-1 0 0,0-1 1 0 0,-2-1 0 0 0,0 1 0 0 0,-1-1 0 0 0,0 0 0 0 0,-12 14 0 0 0,-98 112-69 0 0,118-141 59 0 0,-33 36 162 0 0,-109 116 1258 0 0,125-127-1198 0 0,17-26-215 0 0,1 1 1 0 0,0-1 0 0 0,0 1 0 0 0,-1-1-1 0 0,1 1 1 0 0,0-1 0 0 0,0 1 0 0 0,0-1 0 0 0,0 1-1 0 0,0-1 1 0 0,0 1 0 0 0,0 0 0 0 0,0-1-1 0 0,0 1 1 0 0,0-1 0 0 0,0 1 0 0 0,0-1-1 0 0,0 1 1 0 0,1-1 0 0 0,-1 1 0 0 0,0 0 0 0 0,1 0 0 0 0,-1-1 0 0 0,1 0 0 0 0,0 1 0 0 0,-1-1 0 0 0,1 1 0 0 0,0-1 0 0 0,0 0 0 0 0,-1 1 0 0 0,1-1 0 0 0,0 0 0 0 0,0 0 0 0 0,-1 0 0 0 0,1 0 0 0 0,0 0 0 0 0,0 1 0 0 0,-1-1 0 0 0,1-1 0 0 0,0 1 0 0 0,0 0 0 0 0,1 0 0 0 0,134-21-559 0 0,3-9-6246 0 0,-81 17 1514 0 0,-29 6-337 0 0,0-1-3112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44 1512 0 0,'-42'-21'21183'0'0,"42"21"-21102"0"0,0 0 0 0 0,-1 0-1 0 0,1-1 1 0 0,0 1 0 0 0,0 0-1 0 0,-1 0 1 0 0,1 0-1 0 0,0 0 1 0 0,0-1 0 0 0,-1 1-1 0 0,1 0 1 0 0,0 0 0 0 0,0 0-1 0 0,0-1 1 0 0,0 1-1 0 0,-1 0 1 0 0,1-1 0 0 0,0 1-1 0 0,0 0 1 0 0,0 0 0 0 0,0-1-1 0 0,0 1 1 0 0,0 0-1 0 0,0-1 1 0 0,-1 1 0 0 0,1 0-1 0 0,0 0 1 0 0,0-1 0 0 0,0 1-1 0 0,0 0 1 0 0,0-1 0 0 0,1 1-1 0 0,-1 0 1 0 0,0-1-1 0 0,0 1 1 0 0,0 0 0 0 0,0 0-1 0 0,0-1 1 0 0,0 1 0 0 0,0 0-1 0 0,0 0 1 0 0,1-1-1 0 0,-1 1 1 0 0,0 0 0 0 0,0 0-1 0 0,0-1 1 0 0,1 1 0 0 0,-1 0-1 0 0,0 0 1 0 0,0 0-1 0 0,1-1 1 0 0,-1 1 0 0 0,0 0-1 0 0,0 0 1 0 0,1 0 0 0 0,-1 0-1 0 0,1-1 1 0 0,13-2 211 0 0,0 1 0 0 0,1 0 0 0 0,-1 0 0 0 0,27 2 0 0 0,55 9-121 0 0,-93-8-185 0 0,0-1-1 0 0,0 1 0 0 0,1 0 1 0 0,-1-1-1 0 0,0 1 0 0 0,0 0 1 0 0,0 1-1 0 0,0-1 0 0 0,0 1 1 0 0,4 2-1 0 0,-6-3 10 0 0,-1 0 1 0 0,1 0 0 0 0,0 0-1 0 0,-1-1 1 0 0,1 1-1 0 0,-1 0 1 0 0,0 0-1 0 0,1 0 1 0 0,-1 0 0 0 0,0 0-1 0 0,1 0 1 0 0,-1 0-1 0 0,0 0 1 0 0,0 0-1 0 0,0-1 1 0 0,0 1 0 0 0,0 0-1 0 0,0 0 1 0 0,0 0-1 0 0,0 0 1 0 0,0 0-1 0 0,-1 0 1 0 0,1 0 0 0 0,0 0-1 0 0,-1 0 1 0 0,1 0-1 0 0,0 0 1 0 0,-1 0-1 0 0,1-1 1 0 0,-1 1 0 0 0,1 0-1 0 0,-1 0 1 0 0,-1 1-1 0 0,-18 24-13 0 0,-2 0 0 0 0,0-2-1 0 0,-2 0 1 0 0,-30 24 0 0 0,-43 42 1423 0 0,82-74-1127 0 0,8-10-164 0 0,1 1 0 0 0,0 0 0 0 0,0 0 0 0 0,-9 15 0 0 0,15-22-107 0 0,0 1 1 0 0,0-1-1 0 0,-1 0 0 0 0,1 1 1 0 0,0-1-1 0 0,0 1 0 0 0,0-1 1 0 0,-1 0-1 0 0,1 1 1 0 0,0-1-1 0 0,0 1 0 0 0,0-1 1 0 0,0 1-1 0 0,0-1 0 0 0,0 1 1 0 0,0-1-1 0 0,0 1 1 0 0,0-1-1 0 0,0 1 0 0 0,0-1 1 0 0,1 0-1 0 0,-1 1 0 0 0,0-1 1 0 0,0 1-1 0 0,0-1 1 0 0,0 1-1 0 0,1-1 0 0 0,-1 0 1 0 0,0 1-1 0 0,0-1 0 0 0,1 0 1 0 0,-1 1-1 0 0,0-1 1 0 0,1 0-1 0 0,0 1 0 0 0,19 4 156 0 0,17-9-107 0 0,-36 4-62 0 0,25-5-366 0 0,-1-1 1 0 0,30-12-1 0 0,47-23-4531 0 0,-47 17 1295 0 0,67-30-7497 0 0,-76 33 2909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0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56 1332 0 0,'-8'-5'25418'0'0,"16"0"-25184"0"0,1 1 0 0 0,0 0-1 0 0,1 1 1 0 0,-1 0-1 0 0,1 0 1 0 0,-1 1-1 0 0,16-2 1 0 0,5-2-833 0 0,8-2-2277 0 0,5-1-5373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0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1 480 0 0,'-60'43'10994'0'0,"44"-33"-6925"0"0,1 1 0 0 0,-25 22 556 0 0,55-31-3545 0 0,161-36-2804 0 0,-86 12-2921 0 0,-2-2-3336 0 0,-40 10-582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0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117 112 2836 0 0,'-18'-1'7414'0'0,"-32"-5"-1"0"0,18 1-1011 0 0,31 5-6255 0 0,0 0 0 0 0,0 0 0 0 0,0 0 0 0 0,1-1 0 0 0,-1 1 0 0 0,0 0 0 0 0,0 0 1 0 0,0 0-1 0 0,0-1 0 0 0,0 1 0 0 0,1 0 0 0 0,-1-1 0 0 0,0 1 0 0 0,0-1 0 0 0,1 1 0 0 0,-1-1 0 0 0,-1 0 0 0 0,1-5 717 0 0,11 1-739 0 0,85-21 411 0 0,-27 8-1513 0 0,-23 5-2477 0 0,27-13-10757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1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79 110 3540 0 0,'-8'-16'18499'0'0,"10"12"-18201"0"0,0 0-1 0 0,0 1 1 0 0,1-1 0 0 0,-1 1 0 0 0,1-1 0 0 0,-1 1 0 0 0,1 0 0 0 0,0 0 0 0 0,0 0 0 0 0,1 1-1 0 0,-1-1 1 0 0,0 1 0 0 0,1-1 0 0 0,0 1 0 0 0,-1 0 0 0 0,1 1 0 0 0,5-3 0 0 0,13-4-50 0 0,39-10 1 0 0,-57 17-154 0 0,13-3-40 0 0,0 1-1 0 0,1 0 1 0 0,-1 1-1 0 0,30 1 0 0 0,-41 1-37 0 0,1 1 0 0 0,-1 0 0 0 0,0 0-1 0 0,1 0 1 0 0,-1 1 0 0 0,12 5 0 0 0,-15-5-1 0 0,0-1 0 0 0,0 1 0 0 0,0 0 1 0 0,0 0-1 0 0,0 0 0 0 0,-1 1 1 0 0,1-1-1 0 0,-1 1 0 0 0,0-1 0 0 0,1 1 1 0 0,-1 0-1 0 0,0 0 0 0 0,2 5 1 0 0,-2-4 5 0 0,-1 0 0 0 0,0 0 1 0 0,-1 1-1 0 0,1-1 1 0 0,-1 0-1 0 0,1 0 0 0 0,-1 0 1 0 0,0 0-1 0 0,-1 0 0 0 0,1 0 1 0 0,-1 1-1 0 0,0-1 1 0 0,0 0-1 0 0,0 0 0 0 0,-1-1 1 0 0,1 1-1 0 0,-5 7 0 0 0,-3 6 119 0 0,-1 0-1 0 0,-16 21 0 0 0,24-35-111 0 0,-21 25 319 0 0,-1 0 0 0 0,-42 37 1 0 0,-64 43 819 0 0,74-63-740 0 0,35-28-225 0 0,12-10-133 0 0,-1 0 1 0 0,1 1-1 0 0,-11 12 1 0 0,20-19-63 0 0,-1-1-1 0 0,1 1 1 0 0,0 0 0 0 0,-1-1-1 0 0,1 1 1 0 0,0-1 0 0 0,-1 1 0 0 0,1 0-1 0 0,0-1 1 0 0,0 1 0 0 0,0 0-1 0 0,0 0 1 0 0,0-1 0 0 0,0 1-1 0 0,0 0 1 0 0,0-1 0 0 0,0 1 0 0 0,0 0-1 0 0,0-1 1 0 0,0 1 0 0 0,0 1-1 0 0,1-2-6 0 0,0 1-1 0 0,0 0 1 0 0,0 0-1 0 0,0 0 1 0 0,0-1-1 0 0,0 1 1 0 0,0-1-1 0 0,0 1 0 0 0,0-1 1 0 0,0 1-1 0 0,1-1 1 0 0,-1 1-1 0 0,0-1 1 0 0,0 0-1 0 0,0 0 1 0 0,1 0-1 0 0,-1 1 1 0 0,0-1-1 0 0,0-1 1 0 0,2 1-1 0 0,2 0-1 0 0,19 1 1 0 0,0-1 0 0 0,0-2 0 0 0,0 0 0 0 0,0-1 0 0 0,26-8 0 0 0,-19 5 0 0 0,46-8-6600 0 0,137-45-1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2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204 107 1692 0 0,'-3'0'1814'0'0,"-8"-2"-76"0"0,0 1 0 0 0,1-1 0 0 0,-1-1-1 0 0,-14-5 1 0 0,24 7-1675 0 0,0 1-1 0 0,0 0 0 0 0,0-1 1 0 0,0 1-1 0 0,0 0 1 0 0,0-1-1 0 0,0 0 1 0 0,0 1-1 0 0,0-1 0 0 0,0 1 1 0 0,0-1-1 0 0,1 0 1 0 0,-1 0-1 0 0,0 1 1 0 0,1-1-1 0 0,-1 0 0 0 0,0 0 1 0 0,1 0-1 0 0,-1 0 1 0 0,1 0-1 0 0,-1 0 1 0 0,1 0-1 0 0,0 0 0 0 0,-1 0 1 0 0,1 0-1 0 0,0 0 1 0 0,0 0-1 0 0,0 0 1 0 0,0 0-1 0 0,0 0 0 0 0,0 0 1 0 0,0 0-1 0 0,0 0 1 0 0,0 0-1 0 0,0 0 1 0 0,1 0-1 0 0,-1 0 0 0 0,0 0 1 0 0,1 0-1 0 0,-1 0 1 0 0,0 0-1 0 0,1 0 1 0 0,0 0-1 0 0,-1 0 0 0 0,1 0 1 0 0,-1 0-1 0 0,2-1 1 0 0,2-2 11 0 0,-1 0 1 0 0,1 1 0 0 0,0-1-1 0 0,0 1 1 0 0,1-1 0 0 0,-1 1-1 0 0,10-5 1 0 0,-8 5-48 0 0,1 1 1 0 0,0-1 0 0 0,0 1-1 0 0,0 1 1 0 0,0-1 0 0 0,0 1-1 0 0,0 0 1 0 0,0 1 0 0 0,0-1-1 0 0,1 1 1 0 0,-1 1 0 0 0,0 0-1 0 0,0 0 1 0 0,0 0 0 0 0,0 1-1 0 0,0-1 1 0 0,0 2 0 0 0,0-1-1 0 0,-1 1 1 0 0,1 0 0 0 0,-1 1-1 0 0,0-1 1 0 0,9 8 0 0 0,-9-6-16 0 0,0 0 1 0 0,0 0 0 0 0,-1 1 0 0 0,1-1-1 0 0,-1 2 1 0 0,-1-1 0 0 0,1 0 0 0 0,-1 1-1 0 0,0 0 1 0 0,-1 0 0 0 0,0 0-1 0 0,0 0 1 0 0,0 0 0 0 0,-1 1 0 0 0,0-1-1 0 0,0 1 1 0 0,-1 0 0 0 0,0-1 0 0 0,-1 1-1 0 0,1 0 1 0 0,-2 13 0 0 0,-3 0 2 0 0,0 0 0 0 0,-2-1 0 0 0,0 1-1 0 0,-1-1 1 0 0,-1 0 0 0 0,0-1 0 0 0,-2 0 0 0 0,-1 0 0 0 0,-13 18 0 0 0,4-9 23 0 0,-2 0 1 0 0,-1-2-1 0 0,-1-1 1 0 0,-48 40-1 0 0,58-53 241 0 0,0-2-1 0 0,0 0 0 0 0,-1-1 0 0 0,-1 0 1 0 0,1-1-1 0 0,-1-1 0 0 0,-29 9 0 0 0,42-15-134 0 0,0-5-75 0 0,0 0-55 0 0,11 0 12 0 0,4 0-9 0 0,-1 1-1 0 0,1 0 1 0 0,0 1-1 0 0,0 1 1 0 0,0 0 0 0 0,0 0-1 0 0,0 1 1 0 0,0 1-1 0 0,18 3 1 0 0,13 4-186 0 0,54 17 1 0 0,-36-7-931 0 0,-53-16 715 0 0,90 21-3601 0 0,-32-15-2706 0 0,-43-6 1872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3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49 100 1432 0 0,'-8'-21'3803'0'0,"4"15"-2395"0"0,1-1 1 0 0,1 0-1 0 0,0 0 1 0 0,0-1-1 0 0,0 1 1 0 0,-1-13-1 0 0,3 19-1342 0 0,0 0 1 0 0,0 1-1 0 0,0-1 0 0 0,0 0 0 0 0,1 1 0 0 0,-1-1 1 0 0,0 0-1 0 0,0 1 0 0 0,0-1 0 0 0,1 0 1 0 0,-1 1-1 0 0,0-1 0 0 0,1 0 0 0 0,-1 1 0 0 0,1-1 1 0 0,-1 1-1 0 0,1-1 0 0 0,-1 1 0 0 0,1-1 1 0 0,-1 1-1 0 0,1-1 0 0 0,-1 1 0 0 0,1-1 1 0 0,0 1-1 0 0,-1 0 0 0 0,1-1 0 0 0,0 1 0 0 0,-1 0 1 0 0,1 0-1 0 0,0-1 0 0 0,-1 1 0 0 0,1 0 1 0 0,0 0-1 0 0,-1 0 0 0 0,1 0 0 0 0,0 0 0 0 0,0 0 1 0 0,-1 0-1 0 0,1 0 0 0 0,0 0 0 0 0,-1 0 1 0 0,1 1-1 0 0,0-1 0 0 0,1 1 0 0 0,1-1 62 0 0,0 1-1 0 0,0 0 1 0 0,0 0-1 0 0,0 0 1 0 0,0 1-1 0 0,0-1 1 0 0,0 1-1 0 0,4 2 1 0 0,-3 1-59 0 0,1 0 1 0 0,-1 1-1 0 0,0-1 1 0 0,0 1-1 0 0,-1 0 1 0 0,0 0-1 0 0,0 0 1 0 0,0 1-1 0 0,0-1 1 0 0,-1 0-1 0 0,-1 1 1 0 0,1 0-1 0 0,-1-1 1 0 0,0 1-1 0 0,0 0 1 0 0,-1 0-1 0 0,0 0 1 0 0,0 0-1 0 0,-1 6 1 0 0,-2 8-7 0 0,0 0 1 0 0,-1-1 0 0 0,-1 0-1 0 0,-15 39 1 0 0,13-42-19 0 0,-1 0-1 0 0,-1 0 1 0 0,0-1 0 0 0,-1 0 0 0 0,-16 19 0 0 0,13-24 42 0 0,13-11-86 0 0,-1-1-1 0 0,1 1 0 0 0,0 0 1 0 0,0 0-1 0 0,0 0 0 0 0,0 0 1 0 0,-1 0-1 0 0,1-1 0 0 0,0 1 1 0 0,0 0-1 0 0,0 0 0 0 0,0 0 1 0 0,0-1-1 0 0,-1 1 0 0 0,1 0 1 0 0,0 0-1 0 0,0 0 0 0 0,0-1 0 0 0,0 1 1 0 0,0 0-1 0 0,0 0 0 0 0,0 0 1 0 0,0-1-1 0 0,0 1 0 0 0,0 0 1 0 0,0 0-1 0 0,0-1 0 0 0,0 1 1 0 0,0 0-1 0 0,0 0 0 0 0,0 0 1 0 0,0-1-1 0 0,0 1 0 0 0,0 0 1 0 0,1-1-1 0 0,0-3-5 0 0,0 0 0 0 0,0 0 0 0 0,0 0 0 0 0,1 1 1 0 0,4-8-1 0 0,25-34-50 0 0,60-68 1 0 0,48-31-37 0 0,-133 138 75 0 0,6-6-33 0 0,-12 12 48 0 0,1-1 0 0 0,-1 1 0 0 0,0 0 0 0 0,0 0 0 0 0,1 0 1 0 0,-1 0-1 0 0,0-1 0 0 0,1 1 0 0 0,-1 0 0 0 0,0 0 0 0 0,1 0 1 0 0,-1 0-1 0 0,0 0 0 0 0,1 0 0 0 0,-1 0 0 0 0,0 0 0 0 0,1 0 1 0 0,-1 0-1 0 0,0 0 0 0 0,1 0 0 0 0,-1 0 0 0 0,0 0 0 0 0,1 0 1 0 0,-1 0-1 0 0,0 0 0 0 0,1 0 0 0 0,-1 0 0 0 0,0 0 0 0 0,0 1 1 0 0,1-1-1 0 0,-1 0 0 0 0,0 0 0 0 0,1 1 0 0 0,-1 1 2 0 0,0 1 0 0 0,0-1 0 0 0,-1 1 0 0 0,1-1 0 0 0,0 1 0 0 0,-1-1 0 0 0,0 1 0 0 0,0-1 0 0 0,0 0-1 0 0,0 1 1 0 0,0-1 0 0 0,-2 4 0 0 0,-24 46 451 0 0,-25 69-1 0 0,47-109-348 0 0,1-1 0 0 0,1 1 0 0 0,0-1 0 0 0,0 1 0 0 0,2 0 0 0 0,-1 0 0 0 0,1 17-1 0 0,1-25-85 0 0,0-1 0 0 0,0 1 0 0 0,1 0-1 0 0,0-1 1 0 0,-1 1 0 0 0,1 0 0 0 0,1-1-1 0 0,-1 1 1 0 0,0-1 0 0 0,1 1 0 0 0,0-1-1 0 0,0 0 1 0 0,0 0 0 0 0,0 0 0 0 0,0 0-1 0 0,0 0 1 0 0,1 0 0 0 0,0 0-1 0 0,-1-1 1 0 0,1 0 0 0 0,0 1 0 0 0,0-1-1 0 0,1 0 1 0 0,-1 0 0 0 0,0-1 0 0 0,1 1-1 0 0,-1-1 1 0 0,4 2 0 0 0,12 2-237 0 0,0-1-1 0 0,0-1 1 0 0,0-1 0 0 0,0 0 0 0 0,0-1 0 0 0,28-3 0 0 0,115-20-4476 0 0,-155 20 4463 0 0,105-22-6904 0 0,-57 9-51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3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64 2084 0 0,'-56'-2'11454'0'0,"25"2"-6452"0"0,28 0-4160 0 0,0 0-158 0 0,-10 0 2021 0 0,15-1-2314 0 0,163-31 978 0 0,-53 15-5973 0 0,-57 9-945 0 0,-40 5 811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4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20 2816 0 0,'-11'-5'4234'0'0,"0"0"0"0"0,-21-5 1994 0 0,29 11-5388 0 0,1-1-698 0 0,1 0 1 0 0,0 0-1 0 0,-1 1 0 0 0,1-1 1 0 0,0 1-1 0 0,-1-1 1 0 0,1 1-1 0 0,0 0 0 0 0,0-1 1 0 0,0 1-1 0 0,-1 0 1 0 0,1 0-1 0 0,0 0 0 0 0,0 0 1 0 0,0 0-1 0 0,0 0 1 0 0,1 0-1 0 0,-1 0 0 0 0,0 0 1 0 0,0 0-1 0 0,1 0 1 0 0,-1 1-1 0 0,0-1 1 0 0,1 0-1 0 0,-1 1 0 0 0,1-1 1 0 0,0 0-1 0 0,-1 1 1 0 0,1-1-1 0 0,0 0 0 0 0,0 3 1 0 0,-27 153 3057 0 0,-10 66-3974 0 0,34-167-2344 0 0,6-28-718 0 0,7-6-4809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4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113 168 2416 0 0,'-5'-157'20543'0'0,"5"155"-20075"0"0,0 2-401 0 0,0-1 0 0 0,0 1 0 0 0,0 0 0 0 0,0-1 0 0 0,0 1-1 0 0,0 0 1 0 0,0-1 0 0 0,0 1 0 0 0,0 0 0 0 0,-1-1 0 0 0,1 1-1 0 0,0 0 1 0 0,0-1 0 0 0,0 1 0 0 0,0 0 0 0 0,-1-1-1 0 0,1 1 1 0 0,0 0 0 0 0,0 0 0 0 0,0-1 0 0 0,-1 1 0 0 0,1 0-1 0 0,0 0 1 0 0,-1-1 0 0 0,1 1 0 0 0,-1 0 0 0 0,-2 6 96 0 0,1 1 1 0 0,-1 0-1 0 0,1-1 1 0 0,1 1 0 0 0,-1 0-1 0 0,1 0 1 0 0,0 0-1 0 0,0 8 1 0 0,-2 13 209 0 0,-36 120 807 0 0,23-93-892 0 0,-9 57 0 0 0,23-106-271 0 0,1 0 1 0 0,1 0-1 0 0,-1 0 0 0 0,1 0 0 0 0,0 0 0 0 0,1 0 0 0 0,1 10 0 0 0,-1-14-15 0 0,0 0 0 0 0,-1 0 0 0 0,1 0 0 0 0,0-1 0 0 0,0 1 0 0 0,0 0 0 0 0,0 0 0 0 0,1-1 0 0 0,-1 1 0 0 0,0-1-1 0 0,1 1 1 0 0,-1-1 0 0 0,1 0 0 0 0,0 1 0 0 0,-1-1 0 0 0,1 0 0 0 0,0 0 0 0 0,0 0 0 0 0,-1 0 0 0 0,1 0-1 0 0,0-1 1 0 0,0 1 0 0 0,0-1 0 0 0,0 1 0 0 0,4 0 0 0 0,4-1-150 0 0,0 1 0 0 0,1-1 0 0 0,-1 0 0 0 0,0-1 0 0 0,0 0 0 0 0,0-1-1 0 0,0 0 1 0 0,0-1 0 0 0,0 0 0 0 0,-1 0 0 0 0,1-1 0 0 0,-1 0 0 0 0,0-1 0 0 0,0 0 0 0 0,9-7 0 0 0,-5 3-86 0 0,0-1-1 0 0,-1 0 1 0 0,0-1 0 0 0,-1 0 0 0 0,0-1 0 0 0,-1 0-1 0 0,0-1 1 0 0,15-26 0 0 0,-23 35 256 0 0,1 0 1 0 0,-1 0-1 0 0,0-1 1 0 0,-1 1-1 0 0,1-1 1 0 0,-1 1-1 0 0,0-1 1 0 0,0 0-1 0 0,0 1 1 0 0,-1-1-1 0 0,0 0 1 0 0,0 0-1 0 0,0 1 1 0 0,0-1-1 0 0,-1 0 1 0 0,0 0-1 0 0,-1-5 1 0 0,1 9 15 0 0,1 1 1 0 0,0-1-1 0 0,0 0 1 0 0,-1 1 0 0 0,1 0-1 0 0,0-1 1 0 0,-1 1-1 0 0,1-1 1 0 0,-1 1 0 0 0,1-1-1 0 0,-1 1 1 0 0,1 0-1 0 0,-1-1 1 0 0,1 1 0 0 0,-1 0-1 0 0,1 0 1 0 0,-1-1-1 0 0,1 1 1 0 0,-1 0 0 0 0,1 0-1 0 0,-1 0 1 0 0,0-1-1 0 0,1 1 1 0 0,-1 0-1 0 0,1 0 1 0 0,-1 0 0 0 0,0 0-1 0 0,1 0 1 0 0,-1 0-1 0 0,1 1 1 0 0,-1-1 0 0 0,1 0-1 0 0,-1 0 1 0 0,0 0-1 0 0,1 0 1 0 0,-1 1 0 0 0,1-1-1 0 0,-1 0 1 0 0,1 1-1 0 0,-1-1 1 0 0,1 0 0 0 0,-1 1-1 0 0,1-1 1 0 0,-1 1-1 0 0,-20 16 681 0 0,7 1-374 0 0,1 1 1 0 0,0 1-1 0 0,2 0 0 0 0,1 1 0 0 0,-10 26 0 0 0,-32 112-113 0 0,52-159-236 0 0,-26 107-537 0 0,19-53-1857 0 0,9 0-3482 0 0,3-34 2301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5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55 1740 0 0,'12'-50'19895'0'0,"-11"50"-19792"0"0,0 1 0 0 0,-1-1 0 0 0,1 1 1 0 0,0-1-1 0 0,-1 1 0 0 0,1-1 0 0 0,-1 1 1 0 0,1 0-1 0 0,-1 0 0 0 0,1-1 0 0 0,-1 1 0 0 0,1 0 1 0 0,-1 0-1 0 0,0-1 0 0 0,1 1 0 0 0,-1 0 1 0 0,0 1-1 0 0,7 49 2139 0 0,6 26-1004 0 0,-11-69-1205 0 0,0 0 0 0 0,1 0 1 0 0,0 0-1 0 0,1 0 1 0 0,0 0-1 0 0,0-1 1 0 0,6 8-1 0 0,-9-14-34 0 0,0 0 0 0 0,0 0 0 0 0,1 0-1 0 0,-1-1 1 0 0,0 1 0 0 0,0-1 0 0 0,1 1-1 0 0,-1-1 1 0 0,0 1 0 0 0,1-1-1 0 0,-1 0 1 0 0,0 1 0 0 0,1-1 0 0 0,-1 0-1 0 0,0 0 1 0 0,1 0 0 0 0,-1 0-1 0 0,1 0 1 0 0,0-1 0 0 0,25-4-266 0 0,-21 2 162 0 0,0-1 1 0 0,-1 1 0 0 0,1-1-1 0 0,-1 0 1 0 0,0 0-1 0 0,0 0 1 0 0,0-1 0 0 0,0 0-1 0 0,-1 0 1 0 0,0 0-1 0 0,0 0 1 0 0,0-1 0 0 0,-1 1-1 0 0,3-7 1 0 0,4-9-131 0 0,-2 1 0 0 0,11-38 0 0 0,-10 16 202 0 0,-9 39 475 0 0,-1 5-354 0 0,-1 0 1 0 0,1-1 0 0 0,0 1-1 0 0,-1 0 1 0 0,1 0-1 0 0,0 0 1 0 0,0 0 0 0 0,0 0-1 0 0,1 1 1 0 0,-2 1 0 0 0,2-3-24 0 0,-25 87 2602 0 0,-28 180 0 0 0,22-95-1419 0 0,25-141-1230 0 0,-61 244 38 0 0,57-242-59 0 0,-3-1 1 0 0,0 0-1 0 0,-2-1 1 0 0,-2-1-1 0 0,-38 57 1 0 0,50-82 2 0 0,0 0 0 0 0,0 0 0 0 0,0-1 0 0 0,0 0 0 0 0,-1 0 0 0 0,0 0 0 0 0,0-1 0 0 0,-1 0 0 0 0,1 0 0 0 0,-1 0 0 0 0,1-1 0 0 0,-1 0 0 0 0,0 0 0 0 0,-10 1 0 0 0,12-3 0 0 0,-1 0 0 0 0,1 0 0 0 0,0-1 0 0 0,-1 0 0 0 0,1 0 0 0 0,-1-1 0 0 0,1 0 0 0 0,-1 0 0 0 0,1 0 0 0 0,0 0 0 0 0,-1-1 0 0 0,1 0 0 0 0,0 0 0 0 0,0 0 0 0 0,0-1 0 0 0,0 1 0 0 0,1-1 0 0 0,-1-1 0 0 0,1 1 0 0 0,-4-4 0 0 0,3 2-7 0 0,0 1 0 0 0,0-1 1 0 0,1 0-1 0 0,0 0 0 0 0,0-1 0 0 0,0 1 0 0 0,1-1 1 0 0,-1 0-1 0 0,2 0 0 0 0,-1 0 0 0 0,0 0 1 0 0,1 0-1 0 0,0-1 0 0 0,1 1 0 0 0,-1-8 0 0 0,1 5-23 0 0,1-1 0 0 0,0 0 1 0 0,1 0-1 0 0,0 1 0 0 0,0-1 0 0 0,1 0 0 0 0,0 1 0 0 0,1 0 0 0 0,5-13 0 0 0,3-2-115 0 0,1 0 0 0 0,2 1 0 0 0,0 1 0 0 0,1 0 0 0 0,2 1 0 0 0,29-31 0 0 0,-3 11-3367 0 0,95-71 0 0 0,-39 45-1767 0 0,1 4-3633 0 0,-60 38 1187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5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9 104 816 0 0,'-8'-5'17543'0'0,"28"0"-14696"0"0,37-8-3660 0 0,-35 8 1679 0 0,13-2-997 0 0,66-17-287 0 0,-54 5-3185 0 0,-38 15 1541 0 0,-1-1 1 0 0,1 0 0 0 0,7-6-1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5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2 1548 0 0,'-3'-1'2394'0'0,"1"1"-1818"0"0,0 0-1 0 0,0 0 0 0 0,-1 0 0 0 0,1 0 1 0 0,0 0-1 0 0,0 0 0 0 0,0 1 0 0 0,-1-1 0 0 0,1 1 1 0 0,0 0-1 0 0,0-1 0 0 0,0 1 0 0 0,0 0 1 0 0,0 0-1 0 0,0 0 0 0 0,1 1 0 0 0,-1-1 1 0 0,0 0-1 0 0,0 1 0 0 0,-1 1 0 0 0,0 1 155 0 0,-1 0-1 0 0,1 1 0 0 0,1-1 0 0 0,-1 1 1 0 0,1-1-1 0 0,-1 1 0 0 0,-2 10 1 0 0,-24 97 4264 0 0,0 61-3654 0 0,23-135-1200 0 0,6-35-156 0 0,-3 18-1319 0 0,-1 34 0 0 0,4-48 114 0 0,0 0 1 0 0,1 0-1 0 0,0 0 0 0 0,0-1 1 0 0,3 9-1 0 0,-4-15 1047 0 0,0 1 1 0 0,1-1-1 0 0,-1 1 1 0 0,0-1-1 0 0,1 1 0 0 0,-1-1 1 0 0,0 1-1 0 0,1-1 1 0 0,-1 1-1 0 0,1-1 0 0 0,-1 1 1 0 0,1-1-1 0 0,-1 0 1 0 0,1 1-1 0 0,-1-1 1 0 0,1 0-1 0 0,-1 1 0 0 0,2-1 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2292 0 0,'3'-17'5691'0'0,"0"1"0"0"0,-1-1 0 0 0,-1-25 1123 0 0,-1 41-6654 0 0,1-1 1 0 0,-1 1-1 0 0,0 0 0 0 0,1-1 0 0 0,-1 1 1 0 0,1-1-1 0 0,0 1 0 0 0,-1 0 0 0 0,1 0 1 0 0,1-3-1 0 0,21-2-14 0 0,0 0 0 0 0,35-4-1 0 0,8-2-105 0 0,92-22 30 0 0,-102 23-42 0 0,-54 11-6 0 0,1-1-54 0 0,6 0 38 0 0,-6 1-44 0 0,-1 0-22 0 0,9 0 53 0 0,-8 0-40 0 0,2 12 85 0 0,-7 7 497 0 0,-1 0-1 0 0,0 0 0 0 0,-2 0 0 0 0,0 0 1 0 0,-8 18-1 0 0,-5 21 440 0 0,-19 56-883 0 0,-67 143 0 0 0,52-136-85 0 0,40-92-165 0 0,9-24-746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8 203 148 0 0,'-5'-42'15373'0'0,"3"28"-11451"0"0,2 12-3696 0 0,0 0 1 0 0,0 1-1 0 0,0-1 0 0 0,0 0 1 0 0,1 0-1 0 0,-1 0 0 0 0,1 1 0 0 0,-1-1 1 0 0,1 0-1 0 0,0 1 0 0 0,0-1 1 0 0,-1 0-1 0 0,1 1 0 0 0,0-1 0 0 0,1 1 1 0 0,-1-1-1 0 0,0 1 0 0 0,0 0 1 0 0,2-2-1 0 0,29-22 1107 0 0,-30 23-1203 0 0,20-11 90 0 0,-1 2 0 0 0,1 0 0 0 0,1 2 0 0 0,-1 0 0 0 0,26-5 0 0 0,-8 1-116 0 0,-11 8-62 0 0,-27 5-39 0 0,-1 0 0 0 0,0 0 0 0 0,1 0 0 0 0,-1 0 0 0 0,0 0 0 0 0,1 0 0 0 0,-1 0 0 0 0,0 1 0 0 0,0-1 0 0 0,1 0 0 0 0,-1 1 0 0 0,0-1 0 0 0,0 1 0 0 0,0 0 0 0 0,0-1 0 0 0,0 1 0 0 0,1 0 0 0 0,0 1 0 0 0,-1-1 0 0 0,-1 1-1 0 0,0-1 0 0 0,1 0 1 0 0,-1 0-1 0 0,0 1 1 0 0,0-1-1 0 0,0 0 0 0 0,1 0 1 0 0,-2 1-1 0 0,1-1 1 0 0,0 0-1 0 0,0 1 1 0 0,0-1-1 0 0,0 0 0 0 0,-1 0 1 0 0,0 2-1 0 0,-8 21 25 0 0,-17 21 936 0 0,-2-2 0 0 0,-2 0 0 0 0,-46 50 0 0 0,-31 43 929 0 0,103-132-1892 0 0,3-3 0 0 0,-1 0 0 0 0,1 0 0 0 0,0 1 0 0 0,1-1 0 0 0,-1 0 0 0 0,0 0 0 0 0,0 1 0 0 0,0-1 0 0 0,1 0 0 0 0,-1 1 0 0 0,0-1 0 0 0,1 0 0 0 0,-1 4 0 0 0,-1 5 0 0 0,4-4 0 0 0,12-3 0 0 0,-2-4-253 0 0,1 0 0 0 0,0-1 0 0 0,-1-1 0 0 0,0 0 0 0 0,1-1 0 0 0,-1 0 0 0 0,-1-1 0 0 0,16-8 1 0 0,8-2-560 0 0,139-61-8416 0 0,-85 36 605 0 0,-35 16-801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6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53 3008 0 0,'-37'10'11848'0'0,"13"-4"-2118"0"0,46-17-8364 0 0,4 1-1391 0 0,0 1 0 0 0,1 2-1 0 0,54-8 1 0 0,-19 3-3877 0 0,-46 10 1907 0 0,7 0-5329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7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2 148 0 0,'-47'38'9628'0'0,"-17"16"3710"0"0,64-53-13280 0 0,1-1-1 0 0,-1 1 1 0 0,0-1-1 0 0,1 1 1 0 0,-1-1-1 0 0,0 1 1 0 0,1-1 0 0 0,-1 1-1 0 0,0-1 1 0 0,1 0-1 0 0,-1 1 1 0 0,1-1-1 0 0,-1 0 1 0 0,1 1-1 0 0,-1-1 1 0 0,1 0-1 0 0,0 1 1 0 0,0-1 0 0 0,20-1 38 0 0,0 0 1 0 0,25-6 0 0 0,90-28-5767 0 0,-30-3-3988 0 0,-65 19 2892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1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163 352 2756 0 0,'1'-10'22944'0'0,"-1"4"-22199"0"0,0 0 1 0 0,0 0-1 0 0,-1 0 1 0 0,-3-11-1 0 0,1 8-648 0 0,-1 1-1 0 0,0-1 0 0 0,0 1 1 0 0,-8-11-1 0 0,-28-48 160 0 0,35 60-261 0 0,4 6-4 0 0,0 0-1 0 0,1 0 0 0 0,-1 1 1 0 0,0-1-1 0 0,1 0 0 0 0,-1 0 0 0 0,1 0 1 0 0,-1 0-1 0 0,1 0 0 0 0,-1 0 1 0 0,1 0-1 0 0,0 0 0 0 0,-1 0 0 0 0,1 0 1 0 0,0 0-1 0 0,0 0 0 0 0,0 0 1 0 0,0-1-1 0 0,0 1 0 0 0,0 0 1 0 0,0 0-1 0 0,0 0 0 0 0,1-1 0 0 0,2 0 4 0 0,1 1 0 0 0,0 0-1 0 0,-1 0 1 0 0,1 0-1 0 0,0 0 1 0 0,0 1-1 0 0,-1 0 1 0 0,6-1-1 0 0,-2 1-8 0 0,117-8-337 0 0,-73 7-36 0 0,82-15 0 0 0,-126 15 380 0 0,0-1-1 0 0,0 0 1 0 0,0-1 0 0 0,0 0-1 0 0,0 0 1 0 0,-1 0 0 0 0,1-1-1 0 0,-1 0 1 0 0,0 0 0 0 0,0-1-1 0 0,0 0 1 0 0,-1 0 0 0 0,9-10-1 0 0,-11 11 11 0 0,0 0-1 0 0,0 0 1 0 0,-1 0-1 0 0,1 0 1 0 0,-1-1-1 0 0,0 1 1 0 0,2-8-1 0 0,-2 5 47 0 0,-1 5-25 0 0,-1-5-13 0 0,-119 181 381 0 0,-124 241-1 0 0,136-201-5377 0 0,43-66-6792 0 0,41-94 1466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2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383 131 668 0 0,'0'-13'3174'0'0,"2"-8"-466"0"0,-1 13-1946 0 0,0 0 1 0 0,-1 0 0 0 0,1 0-1 0 0,-3-15 1 0 0,2 21-708 0 0,-1 0 0 0 0,1 0 1 0 0,-1 0-1 0 0,1 0 0 0 0,-1 0 0 0 0,0 0 1 0 0,0 1-1 0 0,0-1 0 0 0,0 0 0 0 0,0 1 1 0 0,0-1-1 0 0,0 0 0 0 0,0 1 0 0 0,-1 0 1 0 0,1-1-1 0 0,-1 1 0 0 0,1 0 0 0 0,-1-1 0 0 0,1 1 1 0 0,-1 0-1 0 0,0 0 0 0 0,1 1 0 0 0,-1-1 1 0 0,0 0-1 0 0,0 0 0 0 0,-2 0 0 0 0,-1 0-31 0 0,0 0 0 0 0,0 1 0 0 0,0-1-1 0 0,0 1 1 0 0,0 0 0 0 0,0 1-1 0 0,0-1 1 0 0,0 1 0 0 0,0 0-1 0 0,0 0 1 0 0,0 0 0 0 0,-5 3 0 0 0,1 0 27 0 0,-1 0 0 0 0,1 1 1 0 0,0 1-1 0 0,1-1 1 0 0,-12 11-1 0 0,-5 7 118 0 0,2 0 0 0 0,-33 44 1 0 0,39-45-112 0 0,1 1 1 0 0,0 1 0 0 0,-13 30-1 0 0,23-42-43 0 0,1 0 1 0 0,0 1-1 0 0,1-1 0 0 0,0 1 0 0 0,1 0 0 0 0,0 0 0 0 0,1 0 0 0 0,0 27 0 0 0,2-36-1 0 0,0 0-1 0 0,1 0 1 0 0,-1 0 0 0 0,1 0-1 0 0,0 0 1 0 0,0 0-1 0 0,0 0 1 0 0,1-1 0 0 0,-1 1-1 0 0,1 0 1 0 0,0-1-1 0 0,0 1 1 0 0,0-1-1 0 0,0 1 1 0 0,1-1 0 0 0,-1 0-1 0 0,5 4 1 0 0,-3-4-8 0 0,0-1 0 0 0,0 1 0 0 0,0-1 0 0 0,0 0 1 0 0,1 0-1 0 0,-1 0 0 0 0,1 0 0 0 0,0-1 0 0 0,-1 1 0 0 0,1-1 1 0 0,0-1-1 0 0,8 1 0 0 0,0 0-9 0 0,1-2 0 0 0,0 0-1 0 0,-1-1 1 0 0,1 0 0 0 0,-1-1 0 0 0,0 0 0 0 0,0-1 0 0 0,0-1 0 0 0,16-7 0 0 0,-18 5 7 0 0,0 0 0 0 0,0 0 1 0 0,0-1-1 0 0,-1 0 1 0 0,0-1-1 0 0,0 0 0 0 0,-1-1 1 0 0,0 0-1 0 0,-1 0 1 0 0,0-1-1 0 0,-1 0 0 0 0,9-17 1 0 0,0-6 343 0 0,-2-1 0 0 0,-1-1-1 0 0,9-39 1 0 0,-17 58-60 0 0,-8 30-27 0 0,-9 33 17 0 0,7-20-183 0 0,-2 8 21 0 0,-3 43 1 0 0,10-67-100 0 0,-1 0 0 0 0,2 0 0 0 0,-1 0 0 0 0,1-1 0 0 0,1 1 0 0 0,0 0 0 0 0,0-1 0 0 0,1 0 0 0 0,4 12 0 0 0,-6-18-10 0 0,0-1 0 0 0,1 0 0 0 0,-1 1 1 0 0,0-1-1 0 0,1 0 0 0 0,-1 0 1 0 0,1 0-1 0 0,0 0 0 0 0,0 0 1 0 0,0-1-1 0 0,0 1 0 0 0,0 0 0 0 0,0-1 1 0 0,0 1-1 0 0,0-1 0 0 0,1 0 1 0 0,-1 0-1 0 0,0 0 0 0 0,3 1 1 0 0,-1-2-3 0 0,0 1 0 0 0,0-1 0 0 0,0 1 0 0 0,0-1 0 0 0,0-1 0 0 0,0 1 0 0 0,0 0 0 0 0,0-1 1 0 0,0 0-1 0 0,0 0 0 0 0,4-2 0 0 0,5-2-4 0 0,-1-1 0 0 0,0 0 1 0 0,-1-1-1 0 0,1 0 0 0 0,-1-1 0 0 0,12-11 1 0 0,-2-1-9 0 0,-1-1 0 0 0,-1-1 1 0 0,0 0-1 0 0,-2-1 0 0 0,-1-1 1 0 0,-1-1-1 0 0,-1 0 0 0 0,-1-1 1 0 0,-1-1-1 0 0,11-37 0 0 0,-20 54 12 0 0,-1 0-1 0 0,0 0 1 0 0,0 0-1 0 0,0-11 1 0 0,-2 19-19 0 0,-4-4 2 0 0,2 8 20 0 0,0 1-1 0 0,1-1 1 0 0,-1 0 0 0 0,1 0 0 0 0,-1 1 0 0 0,1-1-1 0 0,0 1 1 0 0,0-1 0 0 0,0 1 0 0 0,0 0 0 0 0,0-1-1 0 0,1 1 1 0 0,-1 0 0 0 0,1-1 0 0 0,0 6-1 0 0,0-8-6 0 0,-1 3 0 0 0,1 0 1 0 0,0 0-1 0 0,0 0 1 0 0,0 0 0 0 0,1 0-1 0 0,-1 0 1 0 0,1 0-1 0 0,0 0 1 0 0,0 0 0 0 0,0 0-1 0 0,0 0 1 0 0,0-1 0 0 0,1 1-1 0 0,-1 0 1 0 0,1-1-1 0 0,-1 1 1 0 0,4 3 0 0 0,-1-3 2 0 0,-1 0 0 0 0,1 0 0 0 0,-1-1 1 0 0,1 1-1 0 0,0-1 0 0 0,0 0 0 0 0,0 0 1 0 0,0-1-1 0 0,0 1 0 0 0,8 1 1 0 0,3 0-4 0 0,0-1 0 0 0,1-1 0 0 0,-1 0 0 0 0,0-1 0 0 0,28-3 0 0 0,120-25-28 0 0,-161 27 27 0 0,-1 1-1 0 0,-1 0 0 0 0,1 0 1 0 0,-1 0-1 0 0,1 0 0 0 0,-1 0 0 0 0,1 0 0 0 0,-1 0 1 0 0,0 0-1 0 0,1 0 0 0 0,-1 0 0 0 0,1 0 0 0 0,-1 0 1 0 0,1 1-1 0 0,-1-1 0 0 0,1 0 0 0 0,-1 0 1 0 0,0 0-1 0 0,1 1 0 0 0,-1-1 0 0 0,1 0 0 0 0,-1 1 1 0 0,1-1-1 0 0,-8 13 53 0 0,-1-1-1 0 0,0-1 1 0 0,-1 0 0 0 0,0 0 0 0 0,-19 16 0 0 0,2 0 168 0 0,-4 4 31 0 0,2 2 0 0 0,1 1 1 0 0,1 1-1 0 0,-36 68 0 0 0,60-100-238 0 0,0 1 0 0 0,1 0 0 0 0,-1 0-1 0 0,1 0 1 0 0,0 0 0 0 0,0 0 0 0 0,0 0-1 0 0,1 0 1 0 0,-1 1 0 0 0,1-1 0 0 0,0 0-1 0 0,0 0 1 0 0,1 6 0 0 0,0-9-7 0 0,0 1 0 0 0,-1 0 0 0 0,1 0-1 0 0,0-1 1 0 0,0 1 0 0 0,0-1 0 0 0,0 1 0 0 0,1-1 0 0 0,-1 1 0 0 0,0-1 0 0 0,1 1 0 0 0,-1-1 0 0 0,0 0-1 0 0,1 0 1 0 0,0 0 0 0 0,-1 0 0 0 0,1 0 0 0 0,0 0 0 0 0,-1 0 0 0 0,1-1 0 0 0,0 1 0 0 0,0-1 0 0 0,0 1-1 0 0,0-1 1 0 0,-1 1 0 0 0,1-1 0 0 0,0 0 0 0 0,0 0 0 0 0,0 0 0 0 0,3-1 0 0 0,12 0 6 0 0,0-1 0 0 0,0 0 0 0 0,0-1 0 0 0,-1-1 0 0 0,1-1 0 0 0,-1-1 0 0 0,0 0 0 0 0,18-10 0 0 0,4-4-18 0 0,-1-1 1 0 0,35-29 0 0 0,56-54-52 0 0,-112 90 54 0 0,-2 0-1 0 0,0-2 1 0 0,-1 0-1 0 0,-1 0 0 0 0,21-36 1 0 0,-32 50 0 0 0,0-1 0 0 0,-1 1 0 0 0,1-1 0 0 0,0 1 0 0 0,-1-1 1 0 0,0 1-1 0 0,1-6 0 0 0,-1 8 4 0 0,0-1 0 0 0,0 1 0 0 0,0-1 1 0 0,0 1-1 0 0,0-1 0 0 0,0 1 0 0 0,0-1 0 0 0,0 1 0 0 0,-1-1 1 0 0,1 0-1 0 0,0 1 0 0 0,0-1 0 0 0,0 1 0 0 0,-1 0 1 0 0,1-1-1 0 0,0 1 0 0 0,0-1 0 0 0,-1 1 0 0 0,1-1 0 0 0,0 1 1 0 0,-1 0-1 0 0,1-1 0 0 0,-1 1 0 0 0,1 0 0 0 0,-1-1 0 0 0,1 1 1 0 0,0 0-1 0 0,-1-1 0 0 0,1 1 0 0 0,-1 0 0 0 0,1 0 0 0 0,-1 0 1 0 0,1 0-1 0 0,-1-1 0 0 0,1 1 0 0 0,-1 0 0 0 0,1 0 0 0 0,-1 0 1 0 0,0 0-1 0 0,1 0 0 0 0,-1 0 0 0 0,1 0 0 0 0,-1 0 1 0 0,1 0-1 0 0,-1 1 0 0 0,1-1 0 0 0,-1 0 0 0 0,0 0 0 0 0,-10 5 120 0 0,-1 0 0 0 0,1 0-1 0 0,1 1 1 0 0,-1 0 0 0 0,1 1-1 0 0,0 0 1 0 0,0 0 0 0 0,1 1 0 0 0,-14 15-1 0 0,2 1 376 0 0,1 0 0 0 0,-29 45 0 0 0,42-57-373 0 0,-1 1 0 0 0,1 0 0 0 0,1 0 1 0 0,1 1-1 0 0,0 0 0 0 0,0-1 1 0 0,-3 24-1 0 0,7-33-105 0 0,0 0 0 0 0,1 1 0 0 0,0-1 1 0 0,0 0-1 0 0,0 0 0 0 0,0 0 0 0 0,1 0 1 0 0,0 0-1 0 0,-1 0 0 0 0,1 0 0 0 0,1 0 0 0 0,-1 0 1 0 0,1 0-1 0 0,0 0 0 0 0,-1 0 0 0 0,2-1 0 0 0,-1 1 1 0 0,0-1-1 0 0,1 1 0 0 0,-1-1 0 0 0,1 0 1 0 0,0 0-1 0 0,0 0 0 0 0,0-1 0 0 0,1 1 0 0 0,-1-1 1 0 0,1 0-1 0 0,-1 1 0 0 0,1-2 0 0 0,6 4 0 0 0,6 0 6 0 0,-1 0-1 0 0,0-1 0 0 0,1 0 1 0 0,0-2-1 0 0,0 0 0 0 0,25 0 0 0 0,-1-2-493 0 0,60-10-1 0 0,-43 1-1887 0 0,109-33-1 0 0,-22-13-6323 0 0,-99 34 2104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3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3 616 188 0 0,'-1'-3'507'0'0,"0"0"0"0"0,1 0 0 0 0,-1 0-1 0 0,1 0 1 0 0,0 0 0 0 0,0 0 0 0 0,0 0 0 0 0,1 0-1 0 0,-1 0 1 0 0,1 0 0 0 0,-1 0 0 0 0,1 0 0 0 0,0 0 0 0 0,2-3-1 0 0,-1 1-39 0 0,1 0 0 0 0,0 0 0 0 0,0 0-1 0 0,1 1 1 0 0,-1-1 0 0 0,1 1-1 0 0,5-5 1 0 0,-1 3-133 0 0,-1 0 0 0 0,1 0 0 0 0,1 0 0 0 0,-1 1 0 0 0,1 1 0 0 0,-1-1-1 0 0,1 1 1 0 0,15-4 0 0 0,-17 7-235 0 0,-1-1-1 0 0,1 1 0 0 0,-1 0 0 0 0,1 1 0 0 0,0 0 1 0 0,-1 0-1 0 0,1 0 0 0 0,-1 1 0 0 0,1 0 0 0 0,0 0 1 0 0,-1 0-1 0 0,0 1 0 0 0,1 0 0 0 0,-1 1 0 0 0,0-1 1 0 0,0 1-1 0 0,0 0 0 0 0,0 1 0 0 0,-1-1 0 0 0,1 1 1 0 0,-1 0-1 0 0,0 1 0 0 0,0-1 0 0 0,-1 1 0 0 0,1 0 1 0 0,6 10-1 0 0,-5-6-6 0 0,0 1-1 0 0,0 0 1 0 0,-2 0 0 0 0,1 1 0 0 0,-1-1 0 0 0,-1 1-1 0 0,0 0 1 0 0,0 0 0 0 0,-1 0 0 0 0,0 0 0 0 0,-1 0 0 0 0,0 0-1 0 0,-1 1 1 0 0,-1-1 0 0 0,-1 14 0 0 0,0-9 85 0 0,-1 0 0 0 0,-1 0 0 0 0,-1 0 0 0 0,0-1-1 0 0,0 1 1 0 0,-2-1 0 0 0,0-1 0 0 0,-1 1 0 0 0,-15 22 0 0 0,22-36-161 0 0,1 0-1 0 0,-1 0 0 0 0,0-1 1 0 0,1 1-1 0 0,-1 0 0 0 0,0 0 1 0 0,1-1-1 0 0,-1 1 1 0 0,0 0-1 0 0,0-1 0 0 0,0 1 1 0 0,0-1-1 0 0,1 1 1 0 0,-1-1-1 0 0,0 1 0 0 0,0-1 1 0 0,0 1-1 0 0,0-1 0 0 0,0 0 1 0 0,0 0-1 0 0,0 0 1 0 0,0 1-1 0 0,0-1 0 0 0,0 0 1 0 0,0 0-1 0 0,-1 0 0 0 0,1-1 1 0 0,0 1-1 0 0,0 0 1 0 0,-1-1-1 0 0,2 1-14 0 0,-1-1 0 0 0,1 0 0 0 0,0 0 0 0 0,0 0 0 0 0,-1 0 0 0 0,1 0 0 0 0,0 0 0 0 0,0 0 0 0 0,0 0 0 0 0,0 0 0 0 0,0 0 0 0 0,0 0 0 0 0,0 1 0 0 0,1-1 0 0 0,-1 0 0 0 0,0 0 0 0 0,1-1 0 0 0,-1 1 0 0 0,2-10-14 0 0,0-1 0 0 0,1 1 0 0 0,0-1 0 0 0,1 1 0 0 0,0 0 1 0 0,9-15-1 0 0,39-60-86 0 0,-45 74 78 0 0,8-9-12 0 0,1 0-1 0 0,0 0 0 0 0,36-32 0 0 0,-42 44 26 0 0,0 1-1 0 0,0 0 1 0 0,1 0-1 0 0,0 1 1 0 0,0 1-1 0 0,1 0 1 0 0,0 0-1 0 0,0 1 1 0 0,20-5-1 0 0,-29 9 13 0 0,0 0 0 0 0,0 0 0 0 0,0 1 0 0 0,0-1-1 0 0,0 1 1 0 0,0 0 0 0 0,0 0 0 0 0,1 0 0 0 0,-1 1 0 0 0,0-1-1 0 0,0 0 1 0 0,0 1 0 0 0,0 0 0 0 0,-1 0 0 0 0,1 0 0 0 0,0 0-1 0 0,0 1 1 0 0,0-1 0 0 0,-1 0 0 0 0,1 1 0 0 0,-1 0 0 0 0,1 0-1 0 0,-1 0 1 0 0,0 0 0 0 0,0 0 0 0 0,1 0 0 0 0,-1 1 0 0 0,-1-1-1 0 0,1 1 1 0 0,0-1 0 0 0,-1 1 0 0 0,1 0 0 0 0,-1-1 0 0 0,0 1-1 0 0,0 0 1 0 0,0 0 0 0 0,1 4 0 0 0,0 5 35 0 0,0-1-1 0 0,0 1 1 0 0,-1-1 0 0 0,-1 1 0 0 0,0 0 0 0 0,-1 0-1 0 0,0-1 1 0 0,-4 19 0 0 0,-14 48 52 0 0,-8 35-247 0 0,27-112 115 0 0,-1 0 1 0 0,1 0 0 0 0,0 0 0 0 0,0 0 0 0 0,0 0-1 0 0,0 0 1 0 0,0 0 0 0 0,0 0 0 0 0,0 0-1 0 0,0 0 1 0 0,0 0 0 0 0,0 0 0 0 0,0 0 0 0 0,1 0-1 0 0,-1 0 1 0 0,1 0 0 0 0,-1 0 0 0 0,0 0-1 0 0,1 0 1 0 0,-1 0 0 0 0,1 0 0 0 0,0-1 0 0 0,-1 1-1 0 0,2 1 1 0 0,-1-1-34 0 0,1-1-1 0 0,-1 1 0 0 0,0-1 1 0 0,1 1-1 0 0,-1-1 0 0 0,0 0 1 0 0,1 1-1 0 0,-1-1 0 0 0,1 0 1 0 0,-1 0-1 0 0,1 0 0 0 0,-1 0 1 0 0,0 0-1 0 0,1 0 0 0 0,1-1 1 0 0,6-1-337 0 0,-1-1 1 0 0,0 0-1 0 0,0 0 1 0 0,13-8-1 0 0,8-7-419 0 0,0-2 0 0 0,-1-1 0 0 0,28-27 0 0 0,68-81-337 0 0,-63 54 1860 0 0,-7-2 3610 0 0,-53 76-3790 0 0,-3 2-406 0 0,0 1 1 0 0,0 0-1 0 0,0 0 0 0 0,0 0 1 0 0,1 0-1 0 0,-1 0 1 0 0,0 1-1 0 0,1-1 1 0 0,0 1-1 0 0,-1-1 1 0 0,1 1-1 0 0,0-1 1 0 0,-1 4-1 0 0,-1 2 154 0 0,-44 90 954 0 0,42-84-1112 0 0,0 0 0 0 0,1 0-1 0 0,0 1 1 0 0,2 0-1 0 0,-3 19 1 0 0,5-31-85 0 0,0 0 0 0 0,0 1 0 0 0,0-1 1 0 0,0 1-1 0 0,1-1 0 0 0,-1 0 0 0 0,1 1 0 0 0,0-1 0 0 0,0 0 1 0 0,0 0-1 0 0,0 0 0 0 0,1 1 0 0 0,-1-1 0 0 0,1 0 0 0 0,0-1 0 0 0,0 1 1 0 0,4 5-1 0 0,-3-6-7 0 0,0 1-1 0 0,0-1 1 0 0,1 1 0 0 0,-1-1-1 0 0,1 0 1 0 0,0-1 0 0 0,0 1 0 0 0,0 0-1 0 0,-1-1 1 0 0,1 0 0 0 0,0 0 0 0 0,8 1-1 0 0,0-2 2 0 0,0 1-1 0 0,0-2 1 0 0,0 1 0 0 0,0-2-1 0 0,0 1 1 0 0,-1-2-1 0 0,1 1 1 0 0,0-2-1 0 0,11-4 1 0 0,-11 2-27 0 0,0 0 1 0 0,0-1-1 0 0,-1 0 1 0 0,0-1-1 0 0,0 0 1 0 0,-1 0-1 0 0,0-1 1 0 0,0-1-1 0 0,-1 0 0 0 0,0 0 1 0 0,-1-1-1 0 0,0 0 1 0 0,-1 0-1 0 0,0-1 1 0 0,-1 0-1 0 0,0 0 1 0 0,7-21-1 0 0,-12 29 11 0 0,0 0 0 0 0,-1 0 0 0 0,1 0 0 0 0,-1 0 1 0 0,1 0-1 0 0,-1 0 0 0 0,0 0 0 0 0,-1-1 0 0 0,1 1 0 0 0,-1 0 0 0 0,0 0 0 0 0,0 1 0 0 0,0-1 1 0 0,0 0-1 0 0,-1 0 0 0 0,1 0 0 0 0,-1 1 0 0 0,0-1 0 0 0,0 1 0 0 0,-1-1 0 0 0,1 1 0 0 0,-1 0 0 0 0,1 0 1 0 0,-1 0-1 0 0,0 0 0 0 0,0 1 0 0 0,0-1 0 0 0,-1 1 0 0 0,-5-4 0 0 0,2 3-4 0 0,0-1-1 0 0,0 2 1 0 0,0-1-1 0 0,0 1 0 0 0,-1 0 1 0 0,1 1-1 0 0,0-1 1 0 0,-1 1-1 0 0,0 1 0 0 0,1 0 1 0 0,-1 0-1 0 0,1 0 1 0 0,-1 1-1 0 0,1 0 1 0 0,-9 3-1 0 0,-1 0 10 0 0,1 1-1 0 0,0 1 1 0 0,-26 14-1 0 0,37-17 3 0 0,0-1 0 0 0,0 1 0 0 0,1 1 0 0 0,-1-1 1 0 0,1 1-1 0 0,0 0 0 0 0,-1 0 0 0 0,2 0 0 0 0,-1 0 0 0 0,1 1 0 0 0,-1 0 0 0 0,1-1 0 0 0,0 1 0 0 0,1 0 0 0 0,-3 7 0 0 0,4-10-2 0 0,0 0-1 0 0,1 0 1 0 0,-1 1-1 0 0,1-1 0 0 0,-1 1 1 0 0,1-1-1 0 0,0 0 1 0 0,0 1-1 0 0,0-1 1 0 0,0 1-1 0 0,1-1 0 0 0,-1 0 1 0 0,1 1-1 0 0,-1-1 1 0 0,1 0-1 0 0,0 0 1 0 0,0 1-1 0 0,2 3 1 0 0,-1-3-1 0 0,0-1 1 0 0,1 1-1 0 0,-1-1 1 0 0,1 1 0 0 0,-1-1-1 0 0,1 0 1 0 0,0 0 0 0 0,0 0-1 0 0,0 0 1 0 0,0-1-1 0 0,6 3 1 0 0,2 0-48 0 0,0-1-1 0 0,1-1 1 0 0,-1 1-1 0 0,1-2 1 0 0,0 1-1 0 0,19-2 1 0 0,7-2-281 0 0,-1-2 0 0 0,1-2 1 0 0,-1-1-1 0 0,0-2 0 0 0,-1-2 0 0 0,0-1 1 0 0,0-1-1 0 0,-1-3 0 0 0,-1 0 1 0 0,-1-2-1 0 0,-1-2 0 0 0,0-1 1 0 0,-1-1-1 0 0,-2-2 0 0 0,0-1 0 0 0,-1-1 1 0 0,-2-1-1 0 0,-1-2 0 0 0,30-44 1 0 0,-34 40 722 0 0,-1-1 1 0 0,-2-1 0 0 0,-2 0 0 0 0,-1-1-1 0 0,-2-1 1 0 0,12-52 0 0 0,-24 79 211 0 0,-3 9-146 0 0,-10 16 147 0 0,-11 26 216 0 0,-42 94 1810 0 0,6 4 0 0 0,-50 174 0 0 0,108-309-2605 0 0,-11 37 327 0 0,-6 44 1 0 0,16-74-305 0 0,1 0 1 0 0,0 1 0 0 0,0-1 0 0 0,1 1 0 0 0,1-1 0 0 0,0 0 0 0 0,1 1 0 0 0,0-1-1 0 0,4 13 1 0 0,-5-21-34 0 0,0 1 0 0 0,1-1-1 0 0,-1 0 1 0 0,1 0 0 0 0,0 1 0 0 0,0-1-1 0 0,1 0 1 0 0,-1 0 0 0 0,0-1 0 0 0,1 1-1 0 0,0 0 1 0 0,-1-1 0 0 0,1 0-1 0 0,0 0 1 0 0,7 4 0 0 0,-6-4-71 0 0,1 0 0 0 0,0 0 0 0 0,1-1 0 0 0,-1 0 0 0 0,0 0 0 0 0,0 0 0 0 0,0 0 0 0 0,1-1 0 0 0,-1 0 0 0 0,6-1 0 0 0,4-1-466 0 0,0 0 0 0 0,0-1 0 0 0,-1-1 0 0 0,1-1 0 0 0,-1 0 0 0 0,24-12 0 0 0,-17 5-648 0 0,0-1 0 0 0,0-1-1 0 0,-1-1 1 0 0,-1-1 0 0 0,-1 0 0 0 0,17-20 0 0 0,18-28-6414 0 0,-32 34 656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82 2800 0 0,'-19'1'1784'0'0,"-112"2"11191"0"0,130-3-12924 0 0,1 0 1 0 0,0 0-1 0 0,0 0 1 0 0,-1 0-1 0 0,1 0 1 0 0,0 1-1 0 0,-1-1 1 0 0,1 0-1 0 0,0 0 1 0 0,0 0-1 0 0,-1 0 1 0 0,1 0-1 0 0,0 0 1 0 0,-1 0-1 0 0,1 0 1 0 0,0-1-1 0 0,0 1 1 0 0,-1 0-1 0 0,1 0 1 0 0,0 0-1 0 0,-1 0 1 0 0,1 0-1 0 0,0 0 1 0 0,0-1-1 0 0,-1 1 1 0 0,1 0-1 0 0,0 0 1 0 0,0 0-1 0 0,0 0 1 0 0,-1-1-1 0 0,1 1 1 0 0,0 0-1 0 0,0 0 1 0 0,0-1-1 0 0,0 1 1 0 0,-1 0-1 0 0,1 0 1 0 0,0-1-1 0 0,12-6 585 0 0,22-3-322 0 0,182-25 353 0 0,-70 22-3134 0 0,8-2-7839 0 0,-127 13 4299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5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326 234 908 0 0,'-3'-5'508'0'0,"1"-1"0"0"0,0 1 0 0 0,0-1 1 0 0,0 0-1 0 0,1 0 0 0 0,0 0 0 0 0,0 0 0 0 0,0 0 0 0 0,1 0 0 0 0,0 0 0 0 0,0 0 0 0 0,0 0 1 0 0,1 0-1 0 0,2-7 0 0 0,2-4 387 0 0,0 1 0 0 0,2-1 0 0 0,12-23 0 0 0,-18 39-807 0 0,0-2 198 0 0,1 1-1 0 0,-1-1 1 0 0,0 0-1 0 0,1 1 0 0 0,-1-1 1 0 0,0 0-1 0 0,0 0 1 0 0,-1 0-1 0 0,1 0 0 0 0,-1 0 1 0 0,1 0-1 0 0,-1 0 1 0 0,-1-5-1 0 0,1 6-62 0 0,-4 2-182 0 0,0 1 0 0 0,0-1-1 0 0,0 1 1 0 0,0 0 0 0 0,0 1 0 0 0,0-1 0 0 0,1 1 0 0 0,-1-1 0 0 0,-5 4 0 0 0,-32 24 59 0 0,29-20-46 0 0,8-6-57 0 0,-34 25-35 0 0,-42 40 0 0 0,70-59 43 0 0,1 0 0 0 0,0 1-1 0 0,0 1 1 0 0,2-1 0 0 0,-1 1 0 0 0,1 1 0 0 0,1-1 0 0 0,0 1 0 0 0,-6 17 0 0 0,10-24-1 0 0,1 0 0 0 0,0 0 1 0 0,0 0-1 0 0,1 0 0 0 0,0 0 1 0 0,0 0-1 0 0,0 0 0 0 0,0 0 1 0 0,1 0-1 0 0,-1 0 0 0 0,1-1 1 0 0,3 8-1 0 0,-1-4 3 0 0,0-1 0 0 0,1 1-1 0 0,0-1 1 0 0,0 1 0 0 0,1-1-1 0 0,9 11 1 0 0,6 3 9 0 0,1-1-1 0 0,1-1 1 0 0,30 21-1 0 0,-35-28-9 0 0,4 4 17 0 0,36 28-22 0 0,-52-40 31 0 0,-1 1 0 0 0,1-1 0 0 0,-1 1 0 0 0,0 1 1 0 0,0-1-1 0 0,0 1 0 0 0,-1-1 0 0 0,4 8 0 0 0,-6-11-4 0 0,0 0-1 0 0,-1 0 1 0 0,1 0 0 0 0,-1 1-1 0 0,1-1 1 0 0,-1 0-1 0 0,0 0 1 0 0,0 1 0 0 0,0-1-1 0 0,0 0 1 0 0,0 0-1 0 0,-1 0 1 0 0,1 1 0 0 0,-1-1-1 0 0,1 0 1 0 0,-1 0 0 0 0,-1 3-1 0 0,0-1 3 0 0,0-1 1 0 0,0 1-1 0 0,-1-1 1 0 0,1 1-1 0 0,-1-1 0 0 0,0 0 1 0 0,0 0-1 0 0,-6 4 0 0 0,-2 1 31 0 0,0-1 0 0 0,-1 0 0 0 0,-1-1 0 0 0,-18 8-1 0 0,11-7 4 0 0,-1 0-1 0 0,0-1 0 0 0,0-1 1 0 0,0-1-1 0 0,0-1 0 0 0,-1-1 1 0 0,-34-1-1 0 0,53-1-70 0 0,1-1 0 0 0,-1 1 0 0 0,0-1 0 0 0,0 0 0 0 0,1 0 0 0 0,-1 0 0 0 0,1 0-1 0 0,-1 0 1 0 0,1 0 0 0 0,-1-1 0 0 0,1 1 0 0 0,-4-4 0 0 0,5 0-60 0 0,4-3-31 0 0,1 0-1 0 0,-1 1 1 0 0,1 0 0 0 0,1-1 0 0 0,-1 1 0 0 0,1 1-1 0 0,1-1 1 0 0,9-9 0 0 0,58-48-775 0 0,-41 38 584 0 0,148-116-1310 0 0,-13 12 185 0 0,-126 94 944 0 0,69-76 0 0 0,-99 98 422 0 0,0 0-1 0 0,-1-1 0 0 0,10-18 1 0 0,-16 26 136 0 0,-1-1 1 0 0,0 1 0 0 0,0-1-1 0 0,0 0 1 0 0,-1 0 0 0 0,-1 0-1 0 0,1 0 1 0 0,0-15 0 0 0,-2 22-80 0 0,0 1 1 0 0,0 0 0 0 0,0-1-1 0 0,0 1 1 0 0,0 0 0 0 0,0-1 0 0 0,0 1-1 0 0,0 0 1 0 0,0-1 0 0 0,0 1-1 0 0,0 0 1 0 0,0 0 0 0 0,0-1 0 0 0,-1 1-1 0 0,1 0 1 0 0,0-1 0 0 0,0 1-1 0 0,0 0 1 0 0,0 0 0 0 0,0-1 0 0 0,-1 1-1 0 0,1 0 1 0 0,0 0 0 0 0,0-1-1 0 0,-1 1 1 0 0,1 0 0 0 0,0 0 0 0 0,0 0-1 0 0,-1-1 1 0 0,1 1 0 0 0,0 0-1 0 0,0 0 1 0 0,-1 0 0 0 0,1 0 0 0 0,0 0-1 0 0,-1 0 1 0 0,1 0 0 0 0,0 0-1 0 0,-1 0 1 0 0,1 0 0 0 0,0 0 0 0 0,-1 0-1 0 0,1 0 1 0 0,0 0 0 0 0,0 0-1 0 0,-1 0 1 0 0,1 0 0 0 0,-1 0 0 0 0,-11 6 224 0 0,11-6-238 0 0,-4 4 73 0 0,0 1 0 0 0,1 0 0 0 0,0 0 0 0 0,-1 0 0 0 0,1 1 0 0 0,1-1 0 0 0,-1 1 0 0 0,1 0 0 0 0,0 0 0 0 0,1 0 0 0 0,-3 7 1 0 0,-1 1 63 0 0,-14 33 432 0 0,2 0 0 0 0,-22 98-1 0 0,33-109-431 0 0,1 0-1 0 0,2 0 0 0 0,2 1 1 0 0,4 69-1 0 0,-2-103-124 0 0,0 0 1 0 0,0 1-1 0 0,1-1 0 0 0,-1 0 1 0 0,1 0-1 0 0,-1 0 0 0 0,1 0 1 0 0,0 0-1 0 0,0 0 0 0 0,0 0 1 0 0,1 0-1 0 0,-1 0 0 0 0,1-1 1 0 0,0 1-1 0 0,-1 0 1 0 0,1-1-1 0 0,0 1 0 0 0,1-1 1 0 0,-1 0-1 0 0,5 4 0 0 0,-6-5-6 0 0,1-1-1 0 0,0 0 0 0 0,-1 1 0 0 0,1-1 0 0 0,-1 0 1 0 0,1 0-1 0 0,-1 0 0 0 0,1 0 0 0 0,0 0 1 0 0,-1 0-1 0 0,1 0 0 0 0,-1-1 0 0 0,1 1 1 0 0,0 0-1 0 0,-1-1 0 0 0,1 1 0 0 0,-1-1 1 0 0,2-1-1 0 0,27-15-35 0 0,-27 15 21 0 0,63-44-121 0 0,-37 24 13 0 0,59-32 1 0 0,-87 53 119 0 0,1 1-1 0 0,-1-1 1 0 0,0 1-1 0 0,1 0 1 0 0,-1-1-1 0 0,1 1 1 0 0,-1 0-1 0 0,0 0 1 0 0,1 0-1 0 0,-1 0 1 0 0,1 0-1 0 0,-1 1 1 0 0,0-1 0 0 0,1 0-1 0 0,-1 1 1 0 0,1-1-1 0 0,-1 1 1 0 0,0-1-1 0 0,0 1 1 0 0,1-1-1 0 0,-1 1 1 0 0,2 1-1 0 0,-1 0 7 0 0,0 0-1 0 0,1-1 1 0 0,-1 1 0 0 0,0 0-1 0 0,0 1 1 0 0,0-1-1 0 0,-1 0 1 0 0,1 0 0 0 0,2 6-1 0 0,1 4 19 0 0,-1 1 0 0 0,0 0 0 0 0,2 14 0 0 0,-4-17-46 0 0,-1-1 0 0 0,2 0 0 0 0,-1 1 0 0 0,1-1 0 0 0,1-1 0 0 0,-1 1 0 0 0,2 0 0 0 0,5 8 0 0 0,-8-14-146 0 0,1 0 0 0 0,0-1 0 0 0,0 1-1 0 0,0-1 1 0 0,0 0 0 0 0,0 0 0 0 0,1 0 0 0 0,-1 0 0 0 0,0 0 0 0 0,1-1-1 0 0,-1 0 1 0 0,1 1 0 0 0,0-1 0 0 0,-1-1 0 0 0,1 1 0 0 0,0 0 0 0 0,0-1-1 0 0,0 0 1 0 0,-1 0 0 0 0,1 0 0 0 0,0 0 0 0 0,0-1 0 0 0,6-1 0 0 0,1 0-335 0 0,0-1 1 0 0,-1-1 0 0 0,1 1 0 0 0,0-2 0 0 0,-1 1 0 0 0,17-12 0 0 0,-13 6-1 0 0,1-1 0 0 0,-2 0 0 0 0,1-2 1 0 0,-2 1-1 0 0,1-2 0 0 0,11-17 0 0 0,-11 13 700 0 0,-1 0-1 0 0,14-30 0 0 0,-23 42 351 0 0,0-1-1 0 0,0 0 0 0 0,-1 0 1 0 0,0 0-1 0 0,0 0 1 0 0,0 0-1 0 0,-1-1 0 0 0,0-13 1 0 0,-1 19-12 0 0,-9 3 683 0 0,9-1-1185 0 0,-1 0 0 0 0,1 0 1 0 0,-1 0-1 0 0,1 0 0 0 0,-1 0 0 0 0,0 0 0 0 0,1 0 0 0 0,-1 0 1 0 0,1 0-1 0 0,-1 1 0 0 0,1-1 0 0 0,-1 0 0 0 0,1 0 0 0 0,-1 1 1 0 0,1-1-1 0 0,-1 0 0 0 0,1 0 0 0 0,-1 1 0 0 0,1-1 0 0 0,-1 1 1 0 0,-5 6 254 0 0,0 0 0 0 0,0 0 1 0 0,1 0-1 0 0,0 0 0 0 0,0 1 1 0 0,1 0-1 0 0,0 0 1 0 0,-5 14-1 0 0,4-8-52 0 0,1 0 0 0 0,1 0 0 0 0,0 0 0 0 0,-2 23 0 0 0,5-33-211 0 0,0 0 0 0 0,0 0 1 0 0,0 0-1 0 0,0 0 0 0 0,0 0 0 0 0,1 0 0 0 0,0 0 0 0 0,0 0 0 0 0,0 0 0 0 0,0-1 0 0 0,1 1 0 0 0,-1 0 0 0 0,1-1 1 0 0,0 1-1 0 0,0-1 0 0 0,1 1 0 0 0,-1-1 0 0 0,1 0 0 0 0,5 6 0 0 0,-5-7-14 0 0,1 1 0 0 0,0-1 0 0 0,0 0-1 0 0,0 0 1 0 0,0-1 0 0 0,0 1 0 0 0,0-1 0 0 0,0 0 0 0 0,1 0-1 0 0,-1 0 1 0 0,0 0 0 0 0,1-1 0 0 0,-1 0 0 0 0,1 0 0 0 0,-1 0-1 0 0,0 0 1 0 0,1-1 0 0 0,5-1 0 0 0,0-1-21 0 0,1 0 1 0 0,-1-1-1 0 0,0 0 0 0 0,0-1 0 0 0,0 0 1 0 0,0-1-1 0 0,-1 0 0 0 0,0 0 0 0 0,0-1 1 0 0,-1 0-1 0 0,0-1 0 0 0,0 0 1 0 0,-1 0-1 0 0,0 0 0 0 0,0-1 0 0 0,-1 0 1 0 0,8-14-1 0 0,-10 14-14 0 0,1 1 1 0 0,-1-2-1 0 0,-1 1 1 0 0,0 0-1 0 0,0-1 0 0 0,-1 1 1 0 0,0-1-1 0 0,1-18 1 0 0,-3 21 16 0 0,0 0 1 0 0,-1 0-1 0 0,0 0 1 0 0,0 0 0 0 0,0 0-1 0 0,-1 1 1 0 0,0-1-1 0 0,0 0 1 0 0,-1 1 0 0 0,0-1-1 0 0,0 1 1 0 0,0 0-1 0 0,-5-6 1 0 0,5 8 12 0 0,0 0 0 0 0,0 1-1 0 0,0-1 1 0 0,0 1 0 0 0,-1 0 0 0 0,1 0 0 0 0,-1 0-1 0 0,0 1 1 0 0,0-1 0 0 0,0 1 0 0 0,0 0 0 0 0,0 0 0 0 0,-1 0-1 0 0,1 1 1 0 0,0-1 0 0 0,-8 0 0 0 0,5 1 19 0 0,0 1 1 0 0,-1-1-1 0 0,1 2 0 0 0,0-1 1 0 0,0 1-1 0 0,0 0 1 0 0,0 1-1 0 0,1-1 0 0 0,-1 1 1 0 0,-8 4-1 0 0,4-2 11 0 0,0 2 0 0 0,1-1 0 0 0,-1 1 0 0 0,1 1 0 0 0,1 0 0 0 0,-1 0 0 0 0,1 1 0 0 0,0 0 0 0 0,1 1 0 0 0,0 0 0 0 0,0 0 0 0 0,-10 17 0 0 0,15-20-20 0 0,0 0-1 0 0,0 0 1 0 0,1 0-1 0 0,0 0 1 0 0,0 0-1 0 0,0 1 1 0 0,1-1-1 0 0,0 1 1 0 0,0-1-1 0 0,1 1 1 0 0,0-1-1 0 0,0 1 1 0 0,0-1-1 0 0,1 1 1 0 0,0-1-1 0 0,3 12 1 0 0,-2-13-65 0 0,0 0 0 0 0,0 0 0 0 0,1 0 0 0 0,0 0 0 0 0,0-1 0 0 0,0 1 0 0 0,0-1 1 0 0,1 0-1 0 0,-1 0 0 0 0,1 0 0 0 0,0 0 0 0 0,0-1 0 0 0,1 1 0 0 0,-1-1 0 0 0,1 0 0 0 0,0 0 1 0 0,0-1-1 0 0,0 0 0 0 0,0 0 0 0 0,7 3 0 0 0,5-1-352 0 0,1-1 0 0 0,-1 0-1 0 0,1-1 1 0 0,0-1 0 0 0,0 0 0 0 0,-1-1 0 0 0,1-1-1 0 0,0-1 1 0 0,-1-1 0 0 0,1 0 0 0 0,-1-1 0 0 0,19-8-1 0 0,-9 3-7 0 0,-1-2-1 0 0,0-1 0 0 0,-1-1 1 0 0,0-2-1 0 0,-1 0 0 0 0,39-33 1 0 0,-49 36 508 0 0,0-1 1 0 0,-1 0 0 0 0,-1-1 0 0 0,19-28 0 0 0,-24 31 872 0 0,-1 0 0 0 0,-1 0 0 0 0,0 0 0 0 0,6-22 1074 0 0,-12 34-2000 0 0,-1-1 0 0 0,1 1 0 0 0,-1-1 0 0 0,1 1 0 0 0,-1 0 0 0 0,1 0 0 0 0,-1 0 0 0 0,1 0 0 0 0,0 0 0 0 0,0 0 0 0 0,-1 0 0 0 0,1 0 0 0 0,0 0 0 0 0,0 1 0 0 0,0-1 0 0 0,0 0 0 0 0,0 1-1 0 0,1-1 1 0 0,-1 0 0 0 0,0 1 0 0 0,1 0 0 0 0,-1-1 0 0 0,0 3 0 0 0,-13 45 603 0 0,12-41-552 0 0,-2 9 48 0 0,1 0 1 0 0,1 0 0 0 0,-1 33 0 0 0,3-43-120 0 0,1 1 0 0 0,-1-1 0 0 0,2 1 1 0 0,-1-1-1 0 0,1 1 0 0 0,0-1 0 0 0,0 0 0 0 0,1 0 1 0 0,0 0-1 0 0,0 0 0 0 0,7 10 0 0 0,-8-14-20 0 0,1 0 0 0 0,0 0 0 0 0,1 0 0 0 0,-1 0 0 0 0,1-1 0 0 0,-1 1 0 0 0,1-1 0 0 0,0 0 0 0 0,0 0 0 0 0,0 0 0 0 0,0 0 0 0 0,0-1 0 0 0,0 1 0 0 0,0-1 0 0 0,0 0 0 0 0,1-1 0 0 0,-1 1 0 0 0,0-1 0 0 0,1 0 0 0 0,-1 0 0 0 0,1 0 0 0 0,-1 0 0 0 0,5-2 0 0 0,3 0-59 0 0,-1 0-1 0 0,1-1 1 0 0,-1 0 0 0 0,1-1-1 0 0,-1-1 1 0 0,0 1 0 0 0,13-9-1 0 0,-5-1-16 0 0,0 0-1 0 0,0-1 1 0 0,-2-1-1 0 0,0-1 0 0 0,-1 0 1 0 0,0-1-1 0 0,-2-1 1 0 0,0 0-1 0 0,-1-1 1 0 0,13-27-1 0 0,-24 43 123 0 0,8-15 31 0 0,-7 18-43 0 0,-2 11 34 0 0,-3 8-4 0 0,1 0-1 0 0,1 0 1 0 0,0 0 0 0 0,2 0 0 0 0,0-1 0 0 0,5 21 0 0 0,-6-33-58 0 0,1 0 1 0 0,-1 0-1 0 0,1 0 0 0 0,1 0 1 0 0,-1 0-1 0 0,1 0 0 0 0,-1-1 1 0 0,1 1-1 0 0,1-1 0 0 0,-1 0 1 0 0,1 0-1 0 0,-1 0 1 0 0,1 0-1 0 0,0-1 0 0 0,0 1 1 0 0,1-1-1 0 0,-1 0 0 0 0,1 0 1 0 0,0-1-1 0 0,-1 1 0 0 0,1-1 1 0 0,0 0-1 0 0,0-1 0 0 0,1 1 1 0 0,5 0-1 0 0,3 0-1 0 0,0 0 1 0 0,-1-1-1 0 0,1-1 1 0 0,0 0-1 0 0,0-1 0 0 0,0-1 1 0 0,-1 0-1 0 0,1-1 0 0 0,-1 0 1 0 0,1-1-1 0 0,-1 0 0 0 0,0-1 1 0 0,0-1-1 0 0,14-9 1 0 0,-17 10-8 0 0,-1-1 1 0 0,0-1 0 0 0,0 0 0 0 0,0 0 0 0 0,-1-1-1 0 0,0 0 1 0 0,-1 0 0 0 0,0-1 0 0 0,0 0 0 0 0,-1 0-1 0 0,0-1 1 0 0,0 0 0 0 0,-1 0 0 0 0,0 0 0 0 0,-1-1-1 0 0,0 1 1 0 0,4-22 0 0 0,-7 26 27 0 0,0 0 0 0 0,-1 1 0 0 0,0-1 0 0 0,0 0 0 0 0,0 1 0 0 0,0-1 0 0 0,-1 0 0 0 0,0 1 0 0 0,0-1 0 0 0,0 1 0 0 0,-1-1 0 0 0,0 1 0 0 0,0-1 0 0 0,-1 1 0 0 0,1 0 0 0 0,-1 0 0 0 0,0 0 0 0 0,0 1 0 0 0,-1-1 0 0 0,-7-7 0 0 0,5 6 35 0 0,-1 1 0 0 0,0-1 0 0 0,0 1 0 0 0,-1 1 0 0 0,1 0 0 0 0,-1 0 0 0 0,0 0 0 0 0,0 1 0 0 0,0 0 0 0 0,0 0 0 0 0,-1 1 0 0 0,-15-2 0 0 0,22 4-55 0 0,0 0-1 0 0,0 0 1 0 0,0 0-1 0 0,0 0 1 0 0,0 0 0 0 0,0 0-1 0 0,0 0 1 0 0,0 1 0 0 0,0-1-1 0 0,0 1 1 0 0,0-1-1 0 0,0 1 1 0 0,0 0 0 0 0,0 0-1 0 0,0 0 1 0 0,1 0 0 0 0,-1 0-1 0 0,0 0 1 0 0,-2 3 0 0 0,4-4-9 0 0,0 1 1 0 0,0-1-1 0 0,0 1 1 0 0,0-1 0 0 0,0 1-1 0 0,0-1 1 0 0,0 1-1 0 0,0-1 1 0 0,0 1-1 0 0,0-1 1 0 0,0 1 0 0 0,0-1-1 0 0,1 0 1 0 0,-1 1-1 0 0,0-1 1 0 0,0 1 0 0 0,0-1-1 0 0,1 0 1 0 0,-1 1-1 0 0,0-1 1 0 0,1 1 0 0 0,-1-1-1 0 0,0 0 1 0 0,1 1-1 0 0,-1-1 1 0 0,0 0-1 0 0,1 0 1 0 0,-1 1 0 0 0,1-1-1 0 0,-1 0 1 0 0,1 0-1 0 0,-1 0 1 0 0,15 9 38 0 0,-15-9-41 0 0,15 5 7 0 0,0 0 1 0 0,1-1-1 0 0,0 0 0 0 0,-1-1 0 0 0,1-1 0 0 0,25 0 0 0 0,-10 0-149 0 0,185 9-3621 0 0,-70-13-3765 0 0,-72 0 410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1156 0 0,'0'0'2788'0'0,"-16"6"837"0"0,4-3-1757 0 0,4 2-1984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7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59 673 640 0 0,'-9'11'2035'0'0,"1"1"0"0"0,0 1 0 0 0,-8 16 0 0 0,13-23-1765 0 0,1 0 0 0 0,-1 1 0 0 0,1-1 0 0 0,0 0 0 0 0,1 1-1 0 0,-1 0 1 0 0,1-1 0 0 0,1 1 0 0 0,-1 8 0 0 0,1-13-186 0 0,0 0-1 0 0,0 0 1 0 0,1 0-1 0 0,-1 0 1 0 0,0 0 0 0 0,1 0-1 0 0,0 0 1 0 0,-1 0-1 0 0,1 0 1 0 0,0 0 0 0 0,0-1-1 0 0,0 1 1 0 0,0 0-1 0 0,0-1 1 0 0,0 1 0 0 0,1 0-1 0 0,-1-1 1 0 0,1 0-1 0 0,-1 1 1 0 0,3 1 0 0 0,-1-2-35 0 0,0 1 0 0 0,0-1 0 0 0,0 0 0 0 0,-1-1 0 0 0,1 1 0 0 0,0 0 0 0 0,0-1 0 0 0,0 1 0 0 0,0-1 0 0 0,0 0 0 0 0,0 0 0 0 0,5-1 0 0 0,5-1 5 0 0,0-1 0 0 0,0-1 0 0 0,-1 1 0 0 0,1-2 1 0 0,13-6-1 0 0,-7 1-50 0 0,-1 0 1 0 0,0-1-1 0 0,-1-1 1 0 0,0-1-1 0 0,-1 0 1 0 0,0-2 0 0 0,-1 1-1 0 0,0-2 1 0 0,-2 0-1 0 0,1 0 1 0 0,-2-1-1 0 0,-1-1 1 0 0,13-25 0 0 0,-7 5-60 0 0,-1 0-1 0 0,-2 0 1 0 0,-2-1 0 0 0,-2-1 0 0 0,11-79 0 0 0,-9-37 232 0 0,-12 156-173 0 0,0-1 0 0 0,0 1 1 0 0,0 0-1 0 0,0 0 1 0 0,0-1-1 0 0,0 1 0 0 0,0 0 1 0 0,0 0-1 0 0,0-1 1 0 0,0 1-1 0 0,0 0 0 0 0,0 0 1 0 0,0-1-1 0 0,0 1 1 0 0,0 0-1 0 0,0 0 0 0 0,0-1 1 0 0,0 1-1 0 0,0 0 1 0 0,0 0-1 0 0,0 0 0 0 0,0-1 1 0 0,-1 1-1 0 0,1 0 1 0 0,0 0-1 0 0,0-1 0 0 0,0 1 1 0 0,0 0-1 0 0,0 0 1 0 0,-1 0-1 0 0,1 0 0 0 0,0-1 1 0 0,0 1-1 0 0,0 0 1 0 0,-1 0-1 0 0,1 0 0 0 0,0 0 1 0 0,0 0-1 0 0,-1-1 1 0 0,-6 10 109 0 0,-6 16 12 0 0,-11 44 164 0 0,3 0 1 0 0,3 2 0 0 0,3 0-1 0 0,-7 95 1 0 0,21-152-274 0 0,1 0 0 0 0,1 0 1 0 0,0 0-1 0 0,0 0 0 0 0,2 0 0 0 0,0 0 0 0 0,0 0 0 0 0,1-1 0 0 0,6 14 1 0 0,-8-24-92 0 0,0 1 0 0 0,0 0 0 0 0,0-1 0 0 0,0 1 1 0 0,0-1-1 0 0,1 0 0 0 0,0 1 0 0 0,-1-1 1 0 0,1 0-1 0 0,0-1 0 0 0,1 1 0 0 0,-1 0 0 0 0,0-1 1 0 0,1 0-1 0 0,-1 0 0 0 0,1 0 0 0 0,0 0 1 0 0,0-1-1 0 0,0 1 0 0 0,0-1 0 0 0,0 0 0 0 0,0 0 1 0 0,0 0-1 0 0,0-1 0 0 0,0 0 0 0 0,0 1 0 0 0,0-1 1 0 0,0-1-1 0 0,1 1 0 0 0,-1-1 0 0 0,0 1 1 0 0,0-1-1 0 0,0 0 0 0 0,5-3 0 0 0,5-1-155 0 0,1-1-1 0 0,-1-1 1 0 0,0-1 0 0 0,-1 0-1 0 0,0 0 1 0 0,0-1-1 0 0,-1-1 1 0 0,0 0 0 0 0,-1-1-1 0 0,0 0 1 0 0,16-22 0 0 0,-4 1-70 0 0,-1-1 0 0 0,-2-1 0 0 0,25-53 0 0 0,-14 15 630 0 0,-3-3 0 0 0,28-110 0 0 0,-34 102 1694 0 0,-53 178-798 0 0,5 1-1 0 0,-26 190 1 0 0,50-273-1198 0 0,1 0 0 0 0,0 0 0 0 0,1 0 0 0 0,0 0 1 0 0,1 0-1 0 0,5 23 0 0 0,-6-35-25 0 0,1 0 1 0 0,-1 0-1 0 0,0 0 1 0 0,1-1-1 0 0,-1 1 1 0 0,1 0-1 0 0,0 0 0 0 0,-1 0 1 0 0,1 0-1 0 0,0 0 1 0 0,-1-1-1 0 0,1 1 1 0 0,0 0-1 0 0,0 0 1 0 0,0-1-1 0 0,-1 1 0 0 0,1-1 1 0 0,0 1-1 0 0,0-1 1 0 0,0 1-1 0 0,0-1 1 0 0,0 0-1 0 0,0 1 1 0 0,1-1-1 0 0,1 0 0 0 0,0 1 0 0 0,0-1 0 0 0,0-1-1 0 0,-1 1 1 0 0,1 0 0 0 0,0-1 0 0 0,0 1 0 0 0,-1-1-1 0 0,4-1 1 0 0,7-3-13 0 0,0-1-1 0 0,22-14 1 0 0,-30 17 4 0 0,51-34 158 0 0,36-20-159 0 0,-90 56 4 0 0,0 0 0 0 0,-1 0 1 0 0,1 1-1 0 0,0-1 0 0 0,0 0 0 0 0,0 1 0 0 0,0 0 0 0 0,0-1 0 0 0,0 1 0 0 0,0 0 0 0 0,0 0 1 0 0,0 0-1 0 0,0 0 0 0 0,0 0 0 0 0,0 1 0 0 0,0-1 0 0 0,0 0 0 0 0,-1 1 0 0 0,1 0 0 0 0,0-1 1 0 0,0 1-1 0 0,0 0 0 0 0,0 0 0 0 0,-1 0 0 0 0,1 0 0 0 0,0 0 0 0 0,-1 0 0 0 0,1 1 0 0 0,-1-1 1 0 0,2 3-1 0 0,4 4-33 0 0,-1 0 0 0 0,0 1 0 0 0,-1 0 1 0 0,8 17-1 0 0,7 10-104 0 0,-14-29-174 0 0,0 0 0 0 0,1-1 0 0 0,0 0 0 0 0,0-1 1 0 0,1 1-1 0 0,0-1 0 0 0,0 0 0 0 0,0-1 0 0 0,0 0 0 0 0,0 0 1 0 0,1-1-1 0 0,0 0 0 0 0,0-1 0 0 0,0 0 0 0 0,0 0 0 0 0,0-1 0 0 0,0 0 1 0 0,19-1-1 0 0,-14 0 4 0 0,0 0 1 0 0,0-2-1 0 0,0 0 1 0 0,0 0-1 0 0,0-1 1 0 0,-1-1-1 0 0,1 0 1 0 0,-1-1-1 0 0,0-1 1 0 0,0 0-1 0 0,21-14 1 0 0,-23 12 335 0 0,-1 0 0 0 0,-1-1 0 0 0,1-1 0 0 0,-2 1 0 0 0,1-2 1 0 0,-1 1-1 0 0,-1-1 0 0 0,0 0 0 0 0,7-15 0 0 0,-10 17 437 0 0,0 0 0 0 0,0 0-1 0 0,-1-1 1 0 0,0 0 0 0 0,-1 1 0 0 0,0-1-1 0 0,-1 0 1 0 0,0 0 0 0 0,0 0-1 0 0,-1 0 1 0 0,0 0 0 0 0,-3-15 0 0 0,3 24-420 0 0,0 0 0 0 0,0 0 0 0 0,0 0 1 0 0,0 0-1 0 0,0 0 0 0 0,0 0 0 0 0,-1 1 1 0 0,1-1-1 0 0,0 0 0 0 0,-1 0 1 0 0,1 0-1 0 0,-1 0 0 0 0,1 1 0 0 0,-1-1 1 0 0,1 0-1 0 0,-1 0 0 0 0,1 1 0 0 0,-1-1 1 0 0,0 1-1 0 0,0-1 0 0 0,1 0 1 0 0,-1 1-1 0 0,0-1 0 0 0,0 1 0 0 0,1 0 1 0 0,-1-1-1 0 0,0 1 0 0 0,0-1 0 0 0,0 1 1 0 0,0 0-1 0 0,0 0 0 0 0,1 0 1 0 0,-1-1-1 0 0,0 1 0 0 0,0 0 0 0 0,0 0 1 0 0,0 0-1 0 0,0 0 0 0 0,0 1 0 0 0,0-1 1 0 0,0 0-1 0 0,1 0 0 0 0,-1 0 1 0 0,0 1-1 0 0,0-1 0 0 0,0 1 0 0 0,0-1 1 0 0,1 0-1 0 0,-1 1 0 0 0,0-1 1 0 0,-1 2-1 0 0,-4 2 156 0 0,0 0 1 0 0,1 0 0 0 0,-1 1-1 0 0,-8 9 1 0 0,4-3-95 0 0,0 0 1 0 0,1 1-1 0 0,1 0 0 0 0,0 1 0 0 0,-6 13 1 0 0,10-19-78 0 0,1 1 1 0 0,1-1-1 0 0,-1 0 1 0 0,1 1-1 0 0,0 0 1 0 0,1-1-1 0 0,0 1 1 0 0,0 0-1 0 0,0 0 1 0 0,1 0-1 0 0,1 9 1 0 0,0-15-20 0 0,-1 0 0 0 0,0 0 0 0 0,1 0 1 0 0,-1 1-1 0 0,1-1 0 0 0,0 0 0 0 0,0 0 1 0 0,-1 0-1 0 0,1 0 0 0 0,1-1 1 0 0,-1 1-1 0 0,0 0 0 0 0,0 0 0 0 0,1 0 1 0 0,-1-1-1 0 0,1 1 0 0 0,-1-1 0 0 0,1 1 1 0 0,4 1-1 0 0,-4-1-38 0 0,1-1 0 0 0,0 0 0 0 0,0 0 0 0 0,1 0 0 0 0,-1-1 0 0 0,0 1 0 0 0,0-1 0 0 0,0 1 0 0 0,0-1 0 0 0,1 0 0 0 0,-1 0 0 0 0,4-1 0 0 0,2-1-117 0 0,-1 0 1 0 0,1 0 0 0 0,-1-1-1 0 0,0 0 1 0 0,0 0 0 0 0,0-1-1 0 0,0 0 1 0 0,-1 0 0 0 0,9-7-1 0 0,1-4-43 0 0,0-1 0 0 0,-2-1-1 0 0,0-1 1 0 0,23-35-1 0 0,-5 8 613 0 0,-29 38-367 0 0,3-4 103 0 0,-4 12-37 0 0,-2 8 37 0 0,-6 38 29 0 0,-1 15 213 0 0,6-57-381 0 0,0 0-1 0 0,1-1 0 0 0,-1 1 0 0 0,1-1 1 0 0,0 1-1 0 0,0-1 0 0 0,0 1 0 0 0,1-1 0 0 0,0 0 1 0 0,3 8-1 0 0,-2-10-93 0 0,-1 1 0 0 0,0-1 0 0 0,1 0 1 0 0,-1 1-1 0 0,1-1 0 0 0,0 0 0 0 0,-1-1 0 0 0,1 1 1 0 0,0 0-1 0 0,0-1 0 0 0,1 0 0 0 0,-1 0 1 0 0,0 1-1 0 0,0-2 0 0 0,0 1 0 0 0,1 0 0 0 0,-1-1 1 0 0,1 0-1 0 0,-1 1 0 0 0,0-1 0 0 0,5-1 0 0 0,5 0-412 0 0,1 0 0 0 0,0-1-1 0 0,23-6 1 0 0,-21 3 105 0 0,0 0 1 0 0,0-2-1 0 0,-1 1 0 0 0,0-2 1 0 0,0 0-1 0 0,-1-1 0 0 0,0 0 0 0 0,15-14 1 0 0,-12 8 60 0 0,-2-1-1 0 0,0-1 1 0 0,0 0 0 0 0,-2 0-1 0 0,19-33 1 0 0,-14 15 834 0 0,-1 0 1 0 0,-2-2 0 0 0,-1 0-1 0 0,-2-1 1 0 0,-2 0-1 0 0,9-67 1 0 0,-16 91 255 0 0,-2 1 1 0 0,0-1-1 0 0,-1 1 1 0 0,0-1 0 0 0,-1 1-1 0 0,-2-14 1 0 0,3 27-748 0 0,0-1 1 0 0,0 1-1 0 0,0 0 0 0 0,0 0 1 0 0,0-1-1 0 0,0 1 1 0 0,0 0-1 0 0,0-1 0 0 0,-1 1 1 0 0,1 0-1 0 0,0 0 1 0 0,0-1-1 0 0,0 1 0 0 0,0 0 1 0 0,0 0-1 0 0,-1 0 1 0 0,1-1-1 0 0,0 1 0 0 0,0 0 1 0 0,0 0-1 0 0,-1 0 0 0 0,1 0 1 0 0,0-1-1 0 0,0 1 1 0 0,-1 0-1 0 0,1 0 0 0 0,0 0 1 0 0,0 0-1 0 0,-1 0 1 0 0,1 0-1 0 0,0 0 0 0 0,-1 0 1 0 0,1 0-1 0 0,-1 0 1 0 0,-8 5 568 0 0,-6 14 275 0 0,0 10-45 0 0,2 0-1 0 0,1 0 0 0 0,-10 40 0 0 0,-15 94 817 0 0,31-138-1543 0 0,2 0 0 0 0,1 0 0 0 0,1 0 0 0 0,1 0 0 0 0,1 0 0 0 0,1 0 1 0 0,1 0-1 0 0,7 31 0 0 0,-7-51-200 0 0,-1-1 0 0 0,1 1 1 0 0,0-1-1 0 0,0 0 0 0 0,0 1 1 0 0,0-1-1 0 0,1-1 0 0 0,0 1 0 0 0,0 0 1 0 0,0 0-1 0 0,0-1 0 0 0,0 0 0 0 0,1 0 1 0 0,0 0-1 0 0,-1 0 0 0 0,1 0 1 0 0,0-1-1 0 0,0 0 0 0 0,1 1 0 0 0,-1-2 1 0 0,9 4-1 0 0,-6-3-532 0 0,-1-1 0 0 0,1 0 0 0 0,-1 0 0 0 0,1 0 0 0 0,0-1 1 0 0,9 0-1 0 0,-8-1-735 0 0,-1 0 1 0 0,0 0 0 0 0,1-1 0 0 0,-1 0-1 0 0,12-5 1 0 0,4-5-6068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8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44 107 2596 0 0,'-5'-1'1900'0'0,"-27"-9"5196"0"0,32 10-7014 0 0,-1-1 0 0 0,1 1 0 0 0,0 0 0 0 0,-1 0 0 0 0,1 0 0 0 0,0 0 0 0 0,-1-1 0 0 0,1 1 0 0 0,0 0 0 0 0,-1-1 0 0 0,1 1 0 0 0,0 0 0 0 0,0 0 0 0 0,-1-1 0 0 0,1 1 1 0 0,0 0-1 0 0,0-1 0 0 0,0 1 0 0 0,-1-1 0 0 0,1 1 0 0 0,0 0 0 0 0,0-1 0 0 0,0 0 0 0 0,0 1-39 0 0,0-1 0 0 0,1 1-1 0 0,-1-1 1 0 0,0 1 0 0 0,1-1 0 0 0,-1 1 0 0 0,1-1 0 0 0,-1 1 0 0 0,0-1 0 0 0,1 1 0 0 0,-1-1-1 0 0,1 1 1 0 0,0 0 0 0 0,-1-1 0 0 0,1 1 0 0 0,-1 0 0 0 0,1-1 0 0 0,-1 1 0 0 0,1 0-1 0 0,0 0 1 0 0,32-12 92 0 0,1 2 0 0 0,-1 1 0 0 0,56-7 0 0 0,38-9-8055 0 0,-105 18 3243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8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95 4144 0 0,'-39'7'3121'0'0,"6"-2"-473"0"0,5-2-844 0 0,6 0-180 0 0,6-1 1921 0 0,32-14-3189 0 0,17 4 56 0 0,17-3-572 0 0,12 2-268 0 0,16-6-693 0 0,9 1-287 0 0,13-1-688 0 0,6 1-1796 0 0,6-3-2253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8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259 140 344 0 0,'-33'16'6177'0'0,"25"-13"-4827"0"0,1 1 0 0 0,-1 0 0 0 0,1 0 0 0 0,0 1 0 0 0,-7 5 0 0 0,14-10-1329 0 0,-1 1 0 0 0,1-1 0 0 0,0 0 1 0 0,0 0-1 0 0,0 0 0 0 0,0 0 1 0 0,0 0-1 0 0,0 0 0 0 0,0 1 0 0 0,-1-1 1 0 0,1 0-1 0 0,0 0 0 0 0,0 0 0 0 0,0 0 1 0 0,0 0-1 0 0,0 1 0 0 0,0-1 0 0 0,0 0 1 0 0,0 0-1 0 0,0 0 0 0 0,0 1 1 0 0,0-1-1 0 0,0 0 0 0 0,0 0 0 0 0,0 0 1 0 0,0 0-1 0 0,0 1 0 0 0,0-1 0 0 0,0 0 1 0 0,0 0-1 0 0,0 0 0 0 0,0 0 0 0 0,0 1 1 0 0,0-1-1 0 0,0 0 0 0 0,0 0 0 0 0,1 0 1 0 0,-1 0-1 0 0,0 0 0 0 0,0 1 1 0 0,0-1-1 0 0,0 0 0 0 0,0 0 0 0 0,0 0 1 0 0,1 0-1 0 0,-1 0 0 0 0,0 0 0 0 0,0 0 1 0 0,0 0-1 0 0,0 1 0 0 0,1-1 0 0 0,15 2 508 0 0,5-4-280 0 0,0-1 1 0 0,38-9-1 0 0,-51 9-227 0 0,1 1 0 0 0,-1-1 0 0 0,0-1-1 0 0,0 1 1 0 0,0-1 0 0 0,0-1 0 0 0,-1 0 0 0 0,0 0-1 0 0,1 0 1 0 0,5-7 0 0 0,-10 9-36 0 0,-1 1 0 0 0,0-1-1 0 0,0 1 1 0 0,-1-1 0 0 0,1 0 0 0 0,0 0 0 0 0,-1 0 0 0 0,0 0-1 0 0,0 0 1 0 0,0 0 0 0 0,0 0 0 0 0,0 0 0 0 0,-1-1 0 0 0,1 1-1 0 0,-1 0 1 0 0,0 0 0 0 0,0-1 0 0 0,0 1 0 0 0,0 0 0 0 0,0 0 0 0 0,-1-1-1 0 0,0 1 1 0 0,0 0 0 0 0,0 0 0 0 0,0 0 0 0 0,0 0 0 0 0,0 0-1 0 0,-1 0 1 0 0,1 0 0 0 0,-1 0 0 0 0,0 1 0 0 0,0-1 0 0 0,0 1-1 0 0,0-1 1 0 0,-1 1 0 0 0,1 0 0 0 0,-1-1 0 0 0,1 1 0 0 0,-1 1-1 0 0,0-1 1 0 0,1 0 0 0 0,-1 1 0 0 0,0-1 0 0 0,0 1 0 0 0,0 0-1 0 0,0 0 1 0 0,-1 0 0 0 0,1 0 0 0 0,-4 0 0 0 0,-4 1 82 0 0,0 0 0 0 0,0 1 0 0 0,0 0-1 0 0,1 0 1 0 0,-1 1 0 0 0,1 1 0 0 0,-1 0 0 0 0,1 0 0 0 0,0 1 0 0 0,-14 7 0 0 0,5-1 132 0 0,0 1 0 0 0,0 1 0 0 0,1 0 0 0 0,-18 17 0 0 0,22-17-97 0 0,1 1 0 0 0,-21 26-1 0 0,29-32-75 0 0,1-1 0 0 0,0 1 0 0 0,0 0 0 0 0,0 0-1 0 0,1 0 1 0 0,0 1 0 0 0,1-1 0 0 0,-4 16 0 0 0,5-20-18 0 0,1 0 0 0 0,0-1-1 0 0,0 1 1 0 0,0 0 0 0 0,0-1 0 0 0,0 1 0 0 0,0 0 0 0 0,1 0 0 0 0,-1-1 0 0 0,1 1 0 0 0,0-1 0 0 0,0 1 0 0 0,0-1-1 0 0,0 1 1 0 0,0-1 0 0 0,1 1 0 0 0,3 3 0 0 0,-2-2-31 0 0,0-1 0 0 0,1 1-1 0 0,0-1 1 0 0,0 0 0 0 0,0 0 0 0 0,0-1-1 0 0,0 1 1 0 0,1-1 0 0 0,5 2 0 0 0,7 2-383 0 0,1-1 1 0 0,0 0-1 0 0,0-2 1 0 0,21 3 0 0 0,3-3-782 0 0,0-2 1 0 0,0-1 0 0 0,-1-3 0 0 0,1-1 0 0 0,-1-1 0 0 0,0-3 0 0 0,0-2 0 0 0,0-1 0 0 0,68-30 0 0 0,-63 21-1308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29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196 137 3472 0 0,'12'-9'820'0'0,"0"0"0"0"0,14-17-1 0 0,-23 22-387 0 0,0 1-1 0 0,0-1 1 0 0,-1 0 0 0 0,1 0-1 0 0,-1 0 1 0 0,1 0 0 0 0,-1 0-1 0 0,-1 0 1 0 0,1-1-1 0 0,0 1 1 0 0,-1-1 0 0 0,1-5-1 0 0,-2 9-302 0 0,0 0 0 0 0,0 0-1 0 0,0-1 1 0 0,0 1-1 0 0,0 0 1 0 0,0 0-1 0 0,0 0 1 0 0,0 0-1 0 0,0-1 1 0 0,0 1 0 0 0,-1 0-1 0 0,1 0 1 0 0,-1 0-1 0 0,1 0 1 0 0,-1 0-1 0 0,1 0 1 0 0,-1 0-1 0 0,0 0 1 0 0,1 0 0 0 0,-1 0-1 0 0,0 0 1 0 0,0 0-1 0 0,1 0 1 0 0,-3 0-1 0 0,1 0 20 0 0,0 0 0 0 0,0 0 0 0 0,0 0-1 0 0,0 1 1 0 0,0-1 0 0 0,0 1 0 0 0,0-1 0 0 0,-1 1-1 0 0,1 0 1 0 0,0 0 0 0 0,0 0 0 0 0,-3 0 0 0 0,-5 2 108 0 0,1 0 1 0 0,-1 0 0 0 0,1 0 0 0 0,0 2 0 0 0,-10 3 0 0 0,3 1-26 0 0,-1 1 1 0 0,2 0-1 0 0,-28 22 0 0 0,34-24-224 0 0,1 0 0 0 0,0 0-1 0 0,1 1 1 0 0,0 0 0 0 0,0 1 0 0 0,1-1 0 0 0,0 1-1 0 0,-5 11 1 0 0,10-18-1 0 0,0 0 0 0 0,0 0-1 0 0,0 0 1 0 0,0 0 0 0 0,1 0-1 0 0,-1 1 1 0 0,0-1 0 0 0,1 0 0 0 0,0 0-1 0 0,-1 1 1 0 0,1-1 0 0 0,0 0-1 0 0,0 0 1 0 0,1 1 0 0 0,-1-1 0 0 0,0 0-1 0 0,1 1 1 0 0,-1-1 0 0 0,1 0-1 0 0,1 3 1 0 0,0-3-27 0 0,-1 0 0 0 0,1 0 1 0 0,-1 0-1 0 0,1 0 0 0 0,0 0 0 0 0,0-1 0 0 0,0 1 1 0 0,0-1-1 0 0,0 0 0 0 0,0 1 0 0 0,1-1 0 0 0,-1 0 1 0 0,0 0-1 0 0,1 0 0 0 0,3 0 0 0 0,3 1-108 0 0,-1 0-1 0 0,1-1 1 0 0,0-1 0 0 0,-1 1 0 0 0,1-2-1 0 0,0 1 1 0 0,-1-1 0 0 0,1 0-1 0 0,13-4 1 0 0,-5-2 108 0 0,-1 0 0 0 0,0-2 1 0 0,-1 0-1 0 0,0 0 0 0 0,-1-1 0 0 0,1-1 0 0 0,-2 0 1 0 0,17-19-1 0 0,-3 6 494 0 0,-19 16-104 0 0,-8 7-352 0 0,1 0 0 0 0,-1 0-1 0 0,1 0 1 0 0,0 0 0 0 0,-1 1-1 0 0,1-1 1 0 0,0 0 0 0 0,-1 0 0 0 0,1 1-1 0 0,0-1 1 0 0,0 1 0 0 0,0-1 0 0 0,0 0-1 0 0,-1 1 1 0 0,1 0 0 0 0,0-1-1 0 0,0 1 1 0 0,0 0 0 0 0,0-1 0 0 0,0 1-1 0 0,0 0 1 0 0,0 0 0 0 0,0 0-1 0 0,0 0 1 0 0,0 0 0 0 0,0 0 0 0 0,0 0-1 0 0,0 0 1 0 0,2 1 0 0 0,-2 0 39 0 0,0 0-1 0 0,-1 1 1 0 0,1-1 0 0 0,0 1 0 0 0,-1-1-1 0 0,1 1 1 0 0,-1-1 0 0 0,0 1 0 0 0,0 0 0 0 0,1-1-1 0 0,-1 1 1 0 0,0-1 0 0 0,0 1 0 0 0,0 0-1 0 0,-1 1 1 0 0,1 1 74 0 0,-4 57 1188 0 0,-2 1-1 0 0,-18 75 0 0 0,11-66-889 0 0,-70 308 631 0 0,68-317-1292 0 0,9-41-737 0 0,-3 17-703 0 0,6-13-7653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0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0 298 1308 0 0,'9'-17'1526'0'0,"0"0"0"0"0,1 1 1 0 0,1 0-1 0 0,1 1 0 0 0,0 0 0 0 0,21-19 0 0 0,-29 31-1370 0 0,-1 0 0 0 0,1 0 0 0 0,0 0 0 0 0,0 0 0 0 0,0 1 0 0 0,0 0 1 0 0,0 0-1 0 0,0 0 0 0 0,1 0 0 0 0,-1 1 0 0 0,1-1 0 0 0,-1 1 0 0 0,1 1 0 0 0,0-1 0 0 0,-1 0 0 0 0,1 1 0 0 0,0 0 0 0 0,-1 0 0 0 0,1 1 0 0 0,0-1 0 0 0,-1 1 0 0 0,1 0 0 0 0,0 0 0 0 0,-1 0 0 0 0,0 1 0 0 0,1 0 0 0 0,-1 0 0 0 0,0 0 0 0 0,0 0 0 0 0,0 1 0 0 0,7 4 0 0 0,-5-2-37 0 0,0 1-1 0 0,0-1 0 0 0,-1 1 0 0 0,1 0 1 0 0,-1 0-1 0 0,-1 1 0 0 0,1 0 1 0 0,-1 0-1 0 0,0 0 0 0 0,-1 0 1 0 0,1 0-1 0 0,-2 1 0 0 0,1-1 0 0 0,-1 1 1 0 0,0 0-1 0 0,0 0 0 0 0,-1 0 1 0 0,0 0-1 0 0,-1 0 0 0 0,0 0 1 0 0,0 0-1 0 0,0 0 0 0 0,-1 0 1 0 0,-2 9-1 0 0,1-9-14 0 0,1-1 0 0 0,-1 1 1 0 0,0-1-1 0 0,0 0 0 0 0,-1 0 0 0 0,0 0 1 0 0,0 0-1 0 0,-1-1 0 0 0,-7 11 1 0 0,10-15-39 0 0,-3-4-74 0 0,4 2 7 0 0,-1 0 0 0 0,1 1 0 0 0,0-1 1 0 0,-1-1-1 0 0,1 1 0 0 0,-1 0 0 0 0,1 0 1 0 0,0 0-1 0 0,-1 0 0 0 0,1 0 0 0 0,0 0 1 0 0,-1 0-1 0 0,1 0 0 0 0,0 0 0 0 0,-1-1 1 0 0,1 1-1 0 0,0 0 0 0 0,0 0 0 0 0,-1 0 1 0 0,1-1-1 0 0,0 1 0 0 0,-1 0 0 0 0,1-1 1 0 0,0 1-1 0 0,-1-4-6 0 0,0 1 0 0 0,1-1 0 0 0,0 1 0 0 0,0-1 0 0 0,0 0 0 0 0,0 1 0 0 0,0-1 0 0 0,1 1 0 0 0,0-1 0 0 0,-1 1 0 0 0,3-4 0 0 0,14-41 100 0 0,-4 23-86 0 0,0 0-1 0 0,2 1 0 0 0,24-31 1 0 0,-30 44-34 0 0,1 0 1 0 0,0 0 0 0 0,1 1-1 0 0,0 0 1 0 0,1 1-1 0 0,-1 0 1 0 0,2 1 0 0 0,16-8-1 0 0,-26 14 26 0 0,1 0-1 0 0,0 1 0 0 0,-1 0 1 0 0,1-1-1 0 0,0 1 0 0 0,-1 1 1 0 0,1-1-1 0 0,0 1 0 0 0,0-1 1 0 0,0 1-1 0 0,0 0 1 0 0,0 0-1 0 0,-1 1 0 0 0,1-1 1 0 0,6 2-1 0 0,-8-1 9 0 0,1 0-1 0 0,-1 1 1 0 0,0-1 0 0 0,1 0-1 0 0,-1 1 1 0 0,0 0 0 0 0,0-1-1 0 0,0 1 1 0 0,0 0 0 0 0,0 0-1 0 0,-1 0 1 0 0,1 0 0 0 0,-1 0-1 0 0,1 0 1 0 0,-1 1 0 0 0,0-1 0 0 0,1 1-1 0 0,-1-1 1 0 0,0 1 0 0 0,-1-1-1 0 0,1 1 1 0 0,0-1 0 0 0,0 4-1 0 0,0 5-9 0 0,-1-1 0 0 0,0 1-1 0 0,0-1 1 0 0,-1 1 0 0 0,-1-1 0 0 0,0 0-1 0 0,-4 16 1 0 0,3-13-290 0 0,0 0 0 0 0,1 1-1 0 0,-1 16 1 0 0,3-29 168 0 0,0 0 1 0 0,0 1-1 0 0,0-1 0 0 0,0 0 1 0 0,0 1-1 0 0,0-1 0 0 0,1 0 1 0 0,-1 1-1 0 0,1-1 0 0 0,-1 0 1 0 0,1 1-1 0 0,-1-1 1 0 0,1 0-1 0 0,0 0 0 0 0,-1 0 1 0 0,1 0-1 0 0,0 1 0 0 0,0-1 1 0 0,0 0-1 0 0,0 0 0 0 0,0-1 1 0 0,0 1-1 0 0,2 1 1 0 0,-1 0-52 0 0,1-1 0 0 0,-1-1 1 0 0,1 1-1 0 0,0 0 0 0 0,-1-1 1 0 0,1 1-1 0 0,0-1 0 0 0,-1 0 1 0 0,1 0-1 0 0,0 0 0 0 0,3 0 1 0 0,6-2-274 0 0,0-1 0 0 0,-1 0 1 0 0,1 0-1 0 0,16-8 1 0 0,1-3 9 0 0,0-1 0 0 0,0-2 0 0 0,-2-1 0 0 0,0-1 0 0 0,29-27 0 0 0,-27 19 1076 0 0,-1-1 0 0 0,24-31 1 0 0,-48 53-198 0 0,1 0 1 0 0,-1 0-1 0 0,0 0 1 0 0,0-1 0 0 0,-1 1-1 0 0,0-1 1 0 0,0 0-1 0 0,3-10 1 0 0,-6 16-398 0 0,0 0 0 0 0,0 1 0 0 0,0-1 0 0 0,0 0 0 0 0,0 0 0 0 0,0 1 0 0 0,0-1 0 0 0,0 0 0 0 0,0 1 1 0 0,0-1-1 0 0,0 0 0 0 0,0 1 0 0 0,0-1 0 0 0,0 0 0 0 0,-1 1 0 0 0,1-1 0 0 0,0 0 0 0 0,-1 1 0 0 0,1-1 0 0 0,0 0 0 0 0,-1 1 0 0 0,1-1 0 0 0,-1 1 1 0 0,1-1-1 0 0,-1 1 0 0 0,0-2 0 0 0,-1 2 6 0 0,1-1 1 0 0,0 0 0 0 0,-1 1-1 0 0,1-1 1 0 0,-1 1-1 0 0,1 0 1 0 0,-1-1-1 0 0,1 1 1 0 0,-1 0 0 0 0,0 0-1 0 0,-2 0 1 0 0,-1 0 12 0 0,0 1 0 0 0,-1 0 0 0 0,1 0 1 0 0,0 0-1 0 0,0 0 0 0 0,-7 4 0 0 0,10-4-55 0 0,0 0 0 0 0,0 0 0 0 0,0 0 0 0 0,0 0 1 0 0,1 0-1 0 0,-1 1 0 0 0,0-1 0 0 0,1 1 0 0 0,-1-1 0 0 0,1 1 0 0 0,-1-1 0 0 0,1 1 0 0 0,0 0 0 0 0,-1 0 0 0 0,1 0 0 0 0,0 0 0 0 0,0 0 0 0 0,1 0 0 0 0,-1 0 0 0 0,0 2 0 0 0,0-1 45 0 0,1 1-1 0 0,0-1 1 0 0,0 0 0 0 0,0 0-1 0 0,1 0 1 0 0,-1 0-1 0 0,1 0 1 0 0,0 0 0 0 0,0 0-1 0 0,0 0 1 0 0,0 0 0 0 0,2 4-1 0 0,6 7 253 0 0,-1-1 0 0 0,2 0 0 0 0,-1-1 0 0 0,17 16 0 0 0,-23-26-261 0 0,32 33 317 0 0,19 19 9 0 0,-49-48-192 0 0,0 1 0 0 0,0-1 1 0 0,0 1-1 0 0,-1 0 0 0 0,0 0 0 0 0,5 14 0 0 0,-9-20-145 0 0,0 0-1 0 0,0 0 1 0 0,0 1-1 0 0,0-1 1 0 0,0 0-1 0 0,0 0 1 0 0,0 1-1 0 0,-1-1 1 0 0,1 0-1 0 0,0 0 1 0 0,-1 0-1 0 0,1 1 1 0 0,-1-1-1 0 0,1 0 1 0 0,-1 0-1 0 0,0 0 1 0 0,1 0-1 0 0,-1 0 1 0 0,0 0-1 0 0,0 0 1 0 0,0 0-1 0 0,0 0 1 0 0,0-1-1 0 0,-2 3 1 0 0,-25 14 277 0 0,-9-1-1266 0 0,0-1 0 0 0,-68 16 0 0 0,-82 5-9514 0 0,126-27 2919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1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293 272 216 0 0,'1'-3'2388'0'0,"7"-26"1687"0"0,-3 13-1678 0 0,0-1-1 0 0,-1 1 0 0 0,-1-1 0 0 0,1-27 0 0 0,-3 44-2364 0 0,-1-1 0 0 0,0 1 0 0 0,0-1 0 0 0,0 1 0 0 0,0-1 0 0 0,0 1 0 0 0,0-1 0 0 0,-1 1 0 0 0,1-1 0 0 0,0 1 0 0 0,0-1 0 0 0,0 1 0 0 0,0-1 0 0 0,0 1 1 0 0,-1-1-1 0 0,1 1 0 0 0,0-1 0 0 0,-1 1 0 0 0,1 0 0 0 0,0-1 0 0 0,-1 1 0 0 0,1-1 0 0 0,0 1 0 0 0,-1 0 0 0 0,1-1 0 0 0,-1 1 0 0 0,1 0 0 0 0,0 0 0 0 0,-1-1 0 0 0,1 1 0 0 0,-1 0 0 0 0,1 0 1 0 0,-1-1-1 0 0,1 1 0 0 0,-1 0 0 0 0,1 0 0 0 0,-1 0 0 0 0,1 0 0 0 0,-1 0 0 0 0,1 0 0 0 0,-1 0 0 0 0,1 0 0 0 0,-1 0 0 0 0,1 0 0 0 0,-1 0 0 0 0,1 0 0 0 0,-1 1 0 0 0,1-1 0 0 0,-1 0 0 0 0,1 0 1 0 0,-1 1-1 0 0,-26 12 109 0 0,26-12-100 0 0,-21 14 68 0 0,1 1 1 0 0,0 1-1 0 0,-35 39 1 0 0,-42 68 44 0 0,89-113-151 0 0,2 1 0 0 0,-1 0 0 0 0,2 0 0 0 0,-1 1 0 0 0,2 0 0 0 0,-8 26 0 0 0,12-36-20 0 0,0 0 0 0 0,0 1 0 0 0,1-1-1 0 0,-1 1 1 0 0,1 0 0 0 0,0-1 0 0 0,0 1 0 0 0,0-1 0 0 0,1 1 0 0 0,-1-1 0 0 0,1 1 0 0 0,0-1 0 0 0,0 1 0 0 0,0-1 0 0 0,0 0 0 0 0,1 1 0 0 0,0-1 0 0 0,-1 0 0 0 0,1 0 0 0 0,0 0 0 0 0,0 0 0 0 0,0-1 0 0 0,1 1 0 0 0,-1 0 0 0 0,1-1 0 0 0,0 0 0 0 0,-1 1 0 0 0,1-1 0 0 0,0 0 0 0 0,0 0 0 0 0,7 2 0 0 0,3 1-259 0 0,0 0 0 0 0,1-1 0 0 0,0 0 0 0 0,0-1-1 0 0,0-1 1 0 0,0 0 0 0 0,0-1 0 0 0,1 0 0 0 0,-1-1 0 0 0,18-3 0 0 0,-3 0-520 0 0,1-2 0 0 0,-2-2 0 0 0,56-19 0 0 0,-62 17 565 0 0,-1 0 1 0 0,0-2-1 0 0,-1-1 1 0 0,-1-1-1 0 0,1 0 1 0 0,-2-1-1 0 0,0-1 1 0 0,-1-1-1 0 0,0-1 1 0 0,23-30-1 0 0,-25 26 998 0 0,0 0 0 0 0,-2-1 0 0 0,0-1 1 0 0,-2 0-1 0 0,14-39 0 0 0,-25 61-720 0 0,1 0 0 0 0,-1 1 0 0 0,0-1 0 0 0,1 1 0 0 0,-1-1 1 0 0,0 0-1 0 0,0 1 0 0 0,0-1 0 0 0,0 1 0 0 0,1-1 0 0 0,-1 0 0 0 0,0 1 0 0 0,0-1 1 0 0,0 0-1 0 0,0 1 0 0 0,0-1 0 0 0,-1 0 0 0 0,1 1 0 0 0,0-1 0 0 0,0 0 1 0 0,0 1-1 0 0,0-1 0 0 0,-1 0 0 0 0,1 0 0 0 0,-1 1-13 0 0,0 0 1 0 0,1 0-1 0 0,-1 0 1 0 0,1 0-1 0 0,-1 0 1 0 0,0 0-1 0 0,1 0 1 0 0,-1 1-1 0 0,1-1 1 0 0,-1 0-1 0 0,0 0 1 0 0,1 0-1 0 0,-1 1 0 0 0,1-1 1 0 0,-1 0-1 0 0,1 1 1 0 0,-1-1-1 0 0,1 0 1 0 0,-1 1-1 0 0,-26 25 776 0 0,16-11-574 0 0,0 1 0 0 0,1 1 1 0 0,1 0-1 0 0,0 0 1 0 0,2 1-1 0 0,0 0 0 0 0,1 0 1 0 0,0 0-1 0 0,-5 36 0 0 0,11-50-216 0 0,0 1-1 0 0,-1-1 0 0 0,1 0 0 0 0,1 0 1 0 0,-1 0-1 0 0,1 0 0 0 0,-1 0 0 0 0,1 0 1 0 0,0 0-1 0 0,0-1 0 0 0,1 1 1 0 0,-1 0-1 0 0,1 0 0 0 0,0-1 0 0 0,0 1 1 0 0,0-1-1 0 0,1 0 0 0 0,4 6 0 0 0,-3-5-1 0 0,1 0-1 0 0,0 0 0 0 0,0-1 1 0 0,1 0-1 0 0,-1 0 0 0 0,0 0 0 0 0,1 0 1 0 0,0-1-1 0 0,0 0 0 0 0,0 0 1 0 0,7 1-1 0 0,3-1 0 0 0,1 0-1 0 0,-1 0 1 0 0,1-2 0 0 0,-1 0-1 0 0,1-1 1 0 0,-1-1 0 0 0,0 0 0 0 0,23-7-1 0 0,-30 6-35 0 0,0 0 0 0 0,0-1 0 0 0,0 0-1 0 0,-1-1 1 0 0,1 1 0 0 0,-1-2 0 0 0,0 1 0 0 0,-1-1-1 0 0,0-1 1 0 0,0 1 0 0 0,0-1 0 0 0,0 0-1 0 0,-1-1 1 0 0,0 0 0 0 0,-1 0 0 0 0,8-15 0 0 0,-10 18 0 0 0,-1-1 1 0 0,1 0-1 0 0,-1 0 1 0 0,0 0 0 0 0,-1-1-1 0 0,0 1 1 0 0,0 0 0 0 0,0 0-1 0 0,-1-1 1 0 0,0 1-1 0 0,0-1 1 0 0,0 1 0 0 0,-1 0-1 0 0,0-1 1 0 0,0 1 0 0 0,-1 0-1 0 0,0 0 1 0 0,0 0 0 0 0,0 0-1 0 0,-1 0 1 0 0,1 0-1 0 0,-1 1 1 0 0,-1-1 0 0 0,1 1-1 0 0,-1 0 1 0 0,-5-6 0 0 0,-7-4-10 0 0,-1 1 1 0 0,0 1-1 0 0,0 0 1 0 0,-1 1-1 0 0,-26-12 1 0 0,6 2-123 0 0,37 22 146 0 0,0-1-1 0 0,1 1 1 0 0,-1 0-1 0 0,1 0 1 0 0,-1-1-1 0 0,1 1 1 0 0,0 0 0 0 0,-1-1-1 0 0,1 1 1 0 0,-1 0-1 0 0,1-1 1 0 0,-1 1-1 0 0,1 0 1 0 0,0-1 0 0 0,-1 1-1 0 0,1-1 1 0 0,0 1-1 0 0,0-1 1 0 0,-1 1 0 0 0,1-1-1 0 0,0 1 1 0 0,0-1-1 0 0,0 1 1 0 0,-1-1-1 0 0,1 1 1 0 0,0-1 0 0 0,0 0-1 0 0,0 0 1 0 0,1 0-1 0 0,-1 1 1 0 0,1-1 0 0 0,-1 0 0 0 0,1 1-1 0 0,-1-1 1 0 0,1 1 0 0 0,-1-1 0 0 0,1 0-1 0 0,0 1 1 0 0,-1-1 0 0 0,1 1 0 0 0,0 0-1 0 0,-1-1 1 0 0,1 1 0 0 0,0 0 0 0 0,1-1-1 0 0,35-8-40 0 0,-36 8 44 0 0,20-1-7 0 0,-1 0 1 0 0,1 1-1 0 0,0 1 1 0 0,-1 1-1 0 0,1 1 1 0 0,22 5-1 0 0,-4 2 7 0 0,0 1 0 0 0,43 18 0 0 0,-40-11 22 0 0,79 43 0 0 0,-103-49 3 0 0,-1 0 0 0 0,0 2 0 0 0,-1-1 1 0 0,-1 2-1 0 0,0 0 0 0 0,23 29 0 0 0,-35-39 10 0 0,0 1 0 0 0,0-1-1 0 0,0 1 1 0 0,-1 0 0 0 0,1 0 0 0 0,-1 0 0 0 0,-1 0 0 0 0,1 0-1 0 0,-1 1 1 0 0,0-1 0 0 0,0 0 0 0 0,0 11 0 0 0,-1-13-12 0 0,0-1 0 0 0,0 1 0 0 0,0-1 0 0 0,-1 1 0 0 0,1-1 1 0 0,-1 1-1 0 0,0-1 0 0 0,0 1 0 0 0,0-1 0 0 0,0 0 0 0 0,0 1 0 0 0,0-1 0 0 0,-1 0 1 0 0,1 0-1 0 0,-1 0 0 0 0,0 0 0 0 0,1 0 0 0 0,-1 0 0 0 0,0-1 0 0 0,0 1 0 0 0,0 0 1 0 0,0-1-1 0 0,0 0 0 0 0,-1 1 0 0 0,1-1 0 0 0,0 0 0 0 0,-6 1 0 0 0,8-1-22 0 0,-1-1 0 0 0,0 0 0 0 0,0 1 0 0 0,0-1 0 0 0,0 0 0 0 0,0 0 0 0 0,0 0 0 0 0,0 0 0 0 0,0 0 0 0 0,0 0 0 0 0,0 0 0 0 0,1 0 0 0 0,-1 0 0 0 0,0 0 0 0 0,0-1 0 0 0,0 1 0 0 0,0 0 0 0 0,0-1 0 0 0,0 1 0 0 0,0 0 0 0 0,1-1 0 0 0,-1 1 0 0 0,0-1 0 0 0,0 1 0 0 0,1-1 0 0 0,-1 0 0 0 0,0 1 0 0 0,1-1 0 0 0,-1 0 0 0 0,0 0 0 0 0,1 1 0 0 0,-1-1 0 0 0,1 0 0 0 0,0 0 0 0 0,-1 0 0 0 0,1 1 0 0 0,-1-1 0 0 0,1 0 0 0 0,0 0 0 0 0,0-1 0 0 0,-2-3-12 0 0,1 0 1 0 0,1 0 0 0 0,-1 0 0 0 0,1 0 0 0 0,0-8-1 0 0,2-1-22 0 0,0 0-1 0 0,1 0 0 0 0,0 1 1 0 0,1-1-1 0 0,1 1 0 0 0,0-1 1 0 0,1 1-1 0 0,0 1 0 0 0,12-19 1 0 0,-4 10-4 0 0,1 2 0 0 0,0-1 0 0 0,1 2 1 0 0,31-27-1 0 0,-33 34 11 0 0,0 0 1 0 0,0 1-1 0 0,1 1 1 0 0,0 0-1 0 0,18-7 1 0 0,-28 13 28 0 0,1 1 1 0 0,0 0 0 0 0,0 0 0 0 0,0 0-1 0 0,0 1 1 0 0,0 0 0 0 0,0 0-1 0 0,0 0 1 0 0,0 1 0 0 0,0 0-1 0 0,1 0 1 0 0,-1 1 0 0 0,0 0-1 0 0,0 0 1 0 0,0 0 0 0 0,0 1 0 0 0,9 3-1 0 0,-11-3 28 0 0,0 1-1 0 0,0 0 1 0 0,0 0-1 0 0,0 0 1 0 0,0 1-1 0 0,-1-1 1 0 0,0 1-1 0 0,0 0 1 0 0,0 0-1 0 0,0 0 1 0 0,0 0-1 0 0,-1 0 0 0 0,0 1 1 0 0,0-1-1 0 0,0 1 1 0 0,0-1-1 0 0,-1 1 1 0 0,0 0-1 0 0,0 0 1 0 0,0 0-1 0 0,0 0 1 0 0,-1 6-1 0 0,1 12 65 0 0,-2 1-1 0 0,0-1 1 0 0,-7 33-1 0 0,5-40-45 0 0,1 0-296 0 0,0 0 0 0 0,0 1-1 0 0,2 23 1 0 0,0-39 225 0 0,0 0 0 0 0,1-1 1 0 0,-1 1-1 0 0,0 0 0 0 0,0 0 0 0 0,1-1 0 0 0,-1 1 1 0 0,1 0-1 0 0,-1-1 0 0 0,1 1 0 0 0,-1 0 1 0 0,1-1-1 0 0,-1 1 0 0 0,1-1 0 0 0,-1 1 0 0 0,1-1 1 0 0,0 1-1 0 0,-1-1 0 0 0,1 1 0 0 0,0-1 1 0 0,-1 0-1 0 0,1 1 0 0 0,0-1 0 0 0,0 0 0 0 0,-1 1 1 0 0,1-1-1 0 0,0 0 0 0 0,0 0 0 0 0,0 0 0 0 0,-1 0 1 0 0,1 0-1 0 0,0 0 0 0 0,0 0 0 0 0,1 0 1 0 0,25-5-408 0 0,-20 2 344 0 0,1-1-1 0 0,0 0 1 0 0,-1 0-1 0 0,1-1 1 0 0,-1 0-1 0 0,-1 0 1 0 0,1 0-1 0 0,8-10 1 0 0,42-54-236 0 0,-55 68 316 0 0,22-30-32 0 0,55-77-198 0 0,-66 88 522 0 0,-1-1 0 0 0,-1 0 1 0 0,14-34-1 0 0,-24 52-237 0 0,0 0 1 0 0,0 0-1 0 0,-1 0 0 0 0,1-1 1 0 0,-1 1-1 0 0,1 0 0 0 0,-1 0 1 0 0,0 0-1 0 0,-1-6 0 0 0,1 8-46 0 0,0 0 1 0 0,0 1-1 0 0,-1-1 0 0 0,1 0 0 0 0,0 1 1 0 0,-1-1-1 0 0,1 0 0 0 0,0 1 0 0 0,-1-1 1 0 0,1 0-1 0 0,-1 1 0 0 0,1-1 0 0 0,-1 1 0 0 0,1-1 1 0 0,-1 1-1 0 0,0-1 0 0 0,1 1 0 0 0,-1-1 1 0 0,0 1-1 0 0,1 0 0 0 0,-1-1 0 0 0,0 1 1 0 0,0 0-1 0 0,1 0 0 0 0,-1-1 0 0 0,0 1 0 0 0,0 0 1 0 0,1 0-1 0 0,-1 0 0 0 0,0 0 0 0 0,0 0 1 0 0,1 0-1 0 0,-1 0 0 0 0,0 0 0 0 0,0 0 1 0 0,1 1-1 0 0,-1-1 0 0 0,0 0 0 0 0,0 0 0 0 0,1 1 1 0 0,-1-1-1 0 0,0 0 0 0 0,1 1 0 0 0,-2 0 1 0 0,0-1-4 0 0,-2 2-3 0 0,-4 13 15 0 0,5-1 0 0 0,3-8-9 0 0,1-1 0 0 0,0 0 1 0 0,0 0-1 0 0,0 1 0 0 0,1-1 0 0 0,0 0 0 0 0,-1 0 1 0 0,2-1-1 0 0,-1 1 0 0 0,1 0 0 0 0,3 5 0 0 0,8 8 10 0 0,21 24-1 0 0,-3-5-24 0 0,-32-37 0 0 0,8 10 82 0 0,0 1 0 0 0,-1-1-1 0 0,0 1 1 0 0,-1 0 0 0 0,7 16 0 0 0,-12-24-18 0 0,0-1 0 0 0,-1 1-1 0 0,1 0 1 0 0,0 0 0 0 0,-1-1-1 0 0,0 1 1 0 0,1 0 0 0 0,-1 0-1 0 0,0 0 1 0 0,-1-1 0 0 0,1 1 0 0 0,0 0-1 0 0,-1 0 1 0 0,0-1 0 0 0,1 1-1 0 0,-1 0 1 0 0,0-1 0 0 0,0 1-1 0 0,-1 0 1 0 0,1-1 0 0 0,-1 0-1 0 0,1 1 1 0 0,-1-1 0 0 0,0 0 0 0 0,1 0-1 0 0,-1 0 1 0 0,0 0 0 0 0,0 0-1 0 0,-1 0 1 0 0,-3 2 0 0 0,-3 2 4 0 0,0-1 0 0 0,-1-1 1 0 0,1 0-1 0 0,-1 0 0 0 0,0 0 0 0 0,0-1 1 0 0,0-1-1 0 0,-1 0 0 0 0,-18 1 0 0 0,28-2-129 0 0,-1-1-1 0 0,1 0 1 0 0,0 0-1 0 0,0 0 1 0 0,-1 0-1 0 0,1 0 1 0 0,0 0-1 0 0,-1 0 1 0 0,1 0-1 0 0,0 0 1 0 0,0-1-1 0 0,-1 1 1 0 0,1 0-1 0 0,0-1 0 0 0,0 1 1 0 0,0-1-1 0 0,0 1 1 0 0,-1-1-1 0 0,1 0 1 0 0,0 1-1 0 0,0-1 1 0 0,0 0-1 0 0,0 0 1 0 0,1 0-1 0 0,-1 0 1 0 0,0 0-1 0 0,0 0 0 0 0,0 0 1 0 0,0-2-1 0 0,0 2-126 0 0,1-1 0 0 0,0 1 0 0 0,0-1 0 0 0,0 0 0 0 0,0 1-1 0 0,0-1 1 0 0,0 1 0 0 0,0-1 0 0 0,0 1 0 0 0,1-1 0 0 0,-1 1 0 0 0,1-1-1 0 0,-1 1 1 0 0,1-1 0 0 0,0 1 0 0 0,-1 0 0 0 0,1-1 0 0 0,0 1 0 0 0,0 0-1 0 0,2-3 1 0 0,10-9-2343 0 0,1 0-1 0 0,0 0 1 0 0,24-15-1 0 0,-15 12-1700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36 0 0,'21'-20'11373'0'0,"3"-8"-4839"0"0,-20 26-5060 0 0,-1 1-147 0 0,-3 10-533 0 0,-8 52 1229 0 0,-3 41-623 0 0,11-91-1334 0 0,0 0 0 0 0,1-1 1 0 0,0 1-1 0 0,0 0 0 0 0,1-1 0 0 0,0 1 0 0 0,6 13 0 0 0,-7-22-117 0 0,0 0 0 0 0,0 1 0 0 0,0-1-1 0 0,1 0 1 0 0,-1 0 0 0 0,1 0-1 0 0,-1 0 1 0 0,1 0 0 0 0,0 0 0 0 0,0 0-1 0 0,0-1 1 0 0,0 1 0 0 0,0-1-1 0 0,0 1 1 0 0,0-1 0 0 0,5 2 0 0 0,-2-1-232 0 0,-1-1 1 0 0,1 0 0 0 0,0 0-1 0 0,0 0 1 0 0,0 0-1 0 0,0-1 1 0 0,-1 0 0 0 0,8 0-1 0 0,0-2-836 0 0,-1 0 0 0 0,1 0-1 0 0,-1-1 1 0 0,0 0 0 0 0,0-1-1 0 0,18-9 1 0 0,-5-2-3593 0 0,-3-3-2414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2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31 2436 0 0,'-15'-6'2116'0'0,"4"-1"-175"0"0,1 3 1079 0 0,-3-5-1188 0 0,2 5 28 0 0,-5 7-1852 0 0,18 8-692 0 0,7 5-752 0 0,-2-6 152 0 0,2 0-1824 0 0,1 1-1189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16 1720 0 0,'-4'-2'1459'0'0,"0"0"0"0"0,0 0 0 0 0,0 1-1 0 0,-1-1 1 0 0,1 1 0 0 0,-6-1 0 0 0,-34-1 2982 0 0,25 4-3540 0 0,1 0 0 0 0,-27 6 0 0 0,43-7-870 0 0,1 0-1 0 0,-1 0 1 0 0,0 1-1 0 0,1-1 0 0 0,-1 1 1 0 0,0-1-1 0 0,1 1 0 0 0,-1 0 1 0 0,1 0-1 0 0,-1 0 1 0 0,1-1-1 0 0,-1 1 0 0 0,1 1 1 0 0,0-1-1 0 0,-1 0 0 0 0,1 0 1 0 0,0 0-1 0 0,0 1 0 0 0,0-1 1 0 0,0 1-1 0 0,0-1 1 0 0,0 1-1 0 0,0-1 0 0 0,1 1 1 0 0,-1-1-1 0 0,1 1 0 0 0,-1 1 1 0 0,0 0-16 0 0,1 0-1 0 0,0 0 1 0 0,1 0 0 0 0,-1 0 0 0 0,0 0 0 0 0,1 0 0 0 0,0 0-1 0 0,0-1 1 0 0,0 1 0 0 0,0 0 0 0 0,0 0 0 0 0,0-1-1 0 0,1 1 1 0 0,-1-1 0 0 0,4 4 0 0 0,10 12 17 0 0,1 0 0 0 0,1-1 0 0 0,1-1 0 0 0,38 26-1 0 0,9 10 39 0 0,-58-47 71 0 0,0 1 0 0 0,-1 0 0 0 0,0 1 0 0 0,0 0 0 0 0,-1-1 0 0 0,8 14 0 0 0,-12-18-48 0 0,-1-1 0 0 0,1 1 1 0 0,0-1-1 0 0,-1 1 0 0 0,1 0 0 0 0,-1-1 0 0 0,0 1 0 0 0,1 0 1 0 0,-1-1-1 0 0,0 1 0 0 0,0 0 0 0 0,0-1 0 0 0,-1 1 1 0 0,1 0-1 0 0,0-1 0 0 0,-1 4 0 0 0,0-3-28 0 0,0 0 1 0 0,-1 0-1 0 0,1 0 1 0 0,0-1-1 0 0,-1 1 1 0 0,1 0-1 0 0,-1-1 1 0 0,1 1-1 0 0,-1-1 1 0 0,0 1-1 0 0,0-1 1 0 0,0 0-1 0 0,1 0 0 0 0,-1 0 1 0 0,0 0-1 0 0,-3 1 1 0 0,-8 4-14 0 0,-1-1 0 0 0,0-1 0 0 0,0 0 0 0 0,0-1 0 0 0,-1 0 0 0 0,1-1 0 0 0,-1-1 0 0 0,1 0-1 0 0,-1-1 1 0 0,0 0 0 0 0,1-2 0 0 0,-17-2 0 0 0,30 4-200 0 0,-1-1-1 0 0,1 1 1 0 0,0 0-1 0 0,0 0 1 0 0,0-1-1 0 0,0 1 1 0 0,0-1-1 0 0,0 1 0 0 0,0-1 1 0 0,0 1-1 0 0,0-1 1 0 0,0 1-1 0 0,0-1 1 0 0,0 0-1 0 0,0 0 1 0 0,0 0-1 0 0,0 1 1 0 0,1-1-1 0 0,-1 0 1 0 0,0 0-1 0 0,1 0 1 0 0,-1 0-1 0 0,1 0 1 0 0,-1 0-1 0 0,1 0 0 0 0,-1 0 1 0 0,1-1-1 0 0,0 1 1 0 0,-1 0-1 0 0,1 0 1 0 0,0 0-1 0 0,0 0 1 0 0,0 0-1 0 0,0-1 1 0 0,0 1-1 0 0,0 0 1 0 0,0 0-1 0 0,1 0 1 0 0,-1 0-1 0 0,0 0 1 0 0,0 0-1 0 0,1-1 0 0 0,-1 1 1 0 0,1 0-1 0 0,-1 0 1 0 0,1 0-1 0 0,0-1 1 0 0,5-6-1301 0 0,-1 0 0 0 0,1 0 0 0 0,0 1 0 0 0,11-11 0 0 0,-13 14 6 0 0,18-19-5088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2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62 2692 0 0,'33'-26'6082'0'0,"11"-9"2234"0"0,-43 35-8212 0 0,-1 0-1 0 0,1 1 1 0 0,-1-1 0 0 0,0 1 0 0 0,1-1 0 0 0,-1 1 0 0 0,1-1 0 0 0,-1 0 0 0 0,0 1 0 0 0,1 0 0 0 0,-1-1 0 0 0,0 1 0 0 0,1-1 0 0 0,-1 1 0 0 0,0-1 0 0 0,0 1 0 0 0,0 0 0 0 0,0-1-1 0 0,1 1 1 0 0,-1-1 0 0 0,0 1 0 0 0,0 0 0 0 0,0-1 0 0 0,0 1 0 0 0,0-1 0 0 0,-1 1 0 0 0,1 0 0 0 0,0-1 0 0 0,0 2 0 0 0,-4 20 1347 0 0,-64 233 6136 0 0,-12 135-4482 0 0,78-380-3091 0 0,1-1 0 0 0,0 1 0 0 0,1 0 0 0 0,0 0 0 0 0,1 1 0 0 0,-1-2 0 0 0,5 19 0 0 0,-4-25-183 0 0,0 0 0 0 0,0-1 0 0 0,0 1 0 0 0,1 0 0 0 0,-1-1 1 0 0,1 1-1 0 0,-1-1 0 0 0,1 1 0 0 0,0-1 0 0 0,0 0 0 0 0,0 1 1 0 0,0-1-1 0 0,0 0 0 0 0,0-1 0 0 0,1 1 0 0 0,-1 0 0 0 0,1-1 1 0 0,-1 1-1 0 0,1-1 0 0 0,0 0 0 0 0,-1 0 0 0 0,1 0 0 0 0,0 0 0 0 0,0 0 1 0 0,0 0-1 0 0,0-1 0 0 0,0 0 0 0 0,0 1 0 0 0,0-1 0 0 0,3-1 1 0 0,1 1-671 0 0,1 0 0 0 0,-1-1 0 0 0,1 0 0 0 0,-1-1 0 0 0,0 0 1 0 0,1 0-1 0 0,-1 0 0 0 0,0-1 0 0 0,0 0 0 0 0,-1 0 1 0 0,7-5-1 0 0,23-18-6198 0 0,-11 6-685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3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163 105 2392 0 0,'-52'-15'8377'0'0,"-53"-24"-1"0"0,105 39-8359 0 0,-1 0 0 0 0,1 0-1 0 0,0 0 1 0 0,0 0 0 0 0,-1 0 0 0 0,1 0 0 0 0,0 0-1 0 0,0-1 1 0 0,-1 1 0 0 0,1 0 0 0 0,0 0-1 0 0,0 0 1 0 0,0 0 0 0 0,-1 0 0 0 0,1-1 0 0 0,0 1-1 0 0,0 0 1 0 0,0 0 0 0 0,0 0 0 0 0,-1-1-1 0 0,1 1 1 0 0,0 0 0 0 0,0 0 0 0 0,0 0 0 0 0,0-1-1 0 0,0 1 1 0 0,0 0 0 0 0,0 0 0 0 0,0-1-1 0 0,0 1 1 0 0,0 0 0 0 0,0 0 0 0 0,0-1-1 0 0,0 1 1 0 0,0 0 0 0 0,0-1 0 0 0,0 1 0 0 0,0 0-1 0 0,0 0 1 0 0,0-1 0 0 0,0 1 0 0 0,0 0-1 0 0,0 0 1 0 0,0 0 0 0 0,0-1 0 0 0,1 1 0 0 0,-1 0-1 0 0,0 0 1 0 0,0 0 0 0 0,0-1 0 0 0,0 1-1 0 0,1 0 1 0 0,-1 0 0 0 0,0 0 0 0 0,0-1 0 0 0,0 1-1 0 0,1 0 1 0 0,-1 0 0 0 0,14-8 229 0 0,14 1-1201 0 0,1 1-1 0 0,1 1 0 0 0,-1 1 1 0 0,40 1-1 0 0,-40 1-59 0 0,103-3-6296 0 0,-88 5 2438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4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173 441 1176 0 0,'0'2'2057'0'0,"-5"24"3360"0"0,3-17-3967 0 0,1 0 0 0 0,0-1 0 0 0,0 1 0 0 0,0 0 0 0 0,2 14 0 0 0,-1-22-1390 0 0,0-1 0 0 0,1 1 1 0 0,-1 0-1 0 0,0-1 0 0 0,1 1 1 0 0,-1-1-1 0 0,0 1 0 0 0,1 0 1 0 0,-1-1-1 0 0,1 1 0 0 0,-1-1 1 0 0,1 1-1 0 0,-1-1 0 0 0,1 0 1 0 0,-1 1-1 0 0,1-1 0 0 0,0 1 1 0 0,-1-1-1 0 0,1 0 0 0 0,0 0 1 0 0,-1 1-1 0 0,1-1 0 0 0,0 0 1 0 0,-1 0-1 0 0,2 1 0 0 0,15 0 243 0 0,-15-1-199 0 0,3-1-68 0 0,-1 1 0 0 0,1-1 1 0 0,0 0-1 0 0,0 0 0 0 0,-1 0 0 0 0,1 0 0 0 0,-1-1 0 0 0,1 0 0 0 0,-1 0 0 0 0,0 0 1 0 0,0-1-1 0 0,1 1 0 0 0,-2-1 0 0 0,1 0 0 0 0,0 0 0 0 0,-1 0 0 0 0,1-1 1 0 0,-1 1-1 0 0,0-1 0 0 0,0 0 0 0 0,4-7 0 0 0,-2 2 1 0 0,0 1 0 0 0,-1-1 1 0 0,0 0-1 0 0,-1-1 0 0 0,0 1 0 0 0,0-1 0 0 0,-1 1 1 0 0,0-1-1 0 0,0-11 0 0 0,-1 15-34 0 0,0-1 1 0 0,-1 1-1 0 0,0 0 0 0 0,-1 0 1 0 0,1 0-1 0 0,-1 0 1 0 0,0-1-1 0 0,-1 1 0 0 0,1 0 1 0 0,-5-8-1 0 0,5 13-8 0 0,1 0-1 0 0,-1 0 0 0 0,0 0 1 0 0,0 0-1 0 0,0 1 0 0 0,0-1 1 0 0,0 0-1 0 0,0 1 0 0 0,-1-1 1 0 0,1 1-1 0 0,0-1 0 0 0,0 1 1 0 0,0 0-1 0 0,0-1 0 0 0,-1 1 1 0 0,1 0-1 0 0,0 0 0 0 0,0 0 1 0 0,0 0-1 0 0,-1 0 0 0 0,1 0 1 0 0,-2 1-1 0 0,-27 5-46 0 0,18-1 188 0 0,-1 0 1 0 0,1 1-1 0 0,0 1 1 0 0,0 0 0 0 0,1 0-1 0 0,0 2 1 0 0,-13 11 0 0 0,-63 71 1376 0 0,87-91-1509 0 0,-8 9 116 0 0,0 1 0 0 0,1-1-1 0 0,1 1 1 0 0,0 0-1 0 0,0 0 1 0 0,-7 20 0 0 0,12-27-101 0 0,-1 0 1 0 0,1 1-1 0 0,0-1 1 0 0,1 0 0 0 0,-1 1-1 0 0,1-1 1 0 0,-1 1-1 0 0,1-1 1 0 0,0 1 0 0 0,0-1-1 0 0,1 1 1 0 0,-1-1-1 0 0,1 0 1 0 0,0 1 0 0 0,0-1-1 0 0,0 1 1 0 0,0-1-1 0 0,0 0 1 0 0,1 0-1 0 0,-1 0 1 0 0,1 0 0 0 0,0 0-1 0 0,0 0 1 0 0,0 0-1 0 0,0-1 1 0 0,5 5 0 0 0,2 0-147 0 0,0-1 0 0 0,0 0 0 0 0,1-1 0 0 0,0 1 0 0 0,0-2 1 0 0,0 0-1 0 0,1 0 0 0 0,-1-1 0 0 0,1 0 0 0 0,17 2 0 0 0,-1-2-648 0 0,0 0-1 0 0,-1-2 1 0 0,33-3-1 0 0,-39 0 291 0 0,-1-1-1 0 0,0-1 1 0 0,0 0-1 0 0,-1-2 0 0 0,1 0 1 0 0,-1-1-1 0 0,0 0 1 0 0,-1-2-1 0 0,0 0 0 0 0,0-1 1 0 0,20-16-1 0 0,-2-3 757 0 0,-1-2-1 0 0,-1-1 1 0 0,46-59-1 0 0,-66 75 666 0 0,-6 5-244 0 0,1 2 1 0 0,14-14-1 0 0,-20 22-374 0 0,-1 1-273 0 0,-1 0-1 0 0,1 0 1 0 0,0 1-1 0 0,0-1 0 0 0,-1 0 1 0 0,1 1-1 0 0,0-1 1 0 0,-1 0-1 0 0,1 1 1 0 0,0-1-1 0 0,-1 1 0 0 0,1-1 1 0 0,-1 1-1 0 0,1-1 1 0 0,-1 1-1 0 0,1 0 1 0 0,-1-1-1 0 0,1 1 0 0 0,-1 0 1 0 0,0-1-1 0 0,1 1 1 0 0,-1 0-1 0 0,0 0 1 0 0,0-1-1 0 0,1 1 0 0 0,-1 0 1 0 0,0 0-1 0 0,0-1 1 0 0,0 1-1 0 0,0 1 1 0 0,2 27 1132 0 0,-2-26-1093 0 0,0 40 696 0 0,-2-1 1 0 0,-2 1-1 0 0,-18 76 0 0 0,21-114-723 0 0,-1-1-1 0 0,1 1 1 0 0,-1-1 0 0 0,0 0-1 0 0,-1 0 1 0 0,-3 6-1 0 0,4-9-14 0 0,0-1-2 0 0,0 0-38 0 0,1 0 1 0 0,-1-1 0 0 0,1 1 0 0 0,0-1-1 0 0,-1 1 1 0 0,1-1 0 0 0,0 0-1 0 0,-1 0 1 0 0,1 1 0 0 0,0-1 0 0 0,0 0-1 0 0,0 0 1 0 0,0 0 0 0 0,0 0 0 0 0,0 0-1 0 0,0 0 1 0 0,0-1 0 0 0,0 1 0 0 0,0 0-1 0 0,0 0 1 0 0,1-1 0 0 0,-1 1-1 0 0,1 0 1 0 0,-1-1 0 0 0,1 1 0 0 0,-1-1-1 0 0,1 1 1 0 0,0-1 0 0 0,0-1 0 0 0,-1-6-20 0 0,1-1 0 0 0,0 1 0 0 0,1 0-1 0 0,0-1 1 0 0,1 1 0 0 0,0 0 0 0 0,0 0 0 0 0,1 0 0 0 0,0 0 0 0 0,1 0 0 0 0,7-13 0 0 0,2-1-57 0 0,1 0 0 0 0,31-38 0 0 0,-29 42 33 0 0,1 0 0 0 0,1 2 1 0 0,1 0-1 0 0,24-17 0 0 0,-34 27 21 0 0,1 1 0 0 0,0 0 1 0 0,0 1-1 0 0,0 0 0 0 0,0 0 0 0 0,1 1 0 0 0,-1 0 1 0 0,1 1-1 0 0,0 1 0 0 0,0 0 0 0 0,20-2 1 0 0,-27 4 9 0 0,0 0 1 0 0,0 0 0 0 0,0 1 0 0 0,0-1 0 0 0,1 1-1 0 0,-1 0 1 0 0,0 0 0 0 0,0 0 0 0 0,0 1 0 0 0,-1-1 0 0 0,1 1-1 0 0,0 0 1 0 0,-1 0 0 0 0,1 0 0 0 0,-1 1 0 0 0,1-1-1 0 0,-1 1 1 0 0,0 0 0 0 0,0 0 0 0 0,0 0 0 0 0,-1 0-1 0 0,1 0 1 0 0,2 5 0 0 0,-2-2 15 0 0,0 1 1 0 0,-1-1-1 0 0,1 1 1 0 0,-2-1-1 0 0,1 1 0 0 0,-1 0 1 0 0,1 0-1 0 0,-2 0 0 0 0,1 0 1 0 0,-1 0-1 0 0,0 0 0 0 0,-1 0 1 0 0,-1 8-1 0 0,-3 12 99 0 0,-2 0 1 0 0,-16 39-1 0 0,13-36-87 0 0,-11 42 0 0 0,21-71-27 0 0,0 0 0 0 0,0 0-1 0 0,0 0 1 0 0,0 0 0 0 0,0 0 0 0 0,0 0 0 0 0,0 0 0 0 0,0 0 0 0 0,0 0 0 0 0,0 0 0 0 0,0 1 0 0 0,1-1 0 0 0,-1 0 0 0 0,0 0 0 0 0,1 0 0 0 0,-1 0 0 0 0,1-1 0 0 0,-1 1 0 0 0,1 0 0 0 0,0 0 0 0 0,-1 0 0 0 0,1 0 0 0 0,1 1 0 0 0,0-1-71 0 0,0 1 0 0 0,0-1 0 0 0,0 0 0 0 0,0 0 0 0 0,0 0 0 0 0,1 0 0 0 0,-1 0 0 0 0,0-1 0 0 0,1 1 0 0 0,2 0 0 0 0,3 0-270 0 0,0-1 0 0 0,0 1-1 0 0,0-2 1 0 0,0 1 0 0 0,11-3-1 0 0,1-2-412 0 0,0-1-1 0 0,0-1 1 0 0,-1-1-1 0 0,0 0 1 0 0,-1-2-1 0 0,0 0 0 0 0,0-1 1 0 0,30-26-1 0 0,-20 13-127 0 0,-2-1-1 0 0,-1-1 0 0 0,-1-2 1 0 0,26-37-1 0 0,-35 43 707 0 0,-1 0 1 0 0,-2-2 0 0 0,0 1-1 0 0,-1-2 1 0 0,10-34-1 0 0,-16 41 859 0 0,-1-1-1 0 0,0 1 0 0 0,-1-1 1 0 0,-1 0-1 0 0,-1 0 0 0 0,-1 0 0 0 0,-1 0 1 0 0,-3-24-1 0 0,3 40-547 0 0,1 1 1 0 0,0-1-1 0 0,-1 1 0 0 0,0-1 1 0 0,1 1-1 0 0,-1-1 0 0 0,0 1 1 0 0,0 0-1 0 0,-1-1 0 0 0,1 1 0 0 0,0 0 1 0 0,-1 0-1 0 0,1 0 0 0 0,-1 0 1 0 0,0 0-1 0 0,1 0 0 0 0,-1 1 1 0 0,0-1-1 0 0,-3-1 0 0 0,3 2-36 0 0,0 1 0 0 0,0-1-1 0 0,1 1 1 0 0,-1-1 0 0 0,0 1 0 0 0,0 0-1 0 0,0 0 1 0 0,0 0 0 0 0,0 0-1 0 0,0 0 1 0 0,0 1 0 0 0,0-1 0 0 0,0 1-1 0 0,0-1 1 0 0,0 1 0 0 0,0-1-1 0 0,1 1 1 0 0,-1 0 0 0 0,0 0-1 0 0,0 0 1 0 0,1 0 0 0 0,-1 0 0 0 0,1 1-1 0 0,-1-1 1 0 0,1 0 0 0 0,-2 2-1 0 0,-14 14 556 0 0,1 0-1 0 0,0 1 1 0 0,1 0-1 0 0,1 1 1 0 0,-15 27-1 0 0,-48 110 1367 0 0,21-13-941 0 0,49-119-953 0 0,0 1 1 0 0,2-1-1 0 0,0 1 1 0 0,0 27 0 0 0,5-46-104 0 0,0 0 1 0 0,0 0 0 0 0,0 0-1 0 0,1 1 1 0 0,0-1 0 0 0,0 0-1 0 0,1 0 1 0 0,0 0 0 0 0,0 0-1 0 0,0-1 1 0 0,1 1-1 0 0,-1 0 1 0 0,2-1 0 0 0,-1 0-1 0 0,6 8 1 0 0,-6-9-201 0 0,1-1 1 0 0,0 0-1 0 0,-1 0 0 0 0,1 0 0 0 0,0 0 1 0 0,1 0-1 0 0,-1-1 0 0 0,0 0 0 0 0,1 1 1 0 0,-1-2-1 0 0,1 1 0 0 0,0-1 1 0 0,0 1-1 0 0,-1-1 0 0 0,1 0 0 0 0,0-1 1 0 0,0 0-1 0 0,0 1 0 0 0,9-2 0 0 0,-2 0-836 0 0,-1-1 0 0 0,1-1 0 0 0,-1 0 0 0 0,1 0 0 0 0,19-9 0 0 0,25-17-6313 0 0,-23 8-305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4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18 1888 0 0,'-97'-1'14669'0'0,"112"-1"-13656"0"0,242-3-720 0 0,4 0-9860 0 0,-195 1 3675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34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3372 0 0,'-12'27'9595'0'0,"-5"12"1672"0"0,15-31-14558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3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730 101 1512 0 0,'2'-2'855'0'0,"0"-1"-1"0"0,-1 1 1 0 0,1 0 0 0 0,-1-1-1 0 0,0 1 1 0 0,0-1-1 0 0,0 0 1 0 0,0 1 0 0 0,0-1-1 0 0,-1 0 1 0 0,1 0-1 0 0,-1-3 1 0 0,0 4-463 0 0,0-1 0 0 0,0 1 0 0 0,-1 0 0 0 0,1 0 1 0 0,-1 0-1 0 0,1 0 0 0 0,-1 0 0 0 0,0 0 0 0 0,1 0 0 0 0,-1 0 0 0 0,0 1 1 0 0,-1-1-1 0 0,-1-3 0 0 0,0 2-259 0 0,0 0 1 0 0,0 0 0 0 0,0 1-1 0 0,-1-1 1 0 0,0 1-1 0 0,1-1 1 0 0,-1 1 0 0 0,0 0-1 0 0,0 1 1 0 0,0-1-1 0 0,0 1 1 0 0,0-1-1 0 0,0 1 1 0 0,0 1 0 0 0,-6-2-1 0 0,0 2-115 0 0,1 0-1 0 0,0 0 1 0 0,0 1-1 0 0,0 1 1 0 0,0-1-1 0 0,0 1 1 0 0,0 1-1 0 0,0 0 1 0 0,0 0 0 0 0,-15 9-1 0 0,-3 2-30 0 0,-47 36-1 0 0,23-10-3 0 0,2 3 0 0 0,2 1 0 0 0,1 3 0 0 0,3 1-1 0 0,2 3 1 0 0,-36 57 0 0 0,60-82 3 0 0,2 1-1 0 0,0 1 1 0 0,-13 35-1 0 0,24-51 10 0 0,0 1 0 0 0,0-1 0 0 0,1 1 1 0 0,0 0-1 0 0,1 0 0 0 0,1 0 0 0 0,0 0 0 0 0,1 0 0 0 0,0 0 0 0 0,3 18 0 0 0,-2-26-44 0 0,0 0-1 0 0,1-1 0 0 0,-1 1 1 0 0,1 0-1 0 0,0-1 0 0 0,0 1 1 0 0,1-1-1 0 0,-1 1 1 0 0,1-1-1 0 0,0 0 0 0 0,0 0 1 0 0,1 0-1 0 0,-1 0 0 0 0,1-1 1 0 0,6 5-1 0 0,-4-3-134 0 0,1-2 0 0 0,-1 1 0 0 0,1-1 0 0 0,0 0 0 0 0,0 0 0 0 0,0-1 0 0 0,1 0 1 0 0,-1 0-1 0 0,12 0 0 0 0,5 0-410 0 0,0-2 0 0 0,0 0 1 0 0,0-2-1 0 0,0-1 1 0 0,36-9-1 0 0,38-13-5546 0 0,-49 8 696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68 744 0 0,'13'-22'15939'0'0,"-9"14"-13332"0"0,-3 7-2304 0 0,29-13-546 0 0,25-1-3161 0 0,-19 8-4719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4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1 636 0 0,'-37'42'10911'0'0,"36"-38"-10141"0"0,0 2-100 0 0,11-3-342 0 0,33-7-1235 0 0,-1-1 1 0 0,74-18-1 0 0,-74 13-2057 0 0,15-3-2263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4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608 62 940 0 0,'-21'-24'8192'0'0,"-5"5"-331"0"0,-4 7-3361 0 0,21 10-4151 0 0,-1 1-1 0 0,1-1 1 0 0,-1 1-1 0 0,1 1 1 0 0,-13 0 0 0 0,5 2-520 0 0,1 0 1 0 0,-1 1-1 0 0,1 1 1 0 0,0 0 0 0 0,0 1-1 0 0,-19 9 1 0 0,28-11 151 0 0,1 1-1 0 0,0-1 1 0 0,0 1 0 0 0,0 1 0 0 0,0-1-1 0 0,1 1 1 0 0,0 0 0 0 0,0 0-1 0 0,0 0 1 0 0,0 1 0 0 0,-4 8-1 0 0,3-5 6 0 0,1 1 0 0 0,0 0 0 0 0,1 0-1 0 0,0 1 1 0 0,1-1 0 0 0,-4 19 0 0 0,3 8 1 0 0,1 1 1 0 0,2-1 0 0 0,5 53 0 0 0,-3-59-4 0 0,10 184 5 0 0,16 404 59 0 0,-23 2 4 0 0,-21-242 56 0 0,-93 531 0 0 0,80-744-90 0 0,-74 531 108 0 0,103-685-113 0 0,0 1-1 0 0,1-1 1 0 0,0 1 0 0 0,1 0-1 0 0,3 13 1 0 0,-3-23-6 0 0,-1-1 1 0 0,1 1 0 0 0,-1 0-1 0 0,1-1 1 0 0,0 1 0 0 0,0-1 0 0 0,0 0-1 0 0,0 1 1 0 0,1-1 0 0 0,-1 0-1 0 0,1 1 1 0 0,-1-1 0 0 0,1 0-1 0 0,0 0 1 0 0,0 0 0 0 0,0-1 0 0 0,0 1-1 0 0,0 0 1 0 0,0-1 0 0 0,0 1-1 0 0,1-1 1 0 0,-1 0 0 0 0,1 0-1 0 0,-1 0 1 0 0,1 0 0 0 0,-1 0 0 0 0,1 0-1 0 0,-1-1 1 0 0,1 1 0 0 0,3-1-1 0 0,12 0-169 0 0,1-1 0 0 0,-1 0 0 0 0,0-2 0 0 0,0 0-1 0 0,27-9 1 0 0,87-37-2352 0 0,-17-2-1060 0 0,-40 13-1889 0 0,-6 0-2368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5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1500 0 0,'29'-29'17538'0'0,"-21"60"-16291"0"0,33 287 1947 0 0,-9-36-3234 0 0,-26-254-2082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6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16 316 0 0,'38'-15'20725'0'0,"-38"16"-20540"0"0,4 22 1280 0 0,-3-15-1413 0 0,4 199 2746 0 0,-5-142-2668 0 0,-2 197-1694 0 0,5-243-1438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6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2284 0 0,'28'-68'15718'0'0,"-27"67"-15102"0"0,2-5 1681 0 0,-1 14-1541 0 0,13 88 833 0 0,3 147-1 0 0,-15-58-1334 0 0,-1-160 546 0 0,-1-13-1693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7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1504 0 0,'31'-25'22568'0'0,"-24"22"-22410"0"0,-5 4-557 0 0,-1-1 1 0 0,0 0-1 0 0,0 1 0 0 0,0-1 0 0 0,0 1 0 0 0,0-1 1 0 0,0 1-1 0 0,0-1 0 0 0,0 1 0 0 0,0 0 1 0 0,0 0-1 0 0,5 6-2792 0 0,-5-6 2793 0 0,-1 0-1 0 0,1 0 0 0 0,-1 0 0 0 0,1 1 0 0 0,-1-1 1 0 0,0 0-1 0 0,0 0 0 0 0,1 0 0 0 0,-1 0 1 0 0,0 1-1 0 0,0-1 0 0 0,0 0 0 0 0,-1 2 0 0 0,2 3-1893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1856 0 0,'-3'16'5768'0'0,"-1"-1"1"0"0,-6 19 853 0 0,8-23-3794 0 0,-2 4-1488 0 0,4-14-1219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9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1 132 260 0 0,'0'-34'13549'0'0,"2"29"-13392"0"0,0 0 1 0 0,1 1-1 0 0,-1-1 1 0 0,1 1-1 0 0,0 0 1 0 0,0 0 0 0 0,1 0-1 0 0,-1 0 1 0 0,1 1-1 0 0,0 0 1 0 0,0-1-1 0 0,0 1 1 0 0,0 0-1 0 0,0 1 1 0 0,1-1 0 0 0,-1 1-1 0 0,1 0 1 0 0,7-3-1 0 0,7-1-147 0 0,0 0 1 0 0,0 1-1 0 0,31-4 0 0 0,-39 8-8 0 0,0 0 0 0 0,0 1 0 0 0,0 0 0 0 0,0 0 0 0 0,0 1 1 0 0,13 4-1 0 0,-20-5 4 0 0,-1 1-1 0 0,0 0 1 0 0,0 1 0 0 0,0-1 0 0 0,0 0 0 0 0,0 1 0 0 0,0 0 0 0 0,0 0-1 0 0,0 0 1 0 0,4 4 0 0 0,-6-4 2 0 0,1-1 0 0 0,-1 1 0 0 0,0 0 0 0 0,0-1 0 0 0,0 1 0 0 0,0 0-1 0 0,0 0 1 0 0,-1 0 0 0 0,1 0 0 0 0,0 0 0 0 0,-1 0 0 0 0,0 0 0 0 0,1 0 0 0 0,-1 0 0 0 0,0 0 0 0 0,0 0 0 0 0,0 0-1 0 0,0 0 1 0 0,-1 3 0 0 0,-1 4 21 0 0,-1 0-1 0 0,0 0 0 0 0,0 0 0 0 0,-1-1 1 0 0,0 0-1 0 0,-1 1 0 0 0,0-1 1 0 0,0-1-1 0 0,-1 1 0 0 0,1-1 1 0 0,-9 8-1 0 0,-19 26 878 0 0,26-28-228 0 0,12-14-628 0 0,15-4-104 0 0,-8 5 49 0 0,-1 0 0 0 0,0 1 1 0 0,1 0-1 0 0,-1 1 0 0 0,0 1 0 0 0,0 0 0 0 0,0 0 0 0 0,0 1 0 0 0,-1 0 0 0 0,1 1 0 0 0,15 9 0 0 0,-12-5 35 0 0,0 0 0 0 0,-1 0 0 0 0,0 2 0 0 0,-1-1 0 0 0,0 2 1 0 0,0-1-1 0 0,15 23 0 0 0,-25-31 22 0 0,0-1-1 0 0,0 1 1 0 0,-1 0 0 0 0,1-1 0 0 0,-1 1 0 0 0,0 0 0 0 0,0 0-1 0 0,0 0 1 0 0,0 0 0 0 0,0 0 0 0 0,-1 0 0 0 0,1 1 0 0 0,-1-1 0 0 0,0 0-1 0 0,0 0 1 0 0,0 0 0 0 0,0 0 0 0 0,-1 4 0 0 0,-1-3 10 0 0,1 0 0 0 0,-1-1 0 0 0,1 1 0 0 0,-1-1 0 0 0,0 1 0 0 0,0-1 0 0 0,-1 0 0 0 0,1 0 0 0 0,-1 0 0 0 0,1 0 0 0 0,-1 0 0 0 0,-6 4 0 0 0,0 0 8 0 0,0-2 1 0 0,-1 1-1 0 0,0-1 0 0 0,0 0 0 0 0,0-1 0 0 0,0 0 1 0 0,-1-1-1 0 0,0 0 0 0 0,-16 2 0 0 0,-7-2-23 0 0,0-2 1 0 0,1-1-1 0 0,-54-8 0 0 0,10-3-2797 0 0,76 11 2581 0 0,0 0 0 0 0,1 0 0 0 0,-1 0 1 0 0,1 0-1 0 0,-1 0 0 0 0,0 0 0 0 0,1-1 0 0 0,-1 1 0 0 0,1 0 1 0 0,-1 0-1 0 0,0 0 0 0 0,1-1 0 0 0,-1 1 0 0 0,1 0 1 0 0,-1-1-1 0 0,1 1 0 0 0,-1 0 0 0 0,1-1 0 0 0,-1 1 1 0 0,1-1-1 0 0,-1 1 0 0 0,1-1 0 0 0,0 1 0 0 0,-1-1 0 0 0,1 1 1 0 0,0-1-1 0 0,-1 1 0 0 0,1-1 0 0 0,0 0 0 0 0,0 1 1 0 0,0-1-1 0 0,-1 1 0 0 0,1-1 0 0 0,0 0 0 0 0,0 1 1 0 0,0-1-1 0 0,0 1 0 0 0,0-1 0 0 0,0 0 0 0 0,0 1 0 0 0,0-1 1 0 0,0 0-1 0 0,1 1 0 0 0,-1-1 0 0 0,0 1 0 0 0,0-1 1 0 0,0 1-1 0 0,1-1 0 0 0,-1 0 0 0 0,0 1 0 0 0,1-1 1 0 0,-1 1-1 0 0,0-1 0 0 0,1 1 0 0 0,-1-1 0 0 0,1 1 1 0 0,-1 0-1 0 0,1-1 0 0 0,-1 1 0 0 0,1-1 0 0 0,0 1 0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0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49 101 968 0 0,'-4'-15'6184'0'0,"-1"-2"-1666"0"0,-1 1 1 0 0,-11-24-1 0 0,17 39-4128 0 0,-1 1-127 0 0,-8-11 626 0 0,5 10-727 0 0,1 11-238 0 0,11 283 418 0 0,-5-191-498 0 0,4-36-6056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0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61 1404 0 0,'-25'17'19619'0'0,"35"-20"-19493"0"0,52-14-51 0 0,1 3 0 0 0,73-7 0 0 0,-67 11 60 0 0,-39 5 453 0 0,-27 5-406 0 0,15-1 360 0 0,-2-6-1640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1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88 452 0 0,'6'-39'14367'0'0,"-5"35"-14209"0"0,1 1 0 0 0,0 0-1 0 0,0 0 1 0 0,0 0 0 0 0,0 1 0 0 0,1-1 0 0 0,-1 1 0 0 0,1-1 0 0 0,-1 1 0 0 0,1 0 0 0 0,0-1 0 0 0,0 1 0 0 0,0 1 0 0 0,0-1 0 0 0,1 0 0 0 0,-1 1-1 0 0,0 0 1 0 0,1 0 0 0 0,-1 0 0 0 0,0 0 0 0 0,1 0 0 0 0,5 0 0 0 0,2 0-125 0 0,0 0 1 0 0,-1 1-1 0 0,1 1 0 0 0,0-1 0 0 0,-1 2 0 0 0,13 2 1 0 0,-18-3-4 0 0,-1 0 0 0 0,0 0 0 0 0,1 1 0 0 0,-1 0 0 0 0,0 0 0 0 0,0 0 1 0 0,0 0-1 0 0,0 0 0 0 0,0 1 0 0 0,0 0 0 0 0,-1 0 0 0 0,1 0 0 0 0,-1 0 0 0 0,0 0 1 0 0,0 1-1 0 0,0-1 0 0 0,-1 1 0 0 0,1 0 0 0 0,3 6 0 0 0,-4-4 63 0 0,0-1 0 0 0,-1 1 0 0 0,1 0 0 0 0,-1 0 0 0 0,0-1 0 0 0,-1 1 0 0 0,1 0 0 0 0,-1 0 0 0 0,-1 0 0 0 0,1 0 0 0 0,-1 0 0 0 0,1-1 0 0 0,-2 1 0 0 0,-2 10 0 0 0,-5 7 219 0 0,0 0 1 0 0,-2-1-1 0 0,-23 39 1 0 0,-50 56 411 0 0,71-99-653 0 0,12-17-63 0 0,0-1-1 0 0,1 1 1 0 0,-1 0-1 0 0,1-1 1 0 0,-1 1-1 0 0,1 0 1 0 0,-1-1-1 0 0,1 1 1 0 0,-1 0-1 0 0,1 0 1 0 0,0 0-1 0 0,0-1 1 0 0,-1 1-1 0 0,1 0 1 0 0,0 0-1 0 0,0 0 1 0 0,0 0-1 0 0,0-1 1 0 0,0 1-1 0 0,0 0 0 0 0,0 0 1 0 0,0 0-1 0 0,0 0 1 0 0,0-1-1 0 0,0 1 1 0 0,1 1-1 0 0,0-1 1 0 0,0 0 0 0 0,0 0 0 0 0,0-1 0 0 0,-1 1 0 0 0,1 0-1 0 0,0-1 1 0 0,1 1 0 0 0,-1 0 0 0 0,0-1 0 0 0,0 1-1 0 0,0-1 1 0 0,0 0 0 0 0,0 1 0 0 0,0-1 0 0 0,0 0 0 0 0,2 0-1 0 0,6 1 20 0 0,0-1-1 0 0,0 0 0 0 0,13-1 0 0 0,-18 0-25 0 0,119-15 465 0 0,-31 2-4838 0 0,-82 11 1346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1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54 1872 0 0,'-17'-27'16736'0'0,"10"14"-12872"0"0,-1 0-5550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1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0 684 0 0,'-6'28'11100'0'0,"4"-20"-8624"0"0,0 0 0 0 0,1 1 1 0 0,-1 14-1 0 0,2-22-2446 0 0,23-5-5431 0 0,-8-2-964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4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44 888 0 0,'-9'-17'15728'0'0,"10"15"-15679"0"0,0 0 0 0 0,0 0 0 0 0,0 1 0 0 0,1-1 1 0 0,-1 0-1 0 0,0 1 0 0 0,1-1 0 0 0,0 1 1 0 0,-1 0-1 0 0,1-1 0 0 0,0 1 0 0 0,-1 0 1 0 0,1 0-1 0 0,0 0 0 0 0,0 0 0 0 0,0 0 0 0 0,0 1 1 0 0,0-1-1 0 0,0 1 0 0 0,0-1 0 0 0,0 1 1 0 0,0 0-1 0 0,0 0 0 0 0,0-1 0 0 0,0 2 1 0 0,1-1-1 0 0,1 0 0 0 0,1 0-49 0 0,1 1-1 0 0,-1-1 1 0 0,0 1-1 0 0,0 0 1 0 0,0 1-1 0 0,0-1 1 0 0,0 1-1 0 0,0 0 1 0 0,0 0-1 0 0,8 5 1 0 0,-10-5 5 0 0,-1 0 0 0 0,1 0 0 0 0,-1 1 0 0 0,0-1-1 0 0,1 1 1 0 0,-1-1 0 0 0,0 1 0 0 0,0 0 0 0 0,-1 0 0 0 0,1 0 0 0 0,-1 0 0 0 0,1 0 0 0 0,-1 0-1 0 0,0 0 1 0 0,1 6 0 0 0,-1-4 26 0 0,-1 1-1 0 0,1 0 0 0 0,-1 0 1 0 0,0 0-1 0 0,-1 0 0 0 0,0 0 1 0 0,0-1-1 0 0,-2 9 0 0 0,-2 2 172 0 0,-2 1 0 0 0,0-1 0 0 0,0 0-1 0 0,-20 29 1 0 0,-2-4 483 0 0,-2-1-1 0 0,-68 66 1 0 0,99-106-682 0 0,0 0-1 0 0,-1 0 1 0 0,1 0 0 0 0,0 0 0 0 0,0 1 0 0 0,0-1 0 0 0,0 0 0 0 0,-1 0 0 0 0,1 0 0 0 0,0 0 0 0 0,0 1-1 0 0,0-1 1 0 0,0 0 0 0 0,0 0 0 0 0,-1 0 0 0 0,1 1 0 0 0,0-1 0 0 0,0 0 0 0 0,0 0 0 0 0,0 0 0 0 0,0 1 0 0 0,0-1-1 0 0,0 0 1 0 0,0 0 0 0 0,0 1 0 0 0,0-1 0 0 0,0 0 0 0 0,0 0 0 0 0,0 1 0 0 0,0-1 0 0 0,0 0 0 0 0,0 0-1 0 0,0 1 1 0 0,0-1 0 0 0,0 0 0 0 0,0 0 0 0 0,0 0 0 0 0,1 1 0 0 0,-1-1 0 0 0,0 0 0 0 0,0 0 0 0 0,0 0 0 0 0,0 1-1 0 0,0-1 1 0 0,1 0 0 0 0,14 2 64 0 0,201-37-160 0 0,-45 6-2045 0 0,-79 15-649 0 0,-30 4-2767 0 0,-53 9 4173 0 0,28-6-5865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4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1624 0 0,'5'-12'3659'0'0,"1"1"0"0"0,13-20 1 0 0,19-16 1304 0 0,-37 46-4814 0 0,4-1 76 0 0,-5 2-221 0 0,1-1 0 0 0,-1 1 1 0 0,0 0-1 0 0,0 0 0 0 0,0 0 1 0 0,1-1-1 0 0,-1 1 0 0 0,0 0 1 0 0,0 0-1 0 0,0 0 0 0 0,1 0 1 0 0,-1-1-1 0 0,0 1 0 0 0,1 0 1 0 0,-1 0-1 0 0,0 0 0 0 0,0 0 1 0 0,1 0-1 0 0,-1 0 0 0 0,0 0 1 0 0,1 0-1 0 0,-1 0 0 0 0,0 0 1 0 0,0 0-1 0 0,1 0 0 0 0,-1 0 1 0 0,0 0-1 0 0,1 0 0 0 0,-1 0 1 0 0,0 0-1 0 0,0 0 0 0 0,1 0 1 0 0,-1 1-1 0 0,0-1 0 0 0,0 0 1 0 0,1 0-1 0 0,-1 0 0 0 0,0 0 1 0 0,0 1-1 0 0,1-1 0 0 0,-1 0 1 0 0,0 0-1 0 0,0 0 0 0 0,0 1 1 0 0,0-1-1 0 0,1 0 0 0 0,-1 0 1 0 0,0 1-1 0 0,0-1 0 0 0,0 0 1 0 0,0 1-1 0 0,0-1 0 0 0,3 9 85 0 0,0 0 1 0 0,0 0-1 0 0,-1 0 0 0 0,-1 0 0 0 0,0 0 0 0 0,0 18 0 0 0,0-15-51 0 0,-1 0-1 0 0,2-1 0 0 0,0 1 0 0 0,4 17 1 0 0,-4-25-27 0 0,-1-1 0 0 0,0 0 1 0 0,1 0-1 0 0,0 0 0 0 0,-1 0 1 0 0,1 0-1 0 0,0-1 0 0 0,1 1 1 0 0,-1 0-1 0 0,0-1 0 0 0,1 0 1 0 0,-1 1-1 0 0,1-1 0 0 0,0 0 1 0 0,0 0-1 0 0,0-1 0 0 0,0 1 1 0 0,0 0-1 0 0,0-1 0 0 0,4 1 1 0 0,3 2 28 0 0,1-1 1 0 0,-1-1-1 0 0,1 0 0 0 0,0 0 1 0 0,0-1-1 0 0,0-1 1 0 0,0 0-1 0 0,0 0 1 0 0,0-1-1 0 0,0 0 0 0 0,0-1 1 0 0,-1-1-1 0 0,1 1 1 0 0,-1-2-1 0 0,1 1 1 0 0,-1-1-1 0 0,0-1 0 0 0,0 0 1 0 0,-1 0-1 0 0,1-1 1 0 0,-1-1-1 0 0,-1 1 0 0 0,1-1 1 0 0,-1-1-1 0 0,0 1 1 0 0,-1-1-1 0 0,0-1 1 0 0,0 1-1 0 0,-1-1 0 0 0,11-19 1 0 0,16-49 3826 0 0,-33 75-3836 0 0,0 2-35 0 0,0-1 0 0 0,0 1 0 0 0,1 0 0 0 0,-1-1 1 0 0,0 1-1 0 0,0 0 0 0 0,0-1 0 0 0,0 1 0 0 0,1 0 0 0 0,-1-1 0 0 0,0 1 0 0 0,0 0 0 0 0,0 0 0 0 0,1-1 0 0 0,-1 1 0 0 0,0 0 0 0 0,1 0 0 0 0,-1-1 0 0 0,0 1 0 0 0,1 0 0 0 0,-1 0 0 0 0,0 0 1 0 0,1-1-1 0 0,1 4 17 0 0,-1-1 1 0 0,0 1 0 0 0,0 0 0 0 0,0-1 0 0 0,0 1 0 0 0,0 0 0 0 0,0 0 0 0 0,-1 0 0 0 0,1-1 0 0 0,-1 5 0 0 0,1 37 211 0 0,0-17-147 0 0,-2 134 666 0 0,-1-11-2820 0 0,3-126-297 0 0,2-1 1 0 0,6 28 0 0 0,-3-32-3136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51 203 2660 0 0,'9'-13'6153'0'0,"-6"10"-5298"0"0,0 1-1 0 0,-1-1 1 0 0,1 0 0 0 0,-1-1-1 0 0,0 1 1 0 0,1 0 0 0 0,-2-1 0 0 0,1 1-1 0 0,0-1 1 0 0,-1 1 0 0 0,2-7-1 0 0,-3 8-762 0 0,1 0 0 0 0,-1 0 0 0 0,0 0 0 0 0,0 0-1 0 0,0 0 1 0 0,-1 0 0 0 0,1 0 0 0 0,0-1 0 0 0,-1 1-1 0 0,0 0 1 0 0,1 0 0 0 0,-1 0 0 0 0,0 0 0 0 0,0 1-1 0 0,0-1 1 0 0,0 0 0 0 0,0 0 0 0 0,0 0-1 0 0,-1 1 1 0 0,1-1 0 0 0,-1 1 0 0 0,-2-3 0 0 0,-5-4-77 0 0,0 0 0 0 0,-1 2 0 0 0,1-1 0 0 0,-21-9 1 0 0,29 15-52 0 0,5 0-31 0 0,1-1 58 0 0,-1 1 0 0 0,1 1 0 0 0,-1-1 0 0 0,1 0 0 0 0,8 1 0 0 0,94-4 87 0 0,121-20 1 0 0,-200 20 452 0 0,-21 4-10 0 0,1-1 0 0 0,-1 0 0 0 0,1-1 0 0 0,9-3 0 0 0,-15 4-46 0 0,1 0-267 0 0,-1 0 0 0 0,0 1 0 0 0,1-1 0 0 0,-1 1 0 0 0,1-1 0 0 0,-1 1 0 0 0,1 0 0 0 0,-1 0 0 0 0,1 0 0 0 0,-1 0 0 0 0,1 0 0 0 0,-1 1 0 0 0,3 0 1 0 0,-4 11 28 0 0,0 1 0 0 0,-2-1 0 0 0,1 1 0 0 0,-2-1 0 0 0,1 0 0 0 0,-6 19 1 0 0,1-5 36 0 0,-59 351 1325 0 0,39-215-4530 0 0,25-139-94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5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12 1444 0 0,'-8'-10'24351'0'0,"6"8"-24165"0"0,-14 51-17005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6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1588 0 0,'0'2'3304'0'0,"-6"57"12793"0"0,6-58-15516 0 0,0 0-548 0 0,-1-1 1 0 0,1 1-1 0 0,0-1 0 0 0,0 1 1 0 0,0-1-1 0 0,0 1 0 0 0,0-1 1 0 0,0 1-1 0 0,0-1 0 0 0,0 1 1 0 0,0-1-1 0 0,0 1 0 0 0,0-1 1 0 0,0 1-1 0 0,0-1 0 0 0,0 1 1 0 0,1-1-1 0 0,-1 0 0 0 0,0 1 1 0 0,0-1-1 0 0,0 1 0 0 0,1-1 1 0 0,-1 1-1 0 0,0-1 0 0 0,1 0 1 0 0,-1 1-1 0 0,0-1 0 0 0,1 0 1 0 0,-1 1-1 0 0,0-1 0 0 0,1 0 1 0 0,-1 1-1 0 0,1-1 0 0 0,-1 0 1 0 0,0 0-1 0 0,1 0 0 0 0,-1 1 1 0 0,1-1-1 0 0,-1 0 0 0 0,1 0 1 0 0,-1 0-1 0 0,1 0 0 0 0,25-3-2815 0 0,5-8-7511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8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1680 0 0,'-24'21'14096'0'0,"14"-5"-7525"0"0,28-14-5527 0 0,236-22 2446 0 0,-207 14-2411 0 0,-30 5-1076 0 0,2 0-175 0 0,-7-2-2800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48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464 121 556 0 0,'5'-11'8180'0'0,"13"-23"2368"0"0,-15 29-10138 0 0,0 1-1 0 0,1 0 1 0 0,-1 0-1 0 0,1 0 0 0 0,0 1 1 0 0,0-1-1 0 0,0 1 0 0 0,0 0 1 0 0,8-5-1 0 0,-1 3-237 0 0,0 0-1 0 0,0 0 1 0 0,1 1-1 0 0,-1 0 1 0 0,1 1-1 0 0,0 1 1 0 0,14-2 0 0 0,-21 3-172 0 0,1 1 1 0 0,0 0 0 0 0,0 0-1 0 0,0 0 1 0 0,0 1 0 0 0,-1 0 0 0 0,1 0-1 0 0,0 0 1 0 0,-1 1 0 0 0,1 0 0 0 0,-1 0-1 0 0,1 0 1 0 0,-1 1 0 0 0,0 0-1 0 0,0 0 1 0 0,8 6 0 0 0,-11-8 11 0 0,-1 1-1 0 0,1 0 1 0 0,0 0-1 0 0,-1-1 1 0 0,0 1 0 0 0,1 0-1 0 0,-1 0 1 0 0,0 0 0 0 0,0 0-1 0 0,0 1 1 0 0,-1-1 0 0 0,1 0-1 0 0,0 0 1 0 0,-1 1-1 0 0,1-1 1 0 0,-1 0 0 0 0,0 4-1 0 0,0-1 7 0 0,0 0 0 0 0,-1 0 0 0 0,0 0-1 0 0,0 0 1 0 0,0 0 0 0 0,0 0-1 0 0,-5 8 1 0 0,-2 4 5 0 0,-2-1 1 0 0,0 1-1 0 0,-15 17 0 0 0,24-32-24 0 0,-43 61 393 0 0,43-62-376 0 0,0 11 236 0 0,2-11-234 0 0,29 2-38 0 0,-23-1 57 0 0,1 0 0 0 0,0 1 0 0 0,-1 0 0 0 0,0 1 0 0 0,1-1 0 0 0,-1 2 0 0 0,-1-1 0 0 0,1 1 0 0 0,-1 0 0 0 0,1 0 0 0 0,-2 0 0 0 0,1 1 0 0 0,5 7 0 0 0,-5-6 95 0 0,0 0 0 0 0,-1 1 0 0 0,0-1 0 0 0,-1 1 0 0 0,1 0 0 0 0,-2 1 0 0 0,1-1-1 0 0,-1 1 1 0 0,0-1 0 0 0,3 19 0 0 0,-6-22-24 0 0,0 1 0 0 0,-1 0 0 0 0,1-1 0 0 0,-1 1 0 0 0,0-1 0 0 0,0 1 0 0 0,-1-1 0 0 0,0 0 0 0 0,0 1-1 0 0,0-1 1 0 0,-1 0 0 0 0,1 0 0 0 0,-1-1 0 0 0,0 1 0 0 0,-1 0 0 0 0,1-1 0 0 0,-1 0 0 0 0,0 0 0 0 0,0 0 0 0 0,-8 6 0 0 0,-4 2 7 0 0,-1 0 0 0 0,0-1 1 0 0,-1 0-1 0 0,-27 10 1 0 0,14-8-200 0 0,0-2-1 0 0,-1-2 1 0 0,-1-1 0 0 0,0-1-1 0 0,0-2 1 0 0,0-1 0 0 0,-44 0 0 0 0,-81-12-4991 0 0,4-16-7444 0 0,109 16 2514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2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87 113 556 0 0,'-3'-1'2307'0'0,"-47"-14"9805"0"0,17 8-971 0 0,33 6-11089 0 0,0 1 1 0 0,0 0 0 0 0,0 0-1 0 0,0 0 1 0 0,0 0 0 0 0,0 0-1 0 0,0 0 1 0 0,0-1 0 0 0,0 1-1 0 0,0 0 1 0 0,0 0 0 0 0,0 0-1 0 0,0 0 1 0 0,0 0 0 0 0,0-1-1 0 0,0 1 1 0 0,0 0 0 0 0,1-1 631 0 0,-1 0-631 0 0,1 1-38 0 0,0-1-1 0 0,0 0 1 0 0,0 1-1 0 0,0-1 1 0 0,0 1-1 0 0,0 0 1 0 0,0-1 0 0 0,0 1-1 0 0,0 0 1 0 0,0-1-1 0 0,0 1 1 0 0,0 0-1 0 0,0 0 1 0 0,0 0-1 0 0,2 0 1 0 0,2-1 26 0 0,185-31 336 0 0,-43 8-160 0 0,-73 13 166 0 0,-72 11-376 0 0,20-5-527 0 0,1-1-9089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2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6 130 872 0 0,'-3'-31'11192'0'0,"1"1"-3532"0"0,2 28-7397 0 0,-1 0 0 0 0,1 0-1 0 0,0-1 1 0 0,0 1-1 0 0,0 0 1 0 0,0 0-1 0 0,1 0 1 0 0,-1 0-1 0 0,0 0 1 0 0,1 0-1 0 0,0 0 1 0 0,-1 0-1 0 0,1 0 1 0 0,0 0-1 0 0,0 0 1 0 0,0 0-1 0 0,0 0 1 0 0,3-3-1 0 0,-2 3-181 0 0,1 0 0 0 0,-1 0 0 0 0,1 0 0 0 0,0 0-1 0 0,-1 0 1 0 0,1 1 0 0 0,0-1 0 0 0,0 1 0 0 0,0 0-1 0 0,0 0 1 0 0,4-1 0 0 0,6 0-173 0 0,0 0-1 0 0,1 0 1 0 0,-1 2 0 0 0,20 0 0 0 0,-32 0 110 0 0,19 1-41 0 0,30 6 0 0 0,-36-4 22 0 0,-6-2-12 0 0,1 0 1 0 0,-1 1-1 0 0,0 0 1 0 0,0 1-1 0 0,0 0 1 0 0,0 0-1 0 0,0 1 1 0 0,7 4-1 0 0,-11-5 23 0 0,0 0-1 0 0,-1 0 1 0 0,0 1 0 0 0,1-1-1 0 0,-1 1 1 0 0,0-1-1 0 0,-1 1 1 0 0,1 0-1 0 0,-1 0 1 0 0,0 1 0 0 0,0-1-1 0 0,0 0 1 0 0,0 1-1 0 0,-1-1 1 0 0,2 6-1 0 0,-3-4 6 0 0,1-1-1 0 0,-1 0 0 0 0,0 1 0 0 0,0-1 0 0 0,0 1 1 0 0,-1-1-1 0 0,0 0 0 0 0,0 1 0 0 0,0-1 0 0 0,0 0 1 0 0,-1 0-1 0 0,0 0 0 0 0,0 0 0 0 0,-1 0 0 0 0,0 0 1 0 0,1 0-1 0 0,-5 4 0 0 0,-8 11-2 0 0,-1 0 0 0 0,-26 25-1 0 0,23-26 15 0 0,-95 84 991 0 0,19-19 442 0 0,92-81-1448 0 0,-9 10 221 0 0,11-7-66 0 0,11-4-11 0 0,408-19 204 0 0,-248 7-8 0 0,-113 7 183 0 0,-45 1-513 0 0,-9 2 42 0 0,-1 0-57 0 0,25-3-368 0 0,-24 3-291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6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92 138 2196 0 0,'6'-17'19778'0'0,"-7"14"-19723"0"0,-1 0 1 0 0,1 0-1 0 0,-1 1 1 0 0,1-1-1 0 0,-1 0 0 0 0,0 1 1 0 0,0 0-1 0 0,0-1 1 0 0,-1 1-1 0 0,1 0 0 0 0,0 0 1 0 0,-4-2-1 0 0,-35-19-74 0 0,20 11 1 0 0,20 11-66 0 0,0 1 73 0 0,1 0 1 0 0,0 0 0 0 0,0 0 0 0 0,-1 0-1 0 0,1 0 1 0 0,0 0 0 0 0,0 0 0 0 0,-1 0-1 0 0,1 0 1 0 0,0 0 0 0 0,0 0 0 0 0,0 0-1 0 0,-1 0 1 0 0,1 0 0 0 0,0-1 0 0 0,0 1-1 0 0,0 0 1 0 0,-1 0 0 0 0,1 0 0 0 0,0 0-1 0 0,0 0 1 0 0,0-1 0 0 0,0 1 0 0 0,-1 0-1 0 0,1 0 1 0 0,0 0 0 0 0,0-1 0 0 0,0 1-1 0 0,0 0 1 0 0,0 0 0 0 0,0-1 0 0 0,0 1 0 0 0,0 0-1 0 0,0 0 1 0 0,0-1 0 0 0,0 1 3 0 0,0-1 1 0 0,0 1 0 0 0,0 0-1 0 0,1-1 1 0 0,-1 1 0 0 0,0-1-1 0 0,0 1 1 0 0,1 0 0 0 0,-1-1 0 0 0,0 1-1 0 0,1 0 1 0 0,-1 0 0 0 0,0-1-1 0 0,1 1 1 0 0,-1 0 0 0 0,0 0-1 0 0,1 0 1 0 0,-1-1 0 0 0,1 1-1 0 0,-1 0 1 0 0,0 0 0 0 0,1 0-1 0 0,-1 0 1 0 0,1 0 0 0 0,-1 0-1 0 0,1 0 1 0 0,-1 0 0 0 0,0 0-1 0 0,2 0 1 0 0,63-5-637 0 0,244-12-428 0 0,-300 16 1561 0 0,-1 1 0 0 0,1-1 0 0 0,-1-1 1 0 0,15-4-1 0 0,-22 6-108 0 0,16-6 1600 0 0,-16 5-1970 0 0,-1 1 1 0 0,1 0 0 0 0,-1 0 0 0 0,1 0-1 0 0,-1-1 1 0 0,1 1 0 0 0,-1 0-1 0 0,1 0 1 0 0,-1 0 0 0 0,1 0-1 0 0,-1 0 1 0 0,1 0 0 0 0,-1 0-1 0 0,1 0 1 0 0,-1 0 0 0 0,1 0 0 0 0,-1 1-1 0 0,1-1 1 0 0,-1 0 0 0 0,1 0-1 0 0,-1 0 1 0 0,1 1 0 0 0,-1-1-1 0 0,1 0 1 0 0,-1 0 0 0 0,0 1-1 0 0,1-1 1 0 0,-1 0 0 0 0,1 1 0 0 0,-1-1-1 0 0,0 1 1 0 0,1-1 0 0 0,-1 0-1 0 0,0 1 1 0 0,0-1 0 0 0,1 1-1 0 0,-1 0 1 0 0,6 145 377 0 0,-13-44-341 0 0,-25 122 1 0 0,4-50-3361 0 0,23-137 1684 0 0,-1 8-2051 0 0,3-16-1852 0 0,1-2-4006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4:58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59 139 1080 0 0,'-27'-6'12906'0'0,"27"6"-12719"0"0,-1 0 1 0 0,0 0-1 0 0,0 0 1 0 0,1 0-1 0 0,-1 0 0 0 0,0 0 1 0 0,0 0-1 0 0,1-1 0 0 0,-1 1 1 0 0,0 0-1 0 0,1 0 1 0 0,-1-1-1 0 0,0 1 0 0 0,1-1 1 0 0,-1 1-1 0 0,0 0 1 0 0,1-1-1 0 0,-1 1 0 0 0,1-1 1 0 0,-1 0-1 0 0,1 1 0 0 0,-1-1 1 0 0,1 1-1 0 0,0-1 1 0 0,-1 0-1 0 0,1 1 0 0 0,-1-2 1 0 0,2 1-151 0 0,-1 0-1 0 0,1 0 1 0 0,0 0 0 0 0,0 0 0 0 0,0 0 0 0 0,0 0-1 0 0,0 0 1 0 0,0 0 0 0 0,0 0 0 0 0,0 1 0 0 0,0-1-1 0 0,0 0 1 0 0,0 1 0 0 0,0-1 0 0 0,1 1 0 0 0,-1-1-1 0 0,3 0 1 0 0,67-23 77 0 0,2 3 1 0 0,0 3-1 0 0,148-16 1 0 0,-47 24-254 0 0,-169 10 134 0 0,1 1-1 0 0,-1-1 1 0 0,0 1 0 0 0,0 0 0 0 0,1 0-1 0 0,-1 0 1 0 0,0 1 0 0 0,0 0 0 0 0,0 0-1 0 0,-1 0 1 0 0,1 1 0 0 0,0 0 0 0 0,4 3-1 0 0,-3-1 16 0 0,0 1 0 0 0,0-1-1 0 0,0 1 1 0 0,-1 1 0 0 0,0-1-1 0 0,0 1 1 0 0,6 12 0 0 0,1 5 162 0 0,-1 2-1 0 0,-2-1 1 0 0,13 54 0 0 0,6 57 1138 0 0,20 232 1 0 0,-26 143 0 0 0,-18-342-1256 0 0,21 1451 417 0 0,-48-827-311 0 0,20-737-59 0 0,-8 263 566 0 0,11-311-374 0 0,0 8 1765 0 0,-1 1 1 0 0,-3 19-1 0 0,2-25-2059 0 0,-5-3 0 0 0,-8-4 0 0 0,-199 25-1642 0 0,92-14-1402 0 0,-150 38-1 0 0,90-7-8312 0 0,85-23 82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4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26 612 0 0,'7'-8'5337'0'0,"-6"8"-5420"0"0,12-17 7313 0 0,-11 25-5116 0 0,-9 32-1198 0 0,-18 58 0 0 0,8-34-658 0 0,-47 269-1993 0 0,61-299-2382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5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11 223 1404 0 0,'-3'-8'865'0'0,"1"-1"1"0"0,0 1-1 0 0,1-1 0 0 0,0 0 0 0 0,0 1 1 0 0,0-1-1 0 0,2 0 0 0 0,-1 0 0 0 0,1 1 1 0 0,0-1-1 0 0,3-11 0 0 0,-2 14-715 0 0,0 0 0 0 0,1 0 0 0 0,-1 1 0 0 0,1 0 0 0 0,0-1 0 0 0,1 1 0 0 0,-1 0 0 0 0,1 1 0 0 0,0-1 0 0 0,0 0 0 0 0,1 1 0 0 0,-1 0 0 0 0,1 0 0 0 0,0 1 0 0 0,0-1 0 0 0,0 1 0 0 0,7-3 0 0 0,-2 2-61 0 0,-1 0 1 0 0,1 1-1 0 0,0 0 1 0 0,0 1-1 0 0,0 0 1 0 0,0 0-1 0 0,1 1 1 0 0,-1 1-1 0 0,0 0 1 0 0,11 1-1 0 0,-14-1-25 0 0,0 1-1 0 0,0 0 0 0 0,0 0 1 0 0,0 1-1 0 0,0 0 0 0 0,-1 0 0 0 0,1 1 1 0 0,0-1-1 0 0,-1 1 0 0 0,0 1 1 0 0,0-1-1 0 0,0 1 0 0 0,0 0 1 0 0,-1 1-1 0 0,8 7 0 0 0,-10-9-26 0 0,-1 1 0 0 0,0 0 0 0 0,1 0 0 0 0,-2 0 0 0 0,1 0 0 0 0,0 1-1 0 0,-1-1 1 0 0,0 0 0 0 0,0 1 0 0 0,0-1 0 0 0,-1 0 0 0 0,0 1 0 0 0,1-1 0 0 0,-1 1 0 0 0,-1-1-1 0 0,1 1 1 0 0,-1-1 0 0 0,0 1 0 0 0,0-1 0 0 0,0 0 0 0 0,0 1 0 0 0,-3 5 0 0 0,-4 9 25 0 0,-1 0 0 0 0,-1-1 0 0 0,-16 24 1 0 0,14-24 77 0 0,-1-1 1 0 0,-1-1-1 0 0,0 0 1 0 0,-1-1-1 0 0,-1-1 1 0 0,0 0-1 0 0,-1-1 1 0 0,-24 14-1 0 0,3-11 963 0 0,36-15-1004 0 0,-7 2 58 0 0,9-3-152 0 0,-1 0 0 0 0,1 0-1 0 0,0 0 1 0 0,0 0 0 0 0,-1 0 0 0 0,1 0 0 0 0,0 0 0 0 0,0 0 0 0 0,-1 1-1 0 0,1-1 1 0 0,0 0 0 0 0,0 0 0 0 0,0 0 0 0 0,-1 0 0 0 0,1 1 0 0 0,0-1-1 0 0,0 0 1 0 0,0 0 0 0 0,-1 0 0 0 0,1 1 0 0 0,0-1 0 0 0,0 0 0 0 0,0 0-1 0 0,0 0 1 0 0,0 1 0 0 0,0-1 0 0 0,0 0 0 0 0,0 0 0 0 0,-1 1 0 0 0,1-1-1 0 0,0 0 1 0 0,0 0 0 0 0,0 1 0 0 0,0-1 0 0 0,0 0 0 0 0,0 0 0 0 0,0 1-1 0 0,0-1 1 0 0,1 1 0 0 0,20 19 167 0 0,-1 1-1 0 0,-1 1 1 0 0,-1 0-1 0 0,18 31 1 0 0,-13-20-2995 0 0,38 44 0 0 0,-53-70 868 0 0,0 0-1 0 0,0 0 1 0 0,11 6 0 0 0,-4-4-3431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5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84 101 1648 0 0,'-12'-22'6619'0'0,"8"16"-5011"0"0,0 0 0 0 0,1-1 0 0 0,0 1 0 0 0,0-1 0 0 0,-3-11 0 0 0,6 17-1544 0 0,0 0 0 0 0,0 0 0 0 0,0 0 0 0 0,0 0 0 0 0,0 1-1 0 0,0-1 1 0 0,0 0 0 0 0,0 0 0 0 0,0 0 0 0 0,0 0 0 0 0,1 1 0 0 0,-1-1 0 0 0,0 0 0 0 0,1 0 0 0 0,-1 1 0 0 0,0-1 0 0 0,1 0 0 0 0,-1 1-1 0 0,1-1 1 0 0,-1 0 0 0 0,1 1 0 0 0,0-1 0 0 0,-1 0 0 0 0,1 1 0 0 0,0-1 0 0 0,1 0 39 0 0,0 0 1 0 0,0 0-1 0 0,1 0 0 0 0,-1 0 1 0 0,0 0-1 0 0,0 1 1 0 0,1-1-1 0 0,3 0 0 0 0,2 0 33 0 0,0 1 0 0 0,0 0 0 0 0,0 1-1 0 0,8 1 1 0 0,-12-2-85 0 0,-1 1-1 0 0,1 0 1 0 0,-1 0 0 0 0,1 0 0 0 0,-1 0-1 0 0,0 0 1 0 0,0 1 0 0 0,1 0 0 0 0,-1 0-1 0 0,0 0 1 0 0,0 0 0 0 0,-1 0 0 0 0,1 0-1 0 0,0 1 1 0 0,-1-1 0 0 0,1 1 0 0 0,-1 0-1 0 0,0-1 1 0 0,0 1 0 0 0,0 0 0 0 0,0 1-1 0 0,-1-1 1 0 0,1 0 0 0 0,-1 0 0 0 0,0 1-1 0 0,0-1 1 0 0,0 1 0 0 0,0-1 0 0 0,0 1-1 0 0,-1-1 1 0 0,0 1 0 0 0,1-1 0 0 0,-2 7-1 0 0,0 4 79 0 0,-1 0 1 0 0,0 0-1 0 0,-1 0 0 0 0,-1 0 0 0 0,0-1 0 0 0,-1 1 0 0 0,-7 14 0 0 0,-17 24 422 0 0,-1-1 0 0 0,-61 76-1 0 0,90-125-540 0 0,1-2-9 0 0,-14 22 58 0 0,13-21-56 0 0,1-1 0 0 0,0 1 1 0 0,-1 0-1 0 0,1-1 1 0 0,0 1-1 0 0,0 0 1 0 0,-1 0-1 0 0,1-1 1 0 0,0 1-1 0 0,0 0 1 0 0,0 0-1 0 0,0-1 1 0 0,0 1-1 0 0,0 0 0 0 0,0 0 1 0 0,0-1-1 0 0,1 1 1 0 0,-1 0-1 0 0,0 0 1 0 0,0-1-1 0 0,0 1 1 0 0,1 0-1 0 0,-1-1 1 0 0,0 1-1 0 0,1 0 1 0 0,0 0-1 0 0,1 0 2 0 0,0-1 0 0 0,0 0 0 0 0,0 1-1 0 0,0-1 1 0 0,0 0 0 0 0,-1 0 0 0 0,1-1 0 0 0,0 1 0 0 0,0 0 0 0 0,0-1-1 0 0,0 1 1 0 0,2-2 0 0 0,-2 2 2 0 0,178-59-3200 0 0,-6-17-10405 0 0,-140 62 6964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113 203 2664 0 0,'-44'-18'11081'0'0,"-3"-1"-4064"0"0,45 19-6444 0 0,-18-10 3515 0 0,32 10-4004 0 0,-9 0 25 0 0,0 0-64 0 0,8 0-46 0 0,-9 0 106 0 0,1 0-108 0 0,-2 0-214 0 0,6 0 1091 0 0,-13 3 395 0 0,4-3-1240 0 0,-15 7-80 0 0,29-5 63 0 0,0-1 0 0 0,1 0-1 0 0,-1-1 1 0 0,0 0 0 0 0,0-1 0 0 0,1 0 0 0 0,12-4 0 0 0,1 1-62 0 0,221-21 172 0 0,-125 13-1176 0 0,-119 12 837 0 0,-11-3-1767 0 0,4 2 1840 0 0,0-1 0 0 0,0 0 1 0 0,1 0-1 0 0,-1-1 0 0 0,1 1 1 0 0,0-1-1 0 0,-1 0 0 0 0,1 0 0 0 0,0 0 1 0 0,1 0-1 0 0,-4-4 0 0 0,4 4 121 0 0,0 1 0 0 0,0-1 0 0 0,0 1 0 0 0,0-1 0 0 0,1 0 0 0 0,-1 0 0 0 0,1 0 0 0 0,0 1 0 0 0,0-1 0 0 0,0-1 0 0 0,0 1 0 0 0,0 0 0 0 0,1 0 0 0 0,-1 0 0 0 0,1 0 0 0 0,0 0 0 0 0,0-6 0 0 0,0 8 39 0 0,1-1 0 0 0,-1 1 0 0 0,0 0 0 0 0,0 0 1 0 0,1 0-1 0 0,-1-1 0 0 0,1 1 0 0 0,-1 0 0 0 0,1 0 1 0 0,0 0-1 0 0,-1 0 0 0 0,1 0 0 0 0,0 0 0 0 0,0 0 1 0 0,-1 0-1 0 0,1 0 0 0 0,0 0 0 0 0,0 1 0 0 0,0-1 1 0 0,0 0-1 0 0,0 0 0 0 0,0 1 0 0 0,1-1 0 0 0,-1 1 1 0 0,0-1-1 0 0,0 1 0 0 0,0-1 0 0 0,1 1 0 0 0,-1 0 1 0 0,0 0-1 0 0,0 0 0 0 0,1-1 0 0 0,-1 1 0 0 0,0 0 1 0 0,0 1-1 0 0,1-1 0 0 0,-1 0 0 0 0,2 0 0 0 0,0 2 59 0 0,1-1-1 0 0,-1 0 0 0 0,0 1 0 0 0,1 0 1 0 0,-1-1-1 0 0,0 1 0 0 0,0 1 0 0 0,0-1 1 0 0,3 4-1 0 0,-3-3-16 0 0,0 0 0 0 0,0 1 1 0 0,0-1-1 0 0,-1 1 0 0 0,1 0 0 0 0,-1-1 0 0 0,0 1 1 0 0,-1 0-1 0 0,1 1 0 0 0,-1-1 0 0 0,1 0 1 0 0,-1 0-1 0 0,0 1 0 0 0,0 5 0 0 0,-1-2 25 0 0,0 0 0 0 0,0 0-1 0 0,-1 0 1 0 0,0 1 0 0 0,0-1-1 0 0,-1-1 1 0 0,-3 11-1 0 0,-4 5-655 0 0,-1-1 0 0 0,-1 0-1 0 0,-1-1 1 0 0,-17 24-1 0 0,22-34-552 0 0,-14 18-3030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7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50 1588 0 0,'18'-49'17224'0'0,"-16"57"-16321"0"0,0 40 554 0 0,-1 0 1 0 0,-3 0-1 0 0,-12 72 0 0 0,6-45-1003 0 0,-41 221-34 0 0,44-279-2252 0 0,5-55-10750 0 0,1 23 11976 0 0,0-8-3092 0 0,1-3-1598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7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1 275 740 0 0,'-1'-26'2302'0'0,"2"1"0"0"0,1 0 1 0 0,1 0-1 0 0,10-42 0 0 0,-10 60-2002 0 0,-1 0-1 0 0,1-1 1 0 0,0 2 0 0 0,1-1 0 0 0,0 0-1 0 0,0 1 1 0 0,0-1 0 0 0,9-9 0 0 0,-9 13-188 0 0,0-1-1 0 0,0 1 1 0 0,0 0 0 0 0,0 0 0 0 0,1 0 0 0 0,-1 1 0 0 0,1-1-1 0 0,0 1 1 0 0,-1 0 0 0 0,1 1 0 0 0,0-1 0 0 0,0 1 0 0 0,0 0-1 0 0,7-1 1 0 0,-5 2-51 0 0,-1 0-1 0 0,1 0 0 0 0,0 0 1 0 0,0 0-1 0 0,-1 1 1 0 0,1 1-1 0 0,0-1 1 0 0,-1 1-1 0 0,0 0 0 0 0,1 0 1 0 0,-1 1-1 0 0,0 0 1 0 0,0 0-1 0 0,0 0 1 0 0,0 1-1 0 0,-1 0 0 0 0,0 0 1 0 0,1 0-1 0 0,-1 1 1 0 0,-1 0-1 0 0,1 0 1 0 0,-1 0-1 0 0,0 0 0 0 0,0 1 1 0 0,0-1-1 0 0,3 10 1 0 0,-2-6-38 0 0,0 1 0 0 0,-1 0 1 0 0,-1 0-1 0 0,0 0 0 0 0,0 0 1 0 0,-1 1-1 0 0,-1-1 0 0 0,1 1 1 0 0,-2-1-1 0 0,1 1 0 0 0,-1 0 1 0 0,-1-1-1 0 0,0 1 0 0 0,-1-1 1 0 0,0 1-1 0 0,-3 10 0 0 0,-2-5 29 0 0,-1 0 0 0 0,0 0-1 0 0,-1-1 1 0 0,-1-1 0 0 0,0 0-1 0 0,-1 0 1 0 0,0-1 0 0 0,-1 0-1 0 0,-1-1 1 0 0,0 0 0 0 0,0-1-1 0 0,-1-1 1 0 0,-1 0-1 0 0,0-1 1 0 0,0 0 0 0 0,-21 8-1 0 0,-5 3 499 0 0,40-19-445 0 0,9 8 410 0 0,23 10 17 0 0,-2 1-1 0 0,0 1 1 0 0,32 32-1 0 0,6 13-934 0 0,-2 3-4221 0 0,-15-16-3250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45 1884 0 0,'-7'-21'9906'0'0,"7"20"-9625"0"0,0 0 1 0 0,0 0-1 0 0,0 0 1 0 0,0 0 0 0 0,0 0-1 0 0,1 0 1 0 0,-1 0-1 0 0,0 0 1 0 0,0 1-1 0 0,1-1 1 0 0,-1 0 0 0 0,0 0-1 0 0,1 0 1 0 0,-1 0-1 0 0,2-1 1 0 0,-1 1-154 0 0,1 0 0 0 0,-1 0 1 0 0,1 1-1 0 0,-1-1 0 0 0,1 0 0 0 0,0 0 0 0 0,-1 1 1 0 0,1-1-1 0 0,0 1 0 0 0,-1 0 0 0 0,1-1 0 0 0,0 1 1 0 0,0 0-1 0 0,-1 0 0 0 0,1 0 0 0 0,0 0 0 0 0,0 0 1 0 0,0 1-1 0 0,-1-1 0 0 0,1 1 0 0 0,0-1 0 0 0,-1 1 1 0 0,3 0-1 0 0,-1 0-39 0 0,0 0 0 0 0,1 0 1 0 0,-1 0-1 0 0,0 1 0 0 0,0 0 0 0 0,0-1 1 0 0,0 1-1 0 0,0 0 0 0 0,0 0 0 0 0,0 0 1 0 0,-1 1-1 0 0,1-1 0 0 0,-1 1 0 0 0,0-1 1 0 0,1 1-1 0 0,-1 0 0 0 0,-1 0 0 0 0,1 0 1 0 0,2 4-1 0 0,-3-3 21 0 0,1 1 1 0 0,-1-1-1 0 0,0 1 1 0 0,0 0-1 0 0,-1 0 1 0 0,1 0-1 0 0,-1-1 0 0 0,0 1 1 0 0,0 0-1 0 0,-1 0 1 0 0,1 0-1 0 0,-1-1 1 0 0,0 1-1 0 0,-2 5 0 0 0,-7 17 490 0 0,-1-1-1 0 0,-2 0 1 0 0,0-1-1 0 0,-20 28 1 0 0,-22 39 844 0 0,49-72-1191 0 0,6-19-247 0 0,0 0 0 0 0,0-1 0 0 0,0 1 0 0 0,0-1 0 0 0,0 1 0 0 0,0-1 0 0 0,0 1 0 0 0,0 0 0 0 0,0-1 0 0 0,0 1 0 0 0,1-1 1 0 0,-1 1-1 0 0,0-1 0 0 0,0 1 0 0 0,1 0 0 0 0,-1-1 0 0 0,0 1 0 0 0,1-1 0 0 0,-1 0 0 0 0,0 1 0 0 0,1-1 0 0 0,-1 1 0 0 0,1-1 0 0 0,-1 0 0 0 0,1 1 0 0 0,-1-1 0 0 0,1 0 0 0 0,-1 1 1 0 0,1-1-1 0 0,-1 0 0 0 0,1 0 0 0 0,-1 1 0 0 0,1-1 0 0 0,1 0 0 0 0,4 1 9 0 0,1 0 1 0 0,0-1-1 0 0,-1 0 0 0 0,1-1 1 0 0,0 1-1 0 0,-1-1 0 0 0,1 0 1 0 0,8-3-1 0 0,58-20-74 0 0,-44 13-173 0 0,21-7-2744 0 0,80-43 0 0 0,-18-7-8737 0 0,-82 47 4215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8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116 129 968 0 0,'-47'-19'12229'0'0,"-22"-9"1383"0"0,111 7-12490 0 0,105-15-607 0 0,-104 27-528 0 0,-2-2-2385 0 0,-29 7-825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9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88 164 224 0 0,'-11'-41'7786'0'0,"10"37"-7219"0"0,1-1 0 0 0,0 1 0 0 0,0-1-1 0 0,0 1 1 0 0,0-1 0 0 0,2-4 0 0 0,-1 4-398 0 0,0 1 0 0 0,0 0 0 0 0,1 1 0 0 0,-1-1 0 0 0,1 0 0 0 0,0 0 0 0 0,1 1 0 0 0,-1-1 0 0 0,1 1 0 0 0,-1 0 0 0 0,1-1 0 0 0,0 1 0 0 0,0 0 0 0 0,0 1 0 0 0,1-1 0 0 0,5-3 0 0 0,-3 2-74 0 0,1 1 1 0 0,0 0 0 0 0,0 0-1 0 0,1 0 1 0 0,-1 1 0 0 0,1 0 0 0 0,-1 1-1 0 0,1-1 1 0 0,-1 1 0 0 0,1 1-1 0 0,0 0 1 0 0,8 0 0 0 0,-12 0-30 0 0,-1 0 1 0 0,1 0 0 0 0,-1 1-1 0 0,1-1 1 0 0,-1 1 0 0 0,1 0-1 0 0,-1 0 1 0 0,1 0 0 0 0,-1 1-1 0 0,0-1 1 0 0,1 1 0 0 0,-1 0-1 0 0,0-1 1 0 0,0 1-1 0 0,0 1 1 0 0,-1-1 0 0 0,1 0-1 0 0,0 1 1 0 0,-1-1 0 0 0,0 1-1 0 0,1 0 1 0 0,-1 0 0 0 0,0 0-1 0 0,0 0 1 0 0,-1 0 0 0 0,1 0-1 0 0,1 7 1 0 0,-2-5 6 0 0,0-1-1 0 0,-1 1 1 0 0,0 0-1 0 0,0-1 1 0 0,-1 1-1 0 0,1 0 1 0 0,-1-1-1 0 0,0 1 1 0 0,0 0-1 0 0,-1-1 1 0 0,1 0 0 0 0,-1 1-1 0 0,0-1 1 0 0,0 0-1 0 0,0 0 1 0 0,-1 0-1 0 0,-3 5 1 0 0,-7 8 102 0 0,-1-1 0 0 0,-21 22 1 0 0,27-30-109 0 0,-26 23 200 0 0,-13 14 70 0 0,46-44-329 0 0,-3 8-45 0 0,17-4 44 0 0,-1 1 0 0 0,0 0 0 0 0,0 0 0 0 0,-1 1 1 0 0,0 1-1 0 0,0 0 0 0 0,-1 1 0 0 0,0 0 1 0 0,10 11-1 0 0,-13-11 139 0 0,0 0 0 0 0,-1 0 0 0 0,0 0 0 0 0,0 1 0 0 0,-1 0 0 0 0,-1 0 0 0 0,0 1 0 0 0,0-1 0 0 0,-1 1 0 0 0,3 19 0 0 0,-5-22-4 0 0,0 0-1 0 0,-1-1 0 0 0,1 1 1 0 0,-2 0-1 0 0,1 0 0 0 0,-1-1 1 0 0,-1 1-1 0 0,1-1 0 0 0,-1 1 1 0 0,-1-1-1 0 0,1 1 1 0 0,-1-1-1 0 0,0 0 0 0 0,-1 0 1 0 0,0-1-1 0 0,0 1 0 0 0,0-1 1 0 0,-1 0-1 0 0,0 0 0 0 0,0 0 1 0 0,-1-1-1 0 0,1 1 0 0 0,-1-1 1 0 0,0-1-1 0 0,-1 1 0 0 0,1-1 1 0 0,-1 0-1 0 0,0 0 0 0 0,0-1 1 0 0,0 0-1 0 0,0 0 0 0 0,0-1 1 0 0,-1 0-1 0 0,1 0 1 0 0,-1-1-1 0 0,0 0 0 0 0,1 0 1 0 0,-1-1-1 0 0,0 0 0 0 0,0 0 1 0 0,1-1-1 0 0,-1 0 0 0 0,-11-3 1 0 0,11 2-265 0 0,0 0 0 0 0,-1-1 0 0 0,1-1 0 0 0,1 1 0 0 0,-1-1 0 0 0,0 0 0 0 0,-8-8 0 0 0,14 11-120 0 0,1 0 0 0 0,-1-1 0 0 0,1 1 0 0 0,0-1 0 0 0,-1 1 0 0 0,1-1 0 0 0,0 1 0 0 0,0-1 0 0 0,0 0 1 0 0,0 0-1 0 0,0 1 0 0 0,1-1 0 0 0,-1 0 0 0 0,1 0 0 0 0,-1-3 0 0 0,1 3-200 0 0,0 0 1 0 0,0-1 0 0 0,0 1-1 0 0,1 0 1 0 0,-1 0 0 0 0,1 0-1 0 0,-1-1 1 0 0,1 1-1 0 0,0 0 1 0 0,0 0 0 0 0,0 0-1 0 0,0 0 1 0 0,0 0 0 0 0,1 0-1 0 0,-1 1 1 0 0,3-4-1 0 0,8-8-4901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9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39 1812 0 0,'8'-39'17926'0'0,"-10"54"-15480"0"0,-36 190 3079 0 0,-34 99-4512 0 0,39-167-856 0 0,28-112-1006 0 0,-3 10-1763 0 0,1-14-2626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19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43 162 48 0 0,'3'-16'2895'0'0,"0"0"0"0"0,1 1-1 0 0,9-26 1 0 0,-11 36-2664 0 0,0 1 0 0 0,0 0-1 0 0,0 0 1 0 0,1 0 0 0 0,0 0-1 0 0,-1 0 1 0 0,1 1 0 0 0,1-1 0 0 0,-1 1-1 0 0,0 0 1 0 0,1 0 0 0 0,0 0-1 0 0,-1 0 1 0 0,1 0 0 0 0,0 1 0 0 0,1 0-1 0 0,5-3 1 0 0,0 2-28 0 0,0 1 0 0 0,0 0-1 0 0,0 0 1 0 0,0 1 0 0 0,0 1 0 0 0,0-1-1 0 0,0 2 1 0 0,0-1 0 0 0,0 1 0 0 0,0 1-1 0 0,15 4 1 0 0,-20-5-119 0 0,-1 0 1 0 0,1 1-1 0 0,-1-1 1 0 0,1 1-1 0 0,-1 0 0 0 0,0 0 1 0 0,0 1-1 0 0,0-1 0 0 0,0 1 1 0 0,0 0-1 0 0,0 0 1 0 0,-1 1-1 0 0,1-1 0 0 0,-1 1 1 0 0,0-1-1 0 0,0 1 0 0 0,-1 0 1 0 0,1 0-1 0 0,-1 0 1 0 0,0 1-1 0 0,0-1 0 0 0,0 0 1 0 0,0 1-1 0 0,-1-1 0 0 0,0 1 1 0 0,1 6-1 0 0,-2-5-12 0 0,0 1 0 0 0,0 0 0 0 0,-1-1 0 0 0,0 1 0 0 0,0-1 0 0 0,-1 0 0 0 0,0 1 0 0 0,0-1 0 0 0,0 0 0 0 0,-1 0 0 0 0,0 0 0 0 0,0 0 0 0 0,0-1 0 0 0,-6 8 0 0 0,-7 8 75 0 0,-2-1-1 0 0,-21 21 1 0 0,27-30-87 0 0,-9 7 90 0 0,-2 0 0 0 0,0-2 0 0 0,-1 0 0 0 0,0-2 0 0 0,-44 19 0 0 0,28-14 540 0 0,39-18-676 0 0,0-1 0 0 0,1 0-1 0 0,-1 1 1 0 0,1-1 0 0 0,-1 1-1 0 0,1-1 1 0 0,-1 1 0 0 0,1-1-1 0 0,-1 1 1 0 0,1-1 0 0 0,-1 1-1 0 0,1-1 1 0 0,-1 1 0 0 0,1 0-1 0 0,0-1 1 0 0,0 1 0 0 0,-1 0-1 0 0,1-1 1 0 0,0 1 0 0 0,0 0-1 0 0,0-1 1 0 0,-1 1 0 0 0,1 0-1 0 0,0-1 1 0 0,0 1 0 0 0,0 0-1 0 0,0-1 1 0 0,0 1 0 0 0,1 0-1 0 0,-1 0 1 0 0,9 22 716 0 0,-6-17-607 0 0,61 115 1177 0 0,-7-15-870 0 0,9 20-1660 0 0,-26-67-3202 0 0,8-6-5695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45 2896 0 0,'21'-45'20868'0'0,"-16"72"-18886"0"0,-8-4-1728 0 0,0 1 0 0 0,-1-1 0 0 0,-1 0 0 0 0,-11 30 1 0 0,8-26-614 0 0,-35 110-4259 0 0,11-47-4625 0 0,10-39-1150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1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69 178 1036 0 0,'20'-17'8567'0'0,"-20"17"-8394"0"0,0 0 1 0 0,1 0-1 0 0,-1 0 1 0 0,1-1-1 0 0,-1 1 1 0 0,1 0 0 0 0,-1 0-1 0 0,1 0 1 0 0,-1 0-1 0 0,1 0 1 0 0,-1 0 0 0 0,1 0-1 0 0,1 2 54 0 0,0 0-1 0 0,-1 1 1 0 0,1-1 0 0 0,-1 1 0 0 0,1 0-1 0 0,-1-1 1 0 0,0 1 0 0 0,0 0-1 0 0,0 0 1 0 0,-1 0 0 0 0,1 0-1 0 0,-1 0 1 0 0,1 5 0 0 0,1 47 1340 0 0,-2-45-1298 0 0,-27 333 1696 0 0,8-152-1692 0 0,7-98 30 0 0,12-91-273 0 0,-8-20-3 0 0,6-75-107 0 0,4 0 0 0 0,4 0 1 0 0,22-107-1 0 0,-20 150 29 0 0,25-77 1 0 0,-25 103 27 0 0,1 1 1 0 0,1-1-1 0 0,1 2 0 0 0,1 0 1 0 0,18-26-1 0 0,-25 41 10 0 0,1 0 0 0 0,1 1 0 0 0,-1-1-1 0 0,1 1 1 0 0,0 0 0 0 0,0 1 0 0 0,13-8 0 0 0,-18 13 12 0 0,-1-1 0 0 0,1 1 0 0 0,0-1 0 0 0,-1 1 1 0 0,1-1-1 0 0,0 1 0 0 0,-1 0 0 0 0,1 0 0 0 0,0 0 0 0 0,0 0 1 0 0,-1 0-1 0 0,1 1 0 0 0,0-1 0 0 0,-1 0 0 0 0,1 1 0 0 0,0-1 1 0 0,-1 1-1 0 0,1 0 0 0 0,-1-1 0 0 0,1 1 0 0 0,-1 0 1 0 0,2 1-1 0 0,2 1 1 0 0,-1 0 0 0 0,0 0 0 0 0,0 0 0 0 0,-1 0 0 0 0,7 8 0 0 0,-7-6 11 0 0,1 0 0 0 0,-1 0 0 0 0,0 0-1 0 0,-1 0 1 0 0,1 0 0 0 0,-1 1 0 0 0,0-1 0 0 0,-1 1 0 0 0,1-1 0 0 0,-1 1 0 0 0,0 0-1 0 0,-1 0 1 0 0,1 6 0 0 0,-1-3 3 0 0,-1 0-1 0 0,0 1 1 0 0,-1-1-1 0 0,0 0 1 0 0,0 0 0 0 0,-1 0-1 0 0,-5 13 1 0 0,-2-2-4 0 0,-1-1 1 0 0,0 0 0 0 0,-1-1-1 0 0,-1-1 1 0 0,-1 1 0 0 0,-19 17-1 0 0,20-22-2 0 0,0-1 0 0 0,0-1 0 0 0,-1 0 0 0 0,-25 14-1 0 0,10-11 31 0 0,1-1-1 0 0,-41 11 1 0 0,65-22-50 0 0,3-3 7 0 0,0 1 0 0 0,0 1-1 0 0,0-1 1 0 0,0 0 0 0 0,0 0 0 0 0,0 0-1 0 0,0 0 1 0 0,0 1 0 0 0,1-1 0 0 0,-1 0 0 0 0,0 1-1 0 0,0-1 1 0 0,0 1 0 0 0,0-1 0 0 0,1 1 0 0 0,-1-1-1 0 0,0 1 1 0 0,1-1 0 0 0,-2 2 0 0 0,3 1 4 0 0,1-1 0 0 0,-1 1 1 0 0,1-1-1 0 0,0 0 1 0 0,-1 0-1 0 0,1 0 0 0 0,0 0 1 0 0,0 0-1 0 0,1 0 0 0 0,-1 0 1 0 0,0-1-1 0 0,0 1 1 0 0,1-1-1 0 0,3 2 0 0 0,6 4 7 0 0,48 42 232 0 0,87 90-1 0 0,-78-70-3208 0 0,3-2-5572 0 0,-54-54 2832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1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126 181 892 0 0,'-13'-45'9462'0'0,"11"37"-8395"0"0,0 0 0 0 0,1 1 0 0 0,0-15 0 0 0,1 18-957 0 0,0 0-1 0 0,1 0 0 0 0,-1 0 0 0 0,1 0 0 0 0,0 0 1 0 0,0 0-1 0 0,1 0 0 0 0,-1 0 0 0 0,1 1 1 0 0,0-1-1 0 0,-1 0 0 0 0,2 1 0 0 0,-1 0 1 0 0,0-1-1 0 0,1 1 0 0 0,-1 0 0 0 0,1 0 1 0 0,0 0-1 0 0,0 1 0 0 0,6-5 0 0 0,-8 6-98 0 0,1-1-1 0 0,0 1 1 0 0,0 0 0 0 0,0 0-1 0 0,0 0 1 0 0,0 0 0 0 0,1 0-1 0 0,-1 0 1 0 0,0 1 0 0 0,0-1-1 0 0,0 1 1 0 0,1-1 0 0 0,-1 1-1 0 0,0 0 1 0 0,1 0-1 0 0,-1 0 1 0 0,0 0 0 0 0,1 0-1 0 0,-1 0 1 0 0,0 1 0 0 0,0-1-1 0 0,1 1 1 0 0,-1 0 0 0 0,0 0-1 0 0,0 0 1 0 0,0 0 0 0 0,0 0-1 0 0,0 0 1 0 0,0 0-1 0 0,0 0 1 0 0,0 1 0 0 0,-1-1-1 0 0,1 1 1 0 0,0 0 0 0 0,-1-1-1 0 0,1 1 1 0 0,-1 0 0 0 0,0 0-1 0 0,1 0 1 0 0,-1 0 0 0 0,0 0-1 0 0,0 0 1 0 0,-1 0-1 0 0,1 0 1 0 0,0 1 0 0 0,-1-1-1 0 0,1 0 1 0 0,-1 0 0 0 0,1 1-1 0 0,-1-1 1 0 0,0 0 0 0 0,0 1-1 0 0,-1 3 1 0 0,0 4 40 0 0,-1 0-1 0 0,0-1 1 0 0,0 1 0 0 0,-1 0-1 0 0,0-1 1 0 0,-1 1 0 0 0,0-1-1 0 0,0 0 1 0 0,-10 14 0 0 0,-6 5 401 0 0,-33 36 1 0 0,37-45-97 0 0,15-19-349 0 0,0 1-2 0 0,1-1 1 0 0,-1 1-1 0 0,1-1 1 0 0,-1 0-1 0 0,1 1 1 0 0,0-1-1 0 0,-1 1 1 0 0,1-1-1 0 0,-1 1 1 0 0,1-1-1 0 0,0 1 1 0 0,-1-1-1 0 0,1 1 1 0 0,0 0-1 0 0,0-1 1 0 0,0 1-1 0 0,-1-1 1 0 0,1 1-1 0 0,0 0 1 0 0,0-1-1 0 0,0 1 1 0 0,0 0-1 0 0,0-1 1 0 0,0 1-1 0 0,0 0 1 0 0,2 1-2 0 0,0-1 0 0 0,1 0 0 0 0,-1 1 0 0 0,0-1 1 0 0,1-1-1 0 0,-1 1 0 0 0,1 0 0 0 0,-1 0 0 0 0,1-1 0 0 0,-1 0 0 0 0,5 1 0 0 0,8 1 40 0 0,1 1-1 0 0,-1 1 1 0 0,0 0-1 0 0,-1 1 0 0 0,1 1 1 0 0,26 15-1 0 0,-37-19 90 0 0,0 0 0 0 0,-1 1 1 0 0,1-1-1 0 0,-1 1 0 0 0,0 0 0 0 0,0 0 0 0 0,0 0 0 0 0,0 0 0 0 0,0 1 0 0 0,-1-1 1 0 0,0 1-1 0 0,1 0 0 0 0,-1-1 0 0 0,-1 1 0 0 0,1 0 0 0 0,-1 0 0 0 0,1 0 0 0 0,-1 0 0 0 0,0 1 1 0 0,0-1-1 0 0,-1 0 0 0 0,1 0 0 0 0,-1 1 0 0 0,0-1 0 0 0,0 0 0 0 0,-1 1 0 0 0,1-1 1 0 0,-1 0-1 0 0,0 0 0 0 0,-2 6 0 0 0,0-2 45 0 0,0-1 0 0 0,0 1 1 0 0,-1-1-1 0 0,0 0 0 0 0,0 0 1 0 0,-1 0-1 0 0,1-1 0 0 0,-2 1 0 0 0,1-1 1 0 0,-1 0-1 0 0,0-1 0 0 0,0 1 0 0 0,0-1 1 0 0,-1 0-1 0 0,0-1 0 0 0,0 0 1 0 0,0 0-1 0 0,-1 0 0 0 0,-11 3 0 0 0,13-4-169 0 0,-1-1 0 0 0,0-1 0 0 0,1 1-1 0 0,-1-1 1 0 0,0 0 0 0 0,0 0 0 0 0,0-1-1 0 0,0 0 1 0 0,0 0 0 0 0,0-1 0 0 0,0 0-1 0 0,0 0 1 0 0,0-1 0 0 0,1 0 0 0 0,-1 0-1 0 0,0 0 1 0 0,1-1 0 0 0,0 0 0 0 0,-1 0 0 0 0,1-1-1 0 0,1 1 1 0 0,-1-1 0 0 0,-6-6 0 0 0,9 7-260 0 0,1 1 1 0 0,0-1-1 0 0,0 0 1 0 0,0 0 0 0 0,0 0-1 0 0,0 0 1 0 0,0 0-1 0 0,1-1 1 0 0,-1 1 0 0 0,1 0-1 0 0,0-1 1 0 0,0 1 0 0 0,1-1-1 0 0,-1 1 1 0 0,1-1-1 0 0,-1 0 1 0 0,1 1 0 0 0,0-1-1 0 0,0 1 1 0 0,1-1 0 0 0,-1 0-1 0 0,1 1 1 0 0,1-5-1 0 0,1-3-1726 0 0,1-1 0 0 0,0 2-1 0 0,1-1 1 0 0,0 0-1 0 0,12-17 1 0 0,-1 5-5410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2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1 185 356 0 0,'2'-16'17138'0'0,"-1"12"-15770"0"0,19 2-877 0 0,-1 2-1 0 0,25 1 1 0 0,-1 0-290 0 0,-32-1-205 0 0,11 0-703 0 0,36-4-1 0 0,-52 3-257 0 0,0 0 1 0 0,1-1-1 0 0,-1 0 0 0 0,0 0 0 0 0,11-5 0 0 0,-16 6 785 0 0,0 0 0 0 0,0 0 0 0 0,0 0-1 0 0,0-1 1 0 0,0 1 0 0 0,0 0 0 0 0,0 0-1 0 0,-1 0 1 0 0,1-1 0 0 0,0 1 0 0 0,-1 0-1 0 0,1-1 1 0 0,-1 1 0 0 0,1-1 0 0 0,-1 1-1 0 0,0 0 1 0 0,0-1 0 0 0,1 1 0 0 0,-1-1-1 0 0,0 1 1 0 0,0-1 0 0 0,-1 1 0 0 0,1-3-1 0 0,-9-33 263 0 0,-2 10 2361 0 0,-6-20 3903 0 0,18 47-6269 0 0,0 0 1 0 0,0 1-1 0 0,0-1 0 0 0,0 0 0 0 0,0 1 0 0 0,0-1 0 0 0,0 1 0 0 0,0-1 0 0 0,0 1 0 0 0,-1-1 1 0 0,1 1-1 0 0,0 0 0 0 0,0 0 0 0 0,0-1 0 0 0,-1 1 0 0 0,1 0 0 0 0,-1 0 0 0 0,1 0 0 0 0,0-1 1 0 0,-1 1-1 0 0,1 0 0 0 0,-1 0 0 0 0,0 0 0 0 0,1 1 0 0 0,8 27 1057 0 0,-9-26-1065 0 0,3 10 129 0 0,-1 0-1 0 0,-1 0 1 0 0,0 0-1 0 0,-1 0 0 0 0,0 1 1 0 0,-4 20-1 0 0,-22 80 358 0 0,11-52-4318 0 0,4-1-5057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64 2176 0 0,'-58'-63'17800'0'0,"56"65"-17454"0"0,0 1 0 0 0,0 0 0 0 0,1-1 0 0 0,-1 1 0 0 0,1 0-1 0 0,-1 0 1 0 0,1 0 0 0 0,0 0 0 0 0,0 0 0 0 0,0 1-1 0 0,0 2 1 0 0,-4 45 1003 0 0,2-16-774 0 0,0-21-439 0 0,-44 306 1277 0 0,45-302-1650 0 0,-7 72-1847 0 0,11-34-8459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3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166 275 2456 0 0,'5'-86'8127'0'0,"-3"71"-7060"0"0,0-1-1 0 0,2 1 1 0 0,8-25-1 0 0,-10 34-924 0 0,0 0 0 0 0,1 0 0 0 0,0 0 0 0 0,0 1-1 0 0,0-1 1 0 0,1 1 0 0 0,0 0 0 0 0,0 0 0 0 0,0 0 0 0 0,0 0 0 0 0,1 1-1 0 0,0 0 1 0 0,0 0 0 0 0,0 0 0 0 0,0 1 0 0 0,1-1 0 0 0,-1 1 0 0 0,1 0-1 0 0,0 1 1 0 0,0-1 0 0 0,0 1 0 0 0,0 1 0 0 0,0-1 0 0 0,13-1 0 0 0,-13 3-63 0 0,1-1 0 0 0,0 1 1 0 0,-1 0-1 0 0,1 1 1 0 0,-1 0-1 0 0,1 0 0 0 0,-1 0 1 0 0,1 1-1 0 0,-1 0 0 0 0,0 0 1 0 0,0 0-1 0 0,0 1 1 0 0,0 0-1 0 0,0 0 0 0 0,0 1 1 0 0,-1 0-1 0 0,0-1 1 0 0,8 9-1 0 0,-9-8-27 0 0,0 0-1 0 0,-1 0 1 0 0,0 1 0 0 0,0-1-1 0 0,0 1 1 0 0,0 0 0 0 0,-1 0 0 0 0,0 0-1 0 0,0 0 1 0 0,0 0 0 0 0,-1 0-1 0 0,0 1 1 0 0,0-1 0 0 0,0 1 0 0 0,0-1-1 0 0,-1 0 1 0 0,0 1 0 0 0,0-1-1 0 0,0 1 1 0 0,-1-1 0 0 0,0 1 0 0 0,-3 8-1 0 0,-1 1-18 0 0,0-1-1 0 0,-2 0 0 0 0,1 0 1 0 0,-2 0-1 0 0,0-1 1 0 0,-1 0-1 0 0,0-1 0 0 0,-1 0 1 0 0,0 0-1 0 0,-1-1 1 0 0,0-1-1 0 0,0 0 0 0 0,-1 0 1 0 0,-23 14-1 0 0,0-4 86 0 0,0-2-1 0 0,-1 0 1 0 0,-1-3-1 0 0,-59 17 1 0 0,34-15 530 0 0,60-16-611 0 0,0-1-10 0 0,-6 2 25 0 0,6-1-6 0 0,12-1-29 0 0,-1 2 0 0 0,0-1 0 0 0,0 1 0 0 0,0 0-1 0 0,-1 1 1 0 0,15 6 0 0 0,49 27 39 0 0,-16-4-38 0 0,0 3 0 0 0,-3 3 0 0 0,-1 1 0 0 0,-2 3-1 0 0,51 55 1 0 0,-4 10 269 0 0,-88-98-465 0 0,3 4-550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3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84 744 0 0,'-3'-3'944'0'0,"0"0"0"0"0,1 0 0 0 0,-1 0 1 0 0,1 0-1 0 0,0 0 0 0 0,0 0 0 0 0,0-1 0 0 0,0 1 0 0 0,1-1 0 0 0,-1 0 1 0 0,-1-7-1 0 0,3 10-863 0 0,0 0 0 0 0,0 0 0 0 0,0 0 1 0 0,0 0-1 0 0,0 0 0 0 0,1 0 0 0 0,-1 0 1 0 0,0 0-1 0 0,1 0 0 0 0,-1 0 0 0 0,1 0 0 0 0,-1 0 1 0 0,1 0-1 0 0,-1 0 0 0 0,1 0 0 0 0,0 1 1 0 0,-1-1-1 0 0,1 0 0 0 0,0 0 0 0 0,0 1 1 0 0,0-1-1 0 0,-1 0 0 0 0,1 1 0 0 0,2-2 0 0 0,20-8 890 0 0,-18 8-894 0 0,0 2-1 0 0,0-1 0 0 0,0 0 0 0 0,0 1 1 0 0,0 0-1 0 0,0 0 0 0 0,0 1 0 0 0,0-1 0 0 0,0 1 1 0 0,0 0-1 0 0,0 1 0 0 0,0-1 0 0 0,0 1 1 0 0,-1 0-1 0 0,1 0 0 0 0,-1 0 0 0 0,1 1 1 0 0,-1-1-1 0 0,0 1 0 0 0,0 0 0 0 0,0 0 0 0 0,0 1 1 0 0,-1-1-1 0 0,1 1 0 0 0,-1 0 0 0 0,0 0 1 0 0,0 0-1 0 0,0 0 0 0 0,-1 1 0 0 0,1-1 0 0 0,-1 1 1 0 0,0-1-1 0 0,0 1 0 0 0,-1 0 0 0 0,0 0 1 0 0,1 0-1 0 0,-1 0 0 0 0,-1 0 0 0 0,1 0 1 0 0,-1 0-1 0 0,0 0 0 0 0,0 0 0 0 0,-1 0 0 0 0,1 0 1 0 0,-1 0-1 0 0,0 0 0 0 0,-2 5 0 0 0,-1 0 46 0 0,0 1-1 0 0,-1-2 1 0 0,0 1-1 0 0,-1 0 1 0 0,0-1-1 0 0,-10 13 1 0 0,-47 45 759 0 0,48-52-596 0 0,13-14-250 0 0,2-1-31 0 0,0 1-1 0 0,0-1 1 0 0,-1 0 0 0 0,1 0-1 0 0,0 1 1 0 0,0-1-1 0 0,-1 0 1 0 0,1 1 0 0 0,0-1-1 0 0,0 0 1 0 0,-1 0 0 0 0,1 1-1 0 0,0-1 1 0 0,0 0 0 0 0,0 1-1 0 0,0-1 1 0 0,0 1 0 0 0,0-1-1 0 0,-1 0 1 0 0,1 1 0 0 0,0-1-1 0 0,0 0 1 0 0,0 1 0 0 0,0 0-1 0 0,12 2 28 0 0,0 0 0 0 0,-1 1 0 0 0,1 1 0 0 0,-1 0-1 0 0,0 0 1 0 0,-1 1 0 0 0,1 1 0 0 0,-1 0 0 0 0,13 11 0 0 0,-18-14 133 0 0,0 1 1 0 0,0 0 0 0 0,-1 0 0 0 0,1 0 0 0 0,-1 1 0 0 0,-1-1 0 0 0,1 1 0 0 0,-1 0 0 0 0,0 0 0 0 0,0 0 0 0 0,0 1 0 0 0,-1-1 0 0 0,0 0 0 0 0,0 1 0 0 0,-1 0 0 0 0,0-1 0 0 0,0 1 0 0 0,0 12 0 0 0,-2-13-15 0 0,0 0 0 0 0,0 0 0 0 0,0-1 1 0 0,-1 1-1 0 0,1-1 0 0 0,-1 1 1 0 0,-1-1-1 0 0,1 0 0 0 0,-1 0 0 0 0,0 0 1 0 0,0 0-1 0 0,-1 0 0 0 0,1-1 1 0 0,-1 1-1 0 0,0-1 0 0 0,0 0 0 0 0,0 0 1 0 0,-1 0-1 0 0,1-1 0 0 0,-1 0 1 0 0,0 0-1 0 0,0 0 0 0 0,0 0 0 0 0,-1-1 1 0 0,-6 3-1 0 0,4-2-93 0 0,-1-1-1 0 0,1 1 1 0 0,-1-2-1 0 0,1 1 1 0 0,-1-1-1 0 0,0 0 1 0 0,0-1 0 0 0,1 0-1 0 0,-1 0 1 0 0,0-1-1 0 0,0 0 1 0 0,1-1-1 0 0,-1 0 1 0 0,1 0 0 0 0,-1-1-1 0 0,-8-4 1 0 0,13 5-147 0 0,-1 0 1 0 0,1-1 0 0 0,0 1 0 0 0,0-1 0 0 0,0 0 0 0 0,1 0-1 0 0,-1 0 1 0 0,1-1 0 0 0,-1 1 0 0 0,-3-6 0 0 0,6 7-154 0 0,0-1 1 0 0,0 1 0 0 0,0-1-1 0 0,0 1 1 0 0,0-1-1 0 0,0 1 1 0 0,1-1 0 0 0,-1 0-1 0 0,1 1 1 0 0,0-1 0 0 0,0 0-1 0 0,0 0 1 0 0,0 1 0 0 0,0-1-1 0 0,0 0 1 0 0,1 1 0 0 0,-1-1-1 0 0,1 0 1 0 0,0 1-1 0 0,1-3 1 0 0,2-4-1025 0 0,0 0 0 0 0,0 0 0 0 0,1 1 0 0 0,9-13 1 0 0,14-13-5944 0 0,-9 13 40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4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88 1680 0 0,'-2'-2'3164'0'0,"-43"-32"12714"0"0,60 29-15703 0 0,0 0 1 0 0,0 1-1 0 0,0 0 0 0 0,1 2 1 0 0,24-2-1 0 0,-4-1-70 0 0,23-1-677 0 0,9-1-3265 0 0,-25-3-4721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4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88 424 0 0,'-13'-10'5801'0'0,"12"9"-5513"0"0,0 0 0 0 0,-1-1 0 0 0,1 1 0 0 0,0-1 0 0 0,-1 0 0 0 0,1 1 0 0 0,0-1 0 0 0,0 0 0 0 0,0 1 0 0 0,1-1 1 0 0,-1 0-1 0 0,0 0 0 0 0,1 0 0 0 0,-1 0 0 0 0,1 0 0 0 0,0 0 0 0 0,-1 0 0 0 0,1-3 0 0 0,1 4-212 0 0,-1-1 1 0 0,1 0-1 0 0,-1 1 0 0 0,1-1 1 0 0,0 0-1 0 0,0 1 0 0 0,0-1 1 0 0,0 1-1 0 0,0 0 0 0 0,0-1 0 0 0,0 1 1 0 0,0 0-1 0 0,0-1 0 0 0,1 1 1 0 0,-1 0-1 0 0,0 0 0 0 0,1 0 0 0 0,-1 0 1 0 0,1 0-1 0 0,0 1 0 0 0,-1-1 1 0 0,1 0-1 0 0,2 0 0 0 0,2-1 14 0 0,1 0 1 0 0,0 0-1 0 0,0 0 0 0 0,0 1 0 0 0,0 0 0 0 0,0 0 1 0 0,0 1-1 0 0,0 0 0 0 0,0 0 0 0 0,0 1 1 0 0,0-1-1 0 0,0 2 0 0 0,0-1 0 0 0,0 1 0 0 0,-1 0 1 0 0,1 0-1 0 0,0 1 0 0 0,-1 0 0 0 0,11 6 0 0 0,-12-5-6 0 0,-1-1 0 0 0,0 0 0 0 0,1 1 0 0 0,-1 0 0 0 0,-1 0 0 0 0,1 0 0 0 0,-1 0-1 0 0,1 0 1 0 0,-1 1 0 0 0,0 0 0 0 0,-1-1 0 0 0,1 1 0 0 0,-1 0 0 0 0,0 0 0 0 0,0 1-1 0 0,-1-1 1 0 0,1 0 0 0 0,-1 1 0 0 0,-1-1 0 0 0,1 0 0 0 0,-1 1 0 0 0,1-1 0 0 0,-2 1 0 0 0,1-1-1 0 0,-2 11 1 0 0,-3 2 89 0 0,0-1-1 0 0,-1 0 0 0 0,0 0 1 0 0,-2 0-1 0 0,0-1 1 0 0,0 0-1 0 0,-17 21 0 0 0,-4 1 448 0 0,-53 56 0 0 0,43-55-189 0 0,-31 34 240 0 0,69-72-665 0 0,1-1-1 0 0,0 0 0 0 0,-1 1 0 0 0,1-1 0 0 0,0 0 1 0 0,-1 1-1 0 0,1-1 0 0 0,0 1 0 0 0,-1-1 1 0 0,1 1-1 0 0,0-1 0 0 0,0 1 0 0 0,0-1 1 0 0,-1 1-1 0 0,1-1 0 0 0,0 1 0 0 0,0-1 1 0 0,0 1-1 0 0,0-1 0 0 0,0 1 0 0 0,0-1 1 0 0,0 1-1 0 0,0-1 0 0 0,0 1 0 0 0,0-1 1 0 0,0 1-1 0 0,0-1 0 0 0,1 1 0 0 0,-1-1 1 0 0,0 1-1 0 0,1 0-1 0 0,0-1 1 0 0,0 1 0 0 0,-1-1-1 0 0,1 1 1 0 0,0-1-1 0 0,0 1 1 0 0,0-1-1 0 0,0 0 1 0 0,0 1-1 0 0,0-1 1 0 0,0 0-1 0 0,0 0 1 0 0,0 0-1 0 0,2 0 1 0 0,41-3 25 0 0,-38 2-14 0 0,68-9-883 0 0,92-25-1 0 0,-88 12-2853 0 0,-3-4-3280 0 0,-47 16 350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5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221 318 976 0 0,'-9'-25'7084'0'0,"-15"-29"0"0"0,9 19-1107 0 0,13 35-5776 0 0,1 1 0 0 0,0 0 0 0 0,0-1-1 0 0,0 1 1 0 0,0 0 0 0 0,0 0 0 0 0,0-1 0 0 0,0 1-1 0 0,1 0 1 0 0,-1 0 0 0 0,0 0 0 0 0,-1 2 0 0 0,-43 197 4911 0 0,-35 274-3453 0 0,80-469-1617 0 0,-6 10 122 0 0,6-15-161 0 0,0 0 0 0 0,0 0 0 0 0,-1 0 0 0 0,1 0 0 0 0,0 0-1 0 0,0 0 1 0 0,0 1 0 0 0,-1-1 0 0 0,1 0 0 0 0,0 0 0 0 0,0 0-1 0 0,-1 0 1 0 0,1 0 0 0 0,0 0 0 0 0,0 0 0 0 0,0 0 0 0 0,-1 0 0 0 0,1 0-1 0 0,0-1 1 0 0,0 1 0 0 0,-1 0 0 0 0,1 0 0 0 0,0 0 0 0 0,0 0-1 0 0,0 0 1 0 0,-1 0 0 0 0,1 0 0 0 0,0 0 0 0 0,0-1 0 0 0,0 1-1 0 0,0 0 1 0 0,-1 0 0 0 0,1 0 0 0 0,0-1 0 0 0,-1-1-3 0 0,-1 1 0 0 0,1-1 0 0 0,0-1 0 0 0,0 1 0 0 0,0 0 0 0 0,0 0 0 0 0,0 0 0 0 0,0 0 0 0 0,0-4 0 0 0,-3-23-69 0 0,1-1-1 0 0,1 0 1 0 0,1 0 0 0 0,6-41 0 0 0,2 10-15 0 0,19-67 1 0 0,-15 82 78 0 0,2 1-1 0 0,3 1 0 0 0,31-66 1 0 0,-35 87-12 0 0,2 0 0 0 0,0 1 0 0 0,1 0 0 0 0,1 2 0 0 0,1-1 0 0 0,0 2 0 0 0,40-33 0 0 0,-46 44 6 0 0,0 1 0 0 0,1 0 1 0 0,0 0-1 0 0,0 1 0 0 0,1 1 0 0 0,-1 0 0 0 0,16-4 1 0 0,-24 8 5 0 0,1 0 1 0 0,0 0 0 0 0,0 1 0 0 0,-1-1 0 0 0,1 1-1 0 0,0 0 1 0 0,0 1 0 0 0,-1-1 0 0 0,1 1 0 0 0,7 2-1 0 0,-9-2 4 0 0,-1 0 0 0 0,1 0-1 0 0,-1 0 1 0 0,1 1 0 0 0,-1-1-1 0 0,0 1 1 0 0,1 0-1 0 0,-1 0 1 0 0,0 0 0 0 0,0 0-1 0 0,0 0 1 0 0,-1 0 0 0 0,1 0-1 0 0,0 0 1 0 0,-1 1 0 0 0,1-1-1 0 0,-1 1 1 0 0,0-1-1 0 0,1 4 1 0 0,0 0-4 0 0,-1 0-1 0 0,0-1 1 0 0,0 1-1 0 0,-1 0 1 0 0,0 0 0 0 0,0 0-1 0 0,0 0 1 0 0,0 0-1 0 0,-1 0 1 0 0,0 0 0 0 0,-1-1-1 0 0,1 1 1 0 0,-1 0-1 0 0,0-1 1 0 0,0 1-1 0 0,-1-1 1 0 0,1 0 0 0 0,-6 8-1 0 0,-4 5-37 0 0,0-1 1 0 0,-2 0-1 0 0,-25 25 0 0 0,20-25 54 0 0,-1-1 1 0 0,-1-1-1 0 0,0 0 0 0 0,-1-2 1 0 0,-38 17-1 0 0,47-23-10 0 0,10-6-1 0 0,-12 3-111 0 0,16-1 110 0 0,-1-1-1 0 0,1 0 0 0 0,0 0 1 0 0,0 0-1 0 0,1-1 1 0 0,-1 1-1 0 0,0 0 1 0 0,1 0-1 0 0,-1-1 1 0 0,1 1-1 0 0,-1 0 1 0 0,1-1-1 0 0,0 0 1 0 0,2 2-1 0 0,4 3 1 0 0,19 26 106 0 0,-1 1-1 0 0,37 63 1 0 0,-21-22-2456 0 0,-35-62 1239 0 0,24 44-4031 0 0,-8-23-4369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5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80 2884 0 0,'0'-11'4624'0'0,"1"0"0"0"0,4-18-1 0 0,0 1 2600 0 0,8 41-4396 0 0,-11-6-2575 0 0,1 0-1 0 0,-1 1 1 0 0,-1-1-1 0 0,1 0 1 0 0,-1 0 0 0 0,0 1-1 0 0,-1-1 1 0 0,0 8-1 0 0,-8 62 157 0 0,5-57-328 0 0,2-12-265 0 0,-18 124-4648 0 0,0-45-7646 0 0,10-61 2823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8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959 92 1720 0 0,'2'-10'6631'0'0,"-3"7"-6261"0"0,1 0-1 0 0,0 1 1 0 0,-1-1-1 0 0,1 0 0 0 0,-1 1 1 0 0,0-1-1 0 0,0 0 1 0 0,0 1-1 0 0,0-1 0 0 0,0 1 1 0 0,-1-1-1 0 0,1 1 1 0 0,-1 0-1 0 0,0-1 0 0 0,1 1 1 0 0,-1 0-1 0 0,0 0 0 0 0,0 0 1 0 0,-1 0-1 0 0,1 1 1 0 0,0-1-1 0 0,-4-2 0 0 0,-4-1-94 0 0,0 1 0 0 0,0-1-1 0 0,-1 2 1 0 0,-14-5-1 0 0,20 8-254 0 0,-1-1-1 0 0,1 1 0 0 0,-1 0 0 0 0,1 1 1 0 0,-1-1-1 0 0,1 1 0 0 0,-1 0 1 0 0,1 1-1 0 0,0-1 0 0 0,-6 3 0 0 0,-1 2-17 0 0,1-1 0 0 0,-1 1 1 0 0,1 1-1 0 0,1 0 0 0 0,0 1 0 0 0,0 0 0 0 0,0 0 0 0 0,1 1 0 0 0,0 0 0 0 0,1 1 0 0 0,0 0 0 0 0,0 0 0 0 0,1 1 0 0 0,-10 19 0 0 0,0 6-10 0 0,1 0-1 0 0,2 1 0 0 0,-14 56 0 0 0,-47 264 82 0 0,21 5 1 0 0,35-224-121 0 0,-44 470-18 0 0,57-530 86 0 0,-14 187-102 0 0,-27 270-68 0 0,-63 321 63 0 0,21-175 123 0 0,10 110-1 0 0,74-583 0 0 0,5-207-29 0 0,0 0-1 0 0,0 1 1 0 0,0-1 0 0 0,1 0-1 0 0,-1 0 1 0 0,0 0-1 0 0,0 1 1 0 0,1-1 0 0 0,-1 0-1 0 0,1 0 1 0 0,-1 0 0 0 0,1 0-1 0 0,0 0 1 0 0,-1 0 0 0 0,1 0-1 0 0,0 0 1 0 0,0 0 0 0 0,0 0-1 0 0,-1-1 1 0 0,1 1-1 0 0,0 0 1 0 0,0 0 0 0 0,0-1-1 0 0,0 1 1 0 0,1-1 0 0 0,-1 1-1 0 0,0-1 1 0 0,0 1 0 0 0,0-1-1 0 0,0 0 1 0 0,0 1-1 0 0,3-1 1 0 0,2 1 13 0 0,0-1 1 0 0,0 1-1 0 0,1-1 1 0 0,9-2-1 0 0,-14 2-15 0 0,75-12-535 0 0,1-4 0 0 0,128-45 0 0 0,-201 60 431 0 0,181-65-7877 0 0,-120 37 1442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13 1220 0 0,'10'-11'12085'0'0,"-7"9"-11006"0"0,-1 13-277 0 0,0 0 0 0 0,-1 1 1 0 0,-1-1-1 0 0,0 0 0 0 0,0 0 0 0 0,-4 21 0 0 0,1 6-285 0 0,-22 154 123 0 0,11-102-2771 0 0,8-49 557 0 0,-10 77-7056 0 0,11-76 2213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29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168 227 640 0 0,'0'-3'2295'0'0,"3"-7"45"0"0,-2 0 0 0 0,1 0 1 0 0,-1 0-1 0 0,-1 0 0 0 0,-1-18 0 0 0,1 28-2273 0 0,0-1 0 0 0,0 1 0 0 0,0-1 0 0 0,0 1 0 0 0,0-1 0 0 0,0 1 0 0 0,0-1 0 0 0,0 1 0 0 0,-1-1 0 0 0,1 1 0 0 0,0-1 0 0 0,0 1 0 0 0,-1-1 0 0 0,1 1 0 0 0,0-1 0 0 0,-1 1 0 0 0,1-1 0 0 0,0 1 0 0 0,-1 0 0 0 0,1-1 0 0 0,-1 1 0 0 0,1 0 0 0 0,-1-1 0 0 0,1 1 0 0 0,0 0 0 0 0,-1 0-1 0 0,1-1 1 0 0,-2 1 0 0 0,1 0-21 0 0,0 0 0 0 0,0 0 0 0 0,0 0 0 0 0,-1 0 0 0 0,1 1 0 0 0,0-1 0 0 0,0 0 0 0 0,0 1 0 0 0,0-1 0 0 0,0 1 0 0 0,0-1 0 0 0,-2 2 0 0 0,-23 20 166 0 0,10-5-123 0 0,2 1-1 0 0,1 1 0 0 0,0 0 1 0 0,1 0-1 0 0,-10 23 0 0 0,16-30-70 0 0,1 0 0 0 0,0 1-1 0 0,1 0 1 0 0,0 0 0 0 0,1 0-1 0 0,1 0 1 0 0,0 1 0 0 0,1-1-1 0 0,0 27 1 0 0,2-37-8 0 0,-1 1-1 0 0,1 0 1 0 0,-1 0-1 0 0,1 0 1 0 0,0-1 0 0 0,1 1-1 0 0,-1 0 1 0 0,1-1-1 0 0,-1 1 1 0 0,1-1-1 0 0,0 0 1 0 0,1 1 0 0 0,-1-1-1 0 0,0 0 1 0 0,1 0-1 0 0,0 0 1 0 0,-1-1-1 0 0,1 1 1 0 0,0-1 0 0 0,1 0-1 0 0,5 4 1 0 0,-3-3 3 0 0,1-1 0 0 0,-1 1 0 0 0,1-2 0 0 0,-1 1 0 0 0,1-1 0 0 0,0 0 0 0 0,-1 0 0 0 0,1-1 0 0 0,0 0 0 0 0,0 0 1 0 0,12-2-1 0 0,-8 1 2 0 0,0-1 1 0 0,0-1 0 0 0,0 1-1 0 0,-1-2 1 0 0,1 1 0 0 0,-1-2 0 0 0,0 1-1 0 0,0-1 1 0 0,-1-1 0 0 0,1 0 0 0 0,-1 0-1 0 0,0-1 1 0 0,-1 0 0 0 0,0 0-1 0 0,0-1 1 0 0,0 0 0 0 0,-1-1 0 0 0,0 1-1 0 0,-1-1 1 0 0,0-1 0 0 0,0 1-1 0 0,-1-1 1 0 0,0 0 0 0 0,-1 0 0 0 0,0-1-1 0 0,-1 1 1 0 0,0-1 0 0 0,-1 0 0 0 0,0 0-1 0 0,1-17 1 0 0,-2 10 27 0 0,-1 1 1 0 0,-1-1-1 0 0,-1 1 0 0 0,0-1 0 0 0,-1 1 1 0 0,-1 0-1 0 0,-7-18 0 0 0,8 25-39 0 0,-1 1 0 0 0,0 0 0 0 0,0 0 0 0 0,-1 0 0 0 0,0 0 0 0 0,-1 0 0 0 0,0 1 0 0 0,0 0 0 0 0,-1 1 0 0 0,0-1 0 0 0,0 1 0 0 0,-1 1 0 0 0,-13-10 0 0 0,18 14-84 0 0,1 0-1 0 0,-1 1 1 0 0,1-1-1 0 0,-1 1 1 0 0,0 0-1 0 0,0 0 1 0 0,1 0 0 0 0,-1 0-1 0 0,0 0 1 0 0,0 1-1 0 0,0-1 1 0 0,0 1 0 0 0,0 0-1 0 0,0 0 1 0 0,0 0-1 0 0,0 0 1 0 0,0 0-1 0 0,0 1 1 0 0,0-1 0 0 0,0 1-1 0 0,1 0 1 0 0,-1 0-1 0 0,0 0 1 0 0,0 0 0 0 0,1 0-1 0 0,-1 1 1 0 0,1-1-1 0 0,-1 1 1 0 0,1 0-1 0 0,-1 0 1 0 0,1 0 0 0 0,0 0-1 0 0,-3 3 1 0 0,-2 5-1209 0 0,0 0 0 0 0,1 0 0 0 0,0 0 0 0 0,1 0 0 0 0,0 1 1 0 0,0 0-1 0 0,-2 13 0 0 0,0 0-4954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0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199 105 2344 0 0,'-9'-27'11420'0'0,"9"27"-11345"0"0,-1-1 1 0 0,1 1 0 0 0,0-1-1 0 0,-1 1 1 0 0,1 0-1 0 0,0-1 1 0 0,-1 1-1 0 0,1 0 1 0 0,0-1-1 0 0,-1 1 1 0 0,1 0-1 0 0,-1-1 1 0 0,1 1-1 0 0,-1 0 1 0 0,1 0-1 0 0,-1-1 1 0 0,1 1 0 0 0,0 0-1 0 0,-1 0 1 0 0,1 0-1 0 0,-1 0 1 0 0,0 0-1 0 0,1 0 1 0 0,-1 0-1 0 0,1 0 1 0 0,-1 0-1 0 0,1 0 1 0 0,-1 0-1 0 0,0 0 1 0 0,-16 10 955 0 0,-14 25-292 0 0,27-30-514 0 0,-13 18 228 0 0,0 2-1 0 0,1 0 1 0 0,-19 42 0 0 0,28-51-353 0 0,1 1 0 0 0,0-1 0 0 0,1 1 0 0 0,1 0 0 0 0,0 0 0 0 0,1 0 0 0 0,0 24 1 0 0,2-36-80 0 0,1-1 1 0 0,1 0 0 0 0,-1 1 0 0 0,1-1-1 0 0,-1 0 1 0 0,1 0 0 0 0,0 1 0 0 0,1-1 0 0 0,-1 0-1 0 0,1 0 1 0 0,0 0 0 0 0,0 0 0 0 0,0-1-1 0 0,0 1 1 0 0,1-1 0 0 0,-1 1 0 0 0,1-1-1 0 0,0 0 1 0 0,0 0 0 0 0,0 0 0 0 0,1 0 0 0 0,-1 0-1 0 0,5 2 1 0 0,-2-2 20 0 0,1 0-1 0 0,0 0 1 0 0,-1-1 0 0 0,1 0 0 0 0,0-1-1 0 0,0 1 1 0 0,0-1 0 0 0,0 0-1 0 0,1-1 1 0 0,-1 0 0 0 0,0 0-1 0 0,0-1 1 0 0,10-1 0 0 0,-3-1 24 0 0,-1 0 0 0 0,1-1 0 0 0,-1-1 1 0 0,0 0-1 0 0,0-1 0 0 0,-1 0 0 0 0,0-1 0 0 0,0 0 1 0 0,0-1-1 0 0,-1 0 0 0 0,0-1 0 0 0,0 0 1 0 0,-1-1-1 0 0,-1 0 0 0 0,0-1 0 0 0,0 1 1 0 0,-1-2-1 0 0,10-17 0 0 0,-12 19-42 0 0,-1 0 0 0 0,0-1 0 0 0,-1 1 0 0 0,0-1-1 0 0,-1 0 1 0 0,0 0 0 0 0,0-1 0 0 0,-2 1 0 0 0,1-1 0 0 0,-1 1 0 0 0,-1-1 0 0 0,0 1-1 0 0,-1-1 1 0 0,0 0 0 0 0,0 1 0 0 0,-2 0 0 0 0,1-1 0 0 0,-1 1 0 0 0,-1 0 0 0 0,0 0-1 0 0,-1 1 1 0 0,-10-19 0 0 0,11 23-172 0 0,0-1 0 0 0,-1 0-1 0 0,0 1 1 0 0,-1 0 0 0 0,1 0 0 0 0,-1 1 0 0 0,0-1-1 0 0,-1 1 1 0 0,1 0 0 0 0,-1 1 0 0 0,0 0-1 0 0,0 0 1 0 0,-1 0 0 0 0,-10-3 0 0 0,-25-2-3843 0 0,-4 9-3713 0 0,26 1 476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1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 2428 0 0,'18'-5'13354'0'0,"-18"7"-13205"0"0,1-1 1 0 0,-1 1-1 0 0,0 0 1 0 0,0 0 0 0 0,0-1-1 0 0,0 1 1 0 0,0 0-1 0 0,-1-1 1 0 0,1 1-1 0 0,0 0 1 0 0,-2 3-1 0 0,-40 175 1242 0 0,39-167-1475 0 0,-36 153-79 0 0,35-139-1353 0 0,0 30-1 0 0,4-37-1154 0 0,1-1 0 0 0,4 27 1 0 0,1-23-2601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1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22 1548 0 0,'32'-22'20889'0'0,"-31"23"-20918"0"0,-1-1 1 0 0,0 1-1 0 0,1-1 0 0 0,-1 1 0 0 0,0-1 0 0 0,0 1 0 0 0,0-1 0 0 0,1 1 0 0 0,-1-1 0 0 0,0 1 0 0 0,0-1 1 0 0,0 1-1 0 0,0 0 0 0 0,0-1 0 0 0,0 1 0 0 0,0-1 0 0 0,0 1 0 0 0,0-1 0 0 0,0 2 0 0 0,-10 67 1057 0 0,-34 130 0 0 0,3-28-1080 0 0,35-140-700 0 0,-9 63-2357 0 0,14-83 529 0 0,1 0 1 0 0,0 0 0 0 0,3 18-1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1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51 416 0 0,'9'-10'7469'0'0,"20"-25"6614"0"0,-22 30-14710 0 0,-4 12-2552 0 0,-2-5 3164 0 0,-1-1-291 0 0,0 0 0 0 0,0 0 1 0 0,0 0-1 0 0,0 0 0 0 0,0 0 0 0 0,0 0 1 0 0,0 0-1 0 0,0 0 0 0 0,-1 0 0 0 0,1 0 1 0 0,0 0-1 0 0,-1 0 0 0 0,1 0 0 0 0,-1 0 1 0 0,1 0-1 0 0,-1 1 0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2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1920 0 0,'-6'16'5097'0'0,"3"-11"-3480"0"0,1 0-1 0 0,0 0 1 0 0,0 0 0 0 0,1 0-1 0 0,-1 0 1 0 0,1 0-1 0 0,0 0 1 0 0,0 7 0 0 0,26-13-1058 0 0,-9-5-2590 0 0,5-4-6919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8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1140 0 0,'-19'9'16496'0'0,"18"-9"-16460"0"0,1 0-1 0 0,0 0 1 0 0,0 0-1 0 0,0 0 1 0 0,0 0-1 0 0,0 0 1 0 0,-1 0-1 0 0,1 0 0 0 0,0 0 1 0 0,0 0-1 0 0,0 0 1 0 0,0 0-1 0 0,0 0 1 0 0,0 0-1 0 0,-1 0 1 0 0,1 0-1 0 0,0 0 1 0 0,0 0-1 0 0,0 1 0 0 0,0-1 1 0 0,0 0-1 0 0,0 0 1 0 0,0 0-1 0 0,0 0 1 0 0,0 0-1 0 0,-1 0 1 0 0,1 0-1 0 0,0 1 1 0 0,0-1-1 0 0,0 0 1 0 0,0 0-1 0 0,0 0 0 0 0,0 0 1 0 0,0 0-1 0 0,0 0 1 0 0,0 1-1 0 0,0-1 1 0 0,0 0-1 0 0,0 0 1 0 0,0 0-1 0 0,0 0 1 0 0,0 0-1 0 0,0 1 1 0 0,0-1-1 0 0,0 0 0 0 0,0 0 1 0 0,0 0-1 0 0,0 0 1 0 0,0 0-1 0 0,0 0 1 0 0,1 1-1 0 0,-1-1 1 0 0,0 0-1 0 0,0 0 1 0 0,11 4 922 0 0,27 1-457 0 0,-29-4-348 0 0,37 2 160 0 0,70-4 0 0 0,-43-1-701 0 0,-31-1-1527 0 0,-29 1-1727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8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128 118 2512 0 0,'0'-3'2418'0'0,"5"-33"5387"0"0,-3 31-6906 0 0,0 0 0 0 0,0 0 0 0 0,0 1 0 0 0,6-9 0 0 0,-6 9-704 0 0,1 0 0 0 0,0 1 0 0 0,0-1 0 0 0,0 1-1 0 0,0 0 1 0 0,1 0 0 0 0,0 0 0 0 0,-1 1 0 0 0,1-1 0 0 0,0 1 0 0 0,0 0 0 0 0,0 0-1 0 0,0 0 1 0 0,1 1 0 0 0,-1-1 0 0 0,0 1 0 0 0,1 0 0 0 0,-1 0 0 0 0,1 1-1 0 0,-1-1 1 0 0,1 1 0 0 0,6 0 0 0 0,-5 1-71 0 0,-1-1-1 0 0,1 1 1 0 0,-1 0-1 0 0,0 0 1 0 0,1 1-1 0 0,-1 0 1 0 0,0 0-1 0 0,0 0 1 0 0,0 0 0 0 0,0 1-1 0 0,-1-1 1 0 0,1 1-1 0 0,-1 1 1 0 0,1-1-1 0 0,-1 1 1 0 0,0-1-1 0 0,0 1 1 0 0,-1 0 0 0 0,1 1-1 0 0,-1-1 1 0 0,0 1-1 0 0,0-1 1 0 0,0 1-1 0 0,-1 0 1 0 0,0 0-1 0 0,0 0 1 0 0,0 0 0 0 0,1 8-1 0 0,0 0 119 0 0,0 0 1 0 0,-1 1-1 0 0,-1-1 1 0 0,0 1-1 0 0,-1-1 0 0 0,-1 1 1 0 0,0-1-1 0 0,-1 0 0 0 0,0 1 1 0 0,-6 19-1 0 0,-2-7-21 0 0,0 0-1 0 0,-2-1 1 0 0,-1 0 0 0 0,-1-1-1 0 0,-1 0 1 0 0,-1-1-1 0 0,-21 24 1 0 0,-145 137 1285 0 0,173-175-1399 0 0,2-3-40 0 0,0 1 1 0 0,0 0-1 0 0,1 0 1 0 0,-6 10-1 0 0,12-16-61 0 0,0-1-1 0 0,0 0 1 0 0,0 1-1 0 0,0-1 1 0 0,0 0-1 0 0,0 1 1 0 0,0-1-1 0 0,0 0 1 0 0,1 0-1 0 0,-1 1 1 0 0,0-1-1 0 0,0 0 1 0 0,0 1-1 0 0,1-1 1 0 0,-1 0-1 0 0,0 0 1 0 0,0 0-1 0 0,1 1 1 0 0,-1-1-1 0 0,0 0 1 0 0,0 0-1 0 0,1 0 1 0 0,-1 1-1 0 0,0-1 0 0 0,1 0 1 0 0,-1 0-1 0 0,0 0 1 0 0,1 0-1 0 0,-1 0 1 0 0,0 0-1 0 0,1 0 1 0 0,-1 0-1 0 0,0 0 1 0 0,1 0-1 0 0,-1 0 1 0 0,0 0-1 0 0,1 0 1 0 0,-1 0-1 0 0,0 0 1 0 0,1 0-1 0 0,13 0 55 0 0,29-2 18 0 0,-1-2 1 0 0,68-16 0 0 0,-47 8-37 0 0,56-8 3 0 0,109-22-632 0 0,-220 41 402 0 0,50-14-1140 0 0,-22-2-6069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40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96 3028 0 0,'-13'-4'10573'0'0,"-24"-5"4524"0"0,48 4-14542 0 0,11 1-303 0 0,28-7-159 0 0,80-27 0 0 0,-88 25-177 0 0,-24 6-619 0 0,-8 3-1802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40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27 145 3100 0 0,'-16'-26'10497'0'0,"5"-1"-2718"0"0,16 7-4233 0 0,-1 17-3266 0 0,0-1-1 0 0,0 1 1 0 0,0 0-1 0 0,1 0 0 0 0,-1 0 1 0 0,1 1-1 0 0,0 0 1 0 0,0-1-1 0 0,10-2 1 0 0,53-11 357 0 0,-58 14-524 0 0,12-3-18 0 0,6-1 18 0 0,53-4 0 0 0,-19 8-2343 0 0,-60 2 1614 0 0,0 6-2016 0 0,-2-5 2532 0 0,0-1 0 0 0,0 1 0 0 0,0-1 0 0 0,0 1 0 0 0,-1-1 0 0 0,1 1 0 0 0,0-1-1 0 0,0 1 1 0 0,0-1 0 0 0,-1 0 0 0 0,1 1 0 0 0,0-1 0 0 0,0 1 0 0 0,-1-1-1 0 0,1 0 1 0 0,0 1 0 0 0,-1-1 0 0 0,1 0 0 0 0,-1 1 0 0 0,1-1 0 0 0,0 0-1 0 0,-1 1 1 0 0,0-1 0 0 0,-16 15-3271 0 0,-20 3-458 0 0,35-17 3398 0 0,-11 3-2343 0 0,8-3 2388 0 0,-12 2-5049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41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3 200 0 0,'-15'-1'18718'0'0,"3"0"-16020"0"0,4 9-2624 0 0,1 9 86 0 0,0 1 0 0 0,1-1 1 0 0,1 1-1 0 0,-5 37 0 0 0,2-13-20 0 0,2-17-81 0 0,2 0 0 0 0,-3 37-1 0 0,7-61-53 0 0,0 0 0 0 0,0 0-1 0 0,0 0 1 0 0,0 0-1 0 0,0 0 1 0 0,0 0 0 0 0,0 0-1 0 0,1 1 1 0 0,-1-1-1 0 0,0 0 1 0 0,1 0 0 0 0,-1-1-1 0 0,0 1 1 0 0,1 0 0 0 0,-1 0-1 0 0,1 0 1 0 0,0 0-1 0 0,-1 0 1 0 0,1 0 0 0 0,0-1-1 0 0,-1 1 1 0 0,1 0-1 0 0,0 0 1 0 0,0-1 0 0 0,0 1-1 0 0,0-1 1 0 0,0 1-1 0 0,-1-1 1 0 0,1 1 0 0 0,0-1-1 0 0,0 1 1 0 0,0-1-1 0 0,0 0 1 0 0,0 0 0 0 0,1 0-1 0 0,-1 1 1 0 0,0-1-1 0 0,0 0 1 0 0,0 0 0 0 0,0 0-1 0 0,1-1 1 0 0,5 1 20 0 0,0-1 0 0 0,-1-1-1 0 0,1 1 1 0 0,12-6 0 0 0,-14 5-28 0 0,37-15 88 0 0,-28 11-14 0 0,1 0 0 0 0,-1 1-1 0 0,1 0 1 0 0,25-4 0 0 0,-35 9 37 0 0,-1-1 0 0 0,1 1 0 0 0,-1 0 0 0 0,1 1 0 0 0,-1-1 0 0 0,1 1 0 0 0,-1 0 0 0 0,0 0 1 0 0,1 0-1 0 0,-1 0 0 0 0,0 1 0 0 0,0 0 0 0 0,0 0 0 0 0,0 0 0 0 0,0 0 0 0 0,0 1 0 0 0,0-1 0 0 0,-1 1 0 0 0,1 0 0 0 0,4 5 0 0 0,-1 1 71 0 0,-1-1-1 0 0,1 1 0 0 0,-2 1 0 0 0,1-1 0 0 0,-1 1 0 0 0,-1 0 1 0 0,0 0-1 0 0,0 0 0 0 0,-1 0 0 0 0,0 1 0 0 0,-1 0 0 0 0,0-1 1 0 0,0 1-1 0 0,-2 0 0 0 0,1 0 0 0 0,-1 0 0 0 0,-1 0 0 0 0,0-1 1 0 0,-2 13-1 0 0,0-6 103 0 0,-1 0 0 0 0,-1-1 0 0 0,0 1 0 0 0,-1-1 0 0 0,-1 0 0 0 0,-1 0 0 0 0,0-1 1 0 0,0 0-1 0 0,-2-1 0 0 0,0 0 0 0 0,-15 17 0 0 0,19-24-281 0 0,-1-1 0 0 0,1-1 0 0 0,-1 1 0 0 0,0-1 0 0 0,-1 0 0 0 0,1 0 0 0 0,-1-1 0 0 0,0 0 0 0 0,0-1 0 0 0,0 1 0 0 0,0-2 0 0 0,-1 1 0 0 0,1-1 0 0 0,-13 1 0 0 0,13-2 0 0 0,1-1 0 0 0,-1 0 0 0 0,1 0 0 0 0,-1-1 0 0 0,1 0 0 0 0,-1-1 0 0 0,1 0 0 0 0,0 0 0 0 0,0 0 0 0 0,0-1 0 0 0,0 0 0 0 0,0 0 0 0 0,1-1 0 0 0,-1 0 0 0 0,1 0 0 0 0,0 0 0 0 0,-8-8 0 0 0,-7-9-2231 0 0,14 13 36 0 0,1-1 0 0 0,0 1 0 0 0,0-1 0 0 0,-7-14-1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45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76 448 0 0,'-5'-10'6173'0'0,"-2"-6"-2668"0"0,6 14-2837 0 0,-1-21 3643 0 0,8 19-4275 0 0,0 1 0 0 0,0 0-1 0 0,0 1 1 0 0,0-1 0 0 0,0 1-1 0 0,0 0 1 0 0,1 1 0 0 0,-1-1 0 0 0,1 1-1 0 0,-1 1 1 0 0,1-1 0 0 0,-1 1-1 0 0,1 0 1 0 0,0 1 0 0 0,-1-1-1 0 0,1 1 1 0 0,-1 1 0 0 0,0-1-1 0 0,11 4 1 0 0,-12-3-27 0 0,1 0 0 0 0,-1 1 0 0 0,0-1-1 0 0,0 1 1 0 0,0 0 0 0 0,0 0 0 0 0,-1 1 0 0 0,1 0 0 0 0,-1-1 0 0 0,6 8-1 0 0,-8-8 5 0 0,1 0-1 0 0,-1 0 0 0 0,0 1 0 0 0,0-1 0 0 0,-1 0 0 0 0,1 1 1 0 0,-1 0-1 0 0,1-1 0 0 0,-1 1 0 0 0,0 0 0 0 0,-1 0 1 0 0,1 0-1 0 0,-1 0 0 0 0,1-1 0 0 0,-1 1 0 0 0,-1 6 0 0 0,-1 1 9 0 0,0-1-1 0 0,-1 1 0 0 0,0-1 0 0 0,-1 0 0 0 0,0 0 0 0 0,0 0 0 0 0,-1-1 0 0 0,-1 1 0 0 0,1-1 0 0 0,-14 16 1 0 0,-8 6 42 0 0,-46 41 0 0 0,57-58-35 0 0,-67 61 19 0 0,-31 29-46 0 0,112-102 5 0 0,0 1 0 0 0,0-1 1 0 0,0 0-1 0 0,0 1 0 0 0,0-1 1 0 0,1 1-1 0 0,-1-1 0 0 0,1 1 0 0 0,-1 0 1 0 0,1 0-1 0 0,0-1 0 0 0,0 1 1 0 0,-1 5-1 0 0,3-7 3 0 0,0-1 0 0 0,0 1 0 0 0,1 0 0 0 0,-1-1 0 0 0,0 1 0 0 0,0-1 0 0 0,0 1 0 0 0,0-1 0 0 0,1 0 0 0 0,-1 1 0 0 0,0-1 0 0 0,0 0 0 0 0,1 0 0 0 0,-1 0 0 0 0,0 0 0 0 0,0 0 0 0 0,1 0 0 0 0,0 0 0 0 0,27-2 70 0 0,352-59 192 0 0,-316 53-872 0 0,-35 7-9483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46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65 1140 0 0,'-32'-22'18849'0'0,"39"20"-18518"0"0,0 1 0 0 0,1 0 0 0 0,13-1 0 0 0,-12 2-261 0 0,88-14 506 0 0,-1 0-1292 0 0,-34 6-3966 0 0,-51 8 1244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47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9 452 0 0,'-6'-1'1417'0'0,"2"-1"-361"0"0,0 1 0 0 0,0 0 0 0 0,0 0 0 0 0,0 0 0 0 0,-1 0 1 0 0,1 1-1 0 0,-6-1 0 0 0,8 2-812 0 0,-1 0 1 0 0,1-1-1 0 0,0 1 0 0 0,0 0 1 0 0,0 0-1 0 0,-1 0 0 0 0,1 1 1 0 0,0-1-1 0 0,1 0 0 0 0,-1 1 1 0 0,0-1-1 0 0,0 1 0 0 0,1 0 1 0 0,-1 0-1 0 0,-2 3 0 0 0,-6 7 75 0 0,1 1-1 0 0,1 0 0 0 0,0 1 0 0 0,1 0 1 0 0,0 0-1 0 0,1 1 0 0 0,0-1 0 0 0,2 1 1 0 0,-1 1-1 0 0,2-1 0 0 0,-3 25 0 0 0,6-39-279 0 0,0 1 0 0 0,0 0 0 0 0,0-1 0 0 0,0 1 0 0 0,0 0 0 0 0,0-1 0 0 0,0 1 0 0 0,1 0 0 0 0,-1-1 0 0 0,0 1 0 0 0,1-1 0 0 0,0 1 0 0 0,-1-1 0 0 0,1 1 0 0 0,0-1 0 0 0,0 1 0 0 0,0-1 0 0 0,0 0 0 0 0,0 1 0 0 0,0-1 0 0 0,0 0 0 0 0,0 0 0 0 0,0 0 0 0 0,1 0 0 0 0,-1 0 0 0 0,1 0 0 0 0,-1 0 0 0 0,0 0-1 0 0,1 0 1 0 0,-1-1 0 0 0,1 1 0 0 0,2 0 0 0 0,1 0 48 0 0,-1-1 0 0 0,1 0 0 0 0,0 0 0 0 0,0 0 0 0 0,0-1 0 0 0,0 1 0 0 0,0-1 0 0 0,-1 0 0 0 0,9-4 0 0 0,3 0 7 0 0,-1 1 1 0 0,1 0 0 0 0,0 1-1 0 0,0 0 1 0 0,0 1-1 0 0,0 1 1 0 0,1 1-1 0 0,27 3 1 0 0,-35-2-39 0 0,0 1 0 0 0,0 0-1 0 0,0 1 1 0 0,-1 0 0 0 0,1 0 0 0 0,-1 1 0 0 0,0 0-1 0 0,0 0 1 0 0,0 1 0 0 0,0 0 0 0 0,-1 1 0 0 0,0 0-1 0 0,0 0 1 0 0,-1 0 0 0 0,1 1 0 0 0,-1 0 0 0 0,5 8-1 0 0,-8-10 88 0 0,1 1-1 0 0,-2 0 1 0 0,1 0-1 0 0,-1 0 1 0 0,1 0-1 0 0,-2 1 1 0 0,1-1-1 0 0,-1 1 1 0 0,0-1-1 0 0,0 1 1 0 0,-1-1-1 0 0,0 1 1 0 0,0 0-1 0 0,0-1 1 0 0,-1 1 0 0 0,0-1-1 0 0,-3 9 1 0 0,1-3 175 0 0,0-1 0 0 0,-1 0 0 0 0,0 0 1 0 0,-1 0-1 0 0,-1 0 0 0 0,0-1 1 0 0,0 0-1 0 0,-14 17 0 0 0,15-21-244 0 0,-1-1 0 0 0,1 0-1 0 0,-1 1 1 0 0,0-2 0 0 0,0 1 0 0 0,-1-1-1 0 0,0 0 1 0 0,1-1 0 0 0,-1 1-1 0 0,0-1 1 0 0,-1 0 0 0 0,1-1 0 0 0,0 0-1 0 0,-1 0 1 0 0,1-1 0 0 0,-1 0-1 0 0,0 0 1 0 0,1-1 0 0 0,-1 1 0 0 0,0-2-1 0 0,1 1 1 0 0,-1-1 0 0 0,1 0 0 0 0,-1-1-1 0 0,-13-4 1 0 0,8 2-230 0 0,0-1 0 0 0,0-1 1 0 0,-14-7-1 0 0,8 0-3313 0 0,-1-2-4375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49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37 556 0 0,'-2'-29'18960'0'0,"2"29"-18913"0"0,0 0 0 0 0,0-1 0 0 0,1 1-1 0 0,-1-1 1 0 0,0 1 0 0 0,0 0 0 0 0,1-1 0 0 0,-1 1 0 0 0,0-1 0 0 0,0 1 0 0 0,1 0 0 0 0,-1 0 0 0 0,0-1 0 0 0,1 1-1 0 0,-1 0 1 0 0,0-1 0 0 0,1 1 0 0 0,-1 0 0 0 0,0 0 0 0 0,1 0 0 0 0,-1-1 0 0 0,1 1 0 0 0,-1 0 0 0 0,1 0 0 0 0,-1 0-1 0 0,0 0 1 0 0,1 0 0 0 0,-1 0 0 0 0,1 0 0 0 0,-1 0 0 0 0,1 0 0 0 0,-1 0 0 0 0,1 0 0 0 0,-1 0 0 0 0,0 0 0 0 0,1 0-1 0 0,0 1 1 0 0,1-1-252 0 0,1 0 276 0 0,7 5 62 0 0,-9-4-293 0 0,0 0 0 0 0,0-1 1 0 0,0 1-1 0 0,0 0 1 0 0,0-1-1 0 0,-1 1 1 0 0,1 0-1 0 0,0 0 0 0 0,0 0 1 0 0,-1 0-1 0 0,1 0 1 0 0,0 0-1 0 0,-1 0 1 0 0,1 0-1 0 0,-1 0 1 0 0,1 0-1 0 0,-1 1 0 0 0,0-1 1 0 0,1 2-1 0 0,-1-1-834 0 0,0 1-1 0 0,0-1 1 0 0,0 1-1 0 0,0-1 1 0 0,-1 1-1 0 0,1-1 1 0 0,-1 1-1 0 0,-1 4 1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49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3128 0 0,'-8'33'14354'0'0,"8"-33"-14228"0"0,0 1 0 0 0,0-1 0 0 0,-1 1-1 0 0,1-1 1 0 0,0 1 0 0 0,0-1 0 0 0,0 1-1 0 0,1-1 1 0 0,-1 1 0 0 0,0-1 0 0 0,0 1 0 0 0,0-1-1 0 0,0 1 1 0 0,0-1 0 0 0,1 1 0 0 0,-1-1-1 0 0,0 0 1 0 0,0 1 0 0 0,1-1 0 0 0,-1 1 0 0 0,0-1-1 0 0,0 0 1 0 0,1 1 0 0 0,-1-1 0 0 0,1 0-1 0 0,-1 1 1 0 0,0-1 0 0 0,1 0 0 0 0,-1 1 0 0 0,1-1-1 0 0,-1 0 1 0 0,1 0 0 0 0,-1 1 0 0 0,1-1-1 0 0,-1 0 1 0 0,1 0 230 0 0,2 0-145 0 0,-2 0-397 0 0,23-4 423 0 0,-14 1-4371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0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182 108 512 0 0,'0'0'1432'0'0,"-20"12"6704"0"0,15-11-7500 0 0,-1 0 1 0 0,1-1 0 0 0,-1 0 0 0 0,1 0 0 0 0,-1 0 0 0 0,1 0-1 0 0,-1-1 1 0 0,1 0 0 0 0,-1 0 0 0 0,1 0 0 0 0,-7-3 0 0 0,11 3-481 0 0,-2 0-24 0 0,-77-46 591 0 0,79 46-730 0 0,1 2 5 0 0,0-1 0 0 0,0 0 0 0 0,-1 0 0 0 0,1 0 0 0 0,0 0 0 0 0,0 0 0 0 0,0 0 0 0 0,0 0 0 0 0,0 0 0 0 0,0 0-1 0 0,-1 0 1 0 0,1 0 0 0 0,0 0 0 0 0,0 0 0 0 0,0 0 0 0 0,0 0 0 0 0,0 0 0 0 0,0 0 0 0 0,0 0 0 0 0,-1 0 0 0 0,1 0 0 0 0,0 0-1 0 0,0 0 1 0 0,0 0 0 0 0,0 0 0 0 0,0 0 0 0 0,0 0 0 0 0,0 0 0 0 0,-1-1 0 0 0,1 1 0 0 0,0 0 0 0 0,0 0 0 0 0,0 0 0 0 0,0 0 0 0 0,0 0-1 0 0,0 0 1 0 0,0 0 0 0 0,0 0 0 0 0,0 0 0 0 0,0-1 0 0 0,0 1 0 0 0,0 0 0 0 0,0 0 0 0 0,0 0 0 0 0,-1 0 0 0 0,1 0 0 0 0,0 0-1 0 0,0-1 1 0 0,0 1 0 0 0,0 0 0 0 0,0 0 0 0 0,0 0 0 0 0,0 0 0 0 0,1 0 0 0 0,14 0-30 0 0,17 6 35 0 0,-1-2 0 0 0,1-1 0 0 0,33-1-1 0 0,100-10 56 0 0,-153 7-54 0 0,1 0-1 0 0,-1-1 1 0 0,1-1 0 0 0,20-7-1 0 0,-26 8 166 0 0,-1-1-1 0 0,0 0 1 0 0,0-1-1 0 0,-1 1 1 0 0,1-1-1 0 0,-1 0 1 0 0,0 0-1 0 0,0-1 1 0 0,0 1-1 0 0,5-7 1 0 0,-9 9 16 0 0,3-1 450 0 0,-15 23-273 0 0,1 0 0 0 0,1 1 0 0 0,1 0 0 0 0,-8 29 0 0 0,-1 3 161 0 0,-10 24-492 0 0,-67 206 1227 0 0,46-91-8858 0 0,43-164 1793 0 0,3 1-3345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04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20 3332 0 0,'14'-20'19641'0'0,"-10"23"-19593"0"0,-3-2-87 0 0,-1 0 0 0 0,1 0 0 0 0,-1 0-1 0 0,0 0 1 0 0,1 0 0 0 0,-1 0 0 0 0,0 0-1 0 0,0-1 1 0 0,0 1 0 0 0,0 0-1 0 0,0 0 1 0 0,0 0 0 0 0,0 0 0 0 0,0 0-1 0 0,0 0 1 0 0,0 0 0 0 0,0 0 0 0 0,-1 0-1 0 0,1 1 1 0 0,-6 17-2077 0 0,6-19 2073 0 0,-5 12-1730 0 0,-7 19-7560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05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68 0 0,'-8'19'9851'0'0,"-2"5"-216"0"0,3 2-3706 0 0,6-24-6386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70 2736 0 0,'-31'-1'22374'0'0,"22"0"-21589"0"0,14-2 470 0 0,19-2-145 0 0,-22 5-1333 0 0,213-40 659 0 0,-125 26-4125 0 0,-86 14 2480 0 0,-3 0 838 0 0,1 0 0 0 0,-1 0 0 0 0,1 0 0 0 0,-1-1 0 0 0,1 1 1 0 0,-1-1-1 0 0,1 1 0 0 0,-1-1 0 0 0,0 1 0 0 0,3-2 0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5:33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113 113 2028 0 0,'13'-23'11817'0'0,"-11"18"-9890"0"0,0 0 0 0 0,0 0 1 0 0,1 0-1 0 0,0 0 0 0 0,4-6 1 0 0,-4 7-1454 0 0,0 0 0 0 0,0 1 0 0 0,1-1 1 0 0,-1 1-1 0 0,8-5 0 0 0,-5 4-501 0 0,0 1 0 0 0,1-1 1 0 0,-1 1-1 0 0,1 1 0 0 0,0-1 0 0 0,0 1 0 0 0,0 0 1 0 0,0 1-1 0 0,9-1 0 0 0,-10 1 19 0 0,1 1-1 0 0,0 0 1 0 0,0 0-1 0 0,0 1 1 0 0,-1-1-1 0 0,1 1 1 0 0,0 1 0 0 0,-1 0-1 0 0,1 0 1 0 0,-1 0-1 0 0,1 0 1 0 0,-1 1 0 0 0,0 0-1 0 0,0 1 1 0 0,10 7-1 0 0,-12-8 10 0 0,-1-1 0 0 0,0 1-1 0 0,-1 0 1 0 0,1 0-1 0 0,0 1 1 0 0,-1-1 0 0 0,0 0-1 0 0,0 1 1 0 0,0 0-1 0 0,0-1 1 0 0,0 1 0 0 0,-1 0-1 0 0,1 0 1 0 0,-1 0-1 0 0,0 0 1 0 0,-1 0-1 0 0,1 0 1 0 0,-1 0 0 0 0,1 0-1 0 0,-1 0 1 0 0,0 0-1 0 0,-1 1 1 0 0,1-1 0 0 0,-1 0-1 0 0,0 0 1 0 0,0 0-1 0 0,-1 4 1 0 0,-4 8 12 0 0,-1 0-1 0 0,0-1 1 0 0,-1 0 0 0 0,-15 20 0 0 0,-44 51 146 0 0,61-79-133 0 0,5-6-20 0 0,-2 1 15 0 0,1 1 1 0 0,0 0-1 0 0,0-1 1 0 0,0 1-1 0 0,0 0 1 0 0,0 0-1 0 0,-2 6 0 0 0,4-9-20 0 0,0 1 1 0 0,0-1-1 0 0,0 1 0 0 0,0-1 0 0 0,0 0 0 0 0,0 1 0 0 0,0-1 0 0 0,0 0 0 0 0,0 1 1 0 0,0-1-1 0 0,0 0 0 0 0,1 1 0 0 0,-1-1 0 0 0,0 0 0 0 0,0 1 0 0 0,0-1 1 0 0,0 0-1 0 0,1 1 0 0 0,-1-1 0 0 0,0 0 0 0 0,0 1 0 0 0,1-1 0 0 0,-1 0 0 0 0,0 0 1 0 0,1 1-1 0 0,16 5-18 0 0,-2-3 41 0 0,0 1 0 0 0,0 1 0 0 0,-1 0 1 0 0,0 1-1 0 0,0 1 0 0 0,0 0 0 0 0,0 1 1 0 0,-1 0-1 0 0,-1 1 0 0 0,0 1 0 0 0,0 0 1 0 0,0 0-1 0 0,-2 1 0 0 0,1 0 0 0 0,11 18 1 0 0,-20-26 70 0 0,1 1 0 0 0,-1 0 0 0 0,-1-1 0 0 0,1 1 0 0 0,0 0 0 0 0,-1 0 0 0 0,0 1 0 0 0,0-1 0 0 0,0 0 0 0 0,0 0 0 0 0,-1 0 0 0 0,0 1 0 0 0,1-1 0 0 0,-2 0 0 0 0,1 1 0 0 0,0-1 0 0 0,-1 0 0 0 0,0 0 0 0 0,0 0 0 0 0,0 1 0 0 0,-2 4 0 0 0,0-4 29 0 0,0-1 0 0 0,0 1-1 0 0,0 0 1 0 0,-1-1 0 0 0,1 0 0 0 0,-1 1 0 0 0,0-1 0 0 0,0-1 0 0 0,0 1 0 0 0,-1-1 0 0 0,0 0-1 0 0,1 0 1 0 0,-1 0 0 0 0,0 0 0 0 0,-10 3 0 0 0,2-2-558 0 0,0 0-1 0 0,0-1 1 0 0,0 0 0 0 0,-1-1 0 0 0,1-1-1 0 0,-1 0 1 0 0,1-1 0 0 0,-1-1-1 0 0,1 1 1 0 0,0-2 0 0 0,-26-6 0 0 0,4-2-1530 0 0,1-2 1 0 0,0-1-1 0 0,-39-21 1 0 0,40 15-4858 0 0,2-3-3656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13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169 131 2212 0 0,'-3'-19'4104'0'0,"-1"0"-1"0"0,-1 0 1 0 0,-10-26 0 0 0,7 22-934 0 0,7 21-2741 0 0,0-1 605 0 0,-3 7-259 0 0,-4 11 366 0 0,-24 179 2654 0 0,10-43-3171 0 0,-42 169-1302 0 0,62-306-1115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14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38 162 492 0 0,'-19'-42'8138'0'0,"2"4"-3558"0"0,16 36-4523 0 0,1 1 0 0 0,0-1-1 0 0,0 1 1 0 0,-1-1 0 0 0,1 0 0 0 0,0 1 0 0 0,1-1-1 0 0,-1 1 1 0 0,0-1 0 0 0,0 0 0 0 0,1 1 0 0 0,-1-1 0 0 0,1 1-1 0 0,-1-1 1 0 0,1 1 0 0 0,0-1 0 0 0,-1 1 0 0 0,1 0-1 0 0,0-1 1 0 0,0 1 0 0 0,0 0 0 0 0,0-1 0 0 0,0 1 0 0 0,0 0-1 0 0,2-1 1 0 0,2-2 97 0 0,0 0 0 0 0,0 0 0 0 0,0 1-1 0 0,10-6 1 0 0,-8 6-49 0 0,1 0-1 0 0,0 0 1 0 0,0 0-1 0 0,0 1 1 0 0,0 1-1 0 0,0-1 1 0 0,0 1-1 0 0,0 1 1 0 0,0-1-1 0 0,1 1 1 0 0,-1 1-1 0 0,0 0 1 0 0,0 0 0 0 0,13 3-1 0 0,-16-2-55 0 0,-1-1 0 0 0,0 0 0 0 0,0 1 0 0 0,0 0 0 0 0,-1 0 1 0 0,1 0-1 0 0,0 0 0 0 0,-1 0 0 0 0,1 1 0 0 0,-1 0 0 0 0,0 0 0 0 0,0 0 0 0 0,0 0 0 0 0,0 0 0 0 0,-1 0 0 0 0,1 1 0 0 0,-1 0 0 0 0,0-1 1 0 0,0 1-1 0 0,0 0 0 0 0,0 0 0 0 0,-1 0 0 0 0,0 0 0 0 0,1 0 0 0 0,-1 0 0 0 0,-1 0 0 0 0,1 1 0 0 0,-1-1 0 0 0,0 5 0 0 0,0 1-9 0 0,-1 0 0 0 0,0 0 0 0 0,-1 0 0 0 0,0-1 0 0 0,-1 1-1 0 0,0-1 1 0 0,-1 1 0 0 0,1-1 0 0 0,-2 0 0 0 0,-5 9 0 0 0,-9 12 49 0 0,-35 41 0 0 0,8-12-30 0 0,38-50 88 0 0,0 1 68 0 0,8-9-202 0 0,0-1 0 0 0,-1 0 0 0 0,1 1 0 0 0,0-1 0 0 0,0 0 0 0 0,0 1 0 0 0,0-1 0 0 0,0 1 0 0 0,0-1-1 0 0,0 0 1 0 0,0 1 0 0 0,1-1 0 0 0,-1 0 0 0 0,0 1 0 0 0,0-1 0 0 0,0 1 0 0 0,0-1 0 0 0,0 0 0 0 0,1 1 0 0 0,-1-1 0 0 0,0 0 0 0 0,0 0 0 0 0,0 1 0 0 0,1-1 0 0 0,-1 0 0 0 0,0 1 0 0 0,1-1 0 0 0,-1 0 0 0 0,0 0 0 0 0,1 1 0 0 0,0 0 33 0 0,15-1 41 0 0,-3 0 98 0 0,-1 0 0 0 0,1 1 0 0 0,-1 1 0 0 0,0 0 0 0 0,0 1-1 0 0,0 0 1 0 0,0 1 0 0 0,0 0 0 0 0,-1 1 0 0 0,0 0 0 0 0,14 9 0 0 0,-20-11-20 0 0,-1 0 0 0 0,0 1 1 0 0,1-1-1 0 0,-1 1 0 0 0,-1 0 1 0 0,1 0-1 0 0,-1 0 0 0 0,1 1 1 0 0,-1-1-1 0 0,0 1 0 0 0,-1 0 1 0 0,1 0-1 0 0,-1 0 0 0 0,0 0 1 0 0,0 0-1 0 0,-1 0 0 0 0,0 0 1 0 0,1 1-1 0 0,-2-1 0 0 0,1 0 1 0 0,-1 1-1 0 0,1-1 0 0 0,-2 1 1 0 0,1-1-1 0 0,0 1 0 0 0,-1-1 1 0 0,-2 7-1 0 0,-1 0 81 0 0,0 0 0 0 0,0-1 0 0 0,-1 1-1 0 0,-1-1 1 0 0,0-1 0 0 0,0 1 0 0 0,-1-1 0 0 0,0 0 0 0 0,-1 0-1 0 0,-10 9 1 0 0,6-7-140 0 0,0-1 0 0 0,0-1 0 0 0,-1 0 0 0 0,-1 0 0 0 0,0-1-1 0 0,0-1 1 0 0,-18 8 0 0 0,30-15-210 0 0,-1 0 0 0 0,0 0 0 0 0,1 0 0 0 0,-1 0 0 0 0,0 0 0 0 0,0-1 0 0 0,0 1 0 0 0,0-1 0 0 0,0 0 0 0 0,0 0 0 0 0,1 0 0 0 0,-1 0-1 0 0,0 0 1 0 0,0-1 0 0 0,0 1 0 0 0,0-1 0 0 0,0 0 0 0 0,0 0 0 0 0,1 0 0 0 0,-1 0 0 0 0,0 0 0 0 0,1-1 0 0 0,-1 1 0 0 0,1-1 0 0 0,-3-2 0 0 0,-10-17-4795 0 0,8-8-4199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15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1594 155 888 0 0,'-7'-10'3476'0'0,"0"0"1"0"0,-1 1-1 0 0,-9-8 0 0 0,11 11-1393 0 0,-6-1 907 0 0,12 7-2963 0 0,0 0 0 0 0,0 0 0 0 0,-1-1 0 0 0,1 1 0 0 0,0 0 0 0 0,0 0 0 0 0,0 0 0 0 0,-1 0 0 0 0,1-1 0 0 0,0 1 0 0 0,0 0 0 0 0,0 0 0 0 0,0 0 0 0 0,-1-1 0 0 0,1 1 0 0 0,0 0 0 0 0,0 0-1 0 0,0 0 1 0 0,0-1 0 0 0,0 1 0 0 0,0 0 0 0 0,0 0 0 0 0,0-1 0 0 0,0 1 0 0 0,0 0 0 0 0,0 0 0 0 0,0-1 0 0 0,0 1 0 0 0,0 0 0 0 0,0 0 0 0 0,0-1 0 0 0,0 1 0 0 0,0 0 0 0 0,0 0 0 0 0,0-1 0 0 0,0 1 0 0 0,0 0 0 0 0,0 0 0 0 0,1 0 0 0 0,-1-1 0 0 0,0 1-1 0 0,0 0 1 0 0,0 0 0 0 0,0 0 0 0 0,0-1 0 0 0,1 1 0 0 0,-1 0 0 0 0,0 0 0 0 0,0 0 0 0 0,0 0 0 0 0,1 0 0 0 0,-1-1 0 0 0,0 1 0 0 0,0 0 0 0 0,1 0 0 0 0,-1 0 0 0 0,0 0 0 0 0,0 0 0 0 0,1 0 0 0 0,-1 0 0 0 0,72-18 246 0 0,84-10 1 0 0,-23 6-201 0 0,-24 6 950 0 0,-108 16-987 0 0,0 0 0 0 0,0 0 0 0 0,0 0 0 0 0,1 0 0 0 0,-1 0 0 0 0,0 1 0 0 0,0-1 0 0 0,0 1 0 0 0,0-1-1 0 0,0 1 1 0 0,0-1 0 0 0,0 1 0 0 0,0-1 0 0 0,0 1 0 0 0,0 0 0 0 0,0 0 0 0 0,0-1 0 0 0,0 1 0 0 0,0 0 0 0 0,-1 0 0 0 0,1 0 0 0 0,0 0 0 0 0,0 0 0 0 0,-1 0-1 0 0,1 0 1 0 0,-1 0 0 0 0,1 0 0 0 0,-1 0 0 0 0,1 3 0 0 0,6 32 679 0 0,-7-36-714 0 0,1 44 603 0 0,-1 1 1 0 0,-3-1-1 0 0,-13 74 0 0 0,4-38-56 0 0,12-76-534 0 0,-90 752 2083 0 0,40 4-1240 0 0,45-439-468 0 0,-4 119-458 0 0,-22 1 353 0 0,-58 137-449 0 0,74-507 647 0 0,-3 0 1 0 0,-52 128-1 0 0,68-192-482 0 0,-14 27 0 0 0,9-21 0 0 0,2-1 0 0 0,1-1 0 0 0,-2-1 0 0 0,1 1 0 0 0,0 1 0 0 0,-1-2 0 0 0,1 1 0 0 0,-1 0 0 0 0,0-1 0 0 0,-1-1 0 0 0,0 0 0 0 0,-1 0 0 0 0,-1-1 0 0 0,-5-3 0 0 0,9-4 0 0 0,-1 0 0 0 0,1 0 0 0 0,-1 0 0 0 0,0-1 0 0 0,0 1 0 0 0,1-1 0 0 0,-1-1 0 0 0,-7 0 0 0 0,-7-1 0 0 0,-150-3 0 0 0,-293 29 0 0 0,307-1-2356 0 0,1 7 0 0 0,-168 55 0 0 0,235-59-6416 0 0,3-2-5751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48 452 0 0,'-21'2'12146'0'0,"23"0"-12028"0"0,0-1-1 0 0,0 0 1 0 0,1 0 0 0 0,-1 0 0 0 0,0 0-1 0 0,1 0 1 0 0,-1-1 0 0 0,1 1 0 0 0,-1-1-1 0 0,1 0 1 0 0,-1 1 0 0 0,1-1 0 0 0,4-1-1 0 0,40-5 198 0 0,-19 1-153 0 0,220-37 1080 0 0,-245 42-1067 0 0,0-1-465 0 0,5-4 1206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44 1824 0 0,'-1'-2'2056'0'0,"-1"-6"-417"0"0,-5-25 8651 0 0,4 35-9274 0 0,3-2-987 0 0,0 0-1 0 0,0 0 0 0 0,0 0 1 0 0,-1 0-1 0 0,1 0 0 0 0,0 0 1 0 0,0 0-1 0 0,-1 0 1 0 0,1 0-1 0 0,0 0 0 0 0,0 0 1 0 0,0 0-1 0 0,-1 0 0 0 0,1 0 1 0 0,0 1-1 0 0,0-1 0 0 0,0 0 1 0 0,-1 0-1 0 0,1 0 0 0 0,0 0 1 0 0,0 1-1 0 0,0-1 0 0 0,0 0 1 0 0,0 0-1 0 0,0 0 0 0 0,-1 1 1 0 0,1-1-1 0 0,0 0 1 0 0,0 0-1 0 0,0 0 0 0 0,0 1 1 0 0,0-1-1 0 0,0 0 0 0 0,0 0 1 0 0,0 1-1 0 0,0-1 0 0 0,0 0 1 0 0,0 1-1 0 0,-23 240 4547 0 0,-10 133-4049 0 0,32-274-2215 0 0,2-59-2836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2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149 152 212 0 0,'-1'-10'1566'0'0,"0"-1"0"0"0,1 0 0 0 0,0 1 0 0 0,1-1 0 0 0,3-19 0 0 0,-3 27-1325 0 0,0-1 0 0 0,0 0 0 0 0,1 1 0 0 0,-1-1 0 0 0,1 1 0 0 0,0 0 0 0 0,-1-1 0 0 0,1 1 0 0 0,1 0 0 0 0,-1 0 0 0 0,0 0 0 0 0,1 0 0 0 0,0 1 0 0 0,-1-1 0 0 0,1 1 0 0 0,0-1 0 0 0,0 1 0 0 0,1 0 0 0 0,5-3 0 0 0,-6 4-137 0 0,0 0 0 0 0,0 0 0 0 0,0 0 0 0 0,0 0 0 0 0,0 1 0 0 0,0-1 0 0 0,0 1 0 0 0,0-1 0 0 0,0 1 0 0 0,0 0 0 0 0,1 1 0 0 0,-1-1 1 0 0,0 0-1 0 0,0 1 0 0 0,0 0 0 0 0,0-1 0 0 0,0 1 0 0 0,0 0 0 0 0,0 1 0 0 0,-1-1 0 0 0,1 1 0 0 0,0-1 0 0 0,4 4 0 0 0,-4-2-52 0 0,0 0-1 0 0,0-1 1 0 0,-1 1-1 0 0,1 1 1 0 0,-1-1 0 0 0,0 0-1 0 0,0 0 1 0 0,0 1-1 0 0,0-1 1 0 0,-1 1 0 0 0,1 0-1 0 0,-1-1 1 0 0,0 1 0 0 0,0 0-1 0 0,0 0 1 0 0,-1 0-1 0 0,1 0 1 0 0,-1 4 0 0 0,-1 4-11 0 0,0 1 0 0 0,-1-1 0 0 0,-1 0 0 0 0,0 0 0 0 0,0-1 0 0 0,-1 1 1 0 0,-1-1-1 0 0,0 0 0 0 0,-1 0 0 0 0,0 0 0 0 0,0-1 0 0 0,-9 12 0 0 0,-2 0-17 0 0,-2-1-1 0 0,0 0 0 0 0,-1-2 0 0 0,-27 22 0 0 0,-44 22 111 0 0,56-41 618 0 0,34-20-630 0 0,1-2-97 0 0,0 0 1 0 0,0 0-1 0 0,0 1 0 0 0,0-1 1 0 0,-1 1-1 0 0,1-1 1 0 0,0 0-1 0 0,0 1 0 0 0,1-1 1 0 0,-1 0-1 0 0,0 1 1 0 0,0-1-1 0 0,0 0 0 0 0,0 1 1 0 0,0-1-1 0 0,0 0 1 0 0,0 1-1 0 0,0-1 0 0 0,1 0 1 0 0,-1 0-1 0 0,0 1 0 0 0,0-1 1 0 0,0 0-1 0 0,1 0 1 0 0,-1 1-1 0 0,0-1 0 0 0,0 0 1 0 0,1 0-1 0 0,-1 1 1 0 0,0-1-1 0 0,1 0 0 0 0,-1 0 1 0 0,0 0-1 0 0,1 0 1 0 0,-1 0-1 0 0,0 1 0 0 0,0-1 1 0 0,1 0-1 0 0,20 6 512 0 0,-11-3-363 0 0,12 5-5 0 0,-2 1-1 0 0,1 1 1 0 0,-1 1 0 0 0,-1 1-1 0 0,0 1 1 0 0,22 20-1 0 0,96 100-885 0 0,-48-42-5383 0 0,-60-68-1030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2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79 2536 0 0,'-4'-4'1215'0'0,"1"0"0"0"0,0 0 0 0 0,0 0 1 0 0,0-1-1 0 0,0 1 0 0 0,1-1 0 0 0,0 1 0 0 0,0-1 0 0 0,0 0 0 0 0,0 0 0 0 0,1 0 0 0 0,-2-7 0 0 0,4 11-1150 0 0,-1 1-1 0 0,0-1 0 0 0,0 0 0 0 0,1 1 0 0 0,-1-1 0 0 0,0 1 1 0 0,1-1-1 0 0,-1 0 0 0 0,0 1 0 0 0,1-1 0 0 0,-1 1 0 0 0,1-1 1 0 0,-1 1-1 0 0,1-1 0 0 0,-1 1 0 0 0,1 0 0 0 0,0-1 0 0 0,-1 1 0 0 0,1 0 1 0 0,-1-1-1 0 0,1 1 0 0 0,0 0 0 0 0,-1 0 0 0 0,1-1 0 0 0,0 1 1 0 0,-1 0-1 0 0,1 0 0 0 0,0 0 0 0 0,1 0 0 0 0,0 0 55 0 0,1 0 1 0 0,-1-1-1 0 0,1 1 0 0 0,-1 0 0 0 0,1 1 0 0 0,-1-1 1 0 0,1 0-1 0 0,2 2 0 0 0,-1-1-27 0 0,0 0 0 0 0,0 1-1 0 0,-1 0 1 0 0,1 0 0 0 0,0 0 0 0 0,-1 0-1 0 0,0 1 1 0 0,1-1 0 0 0,-1 1 0 0 0,0 0 0 0 0,0 0-1 0 0,-1 0 1 0 0,1 0 0 0 0,-1 0 0 0 0,1 1 0 0 0,-1-1-1 0 0,3 7 1 0 0,-3-5 52 0 0,-1 1 0 0 0,1 0 0 0 0,-1 0 0 0 0,0 0 0 0 0,0 0 0 0 0,-1 0 0 0 0,0 0 0 0 0,0 0 0 0 0,0 0 0 0 0,-3 11 0 0 0,-1 3 201 0 0,-2-2 1 0 0,0 1-1 0 0,-1 0 1 0 0,-1-1-1 0 0,0-1 1 0 0,-17 26-1 0 0,-30 33 757 0 0,-7 11-183 0 0,62-87-915 0 0,0 1 0 0 0,-1-1 0 0 0,1 1-1 0 0,-1-1 1 0 0,1 1 0 0 0,0-1 0 0 0,0 1 0 0 0,-1-1 0 0 0,1 1 0 0 0,0 0 0 0 0,0-1 0 0 0,0 1 0 0 0,0-1 0 0 0,0 1 0 0 0,0 0 0 0 0,0-1 0 0 0,0 1 0 0 0,0 0 0 0 0,0-1 0 0 0,0 1 0 0 0,0-1 0 0 0,0 1 0 0 0,0 0 0 0 0,0-1-1 0 0,1 1 1 0 0,-1-1 0 0 0,0 1 0 0 0,1 0 0 0 0,-1-1 0 0 0,0 1 0 0 0,1-1 0 0 0,-1 1 0 0 0,0-1 0 0 0,1 1 0 0 0,-1-1 0 0 0,1 0 0 0 0,-1 1 0 0 0,1-1 0 0 0,-1 0 0 0 0,1 1 0 0 0,-1-1 0 0 0,1 0 0 0 0,0 1 0 0 0,-1-1 0 0 0,1 0-1 0 0,-1 0 1 0 0,1 0 0 0 0,0 1 0 0 0,-1-1 0 0 0,1 0 0 0 0,-1 0 0 0 0,1 0 0 0 0,0 0 0 0 0,-1 0 0 0 0,1 0 0 0 0,1-1 0 0 0,64-10 20 0 0,0-3 0 0 0,87-31 1 0 0,-128 37-18 0 0,197-64-74 0 0,-198 61-1020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4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45 1868 0 0,'30'-12'18183'0'0,"-34"9"-18022"0"0,0-1 1 0 0,0 1-1 0 0,-1 1 1 0 0,1-1-1 0 0,-1 1 1 0 0,1-1-1 0 0,-1 1 1 0 0,0 0-1 0 0,1 1 1 0 0,-1-1-1 0 0,0 1 1 0 0,-8-1-1 0 0,-2 1-106 0 0,0 0 1 0 0,-1 1-1 0 0,1 0 0 0 0,-22 4 1 0 0,28-4-47 0 0,3 1-6 0 0,1-1 0 0 0,0 1 1 0 0,0 0-1 0 0,0 0 0 0 0,-8 3 0 0 0,9-2 9 0 0,1-1 0 0 0,-1 0 0 0 0,1 1 0 0 0,-1-1-1 0 0,1 1 1 0 0,0 0 0 0 0,0 1 0 0 0,0-1 0 0 0,0 0-1 0 0,0 1 1 0 0,0-1 0 0 0,0 1 0 0 0,1 0 0 0 0,0 0-1 0 0,-3 4 1 0 0,2-1 42 0 0,0 0 0 0 0,0 0 0 0 0,1 0 0 0 0,-1 1 1 0 0,1-1-1 0 0,1 1 0 0 0,-2 12 0 0 0,1 6 145 0 0,2 0 0 0 0,0 1 0 0 0,7 37 0 0 0,-6-51-170 0 0,36 264 1730 0 0,20 195-722 0 0,-7 300-258 0 0,-34-494-518 0 0,38 467-34 0 0,-53-735-227 0 0,37 494 273 0 0,-1-69-147 0 0,-34-404-71 0 0,8 59 99 0 0,-9-81-146 0 0,0 0-1 0 0,0 0 1 0 0,1 0 0 0 0,0-1-1 0 0,0 1 1 0 0,1 0 0 0 0,0-1-1 0 0,6 8 1 0 0,-7-11-53 0 0,0-1-1 0 0,0 0 1 0 0,1-1 0 0 0,-1 1 0 0 0,1 0-1 0 0,0-1 1 0 0,-1 0 0 0 0,1 0-1 0 0,0 0 1 0 0,0 0 0 0 0,0-1 0 0 0,1 0-1 0 0,-1 0 1 0 0,0 0 0 0 0,1 0 0 0 0,-1 0-1 0 0,0-1 1 0 0,1 0 0 0 0,5 0-1 0 0,7-1-845 0 0,-1-1-1 0 0,1-1 0 0 0,25-7 0 0 0,41-17-4731 0 0,-30 4-991 0 0,-5-2-2914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1776 0 0,'6'-1'16489'0'0,"25"65"-14504"0"0,-22-34-1603 0 0,-1 0 1 0 0,-1 1-1 0 0,3 34 0 0 0,1 97 193 0 0,-6-74-378 0 0,25 430 632 0 0,-13-216-170 0 0,37 448 81 0 0,-16-243-414 0 0,32 332 214 0 0,-51-627-327 0 0,18 178 178 0 0,31 405-38 0 0,-27-209-183 0 0,26 428-6 0 0,86 1162 1782 0 0,-67-974-1755 0 0,-55-744 267 0 0,-15-230-55 0 0,56 898 38 0 0,63 771-427 0 0,-59-1116 457 0 0,15 11-341 0 0,-34-429-175 0 0,-52-328 5 0 0,-4-25-100 0 0,0 1 1 0 0,1 0 0 0 0,1 0-1 0 0,-1-1 1 0 0,9 19 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1700 0 0,'17'-8'14598'0'0,"-13"19"-11286"0"0,-1 23-3113 0 0,-3-19 773 0 0,48 374 1313 0 0,-44-308-1918 0 0,-2-40-1392 0 0,0-2-3946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9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32 1072 0 0,'-19'-25'13086'0'0,"19"24"-12869"0"0,-1 1 0 0 0,1-1 0 0 0,-1 1 0 0 0,1-1 0 0 0,-1 1 0 0 0,0-1 0 0 0,1 1 0 0 0,-1 0 0 0 0,1-1 0 0 0,-1 1 0 0 0,0 0 0 0 0,1 0 0 0 0,-1-1 0 0 0,0 1 0 0 0,1 0 0 0 0,-1 0 0 0 0,0 0 0 0 0,1 0 0 0 0,-1 0 0 0 0,0 0 0 0 0,0 0 0 0 0,1 0 0 0 0,-2 0 0 0 0,1 1-107 0 0,1-1 0 0 0,-1 1-1 0 0,1-1 1 0 0,-1 1-1 0 0,1-1 1 0 0,0 1-1 0 0,-1 0 1 0 0,1-1-1 0 0,0 1 1 0 0,-1-1-1 0 0,1 1 1 0 0,0 0-1 0 0,0 0 1 0 0,0-1-1 0 0,0 1 1 0 0,0 0 0 0 0,-1-1-1 0 0,1 1 1 0 0,1 1-1 0 0,5 47 296 0 0,-4-34 67 0 0,13 190 445 0 0,-6-53-1781 0 0,-8-142 137 0 0,0 1 0 0 0,1-1 0 0 0,1 0 0 0 0,3 9 0 0 0,-4-13-1353 0 0,0 0 0 0 0,1-1 0 0 0,0 0 0 0 0,5 9 0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39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63 228 0 0,'28'-55'25196'0'0,"-29"47"-22634"0"0,0 24-2442 0 0,0-1 0 0 0,1 0 0 0 0,1 0 1 0 0,0 0-1 0 0,4 18 0 0 0,-1-3 44 0 0,59 325 193 0 0,4-125-5499 0 0,-44-160 523 0 0,-9-25-2556 0 0,-6-15-2713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0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63 129 1540 0 0,'3'-26'6342'0'0,"-3"22"-5866"0"0,-1 1 325 0 0,1 0 1 0 0,0 0-1 0 0,-1 0 0 0 0,0 0 0 0 0,0 0 1 0 0,0 0-1 0 0,-2-5 0 0 0,2 7-370 0 0,-14 20 888 0 0,8-5-1129 0 0,2-1 0 0 0,-1 1 0 0 0,2 1 0 0 0,0-1 0 0 0,1 1 0 0 0,-3 21 0 0 0,4-23-126 0 0,0 1 36 0 0,1 1 0 0 0,0 0 0 0 0,1 0-1 0 0,0-1 1 0 0,1 1 0 0 0,1 0 0 0 0,1-1 0 0 0,0 1-1 0 0,0-1 1 0 0,10 24 0 0 0,-10-32-65 0 0,0 0 1 0 0,0 0-1 0 0,0 0 1 0 0,0 0-1 0 0,1-1 0 0 0,0 0 1 0 0,0 0-1 0 0,1 0 1 0 0,-1 0-1 0 0,1 0 0 0 0,0-1 1 0 0,0 0-1 0 0,1 0 1 0 0,-1-1-1 0 0,1 1 0 0 0,0-1 1 0 0,0 0-1 0 0,0-1 1 0 0,0 0-1 0 0,0 1 0 0 0,1-2 1 0 0,-1 1-1 0 0,1-1 1 0 0,-1 0-1 0 0,14 0 0 0 0,-13-1-15 0 0,0 0-1 0 0,-1-1 0 0 0,1 1 0 0 0,0-1 0 0 0,0-1 0 0 0,-1 1 0 0 0,1-1 0 0 0,-1 0 1 0 0,1-1-1 0 0,-1 0 0 0 0,0 0 0 0 0,0 0 0 0 0,0-1 0 0 0,0 1 0 0 0,-1-1 0 0 0,1-1 0 0 0,-1 1 1 0 0,0-1-1 0 0,0 0 0 0 0,-1 0 0 0 0,0 0 0 0 0,0-1 0 0 0,0 0 0 0 0,0 0 0 0 0,-1 0 1 0 0,0 0-1 0 0,0 0 0 0 0,-1 0 0 0 0,1-1 0 0 0,1-8 0 0 0,-1-1 24 0 0,0 1 0 0 0,-1-1 0 0 0,-1 1 0 0 0,0-1 1 0 0,-1 0-1 0 0,-1 1 0 0 0,0-1 0 0 0,-1 1 0 0 0,-1-1 0 0 0,0 1 0 0 0,-1 0 0 0 0,-9-20 0 0 0,8 23 34 0 0,-1 1 0 0 0,0 0-1 0 0,0 0 1 0 0,-2 1 0 0 0,1-1-1 0 0,-1 2 1 0 0,-1-1 0 0 0,0 1-1 0 0,0 0 1 0 0,-16-11 0 0 0,19 16-61 0 0,0 0 1 0 0,0 0-1 0 0,0 1 1 0 0,-1-1-1 0 0,1 1 1 0 0,-1 1-1 0 0,0-1 1 0 0,0 1-1 0 0,0 0 1 0 0,0 1 0 0 0,0 0-1 0 0,0 0 1 0 0,0 0-1 0 0,-1 1 1 0 0,1 0-1 0 0,0 1 1 0 0,0-1-1 0 0,-1 1 1 0 0,-11 4-1 0 0,14-4-100 0 0,1 1 0 0 0,0 0 0 0 0,0 0 0 0 0,1 0 0 0 0,-1 0 0 0 0,0 1 0 0 0,1 0 0 0 0,-1-1 0 0 0,1 1 0 0 0,0 0 0 0 0,0 1-1 0 0,0-1 1 0 0,0 0 0 0 0,1 1 0 0 0,-1 0 0 0 0,-1 4 0 0 0,3-6-136 0 0,0 0-1 0 0,0 0 1 0 0,0 1 0 0 0,1-1 0 0 0,-1 0-1 0 0,1 0 1 0 0,0 1 0 0 0,-1-1-1 0 0,1 0 1 0 0,0 1 0 0 0,1-1-1 0 0,-1 1 1 0 0,0-1 0 0 0,0 0-1 0 0,1 0 1 0 0,0 1 0 0 0,-1-1-1 0 0,1 0 1 0 0,0 0 0 0 0,0 0-1 0 0,0 1 1 0 0,0-1 0 0 0,1 0-1 0 0,-1 0 1 0 0,0-1 0 0 0,1 1 0 0 0,0 0-1 0 0,-1 0 1 0 0,1-1 0 0 0,0 1-1 0 0,2 1 1 0 0,1 0-888 0 0,0 0 0 0 0,1 0 0 0 0,-1 0 0 0 0,12 4 0 0 0,-16-7 768 0 0,22 9-5154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1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99 348 0 0,'-3'-38'14993'0'0,"3"36"-14810"0"0,0 0 0 0 0,0 0 0 0 0,0 0 0 0 0,1 0 0 0 0,-1 0 1 0 0,1 0-1 0 0,-1 0 0 0 0,1 1 0 0 0,0-1 0 0 0,-1 0 0 0 0,1 0 0 0 0,0 1 1 0 0,0-1-1 0 0,1 0 0 0 0,-1 1 0 0 0,0-1 0 0 0,0 1 0 0 0,2-2 0 0 0,1 1-73 0 0,-1-1 0 0 0,0 1 0 0 0,1 0 0 0 0,-1 0-1 0 0,1 0 1 0 0,0 1 0 0 0,-1-1 0 0 0,7 0 0 0 0,-1 0-53 0 0,1 0 1 0 0,-1 0 0 0 0,1 2-1 0 0,-1-1 1 0 0,1 1-1 0 0,17 2 1 0 0,-21-1-24 0 0,1 0 1 0 0,-1 1 0 0 0,1 0-1 0 0,-1 0 1 0 0,0 1-1 0 0,0 0 1 0 0,0 0 0 0 0,0 0-1 0 0,0 0 1 0 0,-1 1-1 0 0,0 0 1 0 0,0 0 0 0 0,8 9-1 0 0,-10-10-11 0 0,0 1 0 0 0,0-1-1 0 0,-1 1 1 0 0,0 0 0 0 0,1 0-1 0 0,-1 0 1 0 0,-1 0 0 0 0,1 1-1 0 0,-1-1 1 0 0,1 0 0 0 0,-1 1-1 0 0,0-1 1 0 0,-1 1 0 0 0,1-1-1 0 0,-1 1 1 0 0,0-1 0 0 0,0 1 0 0 0,0 0-1 0 0,-1-1 1 0 0,-2 9 0 0 0,-1 1 94 0 0,0 0 0 0 0,-2-1 0 0 0,0 0 0 0 0,-14 25 0 0 0,-40 47 778 0 0,8-12-135 0 0,51-72-739 0 0,-9 20 255 0 0,10-20-267 0 0,-1-1-1 0 0,1 0 0 0 0,0 1 0 0 0,0-1 0 0 0,0 1 1 0 0,0-1-1 0 0,0 1 0 0 0,0-1 0 0 0,-1 1 0 0 0,1-1 0 0 0,0 1 1 0 0,0-1-1 0 0,0 0 0 0 0,1 1 0 0 0,-1-1 0 0 0,0 1 0 0 0,0-1 1 0 0,0 1-1 0 0,0-1 0 0 0,0 1 0 0 0,0-1 0 0 0,1 0 1 0 0,-1 1-1 0 0,0-1 0 0 0,0 1 0 0 0,1-1 0 0 0,-1 0 0 0 0,0 1 1 0 0,1-1-1 0 0,-1 0 0 0 0,0 1 0 0 0,1-1 0 0 0,-1 0 1 0 0,0 0-1 0 0,1 1 0 0 0,-1-1 0 0 0,1 0 0 0 0,-1 0 0 0 0,0 0 1 0 0,1 1-1 0 0,-1-1 0 0 0,1 0 0 0 0,-1 0 0 0 0,1 0 1 0 0,-1 0-1 0 0,1 0 0 0 0,-1 0 0 0 0,1 0 0 0 0,-1 0 0 0 0,1 0 1 0 0,32-3 71 0 0,0-1 0 0 0,0-2 1 0 0,52-15-1 0 0,-16 3-48 0 0,129-39-1381 0 0,-133 34-2784 0 0,0 0-4662 0 0,-61 22 8131 0 0,19-7-6472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1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40 181 436 0 0,'-20'-43'13069'0'0,"2"6"-4935"0"0,18 37-8073 0 0,0-1 1 0 0,-1 0 0 0 0,1 1 0 0 0,0-1 0 0 0,0 0-1 0 0,0 0 1 0 0,-1 1 0 0 0,1-1 0 0 0,0 0-1 0 0,0 0 1 0 0,0 1 0 0 0,0-1 0 0 0,0 0 0 0 0,0 0-1 0 0,1 1 1 0 0,-1-1 0 0 0,0 0 0 0 0,0 1 0 0 0,0-1-1 0 0,1 0 1 0 0,-1 0 0 0 0,0 1 0 0 0,1-1-1 0 0,-1 1 1 0 0,1-1 0 0 0,-1 0 0 0 0,1 1 0 0 0,-1-1-1 0 0,1 1 1 0 0,-1-1 0 0 0,1 1 0 0 0,-1-1-1 0 0,1 1 1 0 0,0-1 0 0 0,-1 1 0 0 0,1 0 0 0 0,0-1-1 0 0,-1 1 1 0 0,1 0 0 0 0,1-1 0 0 0,33-11 13 0 0,-29 11 68 0 0,179-41-186 0 0,-134 32-3331 0 0,-2 0-4023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1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0 2196 0 0,'-9'4'1002'0'0,"0"-1"0"0"0,1 1 0 0 0,0 1 1 0 0,-1-1-1 0 0,1 1 0 0 0,1 1 0 0 0,-1-1 0 0 0,1 2 0 0 0,0-1 0 0 0,1 1 0 0 0,-12 13 0 0 0,13-13-701 0 0,0 1 0 0 0,0 0 0 0 0,1 0 0 0 0,-1 0 0 0 0,2 1 1 0 0,-1-1-1 0 0,1 1 0 0 0,1 0 0 0 0,0 0 0 0 0,0 0 0 0 0,0 0 0 0 0,1 0 0 0 0,1 0 0 0 0,-1 0 0 0 0,2 0 0 0 0,-1 1 0 0 0,1-1 0 0 0,1 0 0 0 0,2 11 1 0 0,-3-15-234 0 0,1-1 0 0 0,-1 0 0 0 0,1 0 0 0 0,0 0 0 0 0,0 0 0 0 0,0-1 0 0 0,1 1 0 0 0,-1 0 0 0 0,1-1 1 0 0,0 0-1 0 0,0 0 0 0 0,0 0 0 0 0,0 0 0 0 0,1 0 0 0 0,-1 0 0 0 0,1-1 0 0 0,0 0 0 0 0,0 0 0 0 0,0 0 1 0 0,0 0-1 0 0,0 0 0 0 0,0-1 0 0 0,0 0 0 0 0,8 2 0 0 0,7-1 245 0 0,0 0-1 0 0,0-2 1 0 0,-1 0 0 0 0,31-5-1 0 0,9 1 692 0 0,-52 4-814 0 0,0 0-1 0 0,0 1 1 0 0,1-1 0 0 0,-1 1-1 0 0,0 1 1 0 0,0-1 0 0 0,0 1-1 0 0,0 0 1 0 0,8 4-1 0 0,-10-4-62 0 0,-1 0 0 0 0,0 0 0 0 0,0 1 0 0 0,0-1-1 0 0,0 1 1 0 0,0 0 0 0 0,-1 0 0 0 0,1 0 0 0 0,-1 0-1 0 0,0 0 1 0 0,0 0 0 0 0,0 1 0 0 0,0-1 0 0 0,-1 1-1 0 0,1-1 1 0 0,0 6 0 0 0,1-1 22 0 0,-1 0 0 0 0,-1 0 1 0 0,1 0-1 0 0,-1 0 0 0 0,-1 0 0 0 0,0 0 1 0 0,0 1-1 0 0,0-1 0 0 0,-1 0 0 0 0,0 0 0 0 0,-1 0 1 0 0,-5 16-1 0 0,3-13-71 0 0,-1 0 1 0 0,-1 0 0 0 0,0 0-1 0 0,0 0 1 0 0,-1-1-1 0 0,-1 0 1 0 0,1-1-1 0 0,-10 10 1 0 0,0-4-185 0 0,-1 0 1 0 0,0 0-1 0 0,-1-2 0 0 0,0 0 1 0 0,-1-1-1 0 0,0-1 0 0 0,-1-1 1 0 0,-42 14-1 0 0,39-17-1246 0 0,-1-2 1 0 0,-39 5-1 0 0,6-8-4292 0 0,47-3 2790 0 0,0-1-1 0 0,0 1 1 0 0,-11-5 0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3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68 127 140 0 0,'3'-10'4854'0'0,"11"-33"7352"0"0,-17 46-12104 0 0,-1 0 1 0 0,2 0-1 0 0,-1 1 1 0 0,0-1 0 0 0,1 1-1 0 0,-1 0 1 0 0,1 0 0 0 0,0 0-1 0 0,1 0 1 0 0,-3 7 0 0 0,-13 53 483 0 0,10-38-409 0 0,-3 12 72 0 0,-9 75 0 0 0,18-98-218 0 0,0-1 0 0 0,1 0 0 0 0,0 1 0 0 0,1-1 0 0 0,1 0 0 0 0,1 0 0 0 0,0 0 0 0 0,8 25-1 0 0,-9-35-9 0 0,0 1-1 0 0,0-1 0 0 0,0 1 0 0 0,1-1 0 0 0,0 0 1 0 0,-1 0-1 0 0,1 0 0 0 0,1-1 0 0 0,-1 1 0 0 0,1-1 0 0 0,-1 1 1 0 0,1-1-1 0 0,0 0 0 0 0,0-1 0 0 0,0 1 0 0 0,7 2 0 0 0,-6-3-5 0 0,1 0 0 0 0,0 0 0 0 0,0-1-1 0 0,0 0 1 0 0,0 0 0 0 0,0-1 0 0 0,0 1-1 0 0,0-1 1 0 0,0-1 0 0 0,-1 1 0 0 0,1-1-1 0 0,6-1 1 0 0,0-1-4 0 0,-1-1 0 0 0,1 0 0 0 0,-1 0 0 0 0,0-1 0 0 0,-1-1 0 0 0,1 0 0 0 0,-1 0 0 0 0,0-1-1 0 0,-1 0 1 0 0,1-1 0 0 0,-2 0 0 0 0,16-17 0 0 0,-15 12-1 0 0,-1 0-1 0 0,0-1 1 0 0,-1 0 0 0 0,0 0-1 0 0,-1-1 1 0 0,-1 0-1 0 0,-1 0 1 0 0,0 0 0 0 0,0 0-1 0 0,-2-1 1 0 0,0 1 0 0 0,0-1-1 0 0,-2 0 1 0 0,0 1-1 0 0,-3-20 1 0 0,2 22-9 0 0,-1 1 1 0 0,0 0-1 0 0,0 0 1 0 0,-2 0-1 0 0,1 1 1 0 0,-2-1-1 0 0,1 1 1 0 0,-1 0-1 0 0,-1 0 0 0 0,0 0 1 0 0,-1 1-1 0 0,0 0 1 0 0,-1 0-1 0 0,0 1 1 0 0,0 0-1 0 0,-1 0 1 0 0,0 1-1 0 0,0 0 0 0 0,-20-12 1 0 0,24 17-14 0 0,0 1-1 0 0,0 0 1 0 0,0 0 0 0 0,0 1-1 0 0,0-1 1 0 0,0 1 0 0 0,0 0 0 0 0,-1 1-1 0 0,1-1 1 0 0,0 1 0 0 0,-1 0-1 0 0,-5 1 1 0 0,8 0-124 0 0,1-1-1 0 0,-1 0 1 0 0,1 1 0 0 0,-1 0-1 0 0,1-1 1 0 0,0 1 0 0 0,0 0-1 0 0,-1 0 1 0 0,1 0 0 0 0,0 1 0 0 0,0-1-1 0 0,0 0 1 0 0,0 1 0 0 0,0 0-1 0 0,0-1 1 0 0,1 1 0 0 0,-1 0-1 0 0,0 0 1 0 0,1 0 0 0 0,-1 0-1 0 0,1 0 1 0 0,0 0 0 0 0,0 0-1 0 0,0 0 1 0 0,0 1 0 0 0,0-1-1 0 0,0 0 1 0 0,0 4 0 0 0,1-4-181 0 0,0 0 0 0 0,0 0 0 0 0,0 0 0 0 0,0 0 0 0 0,1-1 0 0 0,-1 1 0 0 0,1 0 1 0 0,-1 0-1 0 0,1 0 0 0 0,0 0 0 0 0,0-1 0 0 0,0 1 0 0 0,-1 0 0 0 0,2-1 0 0 0,-1 1 0 0 0,0-1 0 0 0,0 1 0 0 0,0-1 0 0 0,1 1 1 0 0,-1-1-1 0 0,1 0 0 0 0,-1 0 0 0 0,1 0 0 0 0,-1 0 0 0 0,1 0 0 0 0,0 0 0 0 0,-1 0 0 0 0,1 0 0 0 0,2 0 0 0 0,13 5-4386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3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57 2624 0 0,'-3'-1'2125'0'0,"-8"-4"1685"0"0,0-1-1 0 0,-17-13 0 0 0,27 18-3344 0 0,1-8 711 0 0,2 7-1130 0 0,0 0 0 0 0,1 1 0 0 0,-1-1 0 0 0,0 1 0 0 0,1 0 0 0 0,-1 0 0 0 0,1 0 0 0 0,-1 0 0 0 0,1 0 0 0 0,0 0 0 0 0,-1 1 0 0 0,1-1 0 0 0,0 1 1 0 0,-1 0-1 0 0,1 0 0 0 0,0 0 0 0 0,0 0 0 0 0,-1 0 0 0 0,1 1 0 0 0,0-1 0 0 0,-1 1 0 0 0,1 0 0 0 0,0 0 0 0 0,-1 0 0 0 0,4 1 0 0 0,-3 0-24 0 0,0-1 1 0 0,1 1 0 0 0,-1 0-1 0 0,0 0 1 0 0,0 0 0 0 0,0 0 0 0 0,0 0-1 0 0,-1 1 1 0 0,1-1 0 0 0,-1 1-1 0 0,1 0 1 0 0,-1 0 0 0 0,0 0-1 0 0,0 0 1 0 0,0 0 0 0 0,-1 0-1 0 0,1 1 1 0 0,-1-1 0 0 0,2 7-1 0 0,-2-4 32 0 0,-1 0-1 0 0,0 0 0 0 0,0 0 0 0 0,0 0 0 0 0,-1 0 1 0 0,0 1-1 0 0,0-1 0 0 0,-1-1 0 0 0,1 1 0 0 0,-1 0 1 0 0,-1 0-1 0 0,-3 7 0 0 0,-6 9 374 0 0,-24 33 0 0 0,33-52-375 0 0,-51 67 820 0 0,-15 21 9 0 0,68-90-868 0 0,1-1 0 0 0,0 0-1 0 0,-1 1 1 0 0,1-1 0 0 0,0 1-1 0 0,-1-1 1 0 0,1 1 0 0 0,0-1-1 0 0,0 1 1 0 0,-1-1 0 0 0,1 1-1 0 0,0-1 1 0 0,0 1 0 0 0,0-1-1 0 0,0 1 1 0 0,0-1 0 0 0,0 1-1 0 0,0 0 1 0 0,0-1 0 0 0,0 1-1 0 0,0-1 1 0 0,0 1 0 0 0,0-1-1 0 0,0 1 1 0 0,0-1 0 0 0,0 1-1 0 0,1-1 1 0 0,-1 1 0 0 0,0-1-1 0 0,0 1 1 0 0,1-1 0 0 0,0 2-1 0 0,0-2 4 0 0,0 1 0 0 0,0 0-1 0 0,0-1 1 0 0,1 1 0 0 0,-1-1-1 0 0,0 0 1 0 0,1 1 0 0 0,-1-1-1 0 0,0 0 1 0 0,1 0-1 0 0,-1 0 1 0 0,3 0 0 0 0,42-6 117 0 0,-46 6-132 0 0,341-104 85 0 0,-327 98-800 0 0,1 0-1 0 0,-2 0 0 0 0,15-10 1 0 0,13-15-10736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4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2 226 1932 0 0,'0'-3'2766'0'0,"-1"-22"4791"0"0,1 19-6072 0 0,-1-1 0 0 0,1 1 0 0 0,0-1 0 0 0,1 1 0 0 0,1-11 1 0 0,-1 14-1356 0 0,0 0 1 0 0,0 1-1 0 0,1-1 1 0 0,-1 0-1 0 0,1 1 1 0 0,-1-1-1 0 0,1 1 1 0 0,0-1-1 0 0,0 1 1 0 0,0 0-1 0 0,0-1 0 0 0,0 1 1 0 0,1 0-1 0 0,-1 1 1 0 0,6-4-1 0 0,15-9 94 0 0,2 2-1 0 0,0 0 1 0 0,47-14-1 0 0,83-13-5522 0 0,-145 37 3665 0 0,1-1-585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4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2296 0 0,'-53'12'10791'0'0,"49"-10"-10398"0"0,-1 0-1 0 0,1 0 1 0 0,0 1-1 0 0,0 0 1 0 0,0 0-1 0 0,0 0 1 0 0,1 0 0 0 0,-1 0-1 0 0,1 1 1 0 0,0-1-1 0 0,0 1 1 0 0,-4 6-1 0 0,2-3-129 0 0,2 1 0 0 0,-1 0 0 0 0,1-1 0 0 0,0 1 0 0 0,0 0 0 0 0,1 0 0 0 0,-1 9 0 0 0,1-6-166 0 0,1 0 0 0 0,0 0 0 0 0,1 0 0 0 0,0 0 0 0 0,1 1 0 0 0,0-1 0 0 0,1 0 0 0 0,0 0-1 0 0,1-1 1 0 0,0 1 0 0 0,7 16 0 0 0,-8-23-73 0 0,0-1 1 0 0,0 0-1 0 0,0 0 0 0 0,0 0 0 0 0,1-1 0 0 0,-1 1 0 0 0,1-1 0 0 0,0 1 0 0 0,0-1 0 0 0,0 0 0 0 0,0 0 1 0 0,0 0-1 0 0,0 0 0 0 0,0 0 0 0 0,1-1 0 0 0,-1 0 0 0 0,0 1 0 0 0,1-1 0 0 0,-1-1 0 0 0,1 1 1 0 0,0 0-1 0 0,6-1 0 0 0,7 1 85 0 0,1-2 1 0 0,-1 0-1 0 0,29-6 1 0 0,6 0 158 0 0,-42 6-209 0 0,1 1 0 0 0,-1 0 1 0 0,1 0-1 0 0,-1 1 0 0 0,0 1 0 0 0,11 2 0 0 0,-17-3-11 0 0,0 1-1 0 0,-1-1 1 0 0,1 1-1 0 0,-1 0 1 0 0,0-1-1 0 0,1 2 1 0 0,-1-1 0 0 0,0 0-1 0 0,0 1 1 0 0,-1-1-1 0 0,1 1 1 0 0,0 0-1 0 0,-1 0 1 0 0,0 0-1 0 0,1 0 1 0 0,-1 0-1 0 0,0 0 1 0 0,-1 1-1 0 0,4 6 1 0 0,-3-1 90 0 0,1 0 0 0 0,-1 0-1 0 0,-1 0 1 0 0,0 0 0 0 0,0 0 0 0 0,-1 0 0 0 0,0 0 0 0 0,0 0 0 0 0,-1 0 0 0 0,-1 0-1 0 0,1 0 1 0 0,-1 0 0 0 0,-1 0 0 0 0,0 0 0 0 0,0-1 0 0 0,0 1 0 0 0,-1-1 0 0 0,-1 0-1 0 0,1 0 1 0 0,-1-1 0 0 0,0 1 0 0 0,-1-1 0 0 0,0 0 0 0 0,0 0 0 0 0,-8 5-1 0 0,8-5-237 0 0,-1-1 0 0 0,-1 0-1 0 0,1 0 1 0 0,-1-1 0 0 0,0 0-1 0 0,0 0 1 0 0,0-1 0 0 0,-1 0-1 0 0,1 0 1 0 0,-1-1-1 0 0,0-1 1 0 0,0 1 0 0 0,0-1-1 0 0,-1-1 1 0 0,1 0 0 0 0,0 0-1 0 0,-1 0 1 0 0,1-1 0 0 0,-1-1-1 0 0,1 0 1 0 0,0 0-1 0 0,0-1 1 0 0,-1 0 0 0 0,-10-4-1 0 0,18 5-232 0 0,-1 0 0 0 0,1-1 0 0 0,0 1 0 0 0,-1-1 0 0 0,1 1 0 0 0,0-1-1 0 0,0 0 1 0 0,0 0 0 0 0,0 0 0 0 0,0 0 0 0 0,1 0 0 0 0,-1 0 0 0 0,1-1-1 0 0,-1 1 1 0 0,1 0 0 0 0,0-1 0 0 0,0 1 0 0 0,0-1 0 0 0,-1-4 0 0 0,1 3-645 0 0,0 0-1 0 0,1 1 1 0 0,-1-1 0 0 0,1 0 0 0 0,0 0 0 0 0,0 0 0 0 0,1 1-1 0 0,0-7 1 0 0,4-9-6310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5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92 2292 0 0,'6'-26'8636'0'0,"-6"23"-8032"0"0,0-7 724 0 0,0 1 0 0 0,0 0-1 0 0,-1 0 1 0 0,-4-15 0 0 0,5 22-1453 0 0,-18 104-10568 0 0,13-78 5744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1428 0 0,'3'21'4265'0'0,"2"37"9074"0"0,-3-18-10114 0 0,3-34-4808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6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29 340 0 0,'-21'-29'26936'0'0,"29"59"-39020"0"0,-1-10 5311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7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3028 0 0,'0'3'2319'0'0,"0"42"8962"0"0,-2-21-8450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8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2292 0 0,'4'-12'4277'0'0,"0"1"-1"0"0,-1-1 1 0 0,3-20-1 0 0,-5 27-3436 0 0,-1 3-147 0 0,9-23 982 0 0,-6 30-2669 0 0,0-1 1 0 0,0 1-1 0 0,0 0 0 0 0,-1 0 0 0 0,1 0 1 0 0,-1 1-1 0 0,-1-1 0 0 0,1 0 0 0 0,-1 1 1 0 0,0-1-1 0 0,1 11 0 0 0,0-6-1912 0 0,0 5-2465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8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2636 0 0,'-2'43'12734'0'0,"0"-7"-6333"0"0,2-34-5531 0 0,1 6-1170 0 0,33-35-5139 0 0,-9 11-1228 0 0,-6 4-1164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5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71 2860 0 0,'-40'10'16558'0'0,"39"-10"-16486"0"0,-17 2 3034 0 0,14-3-1696 0 0,15-3-1591 0 0,154-39 205 0 0,-113 30-26 0 0,12-2-2873 0 0,-50 8-2397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6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73 152 184 0 0,'6'-33'9214'0'0,"-5"24"-7599"0"0,0-1 1 0 0,1 0 0 0 0,1 1 0 0 0,6-17-1 0 0,-7 22-1523 0 0,0 1-1 0 0,0-1 0 0 0,0 1 0 0 0,1 0 0 0 0,-1 0 0 0 0,1 0 0 0 0,0 0 0 0 0,0 0 0 0 0,0 0 0 0 0,0 1 0 0 0,1 0 0 0 0,-1-1 0 0 0,1 1 1 0 0,-1 1-1 0 0,6-3 0 0 0,-5 2-81 0 0,0 1 1 0 0,1-1-1 0 0,-1 1 1 0 0,1 0 0 0 0,-1 0-1 0 0,1 1 1 0 0,-1 0-1 0 0,1-1 1 0 0,0 1-1 0 0,-1 1 1 0 0,1-1-1 0 0,-1 1 1 0 0,1 0 0 0 0,-1 0-1 0 0,1 0 1 0 0,-1 0-1 0 0,0 1 1 0 0,1 0-1 0 0,-1 0 1 0 0,0 0-1 0 0,0 0 1 0 0,6 5 0 0 0,-7-5-4 0 0,-1 1 0 0 0,1-1 0 0 0,0 1 0 0 0,-1 0 0 0 0,1 0 0 0 0,-1 0 1 0 0,0 0-1 0 0,0 0 0 0 0,0 1 0 0 0,-1-1 0 0 0,1 1 0 0 0,-1-1 0 0 0,0 1 0 0 0,0-1 1 0 0,0 1-1 0 0,0 0 0 0 0,-1-1 0 0 0,1 1 0 0 0,-1 0 0 0 0,0 0 0 0 0,0-1 1 0 0,0 1-1 0 0,-1 0 0 0 0,1 0 0 0 0,-1-1 0 0 0,0 1 0 0 0,-3 6 0 0 0,-11 26 119 0 0,-2 0 0 0 0,-22 33 0 0 0,38-68-124 0 0,1 0 12 0 0,0 0 1 0 0,0 0 0 0 0,1 0-1 0 0,-1 0 1 0 0,1 0-1 0 0,-1 0 1 0 0,0 0 0 0 0,1 0-1 0 0,0 0 1 0 0,-1 0-1 0 0,1-1 1 0 0,-1 1 0 0 0,1 0-1 0 0,0 0 1 0 0,0-1-1 0 0,0 1 1 0 0,-1 0 0 0 0,3 0-1 0 0,20 11 351 0 0,-5-4-142 0 0,0 1 1 0 0,0 0 0 0 0,-1 1-1 0 0,-1 1 1 0 0,0 1 0 0 0,0 0 0 0 0,18 20-1 0 0,-28-25-13 0 0,0 0-1 0 0,0 1 0 0 0,-1-1 1 0 0,0 1-1 0 0,0 0 0 0 0,0 1 1 0 0,-2-1-1 0 0,7 19 0 0 0,-9-23-63 0 0,0 1-1 0 0,0 0 0 0 0,-1 0 1 0 0,0 0-1 0 0,0 0 0 0 0,0 0 1 0 0,0 0-1 0 0,-1 0 0 0 0,0 0 1 0 0,0 0-1 0 0,0-1 1 0 0,-1 1-1 0 0,1 0 0 0 0,-1-1 1 0 0,0 1-1 0 0,0-1 0 0 0,-1 1 1 0 0,-4 6-1 0 0,-1-1-8 0 0,-1-1 1 0 0,1 0-1 0 0,-2 0 0 0 0,1-1 1 0 0,-1 0-1 0 0,0-1 0 0 0,-1 0 0 0 0,1 0 1 0 0,-1-1-1 0 0,-1-1 0 0 0,1 0 0 0 0,-1 0 1 0 0,-23 5-1 0 0,13-5-786 0 0,1-1-1 0 0,-37 2 1 0 0,31-5-3638 0 0,-44-5 1 0 0,35 3-2314 0 0,26 2 3569 0 0,-4 0-3168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7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1716 0 0,'-1'11'24204'0'0,"4"-10"-24154"0"0,0 0 0 0 0,0 0 0 0 0,0-1 0 0 0,0 1 0 0 0,0-1 0 0 0,0 0-1 0 0,0 0 1 0 0,1 0 0 0 0,-1 0 0 0 0,3-1 0 0 0,44-6 57 0 0,-26 3-45 0 0,192-32-632 0 0,-193 28-3710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8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106 280 2460 0 0,'6'-8'8703'0'0,"-5"6"-8105"0"0,0 1-1 0 0,0-1 1 0 0,0 0-1 0 0,0 0 1 0 0,0 0-1 0 0,-1 0 1 0 0,1 0-1 0 0,-1 0 1 0 0,1 0-1 0 0,-1 0 1 0 0,0 0-1 0 0,1 0 1 0 0,-1 0-1 0 0,0 0 1 0 0,-1-4-1 0 0,0 3-254 0 0,1 0 0 0 0,-1 0-1 0 0,0 0 1 0 0,-1 0 0 0 0,1 1-1 0 0,0-1 1 0 0,-1 0 0 0 0,0 1-1 0 0,-3-6 1 0 0,-5-2-608 0 0,-1 0-1 0 0,0 0 1 0 0,-24-15 0 0 0,7 5 795 0 0,28 20-576 0 0,-1 0-1 0 0,1-1 1 0 0,-1 1 0 0 0,1 0 0 0 0,-1-1 0 0 0,1 1-1 0 0,-1 0 1 0 0,1-1 0 0 0,-1 1 0 0 0,1-1 0 0 0,0 1-1 0 0,-1-1 1 0 0,1 1 0 0 0,0-1 0 0 0,-1 1-1 0 0,1-1 1 0 0,0 1 0 0 0,0-1 0 0 0,-1 1 0 0 0,1-1-1 0 0,0 0 1 0 0,0 1 0 0 0,0-1 0 0 0,0 1 0 0 0,0-1-1 0 0,0 0 1 0 0,0 1 0 0 0,0-1 0 0 0,0 1 0 0 0,0-1-1 0 0,0 0 1 0 0,0 1 0 0 0,0-1 0 0 0,1 1 0 0 0,-1-1-1 0 0,0 0 1 0 0,0 1 0 0 0,1-1 0 0 0,-1 1-1 0 0,0-1 1 0 0,1 1 0 0 0,-1-1 0 0 0,1 1 0 0 0,-1-1-1 0 0,0 1 1 0 0,1 0 0 0 0,-1-1 0 0 0,1 1 0 0 0,-1 0-1 0 0,1-1 1 0 0,-1 1 0 0 0,1 0 0 0 0,0-1 0 0 0,-1 1-1 0 0,1 0 1 0 0,-1 0 0 0 0,1 0 0 0 0,-1 0-1 0 0,2-1 1 0 0,7-2-63 0 0,1 0 0 0 0,0 0 0 0 0,9-1 0 0 0,-7 2-65 0 0,54-16 366 0 0,79-32 0 0 0,-97 33 5778 0 0,-43 17-5634 0 0,-5 0-333 0 0,1-1 1 0 0,-1 1-1 0 0,0 0 1 0 0,1 0-1 0 0,-1 0 1 0 0,0 0-1 0 0,1 0 1 0 0,-1 0 0 0 0,0 0-1 0 0,1 0 1 0 0,-1 0-1 0 0,0 0 1 0 0,1 0-1 0 0,-1 0 1 0 0,0 0-1 0 0,1 0 1 0 0,-1 0-1 0 0,0 0 1 0 0,1 0 0 0 0,-1 1-1 0 0,0-1 1 0 0,1 0-1 0 0,-1 0 1 0 0,0 0-1 0 0,0 1 1 0 0,1-1-1 0 0,-1 0 1 0 0,0 0-1 0 0,0 0 1 0 0,1 1 0 0 0,-1-1-1 0 0,0 0 1 0 0,0 1-1 0 0,0-1 1 0 0,1 0-1 0 0,-1 0 1 0 0,0 1-1 0 0,0-1 1 0 0,0 0-1 0 0,0 1 1 0 0,0-1 0 0 0,0 0-1 0 0,0 1 1 0 0,0-1-1 0 0,0 0 1 0 0,0 1-1 0 0,0-1 1 0 0,0 0-1 0 0,0 1 1 0 0,0 0-1 0 0,2 56 148 0 0,-3 0-1 0 0,-16 112 1 0 0,13-137-100 0 0,-27 186-1419 0 0,-4 2-3792 0 0,11-68-986 0 0,13-91 1127 0 0,0-1-2493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49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92 512 0 0,'4'-12'3280'0'0,"-1"1"0"0"0,0-1 0 0 0,2-16 822 0 0,-2 17-484 0 0,-3-6-844 0 0,0 16-2402 0 0,-2 14-461 0 0,3 207 469 0 0,-3-32-4441 0 0,5-154 145 0 0,2-12-1967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50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47 132 2924 0 0,'2'-53'10653'0'0,"1"20"-7107"0"0,-3 31-3480 0 0,0 0 1 0 0,1 0-1 0 0,-1 0 0 0 0,1 0 1 0 0,-1 0-1 0 0,1 0 1 0 0,0 0-1 0 0,0 0 0 0 0,0 0 1 0 0,0 1-1 0 0,0-1 0 0 0,0 0 1 0 0,0 0-1 0 0,0 1 1 0 0,1-1-1 0 0,-1 1 0 0 0,1-1 1 0 0,-1 1-1 0 0,1 0 1 0 0,0 0-1 0 0,0 0 0 0 0,-1-1 1 0 0,1 2-1 0 0,0-1 0 0 0,0 0 1 0 0,0 0-1 0 0,0 1 1 0 0,0-1-1 0 0,0 1 0 0 0,3-1 1 0 0,0 0-60 0 0,0 1 0 0 0,0-1 1 0 0,1 1-1 0 0,-1 1 1 0 0,0-1-1 0 0,0 1 0 0 0,1 0 1 0 0,-1 0-1 0 0,7 2 0 0 0,-9-2-1 0 0,-1 1 0 0 0,1-1 0 0 0,0 0 0 0 0,0 1 0 0 0,-1-1 0 0 0,1 1 0 0 0,-1 0 0 0 0,1 0 0 0 0,-1 0-1 0 0,0 0 1 0 0,0 0 0 0 0,0 0 0 0 0,0 1 0 0 0,0-1 0 0 0,-1 1 0 0 0,1-1 0 0 0,0 1 0 0 0,-1 0 0 0 0,0 0-1 0 0,0 0 1 0 0,0-1 0 0 0,0 1 0 0 0,0 0 0 0 0,-1 0 0 0 0,1 0 0 0 0,-1 0 0 0 0,0 1 0 0 0,0-1 0 0 0,0 0-1 0 0,0 0 1 0 0,-2 6 0 0 0,-1 6 47 0 0,0 0 1 0 0,-2-1-1 0 0,0 1 0 0 0,-13 25 0 0 0,14-30-20 0 0,-25 42 350 0 0,29-50-377 0 0,1 1-32 0 0,-1-3 24 0 0,0 0 0 0 0,0 0 0 0 0,0 0 0 0 0,0 0 0 0 0,0 1 1 0 0,0-1-1 0 0,0 0 0 0 0,0 0 0 0 0,0 0 0 0 0,0 1 0 0 0,0-1 0 0 0,0 0 0 0 0,0 0 1 0 0,0 0-1 0 0,0 0 0 0 0,0 1 0 0 0,1-1 0 0 0,-1 0 0 0 0,0 0 0 0 0,0 0 0 0 0,0 0 1 0 0,0 0-1 0 0,0 1 0 0 0,0-1 0 0 0,1 0 0 0 0,-1 0 0 0 0,0 0 0 0 0,0 0 1 0 0,0 0-1 0 0,0 0 0 0 0,0 0 0 0 0,1 0 0 0 0,-1 0 0 0 0,0 1 0 0 0,0-1 0 0 0,0 0 1 0 0,1 0-1 0 0,-1 0 0 0 0,11 0-25 0 0,0 2 1 0 0,0-1-1 0 0,0 2 1 0 0,0-1-1 0 0,0 2 1 0 0,0-1-1 0 0,-1 1 1 0 0,0 1-1 0 0,15 8 1 0 0,-12-5 161 0 0,-1 0 0 0 0,0 0 0 0 0,-1 1 0 0 0,0 0 0 0 0,0 1 0 0 0,-1 1 0 0 0,9 11 0 0 0,-16-19 49 0 0,-1 0 1 0 0,0 0 0 0 0,0 1-1 0 0,0-1 1 0 0,-1 0-1 0 0,1 1 1 0 0,-1-1 0 0 0,0 1-1 0 0,0 0 1 0 0,0-1 0 0 0,0 1-1 0 0,0 0 1 0 0,-1-1 0 0 0,0 1-1 0 0,0 0 1 0 0,0 0 0 0 0,-1 3-1 0 0,0-2-35 0 0,0 0-1 0 0,-1 0 1 0 0,1 0 0 0 0,-1 0-1 0 0,-1 0 1 0 0,1-1-1 0 0,-1 1 1 0 0,1-1-1 0 0,-1 0 1 0 0,-1 0-1 0 0,-3 5 1 0 0,-2 0-33 0 0,0-1 0 0 0,0 0 0 0 0,-1-1 0 0 0,0 0-1 0 0,0-1 1 0 0,-1 0 0 0 0,0 0 0 0 0,0-1 0 0 0,-21 7 0 0 0,21-9-377 0 0,1-1 0 0 0,0 0 1 0 0,-1-1-1 0 0,0 0 0 0 0,1 0 0 0 0,-1-1 0 0 0,0-1 1 0 0,1 1-1 0 0,-21-6 0 0 0,26 5-375 0 0,-1-1-1 0 0,0 0 1 0 0,1-1 0 0 0,-1 1-1 0 0,1-1 1 0 0,-1 0 0 0 0,-8-8-1 0 0,10 8-282 0 0,0-1 0 0 0,0 0-1 0 0,0 0 1 0 0,1 0 0 0 0,0-1-1 0 0,0 1 1 0 0,0-1 0 0 0,0 0 0 0 0,-3-9-1 0 0,-2-11-6896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51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6 106 844 0 0,'-5'-10'12659'0'0,"16"3"-7851"0"0,33-1-5908 0 0,-19 4 2229 0 0,259-55-462 0 0,-193 44 594 0 0,-89 15-1213 0 0,13-2 51 0 0,-10 2-137 0 0,0 0 1 0 0,0 0 0 0 0,0 0 0 0 0,0 1 0 0 0,6 1 0 0 0,-9-1 22 0 0,-1 0 8 0 0,2 3 6 0 0,-1-2 10 0 0,4 4-5 0 0,-1 0-1 0 0,0 1 1 0 0,-1-1 0 0 0,1 1-1 0 0,-1 0 1 0 0,-1 0 0 0 0,4 8-1 0 0,-3-7 7 0 0,14 35 93 0 0,-2 2 1 0 0,22 92 0 0 0,1 98 459 0 0,-32-187-527 0 0,38 348 1507 0 0,-33-266-1352 0 0,122 1632 2225 0 0,-125-1544-2355 0 0,14 219 377 0 0,-10-176-237 0 0,-13-255-192 0 0,5 73 87 0 0,-5-77-80 0 0,3 24-30 0 0,-3-25 22 0 0,0 22-2 0 0,5 8-32 0 0,-5-28 39 0 0,1 0 0 0 0,-1 0 0 0 0,0 0 1 0 0,0 1-1 0 0,0-1 0 0 0,0 0 0 0 0,-1 0 1 0 0,1 0-1 0 0,-1 1 0 0 0,0-1 0 0 0,0 0 1 0 0,0 0-1 0 0,0 0 0 0 0,0 0 0 0 0,-1 0 1 0 0,-2 4-1 0 0,0-3 36 0 0,-1 1 0 0 0,1-1 0 0 0,-1 0 0 0 0,0 0 0 0 0,0 0 0 0 0,0 0-1 0 0,-11 5 1 0 0,-18 8-194 0 0,0-2-1 0 0,-67 20 0 0 0,-78 10-1841 0 0,142-37 1445 0 0,-158 33-3526 0 0,59-16-2869 0 0,-2 1-3376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5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14 508 0 0,'-14'-14'12873'0'0,"13"15"-12821"0"0,0 0 1 0 0,-1 0 0 0 0,1-1 0 0 0,0 1 0 0 0,0 0 0 0 0,0 0 0 0 0,0 0 0 0 0,0 0 0 0 0,0 1 0 0 0,0-1 0 0 0,0 0 0 0 0,0 0 0 0 0,0 1-1 0 0,1-1 1 0 0,-1 0 0 0 0,0 1 0 0 0,1-1 0 0 0,-1 1 0 0 0,1-1 0 0 0,0 1 0 0 0,-1-1 0 0 0,1 1 0 0 0,0-1 0 0 0,0 3 0 0 0,-2 50 466 0 0,2-34-353 0 0,-25 404 294 0 0,11-236-5320 0 0,11-143 92 0 0,1-25 951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57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1 236 1576 0 0,'0'-6'785'0'0,"0"-16"955"0"0,0 1 1 0 0,2 0 0 0 0,0 0-1 0 0,7-27 1 0 0,-8 43-1613 0 0,0 0 0 0 0,1 0 1 0 0,0 0-1 0 0,0 0 0 0 0,0 1 0 0 0,1-1 1 0 0,-1 1-1 0 0,1-1 0 0 0,0 1 0 0 0,0 0 1 0 0,1 0-1 0 0,-1 1 0 0 0,1-1 0 0 0,0 1 1 0 0,0-1-1 0 0,0 1 0 0 0,0 0 0 0 0,1 1 1 0 0,-1-1-1 0 0,1 1 0 0 0,0 0 0 0 0,-1 0 1 0 0,7-2-1 0 0,0 2-67 0 0,-1 0 1 0 0,0 1 0 0 0,0 0-1 0 0,1 0 1 0 0,-1 1-1 0 0,0 1 1 0 0,1 0-1 0 0,-1 0 1 0 0,0 1-1 0 0,0 0 1 0 0,0 0-1 0 0,17 8 1 0 0,-23-9-42 0 0,0 1 1 0 0,0 0-1 0 0,0 0 1 0 0,-1 0-1 0 0,1 1 1 0 0,0-1-1 0 0,-1 1 1 0 0,0 0-1 0 0,1 0 1 0 0,-1 0-1 0 0,-1 1 0 0 0,1-1 1 0 0,0 1-1 0 0,-1-1 1 0 0,1 1-1 0 0,-1 0 1 0 0,0 0-1 0 0,-1 0 1 0 0,1 0-1 0 0,-1 0 1 0 0,1 1-1 0 0,-1-1 1 0 0,0 0-1 0 0,-1 0 0 0 0,1 1 1 0 0,-1-1-1 0 0,0 1 1 0 0,0-1-1 0 0,0 1 1 0 0,-1-1-1 0 0,-1 7 1 0 0,0 0 21 0 0,-2 0 1 0 0,1 0 0 0 0,-1 0-1 0 0,-1 0 1 0 0,0-1 0 0 0,0 0-1 0 0,-1 0 1 0 0,-1 0 0 0 0,1-1-1 0 0,-14 14 1 0 0,0-3 384 0 0,-1 0-1 0 0,-1-2 1 0 0,-26 17-1 0 0,-9 1 1052 0 0,56-35-1494 0 0,0 0 11 0 0,1 0 1 0 0,0 0-1 0 0,0-1 1 0 0,0 1-1 0 0,0 0 1 0 0,1 0-1 0 0,-1 0 1 0 0,0-1-1 0 0,0 1 1 0 0,0 0-1 0 0,1 0 1 0 0,-1 0-1 0 0,0-1 1 0 0,1 1-1 0 0,-1 0 1 0 0,1-1-1 0 0,-1 1 1 0 0,1 0-1 0 0,-1-1 1 0 0,1 1-1 0 0,-1 0 1 0 0,1-1-1 0 0,0 1 1 0 0,-1-1-1 0 0,1 1 1 0 0,0-1-1 0 0,28 21-14 0 0,-14-11 32 0 0,261 197 83 0 0,-241-183 41 0 0,46 23 0 0 0,-43-28 205 0 0,-37-18-304 0 0,6 3 249 0 0,-6-3-235 0 0,0-1 0 0 0,0 1-1 0 0,0 0 1 0 0,0 0-1 0 0,0-1 1 0 0,0 1 0 0 0,0-1-1 0 0,0 1 1 0 0,1-1-1 0 0,-1 1 1 0 0,0-1-1 0 0,0 0 1 0 0,0 1 0 0 0,0-1-1 0 0,1 0 1 0 0,-1 0-1 0 0,2 0 1 0 0,-3-2-142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58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56 1680 0 0,'0'0'3633'0'0,"-15"1"2013"0"0,3-2-3313 0 0,9 1-1682 0 0,-24 2 2026 0 0,25-2-1775 0 0,-1-1-448 0 0,-9 0 1034 0 0,10 1-1296 0 0,-1-1 1 0 0,1 0 0 0 0,-1 1-1 0 0,1-1 1 0 0,0 0-1 0 0,-1 0 1 0 0,-2-2 0 0 0,8 0-199 0 0,0-1 1 0 0,0 1-1 0 0,0 0 0 0 0,0 0 1 0 0,1 0-1 0 0,-1 1 1 0 0,1-1-1 0 0,-1 1 1 0 0,1 0-1 0 0,0-1 1 0 0,0 2-1 0 0,0-1 1 0 0,5-1-1 0 0,-2 0-22 0 0,0 1 1 0 0,1 1-1 0 0,-1-1 1 0 0,0 1-1 0 0,1 0 0 0 0,13 1 1 0 0,-18 0 25 0 0,-1 0 0 0 0,1 1 0 0 0,0-1 0 0 0,0 1 0 0 0,0-1 0 0 0,0 1 0 0 0,0 0 1 0 0,-1 0-1 0 0,1 0 0 0 0,0 1 0 0 0,-1-1 0 0 0,1 1 0 0 0,-1-1 0 0 0,1 1 0 0 0,-1 0 0 0 0,0 0 0 0 0,0 0 0 0 0,0 0 0 0 0,0 0 0 0 0,0 1 1 0 0,0-1-1 0 0,0 0 0 0 0,-1 1 0 0 0,0 0 0 0 0,1-1 0 0 0,-1 1 0 0 0,0 0 0 0 0,0-1 0 0 0,0 1 0 0 0,-1 0 0 0 0,1 0 0 0 0,-1 0 0 0 0,1 0 1 0 0,-1 0-1 0 0,0 0 0 0 0,0 0 0 0 0,-1 3 0 0 0,1 5 10 0 0,-2 1 0 0 0,1-1 0 0 0,-2 0 0 0 0,1 0 0 0 0,-2 0 1 0 0,1 0-1 0 0,-2-1 0 0 0,-5 12 0 0 0,-9 8 66 0 0,0 0-1 0 0,-3-2 1 0 0,0 0 0 0 0,-2-2 0 0 0,0 0-1 0 0,-35 27 1 0 0,51-47-28 0 0,11-9-93 0 0,11-8-45 0 0,-7 8 81 0 0,1 0 0 0 0,0 1-1 0 0,-1 0 1 0 0,1 0 0 0 0,0 0-1 0 0,0 1 1 0 0,0 0 0 0 0,0 1-1 0 0,1 0 1 0 0,-1 0 0 0 0,0 1-1 0 0,0 0 1 0 0,0 0 0 0 0,0 1-1 0 0,-1 0 1 0 0,1 0 0 0 0,0 1-1 0 0,-1 0 1 0 0,1 0 0 0 0,-1 1-1 0 0,0 0 1 0 0,7 5-1 0 0,-8-5 48 0 0,0 0 0 0 0,0 1 0 0 0,0 0 0 0 0,-1 0 0 0 0,1 0-1 0 0,-1 1 1 0 0,0 0 0 0 0,-1 0 0 0 0,1 0 0 0 0,-1 0-1 0 0,0 1 1 0 0,-1 0 0 0 0,0-1 0 0 0,0 1 0 0 0,0 1 0 0 0,-1-1-1 0 0,0 0 1 0 0,-1 1 0 0 0,1-1 0 0 0,-1 1 0 0 0,-1-1-1 0 0,1 1 1 0 0,-2 10 0 0 0,-1-6 106 0 0,-1 0 0 0 0,0 0 0 0 0,0-1 0 0 0,-1 1 0 0 0,-1-1 0 0 0,0 0 0 0 0,0 0 0 0 0,-1 0 0 0 0,-1-1 0 0 0,0 0 0 0 0,0 0 0 0 0,-1-1 0 0 0,0 0 0 0 0,-1 0 0 0 0,1-1 0 0 0,-2 0-1 0 0,1-1 1 0 0,-1 0 0 0 0,-19 10 0 0 0,15-9-61 0 0,-1-1-1 0 0,0 0 0 0 0,0-1 0 0 0,-1-1 0 0 0,0-1 0 0 0,0 0 0 0 0,0-1 0 0 0,0-1 0 0 0,-1 0 0 0 0,1-1 1 0 0,-1-1-1 0 0,1-1 0 0 0,-1 0 0 0 0,-16-4 0 0 0,26 4-149 0 0,0-1-1 0 0,0 0 1 0 0,0 0 0 0 0,1-1-1 0 0,-1 0 1 0 0,1 0 0 0 0,0 0-1 0 0,0-1 1 0 0,-10-7 0 0 0,14 9-122 0 0,1 0 0 0 0,-1 1 0 0 0,0-1 0 0 0,0-1 0 0 0,1 1-1 0 0,-1 0 1 0 0,1 0 0 0 0,0-1 0 0 0,-1 1 0 0 0,1 0 0 0 0,0-1 0 0 0,0 1 0 0 0,1-1 0 0 0,-1 1 0 0 0,1-1 0 0 0,-1 0 0 0 0,1 1 0 0 0,0-1 0 0 0,0 0 0 0 0,0 1 0 0 0,0-1 0 0 0,0 0-1 0 0,0 1 1 0 0,1-1 0 0 0,0 1 0 0 0,-1-1 0 0 0,1 0 0 0 0,2-3 0 0 0,2-4-1521 0 0,1 0 0 0 0,1 0 0 0 0,-1 0 0 0 0,1 1 0 0 0,15-15 0 0 0,0 1-5175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6:58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111 215 392 0 0,'-19'-8'7788'0'0,"-33"-7"0"0"0,24 8-5198 0 0,26 6-2314 0 0,-7-5 637 0 0,23 0-868 0 0,1 1-1 0 0,0 1 0 0 0,1 0 1 0 0,28-4-1 0 0,-8 2-515 0 0,-19 3 123 0 0,107-27-5453 0 0,-122 30 5753 0 0,0-1 1 0 0,-1 1 0 0 0,1-1 0 0 0,0 0-1 0 0,0 1 1 0 0,-1-1 0 0 0,1 0 0 0 0,-1 0 0 0 0,1 0-1 0 0,-1-1 1 0 0,1 1 0 0 0,-1 0 0 0 0,0 0 0 0 0,1-1-1 0 0,-1 1 1 0 0,0-1 0 0 0,0 1 0 0 0,0-1-1 0 0,0 1 1 0 0,0-1 0 0 0,-1 0 0 0 0,1 1 0 0 0,0-1-1 0 0,-1 0 1 0 0,1 0 0 0 0,-1 1 0 0 0,1-1-1 0 0,-1 0 1 0 0,0 0 0 0 0,0-3 0 0 0,-1-2 765 0 0,0 0 1 0 0,-1 0-1 0 0,0 0 1 0 0,0 0-1 0 0,0 0 1 0 0,-4-7-1 0 0,1 4 702 0 0,5 9-1190 0 0,8 22 346 0 0,1 20-519 0 0,-7-26-21 0 0,-1 0-1 0 0,-1-1 1 0 0,-1 1 0 0 0,0 0-1 0 0,-1-1 1 0 0,0 1-1 0 0,-5 14 1 0 0,-36 97-3003 0 0,36-107 154 0 0,-2-1 0 0 0,-13 22 0 0 0,7-17-2859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0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1080 0 0,'-5'13'1984'0'0,"1"-3"-396"0"0,1-2-1448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0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47 612 0 0,'0'0'5845'0'0,"5"-12"-6065"0"0,-5-3-949 0 0,-2 5-443 0 0,1 1 560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0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1652 0 0,'0'0'6527'0'0,"17"11"-5879"0"0,-7 19-5043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1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 0 0,'0'0'1272'0'0,"16"1"-2136"0"0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2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63 196 0 0,'-1'-2'1780'0'0,"-29"-47"8352"0"0,29 48-9878 0 0,0-1 0 0 0,0 1-1 0 0,0 0 1 0 0,-1 0-1 0 0,1 0 1 0 0,0 0-1 0 0,-1 0 1 0 0,1 0-1 0 0,-3-1 1 0 0,2 5-172 0 0,1 0 0 0 0,-1 0 0 0 0,1 0 0 0 0,0 0 0 0 0,0 0 0 0 0,0 0 0 0 0,0 0 1 0 0,1 0-1 0 0,-1 0 0 0 0,1 6 0 0 0,1 40 457 0 0,0-17-320 0 0,-1 48 112 0 0,20 161 0 0 0,2-105-3867 0 0,-13-107 111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2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48 284 1884 0 0,'-2'-20'1399'0'0,"1"-1"0"0"0,1 1 0 0 0,1-1 0 0 0,1 1 0 0 0,5-21-1 0 0,-5 33-1278 0 0,0 0 0 0 0,1 0 0 0 0,0 0 0 0 0,0 0 0 0 0,1 1-1 0 0,0 0 1 0 0,0-1 0 0 0,0 1 0 0 0,1 1 0 0 0,1-1-1 0 0,-1 1 1 0 0,1 0 0 0 0,0 0 0 0 0,0 1 0 0 0,10-7-1 0 0,-11 8-83 0 0,0 1 0 0 0,1 0 0 0 0,0 1 0 0 0,0 0 0 0 0,0-1 0 0 0,0 2 0 0 0,0-1 0 0 0,0 1 0 0 0,0 0 0 0 0,0 0 0 0 0,1 1 0 0 0,-1-1 0 0 0,0 1 0 0 0,11 2 0 0 0,-15-2 1 0 0,1 1 1 0 0,0-1-1 0 0,-1 1 0 0 0,1 0 0 0 0,-1 0 0 0 0,1 0 0 0 0,-1 0 0 0 0,1 0 0 0 0,-1 1 0 0 0,0-1 0 0 0,1 1 0 0 0,-1-1 0 0 0,0 1 0 0 0,0 0 0 0 0,0 0 0 0 0,-1 0 0 0 0,1 0 0 0 0,0 0 0 0 0,-1 1 0 0 0,1-1 0 0 0,-1 0 1 0 0,0 1-1 0 0,1-1 0 0 0,-1 1 0 0 0,0-1 0 0 0,-1 1 0 0 0,1-1 0 0 0,0 1 0 0 0,-1 0 0 0 0,0-1 0 0 0,1 1 0 0 0,-1 0 0 0 0,0 0 0 0 0,0-1 0 0 0,-1 1 0 0 0,0 3 0 0 0,-1 6 49 0 0,0 0 1 0 0,-1 0-1 0 0,-1 0 0 0 0,0 0 0 0 0,-1-1 0 0 0,0 0 0 0 0,-1 0 0 0 0,0 0 1 0 0,-14 19-1 0 0,-2-2 228 0 0,-1-2 0 0 0,-32 30 0 0 0,-32 15 1859 0 0,47-40-1676 0 0,38-30-506 0 0,2 0 5 0 0,0 0 0 0 0,0 0 0 0 0,0 0 1 0 0,0 0-1 0 0,0 0 0 0 0,0 0 0 0 0,0 0 1 0 0,0 0-1 0 0,0 0 0 0 0,0 0 0 0 0,1-1 1 0 0,-1 1-1 0 0,0 0 0 0 0,1 0 0 0 0,-1 0 1 0 0,1 0-1 0 0,-1 0 0 0 0,1-1 0 0 0,-1 1 1 0 0,1 0-1 0 0,-1-1 0 0 0,1 1 0 0 0,0 1 1 0 0,194 137-1167 0 0,-128-94-2097 0 0,1-2-3305 0 0,-46-29 1505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3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114 189 168 0 0,'-5'-9'2887'0'0,"0"-1"0"0"0,0 1 0 0 0,-3-13-1 0 0,6 15-2152 0 0,0 0 0 0 0,1 0-1 0 0,-1 0 1 0 0,2 0 0 0 0,-1-12-1 0 0,1 16-687 0 0,0-1-1 0 0,0 1 0 0 0,1-1 1 0 0,-1 1-1 0 0,1-1 0 0 0,0 1 1 0 0,0-1-1 0 0,0 1 0 0 0,1 0 1 0 0,-1 0-1 0 0,1 0 0 0 0,0 0 1 0 0,0 0-1 0 0,0 0 0 0 0,0 0 1 0 0,0 0-1 0 0,1 1 0 0 0,-1-1 1 0 0,1 1-1 0 0,0 0 0 0 0,-1-1 1 0 0,1 1-1 0 0,0 1 1 0 0,0-1-1 0 0,1 0 0 0 0,-1 1 1 0 0,0-1-1 0 0,5 0 0 0 0,-6 1-39 0 0,1 0-1 0 0,0 0 1 0 0,-1 0-1 0 0,1 1 1 0 0,0-1-1 0 0,-1 1 1 0 0,1-1-1 0 0,0 1 1 0 0,-1 0-1 0 0,1 0 1 0 0,0 0-1 0 0,0 1 1 0 0,-1-1-1 0 0,1 1 1 0 0,0-1 0 0 0,-1 1-1 0 0,1 0 1 0 0,-1 0-1 0 0,1 0 1 0 0,-1 0-1 0 0,1 1 1 0 0,-1-1-1 0 0,0 1 1 0 0,1-1-1 0 0,-1 1 1 0 0,0 0-1 0 0,0 0 1 0 0,0 0-1 0 0,-1 0 1 0 0,1 0-1 0 0,0 0 1 0 0,-1 0-1 0 0,3 5 1 0 0,-2-1 16 0 0,1 0 0 0 0,-1-1 0 0 0,-1 1 1 0 0,1 0-1 0 0,-1 0 0 0 0,0 0 0 0 0,0 0 0 0 0,-1 0 1 0 0,0 0-1 0 0,0 0 0 0 0,0 0 0 0 0,-1 0 1 0 0,0 0-1 0 0,-2 6 0 0 0,-2 4 232 0 0,-1 0-1 0 0,-1-1 1 0 0,0 1 0 0 0,-1-2-1 0 0,-1 1 1 0 0,-15 19-1 0 0,23-33-254 0 0,1 0 0 0 0,-1 0 0 0 0,0 0-1 0 0,1 0 1 0 0,-1 0 0 0 0,1 0-1 0 0,-1 0 1 0 0,1 0 0 0 0,0 0-1 0 0,-1 0 1 0 0,1 0 0 0 0,0 1-1 0 0,0-1 1 0 0,0 0 0 0 0,0 0 0 0 0,0 0-1 0 0,0 0 1 0 0,0 1 0 0 0,0-1-1 0 0,0 0 1 0 0,0 0 0 0 0,1 0-1 0 0,-1 0 1 0 0,0 0 0 0 0,1 1 0 0 0,-1-1-1 0 0,1 0 1 0 0,0 0 0 0 0,-1 0-1 0 0,1 0 1 0 0,0 0 0 0 0,1 1-1 0 0,3 3-9 0 0,0 0-1 0 0,1 0 0 0 0,0 0 0 0 0,8 5 1 0 0,3 3 18 0 0,-11-8 75 0 0,0 1-1 0 0,-1-1 0 0 0,0 1 0 0 0,-1 0 0 0 0,1 0 0 0 0,-1 1 0 0 0,0-1 0 0 0,-1 1 0 0 0,1 0 0 0 0,-1 0 0 0 0,-1 0 0 0 0,1 0 0 0 0,0 8 0 0 0,-2-11 42 0 0,0 0 0 0 0,-1 0-1 0 0,0 0 1 0 0,0 0 0 0 0,0 1 0 0 0,-1-1 0 0 0,1 0-1 0 0,-1 0 1 0 0,0 0 0 0 0,0 0 0 0 0,-1 0 0 0 0,1 0-1 0 0,-1-1 1 0 0,0 1 0 0 0,0 0 0 0 0,0-1-1 0 0,0 1 1 0 0,0-1 0 0 0,-1 0 0 0 0,0 0 0 0 0,0 0-1 0 0,0 0 1 0 0,0 0 0 0 0,0 0 0 0 0,-5 3 0 0 0,1-2-35 0 0,0-1 0 0 0,0 1 0 0 0,0-1 0 0 0,0 0 1 0 0,0 0-1 0 0,-1-1 0 0 0,0 0 0 0 0,1-1 0 0 0,-1 1 1 0 0,0-1-1 0 0,1-1 0 0 0,-9 0 0 0 0,4 0-110 0 0,1-1-1 0 0,-1 0 0 0 0,1-1 1 0 0,-1-1-1 0 0,1 0 0 0 0,0 0 1 0 0,-15-7-1 0 0,25 9-142 0 0,-1 0 0 0 0,0 0-1 0 0,1 0 1 0 0,-1 0 0 0 0,1 0 0 0 0,-1 0 0 0 0,1 0 0 0 0,-1 0-1 0 0,1-1 1 0 0,0 1 0 0 0,0-1 0 0 0,0 1 0 0 0,0-1 0 0 0,0 1-1 0 0,0-1 1 0 0,0 1 0 0 0,0-1 0 0 0,0 0 0 0 0,1 0 0 0 0,-1 1-1 0 0,1-1 1 0 0,0 0 0 0 0,-1 0 0 0 0,1 0 0 0 0,0 0 0 0 0,0 0-1 0 0,0 1 1 0 0,0-1 0 0 0,0 0 0 0 0,0 0 0 0 0,1 0 0 0 0,0-3-1 0 0,2-3-1645 0 0,0 0-1 0 0,0-1 1 0 0,1 1-1 0 0,0 0 0 0 0,7-10 1 0 0,0 0-4392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3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6 104 1668 0 0,'-4'-10'9790'0'0,"4"8"-9523"0"0,0 0-31 0 0,-1 1 0 0 0,1 0 0 0 0,0 0-1 0 0,0-1 1 0 0,-1 1 0 0 0,1 0 0 0 0,0-1 0 0 0,0 1 0 0 0,1 0 0 0 0,-1-1 0 0 0,0 1 0 0 0,0 0 0 0 0,1 0 0 0 0,-1-1 0 0 0,1 1 0 0 0,-1 0 0 0 0,1 0 0 0 0,-1 0-1 0 0,1-1 1 0 0,0 1 0 0 0,-1 0 0 0 0,1 0 0 0 0,0 0 0 0 0,0 0 0 0 0,1-1 0 0 0,12-5-292 0 0,-1 0 0 0 0,1 1 1 0 0,0 1-1 0 0,1 0 0 0 0,15-3 0 0 0,4-1-3377 0 0,-3-2-3551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36 216 0 0,'-14'-27'15026'0'0,"14"26"-14906"0"0,0 1 1 0 0,0-1-1 0 0,0 1 1 0 0,0 0-1 0 0,0-1 0 0 0,-1 1 1 0 0,1-1-1 0 0,0 1 0 0 0,0 0 1 0 0,0-1-1 0 0,-1 1 0 0 0,1 0 1 0 0,0-1-1 0 0,-1 1 1 0 0,1 0-1 0 0,0 0 0 0 0,0-1 1 0 0,-1 1-1 0 0,1 0 0 0 0,0 0 1 0 0,-1 0-1 0 0,1-1 1 0 0,-1 1-1 0 0,1 0 0 0 0,0 0 1 0 0,-1 0-1 0 0,1 0 0 0 0,-1 0 1 0 0,1 0-1 0 0,0 0 1 0 0,-1 0-1 0 0,-3 13 1441 0 0,5 33-991 0 0,-1-36-55 0 0,9 331 2107 0 0,-8-113-5368 0 0,1-210 1323 0 0,-1-10-1780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91 212 876 0 0,'-3'-14'2808'0'0,"0"0"-724"0"0,0 0-1 0 0,2 0 0 0 0,-1-1 0 0 0,2-22 0 0 0,1 32-1938 0 0,0 1 0 0 0,-1-1-1 0 0,2 0 1 0 0,-1 1 0 0 0,1-1 0 0 0,-1 1 0 0 0,1-1 0 0 0,0 1-1 0 0,1 0 1 0 0,-1 0 0 0 0,1 0 0 0 0,0 0 0 0 0,0 1-1 0 0,0-1 1 0 0,0 1 0 0 0,1-1 0 0 0,-1 1 0 0 0,5-3 0 0 0,-3 3-111 0 0,-1 0 0 0 0,1 1 1 0 0,-1-1-1 0 0,1 1 0 0 0,0 0 1 0 0,0 0-1 0 0,0 0 0 0 0,0 1 1 0 0,1 0-1 0 0,-1 0 0 0 0,0 0 1 0 0,0 1-1 0 0,1 0 0 0 0,-1 0 1 0 0,0 0-1 0 0,0 0 0 0 0,1 1 1 0 0,6 2-1 0 0,-9-2 10 0 0,1 0-1 0 0,-1 0 1 0 0,0 0-1 0 0,0 1 1 0 0,0-1-1 0 0,0 1 1 0 0,0 0-1 0 0,0 0 1 0 0,-1 0-1 0 0,1 1 1 0 0,-1-1-1 0 0,1 0 1 0 0,-1 1-1 0 0,0 0 1 0 0,0-1-1 0 0,0 1 1 0 0,0 0-1 0 0,-1 0 1 0 0,1 0-1 0 0,-1 0 1 0 0,0 1 0 0 0,1-1-1 0 0,-1 0 1 0 0,-1 0-1 0 0,1 1 1 0 0,0-1-1 0 0,-1 1 1 0 0,0-1-1 0 0,0 5 1 0 0,-1 4 13 0 0,0-1 1 0 0,-1 1 0 0 0,0-1-1 0 0,-1 0 1 0 0,0 0 0 0 0,-1 0-1 0 0,0 0 1 0 0,0-1 0 0 0,-2 1-1 0 0,1-1 1 0 0,-1 0 0 0 0,-12 14-1 0 0,1-3 136 0 0,0-1 0 0 0,-1-1 0 0 0,-1-1-1 0 0,-31 22 1 0 0,-49 22 1999 0 0,98-61-2192 0 0,1-1-1 0 0,-1 0-1 0 0,1 0 1 0 0,0 0-1 0 0,0 0 1 0 0,0 0-1 0 0,-1 0 1 0 0,1 0-1 0 0,0 0 1 0 0,0 0-1 0 0,-1 0 1 0 0,1 1-1 0 0,0-1 1 0 0,0 0-1 0 0,0 0 1 0 0,-1 0-1 0 0,1 0 1 0 0,0 0-1 0 0,0 0 1 0 0,0 0-1 0 0,0 0 1 0 0,-1 1-1 0 0,1-1 1 0 0,0 0-1 0 0,0 0 1 0 0,0 0-1 0 0,0 0 1 0 0,-1 1-1 0 0,1-1 1 0 0,0 0-1 0 0,0 0 1 0 0,0 0-1 0 0,0 1 1 0 0,0-1-1 0 0,0 0 1 0 0,0 0-1 0 0,0 0 1 0 0,0 1-1 0 0,0-1 1 0 0,0 0-1 0 0,0 0 1 0 0,0 1-1 0 0,0-1 1 0 0,0 0 0 0 0,0 0-1 0 0,0 0 1 0 0,0 1-1 0 0,0-1 1 0 0,0 0-1 0 0,0 0 1 0 0,0 1-1 0 0,0-1 1 0 0,0 0-1 0 0,0 0 1 0 0,1 0-1 0 0,-1 0 1 0 0,0 1-1 0 0,0-1 1 0 0,0 0-1 0 0,0 0 1 0 0,0 0-1 0 0,1 0 1 0 0,-1 1-1 0 0,0-1 1 0 0,0 0-1 0 0,0 0 1 0 0,1 0-1 0 0,10 11-42 0 0,29 18 30 0 0,-1 2 0 0 0,-2 1 0 0 0,44 49 0 0 0,-36-35-2512 0 0,59 48 0 0 0,-94-86 1757 0 0,50 35-7199 0 0,-38-28 1646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5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74 158 1880 0 0,'-5'-8'2012'0'0,"-1"-2"558"0"0,-1-1 1 0 0,1 0-1 0 0,-8-21 0 0 0,13 29-2351 0 0,0 0-1 0 0,0-1 0 0 0,1 1 1 0 0,-1 0-1 0 0,1-1 0 0 0,0 1 1 0 0,0-1-1 0 0,0 1 1 0 0,0 0-1 0 0,0-1 0 0 0,1 1 1 0 0,0-1-1 0 0,-1 1 0 0 0,1 0 1 0 0,1 0-1 0 0,-1-1 1 0 0,0 1-1 0 0,3-4 0 0 0,-3 6-190 0 0,-1 0-1 0 0,1-1 1 0 0,0 1-1 0 0,-1 0 0 0 0,1 0 1 0 0,0 0-1 0 0,0 0 1 0 0,0 0-1 0 0,0 0 0 0 0,0 0 1 0 0,0 1-1 0 0,0-1 1 0 0,1 0-1 0 0,-1 1 0 0 0,0-1 1 0 0,0 0-1 0 0,1 1 1 0 0,-1-1-1 0 0,0 1 0 0 0,1 0 1 0 0,-1-1-1 0 0,0 1 1 0 0,1 0-1 0 0,-1 0 0 0 0,0 0 1 0 0,1 0-1 0 0,-1 0 1 0 0,0 0-1 0 0,1 0 0 0 0,-1 1 1 0 0,0-1-1 0 0,1 0 1 0 0,-1 1-1 0 0,0-1 0 0 0,1 1 1 0 0,-1-1-1 0 0,0 1 1 0 0,0 0-1 0 0,2 1 0 0 0,-1-1 62 0 0,1 1-1 0 0,0 1 0 0 0,-1-1 0 0 0,1 0 1 0 0,-1 1-1 0 0,0-1 0 0 0,1 1 0 0 0,-1 0 1 0 0,0-1-1 0 0,-1 1 0 0 0,1 0 0 0 0,-1 0 0 0 0,1 0 1 0 0,1 6-1 0 0,-2 1 98 0 0,0 1 0 0 0,0-1 0 0 0,-1 1 0 0 0,0-1 0 0 0,-1 1 0 0 0,0-1 0 0 0,-1 1 0 0 0,0-1 0 0 0,-1 0 0 0 0,-4 12 0 0 0,-7 15 541 0 0,-24 44-1 0 0,36-76-661 0 0,-17 30 381 0 0,-16 39 83 0 0,34-73-522 0 0,1-1 0 0 0,0 1-1 0 0,-1-1 1 0 0,1 1 0 0 0,0 0 0 0 0,0-1 0 0 0,0 1 0 0 0,0 0-1 0 0,-1-1 1 0 0,1 1 0 0 0,0 0 0 0 0,0-1 0 0 0,0 1-1 0 0,0 0 1 0 0,0-1 0 0 0,1 1 0 0 0,-1 0 0 0 0,0-1-1 0 0,0 1 1 0 0,0 0 0 0 0,0-1 0 0 0,1 1 0 0 0,-1 0 0 0 0,0-1-1 0 0,1 1 1 0 0,-1-1 0 0 0,1 1 0 0 0,-1-1 0 0 0,0 1-1 0 0,1-1 1 0 0,-1 1 0 0 0,1-1 0 0 0,-1 1 0 0 0,1-1 0 0 0,0 1-1 0 0,-1-1 1 0 0,1 0 0 0 0,-1 1 0 0 0,1-1 0 0 0,0 0-1 0 0,-1 0 1 0 0,1 0 0 0 0,1 1 0 0 0,26 0 126 0 0,-26-1-132 0 0,17-3-255 0 0,1 0 1 0 0,-1-1-1 0 0,35-13 0 0 0,52-27-4631 0 0,-94 39 3983 0 0,2-2-2352 0 0,0 0 0 0 0,23-18 0 0 0,-18 11-3493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5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250 126 488 0 0,'8'-90'20570'0'0,"-14"71"-16179"0"0,2 16-4355 0 0,-1 1 0 0 0,1 0 0 0 0,-1 0 0 0 0,0 0 0 0 0,0 1 0 0 0,1-1 0 0 0,-1 1 0 0 0,0 0 0 0 0,0 1 0 0 0,0-1 0 0 0,0 1 0 0 0,0 0 0 0 0,0 0 0 0 0,0 1 0 0 0,0-1 0 0 0,0 1 0 0 0,0 0 0 0 0,0 1 0 0 0,0-1 0 0 0,-5 3 1 0 0,3-1-80 0 0,-1 0 1 0 0,1 1 0 0 0,1 0 0 0 0,-1 0 0 0 0,0 1 0 0 0,1 0 0 0 0,0 0 0 0 0,0 0 0 0 0,1 1 0 0 0,-1-1 0 0 0,1 1 0 0 0,-5 8 0 0 0,1 3 29 0 0,1 1 1 0 0,0-1-1 0 0,1 2 1 0 0,1-1-1 0 0,1 1 1 0 0,0-1-1 0 0,1 2 1 0 0,2-1-1 0 0,-2 31 0 0 0,4 19 28 0 0,10 88 0 0 0,-9-149-30 0 0,18 229 292 0 0,12 121 850 0 0,85 586-756 0 0,-52-89-321 0 0,-82-416 82 0 0,8-307-22 0 0,4-40-62 0 0,-6 151 2 0 0,12-242-40 0 0,0 0 0 0 0,0 1 0 0 0,0-1 0 0 0,0 0 1 0 0,1 0-1 0 0,-1 0 0 0 0,0 0 0 0 0,1 0 0 0 0,-1 0 1 0 0,1-1-1 0 0,-1 1 0 0 0,1 0 0 0 0,0 0 0 0 0,-1 0 1 0 0,1 0-1 0 0,0 0 0 0 0,0-1 0 0 0,-1 1 1 0 0,1 0-1 0 0,0-1 0 0 0,0 1 0 0 0,0-1 0 0 0,0 1 1 0 0,0-1-1 0 0,0 1 0 0 0,0-1 0 0 0,0 1 0 0 0,0-1 1 0 0,0 0-1 0 0,0 0 0 0 0,2 1 0 0 0,32 0 53 0 0,0-5-634 0 0,0-2 0 0 0,-1-1 1 0 0,50-18-1 0 0,95-47-5670 0 0,-106 37-346 0 0,0-3-4000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7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1244 0 0,'7'-5'11068'0'0,"-6"6"-10875"0"0,0 0 1 0 0,1 1-1 0 0,-1-1 1 0 0,0 1-1 0 0,1-1 1 0 0,-1 1-1 0 0,0 0 1 0 0,0-1-1 0 0,0 1 1 0 0,-1 0-1 0 0,1 0 1 0 0,0-1-1 0 0,-1 1 0 0 0,1 4 1 0 0,6 34 1266 0 0,-4-22-818 0 0,7 67 749 0 0,1 109 0 0 0,7 72-2490 0 0,-17-258 483 0 0,3 19-1712 0 0,-4-26 1845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95 968 0 0,'9'-26'5457'0'0,"-5"17"-2975"0"0,-1 0 0 0 0,-1 0 1 0 0,1 0-1 0 0,-1 0 0 0 0,1-15 1 0 0,6 72-640 0 0,12 161 62 0 0,0-1-4347 0 0,-21-206 2335 0 0,8 48-2700 0 0,0-25-438 0 0,4-5-3801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08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74 180 0 0,'16'-73'21090'0'0,"-15"78"-20873"0"0,17 103 1952 0 0,7 131 1 0 0,-21-6-9588 0 0,-7-171-996 0 0,3-35 824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0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131 193 1516 0 0,'1'-4'748'0'0,"0"1"-1"0"0,0 0 1 0 0,-1 0-1 0 0,1-1 1 0 0,-1 1 0 0 0,0 0-1 0 0,0-1 1 0 0,0 1-1 0 0,0-1 1 0 0,0 1 0 0 0,-1 0-1 0 0,0-4 1 0 0,-1 2-235 0 0,1 0 0 0 0,-1 0 0 0 0,0 0 0 0 0,0 1 0 0 0,0-1 1 0 0,-1 1-1 0 0,1 0 0 0 0,-1 0 0 0 0,0 0 0 0 0,-1 0 0 0 0,-4-5 0 0 0,7 8-484 0 0,0 1-1 0 0,1-1 1 0 0,-1 1-1 0 0,0-1 1 0 0,0 1 0 0 0,1-1-1 0 0,-1 1 1 0 0,0-1-1 0 0,0 1 1 0 0,0 0-1 0 0,0-1 1 0 0,0 1-1 0 0,1 0 1 0 0,-1 0 0 0 0,0 0-1 0 0,0 0 1 0 0,0 0-1 0 0,0 0 1 0 0,0 0-1 0 0,0 0 1 0 0,0 0-1 0 0,0 0 1 0 0,-1 1-1 0 0,0 0-13 0 0,0 0 0 0 0,1 0 0 0 0,-1 0 0 0 0,0 0 0 0 0,1 0 0 0 0,-1 0 0 0 0,1 1 0 0 0,-1-1 0 0 0,1 1 0 0 0,-2 1 0 0 0,-2 4-23 0 0,0 1 0 0 0,0-1 1 0 0,-5 14-1 0 0,10-20 15 0 0,-7 13-6 0 0,2 1 0 0 0,0 0-1 0 0,1 1 1 0 0,0-1 0 0 0,1 1-1 0 0,1 0 1 0 0,0 0 0 0 0,1 0-1 0 0,1 0 1 0 0,1 0 0 0 0,0 0-1 0 0,4 19 1 0 0,-3-27 15 0 0,-1 0 0 0 0,1-1 0 0 0,1 1 0 0 0,0-1-1 0 0,0 1 1 0 0,0-1 0 0 0,1 0 0 0 0,0 0 0 0 0,0 0 0 0 0,1-1 0 0 0,0 0 0 0 0,0 0 0 0 0,1 0 0 0 0,-1 0-1 0 0,1-1 1 0 0,0 0 0 0 0,1 0 0 0 0,-1-1 0 0 0,1 1 0 0 0,0-1 0 0 0,0-1 0 0 0,0 0 0 0 0,1 0 0 0 0,-1 0 0 0 0,1-1-1 0 0,9 2 1 0 0,-9-2 48 0 0,1 0 0 0 0,0-1-1 0 0,0 0 1 0 0,-1-1-1 0 0,1 0 1 0 0,0-1 0 0 0,0 1-1 0 0,-1-2 1 0 0,1 1 0 0 0,0-1-1 0 0,-1 0 1 0 0,0-1-1 0 0,1 0 1 0 0,-1 0 0 0 0,0-1-1 0 0,-1 0 1 0 0,1-1 0 0 0,-1 1-1 0 0,1-2 1 0 0,-1 1-1 0 0,-1-1 1 0 0,1 0 0 0 0,-1 0-1 0 0,0 0 1 0 0,-1-1-1 0 0,1 0 1 0 0,-1 0 0 0 0,-1-1-1 0 0,1 1 1 0 0,4-13 0 0 0,-3 6-44 0 0,-1-1 0 0 0,-1 1 1 0 0,0-1-1 0 0,-1 0 0 0 0,-1 0 1 0 0,0-1-1 0 0,-1 1 0 0 0,0 0 1 0 0,-2-1-1 0 0,0 1 0 0 0,0 0 1 0 0,-1 0-1 0 0,-1 0 0 0 0,-1 0 1 0 0,0 0-1 0 0,-1 0 0 0 0,-9-19 1 0 0,8 22-36 0 0,-1 0 0 0 0,0 1 0 0 0,-13-16 0 0 0,17 22 1 0 0,-1 1 1 0 0,0 1-1 0 0,0-1 1 0 0,0 1-1 0 0,0-1 1 0 0,-1 1-1 0 0,1 0 1 0 0,-1 1 0 0 0,0-1-1 0 0,1 1 1 0 0,-9-3-1 0 0,12 5-50 0 0,-1-1-1 0 0,0 1 1 0 0,0-1-1 0 0,0 1 0 0 0,0 0 1 0 0,1 0-1 0 0,-1-1 1 0 0,0 2-1 0 0,0-1 1 0 0,0 0-1 0 0,0 0 1 0 0,0 0-1 0 0,1 1 0 0 0,-1-1 1 0 0,0 1-1 0 0,0 0 1 0 0,1-1-1 0 0,-1 1 1 0 0,0 0-1 0 0,1 0 1 0 0,-1 0-1 0 0,1 0 0 0 0,-1 0 1 0 0,1 1-1 0 0,-1-1 1 0 0,1 0-1 0 0,0 1 1 0 0,0-1-1 0 0,0 1 1 0 0,0-1-1 0 0,0 1 0 0 0,0-1 1 0 0,-1 4-1 0 0,1-3-207 0 0,0 1 1 0 0,0-1-1 0 0,0 1 0 0 0,1-1 0 0 0,0 1 0 0 0,-1-1 0 0 0,1 1 0 0 0,0-1 0 0 0,0 1 1 0 0,0 0-1 0 0,0-1 0 0 0,1 1 0 0 0,-1-1 0 0 0,1 1 0 0 0,-1-1 0 0 0,1 1 0 0 0,0-1 0 0 0,0 0 1 0 0,0 1-1 0 0,1-1 0 0 0,-1 0 0 0 0,0 0 0 0 0,3 4 0 0 0,-2-4-392 0 0,0 0 0 0 0,0 0 0 0 0,1 0 1 0 0,-1 0-1 0 0,0 0 0 0 0,1-1 0 0 0,3 3 0 0 0,12 3-3674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0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81 316 0 0,'30'-36'12877'0'0,"-16"18"-10360"0"0,-11 15-2412 0 0,0 1 0 0 0,0-1 1 0 0,0 1-1 0 0,0 0 0 0 0,0 0 0 0 0,1 0 0 0 0,-1 1 1 0 0,1-1-1 0 0,-1 1 0 0 0,1-1 0 0 0,-1 1 0 0 0,1 1 0 0 0,0-1 1 0 0,6 0-1 0 0,-8 0-53 0 0,3 1-30 0 0,1-1 1 0 0,-1 1 0 0 0,1 0 0 0 0,-1 0 0 0 0,0 1 0 0 0,1-1 0 0 0,-1 1-1 0 0,0 1 1 0 0,1-1 0 0 0,-1 1 0 0 0,0-1 0 0 0,0 1 0 0 0,0 1 0 0 0,0-1-1 0 0,-1 1 1 0 0,1 0 0 0 0,-1 0 0 0 0,1 0 0 0 0,-1 1 0 0 0,0-1 0 0 0,7 9-1 0 0,-7-6 78 0 0,0-1-1 0 0,0 1 0 0 0,-1 0 0 0 0,1 0 1 0 0,-1 0-1 0 0,-1 0 0 0 0,1 1 0 0 0,-1-1 1 0 0,0 1-1 0 0,0 0 0 0 0,-1 0 1 0 0,0-1-1 0 0,0 1 0 0 0,-1 0 0 0 0,0 0 1 0 0,0 7-1 0 0,-3 2 108 0 0,0-1 0 0 0,-1 0 1 0 0,0-1-1 0 0,-1 1 0 0 0,0-1 0 0 0,-2 0 1 0 0,-9 17-1 0 0,-65 89 1039 0 0,61-92-1018 0 0,13-19-171 0 0,-1 2 21 0 0,0 1-1 0 0,0 0 0 0 0,-6 13 1 0 0,14-25-73 0 0,0 1 0 0 0,0-1 1 0 0,0 0-1 0 0,-1 1 0 0 0,1-1 0 0 0,0 0 0 0 0,0 1 1 0 0,0-1-1 0 0,0 0 0 0 0,0 1 0 0 0,0-1 1 0 0,0 0-1 0 0,0 1 0 0 0,0-1 0 0 0,0 1 1 0 0,0-1-1 0 0,0 0 0 0 0,0 1 0 0 0,0-1 1 0 0,0 0-1 0 0,0 1 0 0 0,1-1 0 0 0,-1 0 1 0 0,0 1-1 0 0,0-1 0 0 0,0 0 0 0 0,1 0 1 0 0,-1 1-1 0 0,0-1 0 0 0,0 0 0 0 0,0 0 1 0 0,1 1-1 0 0,-1-1 0 0 0,15 3 74 0 0,21-8-48 0 0,-33 4-24 0 0,141-30-969 0 0,190-66 0 0 0,-284 74-3509 0 0,-21 2-4108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1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76 180 0 0,'31'-27'13470'0'0,"4"-12"-6976"0"0,-36 36-5972 0 0,1 3-508 0 0,0 0-1 0 0,0 0 1 0 0,1-1 0 0 0,-1 1 0 0 0,0 0 0 0 0,0 0-1 0 0,0-1 1 0 0,0 1 0 0 0,0 0 0 0 0,0 0 0 0 0,0 0 0 0 0,-1-1-1 0 0,1 1 1 0 0,0 0 0 0 0,0 0 0 0 0,0 0 0 0 0,0-1 0 0 0,0 1-1 0 0,0 0 1 0 0,0 0 0 0 0,0 0 0 0 0,0 0 0 0 0,0-1-1 0 0,-1 1 1 0 0,1 0 0 0 0,0 0 0 0 0,0 0 0 0 0,0 0 0 0 0,0 0-1 0 0,-1-1 1 0 0,1 1 0 0 0,0 0 0 0 0,0 0 0 0 0,0 0-1 0 0,0 0 1 0 0,-1 0 0 0 0,1 0 0 0 0,0 0 0 0 0,-1 0 0 0 0,-6 1 29 0 0,0 0 1 0 0,-1 0 0 0 0,1 1 0 0 0,0 0 0 0 0,0 1 0 0 0,0 0 0 0 0,0 0-1 0 0,0 0 1 0 0,1 1 0 0 0,-1 0 0 0 0,-11 9 0 0 0,8-5-58 0 0,0 1 0 0 0,1 0 0 0 0,-1 0 0 0 0,2 0 0 0 0,-1 1 0 0 0,-9 16 0 0 0,17-23 13 0 0,-1 0 0 0 0,1-1 0 0 0,-1 1 0 0 0,1 0 1 0 0,0 0-1 0 0,0 0 0 0 0,0 0 0 0 0,1 0 0 0 0,-1 0 0 0 0,1 0 1 0 0,-1 0-1 0 0,1 0 0 0 0,0 0 0 0 0,0 0 0 0 0,1 0 0 0 0,-1 0 1 0 0,1 0-1 0 0,-1 0 0 0 0,3 5 0 0 0,-1-4 5 0 0,0 1 0 0 0,1-1 0 0 0,0 0 0 0 0,0 0 0 0 0,0 0 0 0 0,0 0 0 0 0,1 0 0 0 0,-1-1 0 0 0,1 1 1 0 0,0-1-1 0 0,5 3 0 0 0,10 6-8 0 0,41 20-1 0 0,-45-26-19 0 0,0 2 0 0 0,-1-1 1 0 0,1 2-1 0 0,-2 0 0 0 0,24 20 0 0 0,-34-26 61 0 0,0 0 1 0 0,-1 0 0 0 0,1 0 0 0 0,-1 1 0 0 0,1-1 0 0 0,-1 1 0 0 0,0-1-1 0 0,0 1 1 0 0,0 0 0 0 0,-1 0 0 0 0,0 0 0 0 0,1 0 0 0 0,-1 0 0 0 0,-1 0-1 0 0,1 0 1 0 0,0 0 0 0 0,-1 7 0 0 0,-1-5 71 0 0,0 1 0 0 0,0-1 0 0 0,0 0 0 0 0,-1 0 0 0 0,0 0 0 0 0,0 0 0 0 0,-1-1 0 0 0,1 1 0 0 0,-1-1 0 0 0,-7 10 0 0 0,1-2 41 0 0,-2-1 0 0 0,1-1 0 0 0,-1 0 0 0 0,-1 0 0 0 0,0-1 0 0 0,0 0 0 0 0,-1-1 1 0 0,-23 12-1 0 0,33-19-292 0 0,0-1 1 0 0,-1 1 0 0 0,1-1 0 0 0,-1 1 0 0 0,1-1 0 0 0,-1 0-1 0 0,1 0 1 0 0,-1-1 0 0 0,0 1 0 0 0,0-1 0 0 0,1 0 0 0 0,-1 0-1 0 0,0 0 1 0 0,0 0 0 0 0,1 0 0 0 0,-1-1 0 0 0,0 0 0 0 0,1 0-1 0 0,-1 0 1 0 0,1 0 0 0 0,-1-1 0 0 0,1 1 0 0 0,-1-1-1 0 0,-2-2 1 0 0,1 0-680 0 0,1 0 0 0 0,-1 0-1 0 0,1-1 1 0 0,0 1 0 0 0,1-1 0 0 0,-1 0-1 0 0,1 0 1 0 0,0 0 0 0 0,0-1-1 0 0,1 1 1 0 0,-1-1 0 0 0,1 0-1 0 0,0 1 1 0 0,-1-8 0 0 0,-3-9-5684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2524 0 0,'13'-31'13115'0'0,"-10"29"-12896"0"0,-1-1 0 0 0,0 0 0 0 0,1 1-1 0 0,0-1 1 0 0,0 1 0 0 0,-1 0 0 0 0,1 0-1 0 0,1 0 1 0 0,-1 0 0 0 0,0 0 0 0 0,0 1-1 0 0,5-2 1 0 0,51-14 70 0 0,-33 10-62 0 0,278-63 247 0 0,-295 68-467 0 0,48-9-1485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2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51 256 0 0,'-13'-9'5541'0'0,"9"6"-4857"0"0,0 1 0 0 0,0 0 1 0 0,0 0-1 0 0,0 0 0 0 0,-1 0 0 0 0,1 1 0 0 0,0 0 0 0 0,-6-1 1 0 0,7 1-557 0 0,1 1 1 0 0,0 0-1 0 0,-1 1 1 0 0,1-1 0 0 0,-1 0-1 0 0,1 1 1 0 0,0-1 0 0 0,-1 1-1 0 0,1-1 1 0 0,0 1 0 0 0,-1 0-1 0 0,1 0 1 0 0,0 0-1 0 0,0 1 1 0 0,0-1 0 0 0,0 0-1 0 0,0 1 1 0 0,-3 2 0 0 0,-6 8 270 0 0,0 0 0 0 0,1 1 0 0 0,1 0 1 0 0,-1 0-1 0 0,2 1 0 0 0,-9 20 0 0 0,3-5 73 0 0,3 0-1 0 0,-11 40 1 0 0,19-58-412 0 0,1 0 0 0 0,0 0 0 0 0,0 0 1 0 0,1 0-1 0 0,1 0 0 0 0,0 1 0 0 0,1-1 1 0 0,2 17-1 0 0,-2-24-38 0 0,0 1 0 0 0,0 0 0 0 0,1-1 0 0 0,0 1 1 0 0,-1-1-1 0 0,2 0 0 0 0,-1 0 0 0 0,0 1 0 0 0,1-1 0 0 0,0-1 0 0 0,-1 1 1 0 0,2 0-1 0 0,-1-1 0 0 0,0 1 0 0 0,1-1 0 0 0,-1 0 0 0 0,1 0 0 0 0,0-1 1 0 0,0 1-1 0 0,0-1 0 0 0,1 0 0 0 0,5 3 0 0 0,3-1 87 0 0,1-1 0 0 0,0 0-1 0 0,0-1 1 0 0,0 0 0 0 0,0-1-1 0 0,0 0 1 0 0,0-2 0 0 0,0 1-1 0 0,0-2 1 0 0,0 0 0 0 0,0 0 0 0 0,0-2-1 0 0,0 1 1 0 0,-1-2 0 0 0,20-8-1 0 0,-24 9-48 0 0,-1 0-1 0 0,0-1 0 0 0,0 0 1 0 0,-1 0-1 0 0,1 0 0 0 0,-1-1 1 0 0,0 0-1 0 0,0-1 0 0 0,-1 0 1 0 0,0 0-1 0 0,0 0 0 0 0,-1 0 1 0 0,0-1-1 0 0,0 0 0 0 0,0 0 1 0 0,-1 0-1 0 0,-1-1 0 0 0,1 0 0 0 0,-1 1 1 0 0,-1-1-1 0 0,0 0 0 0 0,0 0 1 0 0,-1 0-1 0 0,1-15 0 0 0,-3 10-34 0 0,0 1-1 0 0,0-1 1 0 0,-2 1-1 0 0,0 0 1 0 0,0 0-1 0 0,-1 0 1 0 0,-1 0-1 0 0,0 0 0 0 0,-1 1 1 0 0,0 0-1 0 0,0 0 1 0 0,-2 1-1 0 0,1-1 1 0 0,-12-11-1 0 0,14 17-63 0 0,-1 0-1 0 0,0 0 1 0 0,0 0-1 0 0,-1 1 1 0 0,0 0-1 0 0,0 0 1 0 0,0 1 0 0 0,0-1-1 0 0,-1 2 1 0 0,1-1-1 0 0,-1 1 1 0 0,0 0-1 0 0,0 1 1 0 0,0 0-1 0 0,0 0 1 0 0,-1 0 0 0 0,1 1-1 0 0,0 1 1 0 0,-1-1-1 0 0,1 1 1 0 0,-1 1-1 0 0,1 0 1 0 0,0 0-1 0 0,-10 2 1 0 0,14-1-210 0 0,0-1 0 0 0,0 0-1 0 0,1 1 1 0 0,-1 0 0 0 0,0 0 0 0 0,0 0 0 0 0,1 0-1 0 0,-1 1 1 0 0,1-1 0 0 0,0 1 0 0 0,0 0 0 0 0,0 0-1 0 0,0 0 1 0 0,0 0 0 0 0,-3 6 0 0 0,5-7-95 0 0,0 0 0 0 0,0 0 0 0 0,0 0 1 0 0,1 1-1 0 0,-1-1 0 0 0,0 0 0 0 0,1 0 0 0 0,0 0 1 0 0,-1 0-1 0 0,1 1 0 0 0,0-1 0 0 0,0 0 0 0 0,0 0 1 0 0,1 1-1 0 0,-1-1 0 0 0,0 0 0 0 0,1 0 0 0 0,-1 0 0 0 0,1 0 1 0 0,0 1-1 0 0,0-1 0 0 0,0 0 0 0 0,0 0 0 0 0,0 0 1 0 0,0-1-1 0 0,0 1 0 0 0,1 0 0 0 0,-1 0 0 0 0,1-1 1 0 0,3 4-1 0 0,10 8-4869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2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57 3068 0 0,'-14'-17'7264'0'0,"5"9"-5812"0"0,-10-5 1467 0 0,17 12-2432 0 0,-2 2-384 0 0,0-1 0 0 0,0 1 0 0 0,0 1 0 0 0,1-1 0 0 0,-1 1 0 0 0,0-1 0 0 0,0 1-1 0 0,1 0 1 0 0,-1 0 0 0 0,1 1 0 0 0,0-1 0 0 0,0 1 0 0 0,0-1 0 0 0,0 1 0 0 0,0 0 0 0 0,0 0 0 0 0,1 1 0 0 0,-4 4 0 0 0,-6 10 236 0 0,-21 39 1 0 0,31-53-313 0 0,-6 10 22 0 0,1 1-1 0 0,1 0 1 0 0,0 0 0 0 0,1 0 0 0 0,1 1 0 0 0,0 0 0 0 0,-2 27 0 0 0,6-38-33 0 0,-1 0-1 0 0,1 0 1 0 0,1 0 0 0 0,-1-1 0 0 0,1 1 0 0 0,0 0 0 0 0,0 0 0 0 0,0 0-1 0 0,1 0 1 0 0,0-1 0 0 0,0 1 0 0 0,0 0 0 0 0,0-1 0 0 0,1 0-1 0 0,-1 0 1 0 0,1 1 0 0 0,0-2 0 0 0,1 1 0 0 0,-1 0 0 0 0,1-1 0 0 0,-1 1-1 0 0,1-1 1 0 0,0 0 0 0 0,0 0 0 0 0,1-1 0 0 0,-1 1 0 0 0,0-1 0 0 0,9 3-1 0 0,-2-1 82 0 0,0-1-1 0 0,0-1 0 0 0,0 0 0 0 0,1 0 0 0 0,-1-1 0 0 0,0-1 1 0 0,1 0-1 0 0,-1 0 0 0 0,1-1 0 0 0,-1-1 0 0 0,0 0 1 0 0,0 0-1 0 0,0-1 0 0 0,0-1 0 0 0,0 1 0 0 0,0-2 0 0 0,-1 0 1 0 0,0 0-1 0 0,0-1 0 0 0,0 0 0 0 0,-1 0 0 0 0,17-16 1 0 0,-21 16-53 0 0,1 0 0 0 0,-2 0-1 0 0,1-1 1 0 0,0 0 0 0 0,-1 0 0 0 0,-1 0 0 0 0,1 0 0 0 0,-1-1 0 0 0,0 0 0 0 0,-1 1 0 0 0,1-1 0 0 0,-2 0 0 0 0,1 0 0 0 0,-1 0 0 0 0,0 0 0 0 0,-1-1 0 0 0,0 1 0 0 0,0 0 0 0 0,-1 0 0 0 0,0 0 0 0 0,0 0 0 0 0,-1 0 0 0 0,-3-8 0 0 0,2 7-43 0 0,-1-1 0 0 0,0 1 1 0 0,0 0-1 0 0,-1 1 0 0 0,0-1 0 0 0,0 1 1 0 0,-1 0-1 0 0,0 0 0 0 0,-1 1 1 0 0,0 0-1 0 0,0 0 0 0 0,-1 0 0 0 0,1 1 1 0 0,-1 0-1 0 0,-1 1 0 0 0,1 0 0 0 0,-1 0 1 0 0,-14-6-1 0 0,12 7-167 0 0,1 1 0 0 0,-1 0 1 0 0,0 0-1 0 0,0 1 0 0 0,-14-1 0 0 0,22 3-185 0 0,0 0 0 0 0,0 0 0 0 0,0 0 1 0 0,0 0-1 0 0,0 0 0 0 0,0 1 0 0 0,0-1 0 0 0,0 1 0 0 0,0 0 0 0 0,0 0 0 0 0,0 0 0 0 0,0 1 0 0 0,1-1 0 0 0,-1 0 0 0 0,1 1 0 0 0,-1 0 1 0 0,1 0-1 0 0,-1 0 0 0 0,1 0 0 0 0,0 0 0 0 0,0 0 0 0 0,0 0 0 0 0,-3 5 0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3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66 76 0 0,'5'-12'4794'0'0,"-3"6"-3075"0"0,0 1-1 0 0,-1 0 1 0 0,1-1 0 0 0,-1 1 0 0 0,1-11 870 0 0,0 11-1624 0 0,-2 4-930 0 0,0 1-1 0 0,1 0 1 0 0,-1 0-1 0 0,0 0 1 0 0,0 0-1 0 0,0 0 0 0 0,0 0 1 0 0,0 0-1 0 0,0 0 1 0 0,0 0-1 0 0,0-1 1 0 0,0 1-1 0 0,0 0 1 0 0,0 0-1 0 0,0 0 1 0 0,0 0-1 0 0,0 0 1 0 0,0 0-1 0 0,0 0 0 0 0,0-1 1 0 0,0 1-1 0 0,0 0 1 0 0,0 0-1 0 0,0 0 1 0 0,0 0-1 0 0,0 0 1 0 0,0 0-1 0 0,0 0 1 0 0,0-1-1 0 0,0 1 1 0 0,0 0-1 0 0,0 0 0 0 0,0 0 1 0 0,0 0-1 0 0,0 0 1 0 0,0 0-1 0 0,-1 0 1 0 0,1 0-1 0 0,0 0 1 0 0,0-1-1 0 0,0 1 1 0 0,0 0-1 0 0,0 0 1 0 0,0 0-1 0 0,0 0 1 0 0,0 0-1 0 0,-1 0 0 0 0,1 0 1 0 0,0 0-1 0 0,0 0 1 0 0,0 0-1 0 0,0 0 1 0 0,0 0-1 0 0,0 0 1 0 0,0 0-1 0 0,-1 0 1 0 0,1 0-1 0 0,-4 2 71 0 0,-1 0 0 0 0,1 0 0 0 0,0 1 0 0 0,0-1 0 0 0,0 1-1 0 0,0 0 1 0 0,1 0 0 0 0,-1 1 0 0 0,1-1 0 0 0,-3 5 0 0 0,-36 46 661 0 0,30-38-597 0 0,-12 16 125 0 0,1 1-1 0 0,-33 67 1 0 0,50-86-243 0 0,0-1 1 0 0,1 1-1 0 0,0 1 1 0 0,1-1-1 0 0,1 0 1 0 0,0 1-1 0 0,1 0 1 0 0,1 0-1 0 0,0 0 1 0 0,3 29-1 0 0,-2-39 36 0 0,1-1 0 0 0,0 1 0 0 0,0-1 0 0 0,1 1 0 0 0,0-1 0 0 0,-1 1-1 0 0,2-1 1 0 0,-1 0 0 0 0,0 0 0 0 0,1 0 0 0 0,0 0 0 0 0,-1-1-1 0 0,2 1 1 0 0,-1-1 0 0 0,0 1 0 0 0,1-1 0 0 0,-1 0 0 0 0,1 0 0 0 0,0-1-1 0 0,0 1 1 0 0,0-1 0 0 0,0 0 0 0 0,1 0 0 0 0,-1 0 0 0 0,0-1 0 0 0,1 1-1 0 0,8 0 1 0 0,-4 0 193 0 0,1-1 0 0 0,-1 0 1 0 0,0-1-1 0 0,0 0 0 0 0,1 0 0 0 0,-1-1 0 0 0,0 0 0 0 0,0-1 0 0 0,0 0 0 0 0,0-1 0 0 0,0 1 0 0 0,0-2 1 0 0,10-5-1 0 0,-4 1-152 0 0,-2-1 1 0 0,0-1 0 0 0,0 0-1 0 0,0-1 1 0 0,-2-1 0 0 0,1 1-1 0 0,-1-2 1 0 0,-1 0-1 0 0,0 0 1 0 0,-1-1 0 0 0,-1 0-1 0 0,0 0 1 0 0,-1-1 0 0 0,0 0-1 0 0,-1 0 1 0 0,-1-1 0 0 0,0 0-1 0 0,-1 0 1 0 0,-1 0 0 0 0,-1 0-1 0 0,0-1 1 0 0,-1-27 0 0 0,-1 36-245 0 0,-1 1 1 0 0,0 0-1 0 0,-1 0 1 0 0,0 0-1 0 0,0 0 1 0 0,0 0-1 0 0,-1 0 1 0 0,0 0-1 0 0,0 1 1 0 0,-1 0 0 0 0,0-1-1 0 0,0 1 1 0 0,0 1-1 0 0,-1-1 1 0 0,0 1-1 0 0,0-1 1 0 0,0 1-1 0 0,-1 1 1 0 0,-11-9 0 0 0,10 9-512 0 0,0 1 0 0 0,0-1 0 0 0,0 1 1 0 0,-1 0-1 0 0,0 0 0 0 0,0 1 1 0 0,-12-2-1 0 0,11 3-629 0 0,0 1 0 0 0,0-1 1 0 0,-1 1-1 0 0,1 1 0 0 0,-1 0 0 0 0,-15 3 0 0 0,6 2-4003 0 0,-1-1-2830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6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26 726 2424 0 0,'-15'-46'12739'0'0,"8"34"-9978"0"0,3 11-1217 0 0,5 8-1000 0 0,19 56 576 0 0,55 142 156 0 0,-65-182-1237 0 0,1-2 0 0 0,1 1-1 0 0,0-2 1 0 0,2 1-1 0 0,1-2 1 0 0,31 34 0 0 0,-41-49-20 0 0,-1 0 1 0 0,1 0 0 0 0,1 0-1 0 0,-1 0 1 0 0,0-1 0 0 0,1 1-1 0 0,0-2 1 0 0,-1 1 0 0 0,1 0-1 0 0,0-1 1 0 0,0 0 0 0 0,1-1-1 0 0,-1 1 1 0 0,0-1 0 0 0,8 0-1 0 0,-6-1-11 0 0,-1-1 1 0 0,0 0-1 0 0,-1 0 0 0 0,1 0 0 0 0,0-1 0 0 0,0 0 1 0 0,0-1-1 0 0,-1 1 0 0 0,0-1 0 0 0,1 0 0 0 0,-1-1 1 0 0,0 0-1 0 0,9-7 0 0 0,27-25 46 0 0,-2-3 0 0 0,71-84 0 0 0,-71 74-96 0 0,90-83-1 0 0,-117 121 33 0 0,0 2 0 0 0,1 0 0 0 0,0 0-1 0 0,0 1 1 0 0,0 1 0 0 0,1 0-1 0 0,0 1 1 0 0,1 1 0 0 0,-1 0-1 0 0,1 1 1 0 0,0 1 0 0 0,18-1-1 0 0,-11 2-8 0 0,1 2-1 0 0,-1 1 0 0 0,0 1 0 0 0,1 1 0 0 0,-1 0 0 0 0,0 2 0 0 0,40 14 0 0 0,38 22 45 0 0,107 59 0 0 0,-134-63 53 0 0,-71-35-68 0 0,0-1 0 0 0,-1 0 0 0 0,1-1 0 0 0,0 1 1 0 0,0 0-1 0 0,0-1 0 0 0,0 1 0 0 0,0-1 0 0 0,0 0 0 0 0,0 0 0 0 0,0-1 0 0 0,0 1 0 0 0,0 0 0 0 0,0-1 0 0 0,0 0 0 0 0,-1 0 1 0 0,1 0-1 0 0,0 0 0 0 0,0 0 0 0 0,-1 0 0 0 0,1-1 0 0 0,0 1 0 0 0,2-3 0 0 0,6-5-17 0 0,1 0 0 0 0,-1-1 0 0 0,15-17-1 0 0,-5 5 12 0 0,8-6-33 0 0,1-3-12 0 0,2 1 0 0 0,1 2 0 0 0,2 1 0 0 0,43-26 0 0 0,-50 38 26 0 0,1 2-1 0 0,0 1 1 0 0,0 1 0 0 0,1 2 0 0 0,1 1-1 0 0,31-5 1 0 0,-20 8 8 0 0,1 1 1 0 0,-1 3-1 0 0,84 7 0 0 0,66 23 16 0 0,4 0-23 0 0,-153-25 29 0 0,0-2 0 0 0,68-5 0 0 0,-100 1-10 0 0,0 1 1 0 0,0-1-1 0 0,0 0 1 0 0,0-1-1 0 0,0-1 1 0 0,0 0-1 0 0,-1 0 0 0 0,0-1 1 0 0,0 0-1 0 0,0-1 1 0 0,-1 0-1 0 0,1 0 1 0 0,-1-1-1 0 0,-1 0 1 0 0,1-1-1 0 0,-2 0 1 0 0,1 0-1 0 0,-1-1 0 0 0,0 0 1 0 0,0 0-1 0 0,9-20 1 0 0,-8 12-5 0 0,-1 0 0 0 0,-1-1 0 0 0,0 0 0 0 0,-1 0 0 0 0,-1 0 0 0 0,-1-1 0 0 0,-1 1 0 0 0,0-1 0 0 0,-2-31 0 0 0,-1 38-108 0 0,0 0-1 0 0,-1 1 1 0 0,-1-1 0 0 0,0 1-1 0 0,0-1 1 0 0,-1 1-1 0 0,-6-13 1 0 0,6 17-199 0 0,0 0 1 0 0,-1 0-1 0 0,1 0 0 0 0,-1 1 1 0 0,-1 0-1 0 0,1 0 1 0 0,-1 0-1 0 0,0 1 0 0 0,0-1 1 0 0,-1 1-1 0 0,-8-4 0 0 0,8 5-784 0 0,1 1-1 0 0,-1 0 0 0 0,0 1 1 0 0,1-1-1 0 0,-1 1 0 0 0,-1 1 1 0 0,-10-2-1 0 0,-10-2-6292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87 888 0 0,'-19'7'22524'0'0,"18"-8"-22494"0"0,0 0 1 0 0,-1 0-1 0 0,1 0 0 0 0,0-1 0 0 0,0 1 1 0 0,1 0-1 0 0,-1 0 0 0 0,0-1 1 0 0,0 1-1 0 0,1-1 0 0 0,-1 1 0 0 0,1 0 1 0 0,-1-1-1 0 0,0-2 0 0 0,1 3-19 0 0,0-1-6 0 0,1-1-11 0 0,0-1 1 0 0,-1 1-1 0 0,1 0 1 0 0,1 0-1 0 0,-1 0 1 0 0,0 0-1 0 0,1 0 1 0 0,0 0-1 0 0,-1 1 1 0 0,1-1-1 0 0,0 0 1 0 0,0 1-1 0 0,1 0 1 0 0,-1-1-1 0 0,0 1 1 0 0,1 0-1 0 0,0 0 1 0 0,-1 0-1 0 0,1 0 1 0 0,0 1-1 0 0,0-1 1 0 0,0 1-1 0 0,0 0 1 0 0,0 0-1 0 0,6-2 1 0 0,-1 1-23 0 0,0 1 0 0 0,0 0 1 0 0,1 0-1 0 0,-1 0 0 0 0,0 1 1 0 0,1 0-1 0 0,13 2 0 0 0,-16-1 19 0 0,1 1 0 0 0,0 0 0 0 0,-1 0 0 0 0,1 0 0 0 0,-1 0 0 0 0,0 1 0 0 0,0 0 0 0 0,0 1-1 0 0,0-1 1 0 0,0 1 0 0 0,-1 0 0 0 0,1 0 0 0 0,-1 1 0 0 0,0 0 0 0 0,-1 0 0 0 0,1 0 0 0 0,-1 0-1 0 0,0 1 1 0 0,0 0 0 0 0,-1-1 0 0 0,0 1 0 0 0,4 10 0 0 0,-3-4 18 0 0,0 0 0 0 0,-1 1 0 0 0,-1 0 0 0 0,0-1 0 0 0,-1 1 0 0 0,0 0 0 0 0,-1 0 0 0 0,0-1 0 0 0,-1 1 0 0 0,-1 0 0 0 0,-3 14 0 0 0,-3 6 347 0 0,-2 0-1 0 0,-1-1 1 0 0,-2 0-1 0 0,-27 50 1 0 0,-83 111 2290 0 0,119-187-2594 0 0,1-2 23 0 0,-1 1-1 0 0,1 0 1 0 0,0 0-1 0 0,1 0 1 0 0,-5 10-1 0 0,8-14-66 0 0,-1-1-1 0 0,0 1 0 0 0,1-1 1 0 0,-1 1-1 0 0,0-1 0 0 0,1 0 1 0 0,-1 1-1 0 0,0-1 0 0 0,1 1 1 0 0,-1-1-1 0 0,1 0 0 0 0,-1 0 1 0 0,1 1-1 0 0,-1-1 0 0 0,1 0 1 0 0,-1 0-1 0 0,1 1 0 0 0,-1-1 1 0 0,1 0-1 0 0,-1 0 0 0 0,1 0 1 0 0,0 0-1 0 0,-1 0 1 0 0,1 0-1 0 0,-1 0 0 0 0,1 0 1 0 0,-1 0-1 0 0,1 0 0 0 0,-1 0 1 0 0,1 0-1 0 0,-1 0 0 0 0,2-1 1 0 0,17 0 51 0 0,-19 1-57 0 0,208-40 152 0 0,-107 18-249 0 0,3-1-117 0 0,47-9-1184 0 0,-53 18-2317 0 0,-89 15 313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7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 1008 0 0,'-8'-5'3576'0'0,"7"5"-3065"0"0,0-1 0 0 0,0 1 0 0 0,-1 0 0 0 0,1-1-1 0 0,0 1 1 0 0,0 0 0 0 0,-1 0 0 0 0,1 0 0 0 0,0 0 0 0 0,-1 0 0 0 0,1 0-1 0 0,-2 1 1 0 0,2 0-385 0 0,1 0 0 0 0,-1 1 0 0 0,1-1 0 0 0,-1 0 1 0 0,1 1-1 0 0,0-1 0 0 0,-1 0 0 0 0,1 1 0 0 0,0-1 0 0 0,0 0 0 0 0,0 1 0 0 0,0-1 0 0 0,0 0 0 0 0,0 1 0 0 0,0-1 0 0 0,1 1 0 0 0,-1-1 0 0 0,0 0 1 0 0,2 2-1 0 0,2 30 578 0 0,-2 0 0 0 0,0 0 1 0 0,-6 51-1 0 0,3-60-522 0 0,-18 197 515 0 0,-1 35-406 0 0,19-231-735 0 0,1 57-1767 0 0,6-30-5411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3 227 1572 0 0,'-1'-13'899'0'0,"0"-1"1"0"0,0 0-1 0 0,1 0 0 0 0,1 1 0 0 0,0-1 0 0 0,1 0 1 0 0,1 1-1 0 0,5-18 0 0 0,-7 26-742 0 0,1 1-1 0 0,0-1 1 0 0,0 0 0 0 0,0 0-1 0 0,1 1 1 0 0,0 0-1 0 0,0-1 1 0 0,0 1 0 0 0,0 0-1 0 0,1 0 1 0 0,-1 1 0 0 0,1-1-1 0 0,0 1 1 0 0,0 0-1 0 0,1 0 1 0 0,-1 0 0 0 0,0 0-1 0 0,1 1 1 0 0,0 0-1 0 0,-1 0 1 0 0,1 0 0 0 0,0 0-1 0 0,0 1 1 0 0,9-2 0 0 0,-5 2-56 0 0,0 1 0 0 0,0 0 0 0 0,0 0 0 0 0,0 1 1 0 0,0 0-1 0 0,0 0 0 0 0,0 1 0 0 0,0 0 0 0 0,-1 1 0 0 0,1 0 1 0 0,-1 0-1 0 0,1 1 0 0 0,-1 0 0 0 0,-1 1 0 0 0,1-1 1 0 0,0 1-1 0 0,-1 1 0 0 0,0 0 0 0 0,0 0 0 0 0,8 9 1 0 0,-9-7-14 0 0,1 0 1 0 0,-1 0 0 0 0,0 1 0 0 0,-1 0 0 0 0,0 0 0 0 0,-1 0 0 0 0,1 0 0 0 0,-2 1 0 0 0,1 0-1 0 0,-2 0 1 0 0,1 0 0 0 0,-1 0 0 0 0,-1 0 0 0 0,1 0 0 0 0,-2 0 0 0 0,0 1 0 0 0,-1 15 0 0 0,-2-9-6 0 0,0-1 1 0 0,-1 1 0 0 0,-1-1 0 0 0,0 1 0 0 0,-1-1 0 0 0,-1-1 0 0 0,0 0-1 0 0,-2 0 1 0 0,-11 17 0 0 0,14-24-49 0 0,0 1 0 0 0,-1-1-1 0 0,-1 0 1 0 0,1 0 0 0 0,-1-1 0 0 0,-1 0-1 0 0,1-1 1 0 0,-1 0 0 0 0,0 0-1 0 0,0-1 1 0 0,-1 0 0 0 0,0 0 0 0 0,0-1-1 0 0,0 0 1 0 0,-17 3 0 0 0,-46 7 645 0 0,70-14-672 0 0,0 1-22 0 0,-7 2-37 0 0,10-3 50 0 0,0 0 0 0 0,0 0 0 0 0,0 0 0 0 0,0 1 1 0 0,0-1-1 0 0,0 0 0 0 0,-1 0 0 0 0,1 0 0 0 0,0 1 1 0 0,0-1-1 0 0,0 0 0 0 0,0 0 0 0 0,0 0 0 0 0,0 0 0 0 0,0 1 1 0 0,0-1-1 0 0,0 0 0 0 0,0 0 0 0 0,0 0 0 0 0,0 1 1 0 0,0-1-1 0 0,0 0 0 0 0,1 0 0 0 0,-1 0 0 0 0,0 1 1 0 0,0-1-1 0 0,0 0 0 0 0,0 0 0 0 0,0 0 0 0 0,0 0 1 0 0,0 1-1 0 0,0-1 0 0 0,1 0 0 0 0,-1 0 0 0 0,0 0 0 0 0,0 0 1 0 0,0 0-1 0 0,0 0 0 0 0,1 0 0 0 0,-1 1 0 0 0,0-1 1 0 0,0 0-1 0 0,0 0 0 0 0,0 0 0 0 0,1 0 0 0 0,-1 0 1 0 0,0 0-1 0 0,0 0 0 0 0,0 0 0 0 0,1 0 0 0 0,-1 0 0 0 0,162 119-34 0 0,-73-49-188 0 0,-56-46-1065 0 0,1-2 0 0 0,41 22 0 0 0,-55-35-642 0 0,0-1 1 0 0,0 0-1 0 0,26 5 0 0 0,-16-6-3105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8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402 157 2340 0 0,'-4'-13'1612'0'0,"0"1"-1"0"0,-2-1 1 0 0,1 1 0 0 0,-2 0-1 0 0,-14-22 1 0 0,17 29-1283 0 0,0 0 0 0 0,0 0 0 0 0,-1 0 0 0 0,0 0 0 0 0,1 1 1 0 0,-1 0-1 0 0,-1 0 0 0 0,1 0 0 0 0,-1 1 0 0 0,1 0 0 0 0,-1 0 0 0 0,0 0 1 0 0,0 1-1 0 0,-7-2 0 0 0,9 3-273 0 0,-1 1 0 0 0,0-1-1 0 0,1 1 1 0 0,-1 1 0 0 0,0-1 0 0 0,1 1 0 0 0,-1-1-1 0 0,1 1 1 0 0,-1 1 0 0 0,1-1 0 0 0,-1 1 0 0 0,1-1-1 0 0,0 1 1 0 0,0 1 0 0 0,0-1 0 0 0,-8 6 0 0 0,-3 3 11 0 0,1 1 0 0 0,-22 24 0 0 0,32-32-50 0 0,-9 10 0 0 0,0 1-1 0 0,1 0 1 0 0,1 1-1 0 0,0 0 0 0 0,2 1 1 0 0,-1 0-1 0 0,2 1 1 0 0,1 0-1 0 0,0 0 1 0 0,-7 32-1 0 0,13-46-5 0 0,0 0 0 0 0,0 1 0 0 0,1-1-1 0 0,0 1 1 0 0,0-1 0 0 0,0 1 0 0 0,0-1 0 0 0,1 1 0 0 0,0-1 0 0 0,0 1-1 0 0,0-1 1 0 0,0 0 0 0 0,1 1 0 0 0,0-1 0 0 0,4 7 0 0 0,-4-8-6 0 0,0 0 0 0 0,1-1 0 0 0,-1 1 0 0 0,1-1 0 0 0,-1 0 0 0 0,1 0 0 0 0,0 0 0 0 0,0 0 0 0 0,0 0 0 0 0,0-1 0 0 0,0 1 1 0 0,1-1-1 0 0,-1 0 0 0 0,0 0 0 0 0,1 0 0 0 0,-1 0 0 0 0,0-1 0 0 0,1 1 0 0 0,-1-1 0 0 0,8 0 0 0 0,-3 0-28 0 0,0-1-1 0 0,0 1 1 0 0,-1-1 0 0 0,1-1-1 0 0,0 0 1 0 0,0 0-1 0 0,-1 0 1 0 0,1-1 0 0 0,-1 0-1 0 0,0-1 1 0 0,0 0 0 0 0,0 0-1 0 0,0 0 1 0 0,-1-1 0 0 0,1 0-1 0 0,-1 0 1 0 0,9-10-1 0 0,-5 2-25 0 0,0 0-1 0 0,-1 0 0 0 0,0-1 0 0 0,-1 0 1 0 0,-1-1-1 0 0,0 0 0 0 0,8-27 0 0 0,-2-7 33 0 0,7-18-184 0 0,-20 65 157 0 0,2 13-83 0 0,-5 25 209 0 0,1-1 1 0 0,5 37-1 0 0,-2-53-919 0 0,10 35 1 0 0,-8-43-450 0 0,1 0 0 0 0,0 0-1 0 0,1 0 1 0 0,6 11 0 0 0,-5-14-1793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8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1 108 140 0 0,'1'-20'3257'0'0,"-1"11"-1716"0"0,1 0 0 0 0,0 0-1 0 0,1 0 1 0 0,0 0 0 0 0,5-14-1 0 0,-7 22-1509 0 0,0 0-1 0 0,0 1 1 0 0,1-1-1 0 0,-1 1 1 0 0,0-1-1 0 0,1 1 1 0 0,-1-1-1 0 0,0 1 1 0 0,1 0-1 0 0,-1-1 1 0 0,1 1-1 0 0,-1-1 1 0 0,0 1-1 0 0,1 0 0 0 0,-1-1 1 0 0,1 1-1 0 0,0 0 1 0 0,-1 0-1 0 0,1-1 1 0 0,-1 1-1 0 0,1 0 1 0 0,-1 0-1 0 0,1 0 1 0 0,-1 0-1 0 0,1 0 1 0 0,0 0-1 0 0,-1 0 1 0 0,1 0-1 0 0,-1 0 1 0 0,1 0-1 0 0,0 0 1 0 0,-1 0-1 0 0,1 0 1 0 0,-1 0-1 0 0,1 0 1 0 0,-1 1-1 0 0,1-1 1 0 0,0 0-1 0 0,-1 0 1 0 0,1 1-1 0 0,-1-1 1 0 0,1 0-1 0 0,-1 1 1 0 0,0-1-1 0 0,2 1 1 0 0,17 17 383 0 0,-12-9-337 0 0,0 0 0 0 0,-1 0 1 0 0,0 1-1 0 0,0-1 0 0 0,-1 2 0 0 0,0-1 1 0 0,-1 0-1 0 0,5 20 0 0 0,-1 5 639 0 0,4 47 1 0 0,-12-80-642 0 0,0 9 679 0 0,-5-14-130 0 0,-5-15-355 0 0,9 7-272 0 0,1 0 1 0 0,-1 0-1 0 0,2-1 1 0 0,0 1-1 0 0,0 0 1 0 0,1 0-1 0 0,0 0 1 0 0,1 0-1 0 0,0 0 1 0 0,1 0-1 0 0,0 1 1 0 0,1 0-1 0 0,0 0 1 0 0,0 0-1 0 0,1 0 1 0 0,1 1-1 0 0,-1 0 1 0 0,2 0-1 0 0,-1 1 1 0 0,1 0 0 0 0,11-9-1 0 0,-17 15 16 0 0,0 0 0 0 0,0 1-1 0 0,1-1 1 0 0,-1 1 0 0 0,1-1 0 0 0,-1 1-1 0 0,0 0 1 0 0,1 0 0 0 0,0 0 0 0 0,-1 0 0 0 0,1 1-1 0 0,0-1 1 0 0,-1 1 0 0 0,1-1 0 0 0,0 1-1 0 0,0 0 1 0 0,-1 0 0 0 0,1 0 0 0 0,0 1-1 0 0,0-1 1 0 0,-1 1 0 0 0,1-1 0 0 0,0 1 0 0 0,-1 0-1 0 0,1 0 1 0 0,-1 0 0 0 0,5 2 0 0 0,-3 0 29 0 0,-1 0 1 0 0,1 1 0 0 0,-1-1 0 0 0,0 0-1 0 0,0 1 1 0 0,0 0 0 0 0,0-1 0 0 0,-1 1-1 0 0,1 1 1 0 0,-1-1 0 0 0,0 0-1 0 0,0 0 1 0 0,-1 1 0 0 0,1-1 0 0 0,0 7-1 0 0,3 18 148 0 0,-1 1 0 0 0,0 48-1 0 0,4 33-1772 0 0,-1-91-389 0 0,-7-20 1693 0 0,0 1-1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9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8 180 1720 0 0,'2'-108'12993'0'0,"-8"38"-7642"0"0,5 68-5072 0 0,1 5 65 0 0,-3 40 1072 0 0,5 54 1 0 0,-1-25-777 0 0,-3 78-2 0 0,6 179-2521 0 0,4-274-1636 0 0,4-23-2120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374 100 1096 0 0,'8'-33'5490'0'0,"-5"23"-3365"0"0,-1 0 0 0 0,0 0 0 0 0,1-16 0 0 0,-3 26-2075 0 0,0 0 0 0 0,0-1 0 0 0,0 1-1 0 0,0-1 1 0 0,0 1 0 0 0,0-1 0 0 0,0 1 0 0 0,0 0 0 0 0,0-1-1 0 0,-1 1 1 0 0,1-1 0 0 0,0 1 0 0 0,0-1 0 0 0,0 1 0 0 0,0 0 0 0 0,-1-1-1 0 0,1 1 1 0 0,0 0 0 0 0,-1-1 0 0 0,1 1 0 0 0,0 0 0 0 0,0-1-1 0 0,-1 1 1 0 0,1 0 0 0 0,0 0 0 0 0,-1-1 0 0 0,1 1 0 0 0,-1 0-1 0 0,1 0 1 0 0,-1-1 0 0 0,-15 3 519 0 0,-15 13-351 0 0,30-15-156 0 0,-198 136 1157 0 0,94-59-904 0 0,74-53-259 0 0,30-23-35 0 0,1 0-12 0 0,2 1-10 0 0,-1-1-1 0 0,0 0 1 0 0,1 0 0 0 0,-1 1 0 0 0,1-1 0 0 0,-1 0 0 0 0,1 0 0 0 0,-1-1-1 0 0,1 1 1 0 0,0 0 0 0 0,-1 0 0 0 0,1-1 0 0 0,0 1 0 0 0,0-1-1 0 0,0 0 1 0 0,-1 1 0 0 0,1-1 0 0 0,0 0 0 0 0,2 0 0 0 0,-2 0 3 0 0,15 5 123 0 0,1 1 0 0 0,-1 1-1 0 0,-1 0 1 0 0,1 1 0 0 0,-1 1 0 0 0,-1 0 0 0 0,0 1-1 0 0,19 17 1 0 0,3 8 696 0 0,54 62 0 0 0,-25-22-520 0 0,-58-66-230 0 0,1-1 1 0 0,0 1-1 0 0,0-1 0 0 0,1-1 1 0 0,0 0-1 0 0,1 0 1 0 0,16 7-1 0 0,-22-12-162 0 0,0 0 1 0 0,1 0-1 0 0,-1-1 0 0 0,0 0 1 0 0,1 0-1 0 0,0 0 1 0 0,-1 0-1 0 0,1-1 0 0 0,-1 0 1 0 0,1 0-1 0 0,-1-1 0 0 0,1 0 1 0 0,0 0-1 0 0,-1 0 0 0 0,0 0 1 0 0,1-1-1 0 0,-1 0 1 0 0,10-5-1 0 0,34-22-3776 0 0,-18 5-3579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9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82 2236 0 0,'-13'-8'5250'0'0,"5"4"-2487"0"0,0-1 0 0 0,1 0 1 0 0,-1-1-1 0 0,-8-7 1 0 0,15 12-2332 0 0,-1-1-3 0 0,-2-2 142 0 0,8 1-509 0 0,1 0 1 0 0,-1 1 0 0 0,1-1-1 0 0,0 1 1 0 0,-1 1 0 0 0,1-1-1 0 0,0 1 1 0 0,10-2 0 0 0,48-5-165 0 0,-46 6-202 0 0,39-2-2810 0 0,-18 5-6808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0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71 156 0 0,'-25'16'5770'0'0,"2"-4"766"0"0,-35 28 1303 0 0,75-38-6919 0 0,-3-2-741 0 0,-1-1 0 0 0,0-1 0 0 0,1 0 0 0 0,25-8 0 0 0,-11 2-252 0 0,163-43-3692 0 0,-67 4-5564 0 0,-83 28 2784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5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9 2292 0 0,'0'0'8351'0'0,"-1"-8"-5207"0"0,-2 15-2782 0 0,0 0 1 0 0,0 0 0 0 0,0 0 0 0 0,1 1 0 0 0,0-1 0 0 0,-1 11 0 0 0,-3 7 212 0 0,-44 222 1294 0 0,27-120-1478 0 0,-37 278-1652 0 0,58-386 688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6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76 2716 0 0,'-5'-76'14540'0'0,"20"101"-12328"0"0,70 330 4607 0 0,-5-15-5243 0 0,-78-333-1584 0 0,17 45-212 0 0,-18-49 45 0 0,1 1 1 0 0,0-1-1 0 0,0 1 1 0 0,0-1 0 0 0,0 0-1 0 0,1 0 1 0 0,0 1-1 0 0,-1-2 1 0 0,1 1-1 0 0,0 0 1 0 0,3 2 0 0 0,-4-4-46 0 0,-1-1 0 0 0,1 1 0 0 0,-1 0 0 0 0,1-1 1 0 0,-1 1-1 0 0,1-1 0 0 0,-1 0 0 0 0,1 1 0 0 0,-1-1 1 0 0,1 0-1 0 0,0 0 0 0 0,-1 0 0 0 0,1 0 0 0 0,-1 0 0 0 0,1 0 1 0 0,-1 0-1 0 0,1-1 0 0 0,0 1 0 0 0,-1-1 0 0 0,1 1 1 0 0,-1-1-1 0 0,0 1 0 0 0,1-1 0 0 0,-1 0 0 0 0,1 0 0 0 0,1-1 1 0 0,-1 0-617 0 0,0 0 1 0 0,0 1-1 0 0,0-1 1 0 0,0-1-1 0 0,0 1 0 0 0,-1 0 1 0 0,1 0-1 0 0,0-1 1 0 0,-1 1-1 0 0,0-1 1 0 0,0 1-1 0 0,2-6 1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6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82 2972 0 0,'-7'0'2052'0'0,"-59"-2"9390"0"0,63 1-10678 0 0,3 1-708 0 0,-1 0 0 0 0,1 0-1 0 0,0 0 1 0 0,-1 0 0 0 0,1 0-1 0 0,0 0 1 0 0,-1 0 0 0 0,1-1 0 0 0,-1 1-1 0 0,1 0 1 0 0,0 0 0 0 0,-1 0-1 0 0,1-1 1 0 0,0 1 0 0 0,0 0-1 0 0,-1-1 1 0 0,1 1 0 0 0,0 0-1 0 0,-1 0 1 0 0,1-1 0 0 0,0 1 0 0 0,0 0-1 0 0,0-1 1 0 0,-1 1 0 0 0,1-1-1 0 0,8-5-81 0 0,1 1 0 0 0,-1 0 0 0 0,1 0 0 0 0,0 1-1 0 0,0 0 1 0 0,14-5 0 0 0,35-7-3449 0 0,-20 6-1913 0 0,-8 1-1840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4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43 1884 0 0,'-1'-4'1165'0'0,"0"0"0"0"0,0 0 1 0 0,0 0-1 0 0,-1 0 0 0 0,1 0 0 0 0,-4-5 0 0 0,3 5-216 0 0,1 3-520 0 0,-4-3 1046 0 0,-1 233 821 0 0,3 143-5068 0 0,4-305-3852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4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52 412 964 0 0,'0'-31'1433'0'0,"2"1"-1"0"0,1-1 1 0 0,1 1-1 0 0,1 0 1 0 0,16-49-1 0 0,-17 68-1265 0 0,0 0-1 0 0,1 0 0 0 0,0 0 0 0 0,0 0 0 0 0,1 1 0 0 0,1 0 1 0 0,0 1-1 0 0,0-1 0 0 0,1 1 0 0 0,0 1 0 0 0,0-1 0 0 0,1 1 1 0 0,0 1-1 0 0,0-1 0 0 0,1 2 0 0 0,0-1 0 0 0,17-7 0 0 0,-22 12-122 0 0,0 0-1 0 0,0 1 0 0 0,0-1 1 0 0,0 1-1 0 0,0 0 0 0 0,0 1 1 0 0,1-1-1 0 0,-1 1 0 0 0,0 0 1 0 0,0 0-1 0 0,0 1 0 0 0,0-1 1 0 0,1 1-1 0 0,-1 0 0 0 0,0 1 1 0 0,0-1-1 0 0,0 1 0 0 0,-1 0 1 0 0,1 0-1 0 0,0 1 0 0 0,-1-1 1 0 0,1 1-1 0 0,-1 0 0 0 0,0 0 1 0 0,0 0-1 0 0,0 1 0 0 0,0 0 1 0 0,-1-1-1 0 0,1 1 0 0 0,-1 0 1 0 0,0 1-1 0 0,-1-1 0 0 0,1 1 0 0 0,0-1 1 0 0,-1 1-1 0 0,0 0 0 0 0,0 0 1 0 0,-1 0-1 0 0,0 0 0 0 0,1 0 1 0 0,-1 0-1 0 0,-1 0 0 0 0,1 0 1 0 0,-1 0-1 0 0,0 1 0 0 0,0-1 1 0 0,-2 7-1 0 0,0 2 17 0 0,-1 0-1 0 0,-1 0 1 0 0,0 0 0 0 0,-1 0 0 0 0,-1-1-1 0 0,0 1 1 0 0,-1-1 0 0 0,0-1 0 0 0,-1 1-1 0 0,0-1 1 0 0,-11 11 0 0 0,2-4-26 0 0,-1 0-1 0 0,0-1 1 0 0,-2-1 0 0 0,0-1 0 0 0,-31 19-1 0 0,35-25 163 0 0,-2 0-1 0 0,1-2 0 0 0,-1 0 1 0 0,-1 0-1 0 0,1-2 1 0 0,-40 8-1 0 0,56-13-154 0 0,1-1-36 0 0,1 0 0 0 0,-1 0 0 0 0,0 0 0 0 0,1 0 0 0 0,-1 0 0 0 0,0 0 0 0 0,1 0 0 0 0,-1 1 0 0 0,0-1 0 0 0,1 0 0 0 0,-1 1 0 0 0,1-1-1 0 0,-1 0 1 0 0,0 1 0 0 0,1-1 0 0 0,-1 1 0 0 0,47 29 31 0 0,-12-9-42 0 0,35 29 0 0 0,-3 7-3 0 0,57 46-1626 0 0,-109-93 299 0 0,1 0 0 0 0,1-1 0 0 0,0-1 0 0 0,0 0 0 0 0,1-1 1 0 0,29 8-1 0 0,-20-9-2331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5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352 163 2772 0 0,'1'-11'1166'0'0,"-1"0"0"0"0,0 1-1 0 0,0-1 1 0 0,-1 0-1 0 0,0 1 1 0 0,-1-1 0 0 0,-3-11-1 0 0,4 19-994 0 0,-1-1 0 0 0,1 0 0 0 0,-1 0 0 0 0,0 1 0 0 0,1-1 0 0 0,-2 1 0 0 0,1 0 0 0 0,0-1 0 0 0,-1 1 0 0 0,1 0 0 0 0,-1 0 0 0 0,0 0 0 0 0,0 1 0 0 0,0-1 0 0 0,0 1 0 0 0,-1 0 0 0 0,1 0 0 0 0,-1 0 0 0 0,1 0 0 0 0,-1 0 0 0 0,-5-1 0 0 0,5 2-141 0 0,0 1 1 0 0,1-1 0 0 0,-1 1-1 0 0,0 0 1 0 0,0 0 0 0 0,0 1 0 0 0,0-1-1 0 0,0 1 1 0 0,0 0 0 0 0,0-1-1 0 0,0 2 1 0 0,1-1 0 0 0,-1 0-1 0 0,-5 4 1 0 0,0 0-8 0 0,0 0 1 0 0,0 1-1 0 0,0 0 0 0 0,-8 8 1 0 0,0 2-28 0 0,0 0 0 0 0,1 2 1 0 0,1 0-1 0 0,1 1 1 0 0,-17 29-1 0 0,22-33-4 0 0,2 0 0 0 0,0 0 0 0 0,0 0 0 0 0,2 1 0 0 0,0 0 0 0 0,0 0 0 0 0,2 1 0 0 0,-3 25 0 0 0,6-39 17 0 0,0 1 0 0 0,0 0 0 0 0,0-1 0 0 0,1 1-1 0 0,-1 0 1 0 0,1-1 0 0 0,0 1 0 0 0,0-1 0 0 0,0 1 0 0 0,0-1-1 0 0,1 1 1 0 0,0-1 0 0 0,-1 0 0 0 0,5 6 0 0 0,-4-7 1 0 0,0 0 0 0 0,0 0 0 0 0,0 0 0 0 0,0-1 0 0 0,0 1 0 0 0,0-1 1 0 0,0 1-1 0 0,0-1 0 0 0,1 0 0 0 0,-1 0 0 0 0,1 0 0 0 0,-1 0 0 0 0,1 0 0 0 0,-1-1 1 0 0,1 1-1 0 0,-1-1 0 0 0,1 1 0 0 0,-1-1 0 0 0,1 0 0 0 0,0 0 0 0 0,2-1 1 0 0,1 0-1 0 0,0 0 0 0 0,0 0 0 0 0,0-1 0 0 0,0 0 1 0 0,0 0-1 0 0,0 0 0 0 0,0-1 0 0 0,-1 0 0 0 0,0 0 0 0 0,1-1 1 0 0,-1 1-1 0 0,0-1 0 0 0,-1 0 0 0 0,1-1 0 0 0,-1 1 1 0 0,1-1-1 0 0,-2 0 0 0 0,1 0 0 0 0,5-8 0 0 0,3-9 253 0 0,0-1 0 0 0,-2 0 0 0 0,11-34 0 0 0,-15 42 112 0 0,13-39 999 0 0,-19 52-1378 0 0,1 4-29 0 0,0 0 33 0 0,0 0-1 0 0,-1 0 1 0 0,1 0-1 0 0,-1 0 1 0 0,1 0-1 0 0,-1 1 1 0 0,0-1-1 0 0,0 0 1 0 0,0 0-1 0 0,0 0 1 0 0,0 3-1 0 0,0-4 0 0 0,0 25-301 0 0,-1 9 560 0 0,6 44 0 0 0,-3-68-933 0 0,0 1-1 0 0,7 19 1 0 0,-7-25-192 0 0,1 0 0 0 0,-1 0 1 0 0,1 0-1 0 0,1 0 0 0 0,-1-1 0 0 0,5 6 0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7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1896 0 0,'0'-3'1808'0'0,"2"-43"6309"0"0,12 61-7387 0 0,-5 9-466 0 0,-2 0-1 0 0,0 1 1 0 0,-1 0-1 0 0,3 36 1 0 0,-2 100 86 0 0,-5-128 1267 0 0,1-26 205 0 0,-1-23-1374 0 0,2-23-376 0 0,2 0 1 0 0,2 1-1 0 0,1 1 0 0 0,2-1 1 0 0,2 1-1 0 0,1 1 1 0 0,31-56-1 0 0,-42 87-88 0 0,-1 1-1 0 0,1 0 1 0 0,-1 0-1 0 0,1 0 1 0 0,0 0-1 0 0,1 0 0 0 0,-1 1 1 0 0,1-1-1 0 0,0 1 1 0 0,-1 0-1 0 0,1 0 1 0 0,1 0-1 0 0,4-2 1 0 0,-7 4 11 0 0,1 1 0 0 0,-1-1 0 0 0,0 1 0 0 0,1-1 0 0 0,-1 1 1 0 0,0 0-1 0 0,1 0 0 0 0,-1 0 0 0 0,0 0 0 0 0,1 1 0 0 0,-1-1 0 0 0,1 0 0 0 0,-1 1 0 0 0,0 0 0 0 0,0 0 1 0 0,1-1-1 0 0,-1 1 0 0 0,0 1 0 0 0,0-1 0 0 0,0 0 0 0 0,0 0 0 0 0,0 1 0 0 0,0-1 0 0 0,-1 1 0 0 0,1 0 1 0 0,0-1-1 0 0,-1 1 0 0 0,1 0 0 0 0,1 2 0 0 0,3 6 20 0 0,1 1-1 0 0,-1 0 1 0 0,0 0 0 0 0,-1 0 0 0 0,-1 1-1 0 0,0 0 1 0 0,0 0 0 0 0,-1 0-1 0 0,2 22 1 0 0,-2-18-1117 0 0,0 0 0 0 0,1 0 0 0 0,1-1-1 0 0,12 29 1 0 0,-16-42 495 0 0,0 0 0 0 0,0 0 0 0 0,0 0 0 0 0,1 0-1 0 0,-1 0 1 0 0,1-1 0 0 0,-1 1 0 0 0,4 2 0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8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2168 0 0,'20'-187'15030'0'0,"-19"189"-14329"0"0,2 2-459 0 0,-1 0 0 0 0,1 0 0 0 0,-1 1 0 0 0,0-1-1 0 0,0 0 1 0 0,-1 1 0 0 0,1-1 0 0 0,-1 1 0 0 0,0 0 0 0 0,0 7 0 0 0,3 54 1012 0 0,-4-49-977 0 0,-5 232 1484 0 0,0-111-2176 0 0,6 1-3829 0 0,-1-127 1662 0 0,2 0 1 0 0,3 22-1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64 2264 0 0,'3'-8'1491'0'0,"6"-20"3854"0"0,-9 27-5104 0 0,0-1 0 0 0,0 1 0 0 0,0 0 0 0 0,1 0 0 0 0,-1-1 0 0 0,0 1-1 0 0,0 0 1 0 0,-1-1 0 0 0,1 1 0 0 0,0 0 0 0 0,0 0 0 0 0,-1-1 0 0 0,1 1-1 0 0,-1 0 1 0 0,1 0 0 0 0,-1-1 0 0 0,0 0 0 0 0,0 1-167 0 0,0 1 1 0 0,1-1-1 0 0,-1 1 1 0 0,0 0-1 0 0,0-1 0 0 0,0 1 1 0 0,0 0-1 0 0,0 0 1 0 0,0-1-1 0 0,0 1 0 0 0,0 0 1 0 0,0 0-1 0 0,0 0 1 0 0,0 0-1 0 0,1 0 1 0 0,-1 0-1 0 0,0 0 0 0 0,0 1 1 0 0,0-1-1 0 0,-2 1 1 0 0,-20 6 471 0 0,21-6-404 0 0,-79 31 787 0 0,-148 86 0 0 0,129-63-741 0 0,62-36-157 0 0,37-18-25 0 0,-4 2-4 0 0,3-2-12 0 0,5-1-11 0 0,11 1 42 0 0,0 0-1 0 0,1 1 1 0 0,-1 0 0 0 0,0 1-1 0 0,-1 1 1 0 0,1 0 0 0 0,-1 0-1 0 0,1 2 1 0 0,-1 0 0 0 0,-1 0-1 0 0,1 1 1 0 0,19 15 0 0 0,-1 4 213 0 0,-1 1 1 0 0,-2 2-1 0 0,-1 0 1 0 0,26 37 0 0 0,17 18-12 0 0,-65-78-290 0 0,1 1-1 0 0,1-1 1 0 0,-1 0 0 0 0,1-1-1 0 0,0 1 1 0 0,1-2 0 0 0,-1 1 0 0 0,13 5-1 0 0,-16-8-298 0 0,1-1-1 0 0,0 1 0 0 0,-1-1 1 0 0,1 0-1 0 0,0 0 0 0 0,0-1 0 0 0,5 0 1 0 0,-5 0-522 0 0,0 0 1 0 0,0-1-1 0 0,-1 0 0 0 0,1 0 1 0 0,0 0-1 0 0,0-1 1 0 0,7-3-1 0 0,9-5-5474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8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439 174 3284 0 0,'2'-11'2762'0'0,"-1"0"1"0"0,1 0-1 0 0,-2-17 0 0 0,0 20-1745 0 0,-1 1 0 0 0,0-1 0 0 0,0 0-1 0 0,0 0 1 0 0,-6-13 0 0 0,6 18-929 0 0,0 0 1 0 0,0 0-1 0 0,-1 0 0 0 0,1 0 0 0 0,-1 1 0 0 0,0-1 0 0 0,0 0 0 0 0,0 1 1 0 0,0-1-1 0 0,0 1 0 0 0,0 0 0 0 0,-1 0 0 0 0,1-1 0 0 0,-1 2 1 0 0,0-1-1 0 0,1 0 0 0 0,-1 0 0 0 0,0 1 0 0 0,0 0 0 0 0,0 0 0 0 0,0-1 1 0 0,0 2-1 0 0,-1-1 0 0 0,1 0 0 0 0,0 1 0 0 0,0-1 0 0 0,0 1 0 0 0,-1 0 1 0 0,1 0-1 0 0,0 0 0 0 0,0 1 0 0 0,-1-1 0 0 0,1 1 0 0 0,-5 1 0 0 0,-2 1-74 0 0,0 1-1 0 0,0 0 1 0 0,0 0-1 0 0,0 1 1 0 0,1 1-1 0 0,-1-1 1 0 0,1 2-1 0 0,-13 11 1 0 0,-5 6-17 0 0,-28 33 0 0 0,35-33-24 0 0,0 1 0 0 0,2 0 0 0 0,0 1 1 0 0,2 1-1 0 0,-16 36 0 0 0,26-50 53 0 0,1-1 0 0 0,0 0 0 0 0,1 1 0 0 0,1 0 0 0 0,0 0 0 0 0,1 0 0 0 0,0 0-1 0 0,1 1 1 0 0,0-1 0 0 0,1 0 0 0 0,1 1 0 0 0,0-1 0 0 0,1 0 0 0 0,0 0 0 0 0,5 13 0 0 0,-6-20-7 0 0,2-1 0 0 0,-1 0-1 0 0,0 0 1 0 0,1 0 0 0 0,0 0 0 0 0,0 0 0 0 0,1 0 0 0 0,-1-1-1 0 0,1 0 1 0 0,0 1 0 0 0,0-1 0 0 0,0-1 0 0 0,1 1 0 0 0,-1-1 0 0 0,1 1-1 0 0,6 2 1 0 0,-4-3 50 0 0,1 0 0 0 0,0 0 0 0 0,0-1 0 0 0,0 0 0 0 0,0 0 0 0 0,1-1 0 0 0,-1 0 0 0 0,0-1 0 0 0,1 0 0 0 0,8 0 1 0 0,0-2-208 0 0,0 0 1 0 0,0-2 0 0 0,-1 1 0 0 0,25-10 0 0 0,-24 6-866 0 0,1 0 0 0 0,-1-2-1 0 0,21-13 1 0 0,-13 1-3598 0 0,-10 4-1685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4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1020 80 0 0,'-29'-23'11362'0'0,"19"16"-8820"0"0,10 7-2481 0 0,-1-1 0 0 0,1 1 0 0 0,-1 0-1 0 0,1-1 1 0 0,0 1 0 0 0,-1 0 0 0 0,1 0 0 0 0,-1-1 0 0 0,1 1 0 0 0,-1 0 0 0 0,1 0-1 0 0,-1 0 1 0 0,1 0 0 0 0,-1 0 0 0 0,1 0 0 0 0,-1 0 0 0 0,1 0 0 0 0,-1 0 0 0 0,0 0-1 0 0,0 3 65 0 0,0 1-1 0 0,1 0 0 0 0,0-1 0 0 0,-1 1 0 0 0,1-1 0 0 0,1 1 1 0 0,-1-1-1 0 0,0 1 0 0 0,1 0 0 0 0,0-1 0 0 0,0 1 0 0 0,0-1 1 0 0,0 0-1 0 0,1 1 0 0 0,2 5 0 0 0,4 7 353 0 0,19 27 0 0 0,-13-27-268 0 0,-1 1-1 0 0,2-2 0 0 0,0 0 0 0 0,1-1 1 0 0,0 0-1 0 0,1-2 0 0 0,1 0 0 0 0,28 15 1 0 0,-9-8-7 0 0,1-2 0 0 0,1-2 0 0 0,55 15 0 0 0,-47-19-125 0 0,0-2 0 0 0,0-2 0 0 0,1-2-1 0 0,-1-2 1 0 0,52-4 0 0 0,-31-5-7 0 0,1-2-1 0 0,126-32 1 0 0,129-70-9 0 0,-15-23-44 0 0,-304 130-17 0 0,516-224 51 0 0,12 25-60 0 0,-464 179-9 0 0,1 3 1 0 0,1 3-1 0 0,0 4 0 0 0,1 2 1 0 0,91-1-1 0 0,-106 13-17 0 0,1 3 0 0 0,-1 2-1 0 0,95 23 1 0 0,-150-28 52 0 0,0-1-17 0 0,0 0 0 0 0,0 0 0 0 0,0 1 1 0 0,0-1-1 0 0,0 0 0 0 0,0 1 0 0 0,0 0 0 0 0,0-1 0 0 0,4 3 0 0 0,-4-2 331 0 0,1 0-1 0 0,-1 0 1 0 0,1 0-1 0 0,-1 0 1 0 0,1-1 0 0 0,0 1-1 0 0,3 0 1 0 0,-5-1-290 0 0,0 0-1 0 0,-1 0 1 0 0,1-1 0 0 0,0 1 0 0 0,-1 0 0 0 0,1 0 0 0 0,-1 0-1 0 0,1-1 1 0 0,0 1 0 0 0,-1 0 0 0 0,1-1 0 0 0,-1 1-1 0 0,1-1 1 0 0,-1 1 0 0 0,1 0 0 0 0,-1-1 0 0 0,1 1-1 0 0,-1-1 1 0 0,1 1 0 0 0,-1-1 0 0 0,0 0 0 0 0,1 1 0 0 0,-1-1-1 0 0,1-1 1 0 0,6-20 302 0 0,1-2-268 0 0,-5 18-88 0 0,1 0 1 0 0,0 0-1 0 0,0 1 0 0 0,1 0 1 0 0,0-1-1 0 0,0 1 1 0 0,0 1-1 0 0,0-1 0 0 0,1 1 1 0 0,-1 0-1 0 0,1 0 0 0 0,0 1 1 0 0,1 0-1 0 0,6-3 1 0 0,-1 2-7 0 0,0 1 0 0 0,0 0 1 0 0,0 0-1 0 0,0 2 1 0 0,1-1-1 0 0,-1 2 1 0 0,16 0-1 0 0,300 30-14 0 0,-142-10 51 0 0,-66-10 23 0 0,0-5 0 0 0,0-5 0 0 0,122-17 0 0 0,-187 8 26 0 0,-1-2 0 0 0,0-3 1 0 0,-1-2-1 0 0,0-3 0 0 0,-1-1 0 0 0,-2-3 0 0 0,51-31 0 0 0,-71 36-39 0 0,-2-1 0 0 0,0-2 1 0 0,0 0-1 0 0,-2-2 0 0 0,-1-1 0 0 0,-1-1 0 0 0,38-52 0 0 0,-19 7-54 0 0,-42 69 4 0 0,-1-1 61 0 0,1 1 0 0 0,-1-1 0 0 0,1 1 0 0 0,0 0-1 0 0,-1-1 1 0 0,1 1 0 0 0,0 0 0 0 0,0-1 0 0 0,0 1 0 0 0,0 0-1 0 0,2-1 1 0 0,7-12-2053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9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77 816 0 0,'-80'2'7622'0'0,"24"-1"-1689"0"0,-85-8 0 0 0,139 7-5312 0 0,2-2-571 0 0,1 1-1 0 0,-1-1 1 0 0,1 1 0 0 0,0-1-1 0 0,-1 1 1 0 0,1-1-1 0 0,0 1 1 0 0,0 0 0 0 0,-1-1-1 0 0,1 1 1 0 0,0 0-1 0 0,1 0 1 0 0,-1 0 0 0 0,0 0-1 0 0,0 0 1 0 0,0 0-1 0 0,1 0 1 0 0,-1 0-1 0 0,0 0 1 0 0,1 0 0 0 0,-1 1-1 0 0,4-2 1 0 0,41-14 25 0 0,-34 13-23 0 0,12-4-968 0 0,0 0 0 0 0,26-2-1 0 0,-34 7-2547 0 0,-1 1 0 0 0,21 1-1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39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115 142 3244 0 0,'-114'63'14256'0'0,"132"-61"-13301"0"0,-4-3-782 0 0,-1-1 0 0 0,1 0 1 0 0,0-1-1 0 0,20-8 0 0 0,1 1-105 0 0,230-71-3058 0 0,-95 10-5185 0 0,-118 45 2355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44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270 150 1104 0 0,'1'-7'884'0'0,"1"1"-1"0"0,-1 0 1 0 0,2-1-1 0 0,-1 1 1 0 0,1 0-1 0 0,0 0 1 0 0,0 1 0 0 0,0-1-1 0 0,1 1 1 0 0,0-1-1 0 0,4-4 1 0 0,-1 3-419 0 0,0 1 0 0 0,0-1 1 0 0,0 2-1 0 0,1-1 0 0 0,0 1 1 0 0,0 0-1 0 0,12-5 0 0 0,-11 6-413 0 0,0 0 0 0 0,0 1-1 0 0,1 0 1 0 0,-1 0 0 0 0,1 1 0 0 0,0 1-1 0 0,-1-1 1 0 0,1 2 0 0 0,0-1 0 0 0,-1 1-1 0 0,1 1 1 0 0,0 0 0 0 0,0 0 0 0 0,-1 1-1 0 0,1 0 1 0 0,9 4 0 0 0,-15-4-8 0 0,1 0 0 0 0,-1 0 0 0 0,0 0 1 0 0,0 0-1 0 0,-1 0 0 0 0,1 1 0 0 0,0 0 0 0 0,-1 0 0 0 0,0 0 1 0 0,0 0-1 0 0,0 1 0 0 0,0-1 0 0 0,0 1 0 0 0,0-1 1 0 0,-1 1-1 0 0,0 0 0 0 0,3 6 0 0 0,-3-4 77 0 0,-1 1-1 0 0,1-1 1 0 0,-1 1 0 0 0,0-1-1 0 0,-1 1 1 0 0,0 0 0 0 0,0-1-1 0 0,0 1 1 0 0,-1-1-1 0 0,-2 12 1 0 0,-4 8 288 0 0,-2 0 0 0 0,0 0 0 0 0,-2-1 0 0 0,-20 36 1 0 0,5-13 553 0 0,26-46-724 0 0,0-2-232 0 0,0 1-1 0 0,1-1 0 0 0,-1 0 1 0 0,1 1-1 0 0,-1-1 0 0 0,1 0 1 0 0,-1 1-1 0 0,1-1 1 0 0,-1 0-1 0 0,1 0 0 0 0,0 0 1 0 0,-1 1-1 0 0,1-1 0 0 0,-1 0 1 0 0,1 0-1 0 0,-1 0 0 0 0,1 0 1 0 0,0 0-1 0 0,-1 0 1 0 0,1 0-1 0 0,-1 0 0 0 0,1 0 1 0 0,0 0-1 0 0,-1-1 0 0 0,1 1 1 0 0,-1 0-1 0 0,1 0 0 0 0,-1 0 1 0 0,1-1-1 0 0,-1 1 1 0 0,1 0-1 0 0,0-1 0 0 0,7-1 74 0 0,6 0-50 0 0,0 0-1 0 0,0 1 1 0 0,0 0-1 0 0,0 1 1 0 0,0 1-1 0 0,0 0 1 0 0,0 1-1 0 0,-1 0 1 0 0,1 1-1 0 0,0 1 1 0 0,-1 0-1 0 0,0 1 0 0 0,0 0 1 0 0,15 9-1 0 0,-15-6 133 0 0,-1 1 0 0 0,1 0 0 0 0,-1 1 0 0 0,-1 1 0 0 0,0 0 0 0 0,-1 0 0 0 0,0 1 0 0 0,16 24 0 0 0,-21-28 237 0 0,-1 0-1 0 0,0-1 1 0 0,0 1 0 0 0,0 1 0 0 0,-1-1-1 0 0,-1 0 1 0 0,1 1 0 0 0,-1 0 0 0 0,-1-1-1 0 0,1 1 1 0 0,-2 0 0 0 0,1 0-1 0 0,-1 0 1 0 0,0 0 0 0 0,-1 0 0 0 0,-4 16-1 0 0,4-20-349 0 0,-1 0-1 0 0,0 0 0 0 0,0-1 0 0 0,-1 1 0 0 0,1-1 1 0 0,-1 1-1 0 0,0-1 0 0 0,0 0 0 0 0,0 0 0 0 0,-1 0 0 0 0,-5 5 1 0 0,1-4 67 0 0,0 1 1 0 0,0-1 0 0 0,0 0 0 0 0,0 0 0 0 0,-16 5 0 0 0,2-3 51 0 0,0 0 0 0 0,0-2 0 0 0,-1-1 0 0 0,-30 2 0 0 0,-3-4-1111 0 0,0-3-1 0 0,-1-3 1 0 0,-86-17 0 0 0,69 9-926 0 0,-85-2 1 0 0,79 17-9136 0 0,33 0-845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2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0 460 288 0 0,'11'-83'10538'0'0,"-10"81"-10180"0"0,-2-6 1178 0 0,-1 37-936 0 0,0 1 1 0 0,2-1-1 0 0,5 37 1 0 0,-2-19-379 0 0,20 276 264 0 0,-19-279 747 0 0,-4-42-1067 0 0,0-24 86 0 0,0-61-154 0 0,2-162 10 0 0,2 168-75 0 0,17-89 0 0 0,-16 136-49 0 0,2 1 1 0 0,1 0-1 0 0,2 0 0 0 0,21-47 1 0 0,-25 65 1 0 0,0 0 1 0 0,0 1 0 0 0,1 0 0 0 0,0 0-1 0 0,1 0 1 0 0,0 1 0 0 0,0 0-1 0 0,1 0 1 0 0,0 1 0 0 0,1 0 0 0 0,-1 1-1 0 0,2 0 1 0 0,-1 1 0 0 0,17-8 0 0 0,-22 12 12 0 0,0 0 0 0 0,0 0 0 0 0,0 1 0 0 0,1-1 0 0 0,-1 1 0 0 0,0 1 0 0 0,1-1 0 0 0,-1 1 1 0 0,1 0-1 0 0,-1 0 0 0 0,1 0 0 0 0,-1 1 0 0 0,0 0 0 0 0,1 0 0 0 0,-1 0 0 0 0,0 1 0 0 0,0 0 0 0 0,0 0 1 0 0,0 0-1 0 0,0 1 0 0 0,0-1 0 0 0,-1 1 0 0 0,1 0 0 0 0,-1 1 0 0 0,0-1 0 0 0,0 1 0 0 0,0-1 1 0 0,0 1-1 0 0,-1 1 0 0 0,1-1 0 0 0,-1 0 0 0 0,0 1 0 0 0,0-1 0 0 0,-1 1 0 0 0,1 0 0 0 0,-1 0 1 0 0,0 0-1 0 0,-1 0 0 0 0,1 1 0 0 0,-1-1 0 0 0,0 0 0 0 0,0 1 0 0 0,-1-1 0 0 0,1 1 0 0 0,-1-1 0 0 0,-1 7 1 0 0,-2 4 6 0 0,0 1 1 0 0,-1 0-1 0 0,0-1 1 0 0,-2 0 0 0 0,0 0-1 0 0,0 0 1 0 0,-2-1 0 0 0,0 0-1 0 0,0 0 1 0 0,-2-1 0 0 0,0 0-1 0 0,0-1 1 0 0,-1 0-1 0 0,-1-1 1 0 0,0 0 0 0 0,-1-1-1 0 0,-14 10 1 0 0,20-16 5 0 0,0-1 1 0 0,-1 0-1 0 0,0-1 0 0 0,0 1 0 0 0,0-2 1 0 0,0 1-1 0 0,0-1 0 0 0,0 0 1 0 0,-12 1-1 0 0,2-2 89 0 0,0-1-1 0 0,0-1 1 0 0,-22-2 0 0 0,38 2 33 0 0,2 1-122 0 0,0 0 0 0 0,0-1-1 0 0,0 1 1 0 0,0 0 0 0 0,0 0 0 0 0,0-1 0 0 0,0 1-1 0 0,0 0 1 0 0,1 0 0 0 0,-1 0 0 0 0,0-1-1 0 0,0 1 1 0 0,0 0 0 0 0,0 0 0 0 0,1-1 0 0 0,-1 1-1 0 0,0 0 1 0 0,0 0 0 0 0,0 0 0 0 0,1 0 0 0 0,-1 0-1 0 0,0-1 1 0 0,0 1 0 0 0,1 0 0 0 0,-1 0 0 0 0,0 0-1 0 0,0 0 1 0 0,1 0 0 0 0,-1 0 0 0 0,0 0-1 0 0,0 0 1 0 0,1 0 0 0 0,-1 0 0 0 0,0 0 0 0 0,1 0-1 0 0,-1 0 1 0 0,0 0 0 0 0,15 2 392 0 0,-12-1-206 0 0,11 2 43 0 0,-1 0-1 0 0,-1 1 1 0 0,1 1-1 0 0,0 0 1 0 0,-1 1-1 0 0,0 1 1 0 0,-1 0-1 0 0,1 0 1 0 0,9 9-1 0 0,20 18 200 0 0,35 38 0 0 0,-42-39-369 0 0,5 6-86 0 0,-10-10-317 0 0,1 0 0 0 0,1-2 0 0 0,1-1-1 0 0,47 28 1 0 0,-73-51-186 0 0,0 1-1 0 0,1-1 0 0 0,0-1 1 0 0,-1 1-1 0 0,1-1 0 0 0,0-1 1 0 0,0 1-1 0 0,10 0 1 0 0,-12-2-459 0 0,1 0 0 0 0,-1 0-1 0 0,1-1 1 0 0,-1 0 0 0 0,1 0 0 0 0,-1 0 0 0 0,6-2 0 0 0,6-4-5078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2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240 176 744 0 0,'0'-3'506'0'0,"0"-18"2382"0"0,-1 0 1 0 0,-4-29 0 0 0,4 45-2547 0 0,0 1 1 0 0,0-1-1 0 0,0 1 0 0 0,-1-1 1 0 0,1 1-1 0 0,-1-1 1 0 0,0 1-1 0 0,0 0 1 0 0,0 0-1 0 0,-1 0 0 0 0,0 0 1 0 0,0 0-1 0 0,0 1 1 0 0,0-1-1 0 0,0 1 1 0 0,-1 0-1 0 0,-3-3 0 0 0,5 5-256 0 0,1 0-1 0 0,-1 0 0 0 0,1 1 0 0 0,-1-1 1 0 0,0 1-1 0 0,1-1 0 0 0,-1 1 0 0 0,0-1 1 0 0,1 1-1 0 0,-1 0 0 0 0,0 0 0 0 0,0 0 1 0 0,1 0-1 0 0,-1 0 0 0 0,0 0 0 0 0,1 1 1 0 0,-1-1-1 0 0,-3 2 0 0 0,2-1 35 0 0,-1 1 1 0 0,0 0-1 0 0,1 0 0 0 0,-1 0 1 0 0,1 0-1 0 0,0 1 0 0 0,-5 4 1 0 0,-2 3 110 0 0,2 1 1 0 0,-1-1-1 0 0,-11 21 1 0 0,7-8-62 0 0,1 1 1 0 0,0 0 0 0 0,-10 36-1 0 0,18-46-139 0 0,0 0 0 0 0,1 0-1 0 0,1 1 1 0 0,0-1-1 0 0,1 1 1 0 0,0-1 0 0 0,3 28-1 0 0,-1-37-21 0 0,0-1-1 0 0,0 1 1 0 0,0-1 0 0 0,0 1-1 0 0,1-1 1 0 0,0 0-1 0 0,0 0 1 0 0,0 1-1 0 0,0-1 1 0 0,0-1 0 0 0,1 1-1 0 0,0 0 1 0 0,0-1-1 0 0,0 1 1 0 0,0-1 0 0 0,8 6-1 0 0,-9-8-2 0 0,1 1 0 0 0,-1-1 0 0 0,1 0-1 0 0,0 0 1 0 0,0 0 0 0 0,-1 0 0 0 0,1 0 0 0 0,0 0 0 0 0,0-1-1 0 0,0 0 1 0 0,0 1 0 0 0,0-1 0 0 0,0 0 0 0 0,0-1 0 0 0,-1 1 0 0 0,1 0-1 0 0,0-1 1 0 0,0 0 0 0 0,0 1 0 0 0,0-1 0 0 0,-1 0 0 0 0,1-1-1 0 0,0 1 1 0 0,-1 0 0 0 0,1-1 0 0 0,-1 1 0 0 0,5-5 0 0 0,-1 1-2 0 0,1-1 1 0 0,-2 0 0 0 0,1-1 0 0 0,-1 1-1 0 0,0-1 1 0 0,0 0 0 0 0,0 0 0 0 0,-1-1 0 0 0,-1 0-1 0 0,1 1 1 0 0,4-16 0 0 0,1-10 89 0 0,8-56 1 0 0,-9 43 257 0 0,-2 27-282 0 0,-5 19-66 0 0,-1 0 0 0 0,0 0 0 0 0,0 0 0 0 0,0 0 0 0 0,0 0 0 0 0,0-1 0 0 0,0 1 0 0 0,0 0 0 0 0,1 0 1 0 0,-1 0-1 0 0,0 0 0 0 0,0 0 0 0 0,0 0 0 0 0,0 0 0 0 0,0 0 0 0 0,1 0 0 0 0,-1 0 0 0 0,0 0 0 0 0,0 0 0 0 0,0 0 0 0 0,0 0 0 0 0,0 0 0 0 0,0 0 0 0 0,1 1 1 0 0,-1-1-1 0 0,0 0 0 0 0,0 0 0 0 0,0 0 0 0 0,0 0 0 0 0,0 0 0 0 0,0 0 0 0 0,0 0 0 0 0,0 0 0 0 0,1 0 0 0 0,-1 0 0 0 0,0 0 0 0 0,0 1 0 0 0,0-1 0 0 0,0 0 0 0 0,0 0 1 0 0,0 0-1 0 0,0 0 0 0 0,0 0 0 0 0,0 0 0 0 0,0 1 0 0 0,0-1 0 0 0,0 0 0 0 0,0 0 0 0 0,0 0 0 0 0,0 0 0 0 0,0 0 0 0 0,0 0 0 0 0,0 1 0 0 0,0-1 0 0 0,0 0 1 0 0,6 34 248 0 0,-1 5-304 0 0,12 50 1 0 0,-14-79-546 0 0,0 1 0 0 0,0-1 0 0 0,1 0 0 0 0,0 0 0 0 0,1 0 0 0 0,0-1 0 0 0,1 1 0 0 0,0-1 0 0 0,13 15 0 0 0,-17-23 230 0 0,0 1-1 0 0,0-1 0 0 0,0 1 0 0 0,0-1 1 0 0,0 0-1 0 0,0 0 0 0 0,0 0 0 0 0,1 0 1 0 0,-1 0-1 0 0,0-1 0 0 0,1 1 0 0 0,-1-1 1 0 0,0 1-1 0 0,1-1 0 0 0,-1 0 0 0 0,1 0 1 0 0,-1 0-1 0 0,0 0 0 0 0,1 0 1 0 0,-1-1-1 0 0,1 1 0 0 0,-1-1 0 0 0,0 1 1 0 0,1-1-1 0 0,-1 0 0 0 0,0 0 0 0 0,3-2 1 0 0,7-4-2875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2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0 204 232 0 0,'14'-65'6079'0'0,"-12"52"-4756"0"0,0 0 0 0 0,1 0-1 0 0,1 0 1 0 0,8-20 0 0 0,-12 32-706 0 0,4 1 284 0 0,-3 0-840 0 0,0 0 0 0 0,-1 0 0 0 0,1 0 0 0 0,0 0 0 0 0,0 0 0 0 0,-1 0 0 0 0,1 0 0 0 0,0 0 0 0 0,0 1 0 0 0,-1-1 0 0 0,1 0 0 0 0,0 0 0 0 0,-1 1 0 0 0,1-1 0 0 0,0 0-1 0 0,0 1 1 0 0,6 7 278 0 0,-1 0-1 0 0,0 1 1 0 0,0-1-1 0 0,0 1 1 0 0,-1 1-1 0 0,-1-1 1 0 0,0 1-1 0 0,0-1 1 0 0,4 17-1 0 0,1 15 13 0 0,5 44-1 0 0,-11-65-189 0 0,-1-5-136 0 0,1 5 729 0 0,-2-21-733 0 0,0 1-1 0 0,-1-1 1 0 0,1 0-1 0 0,-1 0 0 0 0,1 0 1 0 0,-1-1-1 0 0,1 1 1 0 0,-1 0-1 0 0,0 0 0 0 0,1 0 1 0 0,-1 0-1 0 0,0 0 1 0 0,0 0-1 0 0,0-1 0 0 0,0 1 1 0 0,0 0-1 0 0,0-2 1 0 0,5-29-29 0 0,2 0 1 0 0,1 1-1 0 0,19-50 0 0 0,-22 70 4 0 0,0 1 0 0 0,0-1 0 0 0,1 1 0 0 0,0 0 0 0 0,1 1 1 0 0,0-1-1 0 0,1 1 0 0 0,0 1 0 0 0,0 0 0 0 0,1 0 0 0 0,0 0 0 0 0,0 1 0 0 0,16-9 0 0 0,-22 14 34 0 0,0 1 1 0 0,0 0 0 0 0,0-1 0 0 0,0 1 0 0 0,0 0 0 0 0,0 1 0 0 0,0-1 0 0 0,0 0-1 0 0,0 1 1 0 0,0 0 0 0 0,1 0 0 0 0,-1 0 0 0 0,0 0 0 0 0,0 0 0 0 0,0 1 0 0 0,0-1 0 0 0,0 1-1 0 0,0 0 1 0 0,0 0 0 0 0,0 0 0 0 0,0 0 0 0 0,0 1 0 0 0,0-1 0 0 0,0 1 0 0 0,-1-1-1 0 0,1 1 1 0 0,-1 0 0 0 0,1 0 0 0 0,-1 0 0 0 0,0 1 0 0 0,0-1 0 0 0,0 0 0 0 0,2 4-1 0 0,6 8 13 0 0,0 1-1 0 0,-1 0 1 0 0,-1 1-1 0 0,11 27 1 0 0,-13-29-124 0 0,2 6-344 0 0,18 37-2416 0 0,-4-22-1897 0 0,-8-24-1375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3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2596 0 0,'24'-114'17375'0'0,"-16"130"-15731"0"0,-5-2-1226 0 0,1 1 1 0 0,-2 0-1 0 0,0 0 0 0 0,0 28 0 0 0,-8 63 195 0 0,2-61-408 0 0,1 3-204 0 0,-5 113 217 0 0,9-132-2003 0 0,6 47 0 0 0,-1-56-177 0 0,-6-18 1067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3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87 2796 0 0,'4'-9'2502'0'0,"0"1"-1"0"0,-1-1 1 0 0,1 0 0 0 0,-2 1-1 0 0,1-1 1 0 0,1-17-1 0 0,-4 26-2455 0 0,0 0 0 0 0,0-1 0 0 0,0 1 0 0 0,0 0 0 0 0,0-1 0 0 0,0 1 0 0 0,0 0 0 0 0,0-1 0 0 0,-1 1 0 0 0,1 0 0 0 0,0-1 0 0 0,0 1 0 0 0,0 0 0 0 0,0-1 0 0 0,-1 1 0 0 0,1 0 0 0 0,0 0 0 0 0,0-1 0 0 0,0 1 0 0 0,-1 0 0 0 0,1 0 0 0 0,0-1 0 0 0,-1 1 0 0 0,1 0 0 0 0,0 0 1 0 0,0 0-1 0 0,-1-1 0 0 0,1 1 0 0 0,0 0 0 0 0,-1 0 0 0 0,1 0 0 0 0,0 0 0 0 0,-1 0 0 0 0,1 0 0 0 0,-1 0 0 0 0,1 0 0 0 0,0 0 0 0 0,-1 0 0 0 0,-21 5 674 0 0,-24 17-527 0 0,41-19-83 0 0,-117 72 158 0 0,-7 3-270 0 0,116-69-115 0 0,13-8 115 0 0,0-1 1 0 0,0 0 0 0 0,0 0-1 0 0,0 0 1 0 0,0 0 0 0 0,0 1 0 0 0,0-1-1 0 0,0 0 1 0 0,0 0 0 0 0,0 0-1 0 0,0 1 1 0 0,0-1 0 0 0,0 0-1 0 0,0 0 1 0 0,0 0 0 0 0,0 1-1 0 0,0-1 1 0 0,0 0 0 0 0,0 0-1 0 0,0 0 1 0 0,0 1 0 0 0,0-1-1 0 0,0 0 1 0 0,1 0 0 0 0,-1 0-1 0 0,0 0 1 0 0,0 1 0 0 0,0-1 0 0 0,0 0-1 0 0,0 0 1 0 0,1 0 0 0 0,-1 0-1 0 0,0 0 1 0 0,0 0 0 0 0,0 1-1 0 0,0-1 1 0 0,1 0 0 0 0,29 8 23 0 0,-7-3 25 0 0,5 9 48 0 0,-1 1-1 0 0,0 2 0 0 0,-2 1 1 0 0,31 26-1 0 0,-29-22-169 0 0,1 0 0 0 0,59 32-1 0 0,-78-50-492 0 0,0 0 0 0 0,0-1 0 0 0,0-1 0 0 0,1 1 0 0 0,-1-2-1 0 0,1 1 1 0 0,0-1 0 0 0,16-1 0 0 0,-9 0-4042 0 0,34-7 0 0 0,-24 1-2192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3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31 103 3524 0 0,'-13'-20'11810'0'0,"-3"-2"-4902"0"0,16 22-6852 0 0,0 0-1 0 0,0-1 1 0 0,-1 1-1 0 0,1-1 1 0 0,0 1-1 0 0,0-1 0 0 0,0 1 1 0 0,-1-1-1 0 0,1 1 1 0 0,0-1-1 0 0,0 1 1 0 0,0 0-1 0 0,0-1 1 0 0,0 1-1 0 0,0-1 1 0 0,0 1-1 0 0,0-1 1 0 0,0 1-1 0 0,0-1 1 0 0,1 1-1 0 0,-1-1 1 0 0,0 1-1 0 0,0-1 1 0 0,0 1-1 0 0,0-1 1 0 0,1 1-1 0 0,-1 0 1 0 0,0-1-1 0 0,1 1 1 0 0,-1-1-1 0 0,0 1 1 0 0,1 0-1 0 0,-1-1 1 0 0,0 1-1 0 0,1 0 1 0 0,-1-1-1 0 0,0 1 1 0 0,2-1-1 0 0,46-11 162 0 0,1 1 0 0 0,1 3-1 0 0,81-4 1 0 0,-71 11-4023 0 0,68 8 1 0 0,-102-2 451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4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0 908 0 0,'-67'40'9839'0'0,"-19"14"4387"0"0,89-55-13644 0 0,158-47 707 0 0,-119 34-2691 0 0,-13 6-513 0 0,7-3-1980 0 0,-12 0-5781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4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110 138 2012 0 0,'-14'-21'4283'0'0,"-3"-6"3722"0"0,-2 0-1 0 0,-31-34 1 0 0,48 60-7464 0 0,-5 21 1291 0 0,9 19-1782 0 0,8 46 1 0 0,-1-22-67 0 0,7 91 16 0 0,37 286 0 0 0,-17-256-4854 0 0,-27-151 3246 0 0,1-1-1 0 0,1 0 0 0 0,24 45 1 0 0,-14-45-8239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5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1636 0 0,'0'0'10184'0'0,"2"2"-9373"0"0,0 2-488 0 0,0-1-1 0 0,0 1 1 0 0,-1 0-1 0 0,1-1 1 0 0,-1 1-1 0 0,0 0 1 0 0,0 0-1 0 0,0 0 1 0 0,0 0-1 0 0,0 6 1 0 0,1 50 1337 0 0,-2-39-1292 0 0,-4 320 1341 0 0,-1-100-468 0 0,5-239-1066 0 0,0-4-106 0 0,9-126-312 0 0,-9-131 0 0 0,-1-6 173 0 0,2 244 68 0 0,0-6-81 0 0,6-45 0 0 0,-6 71 89 0 0,-1 1 1 0 0,0-1 0 0 0,0 1 0 0 0,0 0 0 0 0,0-1-1 0 0,0 1 1 0 0,0-1 0 0 0,1 1 0 0 0,-1 0 0 0 0,0-1-1 0 0,0 1 1 0 0,1 0 0 0 0,-1-1 0 0 0,0 1 0 0 0,0 0 0 0 0,1-1-1 0 0,-1 1 1 0 0,0 0 0 0 0,1 0 0 0 0,-1-1 0 0 0,0 1-1 0 0,1 0 1 0 0,-1 0 0 0 0,1 0 0 0 0,-1 0 0 0 0,0-1-1 0 0,1 1 1 0 0,-1 0 0 0 0,1 0 0 0 0,-1 0 0 0 0,0 0 0 0 0,1 0-1 0 0,-1 0 1 0 0,1 0 0 0 0,-1 0 0 0 0,1 0 0 0 0,-1 0-1 0 0,0 0 1 0 0,1 1 0 0 0,-1-1 0 0 0,1 0 0 0 0,-1 0-1 0 0,0 0 1 0 0,1 0 0 0 0,0 1 0 0 0,16 11 293 0 0,-5 4-209 0 0,0 1 0 0 0,-1 1 1 0 0,-1 0-1 0 0,0 0 0 0 0,10 32 0 0 0,-6-18-29 0 0,39 94 101 0 0,14 33-722 0 0,-16-56-4277 0 0,-37-77 1415 0 0,-7-7-1913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102 147 740 0 0,'-1'0'667'0'0,"-71"-20"12809"0"0,46 9-10235 0 0,24 10-2691 0 0,2 0-501 0 0,1 0 0 0 0,-1 0 0 0 0,0 0 0 0 0,1 0 0 0 0,-1 0-1 0 0,1 0 1 0 0,0 0 0 0 0,-1 0 0 0 0,1 0 0 0 0,0 0 0 0 0,-1 1 0 0 0,1-1-1 0 0,0 0 1 0 0,0 0 0 0 0,0 1 0 0 0,0-1 0 0 0,0 1 0 0 0,0-1 0 0 0,1 0-1 0 0,22-10 60 0 0,-22 10-95 0 0,53-19-2864 0 0,74-15-1 0 0,-62 17-2751 0 0,-19 6-459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93 219 3840 0 0,'-12'-18'9896'0'0,"-3"-3"-1351"0"0,14 21-8450 0 0,0 1 0 0 0,0 0 0 0 0,1-1 1 0 0,-1 1-1 0 0,0 0 0 0 0,1-1 1 0 0,-1 1-1 0 0,1 0 0 0 0,-1 0 0 0 0,1 0 1 0 0,-1-1-1 0 0,1 1 0 0 0,-1 0 0 0 0,1 0 1 0 0,0 0-1 0 0,-1 0 0 0 0,1 0 0 0 0,0 0 1 0 0,0 0-1 0 0,0 0 0 0 0,0 0 0 0 0,0 0 1 0 0,0 0-1 0 0,0 1 0 0 0,0-1-65 0 0,2 180 3571 0 0,-1 7-2762 0 0,-6-21-509 0 0,5-164-511 0 0,0-5-547 0 0,-5-12 347 0 0,2 0 0 0 0,0 0 0 0 0,0 0 0 0 0,0-26 0 0 0,3-61-55 0 0,0 87 389 0 0,2-28-42 0 0,1 0 0 0 0,3 1 0 0 0,12-52 0 0 0,-10 65 55 0 0,0 1 0 0 0,2 1 0 0 0,1 0 0 0 0,1 0 0 0 0,27-42-1 0 0,-31 58 17 0 0,0 0-1 0 0,0 0 0 0 0,0 1 1 0 0,1 1-1 0 0,1 0 0 0 0,-1 0 1 0 0,2 0-1 0 0,-1 1 0 0 0,1 1 0 0 0,18-9 1 0 0,-24 13 17 0 0,0 0 1 0 0,0 1 0 0 0,1-1-1 0 0,-1 1 1 0 0,1 0 0 0 0,-1 0-1 0 0,1 1 1 0 0,-1-1 0 0 0,1 1-1 0 0,0 1 1 0 0,6 0 0 0 0,-8 0 9 0 0,1 0 1 0 0,-1 1 0 0 0,0-1-1 0 0,0 1 1 0 0,0 0 0 0 0,-1 0-1 0 0,1 0 1 0 0,0 1 0 0 0,-1-1-1 0 0,0 1 1 0 0,1 0 0 0 0,-1 0-1 0 0,0 0 1 0 0,0 0 0 0 0,-1 0-1 0 0,4 5 1 0 0,-4-4 11 0 0,1 0 0 0 0,-1 0-1 0 0,0 0 1 0 0,0 0 0 0 0,-1 0 0 0 0,1 0 0 0 0,-1 0-1 0 0,0 1 1 0 0,0-1 0 0 0,0 1 0 0 0,-1-1 0 0 0,1 1-1 0 0,-1-1 1 0 0,-1 9 0 0 0,0-6-5 0 0,-1 1 0 0 0,0-1 0 0 0,0 0 0 0 0,0 0 0 0 0,-1 0 1 0 0,0 0-1 0 0,-1 0 0 0 0,-4 7 0 0 0,-4 2 22 0 0,0 0 1 0 0,-1-1-1 0 0,0 0 1 0 0,-2-2-1 0 0,-28 24 0 0 0,6-13 227 0 0,0-2 1 0 0,-2-1-1 0 0,0-3 0 0 0,-53 19 0 0 0,80-33-290 0 0,10-3 20 0 0,-1-1 1 0 0,1 1-1 0 0,-1 0 1 0 0,1 0-1 0 0,-1 1 1 0 0,1-1 0 0 0,0 0-1 0 0,-1 1 1 0 0,1-1-1 0 0,0 1 1 0 0,0 0 0 0 0,-3 3-1 0 0,5-4-1 0 0,-1 0 0 0 0,1 0 1 0 0,-1 0-1 0 0,1 0 0 0 0,0 0 0 0 0,-1 0 0 0 0,1 0 0 0 0,0 0 0 0 0,0 0 1 0 0,0 0-1 0 0,0 0 0 0 0,-1 0 0 0 0,2 0 0 0 0,-1 0 0 0 0,0 0 0 0 0,0 0 1 0 0,0 0-1 0 0,0 0 0 0 0,1 0 0 0 0,-1 0 0 0 0,1 2 0 0 0,12 21-23 0 0,-10-18 38 0 0,12 18-73 0 0,1-1 0 0 0,0 0 0 0 0,2-1 0 0 0,34 33-1 0 0,-29-34-1883 0 0,51 35-1 0 0,-59-46 380 0 0,1-1-1 0 0,0-1 1 0 0,31 12-1 0 0,-33-16-1113 0 0,0 0 0 0 0,24 3 0 0 0,-13-6-3708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6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339 150 1440 0 0,'-1'-9'2088'0'0,"0"-1"0"0"0,-1 0-1 0 0,-1 0 1 0 0,-4-13 0 0 0,4 16-1149 0 0,-1 0 1 0 0,1 0-1 0 0,-1 1 0 0 0,0-1 1 0 0,0 1-1 0 0,-7-8 0 0 0,8 11-738 0 0,1 0 0 0 0,-1 0 0 0 0,-1 1-1 0 0,1-1 1 0 0,0 1 0 0 0,0-1-1 0 0,-1 1 1 0 0,1 0 0 0 0,-1 0 0 0 0,0 1-1 0 0,0-1 1 0 0,0 1 0 0 0,1 0 0 0 0,-1 0-1 0 0,0 0 1 0 0,-1 0 0 0 0,1 1-1 0 0,0-1 1 0 0,0 1 0 0 0,0 0 0 0 0,0 0-1 0 0,0 1 1 0 0,0-1 0 0 0,0 1 0 0 0,0 0-1 0 0,0 0 1 0 0,0 1 0 0 0,-5 1 0 0 0,-3 3-52 0 0,0 1 0 0 0,0 0 0 0 0,1 0 0 0 0,0 1 1 0 0,0 1-1 0 0,1 0 0 0 0,0 0 0 0 0,0 1 1 0 0,1 0-1 0 0,1 0 0 0 0,0 1 0 0 0,-12 21 0 0 0,15-24-110 0 0,0 1 0 0 0,1 0 0 0 0,0 0 0 0 0,0 1-1 0 0,1-1 1 0 0,1 1 0 0 0,-1 0 0 0 0,1-1 0 0 0,1 1-1 0 0,0 0 1 0 0,0 0 0 0 0,1 0 0 0 0,1 0 0 0 0,-1 0-1 0 0,2 0 1 0 0,-1 0 0 0 0,6 18 0 0 0,-5-24-36 0 0,-1-1 1 0 0,1 1-1 0 0,-1-1 0 0 0,1 0 1 0 0,0 0-1 0 0,0 0 0 0 0,0 0 1 0 0,1 0-1 0 0,-1 0 0 0 0,1-1 1 0 0,-1 1-1 0 0,1-1 0 0 0,0 1 1 0 0,0-1-1 0 0,0 0 1 0 0,0 0-1 0 0,0 0 0 0 0,1-1 1 0 0,-1 1-1 0 0,1-1 0 0 0,-1 0 1 0 0,5 1-1 0 0,-3-1-79 0 0,0-1 0 0 0,1 0 0 0 0,-1 0 1 0 0,1 0-1 0 0,-1 0 0 0 0,0-1 0 0 0,1 0 0 0 0,-1 0 0 0 0,0 0 0 0 0,0-1 1 0 0,0 0-1 0 0,0 0 0 0 0,0 0 0 0 0,8-5 0 0 0,-1-2-89 0 0,0 0 0 0 0,0-1 0 0 0,0 0 1 0 0,-1 0-1 0 0,-1-1 0 0 0,0-1 0 0 0,12-17 0 0 0,-7 6 480 0 0,-1 0 0 0 0,-1-1 0 0 0,12-31 0 0 0,-25 53-299 0 0,1 1 0 0 0,-1 0 0 0 0,1 0 0 0 0,-1-1 0 0 0,1 1 0 0 0,-1 0 0 0 0,1 0 0 0 0,0 0 0 0 0,-1 0 0 0 0,1 0 0 0 0,0-1 0 0 0,0 2-1 0 0,0-1 1 0 0,0 0 0 0 0,0 0 0 0 0,1-1 0 0 0,-1 2-20 0 0,-1 0 0 0 0,1 0 0 0 0,-1 1 0 0 0,0-1 0 0 0,1 0 0 0 0,-1 0 0 0 0,1 1 0 0 0,-1-1-1 0 0,0 0 1 0 0,1 1 0 0 0,-1-1 0 0 0,0 0 0 0 0,1 1 0 0 0,-1-1 0 0 0,0 0 0 0 0,1 1 0 0 0,-1-1 0 0 0,0 1-1 0 0,0-1 1 0 0,0 1 0 0 0,1-1 0 0 0,-1 0 0 0 0,0 1 0 0 0,0-1 0 0 0,0 1 0 0 0,0-1 0 0 0,0 2-1 0 0,6 44-113 0 0,-5 13 135 0 0,2 27-2802 0 0,7-30-4810 0 0,-9-54 6750 0 0,0 2-72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57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1420 0 0,'4'-67'16952'0'0,"0"68"-15774"0"0,-3-1-1121 0 0,-1 0 1 0 0,1 0-1 0 0,0 0 1 0 0,-1 0-1 0 0,1 0 1 0 0,-1 0-1 0 0,1 1 1 0 0,0-1-1 0 0,-1 0 0 0 0,1 0 1 0 0,0 0-1 0 0,-1 1 1 0 0,1-1-1 0 0,-1 0 1 0 0,1 1-1 0 0,-1-1 1 0 0,1 1-1 0 0,0-1 1 0 0,7 12 485 0 0,0 0-1 0 0,-1 0 1 0 0,0 1 0 0 0,-1-1 0 0 0,5 15-1 0 0,18 72 907 0 0,-21-71-1060 0 0,-1 4 835 0 0,-7-30-432 0 0,0-26-995 0 0,1 9 180 0 0,1 1 0 0 0,-1 0-1 0 0,2-1 1 0 0,0 1 0 0 0,1 0 0 0 0,1 1-1 0 0,0-1 1 0 0,0 1 0 0 0,1 0 0 0 0,1 0-1 0 0,0 0 1 0 0,1 1 0 0 0,1 0-1 0 0,-1 1 1 0 0,2 0 0 0 0,0 0 0 0 0,0 1-1 0 0,14-10 1 0 0,-21 17 87 0 0,0 1 0 0 0,0 0 0 0 0,0 1 0 0 0,0-1 0 0 0,1 0 0 0 0,-1 1 0 0 0,0 0 0 0 0,1 0 0 0 0,-1 0 0 0 0,1 0 0 0 0,-1 0 0 0 0,1 1 0 0 0,0 0 0 0 0,-1-1 0 0 0,1 1 0 0 0,0 1 0 0 0,-1-1 0 0 0,1 0 0 0 0,-1 1 0 0 0,1 0-1 0 0,-1 0 1 0 0,1 0 0 0 0,-1 0 0 0 0,1 1 0 0 0,-1-1 0 0 0,5 4 0 0 0,-3-1 111 0 0,1 0-1 0 0,-1 0 0 0 0,0 1 0 0 0,-1 0 0 0 0,1 0 1 0 0,-1 0-1 0 0,0 1 0 0 0,0-1 0 0 0,-1 1 1 0 0,0 0-1 0 0,0 0 0 0 0,0 0 0 0 0,3 10 1 0 0,-3-2-63 0 0,0-1 1 0 0,-1 1 0 0 0,-1 0 0 0 0,1 14 0 0 0,0 12-1636 0 0,6-2-3562 0 0,-2-10-5204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87 1440 0 0,'27'-86'15194'0'0,"-25"98"-12995"0"0,1 19-340 0 0,-7 52 61 0 0,-20 113 0 0 0,0-2-1558 0 0,18-50-2924 0 0,6-144 2442 0 0,0 1-1 0 0,0-1 1 0 0,0 1-1 0 0,0-1 1 0 0,0 0-1 0 0,0 1 1 0 0,0-1 0 0 0,0 0-1 0 0,0 1 1 0 0,0-1-1 0 0,0 1 1 0 0,0-1-1 0 0,1 0 1 0 0,-1 1 0 0 0,0-1-1 0 0,0 0 1 0 0,0 1-1 0 0,1-1 1 0 0,-1 0-1 0 0,0 0 1 0 0,0 1-1 0 0,1-1-119 0 0,-1 0 119 0 0,0 1 1 0 0,1-1-1 0 0,-1 0 1 0 0,0 0-1 0 0,1 1 1 0 0,-1-1 0 0 0,0 0-1 0 0,1 0 1 0 0,-1 0-1 0 0,1 0 1 0 0,-1 0-1 0 0,0 0 1 0 0,1 0-1 0 0,-1 0 1 0 0,0 0 0 0 0,1 0-1 0 0,-1 0 1 0 0,1 0-1 0 0,-1 0 1 0 0,0 0-1 0 0,1 0 1 0 0,-1 0 0 0 0,0 0-1 0 0,1 0 1 0 0,16-9-4295 0 0,-8-1 464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0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63 2556 0 0,'18'-50'14600'0'0,"-18"50"-14465"0"0,0-1 0 0 0,0 1-1 0 0,0-1 1 0 0,0 1-1 0 0,1 0 1 0 0,-1-1 0 0 0,0 1-1 0 0,0-1 1 0 0,0 1 0 0 0,0 0-1 0 0,0-1 1 0 0,0 1-1 0 0,0-1 1 0 0,0 1 0 0 0,0-1-1 0 0,0 1 1 0 0,0 0 0 0 0,0-1-1 0 0,0 1 1 0 0,0-1 0 0 0,-1 1-1 0 0,1 0 1 0 0,0-1-1 0 0,0 1 1 0 0,0 0 0 0 0,-1-1-1 0 0,1 1 1 0 0,0-1 0 0 0,-1 1-1 0 0,-11 2 286 0 0,1 2 0 0 0,-1 0 0 0 0,1 0 0 0 0,-22 12 0 0 0,-45 31-56 0 0,24-14-171 0 0,17-8-153 0 0,23-16-45 0 0,0 0 1 0 0,-19 9-1 0 0,32-18 4 0 0,0 1-1 0 0,1-1 0 0 0,-1 1 0 0 0,0-1 1 0 0,0 1-1 0 0,0 0 0 0 0,1-1 1 0 0,-1 1-1 0 0,1 0 0 0 0,-1 0 1 0 0,0 0-1 0 0,1-1 0 0 0,-1 1 1 0 0,1 0-1 0 0,0 0 0 0 0,-1 0 1 0 0,1 0-1 0 0,0 0 0 0 0,-1 0 1 0 0,1 0-1 0 0,0 0 0 0 0,0 0 1 0 0,0 0-1 0 0,0 0 0 0 0,0 0 1 0 0,0 0-1 0 0,0 0 0 0 0,0 0 1 0 0,0 0-1 0 0,1 0 0 0 0,-1 0 1 0 0,0 0-1 0 0,1 0 0 0 0,-1 0 0 0 0,1-1 1 0 0,-1 1-1 0 0,1 0 0 0 0,0 1 1 0 0,3 6 16 0 0,1 0-1 0 0,0-1 1 0 0,7 9 0 0 0,-10-13 3 0 0,28 32 6 0 0,2-2 1 0 0,37 31 0 0 0,-38-35-428 0 0,13 7-3593 0 0,-14-18-2408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1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85 2616 0 0,'1'-77'19735'0'0,"-1"77"-19692"0"0,0-1 1 0 0,0 1-1 0 0,0 0 1 0 0,0 0-1 0 0,0-1 1 0 0,0 1-1 0 0,0 0 1 0 0,0-1-1 0 0,-1 1 1 0 0,1 0-1 0 0,0-1 1 0 0,0 1-1 0 0,0 0 1 0 0,-1 0-1 0 0,1-1 1 0 0,0 1-1 0 0,0 0 1 0 0,0 0-1 0 0,-1-1 1 0 0,1 1-1 0 0,0 0 1 0 0,-1 0-1 0 0,1 0 1 0 0,0 0-1 0 0,0 0 1 0 0,-1-1-1 0 0,1 1 1 0 0,0 0-1 0 0,-1 0 1 0 0,1 0-1 0 0,0 0 1 0 0,-1 0-1 0 0,1 0 1 0 0,0 0-1 0 0,-1 0 1 0 0,1 0-1 0 0,0 0 1 0 0,-1 0-1 0 0,1 0 1 0 0,0 0-1 0 0,-1 0 1 0 0,1 0-1 0 0,0 1 1 0 0,-1-1-1 0 0,1 0 1 0 0,0 0-1 0 0,0 0 1 0 0,-1 0-1 0 0,1 1 1 0 0,0-1-1 0 0,-1 0 1 0 0,-17 11 741 0 0,3 0-445 0 0,0 2-1 0 0,1 0 0 0 0,1 1 1 0 0,0 0-1 0 0,0 1 1 0 0,2 0-1 0 0,-19 33 0 0 0,22-33-232 0 0,0 0 0 0 0,1 0 0 0 0,1 1 0 0 0,1 0 0 0 0,0 0 0 0 0,1 0 0 0 0,0 1 0 0 0,2-1 0 0 0,-1 25 0 0 0,3-31-78 0 0,1 0 0 0 0,0 0 0 0 0,0 1 0 0 0,1-1 0 0 0,1 0 0 0 0,0-1 0 0 0,0 1 0 0 0,1 0 0 0 0,0-1 0 0 0,1 0 0 0 0,0 0 0 0 0,0 0 0 0 0,1 0 0 0 0,0-1 0 0 0,1 0 0 0 0,-1 0 0 0 0,2-1 0 0 0,-1 0 0 0 0,1 0 0 0 0,0-1 0 0 0,9 6 0 0 0,-8-6-531 0 0,1 0 1 0 0,0-1 0 0 0,1-1-1 0 0,20 7 1 0 0,-20-8-579 0 0,0-1 1 0 0,-1 0-1 0 0,1-1 1 0 0,1 0 0 0 0,12-1-1 0 0,11-3-8009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2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16 313 1672 0 0,'-12'-37'7097'0'0,"8"3"-4210"0"0,5 29-2767 0 0,0 0-1 0 0,-1 1 0 0 0,2-1 1 0 0,-1 0-1 0 0,0 0 1 0 0,1 1-1 0 0,0-1 0 0 0,0 1 1 0 0,1-1-1 0 0,-1 1 0 0 0,1 0 1 0 0,6-8-1 0 0,7-6 121 0 0,0 0 0 0 0,2 1 0 0 0,0 0 1 0 0,1 2-1 0 0,1 0 0 0 0,34-20 0 0 0,-43 29-206 0 0,0 1 0 0 0,0-1 0 0 0,0 2 0 0 0,1 0 0 0 0,0 0 0 0 0,-1 1 0 0 0,1 1 0 0 0,0-1 0 0 0,0 2-1 0 0,1 0 1 0 0,-1 0 0 0 0,0 2 0 0 0,0-1 0 0 0,0 1 0 0 0,16 4 0 0 0,-24-4-70 0 0,-1 0 0 0 0,1 0 0 0 0,-1 1-1 0 0,1-1 1 0 0,-1 1 0 0 0,1 0 0 0 0,-1 0 0 0 0,0 0 0 0 0,0 0 0 0 0,0 0-1 0 0,0 1 1 0 0,-1 0 0 0 0,1-1 0 0 0,0 1 0 0 0,-1 0 0 0 0,0 0-1 0 0,0 0 1 0 0,0 1 0 0 0,0-1 0 0 0,0 0 0 0 0,-1 1 0 0 0,0-1 0 0 0,2 5-1 0 0,-2 0-635 0 0,1-1 0 0 0,-2 0-1 0 0,1 0 1 0 0,-1 1 0 0 0,0-1-1 0 0,0 1 1 0 0,-1-1 0 0 0,0 0 0 0 0,0 0-1 0 0,-1 1 1 0 0,-3 7 0 0 0,-2 4-3421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3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70 284 0 0,'-39'-69'15436'0'0,"41"91"-13946"0"0,4 31-1 0 0,2 4-983 0 0,-3 205-312 0 0,-16-88-6467 0 0,11-170 5770 0 0,0 0 0 0 0,-1 1 0 0 0,0-1-1 0 0,1 0 1 0 0,-2 0 0 0 0,1 0 0 0 0,0 0 0 0 0,-1 0 0 0 0,0 0 0 0 0,0 0 0 0 0,-4 6 0 0 0,5-9 447 0 0,1-1 1 0 0,-1 1 0 0 0,0-1 0 0 0,0 1 0 0 0,0-1-1 0 0,1 0 1 0 0,-1 1 0 0 0,0-1 0 0 0,0 0-1 0 0,0 0 1 0 0,0 1 0 0 0,0-1 0 0 0,0 0 0 0 0,0 0-1 0 0,1 0 1 0 0,-1 0 0 0 0,0 0 0 0 0,0 0-1 0 0,0 0 1 0 0,0 0 0 0 0,0-1 0 0 0,-1 1 0 0 0,-21-8 772 0 0,-32-19 3592 0 0,53 26-3964 0 0,-12-1 895 0 0,13 2-1190 0 0,0 1 0 0 0,0 0 0 0 0,0-1 0 0 0,0 1 0 0 0,0 0 0 0 0,1 0 0 0 0,-1 0 0 0 0,0 0 0 0 0,1-1 0 0 0,-1 1 0 0 0,1 0 0 0 0,-1 0 0 0 0,1 0 0 0 0,-1 0 0 0 0,1 0 0 0 0,0 1 0 0 0,-1-1 0 0 0,1 0 0 0 0,0 0 0 0 0,0 0 0 0 0,0 0 0 0 0,0 0 0 0 0,0 0 0 0 0,0 0 0 0 0,0 0 0 0 0,0 1 0 0 0,0-1 0 0 0,0 0 0 0 0,1 0 0 0 0,-1 0 0 0 0,1 0 0 0 0,-1 0 0 0 0,0 0 0 0 0,1 0 0 0 0,0 0 0 0 0,-1 0 0 0 0,1 0 0 0 0,0 0 0 0 0,-1-1 0 0 0,1 1 0 0 0,0 0 0 0 0,0 0 0 0 0,1 1 0 0 0,1 1-8 0 0,0 0 0 0 0,1-1 0 0 0,-1 1 0 0 0,0 0 0 0 0,1-1 0 0 0,0 0 0 0 0,-1 0 0 0 0,1 0 0 0 0,0 0-1 0 0,8 2 1 0 0,1-3-53 0 0,0 0-1 0 0,0-1 0 0 0,0 0 1 0 0,0-1-1 0 0,0-1 0 0 0,0 0 1 0 0,-1 0-1 0 0,1-2 0 0 0,-1 1 1 0 0,0-2-1 0 0,0 1 1 0 0,0-2-1 0 0,0 1 0 0 0,-1-2 1 0 0,0 1-1 0 0,0-2 0 0 0,-1 1 1 0 0,0-2-1 0 0,0 1 0 0 0,-1-1 1 0 0,0-1-1 0 0,0 1 0 0 0,-1-2 1 0 0,-1 1-1 0 0,0-1 0 0 0,0 0 1 0 0,-1 0-1 0 0,8-20 0 0 0,-6-1-56 0 0,6-37 1 0 0,-4 13 573 0 0,-13 83 487 0 0,1 1-1 0 0,2 37 1 0 0,6 85-859 0 0,-6-139-63 0 0,1-4-53 0 0,-1 0 0 0 0,1 1 0 0 0,1-1 0 0 0,-1 0 0 0 0,1 1 1 0 0,6 12-1 0 0,-7-19-17 0 0,-1-1-1 0 0,0 0 1 0 0,1 0 0 0 0,-1 1 0 0 0,0-1 0 0 0,1 0-1 0 0,-1 0 1 0 0,1 0 0 0 0,-1 0 0 0 0,0 0 0 0 0,1 1-1 0 0,-1-1 1 0 0,1 0 0 0 0,-1 0 0 0 0,1 0 0 0 0,-1 0 0 0 0,0 0-1 0 0,1 0 1 0 0,-1-1 0 0 0,1 1 0 0 0,-1 0 0 0 0,1 0-1 0 0,-1 0 1 0 0,0 0 0 0 0,1 0 0 0 0,-1-1 0 0 0,0 1-1 0 0,1 0 1 0 0,-1 0 0 0 0,1 0 0 0 0,-1-1 0 0 0,0 1 0 0 0,0 0-1 0 0,1-1 1 0 0,-1 1 0 0 0,15-12 23 0 0,-15 12-21 0 0,11-13 14 0 0,0-1 0 0 0,-1 0 0 0 0,-1-1 0 0 0,0 1 0 0 0,-1-2 0 0 0,8-22 0 0 0,-1 6-4 0 0,-13 27-13 0 0,45-84-11 0 0,-40 78 10 0 0,0 0 0 0 0,1 1 0 0 0,0 0-1 0 0,0 0 1 0 0,18-15 0 0 0,-25 24 18 0 0,0 0-1 0 0,1 0 1 0 0,-1 0-1 0 0,0 0 0 0 0,0 0 1 0 0,0 0-1 0 0,1 1 0 0 0,-1-1 1 0 0,0 0-1 0 0,1 1 1 0 0,-1-1-1 0 0,1 1 0 0 0,-1 0 1 0 0,0-1-1 0 0,1 1 0 0 0,-1 0 1 0 0,1 0-1 0 0,-1 0 1 0 0,1 0-1 0 0,-1 0 0 0 0,1 0 1 0 0,2 1-1 0 0,-2 0 7 0 0,-1 0 0 0 0,1 0-1 0 0,0 0 1 0 0,-1 1 0 0 0,1-1 0 0 0,-1 0-1 0 0,1 1 1 0 0,-1-1 0 0 0,0 1 0 0 0,0-1-1 0 0,0 1 1 0 0,0 0 0 0 0,0-1 0 0 0,2 4-1 0 0,1 7 36 0 0,0-1-1 0 0,-1 1 0 0 0,0-1 1 0 0,1 16-1 0 0,1 13-104 0 0,3 19-2003 0 0,-5-47-199 0 0,-1-1 0 0 0,9 22-1 0 0,-7-25-1255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4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69 199 2248 0 0,'7'-74'10160'0'0,"-7"72"-9405"0"0,-8 13 1790 0 0,-3 27-397 0 0,-23 81 239 0 0,26-82-1999 0 0,-4 41 1 0 0,11-67-351 0 0,0 0-1 0 0,1 0 1 0 0,0 0-1 0 0,1 0 0 0 0,0 0 1 0 0,1 0-1 0 0,0-1 1 0 0,6 17-1 0 0,-8-24-42 0 0,1 0 0 0 0,1-1 0 0 0,-1 1 0 0 0,0-1 0 0 0,1 0 0 0 0,-1 1 0 0 0,1-1 0 0 0,-1 0 0 0 0,1 0 0 0 0,0 0 0 0 0,0 0 0 0 0,0 0 0 0 0,0-1 0 0 0,1 1 0 0 0,-1-1 0 0 0,0 1 0 0 0,1-1 0 0 0,3 2 0 0 0,-2-2-74 0 0,-1 0-1 0 0,1-1 1 0 0,0 1 0 0 0,0-1 0 0 0,-1 0 0 0 0,1 0 0 0 0,0 0-1 0 0,-1 0 1 0 0,1-1 0 0 0,0 0 0 0 0,-1 1 0 0 0,5-3-1 0 0,3-1-192 0 0,1-1 0 0 0,-2 0 0 0 0,1-1 0 0 0,0 0-1 0 0,-1-1 1 0 0,-1 0 0 0 0,13-11 0 0 0,-8 3 128 0 0,0-1 0 0 0,-2 0-1 0 0,1-1 1 0 0,-2 0 0 0 0,0-1 0 0 0,-1-1 0 0 0,-1 1 0 0 0,-1-2-1 0 0,-1 1 1 0 0,0-1 0 0 0,4-21 0 0 0,-7 21 815 0 0,-1 0-1 0 0,-1 0 1 0 0,0-20 0 0 0,-2 38-261 0 0,-1 2-384 0 0,0 1-1 0 0,0 0 0 0 0,-1-1 0 0 0,1 1 1 0 0,0 0-1 0 0,0-1 0 0 0,0 1 0 0 0,0 0 1 0 0,0 0-1 0 0,0 0 0 0 0,0 0 0 0 0,1 0 1 0 0,-1 0-1 0 0,0 0 0 0 0,0 0 0 0 0,1 0 1 0 0,-1 0-1 0 0,1 1 0 0 0,-1-1 0 0 0,1 0 1 0 0,-1 2-1 0 0,-7 30 385 0 0,8-33-403 0 0,-5 28 225 0 0,1 1 0 0 0,0 50 1 0 0,4-70-209 0 0,0 0 0 0 0,1 1 1 0 0,0-1-1 0 0,1 0 0 0 0,0 0 1 0 0,1 1-1 0 0,-1-2 0 0 0,2 1 1 0 0,-1 0-1 0 0,1-1 0 0 0,1 1 1 0 0,7 10-1 0 0,-10-16-16 0 0,1-1-1 0 0,-1 1 1 0 0,1-1-1 0 0,0 0 1 0 0,-1 0-1 0 0,1 0 1 0 0,0 0-1 0 0,0 0 1 0 0,1-1-1 0 0,-1 1 1 0 0,0-1-1 0 0,0 0 1 0 0,1 0 0 0 0,-1 0-1 0 0,1-1 1 0 0,-1 1-1 0 0,1-1 1 0 0,-1 0-1 0 0,1 0 1 0 0,-1 0-1 0 0,1 0 1 0 0,-1 0-1 0 0,1-1 1 0 0,-1 0-1 0 0,5-1 1 0 0,0 0-7 0 0,-1-1 0 0 0,0 1 0 0 0,0-1-1 0 0,0-1 1 0 0,0 1 0 0 0,-1-1 0 0 0,1 0 0 0 0,-1-1 0 0 0,0 0-1 0 0,9-9 1 0 0,-7 5 6 0 0,-1-1-1 0 0,0 0 0 0 0,-1 0 1 0 0,0 0-1 0 0,-1-1 1 0 0,0 0-1 0 0,0 0 0 0 0,-2 0 1 0 0,1 0-1 0 0,-1-1 0 0 0,-1 0 1 0 0,0 1-1 0 0,0-1 1 0 0,-1-20-1 0 0,-1 24-7 0 0,0 0 0 0 0,-1 0-1 0 0,0 0 1 0 0,-1 0 0 0 0,1 0 0 0 0,-1 1 0 0 0,-1-1-1 0 0,0 0 1 0 0,0 1 0 0 0,0 0 0 0 0,-1-1 0 0 0,0 1-1 0 0,0 1 1 0 0,-1-1 0 0 0,0 1 0 0 0,0-1 0 0 0,0 2-1 0 0,-1-1 1 0 0,0 0 0 0 0,0 1 0 0 0,-1 0 0 0 0,-11-7-1 0 0,13 10-3 0 0,-1 0-1 0 0,0 0 1 0 0,0 0-1 0 0,0 0 1 0 0,0 1-1 0 0,0 0 1 0 0,0 0-1 0 0,0 1 1 0 0,0 0-1 0 0,-1 0 1 0 0,1 0-1 0 0,0 1 1 0 0,0-1-1 0 0,0 2 1 0 0,0-1-1 0 0,0 1 1 0 0,0 0-1 0 0,0 0 1 0 0,1 0-1 0 0,-11 7 1 0 0,6-4-4 0 0,1 0 0 0 0,0 1 0 0 0,1 1 0 0 0,-1 0 0 0 0,1 0 0 0 0,0 0 0 0 0,1 1 0 0 0,0 0 0 0 0,0 1 0 0 0,1-1 1 0 0,-6 12-1 0 0,10-17 7 0 0,0 1 0 0 0,0 0 0 0 0,1 0 0 0 0,-1 0 0 0 0,1 0 0 0 0,0 0 0 0 0,1 0 0 0 0,-1 0 0 0 0,1 0 0 0 0,-1 0 1 0 0,1 0-1 0 0,0 1 0 0 0,1-1 0 0 0,-1 0 0 0 0,1 0 0 0 0,1 5 0 0 0,-1-7-12 0 0,0 1 1 0 0,0-1-1 0 0,0 0 0 0 0,0 0 1 0 0,1 0-1 0 0,-1 0 0 0 0,1 0 0 0 0,-1 0 1 0 0,1 0-1 0 0,0 0 0 0 0,0 0 1 0 0,0-1-1 0 0,0 1 0 0 0,0-1 0 0 0,0 1 1 0 0,0-1-1 0 0,0 0 0 0 0,1 0 1 0 0,-1 0-1 0 0,0 0 0 0 0,1 0 0 0 0,-1 0 1 0 0,1-1-1 0 0,-1 1 0 0 0,1-1 1 0 0,4 0-1 0 0,4 0-74 0 0,0-1 0 0 0,0 0 0 0 0,0-1 0 0 0,-1 0 0 0 0,1 0 0 0 0,-1-2 0 0 0,1 1 0 0 0,-1-1 0 0 0,0 0 0 0 0,0-1 0 0 0,12-9 0 0 0,12-8-199 0 0,50-44 0 0 0,-44 30 184 0 0,-23 20 22 0 0,1 0 0 0 0,38-24 0 0 0,-55 39 84 0 0,0 0-1 0 0,0 1 1 0 0,0-1 0 0 0,0 1 0 0 0,0-1-1 0 0,1 1 1 0 0,-1 0 0 0 0,0-1 0 0 0,0 1 0 0 0,1 0-1 0 0,-1 0 1 0 0,0 0 0 0 0,1 0 0 0 0,-1 0-1 0 0,0 0 1 0 0,0 0 0 0 0,1 0 0 0 0,-1 0 0 0 0,0 1-1 0 0,0-1 1 0 0,1 1 0 0 0,1 0 0 0 0,-1 0 29 0 0,0 1 1 0 0,0-1-1 0 0,0 1 1 0 0,0 0-1 0 0,-1 0 1 0 0,1 0-1 0 0,0 0 1 0 0,-1 0 0 0 0,0 0-1 0 0,3 4 1 0 0,0 2 69 0 0,-1 0 1 0 0,0 0 0 0 0,0 0 0 0 0,-1 0 0 0 0,2 14 0 0 0,0 15 75 0 0,-3 0 0 0 0,-1 0 0 0 0,-1 0 0 0 0,-10 53 0 0 0,11-88-154 0 0,3-34-10 0 0,7-11-10 0 0,2 1-1 0 0,30-72 1 0 0,-34 98-2 0 0,0 0 0 0 0,1 0-1 0 0,1 1 1 0 0,0 0 0 0 0,1 1 0 0 0,1 0-1 0 0,0 1 1 0 0,1 0 0 0 0,22-17-1 0 0,-33 28 21 0 0,0 1 0 0 0,0-1 0 0 0,0 0 0 0 0,1 1-1 0 0,-1 0 1 0 0,0-1 0 0 0,1 1 0 0 0,-1 0 0 0 0,1 0 0 0 0,0 0 0 0 0,-1 1-1 0 0,1-1 1 0 0,0 1 0 0 0,-1-1 0 0 0,1 1 0 0 0,0 0 0 0 0,0 0-1 0 0,-1 0 1 0 0,1 0 0 0 0,0 1 0 0 0,0-1 0 0 0,-1 1 0 0 0,1 0 0 0 0,-1-1-1 0 0,1 1 1 0 0,0 0 0 0 0,-1 1 0 0 0,0-1 0 0 0,1 0 0 0 0,-1 1-1 0 0,0-1 1 0 0,1 1 0 0 0,-1 0 0 0 0,0 0 0 0 0,0 0 0 0 0,-1 0-1 0 0,1 0 1 0 0,0 0 0 0 0,-1 0 0 0 0,1 0 0 0 0,-1 1 0 0 0,1-1 0 0 0,-1 1-1 0 0,0-1 1 0 0,1 6 0 0 0,1-1 6 0 0,-1 1-1 0 0,0 0 1 0 0,-1-1-1 0 0,0 1 1 0 0,0 0 0 0 0,0 0-1 0 0,-2 15 1 0 0,-2 1 182 0 0,-7 29 1 0 0,6-33-1309 0 0,1 0 0 0 0,-2 33 0 0 0,4-52 927 0 0,1 0 1 0 0,0 0-1 0 0,0 0 0 0 0,0 0 0 0 0,0 0 0 0 0,1-1 0 0 0,-1 1 0 0 0,0 0 0 0 0,0 0 0 0 0,0 0 0 0 0,1 0 0 0 0,-1-1 0 0 0,0 1 0 0 0,1 0 0 0 0,-1 0 0 0 0,1-1 0 0 0,-1 1 0 0 0,1 0 0 0 0,-1-1 0 0 0,1 1 0 0 0,-1 0 0 0 0,1-1 0 0 0,0 1 0 0 0,-1-1 0 0 0,1 1 0 0 0,0-1 0 0 0,0 1 0 0 0,-1-1 0 0 0,1 0 0 0 0,0 1 0 0 0,0-1 0 0 0,0 0 0 0 0,-1 1 1 0 0,1-1-1 0 0,1 0 0 0 0,1 0-380 0 0,0 0 0 0 0,0 0 0 0 0,0 0 0 0 0,-1-1 0 0 0,1 1 0 0 0,0-1 0 0 0,0 0 0 0 0,-1 0 0 0 0,1 0 0 0 0,0 0 1 0 0,2-2-1 0 0,10-6-3704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4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75 216 1364 0 0,'4'-7'670'0'0,"50"-88"6483"0"0,-48 83-5857 0 0,-1-1 0 0 0,0 1 0 0 0,0-1 0 0 0,-2 0 1 0 0,5-24-1 0 0,-8 36-1266 0 0,-1 1 1 0 0,1-1 0 0 0,0 0 0 0 0,0 1 0 0 0,0-1 0 0 0,0 1-1 0 0,-1-1 1 0 0,1 0 0 0 0,0 1 0 0 0,-1-1 0 0 0,1 1-1 0 0,0-1 1 0 0,-1 1 0 0 0,1-1 0 0 0,-1 1 0 0 0,1-1 0 0 0,-1 1-1 0 0,1 0 1 0 0,-1-1 0 0 0,1 1 0 0 0,-1 0 0 0 0,1-1 0 0 0,-1 1-1 0 0,1 0 1 0 0,-1 0 0 0 0,0-1 0 0 0,1 1 0 0 0,-1 0 0 0 0,1 0-1 0 0,-1 0 1 0 0,0 0 0 0 0,1 0 0 0 0,-1 0 0 0 0,0 0 0 0 0,1 0-1 0 0,-1 0 1 0 0,1 0 0 0 0,-1 0 0 0 0,0 0 0 0 0,1 0 0 0 0,-1 1-1 0 0,1-1 1 0 0,-1 0 0 0 0,0 0 0 0 0,1 1 0 0 0,-1-1 0 0 0,1 0-1 0 0,-1 1 1 0 0,0 0 0 0 0,-4 3 8 0 0,-1 0-1 0 0,1 0 1 0 0,1 1-1 0 0,-1 0 1 0 0,0-1-1 0 0,1 2 1 0 0,0-1-1 0 0,1 0 1 0 0,-1 1-1 0 0,1 0 1 0 0,0 0 0 0 0,-4 11-1 0 0,5-13-29 0 0,1 1 0 0 0,0-1 0 0 0,0 1 0 0 0,1-1 0 0 0,-1 1 0 0 0,1-1 0 0 0,0 1 0 0 0,0-1 0 0 0,0 1-1 0 0,1-1 1 0 0,-1 0 0 0 0,1 1 0 0 0,0-1 0 0 0,1 1 0 0 0,-1-1 0 0 0,1 0 0 0 0,-1 0 0 0 0,1 0 0 0 0,1 0 0 0 0,3 6 0 0 0,7 5 316 0 0,1 0 1 0 0,16 14-1 0 0,-18-19 360 0 0,-1 1 0 0 0,0 1 0 0 0,-1-1-1 0 0,12 18 1 0 0,-21-27-566 0 0,-1-1 0 0 0,1 0 0 0 0,0 1 0 0 0,-1-1-1 0 0,1 1 1 0 0,-1-1 0 0 0,1 1 0 0 0,-1-1 0 0 0,0 1 0 0 0,1-1-1 0 0,-1 1 1 0 0,0 0 0 0 0,0-1 0 0 0,0 1 0 0 0,0-1 0 0 0,-1 1 0 0 0,1 0-1 0 0,0-1 1 0 0,-1 1 0 0 0,0 2 0 0 0,-1-1-25 0 0,1 0-1 0 0,-1-1 1 0 0,0 1 0 0 0,0 0-1 0 0,0-1 1 0 0,0 1 0 0 0,-1-1-1 0 0,1 0 1 0 0,-5 4 0 0 0,-1-1-41 0 0,0 0-1 0 0,0-1 1 0 0,-1 1 0 0 0,1-2 0 0 0,-1 1 0 0 0,-10 2-1 0 0,2-3-670 0 0,0 0-1 0 0,0-1 0 0 0,-28 0 1 0 0,42-2 75 0 0,0 0 0 0 0,0-1 1 0 0,1 1-1 0 0,-1-1 0 0 0,1 1 1 0 0,-1-1-1 0 0,0 0 1 0 0,1 0-1 0 0,-1 0 0 0 0,-1-2 1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68 432 0 0,'45'-67'20638'0'0,"-41"71"-20307"0"0,-1 0 0 0 0,0 0 0 0 0,-1 1-1 0 0,1 0 1 0 0,-1-1 0 0 0,0 1 0 0 0,0 0 0 0 0,0 0 0 0 0,-1 0 0 0 0,0 0 0 0 0,0 0 0 0 0,0 0-1 0 0,0 6 1 0 0,0 16 249 0 0,-1 36 0 0 0,-1-29-228 0 0,1-7-474 0 0,1 42 593 0 0,5-25-3129 0 0,-6-44 2494 0 0,1 1-1 0 0,-1-1 1 0 0,0 1-1 0 0,0-1 1 0 0,0 0-1 0 0,0 1 1 0 0,1-1 0 0 0,-1 1-1 0 0,0-1 1 0 0,6 4-2467 0 0,-5-4 2466 0 0,-1 0 1 0 0,1 0 0 0 0,-1 0-1 0 0,1 0 1 0 0,-1 0-1 0 0,1 0 1 0 0,-1 0-1 0 0,0 0 1 0 0,1 0 0 0 0,-1 0-1 0 0,1 0 1 0 0,-1 0-1 0 0,1-1 1 0 0,-1 1-1 0 0,0 0 1 0 0,2-1 0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5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169 115 1068 0 0,'-11'-16'4231'0'0,"-26"-25"0"0"0,-16-7-14 0 0,52 47-4208 0 0,-1 0-1 0 0,1 0 1 0 0,0 0-1 0 0,0 0 1 0 0,-1 1-1 0 0,1-1 1 0 0,0 0-1 0 0,-1 1 1 0 0,1-1-1 0 0,-1 1 1 0 0,1-1-1 0 0,-1 1 1 0 0,1 0-1 0 0,-1 0 1 0 0,1 0-1 0 0,-1 0 1 0 0,1 0-1 0 0,-1 0 1 0 0,1 0-1 0 0,-1 0 1 0 0,1 0-1 0 0,-1 1 1 0 0,1-1-1 0 0,-1 1 1 0 0,-1 0-1 0 0,1 0-489 0 0,0 1-1 0 0,0-1 1 0 0,0 0-1 0 0,0 1 1 0 0,0-1-1 0 0,1 1 1 0 0,-1 0-1 0 0,1 0 1 0 0,-1 0-1 0 0,1-1 1 0 0,0 1-1 0 0,0 0 1 0 0,0 1-1 0 0,0-1 0 0 0,-1 3 1 0 0,-2 6-3379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5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59 2236 0 0,'9'-13'5444'0'0,"-6"10"-4454"0"0,-1 1-433 0 0,-1 1 1 0 0,1-1-1 0 0,0 0 1 0 0,-1 0-1 0 0,0 1 0 0 0,1-1 1 0 0,-1 0-1 0 0,0 0 1 0 0,0 0-1 0 0,0-1 1 0 0,0 1-1 0 0,0 0 1 0 0,-1 0-1 0 0,1 0 0 0 0,-1-1 1 0 0,1 1-1 0 0,-1-5 1 0 0,0 6-221 0 0,-4 1-276 0 0,0 0 0 0 0,0 1-1 0 0,0-1 1 0 0,0 1 0 0 0,0 0 0 0 0,0 1-1 0 0,0-1 1 0 0,1 1 0 0 0,-1-1 0 0 0,1 1-1 0 0,-1 0 1 0 0,1 0 0 0 0,-1 1 0 0 0,1-1-1 0 0,0 1 1 0 0,0-1 0 0 0,0 1 0 0 0,1 0-1 0 0,-1 0 1 0 0,-3 6 0 0 0,5-7-59 0 0,-1 1 0 0 0,1-1 0 0 0,0 1-1 0 0,0-1 1 0 0,0 1 0 0 0,0-1 0 0 0,0 1 0 0 0,0 0 0 0 0,1-1 0 0 0,0 1 0 0 0,-1 0 0 0 0,1 0-1 0 0,0-1 1 0 0,0 1 0 0 0,1 0 0 0 0,-1 0 0 0 0,0-1 0 0 0,1 1 0 0 0,0 0 0 0 0,-1 0-1 0 0,1-1 1 0 0,0 1 0 0 0,1-1 0 0 0,-1 1 0 0 0,0-1 0 0 0,1 0 0 0 0,-1 1 0 0 0,1-1-1 0 0,0 0 1 0 0,3 3 0 0 0,18 16 42 0 0,40 28-1 0 0,-41-33 728 0 0,-1 0-1 0 0,35 35 0 0 0,-55-49-630 0 0,1 0-1 0 0,-1-1 0 0 0,1 1 0 0 0,-1 0 1 0 0,1 0-1 0 0,-1 0 0 0 0,0 0 0 0 0,0 0 1 0 0,0 1-1 0 0,0-1 0 0 0,0 0 0 0 0,-1 0 0 0 0,1 1 1 0 0,-1-1-1 0 0,1 1 0 0 0,-1-1 0 0 0,0 0 1 0 0,0 1-1 0 0,0-1 0 0 0,0 0 0 0 0,-1 4 1 0 0,0-3-46 0 0,0 1 1 0 0,-1-1 0 0 0,1 0-1 0 0,-1 0 1 0 0,0 0 0 0 0,0 0 0 0 0,0 0-1 0 0,0 0 1 0 0,-1 0 0 0 0,1-1-1 0 0,-1 1 1 0 0,-4 3 0 0 0,-4 2-28 0 0,-1-1 0 0 0,0 0 1 0 0,0 0-1 0 0,0-1 0 0 0,-1-1 0 0 0,-17 5 1 0 0,29-9-71 0 0,-11 2-225 0 0,0 0 0 0 0,-18 2 0 0 0,4-6-2584 0 0,24 0 2114 0 0,-1 1 1 0 0,1-1-1 0 0,-1 0 0 0 0,1 0 1 0 0,0 0-1 0 0,-1 0 0 0 0,1-1 1 0 0,-2-1-1 0 0,2-14-6172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6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4 148 2876 0 0,'-3'-148'27842'0'0,"37"543"-25793"0"0,-27-246-2049 0 0,7 95 0 0 0,-14-238 0 0 0,1 0 0 0 0,0 0 0 0 0,0-1 0 0 0,0 1 0 0 0,0 0 0 0 0,1-1 0 0 0,0 1 0 0 0,1-1 0 0 0,2 6 0 0 0,-4-9 0 0 0,1 0 0 0 0,-1-1 0 0 0,1 1 0 0 0,-1 0 0 0 0,1-1 0 0 0,0 1 0 0 0,-1-1 0 0 0,1 0 0 0 0,0 1 0 0 0,0-1 0 0 0,0 0 0 0 0,0 0 0 0 0,0 0 0 0 0,0-1 0 0 0,0 1 0 0 0,1 0 0 0 0,-1-1 0 0 0,0 1 0 0 0,0-1 0 0 0,1 0 0 0 0,-1 0 0 0 0,0 0 0 0 0,0 0 0 0 0,1 0 0 0 0,-1 0 0 0 0,3-1 0 0 0,33-10-1752 0 0,-28 7-25 0 0,-1-1 1 0 0,0 0-1 0 0,17-13 1 0 0,-13 7-751 0 0,-1 0 0 0 0,0-1 1 0 0,-1 0-1 0 0,12-17 1 0 0,-8 7-6346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6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214 146 3320 0 0,'-95'-19'9881'0'0,"-19"-5"-1701"0"0,114 24-8165 0 0,0 0-1 0 0,0 0 1 0 0,-1 0 0 0 0,1 0 0 0 0,0 0 0 0 0,0 0 0 0 0,0 0 0 0 0,-1 0 0 0 0,1-1-1 0 0,0 1 1 0 0,0 0 0 0 0,-1 0 0 0 0,1 0 0 0 0,0 0 0 0 0,0 0 0 0 0,0-1 0 0 0,0 1-1 0 0,-1 0 1 0 0,1 0 0 0 0,0 0 0 0 0,0-1 0 0 0,0 1 0 0 0,0 0 0 0 0,0 0 0 0 0,-1 0 0 0 0,1-1-1 0 0,0 1 1 0 0,0 0 0 0 0,0 0 0 0 0,0-1 0 0 0,0 1 0 0 0,0 0 0 0 0,0 0 0 0 0,0-1-1 0 0,0 1 1 0 0,0 0 0 0 0,0 0 0 0 0,0-1 0 0 0,0 1 0 0 0,0 0 0 0 0,0 0 0 0 0,0-1-1 0 0,0 1 1 0 0,1 0 0 0 0,-1 0 0 0 0,0 0 0 0 0,0-1 0 0 0,0 1 0 0 0,0 0 0 0 0,0 0 0 0 0,1 0-1 0 0,-1-1 1 0 0,0 1 0 0 0,0 0 0 0 0,0 0 0 0 0,1 0 0 0 0,-1-1 0 0 0,11-7 85 0 0,-11 8-94 0 0,19-11-1055 0 0,1 1 0 0 0,0 2-1 0 0,0 0 1 0 0,1 1 0 0 0,39-8 0 0 0,-17 4-2164 0 0,-13 4-997 0 0,-1 1-2018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7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160 281 1720 0 0,'-5'-8'16500'0'0,"8"6"-16380"0"0,-1 1 1 0 0,1-1 0 0 0,-1 1-1 0 0,1-1 1 0 0,0 1 0 0 0,0 0-1 0 0,-1 0 1 0 0,1 0 0 0 0,0 0-1 0 0,0 1 1 0 0,0-1 0 0 0,4 1-1 0 0,19-7 120 0 0,-6 0-105 0 0,0-1 0 0 0,27-16 0 0 0,-46 23-138 0 0,1 0 0 0 0,-1 0 0 0 0,0 0 0 0 0,1-1 1 0 0,-1 1-1 0 0,0 0 0 0 0,0 0 0 0 0,0-1 0 0 0,0 1 0 0 0,0-1 0 0 0,0 1 0 0 0,-1-1 0 0 0,1 1 0 0 0,0-1 0 0 0,-1 0 0 0 0,1 1 0 0 0,-1-1 0 0 0,1 0 0 0 0,-1 1 0 0 0,0-1 0 0 0,0 0 1 0 0,0 1-1 0 0,0-1 0 0 0,0 0 0 0 0,0 0 0 0 0,0 1 0 0 0,-1-4 0 0 0,0 2-16 0 0,0-1 0 0 0,0 1 1 0 0,-1-1-1 0 0,1 1 0 0 0,-1 0 0 0 0,1-1 1 0 0,-1 1-1 0 0,0 0 0 0 0,0 0 0 0 0,-1 0 1 0 0,-3-4-1 0 0,2 3 9 0 0,0 1 0 0 0,0 0 0 0 0,0 0 0 0 0,-1 0 0 0 0,1 0 0 0 0,-1 1 0 0 0,0-1 0 0 0,0 1 0 0 0,0 0 0 0 0,0 1 0 0 0,0-1 0 0 0,0 1 0 0 0,0 0 0 0 0,0 1 0 0 0,-6-1 0 0 0,4 1 4 0 0,0 1 0 0 0,1-1 0 0 0,-1 2 0 0 0,0-1 0 0 0,1 1 0 0 0,0 0 0 0 0,-1 0 0 0 0,1 0 0 0 0,0 1 0 0 0,-10 6 0 0 0,5-1 2 0 0,0 0 0 0 0,0 0 0 0 0,1 1 1 0 0,0 1-1 0 0,1 0 0 0 0,0 0 0 0 0,0 1 1 0 0,1 0-1 0 0,0 0 0 0 0,1 1 0 0 0,-6 13 0 0 0,9-17 8 0 0,1 1 0 0 0,-1 1 0 0 0,1-1 0 0 0,1 0 0 0 0,0 1 0 0 0,0-1 0 0 0,1 1 0 0 0,0 0-1 0 0,1-1 1 0 0,0 1 0 0 0,1 10 0 0 0,0-15 3 0 0,0 0 0 0 0,1 0 0 0 0,-1 0 0 0 0,1 0 0 0 0,0 0 0 0 0,0 0 1 0 0,1 0-1 0 0,-1-1 0 0 0,1 1 0 0 0,0-1 0 0 0,0 0 0 0 0,1 0 0 0 0,-1 0 0 0 0,1 0 0 0 0,0-1 0 0 0,0 1 0 0 0,0-1 0 0 0,1 0 0 0 0,-1 0 0 0 0,1 0 0 0 0,7 2 1 0 0,-1 0-64 0 0,1-1 1 0 0,0 0 0 0 0,0-1 0 0 0,0 0 0 0 0,1-1 0 0 0,-1 0-1 0 0,0-1 1 0 0,1 0 0 0 0,-1-1 0 0 0,1-1 0 0 0,-1 0 0 0 0,1-1 0 0 0,-1 0-1 0 0,0-1 1 0 0,0 0 0 0 0,0-1 0 0 0,20-8 0 0 0,-16 4-116 0 0,0 0 0 0 0,0-2 0 0 0,-1 1 0 0 0,0-2 0 0 0,-1 0 0 0 0,0-1 0 0 0,0 0 1 0 0,-2-1-1 0 0,1-1 0 0 0,-2 0 0 0 0,16-23 0 0 0,29-73 288 0 0,-29 52 974 0 0,-25 57-583 0 0,-1 6-59 0 0,-1 18 294 0 0,-3 26 291 0 0,1-26-649 0 0,-5 66 331 0 0,7-78-642 0 0,1-1 0 0 0,-1 0 1 0 0,2 0-1 0 0,-1-1 0 0 0,1 1 0 0 0,6 15 0 0 0,-8-24-67 0 0,0 0-1 0 0,1 0 1 0 0,-1 0-1 0 0,0 0 0 0 0,1 0 1 0 0,-1 0-1 0 0,1-1 0 0 0,0 1 1 0 0,-1 0-1 0 0,1 0 0 0 0,0 0 1 0 0,-1-1-1 0 0,1 1 1 0 0,0 0-1 0 0,0-1 0 0 0,0 1 1 0 0,0-1-1 0 0,-1 1 0 0 0,1-1 1 0 0,0 1-1 0 0,0-1 1 0 0,0 1-1 0 0,0-1 0 0 0,2 0 1 0 0,-1 0 0 0 0,0 0 1 0 0,0 0 0 0 0,0 0 0 0 0,0-1-1 0 0,-1 1 1 0 0,1-1 0 0 0,0 1 0 0 0,0-1-1 0 0,-1 0 1 0 0,1 1 0 0 0,0-1 0 0 0,2-2-1 0 0,3-2 7 0 0,-1 0 0 0 0,0-1 0 0 0,0 0-1 0 0,0 0 1 0 0,5-7 0 0 0,16-26-99 0 0,42-83-1 0 0,-51 85-36 0 0,2 1-1 0 0,1 1 0 0 0,37-46 1 0 0,-56 79 139 0 0,0 0 0 0 0,0 0 0 0 0,0 0 1 0 0,1 0-1 0 0,-1 0 0 0 0,1 0 0 0 0,-1 0 1 0 0,1 1-1 0 0,0-1 0 0 0,-1 1 0 0 0,1 0 1 0 0,0 0-1 0 0,5-2 0 0 0,-6 3 45 0 0,-1 0 0 0 0,1 0 0 0 0,-1 0 0 0 0,1 0-1 0 0,-1 1 1 0 0,1-1 0 0 0,-1 0 0 0 0,1 0 0 0 0,-1 1 0 0 0,1-1-1 0 0,-1 1 1 0 0,1 0 0 0 0,-1-1 0 0 0,1 1 0 0 0,-1 0 0 0 0,0 0 0 0 0,0 0-1 0 0,1 0 1 0 0,-1 0 0 0 0,0 0 0 0 0,0 0 0 0 0,0 0 0 0 0,0 0-1 0 0,0 1 1 0 0,0-1 0 0 0,0 0 0 0 0,-1 1 0 0 0,1-1 0 0 0,0 2 0 0 0,2 3 219 0 0,-1 1 1 0 0,0-1 0 0 0,0 1 0 0 0,0-1 0 0 0,-1 1-1 0 0,0 0 1 0 0,0 8 0 0 0,-2 51 767 0 0,0-44-775 0 0,0-3-138 0 0,-1-6 5 0 0,2 1 1 0 0,0-1-1 0 0,1 1 0 0 0,4 24 0 0 0,-5-35-160 0 0,1 0 0 0 0,0 0-1 0 0,0-1 1 0 0,0 1 0 0 0,0 0-1 0 0,1 0 1 0 0,-1-1 0 0 0,1 1-1 0 0,-1-1 1 0 0,1 1 0 0 0,0-1 0 0 0,0 0-1 0 0,0 1 1 0 0,0-1 0 0 0,1 0-1 0 0,-1-1 1 0 0,0 1 0 0 0,1 0-1 0 0,0-1 1 0 0,-1 1 0 0 0,1-1-1 0 0,0 0 1 0 0,0 0 0 0 0,-1 0 0 0 0,1 0-1 0 0,0 0 1 0 0,4 0 0 0 0,2 0-599 0 0,0-1 0 0 0,-1 0 0 0 0,1 0 0 0 0,-1-1 0 0 0,1 0 0 0 0,-1 0 1 0 0,1-1-1 0 0,-1-1 0 0 0,0 1 0 0 0,9-5 0 0 0,-4 2-2052 0 0,-1-1-1 0 0,0-1 1 0 0,12-8-1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8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2180 0 0,'11'-25'12361'0'0,"-10"28"-12016"0"0,1-1 0 0 0,-1 0 0 0 0,0 0 0 0 0,0 1 0 0 0,0-1 0 0 0,0 0 0 0 0,0 1 0 0 0,0-1 0 0 0,-1 1 0 0 0,1-1 0 0 0,-1 4 0 0 0,3 36 1437 0 0,-2-26-1152 0 0,39 341 4249 0 0,-18-239-4385 0 0,-19-103-486 0 0,2 0 0 0 0,0 0 1 0 0,1 0-1 0 0,0-1 0 0 0,15 23 0 0 0,-19-34-296 0 0,1 1 0 0 0,0-1 0 0 0,0 0 0 0 0,0 1-1 0 0,0-1 1 0 0,1 0 0 0 0,-1-1 0 0 0,8 5 0 0 0,-8-5-460 0 0,-1-1 1 0 0,1 1-1 0 0,0-1 1 0 0,1 0-1 0 0,-1 0 1 0 0,0 0-1 0 0,0-1 1 0 0,0 1-1 0 0,0-1 1 0 0,1 1-1 0 0,-1-1 1 0 0,0 0-1 0 0,0 0 1 0 0,1-1-1 0 0,-1 1 1 0 0,0-1-1 0 0,0 1 1 0 0,0-1-1 0 0,6-2 0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08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83 3224 0 0,'-83'-30'10278'0'0,"83"30"-10256"0"0,0 0 1 0 0,0 0-1 0 0,0 0 0 0 0,0 0 1 0 0,-1 0-1 0 0,1 0 0 0 0,0 0 1 0 0,0 0-1 0 0,0 0 1 0 0,0 0-1 0 0,0-1 0 0 0,-1 1 1 0 0,1 0-1 0 0,0 0 0 0 0,0 0 1 0 0,0 0-1 0 0,0 0 0 0 0,0 0 1 0 0,0 0-1 0 0,0-1 1 0 0,0 1-1 0 0,-1 0 0 0 0,1 0 1 0 0,0 0-1 0 0,0 0 0 0 0,0 0 1 0 0,0-1-1 0 0,0 1 0 0 0,0 0 1 0 0,0 0-1 0 0,0 0 1 0 0,0 0-1 0 0,0-1 0 0 0,0 1 1 0 0,0 0-1 0 0,0 0 0 0 0,0 0 1 0 0,0 0-1 0 0,0 0 0 0 0,0-1 1 0 0,0 1-1 0 0,0 0 1 0 0,7-6 466 0 0,7 0-216 0 0,24-3 78 0 0,0 1-1 0 0,68-5 1 0 0,80 7-2929 0 0,-49 12-4181 0 0,-95-2 2222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1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1094 1244 0 0,'-4'-9'3535'0'0,"3"8"-3416"0"0,0 0-1 0 0,0 1 0 0 0,1-1 1 0 0,-1 0-1 0 0,0 1 1 0 0,0-1-1 0 0,0 1 0 0 0,0-1 1 0 0,0 1-1 0 0,0-1 1 0 0,0 1-1 0 0,0 0 0 0 0,0-1 1 0 0,0 1-1 0 0,0 0 1 0 0,0 0-1 0 0,0 0 0 0 0,0 0 1 0 0,0 0-1 0 0,0 0 1 0 0,0 0-1 0 0,0 0 0 0 0,0 0 1 0 0,0 1-1 0 0,0-1 1 0 0,0 0-1 0 0,0 0 1 0 0,0 1-1 0 0,0-1 0 0 0,0 1 1 0 0,0-1-1 0 0,0 1 1 0 0,0 0-1 0 0,0-1 0 0 0,0 1 1 0 0,1 0-1 0 0,-2 0 1 0 0,-1 1 28 0 0,2-1 39 0 0,-1 1 87 0 0,0 1 1 0 0,0-1 0 0 0,0 1 0 0 0,0 0 0 0 0,0 0 0 0 0,-1 4-1 0 0,14-11-199 0 0,0-1-1 0 0,-1-1 1 0 0,1 0-1 0 0,-1-1 0 0 0,0 0 1 0 0,13-12-1 0 0,-8 8-31 0 0,37-30-56 0 0,-2-3-1 0 0,-2-1 0 0 0,-2-2 0 0 0,76-101 0 0 0,-117 141 11 0 0,-1 0 0 0 0,0-1 0 0 0,0 1 1 0 0,0-1-1 0 0,3-13 0 0 0,-6 19 3 0 0,-7 0-1 0 0,5 1 1 0 0,1 1 0 0 0,0 0 0 0 0,-1 0 1 0 0,1 0-1 0 0,-1-1 0 0 0,1 1 0 0 0,0 0 1 0 0,-1 0-1 0 0,1 0 0 0 0,-1 0 1 0 0,1 0-1 0 0,0 0 0 0 0,-1 0 0 0 0,1 0 1 0 0,-1 0-1 0 0,1 0 0 0 0,0 0 1 0 0,-1 0-1 0 0,1 0 0 0 0,-1 0 0 0 0,1 0 1 0 0,0 0-1 0 0,-1 1 0 0 0,1-1 1 0 0,-1 0-1 0 0,1 0 0 0 0,0 0 0 0 0,-1 1 1 0 0,1-1-1 0 0,0 0 0 0 0,-1 0 1 0 0,1 1-1 0 0,0-1 0 0 0,-1 1 0 0 0,-5 3-9 0 0,0 0-1 0 0,0 1 0 0 0,0-1 0 0 0,1 1 1 0 0,0 1-1 0 0,-9 10 0 0 0,13-15 10 0 0,-1 1 1 0 0,1-1-1 0 0,0 1 0 0 0,0 0 1 0 0,0 0-1 0 0,1-1 0 0 0,-1 1 1 0 0,0 0-1 0 0,1 0 0 0 0,-1 0 1 0 0,1-1-1 0 0,-1 1 0 0 0,1 0 1 0 0,0 0-1 0 0,0 0 0 0 0,0 0 0 0 0,0 0 1 0 0,0 0-1 0 0,0 0 0 0 0,1 0 1 0 0,-1 0-1 0 0,0 0 0 0 0,1-1 1 0 0,0 1-1 0 0,-1 0 0 0 0,1 0 1 0 0,0 0-1 0 0,0-1 0 0 0,0 1 0 0 0,0 0 1 0 0,2 1-1 0 0,9 8 43 0 0,0 0 0 0 0,1-1-1 0 0,16 11 1 0 0,28 22 826 0 0,-53-39-650 0 0,0 1 1 0 0,1-1-1 0 0,-2 1 0 0 0,1 0 1 0 0,0 0-1 0 0,-1 0 0 0 0,0 0 1 0 0,0 1-1 0 0,2 5 0 0 0,-4-6-77 0 0,0 0 0 0 0,0 0 0 0 0,0 1 0 0 0,-1-1 0 0 0,0 0 0 0 0,0 0-1 0 0,0 0 1 0 0,0 0 0 0 0,-1 0 0 0 0,0 0 0 0 0,0 0 0 0 0,-1 0 0 0 0,1 0 0 0 0,-1 0-1 0 0,0-1 1 0 0,0 1 0 0 0,-1 0 0 0 0,1-1 0 0 0,-1 0 0 0 0,0 0 0 0 0,0 0-1 0 0,-7 7 1 0 0,0 0-65 0 0,0-1-1 0 0,-1-1 0 0 0,0 0 1 0 0,0-1-1 0 0,-1 0 1 0 0,0 0-1 0 0,-14 5 0 0 0,24-11-137 0 0,0-1 0 0 0,0 0-1 0 0,-1 0 1 0 0,1 0-1 0 0,0 0 1 0 0,-1-1 0 0 0,1 1-1 0 0,-1-1 1 0 0,1 1-1 0 0,-1-1 1 0 0,1 0 0 0 0,-1 0-1 0 0,0 0 1 0 0,1 0-1 0 0,-1 0 1 0 0,1-1-1 0 0,-1 1 1 0 0,1-1 0 0 0,-4-1-1 0 0,5 1-70 0 0,0 1-1 0 0,0-1 1 0 0,0 1-1 0 0,0-1 1 0 0,1 0-1 0 0,-1 1 1 0 0,0-1-1 0 0,0 0 1 0 0,1 0-1 0 0,-1 0 1 0 0,1 0-1 0 0,-1 1 1 0 0,1-1-1 0 0,-1 0 1 0 0,1 0-1 0 0,-1 0 1 0 0,1 0-1 0 0,0 0 1 0 0,0 0-1 0 0,-1 0 1 0 0,1 0-1 0 0,0 0 1 0 0,0 0-1 0 0,0 0 1 0 0,0 0-1 0 0,0-1 1 0 0,0 1-1 0 0,1 0 1 0 0,-1 0-1 0 0,0 0 1 0 0,0 0-1 0 0,1-1 1 0 0,15-32-2159 0 0,-13 30 1809 0 0,13-22-1213 0 0,2 2 1 0 0,39-43 0 0 0,-26 33 1072 0 0,75-98 1748 0 0,-44 40 5597 0 0,-48 74-4365 0 0,-14 18-2323 0 0,0-1 1 0 0,0 1-1 0 0,0 0 1 0 0,0 0 0 0 0,0-1-1 0 0,0 1 1 0 0,0 0-1 0 0,1 0 1 0 0,-1-1-1 0 0,0 1 1 0 0,0 0 0 0 0,0 0-1 0 0,1 0 1 0 0,-1-1-1 0 0,0 1 1 0 0,0 0 0 0 0,1 0-1 0 0,-1 0 1 0 0,0 0-1 0 0,0-1 1 0 0,1 1 0 0 0,-1 0-1 0 0,0 0 1 0 0,0 0-1 0 0,1 0 1 0 0,-1 0 0 0 0,0 0-1 0 0,1 0 1 0 0,-1 0-1 0 0,0 0 1 0 0,0 0 0 0 0,1 0-1 0 0,-1 0 1 0 0,0 0-1 0 0,1 0 1 0 0,-1 0 0 0 0,0 0-1 0 0,0 0 1 0 0,1 0-1 0 0,-1 1 1 0 0,0-1 0 0 0,0 0-1 0 0,1 0 1 0 0,-1 0-1 0 0,0 0 1 0 0,0 1 0 0 0,1-1-1 0 0,-1 0 1 0 0,0 0-1 0 0,0 0 1 0 0,0 1-1 0 0,1-1 1 0 0,-1 0 0 0 0,0 0-1 0 0,0 1 1 0 0,0-1-1 0 0,0 0 1 0 0,0 0 0 0 0,0 1-1 0 0,0-1 1 0 0,1 0-1 0 0,-1 1 1 0 0,0-1 0 0 0,0 0-1 0 0,0 0 1 0 0,0 1-1 0 0,0-1 1 0 0,0 1 0 0 0,1 12 132 0 0,1 1 1 0 0,1-1 0 0 0,0 0 0 0 0,1 0-1 0 0,0 0 1 0 0,1-1 0 0 0,9 17 0 0 0,-11-24-152 0 0,0 1 0 0 0,1-1 0 0 0,0 0 0 0 0,0 0 0 0 0,0 0 0 0 0,0-1 1 0 0,1 1-1 0 0,0-1 0 0 0,0 0 0 0 0,0-1 0 0 0,0 1 0 0 0,1-1 0 0 0,-1 0 1 0 0,1 0-1 0 0,0-1 0 0 0,0 1 0 0 0,0-1 0 0 0,7 1 0 0 0,-6-2-5 0 0,0 0-1 0 0,0 0 1 0 0,0 0-1 0 0,1-1 1 0 0,-1 0-1 0 0,0-1 1 0 0,0 1-1 0 0,0-1 0 0 0,0-1 1 0 0,0 1-1 0 0,0-1 1 0 0,0-1-1 0 0,-1 1 1 0 0,1-1-1 0 0,-1 0 0 0 0,1 0 1 0 0,-1-1-1 0 0,8-6 1 0 0,-5 2-2 0 0,-1 1 0 0 0,0-2 1 0 0,-1 1-1 0 0,0-1 0 0 0,-1 0 1 0 0,1 0-1 0 0,-2-1 0 0 0,1 1 1 0 0,-1-1-1 0 0,-1-1 0 0 0,4-12 0 0 0,12-59 48 0 0,-10 34 28 0 0,-9 46-30 0 0,-2 13 83 0 0,-11 143 1606 0 0,-61 292 0 0 0,33-311-1333 0 0,34-120-296 0 0,0-1 1 0 0,-1 1-1 0 0,-1-1 1 0 0,0 0-1 0 0,-1-1 1 0 0,-18 21-1 0 0,24-30-93 0 0,-1-1 0 0 0,0 0 0 0 0,0 0 0 0 0,0 0 0 0 0,0 0 0 0 0,0-1 0 0 0,-1 1 0 0 0,1-1 0 0 0,-1 0 0 0 0,1-1 0 0 0,-1 1 0 0 0,0-1-1 0 0,1 0 1 0 0,-1 0 0 0 0,0 0 0 0 0,0-1 0 0 0,0 0 0 0 0,0 0 0 0 0,0 0 0 0 0,0 0 0 0 0,0-1 0 0 0,0 0 0 0 0,1 0 0 0 0,-9-3 0 0 0,9 3-27 0 0,0-1 1 0 0,1 1-1 0 0,-1-1 1 0 0,1 0-1 0 0,-1 0 1 0 0,1-1-1 0 0,0 1 0 0 0,0-1 1 0 0,0 0-1 0 0,0 1 1 0 0,0-1-1 0 0,1 0 1 0 0,-1-1-1 0 0,1 1 1 0 0,0 0-1 0 0,0-1 1 0 0,0 1-1 0 0,1-1 1 0 0,-1 0-1 0 0,1 0 1 0 0,0 1-1 0 0,0-1 1 0 0,0 0-1 0 0,0 0 0 0 0,1 0 1 0 0,-1 0-1 0 0,1 0 1 0 0,0 0-1 0 0,1 0 1 0 0,0-8-1 0 0,3-5-43 0 0,0 0 1 0 0,1 0-1 0 0,1 1 0 0 0,1 0 0 0 0,0 0 0 0 0,1 0 0 0 0,12-18 0 0 0,80-100-224 0 0,-82 112 203 0 0,151-177-763 0 0,92-124-671 0 0,-255 315 1460 0 0,-1-1 0 0 0,0 1 0 0 0,0-1 1 0 0,-1-1-1 0 0,-1 1 0 0 0,1-1 0 0 0,2-12 1 0 0,-6 21 38 0 0,0 1 1 0 0,0-1-1 0 0,0 1 1 0 0,1-1-1 0 0,-1 1 1 0 0,0-1 0 0 0,0 0-1 0 0,0 1 1 0 0,0-1-1 0 0,0 1 1 0 0,0-1-1 0 0,0 1 1 0 0,0-1-1 0 0,0 1 1 0 0,0-1 0 0 0,0 1-1 0 0,0-1 1 0 0,-1 1-1 0 0,1-1 1 0 0,0 1-1 0 0,0-1 1 0 0,-1 1-1 0 0,1-1 1 0 0,0 1 0 0 0,0-1-1 0 0,-1 1 1 0 0,1-1-1 0 0,-1 1 1 0 0,1 0-1 0 0,0-1 1 0 0,-1 1 0 0 0,1 0-1 0 0,-1-1 1 0 0,1 1-1 0 0,-1 0 1 0 0,1-1-1 0 0,-1 1 1 0 0,1 0-1 0 0,-1 0 1 0 0,1 0 0 0 0,-1 0-1 0 0,1-1 1 0 0,-1 1-1 0 0,1 0 1 0 0,-1 0-1 0 0,1 0 1 0 0,-1 0-1 0 0,1 0 1 0 0,-1 0 0 0 0,1 0-1 0 0,-1 1 1 0 0,0-1-1 0 0,1 0 1 0 0,-1 0-1 0 0,1 0 1 0 0,-1 1-1 0 0,-24 9-49 0 0,21-8 59 0 0,1 0 0 0 0,-1 0-1 0 0,1 0 1 0 0,0 1 0 0 0,-1 0 0 0 0,1 0-1 0 0,0 0 1 0 0,1 0 0 0 0,-1 0 0 0 0,0 0-1 0 0,1 1 1 0 0,0-1 0 0 0,0 1 0 0 0,0 0-1 0 0,0-1 1 0 0,1 1 0 0 0,-1 0-1 0 0,1 0 1 0 0,0 0 0 0 0,0 0 0 0 0,0 0-1 0 0,1 1 1 0 0,-1-1 0 0 0,1 0 0 0 0,0 0-1 0 0,1 0 1 0 0,-1 0 0 0 0,1 1 0 0 0,-1-1-1 0 0,1 0 1 0 0,0 0 0 0 0,1 0 0 0 0,-1 0-1 0 0,1-1 1 0 0,0 1 0 0 0,0 0-1 0 0,0 0 1 0 0,0-1 0 0 0,5 6 0 0 0,11 11 62 0 0,2-1 1 0 0,34 28 0 0 0,-30-28-175 0 0,32 34 0 0 0,-54-51 183 0 0,0 0 0 0 0,0 1-1 0 0,0-1 1 0 0,0 0 0 0 0,0 1-1 0 0,-1-1 1 0 0,1 1-1 0 0,-1 0 1 0 0,0-1 0 0 0,0 1-1 0 0,0 0 1 0 0,0 0 0 0 0,-1 0-1 0 0,1 0 1 0 0,-1 0 0 0 0,1 0-1 0 0,-1-1 1 0 0,0 1-1 0 0,0 0 1 0 0,0 0 0 0 0,-1 4-1 0 0,-1-4-25 0 0,1 1 0 0 0,0-1 0 0 0,-1 0-1 0 0,0 0 1 0 0,0 0 0 0 0,0 0 0 0 0,0 0-1 0 0,0 0 1 0 0,0-1 0 0 0,-1 1 0 0 0,1-1-1 0 0,-1 1 1 0 0,0-1 0 0 0,0 0 0 0 0,0 0-1 0 0,0 0 1 0 0,-5 2 0 0 0,-3 2 3 0 0,5-3-16 0 0,0 0 0 0 0,-1 0 1 0 0,1-1-1 0 0,0 1 0 0 0,-10 1 0 0 0,16-4-56 0 0,-1 0 0 0 0,0 0 0 0 0,1 1 1 0 0,-1-1-1 0 0,1 0 0 0 0,-1 0 0 0 0,1 0 0 0 0,-1 0 0 0 0,0 0 0 0 0,1 0 0 0 0,-1 0 0 0 0,0 0 0 0 0,1 0 0 0 0,-1 0 0 0 0,1 0 0 0 0,-1 0 0 0 0,0 0 1 0 0,1 0-1 0 0,-1 0 0 0 0,1-1 0 0 0,-1 1 0 0 0,1 0 0 0 0,-1-1 0 0 0,0 1 0 0 0,0-1 0 0 0,1 1-16 0 0,0-1-1 0 0,0 0 1 0 0,0 1 0 0 0,0-1-1 0 0,0 1 1 0 0,0-1 0 0 0,0 0-1 0 0,0 1 1 0 0,0-1 0 0 0,0 0-1 0 0,0 1 1 0 0,1-1 0 0 0,-1 1-1 0 0,0-1 1 0 0,0 0 0 0 0,1 1-1 0 0,-1-1 1 0 0,0 1 0 0 0,1-1-1 0 0,20-27-1158 0 0,-21 28 1178 0 0,6-7-166 0 0,74-82-2169 0 0,84-122 0 0 0,-144 181 2251 0 0,-1-1-1 0 0,-1 0 0 0 0,-2-1 1 0 0,-1-1-1 0 0,-2-1 0 0 0,-1 0 1 0 0,-2 0-1 0 0,11-63 0 0 0,-18 75 223 0 0,-2-37 0 0 0,-1 51-14 0 0,-1-1-1 0 0,1 1 1 0 0,-2-1 0 0 0,1 1-1 0 0,-1 0 1 0 0,-1 0-1 0 0,-4-11 1 0 0,7 19-102 0 0,0-1 1 0 0,-1 0 0 0 0,1 1-1 0 0,0-1 1 0 0,-1 0 0 0 0,1 1-1 0 0,0-1 1 0 0,-1 1 0 0 0,1-1-1 0 0,-1 1 1 0 0,1-1 0 0 0,-1 1-1 0 0,1-1 1 0 0,-1 1 0 0 0,1-1-1 0 0,-1 1 1 0 0,1-1 0 0 0,-1 1-1 0 0,0 0 1 0 0,1 0 0 0 0,-1-1-1 0 0,0 1 1 0 0,1 0 0 0 0,-1 0-1 0 0,0-1 1 0 0,1 1 0 0 0,-1 0-1 0 0,-1 0 1 0 0,1 1 6 0 0,0-1-1 0 0,-1 1 1 0 0,1-1 0 0 0,0 1 0 0 0,0 0-1 0 0,0-1 1 0 0,0 1 0 0 0,0 0-1 0 0,0 0 1 0 0,0 0 0 0 0,0 0 0 0 0,0 0-1 0 0,-1 2 1 0 0,-3 4 102 0 0,0 0 1 0 0,1 0-1 0 0,-5 13 1 0 0,0 4 124 0 0,1 1-1 0 0,1 0 1 0 0,1 0 0 0 0,1 1 0 0 0,-2 40 0 0 0,5-6 132 0 0,7 77 0 0 0,-4-121-336 0 0,1 0-1 0 0,0 0 0 0 0,2 0 1 0 0,-1 0-1 0 0,2 0 1 0 0,0-1-1 0 0,9 17 1 0 0,-12-27-26 0 0,1 0 1 0 0,0 0 0 0 0,0 0 0 0 0,0 0-1 0 0,1-1 1 0 0,0 0 0 0 0,0 0 0 0 0,0 0-1 0 0,0 0 1 0 0,1 0 0 0 0,-1-1 0 0 0,1 0-1 0 0,0 0 1 0 0,0 0 0 0 0,0 0 0 0 0,0-1-1 0 0,1 0 1 0 0,-1 0 0 0 0,1-1 0 0 0,-1 1-1 0 0,1-1 1 0 0,-1 0 0 0 0,9 0 0 0 0,-1-1 5 0 0,-1-1 1 0 0,1 0 0 0 0,-1-1-1 0 0,0-1 1 0 0,1 1 0 0 0,-1-2-1 0 0,0 0 1 0 0,-1 0 0 0 0,1-1-1 0 0,-1-1 1 0 0,0 1 0 0 0,0-2-1 0 0,-1 0 1 0 0,0 0 0 0 0,0-1-1 0 0,-1 0 1 0 0,1 0 0 0 0,7-12-1 0 0,-4 6-42 0 0,-1-1 0 0 0,-1-1 0 0 0,0 0 0 0 0,-2 0 0 0 0,1-1 0 0 0,-2 0 0 0 0,0-1 0 0 0,-2 0 0 0 0,0 0 0 0 0,0 0 0 0 0,2-24 0 0 0,-6 34 54 0 0,-1-1-1 0 0,-1 0 1 0 0,0 0 0 0 0,-1-16-1 0 0,0 25-26 0 0,1-1 0 0 0,0 1 0 0 0,0-1-1 0 0,0 1 1 0 0,0-1 0 0 0,-1 1 0 0 0,1-1-1 0 0,0 1 1 0 0,0-1 0 0 0,-1 1 0 0 0,1 0-1 0 0,0-1 1 0 0,-1 1 0 0 0,1-1 0 0 0,0 1-1 0 0,-1 0 1 0 0,1-1 0 0 0,-1 1 0 0 0,1 0-1 0 0,-1 0 1 0 0,1-1 0 0 0,-1 1 0 0 0,1 0 0 0 0,-1 0-1 0 0,1-1 1 0 0,-1 1 0 0 0,1 0 0 0 0,-1 0-1 0 0,1 0 1 0 0,-1 0 0 0 0,1 0 0 0 0,-1 0-1 0 0,1 0 1 0 0,-1 0 0 0 0,1 0 0 0 0,-2 0-1 0 0,1 1 7 0 0,-1-1-1 0 0,0 0 0 0 0,1 1 0 0 0,-1 0 0 0 0,1-1 0 0 0,-1 1 1 0 0,0 0-1 0 0,1 0 0 0 0,0 0 0 0 0,-3 2 0 0 0,-4 4 44 0 0,1 1-1 0 0,0 1 1 0 0,1-1-1 0 0,0 1 1 0 0,1 0 0 0 0,-1 1-1 0 0,2-1 1 0 0,-1 1-1 0 0,-5 20 1 0 0,7-17-36 0 0,-1-1 1 0 0,2 1-1 0 0,0-1 0 0 0,1 1 1 0 0,0 0-1 0 0,0-1 1 0 0,2 1-1 0 0,1 14 0 0 0,-2-24-7 0 0,1 0 0 0 0,0 0 0 0 0,0 0 0 0 0,0 0-1 0 0,0 0 1 0 0,0 0 0 0 0,0 0 0 0 0,1 0 0 0 0,0 0 0 0 0,-1-1-1 0 0,1 1 1 0 0,0-1 0 0 0,0 1 0 0 0,0-1 0 0 0,1 0-1 0 0,-1 0 1 0 0,5 4 0 0 0,-3-4-4 0 0,0 0 0 0 0,1 0-1 0 0,-1 0 1 0 0,1 0 0 0 0,-1-1 0 0 0,1 0-1 0 0,0 0 1 0 0,-1 0 0 0 0,1 0 0 0 0,8-1 0 0 0,0 0-50 0 0,0-2 0 0 0,1 1 0 0 0,-1-1 1 0 0,0-1-1 0 0,-1 0 0 0 0,1-1 1 0 0,18-9-1 0 0,-18 7-68 0 0,0-1-1 0 0,-1-1 1 0 0,0 0-1 0 0,-1-1 1 0 0,0 0-1 0 0,0-1 1 0 0,-1 0-1 0 0,12-15 1 0 0,5-10-210 0 0,30-53-1 0 0,8-12 0 0 0,-65 100 321 0 0,0-1-1 0 0,1 0 1 0 0,-1 1 0 0 0,0-1 0 0 0,1 0-1 0 0,-1 1 1 0 0,1-1 0 0 0,-1 1 0 0 0,1-1 0 0 0,0 0-1 0 0,-1 1 1 0 0,1-1 0 0 0,0 1 0 0 0,-1 0-1 0 0,1-1 1 0 0,0 1 0 0 0,-1 0 0 0 0,1-1-1 0 0,0 1 1 0 0,0 0 0 0 0,-1 0 0 0 0,1-1 0 0 0,0 1-1 0 0,0 0 1 0 0,0 0 0 0 0,0 0 0 0 0,0 1 4 0 0,0-1 0 0 0,0 1 1 0 0,-1-1-1 0 0,1 1 1 0 0,0 0-1 0 0,-1 0 1 0 0,1-1-1 0 0,0 1 0 0 0,-1 0 1 0 0,1 0-1 0 0,-1-1 1 0 0,1 1-1 0 0,-1 0 0 0 0,0 0 1 0 0,1 0-1 0 0,-1 0 1 0 0,0 0-1 0 0,0 1 1 0 0,2 5 40 0 0,-1 1 1 0 0,0-1 0 0 0,0 1-1 0 0,-1 10 1 0 0,-3 29 215 0 0,-15 75 0 0 0,18-122-250 0 0,0 0 0 0 0,0 0 0 0 0,0 0 0 0 0,0 0-1 0 0,0 0 1 0 0,0 0 0 0 0,0 0 0 0 0,0 0 0 0 0,0 0 0 0 0,0 0 0 0 0,0 0 0 0 0,1 0 0 0 0,-1 0 0 0 0,0 0 0 0 0,0 0 0 0 0,0 0 0 0 0,0 0-1 0 0,0 0 1 0 0,0 0 0 0 0,0 0 0 0 0,0 0 0 0 0,0 0 0 0 0,0 0 0 0 0,1 0 0 0 0,-1 0 0 0 0,0 0 0 0 0,0 0 0 0 0,0 0 0 0 0,0 0 0 0 0,0 1-1 0 0,0-1 1 0 0,0 0 0 0 0,0 0 0 0 0,0 0 0 0 0,0 0 0 0 0,0 0 0 0 0,0 0 0 0 0,0 0 0 0 0,0 0 0 0 0,11-16 59 0 0,11-23-118 0 0,-12 20 29 0 0,1-1 0 0 0,1 1 0 0 0,1 1 0 0 0,1 0 0 0 0,0 1 0 0 0,1 1 0 0 0,1 0 0 0 0,22-17 1 0 0,-37 33 21 0 0,0-1 1 0 0,0 1-1 0 0,0-1 1 0 0,0 1 0 0 0,0-1-1 0 0,0 1 1 0 0,0 0 0 0 0,0-1-1 0 0,0 1 1 0 0,0 0-1 0 0,1 0 1 0 0,-1 0 0 0 0,0 0-1 0 0,0 0 1 0 0,0 0-1 0 0,0 0 1 0 0,0 0 0 0 0,0 0-1 0 0,1 1 1 0 0,-1-1 0 0 0,0 0-1 0 0,0 1 1 0 0,0-1-1 0 0,0 1 1 0 0,1 0 0 0 0,0 0 2 0 0,1 1 0 0 0,-1-1 1 0 0,0 1-1 0 0,0-1 0 0 0,0 1 1 0 0,0 0-1 0 0,0 0 1 0 0,2 3-1 0 0,-1 1 27 0 0,0 0 0 0 0,0 0 0 0 0,0 0 0 0 0,-1 0 0 0 0,0 1 0 0 0,-1-1 0 0 0,1 1 0 0 0,0 8 0 0 0,1 50 306 0 0,-3-64-332 0 0,3-12 24 0 0,1 0 0 0 0,0 0 0 0 0,1 1 0 0 0,8-14 0 0 0,36-62-364 0 0,-37 65 336 0 0,1 1 1 0 0,1 0 0 0 0,1 1-1 0 0,0 1 1 0 0,2 0 0 0 0,23-20 0 0 0,-38 36 14 0 0,-1 1 1 0 0,1 0 0 0 0,0-1-1 0 0,-1 1 1 0 0,1 0 0 0 0,0 0 0 0 0,0 0-1 0 0,0 0 1 0 0,0 1 0 0 0,0-1-1 0 0,0 0 1 0 0,0 1 0 0 0,0-1 0 0 0,0 1-1 0 0,0 0 1 0 0,0 0 0 0 0,0 0-1 0 0,0 0 1 0 0,0 0 0 0 0,0 0-1 0 0,0 0 1 0 0,0 1 0 0 0,0-1 0 0 0,2 2-1 0 0,-2-1 61 0 0,0 0-1 0 0,0 1 0 0 0,0-1 0 0 0,-1 1 0 0 0,1 0 0 0 0,-1 0 1 0 0,1-1-1 0 0,-1 1 0 0 0,0 0 0 0 0,1 0 0 0 0,-1 0 1 0 0,0 1-1 0 0,0-1 0 0 0,-1 0 0 0 0,1 0 0 0 0,0 0 1 0 0,-1 1-1 0 0,1-1 0 0 0,-1 5 0 0 0,1 7 194 0 0,0 1-1 0 0,-2-1 1 0 0,0 1-1 0 0,-3 17 1 0 0,2-17-157 0 0,0 1 0 0 0,1 0 0 0 0,1 19 0 0 0,0-34-113 0 0,0 1-1 0 0,0-1 0 0 0,0 0 1 0 0,1 1-1 0 0,-1-1 1 0 0,0 1-1 0 0,1-1 1 0 0,-1 0-1 0 0,1 1 0 0 0,-1-1 1 0 0,1 0-1 0 0,0 0 1 0 0,0 1-1 0 0,-1-1 0 0 0,1 0 1 0 0,0 0-1 0 0,0 0 1 0 0,0 0-1 0 0,0 0 0 0 0,0 0 1 0 0,0 0-1 0 0,1-1 1 0 0,1 2-1 0 0,-1-1-146 0 0,0 0 1 0 0,1-1-1 0 0,-1 1 1 0 0,1-1-1 0 0,-1 0 1 0 0,1 1-1 0 0,-1-1 0 0 0,1 0 1 0 0,0 0-1 0 0,-1-1 1 0 0,1 1-1 0 0,2-1 0 0 0,4-2-850 0 0,-1 1-1 0 0,0-1 0 0 0,1 0 1 0 0,-1-1-1 0 0,-1 0 0 0 0,13-8 1 0 0,11-15-5743 0 0,-17 12 499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1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6 1576 0 0,'-77'9'3253'0'0,"-96"17"2988"0"0,163-25-5769 0 0,8 0 244 0 0,6-1-444 0 0,34-2-336 0 0,44-9 0 0 0,-18 3-876 0 0,62-6-3763 0 0,-62 7 348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12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141 325 828 0 0,'-4'-9'4842'0'0,"3"8"-4645"0"0,0 0 1 0 0,0 0-1 0 0,0 0 0 0 0,1 0 1 0 0,-1 1-1 0 0,0-1 0 0 0,0 0 1 0 0,0 1-1 0 0,0-1 0 0 0,0 0 1 0 0,-1 1-1 0 0,1-1 0 0 0,0 1 1 0 0,0 0-1 0 0,0-1 0 0 0,0 1 1 0 0,0 0-1 0 0,-1 0 0 0 0,1-1 1 0 0,0 1-1 0 0,0 0 0 0 0,0 0 1 0 0,-2 1-1 0 0,0-1 8 0 0,0 1 1 0 0,0 0-1 0 0,0 0 0 0 0,1 0 1 0 0,-1 1-1 0 0,0-1 0 0 0,1 1 1 0 0,-1-1-1 0 0,1 1 0 0 0,-3 2 0 0 0,-2 3 14 0 0,0 0 0 0 0,0 1 0 0 0,0 0 0 0 0,1 0 0 0 0,0 1-1 0 0,1 0 1 0 0,0 0 0 0 0,0 0 0 0 0,1 1 0 0 0,0-1 0 0 0,1 1-1 0 0,0 0 1 0 0,0 0 0 0 0,1 0 0 0 0,1 0 0 0 0,-1 1 0 0 0,2-1-1 0 0,0 16 1 0 0,0-24-199 0 0,0 1 0 0 0,1-1-1 0 0,-1 1 1 0 0,1 0 0 0 0,0-1-1 0 0,0 1 1 0 0,0-1 0 0 0,0 1-1 0 0,0-1 1 0 0,0 0 0 0 0,1 0-1 0 0,-1 1 1 0 0,1-1 0 0 0,0 0-1 0 0,-1 0 1 0 0,1 0 0 0 0,0 0-1 0 0,0-1 1 0 0,3 3 0 0 0,0-2-5 0 0,-1 0 1 0 0,0 0 0 0 0,0 0 0 0 0,1-1 0 0 0,-1 0-1 0 0,0 0 1 0 0,1 0 0 0 0,0 0 0 0 0,-1-1 0 0 0,8 1 0 0 0,2-2 12 0 0,0 0 1 0 0,0-1 0 0 0,0-1 0 0 0,-1 0 0 0 0,1 0 0 0 0,19-9 0 0 0,-25 9-22 0 0,0-1 1 0 0,-1 0-1 0 0,0 0 0 0 0,0 0 0 0 0,0-1 1 0 0,-1 0-1 0 0,1 0 0 0 0,-1-1 0 0 0,0 0 0 0 0,-1 0 1 0 0,1 0-1 0 0,-1-1 0 0 0,0 0 0 0 0,-1 0 0 0 0,0 0 1 0 0,0 0-1 0 0,-1-1 0 0 0,1 1 0 0 0,-2-1 0 0 0,1 0 1 0 0,-1 0-1 0 0,0 0 0 0 0,-1-1 0 0 0,0 1 1 0 0,0 0-1 0 0,-1-16 0 0 0,0 21-6 0 0,0 1 1 0 0,-1-1-1 0 0,1 1 1 0 0,-1-1-1 0 0,1 1 1 0 0,-1-1-1 0 0,0 1 1 0 0,0-1-1 0 0,0 1 1 0 0,-1 0-1 0 0,1 0 0 0 0,0-1 1 0 0,-1 1-1 0 0,1 0 1 0 0,-1 0-1 0 0,0 1 1 0 0,0-1-1 0 0,0 0 1 0 0,0 0-1 0 0,0 1 1 0 0,0-1-1 0 0,0 1 0 0 0,-3-1 1 0 0,2 1-5 0 0,0 0-1 0 0,0 0 1 0 0,0 0 0 0 0,0 1 0 0 0,-1 0-1 0 0,1-1 1 0 0,0 1 0 0 0,0 1 0 0 0,0-1-1 0 0,0 0 1 0 0,-1 1 0 0 0,1-1 0 0 0,0 1 0 0 0,0 0-1 0 0,0 0 1 0 0,0 0 0 0 0,0 1 0 0 0,-3 1-1 0 0,1 0-11 0 0,1-1 0 0 0,0 1 0 0 0,0 1 0 0 0,0-1 0 0 0,0 0 0 0 0,0 1 0 0 0,1 0 0 0 0,0 0 0 0 0,0 0 0 0 0,0 0 0 0 0,0 0 0 0 0,0 1 0 0 0,1 0 0 0 0,0-1 0 0 0,0 1 0 0 0,-2 6-1 0 0,4-8 25 0 0,-1-1-1 0 0,1 0 0 0 0,-1 1 0 0 0,1-1 0 0 0,0 1 0 0 0,0-1 0 0 0,0 0 0 0 0,0 1 0 0 0,1-1 0 0 0,-1 1 0 0 0,1-1 0 0 0,-1 0 0 0 0,1 1 0 0 0,0-1 0 0 0,0 0 0 0 0,0 1 0 0 0,0-1 0 0 0,0 0 0 0 0,0 0 0 0 0,1 0 1 0 0,-1 0-1 0 0,1 0 0 0 0,0-1 0 0 0,-1 1 0 0 0,1 0 0 0 0,0-1 0 0 0,0 1 0 0 0,0-1 0 0 0,0 1 0 0 0,0-1 0 0 0,0 0 0 0 0,0 0 0 0 0,1 0 0 0 0,-1 0 0 0 0,4 1 0 0 0,6 1-2 0 0,0-1-1 0 0,0 0 0 0 0,1 0 0 0 0,-1-1 1 0 0,0-1-1 0 0,1 0 0 0 0,-1-1 0 0 0,22-3 1 0 0,-2-3 1 0 0,1 0 1 0 0,31-13 0 0 0,-44 13 16 0 0,0-1-1 0 0,0-1 1 0 0,-1-1 0 0 0,0 0-1 0 0,-1-1 1 0 0,0-1 0 0 0,-1-1 0 0 0,0-1-1 0 0,-1 0 1 0 0,-1-1 0 0 0,0 0-1 0 0,-1-2 1 0 0,-1 1 0 0 0,0-2 0 0 0,-1 0-1 0 0,-1 0 1 0 0,-1-1 0 0 0,0 0-1 0 0,7-23 1 0 0,-8 14 169 0 0,0 0 1 0 0,5-36-1 0 0,-14 62-119 0 0,-2 5-52 0 0,0-1 0 0 0,0 1 0 0 0,0-1-1 0 0,1 1 1 0 0,-1 0 0 0 0,1 0 0 0 0,0-1 0 0 0,-1 1 0 0 0,1 0-1 0 0,0 0 1 0 0,1 1 0 0 0,-1-1 0 0 0,0 6 0 0 0,-1 3 139 0 0,-21 84 1931 0 0,-13 137-1 0 0,8 101 191 0 0,26-295-2108 0 0,-10 211 730 0 0,13-195-668 0 0,2 1 1 0 0,14 79 0 0 0,-16-128-202 0 0,0 0 0 0 0,1-1 0 0 0,0 1 0 0 0,1-1 0 0 0,-1 1 0 0 0,1-1 1 0 0,0 0-1 0 0,1 0 0 0 0,0 0 0 0 0,0-1 0 0 0,4 7 0 0 0,-5-10-14 0 0,-1 0-1 0 0,1 0 1 0 0,-1 0-1 0 0,1 0 1 0 0,-1 0-1 0 0,1-1 1 0 0,0 1-1 0 0,0-1 1 0 0,0 0-1 0 0,0 0 1 0 0,0 0-1 0 0,0 0 1 0 0,0 0-1 0 0,1-1 1 0 0,-1 1-1 0 0,0-1 1 0 0,0 0-1 0 0,0 0 1 0 0,1 0-1 0 0,-1 0 1 0 0,0-1-1 0 0,0 1 1 0 0,0-1-1 0 0,0 0 1 0 0,4-1-1 0 0,-2 0-2 0 0,0 0-1 0 0,0 0 0 0 0,0-1 0 0 0,0 1 0 0 0,-1-1 1 0 0,1 0-1 0 0,-1 0 0 0 0,0-1 0 0 0,0 0 1 0 0,0 1-1 0 0,-1-1 0 0 0,1 0 0 0 0,-1-1 0 0 0,0 1 1 0 0,0 0-1 0 0,0-1 0 0 0,-1 0 0 0 0,0 0 1 0 0,0 0-1 0 0,0 0 0 0 0,0 0 0 0 0,-1 0 0 0 0,0 0 1 0 0,0 0-1 0 0,0-1 0 0 0,0-4 0 0 0,-1-1-10 0 0,0 1 0 0 0,0-1 0 0 0,-1 1-1 0 0,0-1 1 0 0,-1 1 0 0 0,0 0 0 0 0,-1 0-1 0 0,0 0 1 0 0,0 0 0 0 0,-1 0 0 0 0,-1 0-1 0 0,-7-12 1 0 0,2 9-8 0 0,0 0 0 0 0,0 1 0 0 0,-1 0 0 0 0,-1 1 0 0 0,0 0 0 0 0,-1 1 0 0 0,0 1 0 0 0,0 0 0 0 0,-1 0-1 0 0,0 1 1 0 0,-1 1 0 0 0,0 0 0 0 0,-23-6 0 0 0,-19-4-28 0 0,-1 3 0 0 0,-80-8 0 0 0,71 12-57 0 0,10-2-2360 0 0,56 11 2359 0 0,1 1 1 0 0,-1 0 0 0 0,1 0-1 0 0,-1-1 1 0 0,1 1-1 0 0,0 0 1 0 0,-1 0-1 0 0,1-1 1 0 0,-1 1 0 0 0,1-1-1 0 0,-1 1 1 0 0,1 0-1 0 0,0-1 1 0 0,-1 1-1 0 0,1-1 1 0 0,0 1 0 0 0,0-1-1 0 0,-1 1 1 0 0,1-1-1 0 0,0 1 1 0 0,0-1 0 0 0,0 1-1 0 0,-1-1 1 0 0,1 1-1 0 0,0-1 1 0 0,0 1-1 0 0,0-1 1 0 0,0 1 0 0 0,0-1-1 0 0,0 0 1 0 0,0 1-1 0 0,0-1 1 0 0,0 1-1 0 0,0-1 1 0 0,1 1 0 0 0,-1-1-1 0 0,0 1 1 0 0,0-1-1 0 0,0 1 1 0 0,1-1 0 0 0,-1 1-1 0 0,0-1 1 0 0,1 1-1 0 0,-1-1 1 0 0,0 1-1 0 0,1 0 1 0 0,-1-1 0 0 0,1 0-1 0 0,19-20-2746 0 0,8-1-936 0 0,36-21-1 0 0,-37 25 575 0 0,14-9-3185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13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11 450 1000 0 0,'0'-47'15994'0'0,"-1"48"-15871"0"0,0 1 0 0 0,1-1 0 0 0,0 1-1 0 0,-1 0 1 0 0,1-1 0 0 0,0 1 0 0 0,0-1 0 0 0,0 1 0 0 0,0 0-1 0 0,0-1 1 0 0,0 1 0 0 0,0 0 0 0 0,0-1 0 0 0,1 1-1 0 0,-1-1 1 0 0,1 1 0 0 0,-1-1 0 0 0,1 1 0 0 0,0-1-1 0 0,0 1 1 0 0,-1-1 0 0 0,1 1 0 0 0,0-1 0 0 0,0 0 0 0 0,3 3-1 0 0,-2-3-89 0 0,0 1-1 0 0,0 0 0 0 0,0-1 0 0 0,0 1 0 0 0,1-1 0 0 0,-1 0 1 0 0,1 0-1 0 0,-1 0 0 0 0,1 0 0 0 0,-1 0 0 0 0,1-1 0 0 0,-1 1 1 0 0,1-1-1 0 0,0 1 0 0 0,-1-1 0 0 0,1 0 0 0 0,4 0 1 0 0,-1-1-18 0 0,0 1 0 0 0,0-1 0 0 0,-1 0 0 0 0,1 0 0 0 0,0 0 0 0 0,0-1 0 0 0,-1 0 0 0 0,1 0 0 0 0,-1-1 0 0 0,1 0 0 0 0,-1 0 0 0 0,0 0 0 0 0,0 0 0 0 0,0-1 0 0 0,-1 0 0 0 0,1 1 0 0 0,-1-2 0 0 0,0 1 0 0 0,0-1 0 0 0,0 1 0 0 0,-1-1 0 0 0,0 0 0 0 0,0 0 0 0 0,0-1 0 0 0,0 1 0 0 0,-1 0 0 0 0,0-1 0 0 0,2-9 0 0 0,-1 4-2 0 0,-1 0-1 0 0,-1-1 1 0 0,1-12 0 0 0,-2 21-16 0 0,0 0 0 0 0,0 1 0 0 0,0-1 0 0 0,0 0 0 0 0,-1 0 1 0 0,1 1-1 0 0,-1-1 0 0 0,1 0 0 0 0,-1 0 0 0 0,0 1 0 0 0,0-1 1 0 0,0 1-1 0 0,-1-1 0 0 0,1 1 0 0 0,-1-1 0 0 0,1 1 0 0 0,-1 0 0 0 0,-2-3 1 0 0,2 4-4 0 0,0 0 1 0 0,0 0-1 0 0,0 0 1 0 0,0 0-1 0 0,0 1 1 0 0,0-1-1 0 0,-1 1 1 0 0,1-1-1 0 0,0 1 1 0 0,0 0 0 0 0,-1-1-1 0 0,1 1 1 0 0,0 0-1 0 0,-1 1 1 0 0,1-1-1 0 0,0 0 1 0 0,0 1-1 0 0,-1-1 1 0 0,1 1-1 0 0,0 0 1 0 0,0-1-1 0 0,0 1 1 0 0,0 0 0 0 0,0 1-1 0 0,0-1 1 0 0,0 0-1 0 0,0 0 1 0 0,0 1-1 0 0,-3 3 1 0 0,-3 2-9 0 0,0 1-1 0 0,0 1 1 0 0,0-1 0 0 0,-9 16 0 0 0,5-6-59 0 0,1 0 1 0 0,0 1-1 0 0,2 0 1 0 0,-8 22-1 0 0,14-34 8 0 0,1 0 0 0 0,0 0 1 0 0,0 0-1 0 0,1 0 0 0 0,0 0 0 0 0,0 0 0 0 0,0 0 0 0 0,1 0 0 0 0,0 1 0 0 0,1-1 1 0 0,0 0-1 0 0,0 0 0 0 0,0 0 0 0 0,1 0 0 0 0,5 13 0 0 0,-6-17-109 0 0,1 0 0 0 0,0 0 1 0 0,0 0-1 0 0,0-1 0 0 0,0 1 0 0 0,0-1 0 0 0,1 1 0 0 0,-1-1 1 0 0,1 0-1 0 0,0 0 0 0 0,-1 0 0 0 0,1 0 0 0 0,0 0 0 0 0,5 1 1 0 0,-2-1-205 0 0,0 0 1 0 0,0 0 0 0 0,1-1 0 0 0,-1 1-1 0 0,0-2 1 0 0,1 1 0 0 0,7-1 0 0 0,2-1-470 0 0,0 0 0 0 0,-1-2 0 0 0,1 1 0 0 0,-1-2 0 0 0,23-8 0 0 0,-14 2 442 0 0,-1-1-1 0 0,0-1 1 0 0,-1-1-1 0 0,0-1 1 0 0,-1-1-1 0 0,0 0 1 0 0,-2-2-1 0 0,0-1 1 0 0,31-35-1 0 0,-30 28 959 0 0,-1-1 0 0 0,-2-1 0 0 0,0 0 0 0 0,-2-1 0 0 0,-1-1-1 0 0,-1 0 1 0 0,14-49 0 0 0,-24 66 137 0 0,0 1 0 0 0,-1-1 0 0 0,1-18 0 0 0,-3 27-501 0 0,0-1 0 0 0,0 1 1 0 0,0-1-1 0 0,0 1 1 0 0,-1 0-1 0 0,1-1 0 0 0,-1 1 1 0 0,0-1-1 0 0,0 1 1 0 0,0 0-1 0 0,-1 0 0 0 0,1 0 1 0 0,-1 0-1 0 0,1 0 1 0 0,-1 0-1 0 0,-3-3 0 0 0,4 5-122 0 0,0 1 0 0 0,1-1 0 0 0,-1 1 0 0 0,0-1 0 0 0,0 1 0 0 0,0-1-1 0 0,0 1 1 0 0,0 0 0 0 0,0 0 0 0 0,0 0 0 0 0,0-1 0 0 0,0 1-1 0 0,0 0 1 0 0,0 0 0 0 0,0 0 0 0 0,0 0 0 0 0,0 1 0 0 0,0-1 0 0 0,0 0-1 0 0,0 0 1 0 0,0 1 0 0 0,0-1 0 0 0,-2 1 0 0 0,-21 13 815 0 0,10-2-640 0 0,0 1 0 0 0,1 1 0 0 0,1 0 0 0 0,0 1 0 0 0,1 0 1 0 0,1 0-1 0 0,0 1 0 0 0,1 1 0 0 0,1-1 0 0 0,0 1 0 0 0,2 1 1 0 0,0 0-1 0 0,-6 25 0 0 0,11-38-227 0 0,1-1 0 0 0,-1 0 0 0 0,0 1-1 0 0,1-1 1 0 0,0 0 0 0 0,0 1 0 0 0,0-1 0 0 0,1 0 0 0 0,0 1 0 0 0,-1-1 0 0 0,1 0 0 0 0,1 0-1 0 0,-1 0 1 0 0,1 0 0 0 0,-1 0 0 0 0,1 0 0 0 0,0 0 0 0 0,1 0 0 0 0,-1 0 0 0 0,1-1-1 0 0,-1 0 1 0 0,1 1 0 0 0,0-1 0 0 0,0 0 0 0 0,1 0 0 0 0,-1-1 0 0 0,6 5 0 0 0,-5-7-4 0 0,0 1 0 0 0,-1 0 1 0 0,1-1-1 0 0,0 1 0 0 0,0-1 1 0 0,0 0-1 0 0,0-1 0 0 0,0 1 1 0 0,-1-1-1 0 0,1 1 0 0 0,0-1 1 0 0,0 0-1 0 0,-1-1 0 0 0,1 1 1 0 0,5-3-1 0 0,4-5 21 0 0,0 0 0 0 0,-1-1 0 0 0,0 0 0 0 0,-1-1 0 0 0,0 0 0 0 0,12-15 0 0 0,14-15 711 0 0,-37 40-708 0 0,1 0 1 0 0,0 0-1 0 0,-1 1 1 0 0,1-1-1 0 0,0 0 1 0 0,0 1-1 0 0,-1-1 1 0 0,1 1-1 0 0,0-1 1 0 0,0 1-1 0 0,0-1 1 0 0,0 1 0 0 0,0-1-1 0 0,-1 1 1 0 0,1 0-1 0 0,0-1 1 0 0,0 1-1 0 0,0 0 1 0 0,0 0-1 0 0,0 0 1 0 0,0 0-1 0 0,0 0 1 0 0,0 0-1 0 0,0 0 1 0 0,0 0-1 0 0,0 0 1 0 0,0 1-1 0 0,0-1 1 0 0,0 0-1 0 0,1 1 1 0 0,0 0 53 0 0,-1 1-1 0 0,1-1 1 0 0,-1 1 0 0 0,1-1-1 0 0,-1 1 1 0 0,1 0 0 0 0,-1-1-1 0 0,0 1 1 0 0,0 0 0 0 0,0 0 0 0 0,0 0-1 0 0,-1 0 1 0 0,1 0 0 0 0,0 3-1 0 0,6 22 589 0 0,-1-1 1 0 0,-2 1-1 0 0,2 50 0 0 0,-10 85 412 0 0,0-90-800 0 0,3-36-452 0 0,-9 195 1233 0 0,-6-80-4853 0 0,11-137 28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14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2008 0 0,'3'-19'2142'0'0,"-3"12"-1235"0"0,1-1 0 0 0,0 1 0 0 0,1 0 0 0 0,0-1 0 0 0,0 1-1 0 0,4-11 1 0 0,-5 18-830 0 0,-1 0 0 0 0,0-1-1 0 0,0 1 1 0 0,0 0 0 0 0,0 0-1 0 0,1-1 1 0 0,-1 1 0 0 0,0 0-1 0 0,0 0 1 0 0,1-1 0 0 0,-1 1-1 0 0,0 0 1 0 0,1 0 0 0 0,-1 0-1 0 0,0-1 1 0 0,0 1 0 0 0,1 0-1 0 0,-1 0 1 0 0,0 0 0 0 0,1 0-1 0 0,-1 0 1 0 0,1 0 0 0 0,-1 0-1 0 0,0 0 1 0 0,1 0 0 0 0,-1 0-1 0 0,0 0 1 0 0,1 0 0 0 0,-1 0-1 0 0,0 0 1 0 0,1 0 0 0 0,-1 0-1 0 0,0 0 1 0 0,1 0 0 0 0,-1 0-1 0 0,0 0 1 0 0,1 1 0 0 0,-1-1-1 0 0,0 0 1 0 0,1 0 0 0 0,-1 0-1 0 0,0 1 1 0 0,0-1 0 0 0,1 0-1 0 0,-1 0 1 0 0,0 1 0 0 0,10 12 1384 0 0,1 14-155 0 0,-1 1 1 0 0,-1-1 0 0 0,8 46-1 0 0,6 87 355 0 0,-22-156-1613 0 0,0 6 22 0 0,6 77 437 0 0,-7-77-405 0 0,0-1-1 0 0,-1 1 1 0 0,0-1 0 0 0,0 1 0 0 0,-1-1 0 0 0,-6 17 0 0 0,8-25-99 0 0,0-1 1 0 0,0 1 0 0 0,0-1 0 0 0,0 1 0 0 0,0-1 0 0 0,0 0 0 0 0,-1 1 0 0 0,1-1 0 0 0,0 1 0 0 0,0-1 0 0 0,0 0 0 0 0,-1 1 0 0 0,1-1 0 0 0,0 1 0 0 0,0-1 0 0 0,-1 0-1 0 0,1 1 1 0 0,0-1 0 0 0,-1 0 0 0 0,1 0 0 0 0,-1 1 0 0 0,1-1 0 0 0,0 0 0 0 0,-1 0 0 0 0,1 1 0 0 0,-1-1 0 0 0,1 0 0 0 0,0 0 0 0 0,-1 0 0 0 0,1 0 0 0 0,-1 0 0 0 0,1 0-1 0 0,-1 0 1 0 0,1 0 0 0 0,-1 0 0 0 0,1 0 0 0 0,-1 0 0 0 0,1 0 0 0 0,0 0 0 0 0,-1 0 0 0 0,1 0 0 0 0,-1 0 0 0 0,1 0 0 0 0,-1-1 0 0 0,1 1 0 0 0,-1 0 0 0 0,0-1 7 0 0,0 0 0 0 0,0 0 0 0 0,0 0 1 0 0,0 0-1 0 0,0 0 0 0 0,0 0 1 0 0,1 0-1 0 0,-1 0 0 0 0,0 0 1 0 0,1-1-1 0 0,-1 1 0 0 0,0-2 1 0 0,-1-6-39 0 0,0 0 1 0 0,1 0 0 0 0,0 0 0 0 0,1 0 0 0 0,0 0 0 0 0,2-15 0 0 0,14-55-238 0 0,-12 60 235 0 0,1 0-18 0 0,0-1 0 0 0,2 1 0 0 0,0 1 0 0 0,1-1 0 0 0,1 1 0 0 0,12-19 0 0 0,-15 28 32 0 0,1 0 1 0 0,-1 0 0 0 0,1 1 0 0 0,1-1-1 0 0,0 2 1 0 0,0-1 0 0 0,0 1 0 0 0,1 0-1 0 0,0 1 1 0 0,1 0 0 0 0,-1 0 0 0 0,16-5-1 0 0,-21 9 18 0 0,0 1 0 0 0,0-1 0 0 0,0 1 0 0 0,0 1-1 0 0,1-1 1 0 0,-1 0 0 0 0,0 1 0 0 0,0 0 0 0 0,1 0-1 0 0,-1 0 1 0 0,0 1 0 0 0,0-1 0 0 0,0 1 0 0 0,1 0-1 0 0,-1 0 1 0 0,0 1 0 0 0,0-1 0 0 0,-1 1 0 0 0,1 0-1 0 0,0 0 1 0 0,0 0 0 0 0,-1 0 0 0 0,1 1 0 0 0,-1-1-1 0 0,0 1 1 0 0,0 0 0 0 0,0 0 0 0 0,0 0 0 0 0,3 5-1 0 0,-1-1 9 0 0,-1 0-1 0 0,1 1 0 0 0,-1 0 0 0 0,-1 0 0 0 0,1 0 0 0 0,-1 0 0 0 0,-1 0 1 0 0,0 0-1 0 0,0 1 0 0 0,0-1 0 0 0,-1 1 0 0 0,0-1 0 0 0,-1 12 0 0 0,-2 3 77 0 0,-1-1-1 0 0,-1 0 1 0 0,-8 26-1 0 0,-2 0-2717 0 0,2-10-3828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14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33 209 564 0 0,'19'-44'3502'0'0,"11"-31"2106"0"0,-28 69-5039 0 0,0 0-1 0 0,0-1 1 0 0,-1 1 0 0 0,0-1-1 0 0,0 1 1 0 0,-1-1 0 0 0,0 1-1 0 0,0-1 1 0 0,-1-7 0 0 0,0 13-530 0 0,1 0 1 0 0,0 0 0 0 0,0 0-1 0 0,-1 0 1 0 0,1 1 0 0 0,-1-1-1 0 0,1 0 1 0 0,0 0-1 0 0,-1 0 1 0 0,1 1 0 0 0,-1-1-1 0 0,0 0 1 0 0,1 1 0 0 0,-1-1-1 0 0,0 1 1 0 0,1-1-1 0 0,-1 1 1 0 0,0-1 0 0 0,0 1-1 0 0,1-1 1 0 0,-1 1 0 0 0,0-1-1 0 0,0 1 1 0 0,0 0 0 0 0,0 0-1 0 0,1-1 1 0 0,-1 1-1 0 0,0 0 1 0 0,0 0 0 0 0,0 0-1 0 0,0 0 1 0 0,0 0 0 0 0,0 0-1 0 0,1 0 1 0 0,-1 0-1 0 0,0 1 1 0 0,0-1 0 0 0,0 0-1 0 0,-1 1 1 0 0,-2 0-5 0 0,1 0 0 0 0,0 0 0 0 0,-1 0 0 0 0,1 1 0 0 0,0 0 0 0 0,0-1 0 0 0,-5 5 0 0 0,5-4-17 0 0,1 1 0 0 0,-1 0 0 0 0,1 0 0 0 0,0 0 0 0 0,-1 0-1 0 0,1 0 1 0 0,0 0 0 0 0,1 1 0 0 0,-1-1 0 0 0,1 1 0 0 0,-1-1 0 0 0,1 1-1 0 0,0-1 1 0 0,1 1 0 0 0,-1 0 0 0 0,0 0 0 0 0,1-1 0 0 0,0 1 0 0 0,0 0-1 0 0,0 0 1 0 0,1 0 0 0 0,-1-1 0 0 0,1 1 0 0 0,0 0 0 0 0,0-1 0 0 0,0 1-1 0 0,0 0 1 0 0,0-1 0 0 0,1 0 0 0 0,2 5 0 0 0,6 9 57 0 0,1 0 1 0 0,0-1-1 0 0,1 0 1 0 0,20 20-1 0 0,-22-24-34 0 0,11 10 62 0 0,22 28 1188 0 0,-39-45-970 0 0,-1 0-1 0 0,0 0 1 0 0,0 0 0 0 0,0 0-1 0 0,-1 0 1 0 0,0 1 0 0 0,0-1-1 0 0,2 9 1 0 0,-3-11-262 0 0,-2-1 1 0 0,1 1-1 0 0,0-1 0 0 0,0 1 1 0 0,-1-1-1 0 0,1 0 0 0 0,-1 1 1 0 0,0-1-1 0 0,1 0 0 0 0,-1 0 1 0 0,0 1-1 0 0,-1-1 1 0 0,1 0-1 0 0,0 0 0 0 0,-1 0 1 0 0,1 0-1 0 0,-1 0 0 0 0,1-1 1 0 0,-1 1-1 0 0,0 0 0 0 0,0-1 1 0 0,0 1-1 0 0,0-1 0 0 0,-4 3 1 0 0,-4 2 8 0 0,-1 0 0 0 0,0-1 1 0 0,-15 5-1 0 0,-25 6-1866 0 0,18-11-5105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4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3372 0 0,'8'-3'16620'0'0,"-7"5"-17011"0"0,0 0 1 0 0,0 1 0 0 0,-1-1-1 0 0,1 0 1 0 0,0 0-1 0 0,-1 1 1 0 0,1-1-1 0 0,-1 1 1 0 0,0-1 0 0 0,0 0-1 0 0,0 1 1 0 0,0-1-1 0 0,0 1 1 0 0,-1-1 0 0 0,1 0-1 0 0,-1 1 1 0 0,1-1-1 0 0,-1 0 1 0 0,-1 3-1 0 0,-1 7-3189 0 0,0 5-2619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4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1 304 0 0,'1'2'3610'0'0,"6"42"12142"0"0,0-23-12262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5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89 1408 0 0,'-11'-6'7613'0'0,"-22"-6"5944"0"0,26 9-13174 0 0,5 3 255 0 0,13-4-332 0 0,164-34-379 0 0,-121 29-1804 0 0,-34 6-135 0 0,3-1-808 0 0,-3-5-5783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5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122 171 2228 0 0,'7'-38'10235'0'0,"-6"31"-9612"0"0,0 1 0 0 0,0-1 0 0 0,0 1 0 0 0,1 0 1 0 0,0 0-1 0 0,0 0 0 0 0,1 0 0 0 0,2-6 0 0 0,-1 6-515 0 0,1 1 0 0 0,-1 0 0 0 0,1 0 0 0 0,0 0 0 0 0,0 1 0 0 0,0 0 0 0 0,1 0 0 0 0,-1 0 0 0 0,1 0 0 0 0,0 1 0 0 0,0 0 0 0 0,12-4 0 0 0,-11 5-90 0 0,0-1 0 0 0,0 1 1 0 0,0 1-1 0 0,1-1 1 0 0,-1 1-1 0 0,1 1 0 0 0,-1-1 1 0 0,1 1-1 0 0,-1 1 0 0 0,1-1 1 0 0,10 3-1 0 0,-15-2-12 0 0,0-1-1 0 0,0 1 1 0 0,0 0 0 0 0,0 0-1 0 0,-1 1 1 0 0,1-1 0 0 0,0 1-1 0 0,0-1 1 0 0,-1 1 0 0 0,1 0-1 0 0,-1 0 1 0 0,0 0-1 0 0,1 0 1 0 0,-1 0 0 0 0,0 0-1 0 0,0 1 1 0 0,-1-1 0 0 0,1 1-1 0 0,0 0 1 0 0,-1-1 0 0 0,1 1-1 0 0,-1 0 1 0 0,2 5 0 0 0,-2-2 12 0 0,-1-1 0 0 0,1 1 0 0 0,-1 0 0 0 0,0-1 0 0 0,-1 1 0 0 0,1-1 0 0 0,-1 1 0 0 0,0-1 0 0 0,0 1 1 0 0,-1-1-1 0 0,0 0 0 0 0,-3 8 0 0 0,-4 6 32 0 0,-1-1-1 0 0,-1 0 1 0 0,-21 26 0 0 0,-2 2 48 0 0,26-33-42 0 0,-12 16 199 0 0,20-29-238 0 0,0 0-1 0 0,0 1 1 0 0,0-1 0 0 0,0 1 0 0 0,0-1 0 0 0,-1 1-1 0 0,1-1 1 0 0,0 0 0 0 0,0 1 0 0 0,0-1 0 0 0,0 1-1 0 0,0-1 1 0 0,1 1 0 0 0,-1-1 0 0 0,0 0 0 0 0,0 1-1 0 0,0-1 1 0 0,0 1 0 0 0,0-1 0 0 0,0 0-1 0 0,1 1 1 0 0,-1-1 0 0 0,0 0 0 0 0,0 1 0 0 0,1-1-1 0 0,-1 0 1 0 0,0 1 0 0 0,1-1 0 0 0,-1 0 0 0 0,0 1-1 0 0,1-1 1 0 0,-1 0 0 0 0,0 0 0 0 0,1 0 0 0 0,-1 1-1 0 0,0-1 1 0 0,2 0 0 0 0,16 11 370 0 0,-16-10-369 0 0,15 9 218 0 0,1 1 0 0 0,-1 1 0 0 0,-1 0 0 0 0,0 1-1 0 0,-1 1 1 0 0,0 0 0 0 0,16 22 0 0 0,-27-31-45 0 0,0 1 1 0 0,0 0-1 0 0,-1 0 0 0 0,0 0 1 0 0,0 1-1 0 0,0-1 0 0 0,-1 1 1 0 0,0-1-1 0 0,-1 1 0 0 0,2 13 1 0 0,-2-15-6 0 0,-2 1 0 0 0,1 0 0 0 0,-1 0 0 0 0,0-1 0 0 0,0 1 0 0 0,0-1 0 0 0,-1 1 0 0 0,0-1 0 0 0,0 0 0 0 0,0 1 1 0 0,0-1-1 0 0,-1 0 0 0 0,0 0 0 0 0,0-1 0 0 0,-4 5 0 0 0,-2 1-36 0 0,0-1 0 0 0,0 0-1 0 0,-1 0 1 0 0,0-1 0 0 0,0 0 0 0 0,-1-1-1 0 0,0-1 1 0 0,-1 1 0 0 0,1-2 0 0 0,-1 1 0 0 0,0-2-1 0 0,0 0 1 0 0,-18 4 0 0 0,8-3-360 0 0,0-1-1 0 0,-35 1 1 0 0,30-4-2084 0 0,-43-5 0 0 0,44 1-2229 0 0,-3-2-7124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5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28 3252 0 0,'-12'-27'17972'0'0,"10"49"-25015"0"0,3 0 1119 0 0,-2-7 71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1444 0 0,'0'67'21577'0'0,"0"-42"-18230"0"0,0-23-2970 0 0,0-2-444 0 0,0 0 0 0 0,0 0-1 0 0,0 0 1 0 0,0 1 0 0 0,0-1-1 0 0,0 0 1 0 0,0 0 0 0 0,0 0 0 0 0,0 1-1 0 0,0-1 1 0 0,0 0 0 0 0,0 0-1 0 0,0 0 1 0 0,0 1 0 0 0,0-1 0 0 0,0 0-1 0 0,1 0 1 0 0,-1 0 0 0 0,0 1-1 0 0,0-1 1 0 0,0 0 0 0 0,0 0 0 0 0,1 1-203 0 0,-1-1 203 0 0,0 0 0 0 0,0 0 0 0 0,0 0-1 0 0,1 0 1 0 0,-1 0 0 0 0,0 0-1 0 0,0 0 1 0 0,9-3-2797 0 0,0 0-1 0 0,0-1 0 0 0,9-6 1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6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1440 0 0,'2'-12'7412'0'0,"4"-11"2674"0"0,-2 14-6645 0 0,-4 8-3326 0 0,0 0 1 0 0,0 0-1 0 0,0 1 0 0 0,0-1 1 0 0,0 0-1 0 0,0 0 1 0 0,0 1-1 0 0,0-1 1 0 0,1 0-1 0 0,-1 0 0 0 0,0 1 1 0 0,1-1-1 0 0,-1 0 1 0 0,0 1-1 0 0,1-1 1 0 0,-1 0-1 0 0,1 1 1 0 0,-1-1-1 0 0,1 1 0 0 0,-1-1 1 0 0,2 0-1 0 0,86-13-2214 0 0,-35 7-2453 0 0,-2-2-3795 0 0,-28 4 831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6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130 315 3656 0 0,'21'-21'26304'0'0,"-22"18"-26260"0"0,1 1 1 0 0,-1-1-1 0 0,0 1 1 0 0,0 0-1 0 0,-1-1 0 0 0,1 1 1 0 0,0 0-1 0 0,-1 0 0 0 0,1-1 1 0 0,-1 1-1 0 0,0 0 0 0 0,0 1 1 0 0,0-1-1 0 0,0 0 0 0 0,-3-1 1 0 0,-39-29 650 0 0,37 28-666 0 0,-12-10-529 0 0,-32-29 1 0 0,51 42 465 0 0,0 1-1 0 0,-1-1 0 0 0,1 1 1 0 0,0-1-1 0 0,-1 0 0 0 0,1 1 1 0 0,0-1-1 0 0,0 1 0 0 0,-1-1 1 0 0,1 0-1 0 0,0 1 0 0 0,0-1 1 0 0,0 0-1 0 0,0 1 0 0 0,0-1 1 0 0,0 0-1 0 0,0 1 0 0 0,0-1 1 0 0,0 0-1 0 0,0 1 0 0 0,1-1 1 0 0,-1 0-1 0 0,0 1 0 0 0,0-1 1 0 0,0 0-1 0 0,1 1 0 0 0,-1-1 1 0 0,0 1-1 0 0,1-1 0 0 0,-1 1 1 0 0,1-1-1 0 0,-1 1 0 0 0,1-1 1 0 0,-1 1-1 0 0,1-1 0 0 0,-1 1 1 0 0,1-1-1 0 0,-1 1 0 0 0,1 0 1 0 0,-1-1-1 0 0,2 1 0 0 0,22-14-457 0 0,13 1 252 0 0,0 1 0 0 0,0 3-1 0 0,48-7 1 0 0,-51 9 166 0 0,5 0 477 0 0,-1-2 0 0 0,0-2 0 0 0,37-16 1 0 0,-57 16 3015 0 0,-9 7-3145 0 0,-9 4-272 0 0,0 0 0 0 0,1 0 0 0 0,-1 0 0 0 0,0 0 0 0 0,1 0 0 0 0,-1 0-1 0 0,0 0 1 0 0,1 0 0 0 0,-1 0 0 0 0,0 0 0 0 0,1 0 0 0 0,-1 0 0 0 0,1 0 0 0 0,-1 1-1 0 0,0-1 1 0 0,1 0 0 0 0,-1 0 0 0 0,0 0 0 0 0,0 0 0 0 0,1 1 0 0 0,-1-1-1 0 0,0 0 1 0 0,1 0 0 0 0,-1 1 0 0 0,0-1 0 0 0,1 4-2 0 0,-1 1 0 0 0,0-1 0 0 0,0 0 0 0 0,-1 0 0 0 0,1 0 0 0 0,-1 0 0 0 0,0 0 0 0 0,0 0 0 0 0,-2 5 0 0 0,0 4 0 0 0,-31 133-1319 0 0,-70 327-9589 0 0,98-444 3941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7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89 208 0 0,'0'-3'3892'0'0,"-1"-20"4676"0"0,-2-30 6585 0 0,3 43-14064 0 0,5 37-11188 0 0,-4-18 7853 0 0,-1 1 0 0 0,0 0 0 0 0,-3 13 1 0 0,-1-4-5179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7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1556 0 0,'-20'51'19860'0'0,"12"-31"-13617"0"0,8-18-5952 0 0,2 5-499 0 0,10-11-2031 0 0,54-30-12563 0 0,-63 32 13785 0 0,14-6-6263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8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71 116 112 0 0,'-9'-4'3278'0'0,"0"0"0"0"0,0 0 0 0 0,-9-7 0 0 0,16 10-2935 0 0,0 0 0 0 0,0-1 0 0 0,0 1 1 0 0,1 0-1 0 0,-1-1 0 0 0,1 1 0 0 0,-1-1 1 0 0,1 0-1 0 0,0 0 0 0 0,-1 1 0 0 0,1-1 1 0 0,0 0-1 0 0,0 0 0 0 0,0 0 0 0 0,0 0 1 0 0,1 0-1 0 0,-1 0 0 0 0,1 0 0 0 0,-1-1 1 0 0,0-2-1 0 0,2 3-299 0 0,-1 0 0 0 0,1 1 0 0 0,-1-1 0 0 0,1 0 0 0 0,-1 0 0 0 0,1 1 0 0 0,0-1 0 0 0,0 0 0 0 0,0 1 0 0 0,0-1 0 0 0,0 1 0 0 0,0-1 0 0 0,0 1 0 0 0,1 0 0 0 0,-1 0 0 0 0,0-1 0 0 0,1 1 0 0 0,-1 0 0 0 0,1 0 0 0 0,-1 0 0 0 0,1 0 0 0 0,0 0 0 0 0,-1 1 0 0 0,4-2 0 0 0,3-1 15 0 0,1 0-1 0 0,0 0 1 0 0,10-1 0 0 0,-11 2-48 0 0,0 1 0 0 0,0 0 0 0 0,0 1 0 0 0,1 0 0 0 0,-1 0 0 0 0,0 1 1 0 0,0 0-1 0 0,0 0 0 0 0,0 1 0 0 0,0 0 0 0 0,0 0 0 0 0,-1 1 0 0 0,1 0 0 0 0,10 6 0 0 0,-14-7-1 0 0,-1 1-1 0 0,1-1 0 0 0,-1 1 0 0 0,0 0 0 0 0,1 0 0 0 0,-1 0 0 0 0,-1 0 0 0 0,1 1 0 0 0,0-1 0 0 0,-1 1 1 0 0,0-1-1 0 0,0 1 0 0 0,0 0 0 0 0,0 0 0 0 0,0 0 0 0 0,-1 0 0 0 0,0 0 0 0 0,0 0 0 0 0,0 1 0 0 0,0-1 1 0 0,-1 0-1 0 0,0 1 0 0 0,1-1 0 0 0,-2 0 0 0 0,1 0 0 0 0,0 1 0 0 0,-1-1 0 0 0,-2 8 0 0 0,-2 4 209 0 0,0 0 0 0 0,-1 0 0 0 0,-1-1 0 0 0,-1 0 0 0 0,0 0 0 0 0,-1-1 0 0 0,-15 20 0 0 0,-10 6 1014 0 0,-39 38 1 0 0,4-10 226 0 0,68-67-1371 0 0,5 3 26 0 0,-4-4-112 0 0,0 0 0 0 0,0 0 1 0 0,0 1-1 0 0,0-1 0 0 0,0 0 1 0 0,0 0-1 0 0,0 1 0 0 0,0-1 1 0 0,1 0-1 0 0,-1 0 0 0 0,0 0 1 0 0,0 1-1 0 0,0-1 0 0 0,0 0 1 0 0,1 0-1 0 0,-1 0 1 0 0,0 1-1 0 0,0-1 0 0 0,1 0 1 0 0,-1 0-1 0 0,0 0 0 0 0,0 0 1 0 0,0 0-1 0 0,1 0 0 0 0,-1 0 1 0 0,0 0-1 0 0,1 1 0 0 0,-1-1 1 0 0,0 0-1 0 0,0 0 0 0 0,1 0 1 0 0,-1 0-1 0 0,0 0 0 0 0,1-1 1 0 0,26 1-230 0 0,1-2 1 0 0,-1-1 0 0 0,0-1 0 0 0,51-15 0 0 0,-18-4-5074 0 0,-5-7-5620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18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97 2700 0 0,'-3'-23'6710'0'0,"3"16"-5229"0"0,-1 1 0 0 0,0 0-1 0 0,0 0 1 0 0,0 1 0 0 0,-1-1 0 0 0,0 0-1 0 0,0 0 1 0 0,0 1 0 0 0,-6-9 0 0 0,8 13-1421 0 0,-1 0 0 0 0,0 1 1 0 0,0-1-1 0 0,1 1 0 0 0,-1-1 0 0 0,0 1 1 0 0,0-1-1 0 0,0 1 0 0 0,1 0 1 0 0,-1-1-1 0 0,0 1 0 0 0,0 0 1 0 0,0 0-1 0 0,0 0 0 0 0,0-1 1 0 0,0 1-1 0 0,0 0 0 0 0,0 0 1 0 0,0 0-1 0 0,0 1 0 0 0,1-1 1 0 0,-1 0-1 0 0,0 0 0 0 0,0 0 1 0 0,0 1-1 0 0,0-1 0 0 0,0 0 0 0 0,0 1 1 0 0,1-1-1 0 0,-1 1 0 0 0,-1 0 1 0 0,-6 4 38 0 0,1 0 0 0 0,-1 1 1 0 0,1 0-1 0 0,0 1 1 0 0,0-1-1 0 0,0 1 0 0 0,1 1 1 0 0,1-1-1 0 0,-1 1 0 0 0,1 0 1 0 0,0 0-1 0 0,1 1 0 0 0,0-1 1 0 0,-5 15-1 0 0,4-9-68 0 0,1 0 0 0 0,0 0 0 0 0,1 0 0 0 0,0 0 0 0 0,1 1 0 0 0,1 0 0 0 0,0-1 0 0 0,1 1 0 0 0,2 15 0 0 0,-1-23 5 0 0,0-1 0 0 0,1 1 1 0 0,0 0-1 0 0,0-1 0 0 0,0 0 0 0 0,1 1 1 0 0,0-1-1 0 0,0 0 0 0 0,0 0 0 0 0,1-1 0 0 0,0 1 1 0 0,0-1-1 0 0,0 1 0 0 0,1-1 0 0 0,0-1 1 0 0,0 1-1 0 0,0-1 0 0 0,0 0 0 0 0,1 0 1 0 0,-1 0-1 0 0,1-1 0 0 0,0 1 0 0 0,0-2 1 0 0,1 1-1 0 0,-1-1 0 0 0,1 0 0 0 0,-1 0 0 0 0,1 0 1 0 0,-1-1-1 0 0,1 0 0 0 0,0-1 0 0 0,0 1 1 0 0,0-1-1 0 0,-1-1 0 0 0,1 1 0 0 0,0-1 1 0 0,-1 0-1 0 0,1-1 0 0 0,0 0 0 0 0,-1 0 1 0 0,1 0-1 0 0,5-4 0 0 0,-2 1 46 0 0,-1 0-1 0 0,-1-1 1 0 0,1-1-1 0 0,-1 1 1 0 0,0-1 0 0 0,-1-1-1 0 0,1 0 1 0 0,-1 0-1 0 0,-1 0 1 0 0,0 0 0 0 0,0-1-1 0 0,0 0 1 0 0,-1-1 0 0 0,-1 1-1 0 0,0-1 1 0 0,0 0-1 0 0,-1 0 1 0 0,0 0 0 0 0,2-12-1 0 0,-4 15-75 0 0,1 0-1 0 0,-2-1 0 0 0,1 1 1 0 0,-1-1-1 0 0,0 1 0 0 0,0-1 1 0 0,-1 1-1 0 0,0 0 0 0 0,0-1 1 0 0,-1 1-1 0 0,0 0 0 0 0,0 0 1 0 0,-1 0-1 0 0,0 0 0 0 0,0 0 1 0 0,0 0-1 0 0,-1 1 0 0 0,0 0 1 0 0,0 0-1 0 0,-1 0 0 0 0,0 0 1 0 0,0 0-1 0 0,0 1 0 0 0,-1 0 1 0 0,0 0-1 0 0,0 1 0 0 0,-9-6 1 0 0,5 5-337 0 0,-1 0 0 0 0,0 0 1 0 0,0 1-1 0 0,0 1 0 0 0,0 0 1 0 0,-1 0-1 0 0,1 1 0 0 0,-1 1 1 0 0,0 0-1 0 0,1 0 0 0 0,-23 3 1 0 0,17 0-1651 0 0,1 0 1 0 0,-30 10 0 0 0,25-5-3180 0 0,-34 17 1 0 0,25-10-3497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7:20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99 1940 0 0,'-12'-20'12369'0'0,"12"20"-12092"0"0,-1-1 0 0 0,1 0-1 0 0,-1 1 1 0 0,1-1 0 0 0,-1 0 0 0 0,1 0 0 0 0,0 1-1 0 0,-1-1 1 0 0,1 0 0 0 0,0 0 0 0 0,-1 0 0 0 0,1 0-1 0 0,0 1 1 0 0,0-1 0 0 0,0-1 0 0 0,38-9-53 0 0,1 3-1 0 0,42-5 1 0 0,16-2 147 0 0,-84 12-238 0 0,10-2 185 0 0,0 1 0 0 0,1 1 0 0 0,35 0 0 0 0,-57 3-299 0 0,0 0 0 0 0,0 0 1 0 0,-1 0-1 0 0,1 1 0 0 0,0-1 0 0 0,0 1 0 0 0,0-1 0 0 0,-1 1 0 0 0,1 0 0 0 0,0 0 0 0 0,-1 0 0 0 0,1 0 0 0 0,-1 0 0 0 0,1 0 1 0 0,-1 0-1 0 0,1 0 0 0 0,-1 1 0 0 0,0-1 0 0 0,0 0 0 0 0,0 1 0 0 0,0-1 0 0 0,1 3 0 0 0,2 2 242 0 0,-1 1 0 0 0,0 0 0 0 0,5 14 0 0 0,-6-14-167 0 0,9 32 833 0 0,-1-1 0 0 0,7 65 1 0 0,-3 81 604 0 0,-13-165-1427 0 0,4 498 1398 0 0,-2-35-1300 0 0,36 125 634 0 0,-2-31 340 0 0,-17-83-450 0 0,10 192 412 0 0,-21-581-1139 0 0,3 66 0 0 0,-17-120 0 0 0,3-43 0 0 0,0 0 0 0 0,0-1 0 0 0,0 1 0 0 0,-1-1 0 0 0,0 1 0 0 0,0-1 0 0 0,0 0 0 0 0,-1 0 0 0 0,-8 10 0 0 0,1-5 0 0 0,0 0 0 0 0,-22 16 0 0 0,16-13 0 0 0,-6 3-701 0 0,0-1 0 0 0,-1 0 0 0 0,-1-2 0 0 0,0-1 1 0 0,-1-1-1 0 0,-50 16 0 0 0,42-19-521 0 0,-1-1 0 0 0,0-1 0 0 0,0-2 0 0 0,0-1 0 0 0,-42-2 0 0 0,33-4-5747 0 0,-1-5-4187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27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 1464 0 0,'0'0'5869'0'0,"-14"-1"-5633"0"0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27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1700 0 0,'0'0'5929'0'0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2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1 556 0 0,'0'0'10429'0'0,"-14"3"-15321"0"0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28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9 528 0 0,'0'0'5209'0'0,"-1"-9"-2256"0"0,-1 15-3875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28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0 600 0 0,'-5'13'9589'0'0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2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21 4 0 0,'14'-21'7503'0'0,"-39"61"-7349"0"0,-1-1 0 0 0,-56 62 0 0 0,60-78-875 0 0,-1-1-1 0 0,0-1 0 0 0,-2-2 0 0 0,0 0 1 0 0,-34 18-1 0 0,37-24-513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29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1516 0 0,'0'0'3494'0'0,"-3"0"-2768"0"0,-9 2 2469 0 0,10-2-3050 0 0,-4 0 315 0 0,1 0-1600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30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7 476 0 0,'0'0'756'0'0,"6"-6"-1216"0"0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30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4 548 0 0,'0'0'1036'0'0,"11"-2"-40"0"0,2 1-1988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30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 0 0,'0'0'3148'0'0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32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1 244 0 0,'13'2'702'0'0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35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0 168 0 0,'10'3'7314'0'0,"-20"3"-10314"0"0,-1-3 922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38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1 156 0 0,'0'0'2434'0'0,"-6"14"2621"0"0,3-7-3055 0 0,2-6-1461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38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 0 0,'0'0'8842'0'0,"16"0"-15404"0"0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3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6 932 0 0,'3'-1'4423'0'0,"9"0"-813"0"0,7-3-1748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40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3 436 0 0,'0'0'4794'0'0,"9"-2"-2318"0"0,-19 8-5689 0 0,-3 1 1124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9:4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12 804 0 0,'-7'-5'1752'0'0,"-4"0"-792"0"0,-5 3-752 0 0,2 2-340 0 0,2 4-268 0 0,-2-3-428 0 0,1 4-452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38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258 295 1024 0 0,'0'-3'1706'0'0,"0"-2"-867"0"0,0 0-1 0 0,-1 0 1 0 0,1 0-1 0 0,-1 0 1 0 0,-1 0-1 0 0,1 0 1 0 0,-3-6-1 0 0,2 7-504 0 0,0-1-1 0 0,-1 1 0 0 0,1 0 0 0 0,-1 0 0 0 0,0 0 0 0 0,0 1 0 0 0,0-1 0 0 0,-1 1 0 0 0,1 0 0 0 0,-1-1 0 0 0,1 2 0 0 0,-9-6 0 0 0,11 8-315 0 0,-1-1 1 0 0,1 1-1 0 0,0-1 0 0 0,-1 1 1 0 0,1 0-1 0 0,0 0 0 0 0,-1-1 1 0 0,1 1-1 0 0,-1 0 0 0 0,1 0 1 0 0,-1 0-1 0 0,1 1 0 0 0,0-1 1 0 0,-1 0-1 0 0,1 0 1 0 0,-1 1-1 0 0,1-1 0 0 0,0 1 1 0 0,0 0-1 0 0,-1-1 0 0 0,1 1 1 0 0,0 0-1 0 0,0-1 0 0 0,-1 1 1 0 0,1 0-1 0 0,0 0 0 0 0,0 0 1 0 0,0 0-1 0 0,0 0 0 0 0,1 0 1 0 0,-1 1-1 0 0,-1 0 1 0 0,-4 6-43 0 0,0 0 1 0 0,1 1 0 0 0,-6 12 0 0 0,8-15 23 0 0,-13 26 12 0 0,1 1-1 0 0,2 1 0 0 0,-11 42 1 0 0,19-56 1 0 0,1 0 1 0 0,0 1-1 0 0,2 0 1 0 0,1-1-1 0 0,0 1 1 0 0,1 0-1 0 0,4 21 1 0 0,-4-38 1 0 0,0 0-1 0 0,1-1 1 0 0,0 1 0 0 0,0-1 0 0 0,0 1 0 0 0,1-1 0 0 0,-1 1 0 0 0,1-1-1 0 0,-1 0 1 0 0,1 0 0 0 0,0 0 0 0 0,0 0 0 0 0,1 0 0 0 0,-1 0 0 0 0,1 0-1 0 0,-1-1 1 0 0,1 1 0 0 0,0-1 0 0 0,0 0 0 0 0,0 0 0 0 0,0 0 0 0 0,6 3-1 0 0,-4-4 16 0 0,0 1-1 0 0,1-1 0 0 0,-1 0 0 0 0,0 0 1 0 0,1-1-1 0 0,-1 0 0 0 0,1 1 1 0 0,-1-2-1 0 0,0 1 0 0 0,1-1 0 0 0,-1 0 1 0 0,0 0-1 0 0,1 0 0 0 0,8-4 0 0 0,1-2-2 0 0,-1 0 0 0 0,1-1 0 0 0,-2 0 0 0 0,1-1 0 0 0,-2-1 0 0 0,1 0-1 0 0,-1-1 1 0 0,0 0 0 0 0,-1-1 0 0 0,-1 0 0 0 0,0 0 0 0 0,0-1 0 0 0,-2-1-1 0 0,1 0 1 0 0,-2 0 0 0 0,12-28 0 0 0,-12 25-11 0 0,-1 0 0 0 0,-1-1 1 0 0,-1 1-1 0 0,0-1 0 0 0,-1 0 1 0 0,-1 0-1 0 0,-1 0 0 0 0,0-1 0 0 0,-2 1 1 0 0,0 0-1 0 0,0 0 0 0 0,-2 0 1 0 0,-1 0-1 0 0,-9-29 0 0 0,8 32-17 0 0,-1 2 0 0 0,-1-1 0 0 0,-1 1 0 0 0,1 0 0 0 0,-2 0-1 0 0,0 1 1 0 0,0 0 0 0 0,-1 1 0 0 0,-20-18 0 0 0,26 26 5 0 0,-1-1-1 0 0,1 1 1 0 0,-1 0-1 0 0,0 0 1 0 0,0 0-1 0 0,0 1 1 0 0,0 0 0 0 0,0 0-1 0 0,0 0 1 0 0,-1 0-1 0 0,1 1 1 0 0,0 0-1 0 0,-1 0 1 0 0,0 1 0 0 0,1-1-1 0 0,-1 1 1 0 0,1 0-1 0 0,-1 1 1 0 0,1-1-1 0 0,-1 1 1 0 0,1 0 0 0 0,-1 1-1 0 0,1-1 1 0 0,0 1-1 0 0,-1 0 1 0 0,1 1-1 0 0,0-1 1 0 0,1 1 0 0 0,-7 4-1 0 0,0 1-34 0 0,-1 2 0 0 0,2-1 0 0 0,-1 2 0 0 0,1-1-1 0 0,1 1 1 0 0,0 1 0 0 0,1 0 0 0 0,0 0 0 0 0,1 0 0 0 0,0 1 0 0 0,-7 18-1 0 0,10-20 14 0 0,0 0 0 0 0,0 0 0 0 0,1 1-1 0 0,0 0 1 0 0,1-1 0 0 0,1 1 0 0 0,0 0-1 0 0,0 0 1 0 0,1 0 0 0 0,0 0 0 0 0,1 0-1 0 0,1-1 1 0 0,0 1 0 0 0,4 14 0 0 0,-4-22 23 0 0,-1-1 1 0 0,1 1 0 0 0,0 0-1 0 0,1-1 1 0 0,-1 0 0 0 0,1 1-1 0 0,-1-1 1 0 0,1 0 0 0 0,0 0-1 0 0,0-1 1 0 0,0 1-1 0 0,0 0 1 0 0,1-1 0 0 0,-1 0-1 0 0,1 0 1 0 0,-1 0 0 0 0,1 0-1 0 0,0-1 1 0 0,0 1 0 0 0,6 1-1 0 0,8 1 0 0 0,0-1-1 0 0,1-1 1 0 0,26 0-1 0 0,-8 0-20 0 0,-22-1 66 0 0,0 1 0 0 0,0 0 1 0 0,0 1-1 0 0,0 1 0 0 0,0 0 0 0 0,0 1 0 0 0,-1 1 0 0 0,0 0 0 0 0,0 1 0 0 0,-1 0 0 0 0,0 1 0 0 0,0 1 0 0 0,0 0 0 0 0,-2 0 0 0 0,1 2 0 0 0,-1-1 0 0 0,0 1 0 0 0,-1 1 0 0 0,14 20 0 0 0,19 47 303 0 0,-32-55-462 0 0,2-1 0 0 0,17 25 0 0 0,-21-43-2716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38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2220 0 0,'5'-14'20386'0'0,"-2"8"-21765"0"0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39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307 111 1700 0 0,'16'-19'7843'0'0,"-15"18"-7811"0"0,-4 16 1031 0 0,-15 47-361 0 0,-2 0 0 0 0,-3-1 1 0 0,-3-2-1 0 0,-40 68 0 0 0,49-95-607 0 0,-1-1 0 0 0,-2-1 1 0 0,-27 33-1 0 0,45-62-86 0 0,1 1 0 0 0,0-1 0 0 0,-1 1-1 0 0,1-1 1 0 0,-1 0 0 0 0,1 0 0 0 0,-1 0 0 0 0,1 0 0 0 0,-1 0 0 0 0,0 0-1 0 0,0 0 1 0 0,1 0 0 0 0,-1-1 0 0 0,0 1 0 0 0,0 0 0 0 0,0-1 0 0 0,0 0-1 0 0,-3 1 1 0 0,3-2-6 0 0,1 1-1 0 0,0-1 0 0 0,0 1 0 0 0,-1-1 1 0 0,1 1-1 0 0,0-1 0 0 0,0 0 0 0 0,0 0 1 0 0,0 0-1 0 0,0 1 0 0 0,0-1 0 0 0,0 0 1 0 0,0 0-1 0 0,0-1 0 0 0,0 1 1 0 0,0 0-1 0 0,1 0 0 0 0,-1 0 0 0 0,0 0 1 0 0,1-1-1 0 0,-1 1 0 0 0,1 0 0 0 0,-1-1 1 0 0,1 1-1 0 0,0 0 0 0 0,0-1 0 0 0,-1 1 1 0 0,1-3-1 0 0,-2-13-43 0 0,0 0 0 0 0,0 0 0 0 0,2-1 0 0 0,2-23 0 0 0,-2 33 13 0 0,1 1-1 0 0,0 0 1 0 0,1 0 0 0 0,0 0 0 0 0,0 0 0 0 0,0 0-1 0 0,1 1 1 0 0,0-1 0 0 0,1 0 0 0 0,-1 1 0 0 0,1 0-1 0 0,0 0 1 0 0,7-7 0 0 0,-10 12 26 0 0,0 0 0 0 0,1-1 1 0 0,-1 1-1 0 0,1 0 0 0 0,-1 0 0 0 0,1 0 1 0 0,0 0-1 0 0,-1 0 0 0 0,1 1 0 0 0,0-1 1 0 0,0 0-1 0 0,0 1 0 0 0,-1-1 1 0 0,1 1-1 0 0,0 0 0 0 0,0 0 0 0 0,0 0 1 0 0,0 0-1 0 0,3 0 0 0 0,-1 1 16 0 0,0 0 0 0 0,0 0 0 0 0,0 0 0 0 0,-1 0 0 0 0,1 1 0 0 0,0 0 0 0 0,-1 0 0 0 0,7 4 1 0 0,1 3 91 0 0,1 0 0 0 0,-2 1 0 0 0,20 22 0 0 0,8 15 28 0 0,-10-12-49 0 0,1-2 0 0 0,38 34 0 0 0,-56-57-58 0 0,0-1 0 0 0,1-1 0 0 0,0 0 0 0 0,0-1 0 0 0,1 0-1 0 0,0-1 1 0 0,0 0 0 0 0,1-1 0 0 0,-1 0 0 0 0,26 4 0 0 0,-32-8-16 0 0,-1 0 1 0 0,1 0-1 0 0,0-1 1 0 0,0 0-1 0 0,-1 0 0 0 0,1-1 1 0 0,0 0-1 0 0,-1 0 1 0 0,1 0-1 0 0,0-1 1 0 0,-1 0-1 0 0,0 0 1 0 0,1-1-1 0 0,-1 1 0 0 0,0-1 1 0 0,0-1-1 0 0,-1 1 1 0 0,1-1-1 0 0,-1 0 1 0 0,1-1-1 0 0,-1 1 1 0 0,-1-1-1 0 0,1 0 0 0 0,-1 0 1 0 0,1 0-1 0 0,-1-1 1 0 0,-1 0-1 0 0,4-6 1 0 0,1-4 8 0 0,-1 0 0 0 0,0-1 1 0 0,-1 0-1 0 0,-1-1 0 0 0,-1 1 1 0 0,-1-1-1 0 0,0 0 0 0 0,-1 0 1 0 0,0-25-1 0 0,-3 10 78 0 0,-1 1-1 0 0,-2 0 0 0 0,0 0 1 0 0,-18-58-1 0 0,16 70-42 0 0,-2 0 1 0 0,0 0-1 0 0,-1 1 1 0 0,-1 0-1 0 0,0 0 0 0 0,-2 1 1 0 0,0 1-1 0 0,-20-23 1 0 0,28 37-55 0 0,1-1 1 0 0,-1 0 0 0 0,1 1 0 0 0,-1 0 0 0 0,0 0-1 0 0,-1 0 1 0 0,1 1 0 0 0,0-1 0 0 0,-1 1 0 0 0,1 0-1 0 0,-1 0 1 0 0,0 0 0 0 0,0 1 0 0 0,1 0 0 0 0,-1 0-1 0 0,0 0 1 0 0,0 0 0 0 0,0 1 0 0 0,0 0 0 0 0,0 0-1 0 0,0 0 1 0 0,0 1 0 0 0,0-1 0 0 0,0 1 0 0 0,0 0-1 0 0,0 1 1 0 0,0-1 0 0 0,1 1 0 0 0,-1 0 0 0 0,0 0-1 0 0,1 1 1 0 0,0-1 0 0 0,-1 1 0 0 0,1 0 0 0 0,0 0-1 0 0,1 0 1 0 0,-1 1 0 0 0,0 0 0 0 0,-2 4 0 0 0,-2 1-368 0 0,0 1-1 0 0,1-1 1 0 0,0 2 0 0 0,1-1 0 0 0,0 1 0 0 0,1 0 0 0 0,0 0 0 0 0,1 1 0 0 0,0-1 0 0 0,1 1 0 0 0,0 0 0 0 0,1 0 0 0 0,-1 17 0 0 0,3-22 116 0 0,0 0 0 0 0,0 0 0 0 0,1 0 0 0 0,0 0 0 0 0,0-1 0 0 0,0 1 0 0 0,1 0 0 0 0,0-1 0 0 0,1 1 0 0 0,-1-1 0 0 0,1 0 0 0 0,1 1 0 0 0,-1-1 0 0 0,1-1 0 0 0,0 1 0 0 0,0-1 0 0 0,0 1 0 0 0,1-1 0 0 0,0 0 0 0 0,0-1 0 0 0,1 1 0 0 0,-1-1 0 0 0,1 0 0 0 0,0 0 0 0 0,6 2-1 0 0,12 5-2677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0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1860 0 0,'37'-36'17846'0'0,"-36"38"-17732"0"0,0-1 0 0 0,0 1 0 0 0,-1-1-1 0 0,1 1 1 0 0,0 0 0 0 0,-1-1-1 0 0,1 1 1 0 0,-1 0 0 0 0,1 0 0 0 0,-1-1-1 0 0,0 1 1 0 0,0 0 0 0 0,0 0-1 0 0,0 3 1 0 0,-3 30 299 0 0,2-26-289 0 0,-2 18 86 0 0,1 43 0 0 0,3-58-174 0 0,0 1 1 0 0,0-1-1 0 0,1 1 0 0 0,1-1 0 0 0,7 20 0 0 0,-10-30-171 0 0,1-1 0 0 0,-1 1-1 0 0,1-1 1 0 0,0 1 0 0 0,0-1-1 0 0,-1 0 1 0 0,1 1 0 0 0,0-1 0 0 0,0 0-1 0 0,0 0 1 0 0,0 0 0 0 0,1 1-1 0 0,-1-1 1 0 0,0 0 0 0 0,0-1 0 0 0,1 1-1 0 0,-1 0 1 0 0,0 0 0 0 0,1 0-1 0 0,-1-1 1 0 0,1 1 0 0 0,-1-1 0 0 0,1 1-1 0 0,-1-1 1 0 0,1 0 0 0 0,-1 0-1 0 0,1 1 1 0 0,0-1 0 0 0,-1 0 0 0 0,1 0-1 0 0,-1 0 1 0 0,1-1 0 0 0,-1 1 0 0 0,1 0-1 0 0,0-1 1 0 0,-1 1 0 0 0,2-1-1 0 0,3-2-885 0 0,0 1 0 0 0,0-1 1 0 0,-1 0-1 0 0,1-1 0 0 0,-1 1 0 0 0,0-1 0 0 0,0 0 0 0 0,5-6 0 0 0,6-7-4832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0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39 1464 0 0,'-16'-18'5460'0'0,"-10"-1"-2160"0"0,25 18-2830 0 0,-17 4-68 0 0,16 0-507 0 0,0 1 1 0 0,0-1 0 0 0,1 1-1 0 0,-1 0 1 0 0,1 0 0 0 0,0 0-1 0 0,0 0 1 0 0,0 0 0 0 0,0 0-1 0 0,0 5 1 0 0,0 26-4500 0 0,1-20 1664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0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90 2300 0 0,'4'-5'1409'0'0,"0"-1"-1"0"0,0 1 1 0 0,0-1 0 0 0,0 0-1 0 0,-1 0 1 0 0,0 0-1 0 0,0 0 1 0 0,-1-1 0 0 0,3-11-1 0 0,-5 18-1359 0 0,1-1 0 0 0,-1 1 0 0 0,0-1 0 0 0,0 1 1 0 0,0-1-1 0 0,0 1 0 0 0,1-1 0 0 0,-1 0 0 0 0,0 1 0 0 0,0-1 0 0 0,0 1 0 0 0,0-1 0 0 0,0 1 0 0 0,-1-1 0 0 0,1 0 0 0 0,0 1 1 0 0,0-1-1 0 0,0 1 0 0 0,0-1 0 0 0,-1 1 0 0 0,1-1 0 0 0,0 1 0 0 0,0-1 0 0 0,-1 1 0 0 0,1-1 0 0 0,0 1 0 0 0,-1-1 0 0 0,1 1 1 0 0,-1-1-1 0 0,0 0-7 0 0,0 1 0 0 0,0 0 0 0 0,-1-1 0 0 0,1 1 0 0 0,0 0 0 0 0,0 0 1 0 0,0-1-1 0 0,0 1 0 0 0,-1 0 0 0 0,1 0 0 0 0,0 0 0 0 0,0 1 0 0 0,-2-1 1 0 0,-27 9 97 0 0,23-6-150 0 0,1 0 1 0 0,0 1-1 0 0,0 0 0 0 0,0 0 1 0 0,1 0-1 0 0,-1 1 0 0 0,1-1 1 0 0,0 1-1 0 0,0 1 0 0 0,1-1 1 0 0,-1 1-1 0 0,-4 8 0 0 0,7-12 4 0 0,1 1-1 0 0,-1 0 1 0 0,1 0 0 0 0,-1 1-1 0 0,1-1 1 0 0,0 0-1 0 0,0 0 1 0 0,1 1-1 0 0,-1-1 1 0 0,1 1-1 0 0,-1-1 1 0 0,1 0-1 0 0,0 1 1 0 0,0-1-1 0 0,1 1 1 0 0,-1-1-1 0 0,1 0 1 0 0,-1 1-1 0 0,1-1 1 0 0,0 0-1 0 0,0 0 1 0 0,1 1-1 0 0,-1-1 1 0 0,1 0-1 0 0,0 0 1 0 0,-1 0-1 0 0,4 2 1 0 0,6 7 6 0 0,0-1 1 0 0,1 0-1 0 0,1-1 1 0 0,19 13-1 0 0,-16-13 25 0 0,0 2 0 0 0,15 15 0 0 0,-30-27-3 0 0,0 1 0 0 0,0 0 0 0 0,0 0 0 0 0,-1 0 0 0 0,1 0 0 0 0,-1 0 0 0 0,1 0 0 0 0,0 0 0 0 0,-1 0 0 0 0,1 0 0 0 0,-1 1 0 0 0,0-1 0 0 0,1 0 0 0 0,-1 0 0 0 0,0 0-1 0 0,0 0 1 0 0,0 1 0 0 0,0-1 0 0 0,0 0 0 0 0,0 0 0 0 0,0 0 0 0 0,0 1 0 0 0,-1-1 0 0 0,1 0 0 0 0,0 0 0 0 0,-1 0 0 0 0,1 0 0 0 0,0 0 0 0 0,-1 0 0 0 0,0 0 0 0 0,1 0 0 0 0,-1 0 0 0 0,0 0 0 0 0,1 0 0 0 0,-3 2 0 0 0,0 0 35 0 0,0 0 0 0 0,0 0-1 0 0,0 0 1 0 0,0-1 0 0 0,-1 0 0 0 0,1 1 0 0 0,-1-1 0 0 0,-6 3 0 0 0,-15 3 43 0 0,0-1 1 0 0,-39 7-1 0 0,26-7-221 0 0,10-5-3781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1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78 2172 0 0,'9'-7'2442'0'0,"-1"-1"1"0"0,1 0-1 0 0,-2 0 0 0 0,1-1 1 0 0,11-15 2237 0 0,-23 25-4555 0 0,-2 2-79 0 0,-1 0-1 0 0,0 1 1 0 0,1 0-1 0 0,0 1 1 0 0,0-1-1 0 0,0 1 1 0 0,1 0-1 0 0,0 1 1 0 0,0-1-1 0 0,-5 7 1 0 0,-9 13-88 0 0,-16 29 0 0 0,29-45 65 0 0,1 0 1 0 0,1 0-1 0 0,0 1 1 0 0,0-1-1 0 0,0 1 0 0 0,1 0 1 0 0,1 0-1 0 0,0 0 1 0 0,-1 18-1 0 0,2-25-73 0 0,1 0 1 0 0,1 1-1 0 0,-1-1 0 0 0,0 0 0 0 0,1 1 0 0 0,0-1 0 0 0,0 0 1 0 0,0 0-1 0 0,0 0 0 0 0,0 0 0 0 0,0 1 0 0 0,1-2 1 0 0,0 1-1 0 0,0 0 0 0 0,-1 0 0 0 0,2 0 0 0 0,-1-1 0 0 0,0 1 1 0 0,0-1-1 0 0,1 0 0 0 0,-1 0 0 0 0,1 0 0 0 0,0 0 1 0 0,0 0-1 0 0,0 0 0 0 0,0-1 0 0 0,0 1 0 0 0,0-1 0 0 0,0 0 1 0 0,0 0-1 0 0,0 0 0 0 0,1 0 0 0 0,3 0 0 0 0,7 1-613 0 0,1-1 0 0 0,-1 0-1 0 0,0-1 1 0 0,1 0-1 0 0,-1-1 1 0 0,0-1 0 0 0,0 0-1 0 0,0-1 1 0 0,0 0 0 0 0,0-1-1 0 0,0-1 1 0 0,-1 0 0 0 0,16-9-1 0 0,-12 5 273 0 0,0-1-1 0 0,0-1 1 0 0,-1-1-1 0 0,-1 0 1 0 0,0-1-1 0 0,0 0 1 0 0,-2-1-1 0 0,0-1 1 0 0,13-18-1 0 0,-16 16 1765 0 0,0-1 0 0 0,-1-1 0 0 0,-1 1 0 0 0,0-2 0 0 0,8-36 0 0 0,-11 37 1522 0 0,-13 33-1897 0 0,-1 25-36 0 0,2-9-632 0 0,-4 38 1 0 0,10-59-292 0 0,1 0 0 0 0,0 1 0 0 0,0-1 0 0 0,1 1 0 0 0,0-1 1 0 0,1 0-1 0 0,0 1 0 0 0,4 12 0 0 0,-5-20-35 0 0,0 1 1 0 0,0-1 0 0 0,1 0-1 0 0,-1 0 1 0 0,0 0 0 0 0,1 1 0 0 0,-1-1-1 0 0,1-1 1 0 0,-1 1 0 0 0,1 0-1 0 0,0 0 1 0 0,0-1 0 0 0,0 1-1 0 0,0-1 1 0 0,0 1 0 0 0,0-1-1 0 0,1 0 1 0 0,2 2 0 0 0,-1-2-92 0 0,0 0 0 0 0,0 0 0 0 0,1-1 0 0 0,-1 1 0 0 0,0-1 0 0 0,0 0 1 0 0,0 0-1 0 0,0 0 0 0 0,0-1 0 0 0,6-1 0 0 0,1-1-215 0 0,0 0 1 0 0,0-1-1 0 0,0 0 0 0 0,-1-1 1 0 0,1 0-1 0 0,-1-1 0 0 0,11-8 0 0 0,-5 1 88 0 0,-1-1-1 0 0,0 0 0 0 0,-1-1 0 0 0,-1 0 0 0 0,15-23 1 0 0,-3 0 2484 0 0,24-51 1 0 0,-48 87-2093 0 0,2 1 71 0 0,2 0 237 0 0,-4 12-220 0 0,-25 115 824 0 0,5-31-6066 0 0,19-93 4386 0 0,0-1 1 0 0,0 1-1 0 0,0-1 1 0 0,0 1-1 0 0,0 0 0 0 0,0-1 1 0 0,0 1-1 0 0,0-1 1 0 0,1 1-1 0 0,-1-1 1 0 0,1 1-1 0 0,-1-1 0 0 0,1 1 1 0 0,1 2-1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1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68 120 0 0,'4'-6'2020'0'0,"1"-1"1"0"0,-2 1-1 0 0,1-1 0 0 0,-1 1 0 0 0,0-1 1 0 0,4-12 654 0 0,-7 18-2622 0 0,-1 1 0 0 0,1-1 0 0 0,0 1 0 0 0,-1-1 1 0 0,1 1-1 0 0,0-1 0 0 0,-1 1 0 0 0,1-1 0 0 0,-1 1 1 0 0,1-1-1 0 0,0 1 0 0 0,-1 0 0 0 0,1-1 0 0 0,-1 1 1 0 0,1 0-1 0 0,-1-1 0 0 0,0 1 0 0 0,1 0 0 0 0,-1 0 1 0 0,1 0-1 0 0,-1-1 0 0 0,1 1 0 0 0,-1 0 0 0 0,0 0 0 0 0,1 0 1 0 0,-1 0-1 0 0,0 0 0 0 0,0 0 0 0 0,-1 0 0 0 0,1 1 1 0 0,-1-1-1 0 0,0 1 0 0 0,1 0 0 0 0,-1-1 0 0 0,1 1 0 0 0,-1 0 0 0 0,1 0 0 0 0,-1 0 1 0 0,-1 1-1 0 0,0 1-33 0 0,0 0 0 0 0,0 0 0 0 0,0 0 0 0 0,1 0 0 0 0,-1 0 0 0 0,1 0 0 0 0,0 1 0 0 0,0-1 0 0 0,-3 7 0 0 0,3-5-4 0 0,1 1 1 0 0,0-1 0 0 0,1 0 0 0 0,-1 1 0 0 0,1-1 0 0 0,0 1 0 0 0,0-1 0 0 0,1 1 0 0 0,0-1 0 0 0,0 1-1 0 0,0-1 1 0 0,0 0 0 0 0,1 0 0 0 0,0 1 0 0 0,0-1 0 0 0,5 7 0 0 0,3 5 72 0 0,2 0-1 0 0,0 0 1 0 0,17 17 0 0 0,6 8 22 0 0,-34-41-24 0 0,0 0 0 0 0,0 1 0 0 0,0-1 0 0 0,0 1 0 0 0,0-1 0 0 0,0 1 0 0 0,-1-1 0 0 0,1 1 0 0 0,-1-1 0 0 0,1 1-1 0 0,-1 0 1 0 0,1-1 0 0 0,-1 1 0 0 0,0 0 0 0 0,0-1 0 0 0,0 1 0 0 0,0 0 0 0 0,0-1 0 0 0,0 1 0 0 0,0 0 0 0 0,-1-1 0 0 0,1 1 0 0 0,-1 1 0 0 0,0 0-9 0 0,-1-1-1 0 0,0 1 1 0 0,1-1 0 0 0,-1 1-1 0 0,0-1 1 0 0,0 0 0 0 0,0 0 0 0 0,0 0-1 0 0,0 0 1 0 0,-1-1 0 0 0,1 1-1 0 0,-4 1 1 0 0,-4 3 15 0 0,-1-1 0 0 0,0 0-1 0 0,0-1 1 0 0,-1-1 0 0 0,-14 4 0 0 0,-11-1-41 0 0,-56 4 0 0 0,40-12-2860 0 0,53 2 2729 0 0,-1 0 1 0 0,1 0-1 0 0,0 0 0 0 0,-1 0 1 0 0,1 0-1 0 0,0 0 0 0 0,-1 0 1 0 0,1 0-1 0 0,0 0 0 0 0,-1 0 0 0 0,1 0 1 0 0,0 0-1 0 0,-1 0 0 0 0,1 0 1 0 0,0-1-1 0 0,-1 1 0 0 0,1 0 1 0 0,0 0-1 0 0,0 0 0 0 0,-1-1 0 0 0,1 1 1 0 0,0 0-1 0 0,0 0 0 0 0,0-1 1 0 0,-1 1-1 0 0,1 0 0 0 0,0 0 1 0 0,0-1-1 0 0,0 1 0 0 0,0 0 0 0 0,-1-1 1 0 0,1 1-1 0 0,0 0 0 0 0,0-1 1 0 0,0 1-1 0 0,0 0 0 0 0,0-1 1 0 0,0 1-1 0 0,0 0 0 0 0,0-1 0 0 0,0 1 1 0 0,0 0-1 0 0,0-1 0 0 0,0 1 1 0 0,0 0-1 0 0,0-1 0 0 0,0 1 1 0 0,0 0-1 0 0,1 0 0 0 0,-1-1 1 0 0,0 1-1 0 0,0 0 0 0 0,0-1 0 0 0,0 1 1 0 0,1 0-1 0 0,-1 0 0 0 0,0-1 1 0 0,13-14-3013 0 0,10-2-1734 0 0,-8 6 762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2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76 552 0 0,'13'-5'2001'0'0,"0"-2"0"0"0,-1 0 0 0 0,1-1 0 0 0,-2 0 0 0 0,1-1 0 0 0,9-10 0 0 0,-20 19-1961 0 0,-1 0 0 0 0,0 0 0 0 0,1 0 0 0 0,-1 0 0 0 0,0 0 0 0 0,0-1 0 0 0,1 1 0 0 0,-1 0 0 0 0,0 0-1 0 0,0 0 1 0 0,0-1 0 0 0,1 1 0 0 0,-1 0 0 0 0,0 0 0 0 0,0-1 0 0 0,0 1 0 0 0,0 0 0 0 0,0 0 0 0 0,0-1 0 0 0,1 1 0 0 0,-1 0-1 0 0,0-1 1 0 0,0 1 0 0 0,0 0 0 0 0,0 0 0 0 0,0-1 0 0 0,0 1 0 0 0,0 0 0 0 0,0-1 0 0 0,0 1 0 0 0,0 0 0 0 0,0-1-1 0 0,0 1 1 0 0,0 0 0 0 0,-1 0 0 0 0,1-1 0 0 0,0 1 0 0 0,0 0 0 0 0,0 0 0 0 0,0-1 0 0 0,0 1 0 0 0,-1 0 0 0 0,1 0-1 0 0,0-1 1 0 0,0 1 0 0 0,0 0 0 0 0,-1 0 0 0 0,1 0 0 0 0,0-1 0 0 0,0 1 0 0 0,-1 0 0 0 0,1 0 0 0 0,0 0 0 0 0,0 0 0 0 0,-1 0-1 0 0,1 0 1 0 0,0-1 0 0 0,-1 1 0 0 0,1 0 0 0 0,0 0 0 0 0,0 0 0 0 0,-1 0 0 0 0,1 0 0 0 0,0 0 0 0 0,-1 0 0 0 0,1 0-1 0 0,0 0 1 0 0,-1 0 0 0 0,1 1 0 0 0,-15-1 255 0 0,10 0-233 0 0,1 1 0 0 0,0 0 1 0 0,-1 0-1 0 0,1 1 0 0 0,0 0 1 0 0,0-1-1 0 0,0 1 0 0 0,0 1 1 0 0,0-1-1 0 0,0 0 0 0 0,0 1 1 0 0,-6 6-1 0 0,5-4-13 0 0,0 0-1 0 0,0 1 1 0 0,1-1 0 0 0,-1 1-1 0 0,1 0 1 0 0,-5 12-1 0 0,7-14 3 0 0,1 0 0 0 0,0 0 0 0 0,0-1 0 0 0,0 1 0 0 0,1 0 0 0 0,-1 0 0 0 0,1 0 0 0 0,0 0-1 0 0,0 0 1 0 0,0 0 0 0 0,1 0 0 0 0,-1 0 0 0 0,1 0 0 0 0,0 0 0 0 0,0 0 0 0 0,1 0 0 0 0,-1 0 0 0 0,1-1 0 0 0,3 6-1 0 0,4 7 66 0 0,1-1-1 0 0,1 0 1 0 0,13 14-1 0 0,2 3 96 0 0,-23-28-60 0 0,0 0 0 0 0,0 0 0 0 0,0 0 0 0 0,-1 0 0 0 0,0 1 0 0 0,0-1 1 0 0,0 0-1 0 0,0 1 0 0 0,-1 0 0 0 0,2 5 0 0 0,-3-8-114 0 0,0 0 0 0 0,-1 0 0 0 0,1 0 1 0 0,0 1-1 0 0,-1-1 0 0 0,0 0 0 0 0,1 0 1 0 0,-1 0-1 0 0,0 0 0 0 0,0 0 0 0 0,0 0 1 0 0,0-1-1 0 0,0 1 0 0 0,-1 0 0 0 0,1 0 0 0 0,0-1 1 0 0,-1 1-1 0 0,1-1 0 0 0,-1 1 0 0 0,0-1 1 0 0,-3 3-1 0 0,-2 0 13 0 0,0 0 1 0 0,0 0-1 0 0,0 0 1 0 0,-9 3-1 0 0,-4 0-301 0 0,0-2 0 0 0,0 0 0 0 0,-29 3 0 0 0,-23-4-5840 0 0,70-4 5374 0 0,-16-2-2569 0 0,-8-7-6434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4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1 783 432 0 0,'0'0'6685'0'0,"4"10"-5255"0"0,-3 50 899 0 0,-1-58-2243 0 0,0 1 0 0 0,1-1 0 0 0,-1 1 0 0 0,1-1 0 0 0,0 0-1 0 0,0 1 1 0 0,-1-1 0 0 0,2 0 0 0 0,-1 0 0 0 0,0 0 0 0 0,0 0 0 0 0,1 0 0 0 0,-1 0-1 0 0,1 0 1 0 0,-1 0 0 0 0,1 0 0 0 0,2 1 0 0 0,-3-2 57 0 0,3-1-28 0 0,4-1-79 0 0,0 0-1 0 0,0-1 0 0 0,0 0 0 0 0,0 0 1 0 0,0-1-1 0 0,0 0 0 0 0,0 0 0 0 0,-1-1 1 0 0,0 0-1 0 0,0 0 0 0 0,0-1 0 0 0,0 0 1 0 0,10-9-1 0 0,1-3-69 0 0,0 0 1 0 0,-2-1-1 0 0,23-32 0 0 0,-16 15-47 0 0,-2-2 0 0 0,0 0-1 0 0,-3-1 1 0 0,18-55 0 0 0,-18 38-115 0 0,-3 0 0 0 0,13-97-1 0 0,-25 131 217 0 0,-1-1 0 0 0,-1 0-1 0 0,-1 1 1 0 0,-4-37-1 0 0,4 57-18 0 0,0 0 0 0 0,0 0-1 0 0,0 0 1 0 0,-1 0 0 0 0,1 0-1 0 0,0 0 1 0 0,0 0-1 0 0,-1 0 1 0 0,1 0 0 0 0,0 0-1 0 0,-1 0 1 0 0,1 0 0 0 0,-1 1-1 0 0,1-1 1 0 0,-1 0-1 0 0,0 0 1 0 0,1 0 0 0 0,-1 1-1 0 0,0-1 1 0 0,1 0-1 0 0,-1 1 1 0 0,0-1 0 0 0,0 1-1 0 0,0-1 1 0 0,1 1 0 0 0,-1-1-1 0 0,-1 1 1 0 0,0 0 7 0 0,1 0 0 0 0,-1 0 0 0 0,1 0 0 0 0,0 0 0 0 0,-1 1 0 0 0,1-1 0 0 0,-1 1 0 0 0,1-1 0 0 0,0 1 0 0 0,-1 0 0 0 0,1-1 0 0 0,0 1 1 0 0,0 0-1 0 0,0 0 0 0 0,-2 2 0 0 0,-5 4 40 0 0,1 0 0 0 0,0 0 1 0 0,-11 17-1 0 0,-7 17 202 0 0,2 1 0 0 0,2 0 1 0 0,2 2-1 0 0,2 0 0 0 0,1 1 1 0 0,-16 87-1 0 0,29-117-182 0 0,0 1 1 0 0,2-1-1 0 0,0 1 1 0 0,1 0-1 0 0,0 0 1 0 0,2-1-1 0 0,-1 1 1 0 0,2-1-1 0 0,6 21 1 0 0,-7-29-68 0 0,0 0 0 0 0,1-1 1 0 0,0 1-1 0 0,0-1 0 0 0,1 0 1 0 0,0 0-1 0 0,0 0 0 0 0,0 0 1 0 0,1-1-1 0 0,-1 0 0 0 0,1 1 1 0 0,1-2-1 0 0,-1 1 0 0 0,1-1 1 0 0,0 0-1 0 0,0 0 0 0 0,0 0 1 0 0,0-1-1 0 0,1 0 0 0 0,-1 0 1 0 0,1-1-1 0 0,10 3 0 0 0,-2-2-181 0 0,0 0 1 0 0,1-2-1 0 0,-1 0 0 0 0,0 0 0 0 0,1-2 0 0 0,-1 1 0 0 0,0-2 0 0 0,1 0 0 0 0,-1-1 1 0 0,0-1-1 0 0,0 0 0 0 0,-1-1 0 0 0,0-1 0 0 0,1 0 0 0 0,-2-1 0 0 0,1 0 0 0 0,16-13 0 0 0,-8 4 51 0 0,-2 0-1 0 0,0-2 0 0 0,-1 0 1 0 0,-1-1-1 0 0,-1-1 1 0 0,0-1-1 0 0,-2 0 0 0 0,0-1 1 0 0,15-32-1 0 0,2-16 396 0 0,-3-1 1 0 0,-4-1 0 0 0,28-124-1 0 0,-52 192-181 0 0,4-19 1083 0 0,0 0 1 0 0,2-39-1 0 0,-7 60-993 0 0,-1 3-141 0 0,0-1 0 0 0,0 1-1 0 0,-1-1 1 0 0,1 1 0 0 0,0 0-1 0 0,1-1 1 0 0,-1 1 0 0 0,0 0 0 0 0,0 0-1 0 0,0 0 1 0 0,0-1 0 0 0,0 1 0 0 0,1 0-1 0 0,-1 0 1 0 0,1 0 0 0 0,-1 0 0 0 0,0 2-1 0 0,-11 20 370 0 0,11-20-346 0 0,-35 85 1039 0 0,4 2-1 0 0,-32 149 1 0 0,56-209-1010 0 0,2 1-1 0 0,1 0 1 0 0,1 0 0 0 0,2 1-1 0 0,1-1 1 0 0,4 39 0 0 0,-3-69-81 0 0,0 0 1 0 0,0 1-1 0 0,1-1 1 0 0,-1 0-1 0 0,0 0 1 0 0,0 0-1 0 0,1 0 1 0 0,-1 0-1 0 0,1 1 1 0 0,-1-1-1 0 0,1 0 1 0 0,-1 0-1 0 0,1 0 0 0 0,0 0 1 0 0,-1 0-1 0 0,1-1 1 0 0,0 1-1 0 0,0 0 1 0 0,0 0-1 0 0,-1 0 1 0 0,3 1-1 0 0,-2-2-5 0 0,1 0 0 0 0,-1 0 1 0 0,0 1-1 0 0,0-1 0 0 0,0 0 0 0 0,1 0 0 0 0,-1 0 0 0 0,0 0 0 0 0,0-1 0 0 0,0 1 1 0 0,1 0-1 0 0,-1 0 0 0 0,0-1 0 0 0,0 1 0 0 0,0-1 0 0 0,0 1 0 0 0,2-2 0 0 0,3-1-40 0 0,0-2-1 0 0,0 1 0 0 0,0 0 0 0 0,-1-1 0 0 0,10-11 0 0 0,56-75-121 0 0,-48 58 84 0 0,2 1 0 0 0,1 2 1 0 0,42-38-1 0 0,-66 66 86 0 0,0 0 0 0 0,-1 1 0 0 0,1-1 0 0 0,0 1 0 0 0,0-1 0 0 0,0 1 0 0 0,0 0 0 0 0,0 0 0 0 0,1 0 1 0 0,-1 0-1 0 0,0 0 0 0 0,0 1 0 0 0,1-1 0 0 0,-1 1 0 0 0,0-1 0 0 0,1 1 0 0 0,-1 0 0 0 0,1 0 0 0 0,-1 0 0 0 0,0 0 0 0 0,1 0 0 0 0,-1 0 1 0 0,1 1-1 0 0,-1 0 0 0 0,0-1 0 0 0,0 1 0 0 0,1 0 0 0 0,-1 0 0 0 0,0 0 0 0 0,0 0 0 0 0,0 0 0 0 0,0 1 0 0 0,0-1 0 0 0,2 2 0 0 0,1 2 42 0 0,0 1-1 0 0,0 0 0 0 0,0 0 0 0 0,-1 0 0 0 0,0 1 0 0 0,0-1 0 0 0,-1 1 1 0 0,1 0-1 0 0,2 10 0 0 0,-2 0 58 0 0,0 0 0 0 0,-1 1 1 0 0,-1-1-1 0 0,0 0 0 0 0,-1 1 0 0 0,-2 18 1 0 0,2 37 98 0 0,-1-66-168 0 0,4 17 57 0 0,-3-23-91 0 0,-1-1 0 0 0,1 1 0 0 0,-1 0 0 0 0,0-1 0 0 0,1 1 0 0 0,0 0 0 0 0,-1-1 0 0 0,1 1 0 0 0,-1 0 0 0 0,1-1 0 0 0,0 1 0 0 0,-1-1 0 0 0,1 1 0 0 0,0-1 0 0 0,-1 0 0 0 0,1 1 0 0 0,0-1 0 0 0,0 0 0 0 0,0 1 0 0 0,-1-1 0 0 0,1 0 0 0 0,0 0 0 0 0,0 0 0 0 0,0 0 0 0 0,-1 0 0 0 0,3 0 0 0 0,6-1 13 0 0,0 0 1 0 0,-1-1-1 0 0,1 0 1 0 0,0 0-1 0 0,-1-1 0 0 0,1 0 1 0 0,-1-1-1 0 0,0 1 1 0 0,0-2-1 0 0,0 1 0 0 0,-1-1 1 0 0,10-8-1 0 0,9-9 76 0 0,-1 0-1 0 0,23-27 0 0 0,18-28 144 0 0,-59 67-205 0 0,1-1 0 0 0,-1-1 0 0 0,-1 1 0 0 0,0-1 0 0 0,8-21 0 0 0,-14 32-30 0 0,0 1 0 0 0,1-1 0 0 0,-1 1 0 0 0,0-1 1 0 0,0 1-1 0 0,0-1 0 0 0,1 1 0 0 0,-1-1 0 0 0,0 0 0 0 0,0 1 0 0 0,0-1 0 0 0,0 1 0 0 0,0-1 0 0 0,0 0 0 0 0,0 1 0 0 0,0-1 0 0 0,0 1 0 0 0,0-1 0 0 0,0 1 0 0 0,-1-1 0 0 0,1 0 0 0 0,0 1 0 0 0,0-1 0 0 0,0 1 0 0 0,-1-1 0 0 0,1 1 0 0 0,0-1 0 0 0,-1 1 0 0 0,1-1 0 0 0,-1 1-5 0 0,0 0 0 0 0,0 0 0 0 0,0 0-1 0 0,0 0 1 0 0,0 0 0 0 0,0 0 0 0 0,0 0 0 0 0,1 0 0 0 0,-1 0-1 0 0,0 1 1 0 0,0-1 0 0 0,0 0 0 0 0,1 1 0 0 0,-1-1-1 0 0,0 1 1 0 0,-1 0 0 0 0,-31 25-247 0 0,19-11 318 0 0,1 1 0 0 0,1 1 0 0 0,1-1 0 0 0,0 2 1 0 0,-9 19-1 0 0,16-27-22 0 0,-1-1 1 0 0,2 1 0 0 0,-1 0-1 0 0,1 0 1 0 0,1 0 0 0 0,0 1-1 0 0,0-1 1 0 0,1 0 0 0 0,1 1-1 0 0,-1 0 1 0 0,3 17 0 0 0,-1-25-100 0 0,-1 0 1 0 0,1 1 0 0 0,1-1-1 0 0,-1 0 1 0 0,0 1-1 0 0,1-1 1 0 0,-1 0 0 0 0,1 0-1 0 0,0 0 1 0 0,0 0-1 0 0,0-1 1 0 0,0 1 0 0 0,1-1-1 0 0,-1 1 1 0 0,1-1-1 0 0,0 0 1 0 0,-1 1 0 0 0,1-2-1 0 0,0 1 1 0 0,0 0-1 0 0,0 0 1 0 0,1-1 0 0 0,-1 0-1 0 0,0 0 1 0 0,1 0-1 0 0,-1 0 1 0 0,0 0 0 0 0,1 0-1 0 0,-1-1 1 0 0,5 0-1 0 0,1 1-806 0 0,-1-1 0 0 0,1 0 0 0 0,-1-1 0 0 0,17-3 0 0 0,-15 2-1109 0 0,0 0-1 0 0,-1-2 1 0 0,16-6 0 0 0,-3-2-4955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4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22 172 0 0,'-249'51'17658'0'0,"247"-51"-17167"0"0,18-2 419 0 0,227-33-2454 0 0,-53 8-7399 0 0,-129 19 2603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1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52 565 1276 0 0,'-13'2'5982'0'0,"11"-1"-5844"0"0,0 0 0 0 0,0-1 0 0 0,0 1 1 0 0,0 0-1 0 0,0 0 0 0 0,0 0 0 0 0,0 0 0 0 0,1 0 0 0 0,-1 0 0 0 0,0 0 1 0 0,1 1-1 0 0,-1-1 0 0 0,1 1 0 0 0,-1-1 0 0 0,1 1 0 0 0,0 0 0 0 0,0-1 1 0 0,0 1-1 0 0,0 0 0 0 0,0 0 0 0 0,0 0 0 0 0,0 0 0 0 0,0 0 1 0 0,1 0-1 0 0,-1 0 0 0 0,1 0 0 0 0,-1 0 0 0 0,1 0 0 0 0,0 0 0 0 0,0 0 1 0 0,0 0-1 0 0,0 0 0 0 0,1 4 0 0 0,-1-3-64 0 0,1 0 0 0 0,-1 0 0 0 0,1 0 0 0 0,0 0 0 0 0,0 0 0 0 0,0 0-1 0 0,1 0 1 0 0,-1 0 0 0 0,1 0 0 0 0,-1 0 0 0 0,1-1 0 0 0,0 1 0 0 0,0-1 0 0 0,0 1 0 0 0,1-1 0 0 0,-1 0 0 0 0,0 1 0 0 0,1-1 0 0 0,0-1-1 0 0,-1 1 1 0 0,1 0 0 0 0,4 1 0 0 0,3 0 15 0 0,0 0-1 0 0,-1-2 1 0 0,1 1-1 0 0,0-1 0 0 0,0 0 1 0 0,-1-1-1 0 0,1 0 1 0 0,0-1-1 0 0,0 0 1 0 0,0 0-1 0 0,-1-1 1 0 0,17-6-1 0 0,-6 1-37 0 0,1 0 1 0 0,-1-2-1 0 0,-1-1 0 0 0,32-19 0 0 0,-30 13-1 0 0,-1 0-1 0 0,-1-2 0 0 0,0 0 0 0 0,-1 0 0 0 0,-1-2 1 0 0,-1 0-1 0 0,-1-1 0 0 0,21-37 0 0 0,-9 5 25 0 0,-1-1-1 0 0,29-94 1 0 0,-43 104-54 0 0,10-60 0 0 0,-22 103-22 0 0,0 1 0 0 0,0-1 0 0 0,1 1 0 0 0,-1 0 0 0 0,0-1 0 0 0,0 1 0 0 0,0 0-1 0 0,0-1 1 0 0,0 1 0 0 0,0-1 0 0 0,0 1 0 0 0,0 0 0 0 0,0-1 0 0 0,0 1 0 0 0,0-1 0 0 0,0 1 0 0 0,0 0 0 0 0,-1-1 0 0 0,1 1 0 0 0,0 0 0 0 0,0-1 0 0 0,0 1 0 0 0,0 0 0 0 0,-1-1 0 0 0,1 1 0 0 0,0 0 0 0 0,0-1 0 0 0,-1 1 0 0 0,1 0 0 0 0,0 0 0 0 0,-1-1 0 0 0,-10 4-47 0 0,-10 14-11 0 0,9-4 44 0 0,1 1 0 0 0,1 1 0 0 0,0-1 0 0 0,-8 20 0 0 0,-28 67-125 0 0,35-77 84 0 0,-4 12-27 0 0,2 0 1 0 0,-14 59-1 0 0,24-81 95 0 0,0-1 0 0 0,2 1 0 0 0,-1-1 0 0 0,2 1 0 0 0,0-1 0 0 0,0 1 0 0 0,1 0 0 0 0,1-1 0 0 0,0 1 0 0 0,8 23 0 0 0,-9-34 0 0 0,1 1 0 0 0,0-1 0 0 0,0 1 0 0 0,0-1 1 0 0,0 0-1 0 0,0 0 0 0 0,0 0 0 0 0,1 0 0 0 0,0 0 1 0 0,-1-1-1 0 0,1 1 0 0 0,0-1 0 0 0,0 0 0 0 0,5 3 0 0 0,-2-2-56 0 0,0 0 0 0 0,0-1-1 0 0,0 0 1 0 0,0 0 0 0 0,0-1 0 0 0,1 1-1 0 0,-1-1 1 0 0,7 0 0 0 0,1-1-211 0 0,-1 0-1 0 0,1-1 1 0 0,-1-1 0 0 0,0 0 0 0 0,0 0 0 0 0,0-2 0 0 0,22-7 0 0 0,-15 2-55 0 0,-2-1 1 0 0,0-1-1 0 0,0-1 0 0 0,-1 0 1 0 0,0-1-1 0 0,-1-1 1 0 0,-1 0-1 0 0,0-1 0 0 0,-1-1 1 0 0,0-1-1 0 0,12-19 0 0 0,-2-2 258 0 0,-1-1 0 0 0,-3-1 0 0 0,-1 0 0 0 0,17-54 0 0 0,6-55 3351 0 0,-37 132-2842 0 0,-4 0-72 0 0,-9 26-193 0 0,-11 27-63 0 0,-17 49 252 0 0,-39 143 1 0 0,70-210-336 0 0,-69 266 1510 0 0,74-282-1140 0 0,10-7-145 0 0,-3-2-223 0 0,0 0 1 0 0,0-1-1 0 0,-1 0 0 0 0,0 0 1 0 0,5-9-1 0 0,11-15-25 0 0,3 0 130 0 0,52-48 0 0 0,-67 70-178 0 0,1 1 0 0 0,1 0 0 0 0,0 0 0 0 0,0 1-1 0 0,0 1 1 0 0,1 0 0 0 0,0 1 0 0 0,18-6 0 0 0,-29 11 20 0 0,1 0 0 0 0,-1 1 0 0 0,1-1 0 0 0,-1 1 0 0 0,1-1 1 0 0,0 1-1 0 0,-1 0 0 0 0,1 0 0 0 0,0 0 0 0 0,-1 1 0 0 0,1-1 0 0 0,-1 1 0 0 0,1-1 1 0 0,-1 1-1 0 0,1 0 0 0 0,-1 0 0 0 0,1 0 0 0 0,-1 0 0 0 0,4 2 0 0 0,-3 0-7 0 0,0-1 0 0 0,-1 1 0 0 0,1 0 0 0 0,-1 0 0 0 0,1 0 0 0 0,-1 0 0 0 0,0 0 0 0 0,0 1-1 0 0,0-1 1 0 0,-1 0 0 0 0,1 1 0 0 0,0 3 0 0 0,2 7-2 0 0,-1 0 0 0 0,-1-1 1 0 0,0 1-1 0 0,-1 0 0 0 0,-1 27 0 0 0,-11 80 79 0 0,11-120-55 0 0,-1 1 0 0 0,1-1 1 0 0,0 0-1 0 0,0 1 0 0 0,0-1 0 0 0,0 0 0 0 0,0 1 0 0 0,0-1 0 0 0,0 0 1 0 0,0 1-1 0 0,0-1 0 0 0,1 0 0 0 0,-1 0 0 0 0,1 1 0 0 0,-1-1 0 0 0,1 0 1 0 0,-1 0-1 0 0,1 0 0 0 0,0 0 0 0 0,-1 1 0 0 0,1-1 0 0 0,0 0 0 0 0,1 1 1 0 0,0-1-1 0 0,0 0 0 0 0,0 0 1 0 0,0 0-1 0 0,0 0 1 0 0,0 0-1 0 0,0-1 1 0 0,0 1-1 0 0,0-1 1 0 0,0 1-1 0 0,0-1 0 0 0,0 0 1 0 0,0 0-1 0 0,3 0 1 0 0,4-1 16 0 0,1 0 0 0 0,0 0 0 0 0,-1-1 1 0 0,19-7-1 0 0,-3-1 21 0 0,1-2 1 0 0,-2-1-1 0 0,0-1 1 0 0,-1-1-1 0 0,0-1 0 0 0,-1-1 1 0 0,-1-1-1 0 0,0-1 1 0 0,-2-1-1 0 0,0-1 1 0 0,-2 0-1 0 0,0-1 1 0 0,18-33-1 0 0,-28 42-47 0 0,-1-1 0 0 0,7-20-1 0 0,-13 33-1 0 0,0 1 1 0 0,0-1-1 0 0,1 0 0 0 0,-1 1 0 0 0,0-1 0 0 0,0 1 1 0 0,0-1-1 0 0,0 0 0 0 0,0 1 0 0 0,0-1 0 0 0,0 0 0 0 0,0 0 1 0 0,0 1-1 0 0,0-1 0 0 0,0 1 0 0 0,-1-1 0 0 0,1 0 1 0 0,0 1-1 0 0,0-1 0 0 0,-1 0 0 0 0,1 1 0 0 0,0-1 0 0 0,-1 1 1 0 0,1-1-1 0 0,-1 1 0 0 0,1-1 0 0 0,-1 1 0 0 0,1-1 0 0 0,-1 1 1 0 0,1-1-1 0 0,-1 1 0 0 0,1 0 0 0 0,-2-1 0 0 0,1 0-3 0 0,-1 0 0 0 0,1 1-1 0 0,0-1 1 0 0,-1 1-1 0 0,1 0 1 0 0,-1-1 0 0 0,0 1-1 0 0,1 0 1 0 0,-1 0-1 0 0,1 0 1 0 0,-3 0 0 0 0,-2 2 1 0 0,-1 0 0 0 0,1 0 0 0 0,-1 0 0 0 0,1 1 0 0 0,0 0 1 0 0,0 0-1 0 0,1 1 0 0 0,-1-1 0 0 0,1 1 0 0 0,-1 0 0 0 0,1 1 0 0 0,-5 5 1 0 0,-1 1-57 0 0,1 2 0 0 0,0-1 0 0 0,-16 28 0 0 0,23-34 62 0 0,-1 0 1 0 0,1 1 0 0 0,0 0 0 0 0,1 0 0 0 0,0 0 0 0 0,0 0-1 0 0,0 0 1 0 0,1 0 0 0 0,0 0 0 0 0,0 0 0 0 0,1 9-1 0 0,0-12 10 0 0,0-1-1 0 0,1 1 0 0 0,0-1 0 0 0,0 1 1 0 0,0-1-1 0 0,0 0 0 0 0,0 1 0 0 0,1-1 1 0 0,-1 0-1 0 0,1 0 0 0 0,0 0 0 0 0,0 0 1 0 0,0 0-1 0 0,0 0 0 0 0,0-1 0 0 0,1 1 0 0 0,0-1 1 0 0,-1 0-1 0 0,1 1 0 0 0,0-1 0 0 0,0-1 1 0 0,0 1-1 0 0,0 0 0 0 0,0-1 0 0 0,4 2 1 0 0,5 1-165 0 0,-1 0 0 0 0,1-1 0 0 0,1 0 0 0 0,-1-1 0 0 0,0-1 0 0 0,1 0 0 0 0,-1 0 0 0 0,0-1 0 0 0,1-1 0 0 0,18-3 0 0 0,-17 2-1162 0 0,0-2 0 0 0,0 0 0 0 0,0 0 0 0 0,-1-1 0 0 0,15-8 0 0 0,-3-1-4230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1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 2804 0 0,'-32'4'2949'0'0,"7"1"-745"0"0,5-1-476 0 0,3-1-432 0 0,5 2-224 0 0,2-2 464 0 0,3 3-680 0 0,28-3-464 0 0,0-1-256 0 0,7-2-92 0 0,10 0-356 0 0,15-2-428 0 0,9 1-372 0 0,5-2-492 0 0,7-1-1932 0 0,0 0-1773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2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419 582 764 0 0,'-97'26'8686'0'0,"94"-25"-8269"0"0,-1-1 293 0 0,-1 1-211 0 0,10-6-127 0 0,20-11 144 0 0,29-13 1 0 0,-31 17-365 0 0,0-1 0 0 0,22-16 0 0 0,-16 5 29 0 0,-2-1 1 0 0,0-1-1 0 0,-2-1 0 0 0,0-1 0 0 0,-2-1 0 0 0,-2-2 0 0 0,0 0 1 0 0,-2-1-1 0 0,-2-1 0 0 0,0 0 0 0 0,22-71 0 0 0,-27 72 66 0 0,5-17 50 0 0,-17 47-267 0 0,-12 9-58 0 0,5 1 51 0 0,0 0 0 0 0,1 0 0 0 0,1 1 0 0 0,0 0 0 0 0,0 0 0 0 0,0 1 0 0 0,-4 16-1 0 0,-1-2 13 0 0,-59 143-102 0 0,8 3 0 0 0,-53 244-1 0 0,68-184 316 0 0,-23 323 0 0 0,50-155 993 0 0,19-397-1231 0 0,-1-1 0 0 0,1 1 0 0 0,0 0 1 0 0,0-1-1 0 0,0 1 0 0 0,0-1 0 0 0,0 1 0 0 0,0-1 1 0 0,0 1-1 0 0,1-1 0 0 0,-1 1 0 0 0,0-1 1 0 0,0 1-1 0 0,0-1 0 0 0,0 1 0 0 0,1-1 0 0 0,-1 1 1 0 0,0-1-1 0 0,0 1 0 0 0,1-1 0 0 0,-1 1 1 0 0,1-1-1 0 0,-1 0 0 0 0,0 1 0 0 0,1-1 1 0 0,-1 0-1 0 0,1 1 0 0 0,-1-1 0 0 0,0 0 0 0 0,1 1 1 0 0,-1-1-1 0 0,1 0 0 0 0,-1 0 0 0 0,2 1 1 0 0,-1-2 0 0 0,1 1 0 0 0,-1 0 0 0 0,1 0-1 0 0,-1 0 1 0 0,1-1 0 0 0,0 1 0 0 0,-1-1 0 0 0,1 1 0 0 0,-1-1 0 0 0,0 0 0 0 0,3-1 0 0 0,31-25 76 0 0,-21 12-76 0 0,0-1 0 0 0,-1 0 0 0 0,-1-1 0 0 0,-1-1 0 0 0,0 0 0 0 0,-1 0 0 0 0,11-30 0 0 0,-16 35 148 0 0,0 0-1 0 0,-1 0 1 0 0,-1-1-1 0 0,0 0 1 0 0,-1 1-1 0 0,-1-1 1 0 0,0 0-1 0 0,-1 0 1 0 0,0 0-1 0 0,-1 0 1 0 0,0 1-1 0 0,-5-17 1 0 0,2 17-72 0 0,-1 1 1 0 0,0-1 0 0 0,-1 1 0 0 0,-1 1 0 0 0,0-1 0 0 0,0 1-1 0 0,-1 0 1 0 0,0 0 0 0 0,-1 1 0 0 0,-20-17 0 0 0,-8-4 42 0 0,-68-44 0 0 0,83 61-71 0 0,-70-43 32 0 0,49 31-100 0 0,1-1-1 0 0,-53-44 1 0 0,94 70-60 0 0,0 0 0 0 0,1 0 0 0 0,-1 1 0 0 0,0-1 0 0 0,0 0 0 0 0,1 0 1 0 0,-1 0-1 0 0,1 0 0 0 0,-1 0 0 0 0,1 0 0 0 0,-1 1 0 0 0,1-1 0 0 0,-1-1 0 0 0,1 1 1 0 0,0 0-1 0 0,0 0 0 0 0,-1 0 0 0 0,1 0 0 0 0,0 0 0 0 0,0 0 0 0 0,0 0 0 0 0,0 0 1 0 0,0-2-1 0 0,1 1-73 0 0,0 0-1 0 0,0 0 1 0 0,-1 0 0 0 0,1 1 0 0 0,1-1 0 0 0,-1 0 0 0 0,0 0-1 0 0,0 1 1 0 0,0-1 0 0 0,1 1 0 0 0,2-3 0 0 0,4-2-641 0 0,0-1 0 0 0,1 2 0 0 0,18-10 1 0 0,77-28-6464 0 0,-60 23 1903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3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182 511 460 0 0,'4'-5'1497'0'0,"0"-1"0"0"0,0 1 0 0 0,0-1 0 0 0,-1 0 0 0 0,0 0 0 0 0,3-10 0 0 0,-5 15-935 0 0,-3 0 45 0 0,1 0-585 0 0,1 1 1 0 0,0 0-1 0 0,-1-1 0 0 0,1 1 1 0 0,-1 0-1 0 0,1 0 0 0 0,0-1 1 0 0,-1 1-1 0 0,1 0 0 0 0,-1 0 1 0 0,1 0-1 0 0,-1 0 0 0 0,1 0 1 0 0,-1 0-1 0 0,1-1 0 0 0,-1 1 1 0 0,1 0-1 0 0,-1 0 0 0 0,1 0 1 0 0,0 1-1 0 0,-1-1 0 0 0,-9 5 147 0 0,1 0 1 0 0,-1 0-1 0 0,2 1 0 0 0,-1 1 1 0 0,1 0-1 0 0,-12 11 0 0 0,-42 53 352 0 0,52-59-469 0 0,1 1-1 0 0,0 1 1 0 0,1-1 0 0 0,-8 22 0 0 0,14-32-33 0 0,0 0 1 0 0,1 1-1 0 0,0-1 0 0 0,0 1 1 0 0,0 0-1 0 0,0-1 0 0 0,0 1 1 0 0,1 0-1 0 0,0 0 0 0 0,-1-1 1 0 0,1 1-1 0 0,1 0 0 0 0,-1 0 1 0 0,0 0-1 0 0,1-1 0 0 0,0 1 1 0 0,0 0-1 0 0,0-1 0 0 0,0 1 1 0 0,1-1-1 0 0,0 1 0 0 0,-1-1 1 0 0,1 0-1 0 0,3 4 0 0 0,-1-4 0 0 0,0 1-1 0 0,0-1 0 0 0,0 0 0 0 0,1-1 1 0 0,-1 1-1 0 0,1-1 0 0 0,0 0 0 0 0,0 0 0 0 0,-1 0 1 0 0,1-1-1 0 0,0 0 0 0 0,1 0 0 0 0,-1 0 1 0 0,0 0-1 0 0,0-1 0 0 0,0 0 0 0 0,0 0 0 0 0,8-1 1 0 0,2-1 11 0 0,0 0 1 0 0,0-1 0 0 0,-1 0 0 0 0,1-2-1 0 0,13-5 1 0 0,-14 4-2 0 0,-1-1 0 0 0,0 0 1 0 0,0-1-1 0 0,-1-1 0 0 0,0 1 0 0 0,-1-2 0 0 0,0 0 0 0 0,0 0 0 0 0,-1-1 1 0 0,0-1-1 0 0,11-18 0 0 0,-13 19 30 0 0,-1-1-1 0 0,0-1 1 0 0,-1 1-1 0 0,0-1 1 0 0,-1 0 0 0 0,-1-1-1 0 0,0 1 1 0 0,-1-1 0 0 0,0 0-1 0 0,-1 0 1 0 0,-1 0 0 0 0,0-17-1 0 0,-1 26-52 0 0,0 1-1 0 0,0-1 1 0 0,-1 1 0 0 0,1 0-1 0 0,-1-1 1 0 0,0 1 0 0 0,-1 0-1 0 0,1 0 1 0 0,-1 0-1 0 0,0 0 1 0 0,0 0 0 0 0,0 0-1 0 0,0 0 1 0 0,-1 1 0 0 0,1-1-1 0 0,-1 1 1 0 0,0 0 0 0 0,0 0-1 0 0,0 0 1 0 0,-1 0-1 0 0,1 0 1 0 0,-1 1 0 0 0,1-1-1 0 0,-1 1 1 0 0,0 0 0 0 0,0 0-1 0 0,0 0 1 0 0,0 1-1 0 0,0 0 1 0 0,0-1 0 0 0,-1 1-1 0 0,1 1 1 0 0,0-1 0 0 0,-1 1-1 0 0,1-1 1 0 0,0 1-1 0 0,-1 0 1 0 0,1 1 0 0 0,-1-1-1 0 0,1 1 1 0 0,0 0 0 0 0,-6 2-1 0 0,-3 1-30 0 0,0 0 1 0 0,1 2-1 0 0,0-1 0 0 0,-1 1 1 0 0,2 1-1 0 0,-1 0 0 0 0,1 1 0 0 0,0 0 1 0 0,-12 13-1 0 0,17-16 1 0 0,0 1-1 0 0,0 0 1 0 0,1 0 0 0 0,0 1 0 0 0,0 0-1 0 0,1 0 1 0 0,-1 0 0 0 0,1 0 0 0 0,1 1-1 0 0,0-1 1 0 0,0 1 0 0 0,0 0 0 0 0,1 0 0 0 0,0 0-1 0 0,1 0 1 0 0,-1 11 0 0 0,2-15 24 0 0,0-1 0 0 0,0 1 0 0 0,1 0 0 0 0,-1-1 0 0 0,1 1 0 0 0,0 0 0 0 0,0-1 0 0 0,1 1 0 0 0,-1-1 0 0 0,1 1 0 0 0,-1-1 0 0 0,1 0 0 0 0,0 0 0 0 0,1 0 0 0 0,2 4 0 0 0,-1-3 2 0 0,1 0-1 0 0,0 1 1 0 0,0-1 0 0 0,0-1 0 0 0,0 1 0 0 0,1-1 0 0 0,0 0 0 0 0,6 3-1 0 0,7 0-35 0 0,0 0-1 0 0,0-1 1 0 0,1-1-1 0 0,32 2 1 0 0,-16-3-211 0 0,0-2 0 0 0,-1-2 0 0 0,1-1 0 0 0,0-2 0 0 0,-1-1 0 0 0,0-2 1 0 0,0-1-1 0 0,0-2 0 0 0,65-29 0 0 0,-71 25 80 0 0,0-1 0 0 0,0-2 0 0 0,-2-1 0 0 0,0-1 0 0 0,-1-2 0 0 0,-2 0 0 0 0,0-2 0 0 0,-1 0 0 0 0,-1-2 0 0 0,-1 0 0 0 0,18-30 0 0 0,-19 23 458 0 0,29-63 0 0 0,-42 78-57 0 0,0 0 0 0 0,-2-1 0 0 0,0 0 0 0 0,-1 0 0 0 0,3-35 0 0 0,-7 48-197 0 0,0 1-1 0 0,0-1 1 0 0,0 0 0 0 0,-1 1-1 0 0,0-1 1 0 0,0 1 0 0 0,-3-8-1 0 0,1 10-20 0 0,3 1-18 0 0,-1 1 0 0 0,0-1 0 0 0,0 1 0 0 0,0-1 0 0 0,0 1 0 0 0,1-1 0 0 0,-1 1 0 0 0,0 0 0 0 0,0-1 0 0 0,0 1 0 0 0,0 0-1 0 0,0 0 1 0 0,0-1 0 0 0,0 1 0 0 0,0 0 0 0 0,0 0 0 0 0,0 0 0 0 0,0 0 0 0 0,0 1 0 0 0,0-1 0 0 0,0 0 0 0 0,0 0 0 0 0,0 1 0 0 0,0-1 0 0 0,0 0-1 0 0,0 1 1 0 0,0-1 0 0 0,-1 2 0 0 0,0-1 0 0 0,-2 1-1 0 0,0 0 0 0 0,0 1 0 0 0,0-1 0 0 0,1 1 0 0 0,-1 0 0 0 0,0 0 1 0 0,1 0-1 0 0,0 0 0 0 0,0 1 0 0 0,-3 3 0 0 0,-25 41-7 0 0,27-41 8 0 0,-21 38-34 0 0,1 1 0 0 0,3 0 1 0 0,2 2-1 0 0,1 1 0 0 0,3 0 0 0 0,-10 60 0 0 0,21-87 58 0 0,1-1 0 0 0,1 1 0 0 0,1 0 0 0 0,1-1 0 0 0,1 1 0 0 0,4 24 0 0 0,-4-39-2 0 0,1 0 0 0 0,0-1 0 0 0,0 1 0 0 0,1 0 0 0 0,0-1 0 0 0,0 0 0 0 0,0 0-1 0 0,1 0 1 0 0,8 11 0 0 0,-9-13-6 0 0,1-1 0 0 0,-1 1-1 0 0,1-1 1 0 0,0 0 0 0 0,0-1 0 0 0,1 1-1 0 0,-1-1 1 0 0,0 1 0 0 0,1-1-1 0 0,-1-1 1 0 0,1 1 0 0 0,0 0 0 0 0,0-1-1 0 0,0 0 1 0 0,7 0 0 0 0,3 0-22 0 0,-1 0 0 0 0,0-1 1 0 0,1-1-1 0 0,-1 0 0 0 0,1-1 1 0 0,-1-1-1 0 0,0 0 0 0 0,0-1 1 0 0,15-6-1 0 0,-10 1-74 0 0,0 0 0 0 0,-1-1-1 0 0,0 0 1 0 0,-1-2 0 0 0,27-23 0 0 0,-12 5-46 0 0,-3-1 0 0 0,0-2 0 0 0,-2 0 1 0 0,-2-2-1 0 0,32-58 0 0 0,-28 42 555 0 0,-3-2-1 0 0,-2 0 1 0 0,-3-2 0 0 0,18-67-1 0 0,-27 88 111 0 0,-9 27-474 0 0,0 0 1 0 0,-1 1 0 0 0,0-1-1 0 0,0 0 1 0 0,-1 0 0 0 0,1-10-1 0 0,-19 34 117 0 0,-14 38-113 0 0,2 0 1 0 0,-43 118-1 0 0,51-119-134 0 0,6-14 12 0 0,-15 64 0 0 0,26-85-26 0 0,0 1 1 0 0,2 1-1 0 0,0-1 1 0 0,1 0-1 0 0,3 29 1 0 0,-1-43-94 0 0,0 0 1 0 0,1 0 0 0 0,0 0-1 0 0,0-1 1 0 0,0 1 0 0 0,1 0-1 0 0,-1-1 1 0 0,1 1 0 0 0,1-1-1 0 0,-1 0 1 0 0,1 0 0 0 0,0 0-1 0 0,0-1 1 0 0,0 1 0 0 0,1-1-1 0 0,-1 0 1 0 0,1 0-1 0 0,0-1 1 0 0,8 5 0 0 0,-4-3-418 0 0,0 0 1 0 0,0-1-1 0 0,1 0 0 0 0,-1-1 1 0 0,1 0-1 0 0,0-1 1 0 0,0 1-1 0 0,0-2 0 0 0,0 0 1 0 0,0 0-1 0 0,12-1 1 0 0,8-3-2513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95 367 40 0 0,'6'-14'1874'0'0,"0"0"0"0"0,-1-1 0 0 0,0 1 0 0 0,-1-1 0 0 0,-1 0 1 0 0,0 0-1 0 0,0-25 0 0 0,-3 40-1858 0 0,1 0 0 0 0,-1 0 0 0 0,0-1 0 0 0,0 1-1 0 0,0 0 1 0 0,0 0 0 0 0,0-1 0 0 0,0 1 0 0 0,0 0 0 0 0,0 0 0 0 0,0-1 0 0 0,0 1 0 0 0,0 0 0 0 0,-1 0 0 0 0,1-1 0 0 0,0 1 0 0 0,0 0 0 0 0,0 0 0 0 0,0-1 0 0 0,0 1 0 0 0,0 0 0 0 0,0 0 0 0 0,-1 0 0 0 0,1-1 0 0 0,0 1 0 0 0,0 0-1 0 0,0 0 1 0 0,-1 0 0 0 0,1 0 0 0 0,0-1 0 0 0,0 1 0 0 0,0 0 0 0 0,-1 0 0 0 0,1 0 0 0 0,0 0 0 0 0,0 0 0 0 0,-1 0 0 0 0,1 0 0 0 0,0 0 0 0 0,0 0 0 0 0,-1 0 0 0 0,1 0 0 0 0,0 0 0 0 0,-13 7 178 0 0,-9 14-118 0 0,8-1-120 0 0,0 1 0 0 0,2 0 0 0 0,-14 31 0 0 0,22-42 47 0 0,0 0-1 0 0,0 1 1 0 0,1 0-1 0 0,1 0 1 0 0,-1 0-1 0 0,2 0 1 0 0,0 0 0 0 0,0 0-1 0 0,2 19 1 0 0,-1-26 11 0 0,0-1 0 0 0,1 1 0 0 0,-1-1 0 0 0,1 0 0 0 0,0 1 0 0 0,0-1 0 0 0,0 0 0 0 0,1 0 0 0 0,-1 0 1 0 0,1 0-1 0 0,0 0 0 0 0,0 0 0 0 0,0 0 0 0 0,0 0 0 0 0,0-1 0 0 0,0 1 0 0 0,1-1 0 0 0,0 0 0 0 0,-1 0 0 0 0,1 1 0 0 0,0-2 0 0 0,0 1 1 0 0,0 0-1 0 0,0-1 0 0 0,0 1 0 0 0,0-1 0 0 0,0 0 0 0 0,1 0 0 0 0,-1 0 0 0 0,0 0 0 0 0,1-1 0 0 0,-1 1 0 0 0,1-1 0 0 0,-1 0 0 0 0,1 0 0 0 0,5-1 1 0 0,-1 0 14 0 0,1 0 0 0 0,-1-1 0 0 0,0 0 0 0 0,1 0 1 0 0,-1-1-1 0 0,0 0 0 0 0,0-1 0 0 0,-1 1 1 0 0,1-1-1 0 0,-1-1 0 0 0,1 0 0 0 0,-1 0 1 0 0,11-10-1 0 0,-9 5 18 0 0,0-1 0 0 0,-1 0 0 0 0,0 0 0 0 0,-1-1 0 0 0,-1 0 0 0 0,1 0 0 0 0,-2 0 0 0 0,0-1 1 0 0,0 0-1 0 0,-1 0 0 0 0,3-18 0 0 0,-5 21-26 0 0,-1 1-1 0 0,0 0 1 0 0,-1-1 0 0 0,0 0 0 0 0,0 1-1 0 0,-1-1 1 0 0,0 1 0 0 0,-1 0 0 0 0,0-1-1 0 0,0 1 1 0 0,-1 0 0 0 0,0 0 0 0 0,-1 0 0 0 0,0 1-1 0 0,-1-1 1 0 0,1 1 0 0 0,-7-8 0 0 0,8 12-28 0 0,0 1 1 0 0,-1 0 0 0 0,1 0-1 0 0,-1 1 1 0 0,1-1-1 0 0,-1 1 1 0 0,0-1 0 0 0,0 1-1 0 0,0 1 1 0 0,0-1 0 0 0,-1 0-1 0 0,1 1 1 0 0,0 0-1 0 0,-1 0 1 0 0,1 0 0 0 0,-1 1-1 0 0,1-1 1 0 0,-1 1 0 0 0,1 0-1 0 0,-1 0 1 0 0,1 1-1 0 0,-1-1 1 0 0,1 1 0 0 0,0 0-1 0 0,-1 0 1 0 0,1 1 0 0 0,0-1-1 0 0,0 1 1 0 0,-1 0-1 0 0,1 0 1 0 0,1 0 0 0 0,-1 1-1 0 0,0-1 1 0 0,1 1 0 0 0,-1 0-1 0 0,1 0 1 0 0,0 0-1 0 0,0 1 1 0 0,0-1 0 0 0,0 1-1 0 0,1 0 1 0 0,-4 6 0 0 0,5-9-1 0 0,0 1 0 0 0,0 0 0 0 0,1-1 0 0 0,-1 1 0 0 0,1 0 0 0 0,0 0 0 0 0,-1 0 0 0 0,1-1 0 0 0,0 1 0 0 0,0 0 0 0 0,0 0 1 0 0,0 0-1 0 0,0-1 0 0 0,1 1 0 0 0,-1 0 0 0 0,0 0 0 0 0,1 0 0 0 0,-1-1 0 0 0,1 1 0 0 0,0 0 0 0 0,1 1 0 0 0,0 0-24 0 0,0 0-1 0 0,1 0 0 0 0,-1 0 1 0 0,1 0-1 0 0,0-1 1 0 0,0 1-1 0 0,0-1 0 0 0,0 0 1 0 0,6 4-1 0 0,3-1-72 0 0,0 0-1 0 0,0 0 0 0 0,0-1 1 0 0,1-1-1 0 0,13 3 1 0 0,-3-3-3 0 0,-1-1 0 0 0,1-1 0 0 0,-1-1 0 0 0,1-1 0 0 0,-1-1 0 0 0,38-8 0 0 0,-42 5 320 0 0,1 0-1 0 0,-1-1 0 0 0,0 0 1 0 0,-1-2-1 0 0,0 0 0 0 0,0-1 1 0 0,0-1-1 0 0,17-13 0 0 0,-17 13 328 0 0,5 0-321 0 0,-21 9-225 0 0,2 5-9 0 0,-3-4 15 0 0,0 0-1 0 0,1 0 1 0 0,-1 0 0 0 0,0 0 0 0 0,0 0 0 0 0,0 0-1 0 0,1 1 1 0 0,-1-1 0 0 0,0 0 0 0 0,0 0-1 0 0,0 0 1 0 0,0 0 0 0 0,0 0 0 0 0,1 1 0 0 0,-1-1-1 0 0,0 0 1 0 0,0 0 0 0 0,0 0 0 0 0,0 1 0 0 0,0-1-1 0 0,0 0 1 0 0,0 0 0 0 0,0 1 0 0 0,0-1 0 0 0,0 0-1 0 0,0 0 1 0 0,0 0 0 0 0,0 1 0 0 0,0-1 0 0 0,0 0-1 0 0,0 0 1 0 0,0 0 0 0 0,0 1 0 0 0,0-1-1 0 0,0 0 1 0 0,0 0 0 0 0,0 1 0 0 0,0-1 0 0 0,-30 78-318 0 0,21-57 302 0 0,0 1 1 0 0,2 0-1 0 0,0 0 1 0 0,-3 24-1 0 0,8-35-48 0 0,1-7 65 0 0,0 0 0 0 0,1 1 1 0 0,-1-1-1 0 0,1 0 0 0 0,0 1 0 0 0,0-1 0 0 0,1 1 0 0 0,-1-1 1 0 0,1 0-1 0 0,1 7 0 0 0,-1-11 11 0 0,-1 1 0 0 0,0-1 0 0 0,1 0 0 0 0,-1 1 0 0 0,1-1-1 0 0,-1 0 1 0 0,0 1 0 0 0,1-1 0 0 0,-1 0 0 0 0,1 1 0 0 0,-1-1 0 0 0,1 0 0 0 0,-1 0 0 0 0,1 1 0 0 0,-1-1 0 0 0,1 0 0 0 0,-1 0-1 0 0,1 0 1 0 0,-1 0 0 0 0,1 0 0 0 0,-1 0 0 0 0,1 0 0 0 0,0 0 0 0 0,-1 0 0 0 0,1 0 0 0 0,-1 0 0 0 0,1 0 0 0 0,-1 0 0 0 0,1 0-1 0 0,0-1 1 0 0,15-5 78 0 0,-6-1-60 0 0,-1 0 0 0 0,0 0 0 0 0,-1-1 0 0 0,0 0 1 0 0,13-16-1 0 0,30-52 140 0 0,1-1 78 0 0,-28 41-509 0 0,-23 35 192 0 0,0 2-89 0 0,0 0 142 0 0,1 0 0 0 0,-1-1 0 0 0,0 1 0 0 0,0 0 0 0 0,0 0 0 0 0,0 1 0 0 0,0-1 0 0 0,0 0 0 0 0,0 0 0 0 0,-1 0 0 0 0,1 1 0 0 0,0-1 0 0 0,-1 0 0 0 0,1 1 0 0 0,-1-1 0 0 0,1 0 0 0 0,-1 1 1 0 0,1-1-1 0 0,-1 1 0 0 0,0 2 0 0 0,5 42-123 0 0,-4-31 122 0 0,0-5 16 0 0,0 0 0 0 0,1 0 0 0 0,1-1 0 0 0,-1 1 0 0 0,2-1 0 0 0,-1 1 0 0 0,1-1 0 0 0,1 0 0 0 0,0 0 0 0 0,0-1 0 0 0,12 16 0 0 0,-13-20 17 0 0,-1-1 1 0 0,1 1-1 0 0,-1-1 1 0 0,1 0 0 0 0,0 0-1 0 0,0 0 1 0 0,1-1-1 0 0,-1 0 1 0 0,0 1 0 0 0,1-1-1 0 0,0-1 1 0 0,-1 1-1 0 0,1-1 1 0 0,0 0 0 0 0,0 0-1 0 0,-1 0 1 0 0,1 0-1 0 0,0-1 1 0 0,0 0 0 0 0,0 0-1 0 0,0-1 1 0 0,0 1-1 0 0,0-1 1 0 0,0 0-1 0 0,-1 0 1 0 0,7-3 0 0 0,-2 1 12 0 0,-1-1 0 0 0,1 0 0 0 0,-1-1 1 0 0,0 0-1 0 0,-1 0 0 0 0,1-1 0 0 0,-1 0 0 0 0,0 0 1 0 0,0 0-1 0 0,-1-1 0 0 0,0 0 0 0 0,0-1 1 0 0,-1 1-1 0 0,0-1 0 0 0,0 0 0 0 0,-1 0 0 0 0,7-18 1 0 0,-5 10-3 0 0,-1 0 0 0 0,0-1 1 0 0,-1 0-1 0 0,-1 0 1 0 0,-1 0-1 0 0,0 0 1 0 0,-1 0-1 0 0,-1 0 0 0 0,-2-18 1 0 0,-1 20-82 0 0,-1 0 0 0 0,0-1 1 0 0,-9-20-1 0 0,12 33 31 0 0,-7-10-299 0 0,8 13 315 0 0,0 0 1 0 0,0 0-1 0 0,0 0 1 0 0,0 1-1 0 0,0-1 1 0 0,0 0-1 0 0,0 0 1 0 0,0 0-1 0 0,0 0 1 0 0,0 0-1 0 0,0 0 1 0 0,0 0-1 0 0,0 1 1 0 0,1-1-1 0 0,-1 0 1 0 0,0 0-1 0 0,0 0 1 0 0,0 0-1 0 0,0 0 1 0 0,0 0-1 0 0,0 1 1 0 0,0-1-1 0 0,0 0 1 0 0,-1 0-1 0 0,1 0 1 0 0,0 0-1 0 0,0 0 1 0 0,0 0-1 0 0,0 1 1 0 0,0-1-1 0 0,0 0 1 0 0,0 0-1 0 0,0 0 1 0 0,0 0 0 0 0,0 0-1 0 0,0 0 1 0 0,0 0-1 0 0,0 1 1 0 0,-1-1-1 0 0,1 0 1 0 0,0 0-1 0 0,0 0 1 0 0,0 0-1 0 0,0 0 1 0 0,0 0-1 0 0,0 0 1 0 0,0 0-1 0 0,-1 0 1 0 0,1 0-1 0 0,0 0 1 0 0,0 0-1 0 0,0 0 1 0 0,0 0-1 0 0,0 0 1 0 0,0 0-1 0 0,-1 0 1 0 0,1 0-1 0 0,0 0 1 0 0,0 0-1 0 0,0 0 1 0 0,0 0-1 0 0,0 0 1 0 0,0 0-1 0 0,-1 0 1 0 0,1 0-1 0 0,0 0 1 0 0,0 0-1 0 0,0 1-20 0 0,1-1 0 0 0,-1 1 0 0 0,1 0 0 0 0,-1 0-1 0 0,1 0 1 0 0,0-1 0 0 0,-1 1 0 0 0,1 0 0 0 0,0-1-1 0 0,-1 1 1 0 0,1 0 0 0 0,0-1 0 0 0,0 1 0 0 0,0-1-1 0 0,0 1 1 0 0,-1-1 0 0 0,1 0 0 0 0,1 1 0 0 0,21 6-472 0 0,-18-5 240 0 0,9 2-15 0 0,-1 0-1 0 0,1-1 1 0 0,-1-1-1 0 0,1 0 1 0 0,0-1-1 0 0,0-1 0 0 0,0 0 1 0 0,0 0-1 0 0,-1-1 1 0 0,1-1-1 0 0,16-4 1 0 0,-17 2 665 0 0,0 0 0 0 0,0-1-1 0 0,0-1 1 0 0,-1 0 0 0 0,0 0 0 0 0,23-17 0 0 0,0-7 1563 0 0,-34 29-1866 0 0,6-1-94 0 0,-4 1-98 0 0,-1 7 100 0 0,-2-1 3 0 0,0 0 0 0 0,-1-1 0 0 0,1 1 0 0 0,-1 0 0 0 0,0-1 0 0 0,0 1 0 0 0,-1-1 0 0 0,-2 7 0 0 0,-2 6-16 0 0,-5 19 31 0 0,1-1-8 0 0,-6 37 0 0 0,14-63-1 0 0,1 0 0 0 0,0 0 1 0 0,1 0-1 0 0,0 1 0 0 0,0-1 0 0 0,1 0 1 0 0,0 0-1 0 0,1 0 0 0 0,3 12 0 0 0,-4-18-5 0 0,0 0 0 0 0,0 0 0 0 0,1 0 0 0 0,0 0 0 0 0,-1-1 0 0 0,1 1-1 0 0,0 0 1 0 0,0-1 0 0 0,1 1 0 0 0,-1-1 0 0 0,0 0 0 0 0,1 0 0 0 0,-1 0 0 0 0,1 0-1 0 0,0 0 1 0 0,0-1 0 0 0,0 1 0 0 0,0-1 0 0 0,0 1 0 0 0,0-1 0 0 0,0 0 0 0 0,0-1 0 0 0,0 1-1 0 0,0 0 1 0 0,5 0 0 0 0,-2-1-466 0 0,0 0 1 0 0,-1 0-1 0 0,1-1 0 0 0,0 0 0 0 0,0 1 1 0 0,-1-2-1 0 0,1 1 0 0 0,-1-1 0 0 0,1 0 0 0 0,-1 0 1 0 0,1 0-1 0 0,-1-1 0 0 0,7-5 0 0 0,4-5-3361 0 0,1-4-1678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5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49 1628 0 0,'-4'-4'1088'0'0,"-30"-24"6801"0"0,11 13-5427 0 0,21 14-2078 0 0,2 1-420 0 0,0 0-1 0 0,-1 0 1 0 0,1 0-1 0 0,0 0 1 0 0,-1 0-1 0 0,1 0 1 0 0,0 0-1 0 0,0 0 1 0 0,-1 0-1 0 0,1 0 0 0 0,0 1 1 0 0,-1-1-1 0 0,1 0 1 0 0,0 0-1 0 0,0 0 1 0 0,-1 1-1 0 0,1-1 1 0 0,0 0-1 0 0,0 0 1 0 0,-1 0-1 0 0,1 1 1 0 0,0-1-1 0 0,0 0 1 0 0,0 1-1 0 0,-1-1 1 0 0,1 0-1 0 0,0 0 1 0 0,0 1-1 0 0,0-1 0 0 0,0 0 1 0 0,0 1-1 0 0,0 14-1326 0 0,8 14-3559 0 0,-2-18 1329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5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1468 0 0,'0'0'9360'0'0,"2"12"-8004"0"0,11 31-513 0 0,-5-22-674 0 0,-2 1 0 0 0,0 0 0 0 0,2 25 0 0 0,-7-44-137 0 0,2 59 277 0 0,-3-56-186 0 0,0 0 1 0 0,-1 0-1 0 0,1 0 1 0 0,-1 0-1 0 0,-1 0 1 0 0,1 0-1 0 0,-5 11 0 0 0,5-16-44 0 0,0 1-1 0 0,0 0 0 0 0,0 0 0 0 0,0 0 0 0 0,-1-1 0 0 0,1 1 0 0 0,0-1 0 0 0,-1 1 1 0 0,1-1-1 0 0,-3 3 0 0 0,3-4-50 0 0,1 0 0 0 0,-1 1 0 0 0,0-1 1 0 0,1 0-1 0 0,-1 0 0 0 0,1 1 0 0 0,-1-1 0 0 0,0 0 1 0 0,1 0-1 0 0,-1 0 0 0 0,0 0 0 0 0,1 0 0 0 0,-1 0 1 0 0,0 0-1 0 0,1 0 0 0 0,-1 0 0 0 0,0 0 0 0 0,1 0 1 0 0,-1 0-1 0 0,1-1 0 0 0,-1 1 0 0 0,-1 0 0 0 0,1-2-7 0 0,0 1 0 0 0,-1 0 0 0 0,1 0 0 0 0,0-1 0 0 0,0 1 0 0 0,0-1 0 0 0,0 1 0 0 0,0-1 0 0 0,0 0 0 0 0,0 1 0 0 0,0-1 0 0 0,1 0 0 0 0,-1 1 0 0 0,1-1 0 0 0,-1 0 0 0 0,1 0-1 0 0,0 0 1 0 0,-1 1 0 0 0,1-1 0 0 0,0 0 0 0 0,1-2 0 0 0,-1-6-15 0 0,1 0-1 0 0,0 0 0 0 0,1 0 0 0 0,0 0 1 0 0,1 1-1 0 0,0-1 0 0 0,1 1 1 0 0,0 0-1 0 0,0 0 0 0 0,1 0 0 0 0,0 0 1 0 0,0 1-1 0 0,1 0 0 0 0,0 0 1 0 0,1 0-1 0 0,-1 1 0 0 0,1 0 0 0 0,1 0 1 0 0,0 1-1 0 0,10-7 0 0 0,-5 4-31 0 0,0 1 0 0 0,1 1-1 0 0,0 0 1 0 0,0 0 0 0 0,0 2 0 0 0,1 0-1 0 0,0 0 1 0 0,0 2 0 0 0,0 0-1 0 0,0 0 1 0 0,1 1 0 0 0,21 1 0 0 0,-22 2 2 0 0,0 0 1 0 0,-1 1 0 0 0,1 0-1 0 0,-1 2 1 0 0,1-1 0 0 0,-1 2-1 0 0,0 0 1 0 0,22 11 0 0 0,-32-13 28 0 0,1-1 0 0 0,-1 1 0 0 0,0-1 0 0 0,0 1 0 0 0,0 1 0 0 0,0-1 0 0 0,-1 0 0 0 0,1 1 0 0 0,-1 0 1 0 0,0 0-1 0 0,0 0 0 0 0,0 0 0 0 0,-1 0 0 0 0,1 1 0 0 0,-1-1 0 0 0,0 1 0 0 0,0-1 0 0 0,-1 1 0 0 0,1 0 0 0 0,-1 0 0 0 0,0 0 1 0 0,-1 0-1 0 0,1 0 0 0 0,-1 0 0 0 0,0 0 0 0 0,0 0 0 0 0,0 0 0 0 0,-1-1 0 0 0,-1 7 0 0 0,-3 6-2 0 0,0 1-1 0 0,-1-2 0 0 0,-10 20 0 0 0,-8 20-4921 0 0,22-44 2090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6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823 132 2416 0 0,'9'-9'1641'0'0,"-1"0"-1"0"0,0 0 0 0 0,-1 0 1 0 0,8-13-1 0 0,-14 19-1381 0 0,1 1-1 0 0,-1-1 1 0 0,0 1-1 0 0,0-1 1 0 0,0 0 0 0 0,0 0-1 0 0,-1 0 1 0 0,1 1 0 0 0,-1-1-1 0 0,1-5 1 0 0,-1 7-190 0 0,-1-1 0 0 0,1 1 0 0 0,0-1 1 0 0,-1 0-1 0 0,1 1 0 0 0,-1-1 0 0 0,1 1 0 0 0,-1-1 0 0 0,0 1 1 0 0,0 0-1 0 0,0-1 0 0 0,0 1 0 0 0,0 0 0 0 0,0-1 0 0 0,0 1 1 0 0,0 0-1 0 0,0 0 0 0 0,0 0 0 0 0,-1 0 0 0 0,-1-1 0 0 0,0 0-26 0 0,0 1-1 0 0,0 0 1 0 0,0 0 0 0 0,0 0-1 0 0,0 0 1 0 0,-1 0-1 0 0,1 1 1 0 0,0-1-1 0 0,-1 1 1 0 0,1 0-1 0 0,0 0 1 0 0,-1 0-1 0 0,1 0 1 0 0,-6 2-1 0 0,-46 13 111 0 0,55-15-152 0 0,-26 9 39 0 0,1 2-1 0 0,0 0 1 0 0,0 2-1 0 0,-43 30 0 0 0,53-32-18 0 0,-1 2 0 0 0,2-1-1 0 0,0 2 1 0 0,1 0 0 0 0,0 0 0 0 0,1 2-1 0 0,-19 29 1 0 0,29-41-7 0 0,0 0 0 0 0,0 0 1 0 0,0 0-1 0 0,1 0 0 0 0,-1 0 0 0 0,1 0 0 0 0,0 1 0 0 0,0-1 0 0 0,1 0 1 0 0,-1 0-1 0 0,1 1 0 0 0,0-1 0 0 0,0 0 0 0 0,1 1 0 0 0,1 6 0 0 0,-1-8 0 0 0,0 0-1 0 0,0 0 1 0 0,0-1 0 0 0,1 1-1 0 0,-1-1 1 0 0,1 1-1 0 0,0-1 1 0 0,0 1-1 0 0,0-1 1 0 0,0 0-1 0 0,0 0 1 0 0,0 0-1 0 0,0 0 1 0 0,1 0 0 0 0,-1-1-1 0 0,1 1 1 0 0,-1-1-1 0 0,1 1 1 0 0,0-1-1 0 0,-1 0 1 0 0,1 0-1 0 0,0 0 1 0 0,5 0 0 0 0,0 0-3 0 0,-1 0 0 0 0,1-1 0 0 0,-1 0 0 0 0,1 0 0 0 0,0 0 0 0 0,-1-1 0 0 0,1-1 0 0 0,-1 1 1 0 0,0-1-1 0 0,1 0 0 0 0,-1-1 0 0 0,0 0 0 0 0,0 0 0 0 0,0 0 0 0 0,-1-1 0 0 0,1 0 0 0 0,-1 0 0 0 0,8-7 1 0 0,5-5-12 0 0,-1-1 0 0 0,0-1 0 0 0,-1-1 0 0 0,17-24 1 0 0,55-84 1057 0 0,-89 126-1066 0 0,1 0 1 0 0,-1 1-1 0 0,0-1 1 0 0,1 1 0 0 0,-1-1-1 0 0,0 0 1 0 0,1 1-1 0 0,-1-1 1 0 0,1 1 0 0 0,-1-1-1 0 0,1 1 1 0 0,-1-1 0 0 0,1 1-1 0 0,-1-1 1 0 0,1 1-1 0 0,0 0 1 0 0,-1-1 0 0 0,1 1-1 0 0,0 0 1 0 0,0-1-1 0 0,1 12-105 0 0,-9 25 52 0 0,-259 746 2182 0 0,181-558-1534 0 0,58-163 121 0 0,-53 90 1 0 0,73-138-253 0 0,-1-2 0 0 0,0 1 1 0 0,-1-1-1 0 0,0-1 0 0 0,-1 1 0 0 0,-21 16 1 0 0,27-24-302 0 0,-1 0 1 0 0,0 0 0 0 0,0 0 0 0 0,0 0-1 0 0,0-1 1 0 0,-1 0 0 0 0,1 0 0 0 0,0 0-1 0 0,-1-1 1 0 0,0 0 0 0 0,1 0-1 0 0,-1 0 1 0 0,0-1 0 0 0,1 0 0 0 0,-1 0-1 0 0,0 0 1 0 0,1-1 0 0 0,-1 1 0 0 0,-10-4-1 0 0,6 0-72 0 0,-1 0 0 0 0,1-1 0 0 0,0 0 0 0 0,0 0-1 0 0,1-1 1 0 0,0 0 0 0 0,0-1 0 0 0,0 0 0 0 0,1 0 0 0 0,0-1-1 0 0,0 0 1 0 0,1-1 0 0 0,0 1 0 0 0,0-2 0 0 0,1 1 0 0 0,0 0 0 0 0,1-1-1 0 0,0 0 1 0 0,1-1 0 0 0,0 1 0 0 0,-3-13 0 0 0,2 7-71 0 0,2-1 0 0 0,0 1 0 0 0,1-1 0 0 0,0 0 0 0 0,1 1 0 0 0,1-1 0 0 0,1 0 0 0 0,0 1 0 0 0,1-1 0 0 0,1 0 0 0 0,1 1 0 0 0,0 0 0 0 0,10-24 0 0 0,-4 19-83 0 0,2 0 0 0 0,0 1 0 0 0,1 0 0 0 0,1 1 0 0 0,1 1 0 0 0,1 0 0 0 0,1 1 0 0 0,0 0-1 0 0,1 2 1 0 0,23-16 0 0 0,3 1-556 0 0,1 2-1 0 0,2 2 0 0 0,71-28 1 0 0,-31 21-2370 0 0,146-35 0 0 0,-16 23-7247 0 0,-148 32 2192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7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87 1176 0 0,'7'-19'4509'0'0,"8"-19"2253"0"0,-14 37-6258 0 0,-1-2-223 0 0,0 0 0 0 0,0 1 0 0 0,0-1 0 0 0,0 0 0 0 0,0 1 0 0 0,0-1 0 0 0,-1 0 0 0 0,0-3-1 0 0,-4 6-293 0 0,1 0-1 0 0,0 1 0 0 0,-1-1 0 0 0,1 1 1 0 0,0 0-1 0 0,0 0 0 0 0,0 0 0 0 0,0 1 1 0 0,0-1-1 0 0,0 1 0 0 0,0 0 0 0 0,0 0 1 0 0,1 1-1 0 0,-6 3 0 0 0,-8 8-105 0 0,-25 24 1 0 0,32-29 91 0 0,3-2 19 0 0,-7 6-80 0 0,0 0 1 0 0,2 1-1 0 0,-1 0 0 0 0,2 1 1 0 0,-14 22-1 0 0,23-35 84 0 0,1 0 0 0 0,0 1 0 0 0,0-1 0 0 0,0 0 0 0 0,1 1 0 0 0,-1-1 0 0 0,1 1 0 0 0,-1 0 0 0 0,1-1 0 0 0,0 1 0 0 0,0-1 0 0 0,0 1 0 0 0,0-1 0 0 0,0 1 0 0 0,1 0 0 0 0,-1-1 0 0 0,1 1 0 0 0,0-1 0 0 0,-1 0 0 0 0,1 1-1 0 0,0-1 1 0 0,0 1 0 0 0,1-1 0 0 0,-1 0 0 0 0,1 0 0 0 0,-1 0 0 0 0,1 0 0 0 0,2 3 0 0 0,5 3-18 0 0,0 0 0 0 0,1-1 0 0 0,0 0-1 0 0,21 11 1 0 0,-6-3 10 0 0,8 3 60 0 0,-17-9 33 0 0,0 1 0 0 0,15 11-1 0 0,-28-19-63 0 0,1 1-1 0 0,-1-1 1 0 0,0 1-1 0 0,-1 0 1 0 0,1 0-1 0 0,0 0 1 0 0,-1 0-1 0 0,0 1 1 0 0,0-1-1 0 0,0 1 1 0 0,0-1-1 0 0,0 1 1 0 0,-1 0-1 0 0,2 7 1 0 0,-3-9 61 0 0,0 1 0 0 0,0 0 0 0 0,0-1 0 0 0,0 1 0 0 0,-1 0 0 0 0,1-1 0 0 0,-1 1 0 0 0,0-1 0 0 0,0 1 0 0 0,0-1 1 0 0,0 1-1 0 0,0-1 0 0 0,-1 0 0 0 0,1 1 0 0 0,-1-1 0 0 0,1 0 0 0 0,-1 0 0 0 0,0 0 0 0 0,-3 2 0 0 0,0 2 134 0 0,-1-1-1 0 0,-1 0 1 0 0,1 0-1 0 0,-1-1 1 0 0,-8 4 0 0 0,4-3-179 0 0,0-1 1 0 0,0 0-1 0 0,0-1 1 0 0,-1 0-1 0 0,0-1 1 0 0,0-1 0 0 0,1 0-1 0 0,-1 0 1 0 0,0-1-1 0 0,0 0 1 0 0,0-1-1 0 0,0-1 1 0 0,0 0-1 0 0,1 0 1 0 0,-1-1 0 0 0,1-1-1 0 0,-19-8 1 0 0,30 12-135 0 0,-1 0 1 0 0,0-1-1 0 0,1 1 1 0 0,-1-1 0 0 0,1 1-1 0 0,-1-1 1 0 0,0 0-1 0 0,1 1 1 0 0,-1-1-1 0 0,1 0 1 0 0,-1 1 0 0 0,1-1-1 0 0,0 0 1 0 0,-1 1-1 0 0,1-1 1 0 0,0 0-1 0 0,-1 0 1 0 0,1 0 0 0 0,0 1-1 0 0,0-1 1 0 0,0 0-1 0 0,0 0 1 0 0,0 0-1 0 0,0 1 1 0 0,0-1 0 0 0,0 0-1 0 0,0 0 1 0 0,0-1-1 0 0,9-20-2829 0 0,-6 18 1982 0 0,1-1 0 0 0,0 1 0 0 0,0 0 0 0 0,1 0 0 0 0,6-5 0 0 0,-8 6 291 0 0,14-10-2959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29 1080 0 0,'30'-27'13641'0'0,"-27"26"-12628"0"0,2 0 256 0 0,-5 12-1026 0 0,-8 14-107 0 0,2 1 0 0 0,-3 29 0 0 0,8-45-124 0 0,0 0 1 0 0,1 0 0 0 0,0-1-1 0 0,0 1 1 0 0,1 0-1 0 0,0 0 1 0 0,1 0-1 0 0,0-1 1 0 0,5 13 0 0 0,-6-19-4 0 0,0 0 0 0 0,0-1 1 0 0,1 1-1 0 0,0 0 0 0 0,0-1 1 0 0,-1 1-1 0 0,1-1 0 0 0,1 1 1 0 0,-1-1-1 0 0,0 0 0 0 0,0 0 1 0 0,1 0-1 0 0,0 0 0 0 0,-1 0 1 0 0,1-1-1 0 0,0 1 0 0 0,4 1 1 0 0,-2-2-15 0 0,-1 0 0 0 0,1 0 0 0 0,0 0 1 0 0,-1-1-1 0 0,1 1 0 0 0,0-1 0 0 0,0 0 0 0 0,-1-1 1 0 0,1 1-1 0 0,8-3 0 0 0,-4 1-21 0 0,1-1-1 0 0,-1 0 1 0 0,0-1 0 0 0,0 0-1 0 0,-1-1 1 0 0,1 1 0 0 0,-1-2-1 0 0,0 1 1 0 0,0-1 0 0 0,-1 0-1 0 0,7-8 1 0 0,-5 4 18 0 0,-2 0 0 0 0,1-1 0 0 0,-1 0 0 0 0,-1-1 0 0 0,7-14 0 0 0,19-63 317 0 0,-26 69-163 0 0,-5 19-172 0 0,0 4-4 0 0,-1 0 25 0 0,1 0 0 0 0,-1 0 1 0 0,0 0-1 0 0,0 0 0 0 0,0 0 1 0 0,0 4-1 0 0,-16 130 93 0 0,-59 238-1 0 0,-13-105 171 0 0,73-236-209 0 0,0 0-1 0 0,-3-1 1 0 0,0-1-1 0 0,-2-1 1 0 0,-39 46-1 0 0,51-68-31 0 0,0-1 1 0 0,-1-1-1 0 0,0 0 0 0 0,0 0 0 0 0,0 0 1 0 0,-1-1-1 0 0,0-1 0 0 0,0 0 0 0 0,0 0 1 0 0,-1-1-1 0 0,0 0 0 0 0,-21 4 0 0 0,25-7-15 0 0,1 0 0 0 0,0 0 0 0 0,0-1 0 0 0,0 0 0 0 0,-1 0 1 0 0,1 0-1 0 0,0-1 0 0 0,0 0 0 0 0,0 0 0 0 0,0-1 0 0 0,0 0 0 0 0,0 0 0 0 0,0 0 0 0 0,0-1 0 0 0,1 1 0 0 0,-1-1 0 0 0,1-1 0 0 0,0 1 0 0 0,0-1 0 0 0,0 0 0 0 0,0 0 0 0 0,1 0 0 0 0,-1-1 0 0 0,-6-9 0 0 0,8 9-8 0 0,0-1 0 0 0,0 1-1 0 0,0 0 1 0 0,1-1-1 0 0,0 1 1 0 0,0-1 0 0 0,0 0-1 0 0,1 1 1 0 0,0-1-1 0 0,0 0 1 0 0,0-9 0 0 0,1 4-4 0 0,0 1 1 0 0,1 0 0 0 0,1 0-1 0 0,0 0 1 0 0,0 0-1 0 0,5-12 1 0 0,2 0-15 0 0,1 0 0 0 0,1 1 0 0 0,0 0 0 0 0,2 1 0 0 0,15-19 0 0 0,12-9-81 0 0,2 1 0 0 0,2 2 0 0 0,90-71 0 0 0,169-95-789 0 0,-97 72 178 0 0,-146 93 631 0 0,-54 40 60 0 0,1 0 0 0 0,-1 0 0 0 0,-1 0-1 0 0,0-1 1 0 0,1 0 0 0 0,5-11 0 0 0,-11 18 21 0 0,0-1 0 0 0,0 1 1 0 0,1-1-1 0 0,-1 1 0 0 0,0-1 0 0 0,0 1 0 0 0,0-1 1 0 0,1 1-1 0 0,-1 0 0 0 0,0-1 0 0 0,0 1 1 0 0,0-1-1 0 0,0 1 0 0 0,0-1 0 0 0,0 1 1 0 0,0-1-1 0 0,0 1 0 0 0,0-1 0 0 0,0 1 1 0 0,0-1-1 0 0,0 1 0 0 0,-1-1 0 0 0,1 1 1 0 0,0-1-1 0 0,0 1 0 0 0,0-1 0 0 0,-1 1 0 0 0,1-1 1 0 0,0 1-1 0 0,0 0 0 0 0,-1-1 0 0 0,1 1 1 0 0,0 0-1 0 0,-1-1 0 0 0,1 1 0 0 0,-1 0 1 0 0,1-1-1 0 0,0 1 0 0 0,-1 0 0 0 0,1 0 1 0 0,-1-1-1 0 0,1 1 0 0 0,-1 0 0 0 0,1 0 1 0 0,-1 0-1 0 0,1 0 0 0 0,-1 0 0 0 0,1 0 0 0 0,-1-1 1 0 0,1 1-1 0 0,-1 1 0 0 0,-1-2-6 0 0,0 1 0 0 0,0 0 0 0 0,0 0 0 0 0,0 0 0 0 0,1 0 0 0 0,-1 1 0 0 0,0-1 0 0 0,0 1 0 0 0,0-1 0 0 0,1 1 0 0 0,-1-1 0 0 0,-3 3 0 0 0,2-1-1 0 0,0 0 0 0 0,0 0 0 0 0,1 0 0 0 0,-1 1-1 0 0,1-1 1 0 0,-1 1 0 0 0,1 0 0 0 0,0 0 0 0 0,0 0 0 0 0,0 0 0 0 0,0 0 0 0 0,1 0 0 0 0,-1 0 0 0 0,1 1 0 0 0,0-1 0 0 0,0 0 0 0 0,0 1 0 0 0,0-1 0 0 0,0 1 0 0 0,1 0 0 0 0,0-1-1 0 0,0 1 1 0 0,0-1 0 0 0,0 1 0 0 0,0 0 0 0 0,1-1 0 0 0,0 1 0 0 0,-1-1 0 0 0,1 1 0 0 0,0-1 0 0 0,1 0 0 0 0,-1 1 0 0 0,3 3 0 0 0,6 12 6 0 0,1 0-1 0 0,16 20 1 0 0,-16-24 6 0 0,-1 0 0 0 0,0 0 0 0 0,-1 1 0 0 0,8 20 0 0 0,-16-33 68 0 0,0-1-1 0 0,0 1 1 0 0,0 0-1 0 0,-1 0 0 0 0,1 0 1 0 0,-1 0-1 0 0,0 0 1 0 0,0 0-1 0 0,0 0 1 0 0,0 0-1 0 0,0-1 1 0 0,-1 1-1 0 0,1 0 1 0 0,-1 0-1 0 0,0 0 1 0 0,0 0-1 0 0,0 0 1 0 0,-2 3-1 0 0,1-2 35 0 0,-1-1 0 0 0,0 1 0 0 0,0-1 0 0 0,0 1 0 0 0,0-1 0 0 0,0 0 0 0 0,-1 0 0 0 0,1-1 0 0 0,-1 1 0 0 0,0-1 0 0 0,-4 3 0 0 0,-1-1-48 0 0,0 0 1 0 0,-1 0-1 0 0,1-1 1 0 0,-1 0-1 0 0,0-1 0 0 0,0 0 1 0 0,0-1-1 0 0,0 1 1 0 0,-16-2-1 0 0,24 0-188 0 0,1 0-1 0 0,-1 0 1 0 0,0 0 0 0 0,1 0 0 0 0,-1 0-1 0 0,0 0 1 0 0,1-1 0 0 0,-1 1 0 0 0,1-1-1 0 0,-1 1 1 0 0,1-1 0 0 0,-1 0-1 0 0,1 0 1 0 0,-1 1 0 0 0,1-1 0 0 0,-1 0-1 0 0,1 0 1 0 0,0 0 0 0 0,0-1-1 0 0,-1 1 1 0 0,1 0 0 0 0,0 0 0 0 0,0-1-1 0 0,0 1 1 0 0,0 0 0 0 0,1-1-1 0 0,-1 1 1 0 0,-1-3 0 0 0,2 0-495 0 0,-1 1 0 0 0,1 0 1 0 0,0-1-1 0 0,0 1 0 0 0,0-1 0 0 0,1 1 0 0 0,-1 0 1 0 0,1-1-1 0 0,0 1 0 0 0,0 0 0 0 0,2-6 1 0 0,5-10-4268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8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2484 0 0,'27'-44'7109'0'0,"-20"30"-2743"0"0,21-26 1 0 0,-28 39-4290 0 0,0 0 0 0 0,1 0 0 0 0,-1 0 0 0 0,1 1 0 0 0,-1-1 1 0 0,1 0-1 0 0,-1 1 0 0 0,1-1 0 0 0,0 0 0 0 0,-1 1 0 0 0,1-1 1 0 0,0 1-1 0 0,0-1 0 0 0,-1 1 0 0 0,1-1 0 0 0,0 1 0 0 0,0 0 1 0 0,0-1-1 0 0,1 1 0 0 0,1 19 88 0 0,-2 47 302 0 0,-3 0 0 0 0,-17 109 1 0 0,10-112-345 0 0,2-1 1 0 0,4 1 0 0 0,4 75 0 0 0,0-131-117 0 0,-1-1-1 0 0,2 1 1 0 0,-1 0 0 0 0,1-1 0 0 0,0 0 0 0 0,5 11 0 0 0,-6-15-79 0 0,0 0 0 0 0,0 0-1 0 0,0 0 1 0 0,1 0 0 0 0,-1 0 0 0 0,1-1-1 0 0,-1 1 1 0 0,1 0 0 0 0,-1-1 0 0 0,1 1 0 0 0,0-1-1 0 0,0 0 1 0 0,0 1 0 0 0,0-1 0 0 0,0 0-1 0 0,0 0 1 0 0,0 0 0 0 0,0-1 0 0 0,0 1 0 0 0,0 0-1 0 0,1-1 1 0 0,-1 0 0 0 0,0 1 0 0 0,0-1-1 0 0,5 0 1 0 0,0-1-508 0 0,1 0 0 0 0,0 0 0 0 0,-1-1 0 0 0,1 0 1 0 0,-1 0-1 0 0,13-7 0 0 0,-11 5-1108 0 0,-1-1 0 0 0,0 0 1 0 0,11-9-1 0 0,5-7-5199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9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144 119 140 0 0,'-144'-5'17203'0'0,"242"-2"-18052"0"0,94-4-3456 0 0,-157 11 3636 0 0,1 1 0 0 0,-1 3-1 0 0,49 9 1 0 0,-75-10 889 0 0,0 0-1 0 0,-1 1 1 0 0,0 0 0 0 0,1 0-1 0 0,-2 1 1 0 0,1 0 0 0 0,0 0-1 0 0,8 9 1 0 0,25 16 1398 0 0,-38-29-1526 0 0,0 0 0 0 0,0 0-1 0 0,0 0 1 0 0,0-1 0 0 0,0 1 0 0 0,0-1-1 0 0,0 0 1 0 0,0 0 0 0 0,1 0 0 0 0,-1 0-1 0 0,0 0 1 0 0,0-1 0 0 0,0 1-1 0 0,0-1 1 0 0,4-2 0 0 0,-1 2-36 0 0,0-1 0 0 0,-1 0 0 0 0,1-1 0 0 0,-1 1 0 0 0,0-1 0 0 0,0 0 0 0 0,5-5 0 0 0,-6 5-40 0 0,-1 0-1 0 0,1-1 0 0 0,-1 0 0 0 0,0 0 0 0 0,0 0 1 0 0,-1 0-1 0 0,1 0 0 0 0,-1 0 0 0 0,0-1 1 0 0,0 1-1 0 0,0-1 0 0 0,-1 1 0 0 0,0-1 0 0 0,1 0 1 0 0,-2 0-1 0 0,1 1 0 0 0,0-1 0 0 0,-1 0 1 0 0,0 0-1 0 0,0 0 0 0 0,-1 0 0 0 0,1 0 0 0 0,-1 1 1 0 0,0-1-1 0 0,0 0 0 0 0,-1 1 0 0 0,0-1 1 0 0,1 0-1 0 0,-1 1 0 0 0,-1 0 0 0 0,1-1 0 0 0,-1 1 1 0 0,1 0-1 0 0,-5-4 0 0 0,4 7-10 0 0,1-1 1 0 0,-1 1-1 0 0,0 0 0 0 0,0 0 1 0 0,0 0-1 0 0,0 1 0 0 0,0-1 1 0 0,0 1-1 0 0,0-1 0 0 0,0 1 1 0 0,0 0-1 0 0,0 0 0 0 0,0 0 1 0 0,0 1-1 0 0,0-1 0 0 0,0 1 1 0 0,1 0-1 0 0,-7 1 0 0 0,0 3 7 0 0,1-1 0 0 0,0 1 0 0 0,0 1 0 0 0,0-1 0 0 0,0 1 0 0 0,1 1 0 0 0,0-1 0 0 0,1 1 0 0 0,-1 1 0 0 0,1-1 0 0 0,0 1 0 0 0,1 0 0 0 0,-8 15-1 0 0,6-9 1 0 0,1 0 0 0 0,0 0 0 0 0,1 1 0 0 0,0 0 0 0 0,1 0 0 0 0,1 0 0 0 0,-2 29-1 0 0,4-36-12 0 0,1-1 0 0 0,0 1 0 0 0,1 0-1 0 0,0-1 1 0 0,0 1 0 0 0,0-1-1 0 0,1 1 1 0 0,0-1 0 0 0,5 9 0 0 0,-6-12-204 0 0,1-1 0 0 0,0 0 0 0 0,0 0 1 0 0,1 1-1 0 0,-1-1 0 0 0,1-1 1 0 0,-1 1-1 0 0,1 0 0 0 0,0-1 0 0 0,0 1 1 0 0,0-1-1 0 0,0 0 0 0 0,1 0 1 0 0,-1 0-1 0 0,1 0 0 0 0,-1-1 1 0 0,1 1-1 0 0,-1-1 0 0 0,8 1 0 0 0,-4 0-850 0 0,-1-1 0 0 0,1-1 0 0 0,-1 1-1 0 0,11-2 1 0 0,8-1-3077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0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27 1516 0 0,'10'-27'11051'0'0,"-8"37"-10686"0"0,1 25 193 0 0,-1-1 0 0 0,-2 0 1 0 0,-1 1-1 0 0,-2-1 0 0 0,-13 60 0 0 0,15-89-435 0 0,-1-1-1 0 0,1 0 1 0 0,-1 1-1 0 0,0-1 0 0 0,-1 0 1 0 0,-4 6-1 0 0,6-8-6 0 0,-1-2-2 0 0,-12 0 2 0 0,12-4-120 0 0,-1-1-1 0 0,1 1 1 0 0,0 0 0 0 0,0-1-1 0 0,1 0 1 0 0,-1 1-1 0 0,1-1 1 0 0,0 0-1 0 0,0 0 1 0 0,1 0 0 0 0,0 1-1 0 0,-1-1 1 0 0,1 0-1 0 0,1 0 1 0 0,-1 0-1 0 0,1 0 1 0 0,0 0 0 0 0,0 1-1 0 0,4-10 1 0 0,-1 2-29 0 0,0 0 1 0 0,1 0-1 0 0,1 0 1 0 0,0 1-1 0 0,1 0 1 0 0,12-16-1 0 0,-15 22 14 0 0,0 0 0 0 0,1 1 0 0 0,-1-1-1 0 0,1 1 1 0 0,0 0 0 0 0,0 0 0 0 0,1 1-1 0 0,-1-1 1 0 0,1 1 0 0 0,0 0 0 0 0,0 1 0 0 0,0 0-1 0 0,0 0 1 0 0,0 0 0 0 0,8-1 0 0 0,-8 2 12 0 0,-1 1 1 0 0,1 0-1 0 0,-1 0 0 0 0,0 0 1 0 0,1 1-1 0 0,-1 0 1 0 0,0 0-1 0 0,0 0 1 0 0,1 1-1 0 0,-1-1 1 0 0,0 1-1 0 0,0 1 1 0 0,-1-1-1 0 0,1 1 0 0 0,0-1 1 0 0,-1 1-1 0 0,0 1 1 0 0,8 6-1 0 0,-2-1 30 0 0,-1 0-1 0 0,0 1 1 0 0,0 0-1 0 0,-1 1 1 0 0,0 0-1 0 0,-1 0 1 0 0,0 1-1 0 0,-1 0 1 0 0,0 0-1 0 0,-1 0 1 0 0,-1 1-1 0 0,0 0 1 0 0,0 0-1 0 0,-1 0 1 0 0,-1 0-1 0 0,2 23 1 0 0,-5-35-15 0 0,1 0 0 0 0,0 0 0 0 0,0 1 0 0 0,0-1 0 0 0,-1 0 0 0 0,1 0 1 0 0,-1 0-1 0 0,1 0 0 0 0,-1 0 0 0 0,1 0 0 0 0,-1 0 0 0 0,1 0 0 0 0,-1 0 0 0 0,-1 1 0 0 0,2-3-7 0 0,1 1-1 0 0,-1 0 0 0 0,0 0 0 0 0,0 0 1 0 0,0 0-1 0 0,0-1 0 0 0,0 1 0 0 0,0 0 0 0 0,0 0 1 0 0,0 0-1 0 0,0-1 0 0 0,0 1 0 0 0,0 0 1 0 0,0 0-1 0 0,0 0 0 0 0,0-1 0 0 0,0 1 1 0 0,0 0-1 0 0,0 0 0 0 0,0 0 0 0 0,0 0 1 0 0,0-1-1 0 0,0 1 0 0 0,-1 0 0 0 0,1 0 0 0 0,0 0 1 0 0,0 0-1 0 0,0-1 0 0 0,0 1 0 0 0,0 0 1 0 0,0 0-1 0 0,-1 0 0 0 0,1 0 0 0 0,0 0 1 0 0,0-1-1 0 0,0 1 0 0 0,0 0 0 0 0,-1 0 0 0 0,1 0 1 0 0,0 0-1 0 0,0 0 0 0 0,0 0 0 0 0,0 0 1 0 0,-1 0-1 0 0,1 0 0 0 0,0 0 0 0 0,0 0 1 0 0,0 0-1 0 0,-1 0 0 0 0,1 0 0 0 0,0 0 1 0 0,0 0-1 0 0,0 0 0 0 0,-1 0 0 0 0,1 0 0 0 0,0 0 1 0 0,0 0-1 0 0,0 0 0 0 0,-1 0 0 0 0,1 0 1 0 0,0 0-1 0 0,0 1 0 0 0,0-1 0 0 0,0 0 1 0 0,0 0-1 0 0,-1 0 0 0 0,1 0 0 0 0,1-17-35 0 0,1-1 0 0 0,1 1-1 0 0,0-1 1 0 0,1 1 0 0 0,1 0-1 0 0,1 1 1 0 0,0-1 0 0 0,2 1-1 0 0,-1 0 1 0 0,2 1 0 0 0,0 0-1 0 0,1 0 1 0 0,0 1 0 0 0,1 0-1 0 0,1 1 1 0 0,0 0 0 0 0,21-17-1 0 0,-30 28 25 0 0,0 0 0 0 0,0 0-1 0 0,0 0 1 0 0,0 1 0 0 0,0-1-1 0 0,0 1 1 0 0,0-1 0 0 0,1 1 0 0 0,-1 0-1 0 0,0 0 1 0 0,1 1 0 0 0,-1-1-1 0 0,1 1 1 0 0,-1-1 0 0 0,1 1-1 0 0,6 1 1 0 0,-8-1 13 0 0,0 1 0 0 0,0-1 0 0 0,-1 1-1 0 0,1-1 1 0 0,0 1 0 0 0,0 0 0 0 0,-1 0 0 0 0,1 0-1 0 0,0 0 1 0 0,-1 0 0 0 0,1 0 0 0 0,-1 0 0 0 0,0 0-1 0 0,1 1 1 0 0,-1-1 0 0 0,0 1 0 0 0,0-1 0 0 0,0 1-1 0 0,0-1 1 0 0,0 1 0 0 0,0 0 0 0 0,0-1 0 0 0,0 1-1 0 0,0 3 1 0 0,2 3 14 0 0,-1 1-1 0 0,0-1 1 0 0,1 16-1 0 0,-2-16-10 0 0,0 9 25 0 0,0 0 0 0 0,-3 25-1 0 0,-1 18 50 0 0,3-59-113 0 0,0 0 0 0 0,0 0 0 0 0,0 0 0 0 0,0 0 0 0 0,1 0 0 0 0,-1 0 0 0 0,0 0 0 0 0,1 0 0 0 0,-1 0 0 0 0,0 0 0 0 0,1 0 0 0 0,-1 0 0 0 0,1 0 0 0 0,-1 0 0 0 0,1 0 0 0 0,0 0 0 0 0,0-1 0 0 0,-1 1 0 0 0,1 0 0 0 0,0 0 0 0 0,0-1 0 0 0,0 1 0 0 0,-1 0 0 0 0,1-1 0 0 0,0 1 0 0 0,0-1 0 0 0,0 1 0 0 0,0-1 0 0 0,0 0 0 0 0,0 1 0 0 0,2-1 0 0 0,1 1-335 0 0,1 0-1 0 0,-1-1 0 0 0,0 0 0 0 0,0 0 1 0 0,7-1-1 0 0,-4 0-756 0 0,1 0 0 0 0,-1 0 0 0 0,0-1-1 0 0,7-3 1 0 0,12-5-4241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1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200 200 3008 0 0,'8'-19'6579'0'0,"0"-7"-1817"0"0,-8 24-4309 0 0,-2 3-415 0 0,0 0-1 0 0,0 1 1 0 0,1-1 0 0 0,-1 0 0 0 0,0 0-1 0 0,0 1 1 0 0,1-1 0 0 0,-1 1-1 0 0,1 0 1 0 0,-1-1 0 0 0,-2 5 0 0 0,0-1 30 0 0,-25 28 28 0 0,2 0 0 0 0,1 2 0 0 0,2 1 1 0 0,1 1-1 0 0,-20 45 0 0 0,40-75-94 0 0,1-1 1 0 0,-1 1-1 0 0,1-1 0 0 0,0 1 1 0 0,1 0-1 0 0,0 0 0 0 0,0 0 1 0 0,0 0-1 0 0,1 8 0 0 0,0-13 0 0 0,0 1 0 0 0,0-1 0 0 0,1 0 0 0 0,-1 0 0 0 0,1 1 0 0 0,0-1 0 0 0,0 0 0 0 0,-1 0 0 0 0,1 0-1 0 0,0 0 1 0 0,1 0 0 0 0,-1 0 0 0 0,0 0 0 0 0,1-1 0 0 0,-1 1 0 0 0,1 0 0 0 0,-1-1 0 0 0,1 1 0 0 0,0-1 0 0 0,0 1 0 0 0,-1-1 0 0 0,1 0-1 0 0,0 0 1 0 0,0 0 0 0 0,0 0 0 0 0,0 0 0 0 0,1 0 0 0 0,-1-1 0 0 0,0 1 0 0 0,0-1 0 0 0,4 1 0 0 0,5 0 9 0 0,0 0 1 0 0,0-1-1 0 0,-1-1 1 0 0,1 0 0 0 0,0 0-1 0 0,-1-1 1 0 0,1 0-1 0 0,-1-1 1 0 0,1 0-1 0 0,-1 0 1 0 0,0-1-1 0 0,0-1 1 0 0,-1 0 0 0 0,1 0-1 0 0,-1-1 1 0 0,0 0-1 0 0,9-9 1 0 0,-6 5-18 0 0,-1 0-1 0 0,0-1 1 0 0,-1 0 0 0 0,0 0 0 0 0,-1-2 0 0 0,0 1 0 0 0,-1-1-1 0 0,0 0 1 0 0,-1-1 0 0 0,-1 1 0 0 0,8-25 0 0 0,-13 33-7 0 0,1-1 0 0 0,-1 0 0 0 0,0 0 0 0 0,-1 0 0 0 0,0 0 0 0 0,0 0 1 0 0,-1-12-1 0 0,0 16 6 0 0,1 0 0 0 0,0-1-1 0 0,-1 1 1 0 0,0 0 0 0 0,1-1 0 0 0,-1 1 0 0 0,0 0 0 0 0,0 0 0 0 0,-1 0 0 0 0,1 0 0 0 0,0 0 0 0 0,-1 0 0 0 0,1 0 0 0 0,-1 0 0 0 0,1 1 0 0 0,-1-1 0 0 0,0 1 0 0 0,0-1 0 0 0,1 1 0 0 0,-1-1 0 0 0,0 1-1 0 0,-3-1 1 0 0,1 1 3 0 0,-1 0 0 0 0,1 0-1 0 0,-1 1 1 0 0,1-1-1 0 0,0 1 1 0 0,-1 0-1 0 0,1 1 1 0 0,-1-1-1 0 0,1 1 1 0 0,0 0-1 0 0,-1 0 1 0 0,1 0-1 0 0,0 0 1 0 0,0 1-1 0 0,0 0 1 0 0,0 0 0 0 0,0 0-1 0 0,0 0 1 0 0,1 0-1 0 0,-1 1 1 0 0,-5 5-1 0 0,2-2 6 0 0,0 0 0 0 0,0 0 0 0 0,1 1 0 0 0,0 0 0 0 0,0 0 0 0 0,1 1 0 0 0,0-1 0 0 0,0 1 0 0 0,-5 13 0 0 0,9-19 1 0 0,0 1 0 0 0,0-1-1 0 0,1 0 1 0 0,-1 1 0 0 0,0-1-1 0 0,1 1 1 0 0,0-1-1 0 0,0 1 1 0 0,-1-1 0 0 0,1 1-1 0 0,1-1 1 0 0,-1 0 0 0 0,0 1-1 0 0,1-1 1 0 0,-1 1-1 0 0,1-1 1 0 0,0 1 0 0 0,0-1-1 0 0,0 0 1 0 0,0 0-1 0 0,1 3 1 0 0,1-2 1 0 0,-1 0 1 0 0,1-1-1 0 0,0 1 1 0 0,0-1-1 0 0,0 1 1 0 0,0-1-1 0 0,0 0 0 0 0,0 0 1 0 0,1 0-1 0 0,-1-1 1 0 0,1 1-1 0 0,4 1 0 0 0,7 1 9 0 0,0-1 0 0 0,-1 0 0 0 0,1-2 0 0 0,0 1 0 0 0,29-2 0 0 0,-16-2-12 0 0,-1-1 0 0 0,0-2 1 0 0,0 0-1 0 0,-1-2 0 0 0,0 0 1 0 0,0-2-1 0 0,0-1 0 0 0,-1-1 1 0 0,27-17-1 0 0,-34 17-3 0 0,0-2 1 0 0,-1 1-1 0 0,-1-2 0 0 0,0 0 1 0 0,0-1-1 0 0,-2-1 0 0 0,0 0 0 0 0,-1-1 1 0 0,0-1-1 0 0,-1 0 0 0 0,-2 0 1 0 0,12-25-1 0 0,24-78 2145 0 0,-46 120-2105 0 0,-2 28 7 0 0,-29 159 124 0 0,6-51-89 0 0,4 15 45 0 0,-2 204-1 0 0,23-269 50 0 0,4-1 0 0 0,4 1-1 0 0,36 164 1 0 0,-29-205 549 0 0,1 0 0 0 0,2-1-1 0 0,39 64 1 0 0,-47-89 1302 0 0,-9-16-1521 0 0,7 1 867 0 0,-10-10-1293 0 0,0 1-1 0 0,-1-1 0 0 0,0 0 1 0 0,0 1-1 0 0,-1 0 1 0 0,0 0-1 0 0,0 0 1 0 0,0 0-1 0 0,-1 1 1 0 0,-9-9-1 0 0,-7-6-50 0 0,-29-21 0 0 0,-11 0 50 0 0,-2 2 0 0 0,-82-37 0 0 0,9 5-45 0 0,125 65-11 0 0,1 0-1 0 0,-1-1 1 0 0,1 0 0 0 0,0-1-1 0 0,1 0 1 0 0,-12-12-1 0 0,18 16-38 0 0,0 1-1 0 0,1-1 1 0 0,-1 0-1 0 0,1 0 1 0 0,0-1-1 0 0,0 1 1 0 0,0 0-1 0 0,0-1 1 0 0,1 1-1 0 0,0-1 1 0 0,0 1-1 0 0,0-1 0 0 0,1 0 1 0 0,-1 1-1 0 0,1-1 1 0 0,0 0-1 0 0,0 1 1 0 0,1-1-1 0 0,1-7 1 0 0,2-2-260 0 0,0 0 1 0 0,1 1 0 0 0,1-1-1 0 0,0 1 1 0 0,0 0 0 0 0,2 1-1 0 0,0-1 1 0 0,0 1-1 0 0,12-13 1 0 0,9-7-1674 0 0,60-51 0 0 0,52-21-3254 0 0,-44 42-1141 0 0,-97 62 6334 0 0,58-36-6305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1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321 124 1404 0 0,'-23'-1'2233'0'0,"10"1"-1332"0"0,1-1 0 0 0,0 2 1 0 0,-1 0-1 0 0,1 0 0 0 0,0 1 0 0 0,-18 5 1 0 0,29-7-865 0 0,1 1 1 0 0,-1-1 0 0 0,0 0 0 0 0,0 0 0 0 0,0 1 0 0 0,1-1 0 0 0,-1 1 0 0 0,0-1 0 0 0,0 0 0 0 0,1 1 0 0 0,-1 0 0 0 0,0-1-1 0 0,1 1 1 0 0,-1-1 0 0 0,0 1 0 0 0,1 0 0 0 0,-1-1 0 0 0,1 1 0 0 0,-1 0 0 0 0,1 0 0 0 0,0-1 0 0 0,-1 1 0 0 0,1 0 0 0 0,0 0-1 0 0,-1 0 1 0 0,1 0 0 0 0,0-1 0 0 0,0 1 0 0 0,0 0 0 0 0,0 0 0 0 0,0 0 0 0 0,0 0 0 0 0,0 0 0 0 0,0-1 0 0 0,0 1 0 0 0,0 0-1 0 0,1 2 1 0 0,0-2 65 0 0,0 1-1 0 0,-1-1 1 0 0,1 1 0 0 0,0-1-1 0 0,1 1 1 0 0,-1-1-1 0 0,0 1 1 0 0,0-1-1 0 0,1 0 1 0 0,-1 0-1 0 0,0 0 1 0 0,1 0-1 0 0,-1 0 1 0 0,1 0-1 0 0,0 0 1 0 0,-1 0-1 0 0,1 0 1 0 0,2 0 0 0 0,5 1 184 0 0,0-1 0 0 0,0 0 0 0 0,1-1 0 0 0,-1 0 0 0 0,0 0 0 0 0,0-1 0 0 0,0 0 1 0 0,1 0-1 0 0,-1-1 0 0 0,-1-1 0 0 0,1 1 0 0 0,0-1 0 0 0,9-5 0 0 0,-16 6-217 0 0,0 0-1 0 0,1 1 0 0 0,-1-1 1 0 0,0-1-1 0 0,0 1 1 0 0,0 0-1 0 0,-1 0 0 0 0,1-1 1 0 0,0 1-1 0 0,-1-1 0 0 0,0 1 1 0 0,1-1-1 0 0,-1 0 1 0 0,0 1-1 0 0,-1-1 0 0 0,1 0 1 0 0,1-5-1 0 0,-2 3-9 0 0,0 1 0 0 0,0-1 0 0 0,0 1 0 0 0,-1-1 0 0 0,0 1 0 0 0,1 0 0 0 0,-1-1 0 0 0,-1 1 0 0 0,1 0 0 0 0,-1 0 0 0 0,-2-5 0 0 0,2 5-44 0 0,0 0 0 0 0,0 0 1 0 0,0 0-1 0 0,-1 1 0 0 0,1-1 1 0 0,-1 1-1 0 0,0-1 1 0 0,0 1-1 0 0,0 0 0 0 0,-1 0 1 0 0,1 1-1 0 0,-1-1 0 0 0,1 1 1 0 0,-1-1-1 0 0,0 1 0 0 0,0 0 1 0 0,0 1-1 0 0,0-1 1 0 0,0 1-1 0 0,-1-1 0 0 0,1 1 1 0 0,0 1-1 0 0,-1-1 0 0 0,-7 0 1 0 0,1 3-15 0 0,1 1 1 0 0,0 0-1 0 0,0 0 0 0 0,0 1 1 0 0,0 0-1 0 0,0 1 1 0 0,1 0-1 0 0,0 0 0 0 0,0 1 1 0 0,0 0-1 0 0,1 1 1 0 0,0 0-1 0 0,-14 15 0 0 0,7-5-5 0 0,0 1-1 0 0,1 1 1 0 0,1 0-1 0 0,1 1 0 0 0,-13 28 1 0 0,20-37-1 0 0,0-1 0 0 0,2 1 0 0 0,-1 0 0 0 0,1 0 0 0 0,1 0 0 0 0,-2 18 0 0 0,3-25 1 0 0,1-1 0 0 0,0 0 0 0 0,0 1 0 0 0,0-1 0 0 0,1 0 0 0 0,-1 1 0 0 0,1-1 0 0 0,0 0 1 0 0,0 0-1 0 0,0 1 0 0 0,0-1 0 0 0,1 0 0 0 0,-1 0 0 0 0,1 0 0 0 0,0-1 0 0 0,0 1 0 0 0,0 0 0 0 0,0-1 0 0 0,0 1 1 0 0,0-1-1 0 0,1 1 0 0 0,-1-1 0 0 0,1 0 0 0 0,0 0 0 0 0,-1 0 0 0 0,6 2 0 0 0,4 1-287 0 0,1-1 0 0 0,0 0 0 0 0,-1 0 0 0 0,1-2 0 0 0,0 1 0 0 0,0-2 0 0 0,18 1 0 0 0,9-2-1805 0 0,46-7 1 0 0,27-12-3873 0 0,-55 7 1210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06:19:02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41 14807,'3'4'0,"0"0"0,-1 1 0,0 0 0,0 0 0,-1 0 0,0 1 0,0-1 0,0 1 0,-1 0 0,0 0 0,0 0 0,-1 0 0,0 0 0,0 0 0,-1 1 0,0-1 0,0 1 0,-1-1 0,1 1 0,-1-1 0,-1 1 0,1-1 0,-1 1 0,0 0 0,-1-1 0,1 1 0,-1-1 0,0 0 0,0 1 0,-1-1 0,0 0 0,0 0 0,0 0 0,0 0 0,-1-1 0,1 1 0,-1-1 0,0 0 0,0 1 0,0-2 0,0 1 0,-1 0 0,1-1 0,-1 0 0,1 0 0,-1 0 0,0-1 0,1 1 0,-1-1 0,0 0 0,1-1 0,-1 1 0,0-1 0,1 0 0,-1-1 0,1 1 0,-1-1 0,1 0 0,0 0 0,0-1 0,0 0 0,0 0 0,0 0 0,1-1 0,-1 0 0,1 0 0,0-1 0,0 1 0,1-1 0,-1 0 0,1-1 0,0 1 0,1-1 0,-1 0 0,1-1 0,0 1 0,0-1 0,1 0 0,0 0 0,0-1 0,0 1 0,1-1 0,0 0 0,0 0 0,1 0 0,0-1 0,0 1 0,0-1 0,1 0 0,0 1 0,1-1 0,-1-1 0,1 1 0,1 0 0,-1 0 0,1-1 0,0 1 0,1-1 0,0 1 0,0-1 0,0 0 0,1 1 0,-1-1 0,1 1 0,1-1 0,-1 1 0,1-1 0,0 1 0,1 0 0,-1 0 0,1-1 0,0 1 0,0 0 0,0 1 0,1-1 0,-1 1 0,1-1 0,0 1 0,0 0 0,0 0 0,1 0 0,-1 1 0,0-1 0,1 1 0,-1 0 0,1 0 0,0 1 0,-1 0 0,1-1 0,0 2 0,0-1 0,-1 1 0,1-1 0,-1 2 0,1-1 0,-1 0 0,1 1 0,-1 0 0,0 1 0,0-1 0,0 1 0,0 0 0,0 1 0,-1-1 0,1 1 0,-1 1 0,0-1 0,0 1 0,-1 0 0,1 0 0,-1 0 0,0 1 0,0 0 0,-1 0 0,0 0 0,0 1 0,0-1 0,-1 1 0,0 1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44 628 0 0,'16'-44'12100'0'0,"-34"56"-10609"0"0,4 1-1007 0 0,1 0 0 0 0,0 0 0 0 0,0 1 0 0 0,-11 19 0 0 0,-40 66 12 0 0,56-86-429 0 0,-4 7 20 0 0,1 0 0 0 0,-12 30-1 0 0,21-44-72 0 0,0 1 0 0 0,0 0-1 0 0,0-1 1 0 0,0 1 0 0 0,1 0-1 0 0,0 0 1 0 0,1 0 0 0 0,0 0 0 0 0,0-1-1 0 0,0 1 1 0 0,1 0 0 0 0,2 10-1 0 0,-3-14-33 0 0,1 0 1 0 0,1 0-1 0 0,-1-1 0 0 0,0 1 0 0 0,1 0 0 0 0,0-1 1 0 0,-1 1-1 0 0,1-1 0 0 0,0 1 0 0 0,0-1 0 0 0,0 0 1 0 0,1 0-1 0 0,-1 0 0 0 0,1 0 0 0 0,3 2 0 0 0,-1-1-95 0 0,1 0-1 0 0,-1-1 1 0 0,1 0-1 0 0,-1 0 0 0 0,1 0 1 0 0,0-1-1 0 0,9 1 1 0 0,1-1-227 0 0,0 0 1 0 0,0-1 0 0 0,0-1 0 0 0,1-1 0 0 0,15-4-1 0 0,-16 2 125 0 0,1-1 0 0 0,-1 0 0 0 0,-1-1 0 0 0,1-1 0 0 0,-1-1 0 0 0,0 0-1 0 0,-1-1 1 0 0,0 0 0 0 0,0-1 0 0 0,23-23 0 0 0,-17 13 696 0 0,-2-1 1 0 0,0-1-1 0 0,-1 0 1 0 0,-1-2 0 0 0,22-44-1 0 0,-32 53 192 0 0,-10 17-63 0 0,-15 23-21 0 0,9-8-349 0 0,0 0-1 0 0,1 1 0 0 0,0 0 1 0 0,-8 31-1 0 0,14-41-193 0 0,1 1-1 0 0,0-1 1 0 0,1 0 0 0 0,0 1 0 0 0,0-1-1 0 0,1 1 1 0 0,0-1 0 0 0,0 1-1 0 0,1-1 1 0 0,0 1 0 0 0,0-1 0 0 0,1 0-1 0 0,4 13 1 0 0,-4-16-31 0 0,1-1 1 0 0,-1 0-1 0 0,1 0 0 0 0,-1 0 0 0 0,1 0 1 0 0,0-1-1 0 0,1 1 0 0 0,-1-1 0 0 0,0 0 1 0 0,1 0-1 0 0,0 0 0 0 0,0 0 1 0 0,0-1-1 0 0,0 1 0 0 0,6 2 0 0 0,-3-3-42 0 0,0 1 0 0 0,0-1 0 0 0,0 0 0 0 0,1-1 0 0 0,-1 0 0 0 0,0 0 0 0 0,1-1-1 0 0,-1 1 1 0 0,12-3 0 0 0,-10 1-43 0 0,-1 0-1 0 0,0-1 1 0 0,0 0 0 0 0,0 0 0 0 0,0-1-1 0 0,0 0 1 0 0,-1 0 0 0 0,12-7-1 0 0,-15 7 11 0 0,1 0 0 0 0,-1-1 1 0 0,0 1-1 0 0,0-1 0 0 0,0 1 0 0 0,-1-1 0 0 0,1 0 0 0 0,-1-1 0 0 0,0 1 0 0 0,0 0 1 0 0,0-1-1 0 0,-1 0 0 0 0,3-6 0 0 0,-3 5 45 0 0,0-1 0 0 0,-1 1-1 0 0,1-1 1 0 0,-1 1 0 0 0,-1-1 0 0 0,0 1 0 0 0,1-1 0 0 0,-2 1 0 0 0,1-1 0 0 0,-1 1-1 0 0,0-1 1 0 0,-1 1 0 0 0,1-1 0 0 0,-1 1 0 0 0,0 0 0 0 0,-1 0 0 0 0,0 0 0 0 0,0 0-1 0 0,0 0 1 0 0,0 1 0 0 0,-6-7 0 0 0,-3-3-10 0 0,-1 1 0 0 0,0 0 0 0 0,-1 1 0 0 0,-1 1 0 0 0,-31-21 0 0 0,41 30 51 0 0,1 1-50 0 0,1-1 1 0 0,-1 1-1 0 0,1-1 0 0 0,-1 0 0 0 0,1 0 1 0 0,0 0-1 0 0,0 0 0 0 0,-3-4 0 0 0,6 6 24 0 0,0 1 1 0 0,0-1-1 0 0,0 1 0 0 0,0 0 1 0 0,0-1-1 0 0,0 1 0 0 0,1 0 1 0 0,-1-1-1 0 0,0 1 0 0 0,0-1 1 0 0,0 1-1 0 0,0 0 0 0 0,1-1 1 0 0,-1 1-1 0 0,0 0 0 0 0,0-1 1 0 0,0 1-1 0 0,1 0 0 0 0,-1 0 1 0 0,0-1-1 0 0,1 1 0 0 0,-1 0 1 0 0,0 0-1 0 0,1-1 0 0 0,-1 1 0 0 0,0 0 1 0 0,1 0-1 0 0,-1 0 0 0 0,0 0 1 0 0,1 0-1 0 0,-1-1 0 0 0,0 1 1 0 0,1 0-1 0 0,0 0 0 0 0,11-4 4 0 0,-12 4-1 0 0,27-5-18 0 0,-1 1 0 0 0,0 2 0 0 0,1 0 0 0 0,-1 2 0 0 0,1 1 0 0 0,-1 1 1 0 0,1 1-1 0 0,-1 1 0 0 0,0 2 0 0 0,0 0 0 0 0,36 15 0 0 0,-51-16 3 0 0,-1-1 1 0 0,0 1-1 0 0,0 1 0 0 0,-1 0 1 0 0,0 0-1 0 0,0 1 1 0 0,0 0-1 0 0,-1 0 1 0 0,12 14-1 0 0,-16-16 39 0 0,0 1 0 0 0,0-1 1 0 0,-1 1-1 0 0,1-1 0 0 0,-2 1 0 0 0,1 0 1 0 0,-1 0-1 0 0,0 1 0 0 0,0-1 0 0 0,0 0 0 0 0,-1 1 1 0 0,0-1-1 0 0,0 1 0 0 0,-1-1 0 0 0,0 1 0 0 0,0-1 1 0 0,-2 11-1 0 0,2-11 30 0 0,-1-1 1 0 0,-1 0 0 0 0,1 0-1 0 0,-1 0 1 0 0,0-1 0 0 0,0 1-1 0 0,0 0 1 0 0,-1-1-1 0 0,1 1 1 0 0,-1-1 0 0 0,-6 7-1 0 0,8-10 71 0 0,-12-7-42 0 0,12-1-69 0 0,1 0-1 0 0,0 0 1 0 0,1 0 0 0 0,-1 0 0 0 0,1 1 0 0 0,1-1 0 0 0,-1 0 0 0 0,1 0 0 0 0,1 1 0 0 0,-1 0 0 0 0,1-1 0 0 0,0 1 0 0 0,0 0 0 0 0,8-11 0 0 0,3-2-21 0 0,0 1-1 0 0,1 1 1 0 0,20-18 0 0 0,-25 26 41 0 0,1 0-1 0 0,0 1 1 0 0,0 0-1 0 0,0 1 1 0 0,1 1 0 0 0,0 0-1 0 0,1 0 1 0 0,22-6 0 0 0,-28 10 44 0 0,0 0 0 0 0,0 1 1 0 0,1 0-1 0 0,-1 0 0 0 0,0 1 1 0 0,0 0-1 0 0,14 2 0 0 0,-16-1-3 0 0,-1 0 0 0 0,1 0-1 0 0,-1 0 1 0 0,0 1 0 0 0,0 0-1 0 0,1 0 1 0 0,-1 0 0 0 0,0 0-1 0 0,-1 1 1 0 0,1-1 0 0 0,0 1-1 0 0,-1 0 1 0 0,5 5-1 0 0,-4-3 6 0 0,-1 0 0 0 0,0 0-1 0 0,0 0 1 0 0,0 0 0 0 0,0 0 0 0 0,-1 1-1 0 0,0-1 1 0 0,0 1 0 0 0,0 0-1 0 0,-1 0 1 0 0,0 0 0 0 0,0 0-1 0 0,0 0 1 0 0,-1 0 0 0 0,0-1-1 0 0,0 1 1 0 0,-2 10 0 0 0,-2 9 30 0 0,-1 0 0 0 0,-15 44 0 0 0,12-42-197 0 0,6-21-192 0 0,-3 15-2566 0 0,5-21 2765 0 0,0 0 0 0 0,0 1 0 0 0,0-1 0 0 0,0 1 0 0 0,1-1 0 0 0,-1 0 0 0 0,0 1 0 0 0,0-1 0 0 0,0 1 0 0 0,0-1 0 0 0,1 0 0 0 0,-1 1 0 0 0,0-1 0 0 0,1 0 0 0 0,-1 0 0 0 0,0 1 0 0 0,0-1 0 0 0,1 0 0 0 0,-1 1 0 0 0,0-1 0 0 0,1 0 0 0 0,-1 0 0 0 0,1 0 0 0 0,-1 0 0 0 0,0 1 0 0 0,1-1 0 0 0,-1 0 0 0 0,0 0 0 0 0,1 0 0 0 0,-1 0 0 0 0,1 0 0 0 0,-1 0 0 0 0,1 0 0 0 0,-1 0 0 0 0,0 0 0 0 0,1 0 0 0 0,-1 0 0 0 0,1 0 0 0 0,-1 0-1 0 0,0 0 1 0 0,1 0 0 0 0,-1-1 0 0 0,1 1 0 0 0,-1 0 0 0 0,0 0 0 0 0,1 0 0 0 0,0-1 0 0 0,21-7-1450 0 0,0 0-1 0 0,-1-2 0 0 0,0-1 0 0 0,31-19 1 0 0,76-63-123 0 0,-107 76 3221 0 0,0-1 0 0 0,-2 0 0 0 0,0-2 0 0 0,-1 0 0 0 0,19-27 0 0 0,-36 45-1352 0 0,1-1-1 0 0,-1 1 1 0 0,0 0-1 0 0,0-1 1 0 0,0 1-1 0 0,0-1 1 0 0,0 0-1 0 0,-1 1 1 0 0,1-1-1 0 0,-1 0 1 0 0,0 1-1 0 0,1-1 1 0 0,-1 0-1 0 0,-1-3 1 0 0,1 3-30 0 0,-2 2-146 0 0,0 1 0 0 0,0 0-1 0 0,-1 0 1 0 0,1 0 0 0 0,0 0-1 0 0,0 0 1 0 0,-1 0 0 0 0,1 1 0 0 0,0-1-1 0 0,-4 2 1 0 0,5-2-37 0 0,-3 1 10 0 0,0 0 1 0 0,1 0 0 0 0,0 1 0 0 0,-1-1 0 0 0,1 1-1 0 0,0-1 1 0 0,-1 1 0 0 0,1 0 0 0 0,0 0-1 0 0,0 1 1 0 0,1-1 0 0 0,-1 1 0 0 0,0-1 0 0 0,1 1-1 0 0,-1 0 1 0 0,1 0 0 0 0,0 0 0 0 0,0 0-1 0 0,0 0 1 0 0,1 1 0 0 0,-1-1 0 0 0,1 0 0 0 0,0 1-1 0 0,0 0 1 0 0,0-1 0 0 0,0 1 0 0 0,0-1 0 0 0,1 1-1 0 0,0 0 1 0 0,-1-1 0 0 0,2 7 0 0 0,0 0-18 0 0,1 1 1 0 0,0-1 0 0 0,1 0-1 0 0,0 0 1 0 0,0 0-1 0 0,1 0 1 0 0,0-1 0 0 0,1 1-1 0 0,9 14 1 0 0,-12-22 11 0 0,11 18 202 0 0,15 28 0 0 0,-27-47-158 0 0,-1 0-1 0 0,1 1 0 0 0,-1-1 0 0 0,1 1 0 0 0,-1-1 0 0 0,0 1 0 0 0,1-1 0 0 0,-1 1 1 0 0,0-1-1 0 0,0 1 0 0 0,0-1 0 0 0,0 1 0 0 0,0-1 0 0 0,0 1 0 0 0,-1 0 1 0 0,1-1-1 0 0,0 0 0 0 0,-1 1 0 0 0,1-1 0 0 0,-1 1 0 0 0,-1 2 0 0 0,0-2 0 0 0,0 0 0 0 0,1 0 0 0 0,-1 0 0 0 0,-1 0 0 0 0,1 0 0 0 0,0 0-1 0 0,0-1 1 0 0,-1 1 0 0 0,1-1 0 0 0,-1 1 0 0 0,-2 0 0 0 0,-5 2 41 0 0,0-1 0 0 0,-1 0 1 0 0,0 0-1 0 0,-19 1 1 0 0,17-2-106 0 0,0-2 1 0 0,-1 0 0 0 0,-15-2-1 0 0,22 1-598 0 0,1 0 0 0 0,0 0-1 0 0,0-1 1 0 0,-11-4 0 0 0,16 6 350 0 0,0-1 0 0 0,1 1 0 0 0,-1 0 1 0 0,0-1-1 0 0,0 1 0 0 0,0-1 0 0 0,1 1 1 0 0,-1-1-1 0 0,0 1 0 0 0,1-1 0 0 0,-1 1 1 0 0,0-1-1 0 0,1 0 0 0 0,-1 1 0 0 0,1-1 1 0 0,-1 0-1 0 0,1 0 0 0 0,-1 1 0 0 0,1-1 1 0 0,0 0-1 0 0,-1 0 0 0 0,1 0 0 0 0,0 0 0 0 0,-1 1 1 0 0,1-1-1 0 0,0 0 0 0 0,0 0 0 0 0,0 0 1 0 0,0 0-1 0 0,0 0 0 0 0,0 0 0 0 0,0 1 1 0 0,0-1-1 0 0,1 0 0 0 0,-1 0 0 0 0,0 0 1 0 0,0 0-1 0 0,1 0 0 0 0,-1 0 0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6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2320 0 0,'50'-32'16384'0'0,"-39"28"-14227"0"0,-10 5-2112 0 0,0 0 0 0 0,0 0 0 0 0,0 0 0 0 0,-1 1 0 0 0,1-1 0 0 0,0 0 1 0 0,0 1-1 0 0,-1-1 0 0 0,1 0 0 0 0,-1 1 0 0 0,1-1 0 0 0,-1 1 0 0 0,0-1 0 0 0,0 1 1 0 0,1-1-1 0 0,-1 4 0 0 0,-2 29 268 0 0,0-16-191 0 0,-4 44 214 0 0,-2 17-199 0 0,8-70-110 0 0,0-1 0 0 0,0 0 0 0 0,1 0 0 0 0,1 0 0 0 0,-1 0 0 0 0,1 0-1 0 0,4 11 1 0 0,-5-18-124 0 0,0 1 0 0 0,0 0 0 0 0,0 0 0 0 0,0-1-1 0 0,0 1 1 0 0,1-1 0 0 0,-1 1 0 0 0,0-1-1 0 0,1 0 1 0 0,-1 1 0 0 0,1-1 0 0 0,0 0 0 0 0,-1 0-1 0 0,1 0 1 0 0,0 0 0 0 0,0 0 0 0 0,0 0 0 0 0,-1-1-1 0 0,1 1 1 0 0,0-1 0 0 0,0 1 0 0 0,0-1-1 0 0,0 0 1 0 0,0 1 0 0 0,0-1 0 0 0,0 0 0 0 0,0 0-1 0 0,0-1 1 0 0,0 1 0 0 0,0 0 0 0 0,0-1-1 0 0,0 1 1 0 0,0-1 0 0 0,2 0 0 0 0,4-2-1148 0 0,-1 0 1 0 0,1 0 0 0 0,-1 0-1 0 0,0-1 1 0 0,0 0-1 0 0,0-1 1 0 0,7-5 0 0 0,6-9-5746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6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97 392 0 0,'-14'-12'2876'0'0,"3"0"-475"0"0,-4 1-585 0 0,5 1-160 0 0,-1 2-520 0 0,2 2-88 0 0,-3-2-204 0 0,6 1-168 0 0,-4 1 236 0 0,-1-4-644 0 0,0 4-724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64 1236 0 0,'40'-55'17022'0'0,"-40"55"-16952"0"0,0 0-1 0 0,0-1 1 0 0,0 1 0 0 0,0 0 0 0 0,0-1 0 0 0,0 1 0 0 0,0 0-1 0 0,0-1 1 0 0,0 1 0 0 0,0 0 0 0 0,0-1 0 0 0,0 1 0 0 0,0 0 0 0 0,-1-1-1 0 0,1 1 1 0 0,0 0 0 0 0,0-1 0 0 0,0 1 0 0 0,-1 0 0 0 0,1 0 0 0 0,0-1-1 0 0,0 1 1 0 0,-1 0 0 0 0,1 0 0 0 0,0-1 0 0 0,0 1 0 0 0,-1 0-1 0 0,1 0 1 0 0,0 0 0 0 0,-1 0 0 0 0,1-1 0 0 0,0 1 0 0 0,-1 0 0 0 0,1 0-1 0 0,-1 0 1 0 0,-16 3 694 0 0,-23 19-1085 0 0,32-17 570 0 0,2-1-278 0 0,1-1 0 0 0,0 1 0 0 0,0-1 0 0 0,0 2 0 0 0,0-1 0 0 0,1 0 0 0 0,0 1 0 0 0,0 0 1 0 0,0 0-1 0 0,0 0 0 0 0,1 0 0 0 0,0 1 0 0 0,-4 8 0 0 0,6-11 23 0 0,0 1-1 0 0,0-1 1 0 0,0 1 0 0 0,0 0 0 0 0,1 0 0 0 0,-1-1 0 0 0,1 1-1 0 0,0 0 1 0 0,0 0 0 0 0,0-1 0 0 0,1 1 0 0 0,-1 0 0 0 0,1 0-1 0 0,0-1 1 0 0,0 1 0 0 0,0-1 0 0 0,1 1 0 0 0,-1-1-1 0 0,1 1 1 0 0,0-1 0 0 0,0 0 0 0 0,0 0 0 0 0,4 5 0 0 0,74 73 22 0 0,-41-43-46 0 0,-38-37 36 0 0,0 0 0 0 0,0 0 0 0 0,0 0 0 0 0,0 0 0 0 0,-1 0 1 0 0,1 0-1 0 0,-1 0 0 0 0,1 0 0 0 0,0 0 0 0 0,-1 0 1 0 0,0 1-1 0 0,1-1 0 0 0,-1 0 0 0 0,0 0 0 0 0,1 0 0 0 0,-1 1 1 0 0,0-1-1 0 0,0 0 0 0 0,0 0 0 0 0,0 1 0 0 0,0-1 0 0 0,-1 0 1 0 0,1 0-1 0 0,0 0 0 0 0,0 1 0 0 0,-1-1 0 0 0,1 0 1 0 0,-1 0-1 0 0,1 0 0 0 0,-1 0 0 0 0,0 0 0 0 0,1 0 0 0 0,-1 0 1 0 0,0 0-1 0 0,1 0 0 0 0,-1 0 0 0 0,0 0 0 0 0,0 0 1 0 0,0 0-1 0 0,-2 0 0 0 0,-1 3 44 0 0,-1 0 0 0 0,0-1 1 0 0,0 0-1 0 0,0 0 0 0 0,-1 0 0 0 0,1 0 1 0 0,-7 1-1 0 0,-3 1 13 0 0,-1 0 1 0 0,0-1-1 0 0,-1 0 1 0 0,1-2-1 0 0,-1 0 1 0 0,1 0-1 0 0,-1-2 1 0 0,-18-1-1 0 0,34 1-197 0 0,-1 0-1 0 0,0 0 1 0 0,1 0-1 0 0,-1 0 1 0 0,0 0-1 0 0,1-1 1 0 0,-1 1 0 0 0,0-1-1 0 0,1 1 1 0 0,-1-1-1 0 0,1 1 1 0 0,-1-1-1 0 0,1 0 1 0 0,-1 0-1 0 0,1 0 1 0 0,-1 0-1 0 0,1 0 1 0 0,-3-2-1 0 0,4 2 13 0 0,0 0-1 0 0,0 1 1 0 0,0-1-1 0 0,0 0 1 0 0,-1 0-1 0 0,1 0 1 0 0,0 0-1 0 0,0 0 1 0 0,1 0-1 0 0,-1 0 1 0 0,0 0-1 0 0,0 1 1 0 0,0-1-1 0 0,1 0 1 0 0,-1 0-1 0 0,0 0 1 0 0,1 0-1 0 0,-1 1 1 0 0,1-1-1 0 0,-1 0 1 0 0,1 0 0 0 0,-1 1-1 0 0,1-1 1 0 0,0-1-1 0 0,7-6-1306 0 0,1 0-1 0 0,-1 0 1 0 0,19-11-1 0 0,-22 15 803 0 0,21-14-2673 0 0,1-3-1157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19 130 2320 0 0,'21'-29'7770'0'0,"19"-36"-1"0"0,-23 35-2900 0 0,-16 28-4508 0 0,-1 2-335 0 0,0 0-1 0 0,0 0 1 0 0,0 0-1 0 0,1-1 0 0 0,-1 1 1 0 0,0 0-1 0 0,0 0 1 0 0,0 0-1 0 0,0-1 0 0 0,0 1 1 0 0,0 0-1 0 0,1 0 1 0 0,-1 0-1 0 0,0 0 0 0 0,0-1 1 0 0,0 1-1 0 0,0 0 1 0 0,1 0-1 0 0,-1 0 0 0 0,0 0 1 0 0,0 0-1 0 0,0 0 0 0 0,1 0 1 0 0,-1-1-1 0 0,0 1 1 0 0,0 0-1 0 0,1 0 0 0 0,-1 0 1 0 0,0 0-1 0 0,0 0 1 0 0,0 0-1 0 0,1 0 0 0 0,-1 0 1 0 0,0 0-1 0 0,1 0 1 0 0,-6 70 1368 0 0,-3-1 1 0 0,-25 109-1 0 0,25-144-1154 0 0,-3 20 15 0 0,-2-1-6 0 0,3 1 1 0 0,-6 106-1 0 0,19-129-298 0 0,-2-30-5 0 0,-1-1 0 0 0,0 1 0 0 0,1 0 0 0 0,-1 0 0 0 0,0 0 0 0 0,1 0 0 0 0,-1 0 0 0 0,1 0 0 0 0,0 0 0 0 0,-1-1-1 0 0,1 1 1 0 0,-1 0 0 0 0,1-1 0 0 0,0 1 0 0 0,0 0 0 0 0,0-1 0 0 0,-1 1 0 0 0,1-1 0 0 0,0 1 0 0 0,0-1 0 0 0,0 1 0 0 0,0-1 0 0 0,0 0 0 0 0,0 1 0 0 0,0-1 0 0 0,0 0 0 0 0,0 0 0 0 0,0 0 0 0 0,0 1 0 0 0,0-1 0 0 0,0 0 0 0 0,1-1 0 0 0,7 0-666 0 0,0-2-1 0 0,0 1 1 0 0,0-1 0 0 0,0 0 0 0 0,-1-1 0 0 0,0 0 0 0 0,1 0-1 0 0,8-7 1 0 0,-2 0-1934 0 0,1-1 0 0 0,-2 0 0 0 0,17-18 0 0 0,-2-3-5442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7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7 340 0 0,'-149'0'15025'0'0,"230"4"-14849"0"0,82-11-8296 0 0,-118 4 3103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438 193 1040 0 0,'-46'6'4844'0'0,"-19"4"1458"0"0,63-10-5797 0 0,-22 2 1818 0 0,15-3-243 0 0,32-13-1359 0 0,-15 10-652 0 0,0 0 0 0 0,-1-1 0 0 0,1-1 0 0 0,-1 1 0 0 0,0-1 0 0 0,-1 0 0 0 0,1-1 0 0 0,8-11 0 0 0,-13 15-64 0 0,0 0-1 0 0,-1 0 1 0 0,1 0-1 0 0,-1-1 1 0 0,1 1-1 0 0,-1 0 0 0 0,0-1 1 0 0,0 1-1 0 0,-1-1 1 0 0,1 1-1 0 0,-1-1 0 0 0,0 1 1 0 0,0-1-1 0 0,0 1 1 0 0,0-1-1 0 0,0 1 1 0 0,-1-1-1 0 0,0 1 0 0 0,1-1 1 0 0,-1 1-1 0 0,-1 0 1 0 0,1-1-1 0 0,0 1 0 0 0,-1 0 1 0 0,0 0-1 0 0,-2-3 1 0 0,3 3-14 0 0,-2 0 0 0 0,1 0 0 0 0,0 0-1 0 0,0 1 1 0 0,-1-1 0 0 0,0 1 0 0 0,1 0 0 0 0,-1-1 0 0 0,0 1 0 0 0,0 0 0 0 0,0 1 0 0 0,0-1 0 0 0,-1 1 0 0 0,-3-2 0 0 0,1 1-4 0 0,0 0 0 0 0,0 1 0 0 0,-1 0 0 0 0,1 1 0 0 0,0 0 0 0 0,0-1 0 0 0,-11 3 0 0 0,3 0 3 0 0,0 1 0 0 0,-1 0 0 0 0,2 1 1 0 0,-1 1-1 0 0,0 0 0 0 0,-16 10 0 0 0,14-6-26 0 0,1 0 0 0 0,0 1 0 0 0,1 1-1 0 0,0 1 1 0 0,-17 17 0 0 0,24-22 26 0 0,1 1 0 0 0,-1 0 1 0 0,1 0-1 0 0,1 0 0 0 0,-1 1 0 0 0,2 0 0 0 0,-1 0 0 0 0,1 0 0 0 0,0 1 0 0 0,-4 19 1 0 0,7-26 22 0 0,1-1 1 0 0,0 1 0 0 0,-1 0-1 0 0,1 0 1 0 0,0 0 0 0 0,1-1-1 0 0,-1 1 1 0 0,0 0 0 0 0,1 0-1 0 0,0-1 1 0 0,-1 1 0 0 0,1 0-1 0 0,0-1 1 0 0,0 1 0 0 0,1-1-1 0 0,-1 1 1 0 0,0-1 0 0 0,4 4-1 0 0,-2-3-3 0 0,0 1 0 0 0,1-1 0 0 0,0 0 0 0 0,0 0 0 0 0,0 0 0 0 0,0-1 0 0 0,0 1 0 0 0,1-1 0 0 0,8 3 0 0 0,2 0-281 0 0,1-1 0 0 0,1 0-1 0 0,-1-1 1 0 0,0-1 0 0 0,21 0 0 0 0,-4-2-1623 0 0,1-1 0 0 0,-1-1-1 0 0,0-2 1 0 0,38-9 0 0 0,-32 2-2885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8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1940 0 0,'13'-50'11741'0'0,"-9"63"-10324"0"0,0 15-786 0 0,0 0-1 0 0,-2 1 1 0 0,-1-1-1 0 0,-6 54 1 0 0,-3-15 422 0 0,8-68-1027 0 0,0 1-1 0 0,0 0 1 0 0,0 0-1 0 0,-1-1 1 0 0,1 1-1 0 0,0 0 1 0 0,0-1-1 0 0,0 1 1 0 0,0 0-1 0 0,-1 0 1 0 0,1-1-1 0 0,0 1 1 0 0,0 0-1 0 0,-1 0 1 0 0,1 0-1 0 0,0 0 1 0 0,0-1-1 0 0,-1 1 1 0 0,1 0-1 0 0,0 0 1 0 0,-1 0 0 0 0,1 0-1 0 0,0 0 1 0 0,-1 0-1 0 0,1 0 1 0 0,0 0-1 0 0,0-1 1 0 0,-1 1-1 0 0,1 0 1 0 0,0 0-1 0 0,-1 1 1 0 0,1-1-1 0 0,0 0 1 0 0,-1 0-1 0 0,1 0 1 0 0,0 0-1 0 0,-1 0 1 0 0,1 0-1 0 0,0 0 1 0 0,0 0-1 0 0,-1 1 1 0 0,1-1-1 0 0,0 0 1 0 0,-1 0-1 0 0,1 0 1 0 0,0 1-1 0 0,0-1 1 0 0,0 0-1 0 0,-1 0 1 0 0,1 0-1 0 0,0 1 1 0 0,0-1-1 0 0,0 0 1 0 0,-1 1-1 0 0,1-1 1 0 0,0 0-1 0 0,0 0 1 0 0,0 1-1 0 0,0 0 1 0 0,2-12 13 0 0,1 1 0 0 0,1 0 0 0 0,0 1-1 0 0,0-1 1 0 0,1 0 0 0 0,0 1 0 0 0,0 0 0 0 0,1 1 0 0 0,0-1 0 0 0,14-14 0 0 0,-10 14-48 0 0,1-1 0 0 0,-1 1-1 0 0,1 1 1 0 0,1 0 0 0 0,0 0-1 0 0,0 2 1 0 0,0-1 0 0 0,16-5-1 0 0,-18 8-16 0 0,-1 1 1 0 0,1 1-1 0 0,0-1 0 0 0,0 2 0 0 0,0-1 0 0 0,0 1 0 0 0,0 1 0 0 0,0 0 0 0 0,1 0 1 0 0,-1 1-1 0 0,14 3 0 0 0,-17-2 10 0 0,1 0 1 0 0,-1 1-1 0 0,1 0 0 0 0,-1 0 1 0 0,0 0-1 0 0,-1 1 0 0 0,1 1 1 0 0,0-1-1 0 0,-1 1 0 0 0,0 0 1 0 0,0 0-1 0 0,-1 1 0 0 0,1 0 1 0 0,-1 0-1 0 0,8 13 1 0 0,-10-14 2 0 0,0 0 1 0 0,0 0 0 0 0,-1 1 0 0 0,1-1 0 0 0,-2 1-1 0 0,1-1 1 0 0,0 1 0 0 0,-1 0 0 0 0,1 11 0 0 0,-2-2-57 0 0,0 0 0 0 0,-4 21 0 0 0,-1 18-5105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49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80 1796 0 0,'2'-2'529'0'0,"1"-2"534"0"0,0 0 0 0 0,1-1 0 0 0,-1 1 1 0 0,-1 0-1 0 0,1-1 0 0 0,-1 0 0 0 0,1 1 1 0 0,-1-1-1 0 0,-1 0 0 0 0,1 0 0 0 0,-1 0 1 0 0,2-7-1 0 0,-4 11-987 0 0,1 1 1 0 0,0-1-1 0 0,-1 0 1 0 0,1 1-1 0 0,0-1 1 0 0,-1 1-1 0 0,1-1 1 0 0,-1 0-1 0 0,1 1 1 0 0,-1-1-1 0 0,1 1 1 0 0,-1-1-1 0 0,1 1 1 0 0,-1 0-1 0 0,0-1 1 0 0,1 1 0 0 0,-1 0-1 0 0,1-1 1 0 0,-1 1-1 0 0,0 0 1 0 0,0 0-1 0 0,1-1 1 0 0,-1 1-1 0 0,0 0 1 0 0,1 0-1 0 0,-1 0 1 0 0,0 0-1 0 0,1 0 1 0 0,-1 0-1 0 0,0 0 1 0 0,0 0-1 0 0,1 0 1 0 0,-1 1-1 0 0,0-1 1 0 0,1 0-1 0 0,-2 1 1 0 0,-12 3 210 0 0,0 1 1 0 0,1 0-1 0 0,0 1 1 0 0,0 1-1 0 0,0 0 1 0 0,1 1-1 0 0,-22 17 1 0 0,9-4-190 0 0,1 1 0 0 0,-32 39 1 0 0,46-49-82 0 0,1 1-1 0 0,0-1 1 0 0,1 1 0 0 0,0 1 0 0 0,-6 14 0 0 0,12-23 1 0 0,0 0 0 0 0,0 0 0 0 0,1 0-1 0 0,0 0 1 0 0,-1 0 0 0 0,2 0 0 0 0,-1 0 0 0 0,1 0 0 0 0,-1 1 0 0 0,1-1-1 0 0,1 0 1 0 0,-1 0 0 0 0,1 0 0 0 0,0 1 0 0 0,0-1 0 0 0,1 0 0 0 0,-1 0-1 0 0,4 6 1 0 0,-3-8-101 0 0,0-1 0 0 0,1 1 0 0 0,-1 0 0 0 0,1-1 1 0 0,-1 0-1 0 0,1 1 0 0 0,0-1 0 0 0,0 0 0 0 0,0-1 0 0 0,0 1 0 0 0,0 0 0 0 0,1-1 0 0 0,-1 0 0 0 0,1 0 0 0 0,-1 0 0 0 0,0 0 0 0 0,6 1 0 0 0,3 0-668 0 0,1-1-1 0 0,-1 0 1 0 0,22-1 0 0 0,-9-2-265 0 0,0-2 0 0 0,0-1-1 0 0,-1-1 1 0 0,1-1 0 0 0,-1-1 0 0 0,-1-1 0 0 0,1-1 0 0 0,-2-1 0 0 0,32-20-1 0 0,-25 12 937 0 0,-1-1-1 0 0,31-31 0 0 0,-34 27 2558 0 0,-1-1 0 0 0,23-31 0 0 0,-38 47-1586 0 0,-4 12 334 0 0,-4-2-1137 0 0,-1 1 1 0 0,0-1 0 0 0,0 1-1 0 0,0-1 1 0 0,0 1 0 0 0,0 0-1 0 0,0-1 1 0 0,0 1 0 0 0,0-1-1 0 0,0 1 1 0 0,-2 2 0 0 0,-1 6 33 0 0,1-1 0 0 0,-1 1 1 0 0,2 0-1 0 0,-1 0 0 0 0,1 1 1 0 0,1-1-1 0 0,0 0 0 0 0,0 0 1 0 0,4 18-1 0 0,-3-26-108 0 0,-1 0 0 0 0,1-1-1 0 0,0 1 1 0 0,0-1 0 0 0,0 1 0 0 0,0-1 0 0 0,0 1 0 0 0,0-1-1 0 0,1 1 1 0 0,-1-1 0 0 0,0 0 0 0 0,1 0 0 0 0,-1 0-1 0 0,1 0 1 0 0,-1 0 0 0 0,1 0 0 0 0,0 0 0 0 0,-1 0-1 0 0,1-1 1 0 0,0 1 0 0 0,-1-1 0 0 0,1 1 0 0 0,0-1-1 0 0,0 0 1 0 0,0 1 0 0 0,-1-1 0 0 0,1 0 0 0 0,0 0 0 0 0,2-1-1 0 0,5 1 2 0 0,1 0-1 0 0,-1-1 0 0 0,0 0 0 0 0,11-4 0 0 0,-5 1-208 0 0,0-1-1 0 0,-1 0 0 0 0,0-2 0 0 0,0 1 0 0 0,0-2 0 0 0,-1 0 1 0 0,0 0-1 0 0,18-17 0 0 0,-9 5-32 0 0,0-1 0 0 0,-1-2 0 0 0,24-34 1 0 0,-11 14 396 0 0,-34 43-170 0 0,1-1-1 0 0,-1 1 1 0 0,0 0 0 0 0,0 0-1 0 0,0-1 1 0 0,0 1 0 0 0,0 0-1 0 0,1 0 1 0 0,-1-1 0 0 0,0 1-1 0 0,0 0 1 0 0,0 0-1 0 0,1 0 1 0 0,-1-1 0 0 0,0 1-1 0 0,0 0 1 0 0,1 0 0 0 0,-1 0-1 0 0,0 0 1 0 0,0-1 0 0 0,1 1-1 0 0,-1 0 1 0 0,0 0-1 0 0,1 0 1 0 0,-1 0 0 0 0,0 0-1 0 0,0 0 1 0 0,1 0 0 0 0,-1 0-1 0 0,0 0 1 0 0,1 0 0 0 0,2 9 23 0 0,-4 18 289 0 0,1-26-256 0 0,-31 192 2359 0 0,17-121-1669 0 0,-70 311 1742 0 0,65-320-2150 0 0,-3-2 1 0 0,-2 0 0 0 0,-63 114 0 0 0,75-156-27 0 0,-1 0 1 0 0,0 0-1 0 0,-1-1 0 0 0,-1-1 0 0 0,-1-1 1 0 0,-1 0-1 0 0,-34 26 0 0 0,44-37-164 0 0,-1-1-1 0 0,0 0 1 0 0,0 0-1 0 0,0 0 1 0 0,0-1 0 0 0,-1 0-1 0 0,1-1 1 0 0,-1 0-1 0 0,0 0 1 0 0,-9 0 0 0 0,11-2-45 0 0,0 0 0 0 0,0-1 0 0 0,0 0 0 0 0,0 0 0 0 0,0 0 0 0 0,0-1 0 0 0,0 0 0 0 0,0-1 0 0 0,0 1 0 0 0,1-1 0 0 0,-1 0 0 0 0,1-1 0 0 0,-11-8 0 0 0,10 7-57 0 0,0 0-1 0 0,1-1 1 0 0,0 0-1 0 0,0 0 1 0 0,0-1 0 0 0,1 0-1 0 0,0 0 1 0 0,0 0 0 0 0,1 0-1 0 0,0-1 1 0 0,0 1-1 0 0,1-1 1 0 0,0 0 0 0 0,0 0-1 0 0,1-1 1 0 0,0 1-1 0 0,-1-10 1 0 0,2 4-61 0 0,0 0 0 0 0,2 0 0 0 0,-1 0 1 0 0,2 1-1 0 0,0-1 0 0 0,0 0 0 0 0,1 1 0 0 0,1-1 0 0 0,0 1 0 0 0,7-13 0 0 0,2-2-396 0 0,1 0-1 0 0,2 1 0 0 0,0 1 0 0 0,2 1 0 0 0,1 0 1 0 0,1 1-1 0 0,1 1 0 0 0,24-20 0 0 0,-10 14-1438 0 0,1 1 0 0 0,2 2-1 0 0,0 1 1 0 0,77-35 0 0 0,-6 10-5987 0 0,-55 25 490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8:50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300 308 908 0 0,'-73'-42'12052'0'0,"72"41"-11690"0"0,-16 0 299 0 0,10 7-498 0 0,1-1-1 0 0,-1 1 1 0 0,1 1 0 0 0,0-1 0 0 0,0 1 0 0 0,1 0 0 0 0,-6 9 0 0 0,-32 59 261 0 0,41-72-427 0 0,-2 5 42 0 0,0 0 0 0 0,0 0 0 0 0,0 0 0 0 0,1 1 0 0 0,0 0 0 0 0,1-1 1 0 0,0 1-1 0 0,-1 12 0 0 0,3-20-30 0 0,0 0 1 0 0,0 0 0 0 0,0 0-1 0 0,0 0 1 0 0,1 0-1 0 0,-1 0 1 0 0,0 0 0 0 0,0 0-1 0 0,1 0 1 0 0,-1 0-1 0 0,1 0 1 0 0,-1 0 0 0 0,1 0-1 0 0,-1 0 1 0 0,1-1 0 0 0,0 1-1 0 0,-1 0 1 0 0,1 0-1 0 0,0-1 1 0 0,-1 1 0 0 0,1 0-1 0 0,1 0 1 0 0,1 0 3 0 0,-1 0 1 0 0,0 0-1 0 0,0 0 1 0 0,1 0-1 0 0,-1 0 1 0 0,0-1-1 0 0,1 1 1 0 0,-1-1-1 0 0,4 0 1 0 0,1 0 19 0 0,1 0 0 0 0,0-1 1 0 0,-1 1-1 0 0,15-5 1 0 0,-13 2 0 0 0,-1 0 1 0 0,1-1-1 0 0,-1 0 1 0 0,0 0-1 0 0,0-1 1 0 0,0 0 0 0 0,-1-1-1 0 0,0 1 1 0 0,0-1-1 0 0,0-1 1 0 0,-1 1-1 0 0,0-1 1 0 0,0 0 0 0 0,0-1-1 0 0,6-11 1 0 0,-7 10-3 0 0,-1 0 0 0 0,1-1 0 0 0,-1 1 0 0 0,-1-1 0 0 0,0 0 0 0 0,0 0 1 0 0,-1 0-1 0 0,0-1 0 0 0,-1 1 0 0 0,0 0 0 0 0,-1-1 0 0 0,0 1 0 0 0,-2-15 0 0 0,2 21-22 0 0,-1 1 0 0 0,1 0 0 0 0,-1 0-1 0 0,0 0 1 0 0,0 0 0 0 0,0 0 0 0 0,0 1-1 0 0,-1-1 1 0 0,1 0 0 0 0,-1 0 0 0 0,0 1-1 0 0,1-1 1 0 0,-1 1 0 0 0,0-1 0 0 0,-1 1-1 0 0,1 0 1 0 0,0 0 0 0 0,-4-2 0 0 0,3 2-13 0 0,-1 0 1 0 0,0 1-1 0 0,1-1 1 0 0,-1 1 0 0 0,0 0-1 0 0,1 0 1 0 0,-1 1-1 0 0,0-1 1 0 0,0 1 0 0 0,0-1-1 0 0,0 1 1 0 0,-7 1-1 0 0,-2 1-28 0 0,1 1-1 0 0,-1 0 0 0 0,1 1 1 0 0,-1 0-1 0 0,1 1 0 0 0,0 1 1 0 0,-16 9-1 0 0,17-8 0 0 0,1 0 1 0 0,1 1-1 0 0,0-1 1 0 0,-14 16-1 0 0,20-20 21 0 0,0 0 0 0 0,1 0 1 0 0,-1 0-1 0 0,1 0 0 0 0,0 0 0 0 0,0 1 1 0 0,0-1-1 0 0,1 0 0 0 0,-1 1 0 0 0,1 0 0 0 0,-1-1 1 0 0,1 1-1 0 0,1 0 0 0 0,-1 0 0 0 0,0-1 1 0 0,1 1-1 0 0,0 0 0 0 0,0 6 0 0 0,1-7 7 0 0,0 0-1 0 0,1 0 1 0 0,0 0 0 0 0,-1 0-1 0 0,1 0 1 0 0,0 0 0 0 0,0-1-1 0 0,0 1 1 0 0,1-1-1 0 0,-1 1 1 0 0,0-1 0 0 0,1 0-1 0 0,0 0 1 0 0,0 0-1 0 0,-1-1 1 0 0,1 1 0 0 0,0 0-1 0 0,0-1 1 0 0,0 0 0 0 0,1 0-1 0 0,-1 0 1 0 0,4 1-1 0 0,11 2 14 0 0,0 0-1 0 0,30 2 1 0 0,-43-6-12 0 0,30 3-75 0 0,1-2 0 0 0,0-1 0 0 0,0-2 0 0 0,0-2 0 0 0,-1-1 0 0 0,1-1 0 0 0,-1-3 0 0 0,47-16 0 0 0,-54 13-45 0 0,0 0-1 0 0,-1-1 0 0 0,-1-2 1 0 0,-1-1-1 0 0,0-1 1 0 0,0-1-1 0 0,-2-1 0 0 0,-1-1 1 0 0,0-1-1 0 0,26-32 1 0 0,-22 19 315 0 0,0-1-1 0 0,31-56 1 0 0,-57 90-185 0 0,-8 18-14 0 0,-69 169 1306 0 0,-84 302 0 0 0,-66 502 1233 0 0,222-963-2413 0 0,-31 129 939 0 0,27-125 1086 0 0,-17 37-1 0 0,25-65-1980 0 0,0-1-1 0 0,0 1 1 0 0,0-1-1 0 0,-1 1 1 0 0,1-1-1 0 0,-1 0 1 0 0,1 0-1 0 0,-1 0 1 0 0,0 0-1 0 0,0 0 1 0 0,0 0-1 0 0,0 0 1 0 0,0 0 0 0 0,-1-1-1 0 0,1 1 1 0 0,-5 1-1 0 0,3-2-74 0 0,0 0 1 0 0,1 0-1 0 0,-1-1 1 0 0,0 0-1 0 0,0 1 1 0 0,0-1-1 0 0,0-1 0 0 0,1 1 1 0 0,-1 0-1 0 0,0-1 1 0 0,-6-2-1 0 0,-12-4-47 0 0,0-1 0 0 0,0-1 0 0 0,1 0 0 0 0,0-2-1 0 0,1-1 1 0 0,0 0 0 0 0,1-2 0 0 0,0 0 0 0 0,1-1 0 0 0,1-1 0 0 0,0 0 0 0 0,-14-20-1 0 0,25 28-28 0 0,0 0-1 0 0,1 0 0 0 0,0-1 0 0 0,0 0 1 0 0,1 0-1 0 0,0 0 0 0 0,1-1 0 0 0,0 1 0 0 0,0-1 1 0 0,1 0-1 0 0,-2-19 0 0 0,4 14 1 0 0,0 1 0 0 0,1-1 1 0 0,0 0-1 0 0,2 1 0 0 0,-1-1 0 0 0,2 1 0 0 0,7-20 0 0 0,2 2-43 0 0,2 0 0 0 0,2 1 1 0 0,0 1-1 0 0,2 1 0 0 0,1 0 0 0 0,28-29 0 0 0,-14 21-208 0 0,2 1-1 0 0,1 3 1 0 0,1 0 0 0 0,70-43 0 0 0,-30 29-1454 0 0,139-60 1 0 0,-42 39-2500 0 0,-56 32-4970 0 0,-114 36 8471 0 0,-1-1-434 0 0,17-6-7243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26 1748 0 0,'0'0'2714'0'0,"-3"-26"6920"0"0,6 134-9503 0 0,0 41 181 0 0,-17 65 368 0 0,-9 0 1 0 0,-60 246-1 0 0,78-436-727 0 0,-5 16-218 0 0,2 0 0 0 0,2 0 0 0 0,-2 81 0 0 0,8-117-255 0 0,3 23-343 0 0,-3-26 481 0 0,1 1 0 0 0,-1-1 0 0 0,0 0 0 0 0,1 0 0 0 0,-1 1 0 0 0,1-1 0 0 0,0 0 0 0 0,-1 0 0 0 0,1 0 0 0 0,0 0 0 0 0,-1 0 0 0 0,1 0 0 0 0,0 0 0 0 0,0 0 0 0 0,0 0 0 0 0,0 0 0 0 0,0 0 0 0 0,2 1 0 0 0,9 3-4046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6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1 176 872 0 0,'17'-174'12373'0'0,"-16"172"-11951"0"0,-1 24-207 0 0,-3 4-49 0 0,0 12-40 0 0,0 0 1 0 0,6 61-1 0 0,-3-93-110 0 0,1 0 0 0 0,0 0 0 0 0,1 0 0 0 0,-1 1 0 0 0,1-1 0 0 0,1-1 0 0 0,5 12 0 0 0,-7-14-4 0 0,1-1-1 0 0,0 0 0 0 0,-1 0 1 0 0,1 0-1 0 0,0 0 0 0 0,0 0 1 0 0,0 0-1 0 0,1 0 0 0 0,-1-1 1 0 0,0 1-1 0 0,1-1 0 0 0,-1 0 1 0 0,0 0-1 0 0,1 0 0 0 0,0 0 1 0 0,-1 0-1 0 0,1 0 0 0 0,0-1 1 0 0,-1 1-1 0 0,1-1 0 0 0,0 0 1 0 0,4 1-1 0 0,1-2-8 0 0,1 0 0 0 0,-1 0 0 0 0,1-1 0 0 0,-1 0 0 0 0,0 0 0 0 0,0-1 0 0 0,0 0-1 0 0,0-1 1 0 0,0 1 0 0 0,-1-1 0 0 0,0-1 0 0 0,0 0 0 0 0,0 0 0 0 0,0 0 0 0 0,-1-1 0 0 0,1 1 0 0 0,-2-2 0 0 0,1 1 0 0 0,6-10 0 0 0,1-2 315 0 0,-1-1 0 0 0,-1-1 0 0 0,0 0 0 0 0,-2 0 0 0 0,0-1 0 0 0,8-31 0 0 0,0-3 1012 0 0,-16 53-1257 0 0,-1 3-69 0 0,1 1 1 0 0,0-1 0 0 0,-1 0-1 0 0,1 1 1 0 0,-1-1-1 0 0,0 0 1 0 0,1 1 0 0 0,-1-1-1 0 0,0 1 1 0 0,0-1-1 0 0,1 0 1 0 0,-1 1 0 0 0,-1-1-1 0 0,1 1 1 0 0,0-1-1 0 0,0 1 1 0 0,-1 1 0 0 0,1 3 10 0 0,-1 23-10 0 0,0-8-233 0 0,1-1 1 0 0,1 0-1 0 0,6 33 1 0 0,-6-47-241 0 0,1 0 0 0 0,0-1 0 0 0,0 1 0 0 0,0-1-1 0 0,1 1 1 0 0,6 9 0 0 0,-7-11-155 0 0,1-1 0 0 0,0 0 0 0 0,0 0 0 0 0,0 0 0 0 0,0 0 0 0 0,0-1 0 0 0,1 1-1 0 0,-1-1 1 0 0,1 0 0 0 0,8 4 0 0 0,8 1-4539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93 2424 0 0,'-1'-6'837'0'0,"0"-1"0"0"0,-1 1 0 0 0,0 0 0 0 0,0 0 0 0 0,0 0 0 0 0,-1 0 0 0 0,0 0 0 0 0,0 0 0 0 0,0 0 1 0 0,-1 1-1 0 0,0 0 0 0 0,0 0 0 0 0,-6-6 0 0 0,8 10-755 0 0,-1 0 0 0 0,1 0 0 0 0,-1 0 1 0 0,1 1-1 0 0,-1-1 0 0 0,0 1 1 0 0,1 0-1 0 0,-1 0 0 0 0,0 0 0 0 0,1 0 1 0 0,-1 0-1 0 0,1 0 0 0 0,-1 1 0 0 0,0-1 1 0 0,1 1-1 0 0,-1 0 0 0 0,1 0 1 0 0,-1 0-1 0 0,-2 2 0 0 0,-8 3 44 0 0,1 1 0 0 0,-1 1 0 0 0,2 0 1 0 0,-1 0-1 0 0,1 1 0 0 0,1 1 0 0 0,0 0 0 0 0,-16 20 0 0 0,14-15-71 0 0,1 1 0 0 0,1 0 0 0 0,0 1 0 0 0,1 1 0 0 0,-12 33 0 0 0,19-48-44 0 0,1 1 0 0 0,0 0 0 0 0,1 0 0 0 0,-1 0 0 0 0,1 0 0 0 0,-1-1 0 0 0,1 1 0 0 0,0 0 0 0 0,1 0 0 0 0,-1 0 0 0 0,1 0 0 0 0,2 7 0 0 0,-3-9-17 0 0,1 0 0 0 0,0 0 1 0 0,0 0-1 0 0,0 0 1 0 0,0 0-1 0 0,1-1 0 0 0,-1 1 1 0 0,0 0-1 0 0,1-1 0 0 0,-1 1 1 0 0,1-1-1 0 0,0 1 0 0 0,-1-1 1 0 0,1 0-1 0 0,0 0 1 0 0,0 1-1 0 0,0-1 0 0 0,0-1 1 0 0,0 1-1 0 0,0 0 0 0 0,0 0 1 0 0,0-1-1 0 0,0 1 1 0 0,3-1-1 0 0,0 1-70 0 0,0-1 0 0 0,0 0 1 0 0,0 0-1 0 0,0 0 0 0 0,0-1 0 0 0,0 0 0 0 0,0 0 1 0 0,0 0-1 0 0,0 0 0 0 0,0-1 0 0 0,-1 0 1 0 0,1 0-1 0 0,7-4 0 0 0,-5 1-32 0 0,0 0 1 0 0,0-1 0 0 0,-1 1-1 0 0,1-2 1 0 0,-1 1-1 0 0,-1 0 1 0 0,8-11-1 0 0,-2-1 158 0 0,0 0-1 0 0,-2-1 1 0 0,0-1 0 0 0,-1 1-1 0 0,10-36 1 0 0,-9 30 731 0 0,-6 19-635 0 0,-1 0 0 0 0,0 1 0 0 0,0-1 0 0 0,-1 0 0 0 0,2-11 0 0 0,5 60-20 0 0,-6 8-195 0 0,5 56 383 0 0,-5-92-1319 0 0,1 1-1 0 0,0-1 1 0 0,2 1-1 0 0,8 22 0 0 0,-12-36 328 0 0,0 1-1 0 0,1-1 0 0 0,0 1 0 0 0,-1-1 0 0 0,1 0 0 0 0,0 1 0 0 0,3 1 0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7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30 251 932 0 0,'-4'-80'10571'0'0,"4"29"-6427"0"0,0 49-3603 0 0,-6-36 9619 0 0,6 25-9954 0 0,0 1-1 0 0,1-1 0 0 0,4-21 0 0 0,-4 28-202 0 0,-1 4-10 0 0,-2 22-474 0 0,-9 100 200 0 0,-2 61 212 0 0,12-147 98 0 0,2 0 0 0 0,1 0-1 0 0,10 44 1 0 0,-10-69-440 0 0,0 0-1 0 0,1 1 1 0 0,0-1 0 0 0,1 0-1 0 0,0 0 1 0 0,1-1 0 0 0,0 1 0 0 0,0-1-1 0 0,0 0 1 0 0,1 0 0 0 0,9 8-1 0 0,-10-11-340 0 0,0 0 0 0 0,1-1-1 0 0,-1 0 1 0 0,1 0-1 0 0,0 0 1 0 0,13 5 0 0 0,-13-7-203 0 0,0 0 0 0 0,0 0 0 0 0,0-1 0 0 0,1 1 0 0 0,-1-1 0 0 0,1-1 0 0 0,-1 1 1 0 0,8-1-1 0 0,2-2-4294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8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28 212 932 0 0,'3'-17'4276'0'0,"0"0"1"0"0,-1 0-1 0 0,0-32 705 0 0,-3 28-2514 0 0,-1 23-2444 0 0,0 1 0 0 0,1 0 0 0 0,-1 0 0 0 0,1 0 0 0 0,0 0 0 0 0,0 0 0 0 0,0 0 0 0 0,1 0 0 0 0,-2 4 0 0 0,-2 12 70 0 0,-1-4-32 0 0,1 1 0 0 0,1 0-1 0 0,0 0 1 0 0,-1 20 0 0 0,4-28-358 0 0,0 0 0 0 0,0 0 0 0 0,1 0 0 0 0,-1-1 0 0 0,2 1 0 0 0,-1 0 0 0 0,1 0 1 0 0,0-1-1 0 0,1 1 0 0 0,5 11 0 0 0,-6-16 33 0 0,0-1 1 0 0,0 1-1 0 0,1-1 1 0 0,-1 0-1 0 0,0 0 1 0 0,1 0-1 0 0,-1 0 1 0 0,1 0-1 0 0,0 0 1 0 0,0-1-1 0 0,0 1 1 0 0,0-1-1 0 0,0 0 1 0 0,0 0-1 0 0,0 0 1 0 0,0 0-1 0 0,0-1 1 0 0,0 1-1 0 0,1-1 1 0 0,-1 0-1 0 0,0 0 1 0 0,0 0-1 0 0,0 0 1 0 0,1 0-1 0 0,3-1 1 0 0,3-1-394 0 0,0 0 1 0 0,-1 0-1 0 0,1-1 1 0 0,0 0-1 0 0,-1-1 1 0 0,18-9-1 0 0,-17 7 599 0 0,1-1 0 0 0,-1-1 0 0 0,0 0 0 0 0,-1 0 0 0 0,0-1 0 0 0,0 0 0 0 0,-1-1 0 0 0,0 0 0 0 0,-1 0 0 0 0,8-14 0 0 0,-3 0 2815 0 0,0-1 0 0 0,-2 0 0 0 0,12-42 0 0 0,-20 62-1968 0 0,-1 6-282 0 0,0 14-66 0 0,-2 24 15 0 0,-4-2-51 0 0,-2 53 89 0 0,7-81-450 0 0,0 0 0 0 0,0 0 0 0 0,1 0 0 0 0,1 0 0 0 0,0 0 1 0 0,0 0-1 0 0,5 13 0 0 0,-5-18-38 0 0,0-1-1 0 0,0 1 1 0 0,0-1-1 0 0,0 1 1 0 0,1-1 0 0 0,-1 0-1 0 0,1 0 1 0 0,0 0 0 0 0,0 0-1 0 0,0 0 1 0 0,0-1-1 0 0,0 0 1 0 0,1 1 0 0 0,-1-1-1 0 0,1 0 1 0 0,-1-1 0 0 0,1 1-1 0 0,0 0 1 0 0,0-1-1 0 0,0 0 1 0 0,0 0 0 0 0,0 0-1 0 0,0-1 1 0 0,0 1 0 0 0,0-1-1 0 0,0 0 1 0 0,0 0-1 0 0,0 0 1 0 0,0-1 0 0 0,0 0-1 0 0,4 0 1 0 0,0-1-75 0 0,0 0 1 0 0,0-1-1 0 0,0 1 1 0 0,0-2-1 0 0,-1 1 1 0 0,1-1-1 0 0,-1 0 1 0 0,0 0-1 0 0,0-1 1 0 0,-1 0-1 0 0,1 0 0 0 0,-1-1 1 0 0,0 0-1 0 0,7-9 1 0 0,-8 8 39 0 0,-1 0 0 0 0,0 0 0 0 0,-1-1 0 0 0,1 1 0 0 0,-2-1 1 0 0,1 0-1 0 0,-1 0 0 0 0,0 1 0 0 0,0-1 0 0 0,-1-1 0 0 0,0 1 0 0 0,-1 0 0 0 0,0 0 0 0 0,0 0 1 0 0,0 0-1 0 0,-1 0 0 0 0,-1 0 0 0 0,1 0 0 0 0,-1 0 0 0 0,-1 0 0 0 0,1 0 0 0 0,-1 0 0 0 0,-1 1 1 0 0,1 0-1 0 0,-1 0 0 0 0,0 0 0 0 0,-1 0 0 0 0,0 0 0 0 0,0 1 0 0 0,0 0 0 0 0,-1 0 1 0 0,0 0-1 0 0,0 1 0 0 0,-1 0 0 0 0,1 0 0 0 0,-1 1 0 0 0,0 0 0 0 0,0 0 0 0 0,-13-5 0 0 0,12 6 34 0 0,-1 1-1 0 0,-1 0 0 0 0,1 0 1 0 0,0 1-1 0 0,0 0 0 0 0,-1 0 1 0 0,1 1-1 0 0,0 0 0 0 0,-14 3 1 0 0,19-3-5 0 0,0 1 1 0 0,0 0 0 0 0,0 0 0 0 0,0 0-1 0 0,0 1 1 0 0,0-1 0 0 0,0 1 0 0 0,0 0-1 0 0,1 0 1 0 0,-1 0 0 0 0,1 0 0 0 0,-1 1-1 0 0,1-1 1 0 0,0 1 0 0 0,0 0 0 0 0,0 0-1 0 0,1 0 1 0 0,-1 0 0 0 0,1 1 0 0 0,-1-1-1 0 0,1 1 1 0 0,0 0 0 0 0,-2 5 0 0 0,4-8-6 0 0,-1 1 0 0 0,1-1 0 0 0,-1 1 0 0 0,1 0 0 0 0,0-1 0 0 0,0 1 0 0 0,-1 0 0 0 0,1-1 0 0 0,0 1 0 0 0,1 0 0 0 0,-1-1 0 0 0,0 1 0 0 0,0 0 0 0 0,1-1 0 0 0,-1 1 0 0 0,1-1 0 0 0,-1 1 1 0 0,1 0-1 0 0,0-1 0 0 0,0 1 0 0 0,1 1 0 0 0,0-1-60 0 0,0 0 1 0 0,0 0 0 0 0,0 0-1 0 0,1 0 1 0 0,-1 0 0 0 0,1 0 0 0 0,-1-1-1 0 0,1 1 1 0 0,0-1 0 0 0,0 0-1 0 0,3 1 1 0 0,3 1-181 0 0,0-1 1 0 0,0 0-1 0 0,1 0 1 0 0,-1-1-1 0 0,1-1 0 0 0,15 0 1 0 0,1-4 68 0 0,1-1 1 0 0,-1-2-1 0 0,-1 0 0 0 0,0-2 1 0 0,0-1-1 0 0,30-17 1 0 0,58-20 1512 0 0,-111 46-1312 0 0,-1 0 1 0 0,1 0 0 0 0,0 1-1 0 0,0-1 1 0 0,0 0-1 0 0,-1 1 1 0 0,1 0 0 0 0,0-1-1 0 0,0 1 1 0 0,0 0-1 0 0,0 0 1 0 0,0 0-1 0 0,0 0 1 0 0,0 0 0 0 0,0 1-1 0 0,-1-1 1 0 0,1 0-1 0 0,0 1 1 0 0,0-1 0 0 0,0 1-1 0 0,0 0 1 0 0,-1 0-1 0 0,1 0 1 0 0,0 0-1 0 0,-1 0 1 0 0,1 0 0 0 0,-1 0-1 0 0,1 0 1 0 0,-1 1-1 0 0,0-1 1 0 0,1 1 0 0 0,-1-1-1 0 0,0 1 1 0 0,0-1-1 0 0,0 1 1 0 0,0 0-1 0 0,0-1 1 0 0,0 1 0 0 0,-1 0-1 0 0,1 0 1 0 0,0-1-1 0 0,0 4 1 0 0,2 7 132 0 0,-1 0 0 0 0,0 0 0 0 0,0 1 0 0 0,-2-1 1 0 0,1 0-1 0 0,-1 0 0 0 0,-1 1 0 0 0,0-1 0 0 0,-4 14 0 0 0,-1 46 1980 0 0,17-96-1971 0 0,-5 15-170 0 0,15-30-22 0 0,46-65-1 0 0,-58 91-3 0 0,2 1-1 0 0,0 0 1 0 0,0 0-1 0 0,1 1 1 0 0,0 0-1 0 0,1 1 1 0 0,0 1-1 0 0,20-11 1 0 0,-30 18 18 0 0,1 0-1 0 0,0 1 1 0 0,-1 0 0 0 0,1 0-1 0 0,0 0 1 0 0,0 0 0 0 0,0 0 0 0 0,0 1-1 0 0,0 0 1 0 0,0-1 0 0 0,0 2-1 0 0,0-1 1 0 0,0 0 0 0 0,0 1 0 0 0,4 1-1 0 0,-2 0 1 0 0,0 0-1 0 0,0 0 0 0 0,-1 1 1 0 0,1 0-1 0 0,-1 0 0 0 0,1 1 1 0 0,-1 0-1 0 0,8 7 0 0 0,-2 0 31 0 0,-1 0-1 0 0,-1 0 0 0 0,0 1 0 0 0,-1 0 0 0 0,0 1 0 0 0,-1 0 0 0 0,8 20 0 0 0,-2-2-481 0 0,2 5-4432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8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65 2000 0 0,'-14'-4'1515'0'0,"-145"-43"12089"0"0,142 42-13156 0 0,-21-4-10955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8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54 80 0 0,'-77'19'13061'0'0,"95"-18"-12556"0"0,121-20 154 0 0,-70 8-877 0 0,61-9-1713 0 0,-44 3-3667 0 0,-59 10 1444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47 996 0 0,'-6'-18'10091'0'0,"12"-10"-1306"0"0,-6 40-8842 0 0,-9 125 538 0 0,-1 2-1021 0 0,10-103-735 0 0,2 1 0 0 0,8 42-1 0 0,-6-59-618 0 0,1 0 0 0 0,0-1 0 0 0,10 20 0 0 0,-1-8-4056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09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57 1084 0 0,'-10'-6'4030'0'0,"-30"-18"4528"0"0,40 24-8520 0 0,-1 0 0 0 0,1 0 0 0 0,0-1 0 0 0,0 1 0 0 0,-1 0 0 0 0,1 0 0 0 0,0 0 0 0 0,-1 0 0 0 0,1 0 0 0 0,0 0 0 0 0,0-1 1 0 0,0 1-1 0 0,-1 0 0 0 0,1 0 0 0 0,0 0 0 0 0,0-1 0 0 0,0 1 0 0 0,-1 0 0 0 0,1 0 0 0 0,0 0 0 0 0,0-1 0 0 0,0 1 0 0 0,0 0 0 0 0,0 0 0 0 0,0-1 0 0 0,-1 1 0 0 0,1 0 0 0 0,0-1 0 0 0,23-4 1 0 0,0 1 0 0 0,0 1-1 0 0,0 0 1 0 0,1 2 0 0 0,22 2-1 0 0,12-1-250 0 0,108-2-1890 0 0,9 1-4814 0 0,-136-1 3543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0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32 1324 0 0,'10'-6'3420'0'0,"-7"3"-2309"0"0,1 1 0 0 0,0 0 0 0 0,0 0 0 0 0,0 0 0 0 0,9-2 934 0 0,0-6 2192 0 0,-43 22-4144 0 0,0 2 1 0 0,1 1-1 0 0,1 2 1 0 0,0 0-1 0 0,-46 40 1 0 0,72-55-93 0 0,0-1 1 0 0,0 0 0 0 0,1 1-1 0 0,-1-1 1 0 0,1 1 0 0 0,-1 0 0 0 0,1-1-1 0 0,0 1 1 0 0,-1 0 0 0 0,1 0 0 0 0,0 0-1 0 0,0 0 1 0 0,0 0 0 0 0,1 0 0 0 0,-1 0-1 0 0,0 0 1 0 0,1 1 0 0 0,-1-1-1 0 0,1 0 1 0 0,0 0 0 0 0,0 0 0 0 0,0 1-1 0 0,0-1 1 0 0,0 0 0 0 0,0 0 0 0 0,1 0-1 0 0,-1 1 1 0 0,1-1 0 0 0,-1 0-1 0 0,1 0 1 0 0,0 0 0 0 0,0 0 0 0 0,0 0-1 0 0,0 0 1 0 0,0 0 0 0 0,0 0 0 0 0,1-1-1 0 0,-1 1 1 0 0,1 0 0 0 0,-1-1 0 0 0,1 1-1 0 0,0-1 1 0 0,-1 1 0 0 0,1-1-1 0 0,0 0 1 0 0,3 2 0 0 0,63 33 11 0 0,9 6-70 0 0,-70-37 61 0 0,0 0 1 0 0,0 1-1 0 0,0-1 1 0 0,-1 1-1 0 0,0 1 0 0 0,0-1 1 0 0,8 13-1 0 0,-13-17 77 0 0,1 0 0 0 0,-1 1-1 0 0,0-1 1 0 0,0 0 0 0 0,0 1 0 0 0,0-1-1 0 0,0 1 1 0 0,0 0 0 0 0,-1-1 0 0 0,0 1-1 0 0,1 0 1 0 0,-1-1 0 0 0,0 1-1 0 0,0 0 1 0 0,0-1 0 0 0,0 1 0 0 0,-1 0-1 0 0,0 2 1 0 0,-1-1 38 0 0,1 0 0 0 0,-1 0 1 0 0,0 0-1 0 0,0 0 0 0 0,-1 0 0 0 0,1-1 0 0 0,-1 1 0 0 0,0-1 0 0 0,0 0 1 0 0,-4 4-1 0 0,-4 2 116 0 0,-1 0 1 0 0,0 0 0 0 0,-1-2-1 0 0,0 1 1 0 0,-21 7 0 0 0,18-8-104 0 0,0-2 1 0 0,-1 0-1 0 0,0-1 1 0 0,1-1-1 0 0,-28 2 1 0 0,35-4-245 0 0,0-1 0 0 0,1 0 0 0 0,-1 0 1 0 0,0-1-1 0 0,0 0 0 0 0,0-1 0 0 0,1 0 0 0 0,-1 0 0 0 0,1-1 0 0 0,-1 0 1 0 0,1-1-1 0 0,-11-6 0 0 0,17 9-158 0 0,0-1 0 0 0,0 1 1 0 0,0 0-1 0 0,0-1 0 0 0,1 0 0 0 0,-1 1 1 0 0,1-1-1 0 0,-1 0 0 0 0,1 0 0 0 0,0 0 1 0 0,-1 0-1 0 0,1 0 0 0 0,0 0 0 0 0,0 0 0 0 0,1 0 1 0 0,-2-3-1 0 0,2 3-454 0 0,-1-1 1 0 0,1 1-1 0 0,0 0 0 0 0,0-1 1 0 0,0 1-1 0 0,1 0 0 0 0,-1-1 0 0 0,0 1 1 0 0,1 0-1 0 0,0-3 0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1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20 391 1124 0 0,'-4'10'1620'0'0,"0"0"0"0"0,1 0 0 0 0,-3 16 0 0 0,5-20-1287 0 0,0 0 1 0 0,0 0-1 0 0,1 0 0 0 0,0 0 0 0 0,0 0 0 0 0,1 0 0 0 0,0-1 0 0 0,0 1 0 0 0,0 0 0 0 0,1 0 0 0 0,-1-1 0 0 0,5 9 0 0 0,-5-13-261 0 0,-1 0 1 0 0,1 0-1 0 0,0 0 0 0 0,-1-1 1 0 0,1 1-1 0 0,0 0 1 0 0,0-1-1 0 0,0 1 1 0 0,-1-1-1 0 0,1 1 0 0 0,0-1 1 0 0,0 1-1 0 0,0-1 1 0 0,0 0-1 0 0,0 1 1 0 0,0-1-1 0 0,0 0 0 0 0,0 0 1 0 0,0 1-1 0 0,0-1 1 0 0,0 0-1 0 0,0 0 1 0 0,0 0-1 0 0,2-1 0 0 0,22-4 621 0 0,-16 1-604 0 0,-1 0 1 0 0,0-1-1 0 0,0 0 1 0 0,0 0-1 0 0,0-1 1 0 0,-1 0-1 0 0,0 0 1 0 0,0-1-1 0 0,10-13 1 0 0,4-7 23 0 0,22-39 0 0 0,-32 46-78 0 0,41-68 40 0 0,-30 47-89 0 0,2 0 1 0 0,2 2 0 0 0,1 1-1 0 0,37-38 1 0 0,-62 73 7 0 0,1 0 0 0 0,0 0 1 0 0,1 0-1 0 0,-1 1 0 0 0,0 0 1 0 0,1-1-1 0 0,0 1 0 0 0,-1 0 1 0 0,1 1-1 0 0,0-1 0 0 0,0 1 0 0 0,0 0 1 0 0,0 0-1 0 0,0 0 0 0 0,0 0 1 0 0,0 1-1 0 0,0-1 0 0 0,0 1 1 0 0,1 0-1 0 0,4 1 0 0 0,-2 0 4 0 0,-1 1-1 0 0,0 0 1 0 0,0 0 0 0 0,0 1-1 0 0,0 0 1 0 0,0 0-1 0 0,0 0 1 0 0,-1 0 0 0 0,0 1-1 0 0,0 0 1 0 0,0 0-1 0 0,7 7 1 0 0,-2-1 9 0 0,11 14 33 0 0,-20-22-54 0 0,-1-2 2 0 0,0 0-1 0 0,0 0 0 0 0,1 0 0 0 0,-1 1 1 0 0,0-1-1 0 0,0 0 0 0 0,0 0 0 0 0,0 1 1 0 0,0-1-1 0 0,0 0 0 0 0,1 0 0 0 0,-1 0 1 0 0,0 1-1 0 0,0-1 0 0 0,0 0 0 0 0,0 0 1 0 0,0 1-1 0 0,0-1 0 0 0,0 0 0 0 0,0 0 1 0 0,0 1-1 0 0,0-1 0 0 0,0 0 0 0 0,0 0 1 0 0,0 1-1 0 0,-1-1 0 0 0,1 0 0 0 0,0 0 1 0 0,0 1-1 0 0,0-1 0 0 0,0 0 0 0 0,-1 1 1 0 0,-9-4-31 0 0,-1 0 0 0 0,1 0 0 0 0,0-1 0 0 0,0 0-1 0 0,0-1 1 0 0,-14-8 0 0 0,-31-15-13 0 0,47 26 39 0 0,1-1 0 0 0,0 1 0 0 0,-1 0 0 0 0,1 1 0 0 0,-1-1 0 0 0,1 2 0 0 0,-1-1 0 0 0,1 1 0 0 0,-14 1 0 0 0,16 0 10 0 0,-1 1-1 0 0,0-1 1 0 0,1 1 0 0 0,0 0-1 0 0,-1 0 1 0 0,1 1 0 0 0,0 0-1 0 0,0 0 1 0 0,0 0-1 0 0,1 0 1 0 0,-1 1 0 0 0,1 0-1 0 0,-7 6 1 0 0,0 3 1 0 0,1 0 0 0 0,0 0 0 0 0,1 1 0 0 0,0 1-1 0 0,1-1 1 0 0,-12 32 0 0 0,15-34 15 0 0,1 0-1 0 0,1 0 0 0 0,0 0 1 0 0,1 1-1 0 0,0-1 1 0 0,1 1-1 0 0,0-1 1 0 0,1 1-1 0 0,3 25 0 0 0,-2-33 4 0 0,0 0-1 0 0,1 0 0 0 0,0-1 1 0 0,0 1-1 0 0,0 0 0 0 0,0-1 1 0 0,1 1-1 0 0,0-1 1 0 0,0 1-1 0 0,0-1 0 0 0,0 0 1 0 0,1-1-1 0 0,0 1 0 0 0,0 0 1 0 0,0-1-1 0 0,0 0 0 0 0,0 0 1 0 0,1 0-1 0 0,-1-1 1 0 0,1 1-1 0 0,-1-1 0 0 0,1 0 1 0 0,0-1-1 0 0,0 1 0 0 0,5 0 1 0 0,4 1 1 0 0,-1 0 0 0 0,0-1 1 0 0,1-1-1 0 0,-1-1 0 0 0,1 0 1 0 0,-1 0-1 0 0,1-1 0 0 0,21-5 1 0 0,-27 4-32 0 0,-1 0-1 0 0,0 0 1 0 0,1-1 0 0 0,-1 0 0 0 0,0 0 0 0 0,-1-1 0 0 0,1 0 0 0 0,0 0-1 0 0,-1 0 1 0 0,0-1 0 0 0,0 0 0 0 0,-1 0 0 0 0,1-1 0 0 0,-1 1 0 0 0,0-1-1 0 0,0-1 1 0 0,-1 1 0 0 0,5-9 0 0 0,-1-3 52 0 0,0-1 1 0 0,0-1-1 0 0,-2 1 0 0 0,-1-1 1 0 0,5-32-1 0 0,0-19 667 0 0,-10 69-679 0 0,-3 15-67 0 0,3 10 2 0 0,-1 8-352 0 0,2 0 0 0 0,1-1-1 0 0,6 36 1 0 0,-6-57 291 0 0,0-1 0 0 0,1 1 0 0 0,0 0 0 0 0,0-1 0 0 0,1 0 0 0 0,0 0 0 0 0,0 0 0 0 0,1 0 0 0 0,0 0 0 0 0,0-1 0 0 0,1 0 0 0 0,0 0 0 0 0,0-1 0 0 0,1 0 0 0 0,11 9 0 0 0,-16-13-12 0 0,0-1 1 0 0,1 1-1 0 0,-1-1 1 0 0,0 0-1 0 0,0 1 1 0 0,1-1-1 0 0,-1 0 1 0 0,1-1-1 0 0,-1 1 1 0 0,1 0-1 0 0,-1-1 1 0 0,1 1-1 0 0,-1-1 1 0 0,1 0 0 0 0,0 0-1 0 0,-1 0 1 0 0,1 0-1 0 0,-1 0 1 0 0,1 0-1 0 0,0-1 1 0 0,-1 0-1 0 0,1 1 1 0 0,-1-1-1 0 0,1 0 1 0 0,-1 0-1 0 0,0 0 1 0 0,1 0-1 0 0,-1-1 1 0 0,0 1-1 0 0,0-1 1 0 0,0 1-1 0 0,0-1 1 0 0,0 0-1 0 0,0 0 1 0 0,0 0-1 0 0,-1 0 1 0 0,1 0-1 0 0,1-3 1 0 0,4-6 205 0 0,-1 0 0 0 0,0 0-1 0 0,-1 0 1 0 0,0-1 0 0 0,-1 1 0 0 0,6-23 0 0 0,-5 11 324 0 0,2-9 562 0 0,13-37 0 0 0,-17 61-865 0 0,0 0 1 0 0,1 0-1 0 0,-1 1 1 0 0,1-1-1 0 0,1 1 1 0 0,0 0-1 0 0,0 1 1 0 0,0-1-1 0 0,12-11 1 0 0,-15 17-101 0 0,-1 0 0 0 0,1 0 1 0 0,0-1-1 0 0,0 1 0 0 0,-1 0 1 0 0,1 0-1 0 0,0 1 0 0 0,0-1 1 0 0,0 0-1 0 0,0 0 0 0 0,0 1 1 0 0,0 0-1 0 0,0-1 0 0 0,0 1 1 0 0,0 0-1 0 0,0 0 0 0 0,0 0 0 0 0,0 0 1 0 0,0 0-1 0 0,3 1 0 0 0,-2 0 11 0 0,0 0 0 0 0,0 1 0 0 0,1-1 0 0 0,-1 1 0 0 0,0-1 0 0 0,-1 1 0 0 0,1 0 0 0 0,0 0 0 0 0,0 1 0 0 0,-1-1-1 0 0,3 4 1 0 0,2 1 81 0 0,-1 2-1 0 0,0-1 0 0 0,-1 1 0 0 0,0 0 1 0 0,0 0-1 0 0,-1 0 0 0 0,4 12 1 0 0,-3-5 82 0 0,-2 0 1 0 0,0 1-1 0 0,0-1 1 0 0,-2 1-1 0 0,0 19 1 0 0,-1-26-47 0 0,-1 0-1 0 0,0 0 1 0 0,0 0-1 0 0,-1 0 1 0 0,0 0 0 0 0,-1 0-1 0 0,0 0 1 0 0,-1-1-1 0 0,-7 15 1 0 0,11-24-121 0 0,0 1 0 0 0,-1 0 0 0 0,1-1 0 0 0,0 1-1 0 0,-1-1 1 0 0,1 1 0 0 0,0 0 0 0 0,-1-1 0 0 0,1 1 0 0 0,-1-1 0 0 0,1 1-1 0 0,-1-1 1 0 0,1 1 0 0 0,-1-1 0 0 0,1 1 0 0 0,-1-1 0 0 0,1 0 0 0 0,-1 1-1 0 0,0-1 1 0 0,1 0 0 0 0,-1 0 0 0 0,0 1 0 0 0,1-1 0 0 0,-1 0 0 0 0,-1 0 0 0 0,1 0-12 0 0,1-1 0 0 0,-1 1 0 0 0,0 0 1 0 0,1-1-1 0 0,-1 0 0 0 0,1 1 0 0 0,-1-1 1 0 0,1 1-1 0 0,-1-1 0 0 0,1 1 1 0 0,-1-1-1 0 0,1 0 0 0 0,0 0 0 0 0,-1 1 1 0 0,1-1-1 0 0,0 0 0 0 0,0 1 1 0 0,-1-2-1 0 0,0-5-12 0 0,-1 1 1 0 0,1 0 0 0 0,1 0-1 0 0,-1-9 1 0 0,3-2-11 0 0,0-1 0 0 0,1 1 0 0 0,1 0 0 0 0,1 0 1 0 0,0 0-1 0 0,1 0 0 0 0,12-22 0 0 0,-12 28 4 0 0,0-1-1 0 0,1 1 1 0 0,1 0-1 0 0,0 1 1 0 0,0 0 0 0 0,1 0-1 0 0,0 1 1 0 0,0 0-1 0 0,1 0 1 0 0,18-11-1 0 0,-25 18 9 0 0,0 0-1 0 0,1 0 0 0 0,-1 1 1 0 0,1-1-1 0 0,0 1 0 0 0,-1 0 1 0 0,1 0-1 0 0,0 0 0 0 0,0 0 1 0 0,0 1-1 0 0,0-1 0 0 0,-1 1 0 0 0,1 0 1 0 0,0 1-1 0 0,7 0 0 0 0,-8 0 5 0 0,0 0 0 0 0,0 0-1 0 0,0 0 1 0 0,-1 1 0 0 0,1-1-1 0 0,0 1 1 0 0,-1 0 0 0 0,1 0-1 0 0,-1-1 1 0 0,0 2 0 0 0,0-1-1 0 0,0 0 1 0 0,0 0 0 0 0,0 1-1 0 0,0-1 1 0 0,0 1 0 0 0,-1-1-1 0 0,1 1 1 0 0,-1 0 0 0 0,2 4-1 0 0,0 5 22 0 0,0-1-1 0 0,-1 1 1 0 0,0 0-1 0 0,-1 0 1 0 0,0 0-1 0 0,-1 0 1 0 0,0 0-1 0 0,-2 12 1 0 0,1-9-874 0 0,0 1 0 0 0,1-1 0 0 0,1 0 0 0 0,3 21 0 0 0,-4-34 428 0 0,1 0 0 0 0,0 0 1 0 0,-1 0-1 0 0,1 0 0 0 0,0 1 0 0 0,0-2 0 0 0,0 1 1 0 0,0 0-1 0 0,1 0 0 0 0,-1 0 0 0 0,2 1 0 0 0,7 7-3768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2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337 571 2180 0 0,'0'-6'845'0'0,"0"0"0"0"0,-1 0 0 0 0,1 0 0 0 0,-1 0 0 0 0,-1 0-1 0 0,1 0 1 0 0,-1 0 0 0 0,-3-7 0 0 0,4 11-697 0 0,0 0 0 0 0,-1 0 0 0 0,1 0 0 0 0,0 0 0 0 0,-1 0 0 0 0,1 0 1 0 0,-1 0-1 0 0,0 1 0 0 0,1-1 0 0 0,-1 0 0 0 0,0 1 0 0 0,0 0 0 0 0,0-1 0 0 0,0 1 0 0 0,0 0 0 0 0,0 0 0 0 0,-1 0 0 0 0,1 0 0 0 0,0 1 0 0 0,0-1 1 0 0,-1 1-1 0 0,1-1 0 0 0,0 1 0 0 0,-1 0 0 0 0,1 0 0 0 0,-4 0 0 0 0,-3 2-45 0 0,0-1 1 0 0,0 2-1 0 0,0-1 0 0 0,1 1 0 0 0,0 1 1 0 0,-1 0-1 0 0,1 0 0 0 0,0 0 1 0 0,1 1-1 0 0,-1 0 0 0 0,1 1 1 0 0,0-1-1 0 0,0 2 0 0 0,1-1 0 0 0,-9 11 1 0 0,-2 4 13 0 0,0 1 0 0 0,1 0 1 0 0,2 1-1 0 0,-13 26 0 0 0,18-31-40 0 0,0 1 0 0 0,1 0-1 0 0,-5 23 1 0 0,12-38-58 0 0,-1 0 1 0 0,1 1-1 0 0,1-1 0 0 0,-1 0 0 0 0,0 0 0 0 0,1 1 1 0 0,0-1-1 0 0,0 0 0 0 0,0 1 0 0 0,1-1 0 0 0,0 0 1 0 0,-1 1-1 0 0,1-1 0 0 0,1 0 0 0 0,-1 0 1 0 0,1 0-1 0 0,-1 0 0 0 0,1 0 0 0 0,0 0 0 0 0,1 0 1 0 0,3 5-1 0 0,-3-7-6 0 0,-1 0 1 0 0,1 0 0 0 0,0 0-1 0 0,0 0 1 0 0,-1-1-1 0 0,1 1 1 0 0,1-1-1 0 0,-1 0 1 0 0,0 0 0 0 0,0 0-1 0 0,0 0 1 0 0,1 0-1 0 0,-1-1 1 0 0,0 1-1 0 0,0-1 1 0 0,1 0 0 0 0,-1 0-1 0 0,0 0 1 0 0,1-1-1 0 0,-1 1 1 0 0,0-1-1 0 0,1 1 1 0 0,-1-1 0 0 0,0 0-1 0 0,0-1 1 0 0,0 1-1 0 0,0 0 1 0 0,5-4-1 0 0,2-1-5 0 0,0 0-1 0 0,-1-1 0 0 0,0 0 0 0 0,0 0 0 0 0,0-1 0 0 0,-1 0 0 0 0,8-10 1 0 0,-4 1-11 0 0,-1 0 0 0 0,-1 0 1 0 0,0-1-1 0 0,-1 0 0 0 0,10-33 0 0 0,23-100-26 0 0,-29 85 117 0 0,-3 1 0 0 0,3-118 0 0 0,-20-28 3293 0 0,4 197-3123 0 0,1 26-201 0 0,1 28-45 0 0,5 57-463 0 0,5 0 0 0 0,4 0-1 0 0,33 122 1 0 0,-39-194-1379 0 0,20 44 0 0 0,-20-54-368 0 0,0-1 1 0 0,11 15-1 0 0,4-1-4468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2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100 392 2268 0 0,'-7'4'869'0'0,"-3"2"227"0"0,-1 1 0 0 0,1 0 1 0 0,0 0-1 0 0,0 1 0 0 0,1 1 1 0 0,0-1-1 0 0,-11 15 0 0 0,20-23-1080 0 0,0 0 0 0 0,0 1 0 0 0,-1-1 0 0 0,1 0 0 0 0,0 0 0 0 0,0 0-1 0 0,-1 1 1 0 0,1-1 0 0 0,0 0 0 0 0,0 1 0 0 0,0-1 0 0 0,-1 0 0 0 0,1 1 0 0 0,0-1 0 0 0,0 0 0 0 0,0 1-1 0 0,0-1 1 0 0,0 0 0 0 0,0 1 0 0 0,0-1 0 0 0,0 0 0 0 0,0 1 0 0 0,0-1 0 0 0,0 0 0 0 0,0 1 0 0 0,0-1 0 0 0,0 0-1 0 0,0 1 1 0 0,0-1 0 0 0,0 0 0 0 0,0 1 0 0 0,1-1 0 0 0,-1 0 0 0 0,0 1 0 0 0,0-1 0 0 0,0 0 0 0 0,0 0 0 0 0,1 1-1 0 0,-1-1 1 0 0,0 0 0 0 0,0 0 0 0 0,1 1 0 0 0,-1-1 0 0 0,0 0 0 0 0,0 0 0 0 0,1 0 0 0 0,-1 1 0 0 0,0-1-1 0 0,1 0 1 0 0,-1 0 0 0 0,0 0 0 0 0,1 0 0 0 0,-1 0 0 0 0,0 0 0 0 0,1 0 0 0 0,-1 0 0 0 0,0 0 0 0 0,1 0 0 0 0,0 0-1 0 0,19-2 317 0 0,-8-3-282 0 0,-1-1 1 0 0,1 0 0 0 0,-1-1 0 0 0,0-1 0 0 0,-1 0 0 0 0,0 0 0 0 0,0-1 0 0 0,-1 0 0 0 0,0 0 0 0 0,0-1-1 0 0,-1-1 1 0 0,0 1 0 0 0,8-17 0 0 0,-1 0-31 0 0,-1-1 0 0 0,-2-1-1 0 0,0 0 1 0 0,10-45 0 0 0,3-61 1718 0 0,-23 118-1523 0 0,0 7-168 0 0,0 18-12 0 0,-3 103 120 0 0,-1-40-16 0 0,2-62-114 0 0,3 93 134 0 0,-2-91-110 0 0,1 0 0 0 0,0 0-1 0 0,1 0 1 0 0,0 0 0 0 0,0-1 0 0 0,1 1 0 0 0,5 9 0 0 0,-7-17-39 0 0,-1-1 1 0 0,1 1 0 0 0,-1-1 0 0 0,1 0 0 0 0,0 1-1 0 0,0-1 1 0 0,0 0 0 0 0,0 0 0 0 0,0-1 0 0 0,0 1-1 0 0,0 0 1 0 0,1-1 0 0 0,-1 1 0 0 0,1-1 0 0 0,-1 0-1 0 0,1 0 1 0 0,-1 0 0 0 0,5 1 0 0 0,-3-1-121 0 0,-1-1 1 0 0,1 0-1 0 0,0 0 0 0 0,0 0 1 0 0,-1 0-1 0 0,1-1 0 0 0,-1 1 1 0 0,1-1-1 0 0,0 0 1 0 0,-1 0-1 0 0,1-1 0 0 0,4-2 1 0 0,1 0-682 0 0,-1-1 1 0 0,0 0 0 0 0,-1-1 0 0 0,1 0-1 0 0,-1 0 1 0 0,0 0 0 0 0,-1-1-1 0 0,1 0 1 0 0,-2 0 0 0 0,7-10 0 0 0,5-13-3801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3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99 2464 0 0,'-10'-13'1682'0'0,"-1"0"1"0"0,-1 1-1 0 0,0 0 0 0 0,0 1 0 0 0,-1 1 1 0 0,-27-17-1 0 0,38 26-1468 0 0,1 1-228 0 0,0 0 0 0 0,0 0 1 0 0,1 0-1 0 0,-1 0 0 0 0,0 0 0 0 0,0 0 1 0 0,1 0-1 0 0,-1 0 0 0 0,0 1 1 0 0,0-1-1 0 0,1 0 0 0 0,-1 0 0 0 0,0 1 1 0 0,1-1-1 0 0,-1 0 0 0 0,0 1 0 0 0,1-1 1 0 0,-1 1-1 0 0,0-1 0 0 0,1 1 0 0 0,-1-1 1 0 0,1 1-1 0 0,-1-1 0 0 0,1 1 0 0 0,-1-1 1 0 0,1 1-1 0 0,0 0 0 0 0,-1-1 0 0 0,1 1 1 0 0,0 0-1 0 0,-1-1 0 0 0,1 1 0 0 0,0 0 1 0 0,0 0-1 0 0,-1-1 0 0 0,1 2 0 0 0,2 4-569 0 0,0 1 0 0 0,1-1-1 0 0,0 0 1 0 0,0 0 0 0 0,0 0 0 0 0,0 0-1 0 0,1 0 1 0 0,0-1 0 0 0,0 1-1 0 0,1-1 1 0 0,0 0 0 0 0,8 7 0 0 0,7 3-3376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3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86 940 0 0,'3'-2'896'0'0,"0"1"1"0"0,0-1-1 0 0,0 0 0 0 0,0 0 1 0 0,0 0-1 0 0,0 0 0 0 0,-1 0 1 0 0,1 0-1 0 0,-1-1 0 0 0,0 1 0 0 0,0-1 1 0 0,0 0-1 0 0,0 0 0 0 0,0 0 1 0 0,-1 0-1 0 0,3-5 0 0 0,0-18 2533 0 0,-4 26-3378 0 0,0-1-1 0 0,0 1 1 0 0,0-1-1 0 0,0 1 0 0 0,0-1 1 0 0,0 1-1 0 0,0-1 1 0 0,0 1-1 0 0,0-1 0 0 0,0 0 1 0 0,-1 1-1 0 0,1-1 0 0 0,0 1 1 0 0,0-1-1 0 0,0 1 1 0 0,-1-1-1 0 0,1 1 0 0 0,0-1 1 0 0,-1 1-1 0 0,1 0 0 0 0,0-1 1 0 0,-1 1-1 0 0,1-1 1 0 0,-1 1-1 0 0,1 0 0 0 0,-1-1 1 0 0,1 1-1 0 0,0 0 1 0 0,-1 0-1 0 0,1-1 0 0 0,-1 1 1 0 0,0 0-1 0 0,1 0 0 0 0,-1 0 1 0 0,1 0-1 0 0,-1-1 1 0 0,1 1-1 0 0,-1 0 0 0 0,1 0 1 0 0,-1 0-1 0 0,1 0 0 0 0,-1 0 1 0 0,0 0-1 0 0,1 1 1 0 0,-1-1-1 0 0,1 0 0 0 0,-1 0 1 0 0,1 0-1 0 0,-1 0 1 0 0,1 1-1 0 0,-1-1 0 0 0,1 0 1 0 0,-1 0-1 0 0,1 1 0 0 0,-1 0 1 0 0,-25 15 230 0 0,16-5-177 0 0,0 1 0 0 0,0 0 0 0 0,1 0 0 0 0,0 1 0 0 0,1 0 0 0 0,-9 21 1 0 0,-30 88 564 0 0,19-27-9 0 0,3 2 1 0 0,-13 114 0 0 0,-3 200 719 0 0,35-336-1285 0 0,-8 202 732 0 0,14-275-997 0 0,0 0-1 0 0,0 0 0 0 0,-1 0 0 0 0,1 0 0 0 0,-1 0 1 0 0,1 0-1 0 0,-1 0 0 0 0,1 0 0 0 0,-1 0 1 0 0,0 0-1 0 0,-2 2 0 0 0,3-3-36 0 0,-1-1-1 0 0,1 1 1 0 0,-1-1-1 0 0,1 1 1 0 0,-1-1-1 0 0,1 0 1 0 0,-1 1-1 0 0,1-1 1 0 0,-1 1-1 0 0,1-1 0 0 0,-1 0 1 0 0,0 0-1 0 0,1 1 1 0 0,-1-1-1 0 0,0 0 1 0 0,1 0-1 0 0,-1 0 1 0 0,1 0-1 0 0,-1 0 1 0 0,0 0-1 0 0,1 0 1 0 0,-1 0-1 0 0,-1 0 1 0 0,0-1-501 0 0,-1 0 0 0 0,1 0 1 0 0,0 0-1 0 0,0 0 0 0 0,-1-1 1 0 0,1 1-1 0 0,0-1 0 0 0,0 1 0 0 0,0-1 1 0 0,1 0-1 0 0,-1 0 0 0 0,0 0 1 0 0,1 0-1 0 0,-1 0 0 0 0,1 0 1 0 0,-2-4-1 0 0,-6-12-6219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3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0 426 1160 0 0,'0'-14'884'0'0,"1"0"-1"0"0,0 1 0 0 0,1-1 1 0 0,1 1-1 0 0,0-1 1 0 0,0 1-1 0 0,2 0 0 0 0,-1 0 1 0 0,2 0-1 0 0,0 1 1 0 0,14-23-1 0 0,-9 21-417 0 0,0 0 0 0 0,1 0 0 0 0,1 1 0 0 0,0 0-1 0 0,1 1 1 0 0,0 1 0 0 0,1 0 0 0 0,17-9 0 0 0,-1 3-667 0 0,1 2 1 0 0,1 0-1 0 0,49-13 0 0 0,98-15-4354 0 0,-162 41 1116 0 0,0 0-1314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4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684 149 2584 0 0,'-34'-89'10821'0'0,"14"40"-6588"0"0,20 48-4218 0 0,0 1 0 0 0,-1-1 0 0 0,1 1 0 0 0,0-1 0 0 0,0 1 1 0 0,0-1-1 0 0,0 1 0 0 0,-1 0 0 0 0,1-1 0 0 0,0 1 0 0 0,0-1 0 0 0,-1 1 0 0 0,1 0 0 0 0,0-1 0 0 0,-1 1 0 0 0,1-1 0 0 0,-1 1 0 0 0,1 0 0 0 0,0 0 0 0 0,-1-1 0 0 0,1 1 0 0 0,-1 0 0 0 0,1 0 0 0 0,0 0 0 0 0,-1-1 0 0 0,1 1 0 0 0,-1 0 0 0 0,1 0 0 0 0,-1 0 0 0 0,1 0 0 0 0,-1 0 0 0 0,1 0 0 0 0,-1 0 0 0 0,1 0 1 0 0,-1 0-1 0 0,1 0 0 0 0,-1 0 0 0 0,1 0 0 0 0,-1 0 0 0 0,1 0 0 0 0,-1 1 0 0 0,1-1 0 0 0,-1 0 0 0 0,1 0 0 0 0,0 1 0 0 0,-1-1 0 0 0,1 0 0 0 0,-1 0 0 0 0,1 1 0 0 0,0-1 0 0 0,-1 0 0 0 0,1 1 0 0 0,0-1 0 0 0,-1 1 0 0 0,-16 22 57 0 0,0 8 2 0 0,2 1-1 0 0,1 1 1 0 0,2 1-1 0 0,-11 47 1 0 0,-20 146 329 0 0,33-169-255 0 0,-81 796 1941 0 0,88-815-1911 0 0,-1 24 770 0 0,-3-1 1 0 0,-17 73-1 0 0,23-130-702 0 0,-1 1 0 0 0,0-1 1 0 0,0 0-1 0 0,-4 9 1 0 0,5-13-202 0 0,0 0-1 0 0,0 1 1 0 0,0-1 0 0 0,0 0 0 0 0,0 0 0 0 0,0 1 0 0 0,0-1 0 0 0,0 0 0 0 0,0 0-1 0 0,-1 0 1 0 0,1 0 0 0 0,0-1 0 0 0,-1 1 0 0 0,1 0 0 0 0,-1 0 0 0 0,1-1-1 0 0,-1 1 1 0 0,1-1 0 0 0,-1 1 0 0 0,1-1 0 0 0,-1 0 0 0 0,0 0 0 0 0,-2 1-1 0 0,-5-3-23 0 0,-1 0-1 0 0,1 0 0 0 0,1-1 0 0 0,-1 0 1 0 0,0 0-1 0 0,1-1 0 0 0,-1 0 0 0 0,1-1 1 0 0,0 1-1 0 0,1-2 0 0 0,-10-7 0 0 0,-6-7 37 0 0,0 0 0 0 0,-23-29-1 0 0,37 39-50 0 0,0-1 1 0 0,2 1-1 0 0,-1-1 0 0 0,1-1 1 0 0,1 1-1 0 0,0-1 0 0 0,0 0 0 0 0,1-1 1 0 0,1 1-1 0 0,-3-16 0 0 0,5 17 0 0 0,0 0-1 0 0,2 1 1 0 0,-1-1-1 0 0,1 0 0 0 0,1 0 1 0 0,0 0-1 0 0,0 1 1 0 0,1-1-1 0 0,1 1 0 0 0,0-1 1 0 0,0 1-1 0 0,9-19 1 0 0,0 8-68 0 0,0 0 1 0 0,1 1 0 0 0,2 0 0 0 0,0 1 0 0 0,1 1 0 0 0,0 1 0 0 0,2 0 0 0 0,0 1 0 0 0,1 1 0 0 0,40-25-1 0 0,-8 11-1387 0 0,2 1 0 0 0,1 4 0 0 0,73-24-1 0 0,-88 34 0 0 0,105-38-4301 0 0,-121 41 2172 0 0,42-25 1 0 0,-41 18-619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4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68 104 848 0 0,'2'-22'5862'0'0,"-2"-29"0"0"0,0 20-615 0 0,-13 44-4293 0 0,-1 29-450 0 0,2 0-1 0 0,2 2 1 0 0,2-1-1 0 0,2 1 1 0 0,-1 78 0 0 0,7-117-562 0 0,0 1 0 0 0,1 0 0 0 0,0 0 0 0 0,0 0 0 0 0,0-1 0 0 0,0 1 0 0 0,1 0 0 0 0,4 8 0 0 0,-4-11-333 0 0,0 1 0 0 0,0-1 0 0 0,0 0 0 0 0,1 1 0 0 0,-1-1 0 0 0,1 0-1 0 0,6 5 1 0 0,-8-8-67 0 0,1 1 0 0 0,0-1-1 0 0,0 1 1 0 0,0-1 0 0 0,0 0 0 0 0,0 0-1 0 0,0 0 1 0 0,0 0 0 0 0,0 0-1 0 0,0 0 1 0 0,0 0 0 0 0,0-1-1 0 0,0 1 1 0 0,0-1 0 0 0,0 0 0 0 0,0 1-1 0 0,0-1 1 0 0,0 0 0 0 0,0 0-1 0 0,2-2 1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4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81 976 0 0,'-16'-19'4905'0'0,"-23"-23"0"0"0,27 31-3848 0 0,12 10-1005 0 0,-1 1 1 0 0,1-1-1 0 0,-1 0 0 0 0,0 1 0 0 0,0-1 0 0 0,1 1 1 0 0,-1-1-1 0 0,0 1 0 0 0,0-1 0 0 0,0 1 1 0 0,1-1-1 0 0,-1 1 0 0 0,0 0 0 0 0,0-1 1 0 0,0 1-1 0 0,0 0 0 0 0,0 0 0 0 0,0 0 0 0 0,-1 0 1 0 0,1 0-53 0 0,1 0 0 0 0,-1 0 1 0 0,1 0-1 0 0,-1 1 1 0 0,0-1-1 0 0,1 0 0 0 0,-1 1 1 0 0,1-1-1 0 0,-1 1 0 0 0,1-1 1 0 0,-1 0-1 0 0,1 1 0 0 0,-1-1 1 0 0,1 1-1 0 0,-1-1 0 0 0,1 1 1 0 0,0 0-1 0 0,-1-1 1 0 0,1 1-1 0 0,0 0 0 0 0,-2 2-172 0 0,1 0 0 0 0,0 0-1 0 0,1 0 1 0 0,-1 0 0 0 0,1 0 0 0 0,-1 0-1 0 0,1 0 1 0 0,0 0 0 0 0,0 4-1 0 0,12 38-5256 0 0,-6-28 2090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5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2028 0 0,'8'8'5199'0'0,"-3"-4"-4717"0"0,1 0 1 0 0,-1 1-1 0 0,0 0 0 0 0,0 0 0 0 0,0 1 0 0 0,-1-1 0 0 0,0 1 1 0 0,0 0-1 0 0,0 0 0 0 0,-1 0 0 0 0,4 11 0 0 0,2 5-22 0 0,-1 1-1 0 0,5 25 1 0 0,-11-38-184 0 0,1 0-1 0 0,-2 1 1 0 0,0-1-1 0 0,0 1 1 0 0,-1-1-1 0 0,0 1 1 0 0,0 0-1 0 0,-1-1 1 0 0,-1 1-1 0 0,0-1 1 0 0,0 0 0 0 0,-1 0-1 0 0,-1 1 1 0 0,0-2-1 0 0,0 1 1 0 0,0 0-1 0 0,-11 14 1 0 0,15-24-240 0 0,0 1 1 0 0,-1 0 0 0 0,1 0 0 0 0,-1-1-1 0 0,1 1 1 0 0,-1 0 0 0 0,1-1-1 0 0,-1 1 1 0 0,0-1 0 0 0,1 1-1 0 0,-1-1 1 0 0,0 1 0 0 0,1-1 0 0 0,-1 1-1 0 0,0-1 1 0 0,0 0 0 0 0,1 1-1 0 0,-1-1 1 0 0,0 0 0 0 0,0 0 0 0 0,0 1-1 0 0,0-1 1 0 0,1 0 0 0 0,-1 0-1 0 0,0 0 1 0 0,0 0 0 0 0,0 0-1 0 0,0 0 1 0 0,1 0 0 0 0,-3-1 0 0 0,2 0-23 0 0,0 1 0 0 0,1-1 1 0 0,-1 0-1 0 0,0 0 0 0 0,0 0 1 0 0,1 0-1 0 0,-1 0 1 0 0,0 0-1 0 0,1 0 0 0 0,-1 0 1 0 0,1 0-1 0 0,-1 0 0 0 0,1 0 1 0 0,0 0-1 0 0,-1 0 1 0 0,1-1-1 0 0,0 1 0 0 0,0 0 1 0 0,0 0-1 0 0,0 0 1 0 0,0-3-1 0 0,1-6 1 0 0,0-1 1 0 0,0 0-1 0 0,1 1 0 0 0,1 0 1 0 0,0-1-1 0 0,0 1 0 0 0,1 0 1 0 0,10-18-1 0 0,-2 8-48 0 0,0 0 0 0 0,1 1 0 0 0,18-20 1 0 0,-18 26 13 0 0,0-1 1 0 0,0 2 0 0 0,1-1-1 0 0,19-11 1 0 0,-27 20 9 0 0,0 0 0 0 0,1 0-1 0 0,-1 1 1 0 0,1 0 0 0 0,0 0-1 0 0,0 0 1 0 0,0 1 0 0 0,0 0 0 0 0,0 1-1 0 0,0-1 1 0 0,0 1 0 0 0,1 1 0 0 0,11 0-1 0 0,-15 0 9 0 0,-1 1 0 0 0,1-1 0 0 0,-1 1-1 0 0,0 0 1 0 0,0 0 0 0 0,1 1 0 0 0,-1-1 0 0 0,0 0-1 0 0,0 1 1 0 0,0 0 0 0 0,0 0 0 0 0,0 0 0 0 0,-1 0 0 0 0,1 0-1 0 0,3 5 1 0 0,-3-3 18 0 0,1 1 1 0 0,-1 0-1 0 0,-1-1 0 0 0,1 1 1 0 0,-1 0-1 0 0,0 0 0 0 0,0 1 1 0 0,2 9-1 0 0,0 6-79 0 0,-2 0 0 0 0,0-1 0 0 0,-2 1 0 0 0,-1 22 0 0 0,1-35-50 0 0,-1 4-669 0 0,0-1 1 0 0,2 1 0 0 0,-1 0-1 0 0,2 0 1 0 0,3 18-1 0 0,-3-26 343 0 0,-1 0 0 0 0,0 0 0 0 0,1-1 0 0 0,0 1 0 0 0,0-1 0 0 0,0 1 0 0 0,0-1 0 0 0,0 0 0 0 0,1 0 0 0 0,0 0 0 0 0,-1 0 0 0 0,1 0-1 0 0,0-1 1 0 0,0 1 0 0 0,1-1 0 0 0,-1 0 0 0 0,0 0 0 0 0,1 0 0 0 0,0 0 0 0 0,5 1 0 0 0,10 4-3582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5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239 848 1980 0 0,'8'-14'1829'0'0,"0"-1"1"0"0,-1 0-1 0 0,-1-1 0 0 0,6-19 0 0 0,-11 31-1497 0 0,1-1-1 0 0,-1 0 0 0 0,0 0 0 0 0,-1 0 0 0 0,1 0 1 0 0,-1 0-1 0 0,0 0 0 0 0,0 0 0 0 0,0 0 1 0 0,-1 0-1 0 0,0 0 0 0 0,0 0 0 0 0,0 0 0 0 0,-1 0 1 0 0,0 0-1 0 0,0 0 0 0 0,0 1 0 0 0,-3-6 1 0 0,4 9-296 0 0,0 0 1 0 0,-1-1-1 0 0,1 1 1 0 0,-1 0-1 0 0,1 0 1 0 0,-1 0-1 0 0,1 0 1 0 0,-1 0-1 0 0,0 1 1 0 0,1-1-1 0 0,-1 0 1 0 0,0 1-1 0 0,0-1 1 0 0,1 1-1 0 0,-1-1 1 0 0,0 1-1 0 0,0 0 1 0 0,0 0-1 0 0,0 0 1 0 0,1 0-1 0 0,-1 0 1 0 0,0 1-1 0 0,0-1 1 0 0,0 0-1 0 0,1 1 1 0 0,-1-1-1 0 0,0 1 1 0 0,0 0-1 0 0,1-1 1 0 0,-4 3-1 0 0,-5 2 13 0 0,1 0 1 0 0,-1 1-1 0 0,-14 11 0 0 0,9-4-19 0 0,0 0 0 0 0,1 1 0 0 0,1 0 0 0 0,0 1 0 0 0,1 1-1 0 0,-12 20 1 0 0,16-23-8 0 0,0 1 0 0 0,1 0 0 0 0,1 0 0 0 0,1 0 0 0 0,0 1 0 0 0,0 0 0 0 0,1 0 0 0 0,-2 21 0 0 0,6-33-16 0 0,-1 0 0 0 0,1 0 1 0 0,0 1-1 0 0,0-1 0 0 0,0 0 0 0 0,1 0 0 0 0,-1 0 0 0 0,1 0 1 0 0,-1 0-1 0 0,1 0 0 0 0,0 0 0 0 0,0 0 0 0 0,1 0 0 0 0,-1 0 1 0 0,1 0-1 0 0,-1-1 0 0 0,1 1 0 0 0,0 0 0 0 0,0-1 0 0 0,0 1 1 0 0,0-1-1 0 0,0 0 0 0 0,1 0 0 0 0,-1 0 0 0 0,0 0 0 0 0,1 0 1 0 0,0-1-1 0 0,0 1 0 0 0,-1-1 0 0 0,5 2 0 0 0,-1-1-18 0 0,0-1-1 0 0,0 1 1 0 0,0-1-1 0 0,1 0 1 0 0,-1-1-1 0 0,0 0 1 0 0,1 0-1 0 0,-1 0 1 0 0,0-1-1 0 0,1 0 1 0 0,-1 0-1 0 0,0 0 1 0 0,0-1 0 0 0,7-2-1 0 0,3-4-103 0 0,0 0 1 0 0,-1-1-1 0 0,0-1 0 0 0,0 0 0 0 0,-1-1 1 0 0,0 0-1 0 0,-1-1 0 0 0,0-1 1 0 0,-1 0-1 0 0,0-1 0 0 0,10-16 0 0 0,11-21-407 0 0,51-103 0 0 0,-51 85 471 0 0,-4-2-1 0 0,-2-1 1 0 0,-3-2 0 0 0,15-84-1 0 0,-24 50 1512 0 0,-14 94-1154 0 0,-1-1 0 0 0,0 0-1 0 0,-1 0 1 0 0,-1 0 0 0 0,-4-17 0 0 0,6 31-293 0 0,0 0 0 0 0,0 0 0 0 0,0 1 1 0 0,0-1-1 0 0,0 0 0 0 0,-1 1 0 0 0,1-1 0 0 0,0 0 1 0 0,0 1-1 0 0,-1-1 0 0 0,1 0 0 0 0,0 1 0 0 0,-1-1 1 0 0,1 0-1 0 0,-1 1 0 0 0,1-1 0 0 0,-1 1 0 0 0,1-1 1 0 0,-1 1-1 0 0,1-1 0 0 0,-1 1 0 0 0,0-1 0 0 0,1 1 1 0 0,-1 0-1 0 0,0-1 0 0 0,1 1 0 0 0,-1 0 0 0 0,0 0 1 0 0,1-1-1 0 0,-1 1 0 0 0,-1 0 0 0 0,0 0-5 0 0,1 1-1 0 0,-1-1 0 0 0,1 1 0 0 0,-1 0 1 0 0,1-1-1 0 0,-1 1 0 0 0,1 0 1 0 0,-1 0-1 0 0,1 0 0 0 0,0 0 0 0 0,-1 0 1 0 0,1 0-1 0 0,-1 2 0 0 0,-5 4-28 0 0,1 1 0 0 0,0 0 0 0 0,1 0 0 0 0,-5 9 0 0 0,-8 22 10 0 0,1 1 0 0 0,3 1-1 0 0,1 0 1 0 0,-9 55 0 0 0,11-33 71 0 0,4 1 0 0 0,1 80-1 0 0,5-119-217 0 0,2 0-1 0 0,1-1 1 0 0,1 1-1 0 0,2 0 1 0 0,0-1-1 0 0,12 34 1 0 0,-13-47-321 0 0,1 0 0 0 0,1 0 0 0 0,0 0 0 0 0,1-1 0 0 0,0 0 0 0 0,9 11 0 0 0,-8-13-428 0 0,-1-1 0 0 0,1 0 1 0 0,0 0-1 0 0,1 0 0 0 0,0-2 0 0 0,0 1 1 0 0,19 8-1 0 0,9 0-5183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1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223 201 1188 0 0,'11'-6'4693'0'0,"-7"2"-3852"0"0,-1 1 1 0 0,0-2-1 0 0,0 1 0 0 0,0 0 0 0 0,0 0 0 0 0,2-8 1 0 0,-2 6-376 0 0,-1-1 1 0 0,1 0-1 0 0,-2 0 1 0 0,2-9 0 0 0,-2 7-375 0 0,0 1 1 0 0,-1 0-1 0 0,0 0 1 0 0,0 0 0 0 0,-1-1-1 0 0,0 1 1 0 0,-1 0-1 0 0,0 0 1 0 0,-3-8 0 0 0,4 15-93 0 0,1-1 1 0 0,-1 1-1 0 0,0-1 1 0 0,0 0 0 0 0,0 1-1 0 0,0 0 1 0 0,0-1-1 0 0,0 1 1 0 0,-1 0 0 0 0,1-1-1 0 0,0 1 1 0 0,-1 0-1 0 0,1 0 1 0 0,-1 0-1 0 0,1 0 1 0 0,-1 0 0 0 0,1 1-1 0 0,-1-1 1 0 0,0 0-1 0 0,1 1 1 0 0,-1-1-1 0 0,0 1 1 0 0,1 0 0 0 0,-1-1-1 0 0,0 1 1 0 0,0 0-1 0 0,-2 0 1 0 0,-1 0-6 0 0,1 1 1 0 0,0-1-1 0 0,-1 1 0 0 0,1 0 1 0 0,0 0-1 0 0,0 0 0 0 0,-1 1 0 0 0,1 0 1 0 0,-5 2-1 0 0,-9 7 6 0 0,2 1 0 0 0,-1 0 0 0 0,2 0 0 0 0,0 2-1 0 0,-18 20 1 0 0,27-28-2 0 0,0 1 0 0 0,0 1 0 0 0,1-1-1 0 0,0 1 1 0 0,0 0 0 0 0,1 0 0 0 0,0 1-1 0 0,1-1 1 0 0,0 1 0 0 0,0-1 0 0 0,1 1-1 0 0,0 0 1 0 0,0 0 0 0 0,0 10 0 0 0,3-13 7 0 0,-1-1 1 0 0,1 1 0 0 0,0-1-1 0 0,1 0 1 0 0,-1 1 0 0 0,1-1 0 0 0,0 0-1 0 0,1 0 1 0 0,-1 0 0 0 0,1 0-1 0 0,0 0 1 0 0,0 0 0 0 0,1-1-1 0 0,-1 0 1 0 0,1 0 0 0 0,0 0-1 0 0,0 0 1 0 0,8 6 0 0 0,8 4 24 0 0,0 0 0 0 0,44 20 0 0 0,-47-25-3 0 0,33 16 18 0 0,-18-10 41 0 0,-1 1 1 0 0,40 28-1 0 0,-70-43-47 0 0,0 0-1 0 0,0 0 0 0 0,1 0 0 0 0,-1 0 0 0 0,0 0 0 0 0,0 0 1 0 0,0 0-1 0 0,0 0 0 0 0,0 1 0 0 0,0-1 0 0 0,-1 0 1 0 0,1 1-1 0 0,0-1 0 0 0,-1 1 0 0 0,1-1 0 0 0,-1 0 0 0 0,1 1 1 0 0,-1-1-1 0 0,1 1 0 0 0,-1 0 0 0 0,0-1 0 0 0,0 3 1 0 0,-1-1 0 0 0,1-1 0 0 0,-1 1 0 0 0,0-1 1 0 0,0 0-1 0 0,0 1 0 0 0,0-1 0 0 0,0 0 1 0 0,0 0-1 0 0,-1 0 0 0 0,1 0 0 0 0,-1 0 1 0 0,-2 3-1 0 0,-4 2 45 0 0,1 0 0 0 0,-1-1-1 0 0,0-1 1 0 0,0 1 0 0 0,0-1 0 0 0,-12 4 0 0 0,4-2-50 0 0,0-2 1 0 0,-1 0 0 0 0,0 0 0 0 0,0-2 0 0 0,-1 0-1 0 0,1-1 1 0 0,0-1 0 0 0,-1 0 0 0 0,1-1-1 0 0,-1-1 1 0 0,-26-6 0 0 0,42 7-102 0 0,0 0 0 0 0,0-1 0 0 0,0 1 0 0 0,0-1 1 0 0,0 1-1 0 0,0-1 0 0 0,1 0 0 0 0,-1 0 0 0 0,0 0 0 0 0,0 0 0 0 0,1 0 0 0 0,-1 0 1 0 0,1-1-1 0 0,-1 1 0 0 0,1 0 0 0 0,0-1 0 0 0,-1 1 0 0 0,1-1 0 0 0,0 0 0 0 0,0 1 0 0 0,0-1 1 0 0,-1-2-1 0 0,2 2-99 0 0,-1 0 1 0 0,1 0-1 0 0,0 0 0 0 0,0-1 1 0 0,0 1-1 0 0,0 0 1 0 0,0 0-1 0 0,1-1 0 0 0,-1 1 1 0 0,0 0-1 0 0,1 0 1 0 0,0 0-1 0 0,0 0 0 0 0,-1 0 1 0 0,1 0-1 0 0,0 0 1 0 0,1 0-1 0 0,-1 0 0 0 0,0 0 1 0 0,2-2-1 0 0,8-8-1392 0 0,0 0 0 0 0,0 1-1 0 0,16-13 1 0 0,1 2-2827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1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52 465 2480 0 0,'3'-3'1082'0'0,"0"1"1"0"0,0-1-1 0 0,-1 0 0 0 0,1 0 0 0 0,-1 0 1 0 0,0 0-1 0 0,0 0 0 0 0,4-8 2692 0 0,-6 11-3745 0 0,-1-1-1 0 0,1 1 1 0 0,0 0-1 0 0,0 0 1 0 0,-1-1 0 0 0,1 1-1 0 0,0 0 1 0 0,-1 0-1 0 0,1 0 1 0 0,0 0-1 0 0,-1-1 1 0 0,1 1 0 0 0,0 0-1 0 0,-1 0 1 0 0,1 0-1 0 0,0 0 1 0 0,-1 0 0 0 0,1 0-1 0 0,0 0 1 0 0,-1 0-1 0 0,1 0 1 0 0,0 0-1 0 0,-1 0 1 0 0,1 0 0 0 0,0 0-1 0 0,-1 0 1 0 0,1 1-1 0 0,0-1 1 0 0,-1 0-1 0 0,1 0 1 0 0,0 0 0 0 0,-1 0-1 0 0,1 1 1 0 0,0-1-1 0 0,-1 0 1 0 0,1 0 0 0 0,0 1-1 0 0,-11 12 387 0 0,8-8-307 0 0,-4 8 5 0 0,0 0 0 0 0,0 1 0 0 0,1-1 1 0 0,1 1-1 0 0,0 1 0 0 0,1-1 0 0 0,1 1 1 0 0,0 0-1 0 0,-1 27 0 0 0,4-36-97 0 0,-1 1 0 0 0,1-1 0 0 0,1 0-1 0 0,0 0 1 0 0,-1 1 0 0 0,2-1 0 0 0,-1 0 0 0 0,1 0 0 0 0,0 0 0 0 0,0-1-1 0 0,1 1 1 0 0,-1 0 0 0 0,1-1 0 0 0,0 0 0 0 0,6 8 0 0 0,-6-10-9 0 0,1 0 0 0 0,-1 1 1 0 0,1-1-1 0 0,0 0 0 0 0,0-1 1 0 0,0 1-1 0 0,0-1 1 0 0,1 0-1 0 0,-1 0 0 0 0,1 0 1 0 0,-1 0-1 0 0,1-1 0 0 0,-1 0 1 0 0,1 0-1 0 0,0 0 0 0 0,0-1 1 0 0,0 1-1 0 0,-1-1 0 0 0,1 0 1 0 0,6-1-1 0 0,0 0 2 0 0,-1 0-1 0 0,0-1 1 0 0,0-1-1 0 0,0 1 1 0 0,-1-1-1 0 0,1-1 1 0 0,-1 0 0 0 0,0 0-1 0 0,0-1 1 0 0,0 0-1 0 0,0-1 1 0 0,-1 1 0 0 0,0-2-1 0 0,0 1 1 0 0,8-9-1 0 0,-11 8-4 0 0,0 1 0 0 0,0-1 0 0 0,0 0 0 0 0,-1 0 0 0 0,0-1 0 0 0,0 1 0 0 0,0-1-1 0 0,-1 0 1 0 0,-1 0 0 0 0,1 0 0 0 0,-1 0 0 0 0,-1-1 0 0 0,0 1 0 0 0,0 0 0 0 0,0-1 0 0 0,-1 1 0 0 0,0-1-1 0 0,-3-14 1 0 0,2 13-6 0 0,-2 1-1 0 0,1 0 1 0 0,-1 0 0 0 0,0 0-1 0 0,-1 0 1 0 0,0 1-1 0 0,0-1 1 0 0,-1 1-1 0 0,0 0 1 0 0,-11-13-1 0 0,11 15-5 0 0,0 1-1 0 0,0 0 1 0 0,0 1-1 0 0,-1-1 1 0 0,0 1-1 0 0,0 0 1 0 0,0 0-1 0 0,0 1 1 0 0,0 0-1 0 0,-1 0 1 0 0,1 0-1 0 0,-1 1 1 0 0,0 0-1 0 0,-12-2 1 0 0,16 4 7 0 0,0-1 0 0 0,-1 1 0 0 0,1 0 0 0 0,-1 1 0 0 0,1-1 0 0 0,0 0 0 0 0,-1 1 1 0 0,1 0-1 0 0,0 0 0 0 0,-1 0 0 0 0,1 0 0 0 0,0 0 0 0 0,0 1 0 0 0,0-1 0 0 0,0 1 1 0 0,0 0-1 0 0,0 0 0 0 0,1 0 0 0 0,-1 0 0 0 0,1 1 0 0 0,-1-1 0 0 0,1 1 0 0 0,0-1 1 0 0,0 1-1 0 0,0 0 0 0 0,0 0 0 0 0,0 0 0 0 0,1 0 0 0 0,-1 0 0 0 0,0 4 0 0 0,1-4-26 0 0,0 0-1 0 0,0 0 1 0 0,0 0-1 0 0,1 1 1 0 0,-1-1-1 0 0,1 0 1 0 0,0 0-1 0 0,0 1 0 0 0,0-1 1 0 0,0 0-1 0 0,0 1 1 0 0,1-1-1 0 0,0 0 1 0 0,0 0-1 0 0,0 0 1 0 0,0 0-1 0 0,0 0 0 0 0,0 0 1 0 0,1 0-1 0 0,-1 0 1 0 0,1 0-1 0 0,0 0 1 0 0,0-1-1 0 0,0 1 1 0 0,0-1-1 0 0,1 1 0 0 0,-1-1 1 0 0,1 0-1 0 0,-1 0 1 0 0,5 2-1 0 0,2 1-267 0 0,0-1 0 0 0,0-1-1 0 0,0 1 1 0 0,1-2 0 0 0,0 1-1 0 0,-1-1 1 0 0,1-1 0 0 0,0 0-1 0 0,0 0 1 0 0,0-1 0 0 0,15-1-1 0 0,12-4-1172 0 0,61-14 0 0 0,-93 18 1363 0 0,19-5-316 0 0,0 0 0 0 0,-1-2 0 0 0,0-1 1 0 0,0-1-1 0 0,-1 0 0 0 0,0-2 0 0 0,32-23 0 0 0,-39 23 604 0 0,-1 0-1 0 0,0-1 1 0 0,-1 0 0 0 0,-1-1-1 0 0,0 0 1 0 0,-1-1 0 0 0,0-1-1 0 0,-1 1 1 0 0,-1-2 0 0 0,12-27 0 0 0,-8 8 1880 0 0,-1-1 1 0 0,-2 0 0 0 0,8-67 0 0 0,-17 102-1699 0 0,-1 5-322 0 0,-4 53 77 0 0,-1 0-1 0 0,-16 63 1 0 0,1 0 15 0 0,15-89-233 0 0,-13 127 393 0 0,16-124-1521 0 0,1 0 0 0 0,7 59 0 0 0,-5-87 758 0 0,0 0-1 0 0,0-1 1 0 0,0 1-1 0 0,1 0 0 0 0,-1-1 1 0 0,4 6-1 0 0,-5-9 6 0 0,1 1 0 0 0,0-1 0 0 0,0 1 0 0 0,0-1 0 0 0,0 0 0 0 0,1 1 0 0 0,-1-1 0 0 0,0 0 0 0 0,1 0 0 0 0,-1 0 0 0 0,3 2 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2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0 172 148 0 0,'4'-22'3820'0'0,"-2"0"1"0"0,0-27-1 0 0,2-24 2437 0 0,-4 73-6246 0 0,-1 0-1 0 0,1 0 1 0 0,0 0-1 0 0,0-1 1 0 0,0 1-1 0 0,0 0 1 0 0,0 0-1 0 0,0 0 1 0 0,0 0 0 0 0,0-1-1 0 0,0 1 1 0 0,0 0-1 0 0,1 0 1 0 0,-1 0-1 0 0,0-1 1 0 0,0 1-1 0 0,0 0 1 0 0,0 0-1 0 0,0 0 1 0 0,0 0-1 0 0,0-1 1 0 0,0 1-1 0 0,0 0 1 0 0,1 0-1 0 0,-1 0 1 0 0,0 0-1 0 0,0 0 1 0 0,0 0-1 0 0,0-1 1 0 0,0 1 0 0 0,1 0-1 0 0,-1 0 1 0 0,0 0-1 0 0,0 0 1 0 0,0 0-1 0 0,0 0 1 0 0,1 0-1 0 0,-1 0 1 0 0,0 0-1 0 0,0 0 1 0 0,0 0-1 0 0,1 0 1 0 0,-1 0-1 0 0,0 0 1 0 0,0 0-1 0 0,0 0 1 0 0,1 0-1 0 0,-1 0 1 0 0,0 0-1 0 0,0 0 1 0 0,0 0-1 0 0,11 10 232 0 0,6 18-26 0 0,26 77 39 0 0,-18-38-113 0 0,40 71-1 0 0,-55-127-98 0 0,-9-10-44 0 0,1-2 6 0 0,1-1-3 0 0,0 1 0 0 0,0-1 1 0 0,0 0-1 0 0,0 1 0 0 0,0-1 0 0 0,-1-1 1 0 0,1 1-1 0 0,-1 0 0 0 0,1-1 0 0 0,-1 1 1 0 0,0-1-1 0 0,0 0 0 0 0,3-4 0 0 0,23-49 12 0 0,-15 30 9 0 0,-3 5-26 0 0,3-4-33 0 0,21-33-1 0 0,-30 53 33 0 0,-1 0-1 0 0,1 0 1 0 0,0 0 0 0 0,1 1-1 0 0,-1-1 1 0 0,1 1-1 0 0,0 0 1 0 0,-1 0 0 0 0,2 1-1 0 0,-1 0 1 0 0,0 0 0 0 0,8-3-1 0 0,-7 4 7 0 0,0 0-1 0 0,1 1 1 0 0,-1 0-1 0 0,1 1 0 0 0,0-1 1 0 0,-1 1-1 0 0,1 1 1 0 0,-1-1-1 0 0,11 3 1 0 0,6 2 11 0 0,30 12 1 0 0,3 0-1 0 0,-30-11 35 0 0,1-1 0 0 0,42 2 0 0 0,-68-7-47 0 0,0 0-1 0 0,-1 0 1 0 0,1 0-1 0 0,0 0 1 0 0,0 0-1 0 0,0 0 0 0 0,0 0 1 0 0,0 0-1 0 0,0 0 1 0 0,0-1-1 0 0,-1 1 1 0 0,1 0-1 0 0,0-1 0 0 0,0 1 1 0 0,0 0-1 0 0,-1-1 1 0 0,1 1-1 0 0,0-1 1 0 0,0 1-1 0 0,-1-1 0 0 0,1 0 1 0 0,0 1-1 0 0,-1-1 1 0 0,1 0-1 0 0,-1 1 1 0 0,1-1-1 0 0,-1 0 0 0 0,1 0 1 0 0,-1 1-1 0 0,0-1 1 0 0,1 0-1 0 0,-1 0 1 0 0,0 0-1 0 0,1 0 1 0 0,-1 0-1 0 0,0 1 0 0 0,0-1 1 0 0,0 0-1 0 0,0 0 1 0 0,0 0-1 0 0,0 0 1 0 0,0 0-1 0 0,0 0 0 0 0,0 0 1 0 0,0 1-1 0 0,-1-1 1 0 0,1 0-1 0 0,0 0 1 0 0,-1 0-1 0 0,1 0 0 0 0,0 1 1 0 0,-2-2-1 0 0,0-4-18 0 0,0 0-1 0 0,-1 1 1 0 0,0-1-1 0 0,-1 1 0 0 0,-6-9 1 0 0,8 11 15 0 0,0 1 1 0 0,-1-1 0 0 0,1 1 0 0 0,-1 0-1 0 0,0-1 1 0 0,1 1 0 0 0,-1 0-1 0 0,0 1 1 0 0,0-1 0 0 0,0 1-1 0 0,-1-1 1 0 0,1 1 0 0 0,0 0 0 0 0,0 0-1 0 0,-1 0 1 0 0,1 0 0 0 0,-1 1-1 0 0,1-1 1 0 0,0 1 0 0 0,-1 0-1 0 0,1 0 1 0 0,-1 1 0 0 0,1-1 0 0 0,-1 0-1 0 0,1 1 1 0 0,0 0 0 0 0,-1 0-1 0 0,1 0 1 0 0,0 0 0 0 0,0 1-1 0 0,0-1 1 0 0,0 1 0 0 0,0 0 0 0 0,0 0-1 0 0,0 0 1 0 0,0 0 0 0 0,1 0-1 0 0,-1 1 1 0 0,1-1 0 0 0,0 1-1 0 0,-3 2 1 0 0,0 2 8 0 0,0 1-1 0 0,1-1 0 0 0,0 1 1 0 0,0 0-1 0 0,1 0 1 0 0,0 0-1 0 0,0 1 1 0 0,0-1-1 0 0,2 1 1 0 0,-1-1-1 0 0,1 1 0 0 0,0 0 1 0 0,0-1-1 0 0,1 1 1 0 0,2 17-1 0 0,-1-20-2 0 0,0 0 0 0 0,1 1 0 0 0,-1-1 0 0 0,1 0 0 0 0,0 0 0 0 0,1 0 0 0 0,0 0 0 0 0,-1-1 0 0 0,2 1 0 0 0,-1-1 0 0 0,1 0 0 0 0,0 0 0 0 0,0 0 0 0 0,0 0 0 0 0,0-1 0 0 0,1 1 0 0 0,0-1 0 0 0,0 0 0 0 0,0-1 0 0 0,1 1 0 0 0,-1-1 0 0 0,9 3 0 0 0,6 2-694 0 0,1-1 0 0 0,0-2 0 0 0,0 0 1 0 0,1-1-1 0 0,22 1 0 0 0,-16-3-3287 0 0,46-4 1 0 0,-32-1-1080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2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3176 0 0,'3'-55'18361'0'0,"-3"42"-14003"0"0,0 5-1215 0 0,2 17-2911 0 0,12 181 491 0 0,-7-55-294 0 0,-6-122-367 0 0,0-4-78 0 0,-1 0-1 0 0,1 0 1 0 0,1 0-1 0 0,0-1 1 0 0,0 1-1 0 0,0-1 1 0 0,5 11-1 0 0,-6-19 14 0 0,0 1 0 0 0,-1 0 0 0 0,1 0 1 0 0,0-1-1 0 0,-1 1 0 0 0,1-1 0 0 0,0 1 0 0 0,0-1 0 0 0,-1 1 0 0 0,1-1 0 0 0,0 0 1 0 0,0 1-1 0 0,0-1 0 0 0,0 0 0 0 0,0 1 0 0 0,0-1 0 0 0,-1 0 0 0 0,1 0 0 0 0,0 0 1 0 0,0 0-1 0 0,2 0 0 0 0,18-4-225 0 0,-14 1-118 0 0,-1 0-1 0 0,0 0 0 0 0,0-1 1 0 0,0 0-1 0 0,-1 0 0 0 0,1-1 0 0 0,-1 1 1 0 0,8-10-1 0 0,0-1-2075 0 0,19-29 0 0 0,-1-8-2469 0 0,-13 15-1300 0 0,-4 4-2420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3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162 108 3172 0 0,'-84'-62'13447'0'0,"68"52"-10654"0"0,-27-13 0 0 0,33 17-1677 0 0,1-1-3922 0 0,16 13 263 0 0,-4-3 1654 0 0,1-1 1 0 0,0 1-1 0 0,-1-1 1 0 0,1 0-1 0 0,0-1 1 0 0,0 1 0 0 0,0-1-1 0 0,0 0 1 0 0,0 1-1 0 0,7-1 1 0 0,5 3-4907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3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32 2524 0 0,'18'-31'20267'0'0,"-15"39"-17766"0"0,1 99 1236 0 0,-15 154 1 0 0,-58 190-3738 0 0,54-377 0 0 0,2 0 0 0 0,13-63 0 0 0,0-11 0 0 0,0 0 0 0 0,0 1 0 0 0,0-1 0 0 0,1 0 0 0 0,-1 0 0 0 0,0 1 0 0 0,0-1 0 0 0,0 0 0 0 0,0 0 0 0 0,0 1 0 0 0,0-1 0 0 0,1 0 0 0 0,-1 0 0 0 0,0 0 0 0 0,0 1 0 0 0,0-1 0 0 0,1 0 0 0 0,-1 0 0 0 0,0 0 0 0 0,0 0 0 0 0,1 0 0 0 0,-1 1 0 0 0,0-1 0 0 0,0 0 0 0 0,0 0 0 0 0,1 0 0 0 0,-1 0 0 0 0,0 0 0 0 0,1 0 0 0 0,-1 0 0 0 0,0 0 0 0 0,0 0 0 0 0,1 0 0 0 0,2-1-186 0 0,0 0 0 0 0,0 0 0 0 0,0 0 0 0 0,-1 0 0 0 0,1-1-1 0 0,0 1 1 0 0,-1-1 0 0 0,1 1 0 0 0,-1-1 0 0 0,5-4 0 0 0,25-26-3377 0 0,-27 27 3014 0 0,6-7-1267 0 0,16-16-3265 0 0,-11 9-1430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3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65 1632 0 0,'-139'-8'19700'0'0,"136"8"-18989"0"0,-10-5 603 0 0,23 1-1168 0 0,0-1-1 0 0,0 1 1 0 0,0 1 0 0 0,0 0-1 0 0,14-2 1 0 0,59-7-1122 0 0,-56 9 151 0 0,91-6-7204 0 0,-96 7 4408 0 0,15 0-4755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3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 6453 0 0,'-11'-7'24667'0'0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6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11 908 0 0,'-1'-10'9766'0'0,"-3"15"-9377"0"0,0 1 0 0 0,0 0 0 0 0,0 0 0 0 0,1 1 1 0 0,0-1-1 0 0,0 1 0 0 0,1-1 0 0 0,0 1 0 0 0,-3 12 0 0 0,-4 10 375 0 0,-45 113 981 0 0,-42 125-2648 0 0,93-259 291 0 0,-1 8-2391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6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11 129 1056 0 0,'-2'-20'4599'0'0,"-4"-35"8221"0"0,5 20-8825 0 0,1 33-3672 0 0,-1-15-1080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6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2412 0 0,'5'-45'17215'0'0,"-3"41"-16340"0"0,-2 2-276 0 0,5 6-291 0 0,29 37-196 0 0,-3 0 0 0 0,-1 2 1 0 0,-2 2-1 0 0,-2 0 0 0 0,23 58 1 0 0,-21-34-60 0 0,-3 1 0 0 0,-3 1 0 0 0,13 78 0 0 0,-24-87-213 0 0,-2 1 0 0 0,-3-1 0 0 0,-3 2 0 0 0,-3-1 0 0 0,-2 0 0 0 0,-13 69 0 0 0,7-88-881 0 0,-2-1-1 0 0,-2 1 1 0 0,-29 67-1 0 0,26-77-804 0 0,-2-1 0 0 0,-2-1 0 0 0,-1 0 0 0 0,-43 52 0 0 0,25-43-3529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85 160 1316 0 0,'-11'-10'2086'0'0,"0"1"1"0"0,0-2-1 0 0,1 1 0 0 0,0-1 0 0 0,1-1 0 0 0,-12-18 0 0 0,21 29-2053 0 0,0-1-1 0 0,-1 1 0 0 0,1 0 0 0 0,0 0 1 0 0,-1 0-1 0 0,1-1 0 0 0,0 1 0 0 0,0 0 0 0 0,0-1 1 0 0,0 1-1 0 0,1 0 0 0 0,-1 0 0 0 0,0-1 1 0 0,0 1-1 0 0,1 0 0 0 0,-1 0 0 0 0,1 0 0 0 0,-1 0 1 0 0,1-1-1 0 0,-1 1 0 0 0,1 0 0 0 0,0 0 1 0 0,-1 0-1 0 0,1 0 0 0 0,0 0 0 0 0,0 0 0 0 0,0 0 1 0 0,0 1-1 0 0,0-1 0 0 0,1-1 0 0 0,2-1-8 0 0,0 0 0 0 0,1 0 0 0 0,-1 1 0 0 0,1-1 0 0 0,8-2 0 0 0,-4 2-20 0 0,0 1 1 0 0,0 0-1 0 0,0 0 0 0 0,1 1 0 0 0,-1 0 0 0 0,1 1 0 0 0,-1 0 1 0 0,1 0-1 0 0,-1 1 0 0 0,0 0 0 0 0,1 1 0 0 0,-1 0 0 0 0,0 1 1 0 0,0-1-1 0 0,0 2 0 0 0,0-1 0 0 0,-1 1 0 0 0,1 1 0 0 0,11 8 1 0 0,-14-9 3 0 0,0 1 0 0 0,0 0 0 0 0,0 0 0 0 0,-1 0 0 0 0,0 1 0 0 0,0 0 0 0 0,0 0 0 0 0,-1 0 0 0 0,1 1 0 0 0,-2-1 0 0 0,1 1 0 0 0,-1 0 0 0 0,0 0 0 0 0,0 0 0 0 0,-1 1 0 0 0,0-1 0 0 0,0 0 0 0 0,-1 1 0 0 0,0 0 0 0 0,0-1 0 0 0,-1 1 0 0 0,0 0 0 0 0,0-1 0 0 0,-3 13 0 0 0,-1-3 102 0 0,0 1 0 0 0,-2-1 0 0 0,0 0 0 0 0,-1-1-1 0 0,-1 0 1 0 0,0 0 0 0 0,-1 0 0 0 0,-1-1 0 0 0,-20 25-1 0 0,-10 5 1239 0 0,-71 61 0 0 0,103-100-1197 0 0,-24 29 392 0 0,31-34-468 0 0,1 0-69 0 0,0-1-1 0 0,0 1 0 0 0,1 0 1 0 0,-1-1-1 0 0,0 1 0 0 0,1-1 1 0 0,-1 1-1 0 0,0-1 0 0 0,1 1 1 0 0,-1-1-1 0 0,1 1 0 0 0,-1-1 1 0 0,1 1-1 0 0,-1-1 0 0 0,1 0 1 0 0,-1 1-1 0 0,1-1 0 0 0,1 1 1 0 0,49-4-548 0 0,1-3-1 0 0,52-11 1 0 0,-44 6-1435 0 0,13-3-1550 0 0,-25 2-1732 0 0,-6 2-1958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8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46 3272 0 0,'-10'-21'7557'0'0,"2"5"-3468"0"0,9 15-4056 0 0,-1 0-1 0 0,0 1 1 0 0,1-1-1 0 0,-1 1 1 0 0,0-1-1 0 0,1 1 1 0 0,-1 0 0 0 0,1-1-1 0 0,-1 1 1 0 0,1-1-1 0 0,-1 1 1 0 0,1 0-1 0 0,-1-1 1 0 0,1 1 0 0 0,-1 0-1 0 0,1-1 1 0 0,-1 1-1 0 0,1 0 1 0 0,-1 0-1 0 0,1 0 1 0 0,0 0 0 0 0,-1 0-1 0 0,1-1 1 0 0,-1 1-1 0 0,1 0 1 0 0,0 0-1 0 0,-1 0 1 0 0,1 1-1 0 0,0-1 1 0 0,-1 0 0 0 0,1 0-1 0 0,2 1 10 0 0,0 0 0 0 0,0 0 0 0 0,0 0 0 0 0,0 1 0 0 0,-1-1 0 0 0,1 1 1 0 0,2 1-1 0 0,4 5 2 0 0,0-1 1 0 0,15 17-1 0 0,-20-18-7 0 0,1 0 1 0 0,-1-1-1 0 0,-1 2 0 0 0,1-1 0 0 0,-1 0 0 0 0,0 1 1 0 0,0-1-1 0 0,-1 1 0 0 0,0 0 0 0 0,0 0 0 0 0,0 0 0 0 0,-1 0 1 0 0,0 0-1 0 0,-1 0 0 0 0,0 1 0 0 0,0-1 0 0 0,0 0 1 0 0,-1 0-1 0 0,0 0 0 0 0,0 0 0 0 0,-3 9 0 0 0,-1-2 279 0 0,0 0-1 0 0,-1-1 0 0 0,-1 0 0 0 0,0 0 0 0 0,0 0 0 0 0,-1-1 0 0 0,-1 0 1 0 0,0-1-1 0 0,-16 16 0 0 0,22-24-291 0 0,-5 4 618 0 0,8-7-635 0 0,0 0 0 0 0,0 0 0 0 0,0 1 0 0 0,-1-1-1 0 0,1 0 1 0 0,0 0 0 0 0,0 0 0 0 0,0 0 0 0 0,-1 0-1 0 0,1 0 1 0 0,0 0 0 0 0,0 0 0 0 0,0 0 0 0 0,-1 0-1 0 0,1 0 1 0 0,0 0 0 0 0,0 0 0 0 0,0 0 0 0 0,-1-1-1 0 0,1 1 1 0 0,0 0 0 0 0,0 0 0 0 0,0 0-1 0 0,0 0 1 0 0,-1 0 0 0 0,1 0 0 0 0,0 0 0 0 0,0 0-1 0 0,0-1 1 0 0,0 1 0 0 0,0 0 0 0 0,-1 0 0 0 0,1 0-1 0 0,0 0 1 0 0,0-1 0 0 0,0 1 0 0 0,0 0 0 0 0,0 0-1 0 0,0 0 1 0 0,0 0 0 0 0,0-1 0 0 0,0 1-1 0 0,0 0 1 0 0,0-1-6 0 0,0-1 1 0 0,0 1-1 0 0,1 0 0 0 0,-1 0 0 0 0,1 0 1 0 0,-1 0-1 0 0,1 0 0 0 0,-1 0 0 0 0,1 0 0 0 0,0 1 1 0 0,-1-1-1 0 0,1 0 0 0 0,0 0 0 0 0,0 0 0 0 0,1 0 1 0 0,-2 0-2 0 0,25-25-74 0 0,0 1 0 0 0,1 2 0 0 0,47-32 0 0 0,-32 24-21 0 0,127-98-429 0 0,-167 127 469 0 0,-4 3-140 0 0,-4 2 176 0 0,0 0 0 0 0,1 1 0 0 0,-1 0 0 0 0,0 0 0 0 0,1 0 0 0 0,0 0 0 0 0,-11 12-1 0 0,-39 43-55 0 0,46-47 64 0 0,1 0 0 0 0,0 0 1 0 0,1 1-1 0 0,0 1 0 0 0,0-1 1 0 0,-8 24-1 0 0,15-34 16 0 0,0 0 0 0 0,0 1 0 0 0,0-1 0 0 0,0 0-1 0 0,1 1 1 0 0,-1-1 0 0 0,1 0 0 0 0,0 1 0 0 0,0-1 0 0 0,0 1 0 0 0,0-1 0 0 0,1 1-1 0 0,-1-1 1 0 0,1 0 0 0 0,0 1 0 0 0,0-1 0 0 0,0 0 0 0 0,1 0 0 0 0,-1 0 0 0 0,1 0-1 0 0,-1 0 1 0 0,1 0 0 0 0,0 0 0 0 0,0 0 0 0 0,1-1 0 0 0,-1 1 0 0 0,0-1 0 0 0,1 1-1 0 0,0-1 1 0 0,-1 0 0 0 0,1 0 0 0 0,0 0 0 0 0,0-1 0 0 0,0 1 0 0 0,5 1 0 0 0,6 3-90 0 0,0-1 1 0 0,0-1-1 0 0,1-1 1 0 0,-1 0-1 0 0,25 2 1 0 0,78-2-2242 0 0,-92-3 1570 0 0,101-5-6218 0 0,-62 0-152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8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42 1368 0 0,'-47'-3'9381'0'0,"-1"0"-2010"0"0,50 3-7193 0 0,35 2 54 0 0,0-2 0 0 0,54-7 0 0 0,-25 2-1028 0 0,7-4-2189 0 0,-25-2-3690 0 0,-29 5 541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8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11 2964 0 0,'-3'-1'2591'0'0,"-25"-7"4657"0"0,26 7-6161 0 0,0 1-926 0 0,0 0 1 0 0,0 0-1 0 0,0 0 1 0 0,0 0-1 0 0,1 0 1 0 0,-1 1-1 0 0,0-1 1 0 0,0 0-1 0 0,0 1 1 0 0,1-1-1 0 0,-1 1 0 0 0,0 0 1 0 0,1 0-1 0 0,-1-1 1 0 0,1 1-1 0 0,-1 0 1 0 0,1 0-1 0 0,-2 2 1 0 0,0 0-44 0 0,0 0 1 0 0,1 0-1 0 0,0 0 1 0 0,0 0-1 0 0,0 1 1 0 0,0-1-1 0 0,0 1 1 0 0,-2 5-1 0 0,-5 19 55 0 0,1 0-1 0 0,1 0 1 0 0,1 1-1 0 0,-3 53 0 0 0,8-48-2897 0 0,6 63-1 0 0,-3-76-1640 0 0,4-4-2299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9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98 1768 0 0,'-8'-10'4183'0'0,"-16"-25"3800"0"0,24 34-7928 0 0,0 0 1 0 0,0 0 0 0 0,0 0-1 0 0,-1 0 1 0 0,1 0-1 0 0,0-1 1 0 0,0 1-1 0 0,0 0 1 0 0,1 0 0 0 0,-1 0-1 0 0,0 0 1 0 0,0 0-1 0 0,1 0 1 0 0,-1 0-1 0 0,0 0 1 0 0,1 0-1 0 0,-1 0 1 0 0,1 0 0 0 0,0 0-1 0 0,-1 0 1 0 0,1 0-1 0 0,0 0 1 0 0,-1 0-1 0 0,1 1 1 0 0,0-1-1 0 0,0 0 1 0 0,0 0 0 0 0,0 1-1 0 0,-1-1 1 0 0,1 1-1 0 0,0-1 1 0 0,0 1-1 0 0,0-1 1 0 0,2 0-1 0 0,4-2 2 0 0,-1 0 0 0 0,0 1-1 0 0,1-1 1 0 0,7-1-1 0 0,-3 2-19 0 0,1 1-1 0 0,0-1 0 0 0,0 2 0 0 0,0 0 0 0 0,0 0 0 0 0,0 1 0 0 0,20 4 0 0 0,-25-4-26 0 0,0 1-1 0 0,0 0 0 0 0,-1 0 1 0 0,1 1-1 0 0,-1 0 0 0 0,0 0 0 0 0,1 0 1 0 0,-1 1-1 0 0,-1 0 0 0 0,1 0 0 0 0,-1 0 1 0 0,1 1-1 0 0,-1 0 0 0 0,7 8 1 0 0,-10-10-3 0 0,0 0 0 0 0,-1 0 1 0 0,1 0-1 0 0,-1 0 0 0 0,1 0 1 0 0,-1 0-1 0 0,0 1 0 0 0,0-1 1 0 0,0 0-1 0 0,0 1 0 0 0,-1-1 1 0 0,0 1-1 0 0,1-1 0 0 0,-1 0 1 0 0,-1 5-1 0 0,0-2 2 0 0,0-1 0 0 0,0 0 0 0 0,-1 0 0 0 0,0 0 0 0 0,0 0 1 0 0,0 0-1 0 0,0 0 0 0 0,-1-1 0 0 0,-3 6 0 0 0,-4 2 28 0 0,-1 1-1 0 0,0-1 1 0 0,0-1 0 0 0,-2 0 0 0 0,-20 15-1 0 0,16-11-75 0 0,17-15 38 0 0,0 0-1 0 0,0 0 0 0 0,0 0 0 0 0,-1 1 0 0 0,1-1 0 0 0,0 0 0 0 0,0 0 1 0 0,0 1-1 0 0,0-1 0 0 0,0 0 0 0 0,0 1 0 0 0,0-1 0 0 0,0 0 0 0 0,0 0 0 0 0,0 1 1 0 0,0-1-1 0 0,-1 0 0 0 0,2 0 0 0 0,-1 1 0 0 0,0-1 0 0 0,0 0 0 0 0,0 1 0 0 0,0-1 1 0 0,0 0-1 0 0,0 0 0 0 0,0 1 0 0 0,0-1 0 0 0,0 0 0 0 0,0 0 0 0 0,1 1 1 0 0,-1-1-1 0 0,1 1-8 0 0,1 0 1 0 0,0 0-1 0 0,-1-1 1 0 0,1 1-1 0 0,0-1 1 0 0,0 1-1 0 0,-1-1 1 0 0,1 1-1 0 0,0-1 1 0 0,3 0-1 0 0,5 1 5 0 0,3 4-9 0 0,-1 0 0 0 0,1 1 0 0 0,-1 0 1 0 0,-1 1-1 0 0,1 0 0 0 0,-1 1 0 0 0,0 0 0 0 0,-1 1 0 0 0,0 0 0 0 0,10 11 0 0 0,-17-16 96 0 0,1 0-1 0 0,-1 0 1 0 0,0 0-1 0 0,0 0 1 0 0,-1 0-1 0 0,1 1 1 0 0,-1-1-1 0 0,0 1 1 0 0,-1 0-1 0 0,1-1 0 0 0,-1 1 1 0 0,1 0-1 0 0,-2 0 1 0 0,1 0-1 0 0,0 0 1 0 0,-1 0-1 0 0,0 0 1 0 0,0 0-1 0 0,0 0 1 0 0,-1 0-1 0 0,0 0 1 0 0,0 0-1 0 0,0 0 1 0 0,-1 0-1 0 0,1 0 1 0 0,-1-1-1 0 0,0 1 1 0 0,-1-1-1 0 0,-3 8 1 0 0,-1-4 154 0 0,0 0 0 0 0,0 0 0 0 0,0-1-1 0 0,-1 1 1 0 0,0-2 0 0 0,-1 1 0 0 0,1-1 0 0 0,-1 0 0 0 0,-1-1 0 0 0,1 0 0 0 0,-1-1 0 0 0,1 0 0 0 0,-1 0 0 0 0,0-1 0 0 0,-1 0 0 0 0,-17 2 0 0 0,-6 0 438 0 0,0-3 1 0 0,0 0-1 0 0,-61-6 1 0 0,93 4-773 0 0,0 0-1 0 0,0 0 1 0 0,0-1 0 0 0,0 1-1 0 0,0 0 1 0 0,0-1-1 0 0,0 0 1 0 0,0 1 0 0 0,0-1-1 0 0,0 0 1 0 0,0 0 0 0 0,0 0-1 0 0,1 0 1 0 0,-1 0-1 0 0,0 0 1 0 0,1-1 0 0 0,-1 1-1 0 0,1-1 1 0 0,-1 1 0 0 0,1-1-1 0 0,-2-1 1 0 0,3 2-75 0 0,-1 0 1 0 0,1 0 0 0 0,0 0-1 0 0,0 0 1 0 0,0 0-1 0 0,0 0 1 0 0,0 0 0 0 0,0 0-1 0 0,0 0 1 0 0,0 0-1 0 0,0 0 1 0 0,0 0-1 0 0,0 0 1 0 0,0 0 0 0 0,1 0-1 0 0,-1 0 1 0 0,0 0-1 0 0,1 1 1 0 0,-1-1 0 0 0,1 0-1 0 0,-1 0 1 0 0,1 0-1 0 0,0 0 1 0 0,-1 1 0 0 0,1-1-1 0 0,-1 0 1 0 0,3-1-1 0 0,20-18-3398 0 0,-21 19 3090 0 0,32-24-6218 0 0,-13 12 1035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29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24 728 0 0,'10'-17'13606'0'0,"-5"10"-11338"0"0,-2 14-2035 0 0,-1-1 1 0 0,-1 1 0 0 0,1-1 0 0 0,-1 1-1 0 0,-1 0 1 0 0,1 0 0 0 0,-1 13 0 0 0,1 10 106 0 0,1-16-246 0 0,0 0 0 0 0,1 1 0 0 0,1-1 0 0 0,0-1 0 0 0,1 1 0 0 0,8 18 0 0 0,-8-24-19 0 0,-1 0 0 0 0,1 0-1 0 0,1-1 1 0 0,-1 1 0 0 0,1-1-1 0 0,1-1 1 0 0,-1 1 0 0 0,1-1-1 0 0,0 0 1 0 0,14 9 0 0 0,-18-14-35 0 0,0-1 1 0 0,-1 1-1 0 0,1-1 0 0 0,-1 0 1 0 0,1 0-1 0 0,0 0 1 0 0,-1 0-1 0 0,1 0 0 0 0,0-1 1 0 0,-1 1-1 0 0,1-1 1 0 0,-1 1-1 0 0,1-1 1 0 0,-1 0-1 0 0,1 0 0 0 0,-1 0 1 0 0,0 0-1 0 0,1-1 1 0 0,2-2-1 0 0,1 0 60 0 0,-2 0 0 0 0,1-1 1 0 0,0 0-1 0 0,-1 0 0 0 0,0 0 0 0 0,0 0 0 0 0,-1-1 1 0 0,1 0-1 0 0,-1 1 0 0 0,0-1 0 0 0,3-11 0 0 0,-2 8 469 0 0,0 0-1 0 0,0 0 0 0 0,9-12 1 0 0,-1 0 291 0 0,-8 15-579 0 0,-6 24-163 0 0,-74 321 182 0 0,41-203-111 0 0,-31 114 219 0 0,-22-8 1013 0 0,85-233-1178 0 0,-2-1 1 0 0,1 1 0 0 0,-1-1-1 0 0,0 0 1 0 0,-1 0 0 0 0,0-1 0 0 0,0 0-1 0 0,-1 0 1 0 0,-11 10 0 0 0,13-14-178 0 0,1 0 1 0 0,-1 0-1 0 0,0 0 1 0 0,0-1-1 0 0,0 0 1 0 0,0 0-1 0 0,-1 0 1 0 0,1 0-1 0 0,0-1 0 0 0,-1 0 1 0 0,1 0-1 0 0,-1-1 1 0 0,1 1-1 0 0,-1-1 1 0 0,1 0-1 0 0,-1-1 1 0 0,-9-1-1 0 0,6 0-140 0 0,0 0-1 0 0,1 0 1 0 0,-1-1 0 0 0,0 0-1 0 0,1-1 1 0 0,0 0-1 0 0,0 0 1 0 0,0-1 0 0 0,0 0-1 0 0,-12-12 1 0 0,17 14-212 0 0,-1 0 0 0 0,2 0 1 0 0,-1 0-1 0 0,0-1 0 0 0,1 0 0 0 0,-1 1 1 0 0,1-1-1 0 0,0 0 0 0 0,1 0 0 0 0,-1 0 1 0 0,0 0-1 0 0,1 0 0 0 0,0-1 0 0 0,0 1 1 0 0,1 0-1 0 0,-1-1 0 0 0,1 1 0 0 0,0 0 1 0 0,0-1-1 0 0,0 1 0 0 0,0-1 0 0 0,1 1 1 0 0,0 0-1 0 0,2-8 0 0 0,2-1-651 0 0,0 0 1 0 0,1 1-1 0 0,0 0 0 0 0,1 0 0 0 0,0 0 0 0 0,12-13 0 0 0,59-60-7530 0 0,-42 49 2072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0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47 680 0 0,'-161'-22'19035'0'0,"290"16"-16857"0"0,-70 5-2918 0 0,64-3-2075 0 0,-42-5-5739 0 0,-57 5 1174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0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10 2608 0 0,'-38'-10'10062'0'0,"35"10"-9323"0"0,2 0-610 0 0,0 0 0 0 0,-1 1 0 0 0,1-1 0 0 0,0 0 0 0 0,0 0-1 0 0,-1 1 1 0 0,1-1 0 0 0,0 1 0 0 0,0-1 0 0 0,-1 1 0 0 0,1-1 0 0 0,0 1-1 0 0,0 0 1 0 0,0-1 0 0 0,0 1 0 0 0,0 0 0 0 0,0 0 0 0 0,0 0 0 0 0,0 0-1 0 0,0 0 1 0 0,1 0 0 0 0,-1 0 0 0 0,0 0 0 0 0,0 2 0 0 0,-2 3 228 0 0,1 0 0 0 0,0-1 0 0 0,0 1 0 0 0,-1 11 0 0 0,-10 66 451 0 0,3 1-1 0 0,2 104 1 0 0,8-167-1275 0 0,2 1 0 0 0,4 29 0 0 0,8-5-2614 0 0,-12-40 1815 0 0,1 0 1 0 0,0-1-1 0 0,0 1 0 0 0,1-1 1 0 0,5 7-1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0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89 552 0 0,'6'-34'9287'0'0,"-3"22"-5482"0"0,-2 1 0 0 0,2-21 0 0 0,-4 37-3689 0 0,1 0 1 0 0,-1 1-1 0 0,-1-1 1 0 0,1 0-1 0 0,-1-1 0 0 0,-4 10 1 0 0,-3 10 49 0 0,-12 41 62 0 0,12-39-177 0 0,1 0 0 0 0,1 0 0 0 0,1 1 1 0 0,2 0-1 0 0,-3 36 0 0 0,7-60-45 0 0,0 0-1 0 0,0 0 1 0 0,0 0-1 0 0,1 0 1 0 0,-1-1-1 0 0,1 1 1 0 0,0 0 0 0 0,-1 0-1 0 0,1 0 1 0 0,1-1-1 0 0,-1 1 1 0 0,0 0-1 0 0,0-1 1 0 0,1 1 0 0 0,0-1-1 0 0,-1 0 1 0 0,1 1-1 0 0,0-1 1 0 0,0 0-1 0 0,0 0 1 0 0,1 0-1 0 0,-1-1 1 0 0,0 1 0 0 0,1 0-1 0 0,-1-1 1 0 0,1 1-1 0 0,-1-1 1 0 0,1 0-1 0 0,0 0 1 0 0,3 1 0 0 0,-2-1-8 0 0,0-1 1 0 0,0 1 0 0 0,1-1-1 0 0,-1 0 1 0 0,0 0 0 0 0,0 0-1 0 0,0-1 1 0 0,1 1 0 0 0,-1-1-1 0 0,0 0 1 0 0,0 0 0 0 0,0-1-1 0 0,0 1 1 0 0,0-1 0 0 0,-1 0-1 0 0,1 0 1 0 0,0 0 0 0 0,-1 0-1 0 0,1-1 1 0 0,4-3 0 0 0,11-15 355 0 0,-1-1 0 0 0,-1-1 0 0 0,-1 0 0 0 0,-1-1 0 0 0,-1 0 1 0 0,12-29-1 0 0,-20 41 188 0 0,10-15 52 0 0,-15 26-437 0 0,2 3-121 0 0,-3-2-35 0 0,0 0 0 0 0,1 0 0 0 0,-1 0 0 0 0,0 0 0 0 0,0 1 0 0 0,1-1 1 0 0,-1 0-1 0 0,0 0 0 0 0,0 0 0 0 0,0 0 0 0 0,1 0 0 0 0,-1 0 0 0 0,0 0 0 0 0,0 1 0 0 0,0-1 0 0 0,1 0 0 0 0,-1 0 0 0 0,0 0 0 0 0,0 0 1 0 0,0 1-1 0 0,0-1 0 0 0,0 0 0 0 0,1 0 0 0 0,-1 1 0 0 0,0-1 0 0 0,0 0 0 0 0,0 0 0 0 0,0 0 0 0 0,0 1 0 0 0,0-1 0 0 0,0 0 1 0 0,0 0-1 0 0,0 1 0 0 0,0-1 0 0 0,0 0 0 0 0,0 0 0 0 0,0 1 0 0 0,0-1 0 0 0,-1 27 204 0 0,-1 0 0 0 0,-11 49 0 0 0,-22 57 23 0 0,17-68-130 0 0,-42 112-11 0 0,23-74-66 0 0,29-84-117 0 0,-1 3-1144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1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89 284 0 0,'-5'-46'17882'0'0,"4"22"-13166"0"0,4 22-4668 0 0,0 0 0 0 0,0 0-1 0 0,0 0 1 0 0,0 1 0 0 0,0-1-1 0 0,1 1 1 0 0,-1 0 0 0 0,0 0 0 0 0,0 0-1 0 0,1 0 1 0 0,-1 1 0 0 0,5-1-1 0 0,50 0 104 0 0,-45 1-104 0 0,36 1 65 0 0,-1 2 1 0 0,68 14-1 0 0,-114-17-106 0 0,0 0 1 0 0,0 0-1 0 0,-1 1 0 0 0,1-1 1 0 0,0 1-1 0 0,-1-1 0 0 0,1 1 1 0 0,-1-1-1 0 0,1 1 0 0 0,0 0 0 0 0,-1 0 1 0 0,0 0-1 0 0,1 0 0 0 0,-1 0 1 0 0,0 0-1 0 0,1 0 0 0 0,-1 1 1 0 0,0-1-1 0 0,0 0 0 0 0,0 1 1 0 0,0-1-1 0 0,1 3 0 0 0,-1-2 1 0 0,-1 0 0 0 0,0 0 0 0 0,0 0 0 0 0,0 0 0 0 0,0 0-1 0 0,0 0 1 0 0,0 0 0 0 0,0 0 0 0 0,-1 0 0 0 0,1 0-1 0 0,-1 0 1 0 0,0 0 0 0 0,1-1 0 0 0,-1 1 0 0 0,0 0-1 0 0,-2 2 1 0 0,-4 7 64 0 0,-1 0-1 0 0,-1 0 0 0 0,0-1 0 0 0,-12 11 1 0 0,20-20-60 0 0,-166 135 2968 0 0,27-26-701 0 0,139-110-2253 0 0,0 1 0 0 0,0 0-1 0 0,1-1 1 0 0,-1 1 0 0 0,0 0 0 0 0,0-1-1 0 0,1 1 1 0 0,-1 0 0 0 0,1 0 0 0 0,-1 0-1 0 0,1 0 1 0 0,-1 0 0 0 0,1 0 0 0 0,-1 0 0 0 0,1 0-1 0 0,0 0 1 0 0,-1 0 0 0 0,1 0 0 0 0,0 0-1 0 0,0 0 1 0 0,0 0 0 0 0,0 0 0 0 0,0 0-1 0 0,0 2 1 0 0,1-2-3 0 0,-1 0 0 0 0,1 1-1 0 0,0-1 1 0 0,0 0 0 0 0,-1 0 0 0 0,1 0-1 0 0,0 0 1 0 0,0 1 0 0 0,0-1 0 0 0,1-1-1 0 0,-1 1 1 0 0,0 0 0 0 0,0 0 0 0 0,0 0-1 0 0,3 0 1 0 0,6 4 54 0 0,0-1 0 0 0,0-1 1 0 0,18 4-1 0 0,-22-6-38 0 0,45 10 42 0 0,1-3 0 0 0,56 1 0 0 0,106-6 571 0 0,-164-3-148 0 0,-47 0-540 0 0,0 0 0 0 0,0 0 0 0 0,1 0-1 0 0,-1 0 1 0 0,0-1 0 0 0,0 1 0 0 0,1-1-1 0 0,-1 0 1 0 0,0 0 0 0 0,0 0 0 0 0,0-1-1 0 0,5-2 1 0 0,4-11-4689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1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98 1044 0 0,'-33'-32'14789'0'0,"19"17"-9413"0"0,10 6-3368 0 0,6 6-1953 0 0,-1 1 0 0 0,1 0 0 0 0,0 0 0 0 0,0 0 0 0 0,0 1 0 0 0,0-1 0 0 0,1 0 0 0 0,-1 1 0 0 0,0 0 0 0 0,1-1-1 0 0,-1 1 1 0 0,1 0 0 0 0,-1 0 0 0 0,1 0 0 0 0,-1 0 0 0 0,6 0 0 0 0,51-7 47 0 0,-46 6-137 0 0,107-4-3390 0 0,-81 8-514 0 0,-1 0-3411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2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0 2384 0 0,'-157'56'17304'0'0,"157"-56"-17251"0"0,-1 0-1 0 0,1 0 1 0 0,-1 0-1 0 0,1 0 1 0 0,-1 1-1 0 0,1-1 1 0 0,-1 0-1 0 0,1 0 1 0 0,0 0-1 0 0,-1 1 0 0 0,1-1 1 0 0,0 0-1 0 0,-1 1 1 0 0,1-1-1 0 0,-1 0 1 0 0,1 1-1 0 0,0-1 1 0 0,0 1-1 0 0,-1-1 1 0 0,1 0-1 0 0,0 1 0 0 0,-1 0 1 0 0,1 0-35 0 0,1-1 1 0 0,-1 0-1 0 0,0 1 0 0 0,0-1 1 0 0,0 1-1 0 0,1-1 1 0 0,-1 0-1 0 0,0 1 1 0 0,0-1-1 0 0,1 0 0 0 0,-1 1 1 0 0,0-1-1 0 0,1 0 1 0 0,-1 0-1 0 0,0 1 0 0 0,1-1 1 0 0,-1 0-1 0 0,1 0 1 0 0,-1 0-1 0 0,0 1 1 0 0,1-1-1 0 0,-1 0 0 0 0,1 0 1 0 0,-1 0-1 0 0,0 0 1 0 0,1 0-1 0 0,-1 0 0 0 0,1 0 1 0 0,0 0-1 0 0,48 8 104 0 0,0-2-1 0 0,64-1 0 0 0,31-10-4152 0 0,-118 3-537 0 0,44-9-1 0 0,-39 3-1670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2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55 528 0 0,'0'-2'3420'0'0,"-3"-41"12041"0"0,1 34-12917 0 0,5 39-218 0 0,-1 47 0 0 0,-17 89-146 0 0,11-125-1839 0 0,-8 38-16 0 0,-24 82 1 0 0,9-47-2122 0 0,24-98 50 0 0,-4 14-5804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101 157 1484 0 0,'37'-64'10900'0'0,"13"-18"3746"0"0,-41 72-12939 0 0,-5 11-217 0 0,-5 17 196 0 0,1-14-1642 0 0,-8 49 361 0 0,-28 99 0 0 0,35-150-405 0 0,-48 164 70 0 0,-42 176-527 0 0,81-270-7572 0 0,6-31-3009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4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2 125 148 0 0,'-2'-15'5905'0'0,"2"9"-5232"0"0,1 0 1 0 0,0 0 0 0 0,0 0 0 0 0,0 0 0 0 0,0 0 0 0 0,1 0 0 0 0,0 1 0 0 0,3-7 0 0 0,-4 9-586 0 0,1 1 1 0 0,-1-1-1 0 0,1 1 1 0 0,-1 0-1 0 0,1-1 1 0 0,0 1-1 0 0,-1 0 1 0 0,1 0-1 0 0,0 0 1 0 0,1 0-1 0 0,-1 1 0 0 0,0-1 1 0 0,0 1-1 0 0,1-1 1 0 0,-1 1-1 0 0,1 0 1 0 0,-1 0-1 0 0,1 0 1 0 0,0 0-1 0 0,-1 0 1 0 0,1 0-1 0 0,4 0 1 0 0,-2 1-63 0 0,1 0 1 0 0,-1 0-1 0 0,1 1 1 0 0,-1-1-1 0 0,1 1 1 0 0,-1 0-1 0 0,0 1 1 0 0,1-1-1 0 0,-1 1 1 0 0,0 0-1 0 0,0 0 1 0 0,0 1-1 0 0,0 0 1 0 0,0-1-1 0 0,-1 2 1 0 0,1-1-1 0 0,-1 0 1 0 0,0 1-1 0 0,0 0 1 0 0,0 0-1 0 0,-1 0 1 0 0,1 0-1 0 0,-1 1 1 0 0,0 0-1 0 0,3 5 1 0 0,-2-1 30 0 0,0 0 0 0 0,0 0-1 0 0,-1-1 1 0 0,-1 2 0 0 0,1-1 0 0 0,-1 0 0 0 0,-1 0 0 0 0,0 1 0 0 0,0-1 0 0 0,-1 1 0 0 0,0-1 0 0 0,-1 1 0 0 0,0-1 0 0 0,-3 15-1 0 0,-2-5 189 0 0,0 1 0 0 0,-2-1 0 0 0,0-1 0 0 0,-1 1 0 0 0,-1-1 0 0 0,-1-1 0 0 0,0 0 0 0 0,-2 0 0 0 0,0-1 0 0 0,-16 15 0 0 0,28-30-172 0 0,2-3-63 0 0,-1 0 0 0 0,1 1-1 0 0,0-1 1 0 0,0 0 0 0 0,1 0 0 0 0,-1 1-1 0 0,0-1 1 0 0,1 0 0 0 0,-1 1 0 0 0,3-3-1 0 0,-2 2 3 0 0,66-64 72 0 0,128-96 0 0 0,-6 6 30 0 0,-170 129-128 0 0,-18 25-10 0 0,-2 2 23 0 0,0-1 0 0 0,0 1 0 0 0,0-1 1 0 0,0 1-1 0 0,0 0 0 0 0,0-1 0 0 0,0 1 0 0 0,0-1 0 0 0,-1 1 0 0 0,1 0 0 0 0,0-1 0 0 0,0 1 0 0 0,0-1 0 0 0,0 1 0 0 0,0 0 0 0 0,-1-1 0 0 0,1 1 0 0 0,0 0 0 0 0,0-1 0 0 0,-1 1 0 0 0,1 0 0 0 0,0 0 0 0 0,0-1 0 0 0,-1 1 0 0 0,1 0 0 0 0,0-1 0 0 0,-1 1 0 0 0,1 0 0 0 0,0 0 0 0 0,-1 0 0 0 0,1 0 0 0 0,-1-1 0 0 0,-7 3 7 0 0,-1 1 0 0 0,1 0 0 0 0,1 0-1 0 0,-1 1 1 0 0,0 0 0 0 0,1 0 0 0 0,0 1 0 0 0,0-1-1 0 0,0 2 1 0 0,1-1 0 0 0,-1 1 0 0 0,-5 7-1 0 0,-2 2 32 0 0,1 0-1 0 0,0 2 0 0 0,1-1 0 0 0,-10 21 0 0 0,17-28-19 0 0,1-1 0 0 0,0 1-1 0 0,1-1 1 0 0,0 1 0 0 0,0 0-1 0 0,1 0 1 0 0,0 0-1 0 0,0 1 1 0 0,1-1 0 0 0,1 0-1 0 0,0 15 1 0 0,0-19-7 0 0,1 0 0 0 0,0 0 0 0 0,0 0 0 0 0,1 0 0 0 0,-1-1 0 0 0,1 1 0 0 0,0 0 0 0 0,1-1 0 0 0,-1 1 0 0 0,1-1 0 0 0,0 0 0 0 0,0 0 0 0 0,0 0 0 0 0,0 0 0 0 0,1 0 0 0 0,-1-1 0 0 0,1 1 0 0 0,0-1 0 0 0,0 0 0 0 0,0-1 0 0 0,1 1 0 0 0,-1-1 0 0 0,6 3 0 0 0,9 2-151 0 0,1 0 1 0 0,0-1-1 0 0,0-1 1 0 0,0-1 0 0 0,1-1-1 0 0,0-1 1 0 0,-1 0-1 0 0,31-3 1 0 0,8-3-4487 0 0,99-19-1 0 0,-96 9-1939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4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20 756 0 0,'-62'-19'14562'0'0,"60"19"-13853"0"0,-1-1-134 0 0,133 3 2302 0 0,-1-1-5807 0 0,-77-2-2337 0 0,-41 1 2484 0 0,6-1-3312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28 16 0 0,'-24'-12'7552'0'0,"21"9"-6679"0"0,-1 1 0 0 0,1 0 1 0 0,-1 1-1 0 0,1-1 1 0 0,-1 1-1 0 0,1 0 0 0 0,-1-1 1 0 0,-7 0-1 0 0,9 3-570 0 0,0-1-273 0 0,1 0 0 0 0,0 0-1 0 0,0 0 1 0 0,0 1-1 0 0,0-1 1 0 0,0 1-1 0 0,0-1 1 0 0,0 1-1 0 0,0-1 1 0 0,0 1 0 0 0,1-1-1 0 0,-1 1 1 0 0,0 0-1 0 0,0-1 1 0 0,0 1-1 0 0,1 0 1 0 0,-1 0-1 0 0,0 0 1 0 0,0 1 0 0 0,-1 1 47 0 0,1 0 0 0 0,-1 0 1 0 0,1 1-1 0 0,0-1 0 0 0,-1 0 1 0 0,1 6-1 0 0,-14 72 474 0 0,-7 164 0 0 0,21-243-596 0 0,3 68-1056 0 0,5-35-1614 0 0,-6-31 1902 0 0,0-1 1 0 0,1 0-1 0 0,-1 0 1 0 0,1 0 0 0 0,0 0-1 0 0,-1 0 1 0 0,5 4-1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4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52 105 2448 0 0,'-14'-12'6323'0'0,"0"-5"-1260"0"0,-4-3-563 0 0,17 19-4172 0 0,-3-7 707 0 0,5 6-1017 0 0,1 0 0 0 0,-1 0 0 0 0,1 0 0 0 0,0 0 0 0 0,0 1 0 0 0,-1-1 0 0 0,1 0 0 0 0,0 1 0 0 0,0-1-1 0 0,1 1 1 0 0,-1 0 0 0 0,0 0 0 0 0,0 0 0 0 0,1 0 0 0 0,-1 0 0 0 0,1 0 0 0 0,-1 1 0 0 0,5-1 0 0 0,54-9 18 0 0,-53 9-31 0 0,106-7-756 0 0,-42 7-6845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5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28 2084 0 0,'-49'-12'7325'0'0,"29"6"-3308"0"0,-31-4 1 0 0,49 10-3968 0 0,0 1 0 0 0,0-1 0 0 0,0 0 0 0 0,0 0 0 0 0,1 1 0 0 0,-1-1 1 0 0,0 1-1 0 0,0 0 0 0 0,0-1 0 0 0,1 1 0 0 0,-1 0 0 0 0,0 0 1 0 0,1 0-1 0 0,-1 0 0 0 0,1 0 0 0 0,-1 0 0 0 0,-2 3 0 0 0,-21 27 179 0 0,19-22-146 0 0,-9 12-29 0 0,1 1 1 0 0,2 1-1 0 0,0 0 1 0 0,1 0 0 0 0,1 1-1 0 0,2 1 1 0 0,-8 32-1 0 0,15-55-46 0 0,0 1 0 0 0,1-1 0 0 0,-1 1 0 0 0,1-1 0 0 0,0 1 0 0 0,-1 0-1 0 0,1-1 1 0 0,1 1 0 0 0,-1-1 0 0 0,0 1 0 0 0,0-1 0 0 0,1 1 0 0 0,0 0-1 0 0,-1-1 1 0 0,1 0 0 0 0,0 1 0 0 0,0-1 0 0 0,3 5 0 0 0,-3-5 4 0 0,1-1-1 0 0,0 1 1 0 0,0 0 0 0 0,0-1 0 0 0,0 1-1 0 0,1-1 1 0 0,-1 0 0 0 0,0 0 0 0 0,0 0-1 0 0,1 0 1 0 0,-1 0 0 0 0,1 0 0 0 0,-1-1 0 0 0,1 1-1 0 0,-1-1 1 0 0,1 0 0 0 0,-1 0 0 0 0,1 0-1 0 0,2 0 1 0 0,21-2 27 0 0,-1-1-1 0 0,0-1 1 0 0,0-1 0 0 0,39-13 0 0 0,27-7-32 0 0,-87 25-6 0 0,-1-1 0 0 0,1 1 0 0 0,-1-1 0 0 0,1 1 0 0 0,-1 0 0 0 0,1 0-1 0 0,-1 0 1 0 0,1 1 0 0 0,-1-1 0 0 0,1 1 0 0 0,-1 0 0 0 0,1 0 0 0 0,-1 0 0 0 0,0 0 0 0 0,0 1 0 0 0,1 0 0 0 0,-1-1 0 0 0,0 1 0 0 0,0 0 0 0 0,-1 0 0 0 0,1 0 0 0 0,4 5 0 0 0,-3-1 43 0 0,1 0 0 0 0,-1 0 0 0 0,0 0 0 0 0,-1 0-1 0 0,0 1 1 0 0,0 0 0 0 0,0-1 0 0 0,-1 1 0 0 0,0 0 0 0 0,2 9 0 0 0,-2-4 195 0 0,-1 0-1 0 0,0-1 1 0 0,-1 1 0 0 0,0 0-1 0 0,-1 0 1 0 0,0-1 0 0 0,-1 1-1 0 0,0 0 1 0 0,-1-1 0 0 0,0 0-1 0 0,-1 1 1 0 0,0-1 0 0 0,0-1-1 0 0,-2 1 1 0 0,1-1 0 0 0,-1 0-1 0 0,-10 13 1 0 0,9-14-35 0 0,0-1 1 0 0,0 0-1 0 0,0 0 1 0 0,-1-1-1 0 0,-1 0 0 0 0,1 0 1 0 0,-1-1-1 0 0,0 0 0 0 0,0 0 1 0 0,-1-1-1 0 0,1-1 1 0 0,-1 0-1 0 0,0 0 0 0 0,-1 0 1 0 0,1-2-1 0 0,-1 1 0 0 0,1-1 1 0 0,-1-1-1 0 0,-12 1 1 0 0,-6-2 59 0 0,-55-9 0 0 0,71 7-535 0 0,-1-1 1 0 0,0-1 0 0 0,0 0-1 0 0,1-1 1 0 0,-25-13 0 0 0,37 18 133 0 0,0-1 1 0 0,0 1-1 0 0,0-1 1 0 0,0 1 0 0 0,1-1-1 0 0,-1 1 1 0 0,0-1 0 0 0,0 0-1 0 0,1 1 1 0 0,-1-1 0 0 0,0 0-1 0 0,1 0 1 0 0,-1 0 0 0 0,1 1-1 0 0,-1-1 1 0 0,1 0 0 0 0,0 0-1 0 0,-1 0 1 0 0,1 0 0 0 0,0 0-1 0 0,-1 0 1 0 0,1 0 0 0 0,0 0-1 0 0,0-2 1 0 0,0 2-131 0 0,1-1 1 0 0,-1 0-1 0 0,0 1 0 0 0,1-1 1 0 0,0 0-1 0 0,0 1 0 0 0,-1-1 1 0 0,1 0-1 0 0,0 1 0 0 0,0-1 1 0 0,0 1-1 0 0,2-3 0 0 0,4-2-1232 0 0,0-1 0 0 0,1 1-1 0 0,15-10 1 0 0,1 0-3349 0 0,4-1-2502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5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16 3148 0 0,'4'-3'579'0'0,"-3"2"-170"0"0,0 0 0 0 0,0 0 0 0 0,0 0 0 0 0,0 0 0 0 0,0 0 0 0 0,0 0 0 0 0,0 0 0 0 0,1 1 0 0 0,-1-1 1 0 0,0 0-1 0 0,0 1 0 0 0,1-1 0 0 0,-1 1 0 0 0,0-1 0 0 0,1 1 0 0 0,-1 0 0 0 0,1 0 0 0 0,-1 0 0 0 0,0-1 0 0 0,1 1 0 0 0,-1 0 1 0 0,1 1-1 0 0,-1-1 0 0 0,1 0 0 0 0,-1 0 0 0 0,2 1 0 0 0,-2 1-236 0 0,1 0 0 0 0,-1 0 0 0 0,0 0 0 0 0,0 0 0 0 0,-1 0 0 0 0,1 0 0 0 0,0 1 0 0 0,-1-1 0 0 0,0 0 1 0 0,1 0-1 0 0,-1 0 0 0 0,0 4 0 0 0,1 1 87 0 0,1 5-96 0 0,0-1 0 0 0,1 0-1 0 0,0 0 1 0 0,1 0 0 0 0,0-1-1 0 0,1 1 1 0 0,0-1 0 0 0,1 0 0 0 0,13 18-1 0 0,-16-24-137 0 0,0-1-1 0 0,1 1 0 0 0,0-1 0 0 0,-1 1 0 0 0,1-1 1 0 0,0 0-1 0 0,1-1 0 0 0,-1 1 0 0 0,1-1 1 0 0,-1 1-1 0 0,1-2 0 0 0,0 1 0 0 0,-1 0 0 0 0,1-1 1 0 0,0 0-1 0 0,0 0 0 0 0,0 0 0 0 0,0-1 0 0 0,0 1 1 0 0,0-1-1 0 0,0-1 0 0 0,0 1 0 0 0,0-1 1 0 0,9-2-1 0 0,-7 1-15 0 0,0 0 0 0 0,0-1 0 0 0,-1 0 0 0 0,1 0 0 0 0,-1 0 0 0 0,0-1 0 0 0,0 0 0 0 0,0-1 1 0 0,-1 1-1 0 0,1-1 0 0 0,-1 0 0 0 0,0 0 0 0 0,7-10 0 0 0,0-2 127 0 0,-1 0 1 0 0,-1-1 0 0 0,13-29-1 0 0,-17 34 120 0 0,-6 13-249 0 0,0 0-1 0 0,0 0 1 0 0,0 0-1 0 0,0 0 0 0 0,0 0 1 0 0,0 0-1 0 0,0 0 1 0 0,1 0-1 0 0,-1 0 0 0 0,0 0 1 0 0,0 0-1 0 0,0 0 1 0 0,0 0-1 0 0,0 0 0 0 0,0 0 1 0 0,0 0-1 0 0,0 0 1 0 0,0 0-1 0 0,0 0 0 0 0,0 0 1 0 0,0 0-1 0 0,0 0 1 0 0,0 0-1 0 0,0 0 0 0 0,0 0 1 0 0,0 0-1 0 0,0 0 1 0 0,0 0-1 0 0,0 0 0 0 0,-6 22 349 0 0,1-5-151 0 0,-68 376 5959 0 0,51-242-4608 0 0,13-92-990 0 0,-24 134 1034 0 0,21-139-827 0 0,-29 80 0 0 0,38-125-765 0 0,-1 0-1 0 0,0-1 1 0 0,0 1-1 0 0,-1-1 0 0 0,0 0 1 0 0,0 0-1 0 0,-1-1 1 0 0,-12 13-1 0 0,14-17-7 0 0,1 0-1 0 0,-1 0 0 0 0,0 0 1 0 0,0-1-1 0 0,0 0 0 0 0,-1 0 1 0 0,1 0-1 0 0,-1 0 0 0 0,1 0 1 0 0,-1-1-1 0 0,1 0 0 0 0,-1 0 1 0 0,0 0-1 0 0,1 0 0 0 0,-1-1 1 0 0,0 0-1 0 0,0 0 0 0 0,0 0 1 0 0,-6-2-1 0 0,0 0-194 0 0,0-1-1 0 0,0 0 1 0 0,1-1-1 0 0,-1 0 1 0 0,1 0-1 0 0,0-1 1 0 0,0-1 0 0 0,1 0-1 0 0,-1 0 1 0 0,1-1-1 0 0,-12-11 1 0 0,16 13 53 0 0,1 1 0 0 0,0 0 0 0 0,0-1 0 0 0,0 0 0 0 0,0 0-1 0 0,1 0 1 0 0,0-1 0 0 0,0 1 0 0 0,1-1 0 0 0,-1 1 0 0 0,1-1 0 0 0,0 0 0 0 0,1 0 0 0 0,0 0 0 0 0,0 0 0 0 0,0 0 0 0 0,0 0 0 0 0,1-1 0 0 0,0 1 0 0 0,0 0 0 0 0,1 0 0 0 0,2-10-1 0 0,1 2-1025 0 0,1 1 0 0 0,0 0 0 0 0,1 1 0 0 0,1-1 0 0 0,0 1 0 0 0,1 0-1 0 0,12-14 1 0 0,16-16-5369 0 0,-1 8-2331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6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11 3024 0 0,'-157'6'12484'0'0,"143"-4"-9735"0"0,24 1-2009 0 0,25 0-394 0 0,53-6-179 0 0,85-4 191 0 0,-115 1-3830 0 0,-2-2-3420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6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27 872 0 0,'-23'-16'9892'0'0,"7"6"-4351"0"0,15 10-5377 0 0,0 1 0 0 0,0-1-1 0 0,0 1 1 0 0,-1-1-1 0 0,1 1 1 0 0,0-1-1 0 0,0 1 1 0 0,0 0-1 0 0,0-1 1 0 0,0 1-1 0 0,0 0 1 0 0,0 0-1 0 0,0 0 1 0 0,0 0-1 0 0,1 0 1 0 0,-1 0-1 0 0,0 0 1 0 0,1 0-1 0 0,-1 0 1 0 0,0 0-1 0 0,1 0 1 0 0,-1 1-1 0 0,1-1 1 0 0,0 0-1 0 0,-1 0 1 0 0,1 1-1 0 0,0 1 1 0 0,-7 45 1715 0 0,6-36-1370 0 0,-8 64 994 0 0,-2 2-1183 0 0,0 149-1 0 0,12-220-835 0 0,-1 0-1 0 0,1 0 1 0 0,0-1 0 0 0,1 1-1 0 0,2 7 1 0 0,8 7-3472 0 0,8-8-4417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7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103 277 2980 0 0,'12'-30'7501'0'0,"9"-28"4184"0"0,-20 56-11223 0 0,-3-4-345 0 0,0 1 1 0 0,0-1-1 0 0,-1 0 0 0 0,1 1 1 0 0,-2 0-1 0 0,1 0 0 0 0,0 0 1 0 0,-1 0-1 0 0,0 0 0 0 0,0 0 0 0 0,0 1 1 0 0,-1 0-1 0 0,1 0 0 0 0,-1 0 1 0 0,0 1-1 0 0,0-1 0 0 0,-10-4 1 0 0,3 2-122 0 0,6 4-63 0 0,1-1 1 0 0,-1 0-1 0 0,1 0 1 0 0,0 0-1 0 0,0-1 1 0 0,0 0-1 0 0,-7-6 1 0 0,12 10 58 0 0,1-1 1 0 0,-1 1 0 0 0,0-1 0 0 0,1 1 0 0 0,-1-1 0 0 0,0 1 0 0 0,1-1 0 0 0,-1 1-1 0 0,1 0 1 0 0,-1-1 0 0 0,1 1 0 0 0,-1 0 0 0 0,1-1 0 0 0,-1 1 0 0 0,1 0 0 0 0,-1-1-1 0 0,1 1 1 0 0,-1 0 0 0 0,1 0 0 0 0,0 0 0 0 0,-1 0 0 0 0,1 0 0 0 0,-1 0 0 0 0,1 0 0 0 0,0 0-1 0 0,-1 0 1 0 0,1 0 0 0 0,17-3-68 0 0,-18 3 75 0 0,231-11-566 0 0,-58 4 386 0 0,-162 6 295 0 0,-1-1 1 0 0,0 0 0 0 0,0-1-1 0 0,0 0 1 0 0,15-7 0 0 0,-17 6 205 0 0,-6 4-176 0 0,0-1-70 0 0,5-2 46 0 0,-5 2-20 0 0,-1 1-97 0 0,-1 0 0 0 0,1-1 0 0 0,-1 1 0 0 0,1 0 0 0 0,0 0 0 0 0,-1-1 0 0 0,1 1 0 0 0,0 0 0 0 0,-1 0 0 0 0,1 0 0 0 0,0 0 1 0 0,-1 0-1 0 0,1 0 0 0 0,0 0 0 0 0,-1 0 0 0 0,2 1 0 0 0,-2 3 16 0 0,1 0 0 0 0,-1 0 0 0 0,0 0-1 0 0,0 0 1 0 0,0 0 0 0 0,-1 0 0 0 0,1-1 0 0 0,-1 1 0 0 0,-2 5 0 0 0,-13 41 583 0 0,11-36-362 0 0,-9 23 194 0 0,-131 328 2084 0 0,103-272-1974 0 0,13-28-1951 0 0,9-23-3428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7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50 100 40 0 0,'5'-19'6553'0'0,"5"-18"5251"0"0,-2 20-9341 0 0,-4 14-2352 0 0,-1 1 1 0 0,1 0-1 0 0,0 0 0 0 0,-1 0 1 0 0,1 1-1 0 0,0-1 1 0 0,0 1-1 0 0,0 0 0 0 0,0 0 1 0 0,0 1-1 0 0,1-1 0 0 0,7 1 1 0 0,-2-2 3 0 0,16-1-18 0 0,1 1 1 0 0,0 1-1 0 0,-1 1 0 0 0,47 6 0 0 0,-72-6-95 0 0,0 0 0 0 0,1 0 0 0 0,-1 1 1 0 0,0-1-1 0 0,0 0 0 0 0,1 0 0 0 0,-1 1 0 0 0,0-1 0 0 0,0 1 1 0 0,1-1-1 0 0,-1 1 0 0 0,0-1 0 0 0,0 1 0 0 0,0 0 1 0 0,0 0-1 0 0,0 0 0 0 0,0-1 0 0 0,0 1 0 0 0,0 0 0 0 0,0 0 1 0 0,0 0-1 0 0,-1 0 0 0 0,1 1 0 0 0,0-1 0 0 0,-1 0 1 0 0,1 0-1 0 0,-1 0 0 0 0,1 0 0 0 0,-1 1 0 0 0,0-1 1 0 0,1 0-1 0 0,-1 0 0 0 0,0 1 0 0 0,0-1 0 0 0,0 0 0 0 0,0 1 1 0 0,0-1-1 0 0,0 0 0 0 0,0 1 0 0 0,0-1 0 0 0,0 0 1 0 0,-1 0-1 0 0,1 1 0 0 0,-1-1 0 0 0,1 0 0 0 0,-1 0 0 0 0,1 0 1 0 0,-1 1-1 0 0,0 0 0 0 0,-4 6 11 0 0,1 0-1 0 0,-1 0 1 0 0,0-1 0 0 0,-1 0-1 0 0,-8 9 1 0 0,-188 168 808 0 0,109-106 208 0 0,92-77-1006 0 0,0-1 1 0 0,0 1-1 0 0,1-1 0 0 0,-1 1 1 0 0,0-1-1 0 0,1 1 1 0 0,-1-1-1 0 0,1 1 1 0 0,-1 0-1 0 0,1-1 1 0 0,-1 1-1 0 0,1 0 0 0 0,-1 0 1 0 0,1-1-1 0 0,-1 1 1 0 0,1 0-1 0 0,0 0 1 0 0,0 0-1 0 0,-1-1 1 0 0,1 1-1 0 0,0 0 1 0 0,0 0-1 0 0,0 0 0 0 0,0 0 1 0 0,0 1-1 0 0,1-1-8 0 0,-1-1-1 0 0,1 1 0 0 0,0 0 0 0 0,-1-1 1 0 0,1 1-1 0 0,0-1 0 0 0,0 1 0 0 0,0-1 1 0 0,-1 1-1 0 0,1-1 0 0 0,0 1 0 0 0,0-1 1 0 0,0 0-1 0 0,0 0 0 0 0,0 1 0 0 0,0-1 1 0 0,0 0-1 0 0,0 0 0 0 0,0 0 1 0 0,-1 0-1 0 0,2 0 0 0 0,48-1 16 0 0,0-2 1 0 0,77-13-1 0 0,-66 6-544 0 0,130-25-4278 0 0,-67-3-6058 0 0,-85 23 3452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7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33 424 0 0,'-16'-2'12601'0'0,"-4"-5"-6120"0"0,30 2-6286 0 0,16-1-57 0 0,0 1 0 0 0,0 2 0 0 0,0 0 1 0 0,30 2-1 0 0,-1 3-3384 0 0,-1 2-4488 0 0,-38-2 726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7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0 1620 0 0,'-1'1'348'0'0,"-20"7"4496"0"0,0 1 1 0 0,-34 21 0 0 0,54-29-4171 0 0,1-1-608 0 0,0 1 0 0 0,0 0 0 0 0,1 0 0 0 0,-1-1 0 0 0,0 1 0 0 0,1-1 0 0 0,-1 1 0 0 0,0 0 0 0 0,1-1 0 0 0,-1 1 0 0 0,1-1 0 0 0,-1 1 1 0 0,1-1-1 0 0,-1 1 0 0 0,1-1 0 0 0,0 1 0 0 0,-1-1 0 0 0,1 0 0 0 0,0 1 0 0 0,-1-1 0 0 0,1 0 0 0 0,0 1 0 0 0,-1-1 0 0 0,1 0 0 0 0,0 0 0 0 0,-1 0 1 0 0,1 0-1 0 0,1 0 0 0 0,26 3 97 0 0,-22-2 60 0 0,42 2-1036 0 0,81-4 1 0 0,-12-14-8362 0 0,-78 7 2899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8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70 1768 0 0,'12'-50'18639'0'0,"-6"31"-12212"0"0,-2 49-5973 0 0,-2 0 0 0 0,-1 1 1 0 0,-1-1-1 0 0,-2 0 0 0 0,-1 1 1 0 0,-14 56-1 0 0,-6 1 922 0 0,-37 86 1 0 0,15-64-1377 0 0,45-110-55 0 0,-1 0 0 0 0,1 0 0 0 0,0 1 0 0 0,0-1 0 0 0,0 0-1 0 0,0 0 1 0 0,0 0 0 0 0,0 0 0 0 0,-1 1 0 0 0,1-1 0 0 0,0 0 0 0 0,0 0 0 0 0,0 0 0 0 0,0 0 0 0 0,0 1 0 0 0,0-1 0 0 0,0 0-1 0 0,0 0 1 0 0,0 0 0 0 0,0 1 0 0 0,0-1 0 0 0,0 0 0 0 0,0 0 0 0 0,0 0 0 0 0,0 1 0 0 0,0-1 0 0 0,0 0 0 0 0,0 0 0 0 0,0 0-1 0 0,0 1 1 0 0,0-1 0 0 0,0 0 0 0 0,0 0 0 0 0,0 0 0 0 0,1 1 0 0 0,-1-1 0 0 0,0 0 0 0 0,0 0 0 0 0,0 0 0 0 0,0 0-1 0 0,0 1 1 0 0,0-1 0 0 0,1 0 0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8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76 2284 0 0,'4'-3'1340'0'0,"-1"-1"-1"0"0,0 0 0 0 0,0-1 1 0 0,0 1-1 0 0,0-1 1 0 0,-1 1-1 0 0,1-1 0 0 0,-1 0 1 0 0,0 0-1 0 0,-1 0 1 0 0,2-7-1 0 0,-3 11-1246 0 0,-1 0 0 0 0,1 0 0 0 0,-1 0 1 0 0,0 1-1 0 0,1-1 0 0 0,-1 0 0 0 0,0 0 0 0 0,0 0 0 0 0,1 1 0 0 0,-1-1 1 0 0,0 0-1 0 0,0 1 0 0 0,0-1 0 0 0,0 1 0 0 0,0-1 0 0 0,0 1 0 0 0,0-1 0 0 0,0 1 1 0 0,0 0-1 0 0,0-1 0 0 0,0 1 0 0 0,0 0 0 0 0,0 0 0 0 0,-1 0 0 0 0,0 0 1 0 0,-15 1 70 0 0,0 0 0 0 0,0 1 0 0 0,1 1 0 0 0,-1 1 1 0 0,1 1-1 0 0,0 0 0 0 0,0 1 0 0 0,0 0 0 0 0,1 1 1 0 0,-19 13-1 0 0,32-20-159 0 0,1 1-1 0 0,-1 0 1 0 0,1 0 0 0 0,0 0 0 0 0,-1 0 0 0 0,1 1 0 0 0,0-1 0 0 0,0 0 0 0 0,0 0-1 0 0,0 1 1 0 0,0-1 0 0 0,0 1 0 0 0,0-1 0 0 0,0 1 0 0 0,1-1 0 0 0,-1 1 0 0 0,0 0-1 0 0,1-1 1 0 0,-1 1 0 0 0,1 2 0 0 0,0-2 1 0 0,0 0 0 0 0,1 0 0 0 0,-1 0 0 0 0,1-1 0 0 0,-1 1 0 0 0,1 0 0 0 0,0-1 0 0 0,-1 1 0 0 0,1-1 0 0 0,0 1 0 0 0,0-1 0 0 0,0 1 0 0 0,1-1 0 0 0,-1 1 1 0 0,0-1-1 0 0,2 2 0 0 0,6 4 16 0 0,0-1 1 0 0,1 1-1 0 0,0-1 1 0 0,18 7-1 0 0,-26-12-22 0 0,2 1 18 0 0,14 6 16 0 0,0 1 0 0 0,0 1-1 0 0,-1 0 1 0 0,0 1 0 0 0,19 17-1 0 0,-33-26 179 0 0,0 1 0 0 0,0 0 0 0 0,0 0 0 0 0,0 1 0 0 0,-1-1 0 0 0,1 0 0 0 0,-1 1-1 0 0,0 0 1 0 0,0-1 0 0 0,-1 1 0 0 0,1 0 0 0 0,-1 0 0 0 0,1 0 0 0 0,-1 0 0 0 0,-1 0 0 0 0,1 0-1 0 0,0 1 1 0 0,-1-1 0 0 0,0 0 0 0 0,0 0 0 0 0,0 0 0 0 0,-1 1 0 0 0,1-1 0 0 0,-1 0 0 0 0,0 0-1 0 0,0 0 1 0 0,-1 0 0 0 0,1 0 0 0 0,-1 0 0 0 0,0-1 0 0 0,-4 8 0 0 0,2-4-33 0 0,-2 0 0 0 0,1-1 0 0 0,-1 1 0 0 0,0-1 0 0 0,0 0 0 0 0,0 0 0 0 0,-1-1 0 0 0,0 0 0 0 0,0 0 0 0 0,-1-1 0 0 0,1 0 0 0 0,-1 0 0 0 0,0 0 0 0 0,0-1 0 0 0,-15 3 0 0 0,8-1-179 0 0,-1-3 0 0 0,-13-4 0 0 0,16 2-138 0 0,0 0-1 0 0,0-2 1 0 0,0 0 0 0 0,1 0 0 0 0,-14-4-1 0 0,22 4 47 0 0,0 0 0 0 0,0 1 1 0 0,0-1-1 0 0,0 0 0 0 0,0-1 0 0 0,0 1 0 0 0,0-1 0 0 0,-3-3 0 0 0,5 4 38 0 0,0 0 0 0 0,1 0 0 0 0,-1 1 0 0 0,1-1 0 0 0,0 0 0 0 0,0 0 0 0 0,0 0 0 0 0,0-1 0 0 0,0 1 0 0 0,0 0 0 0 0,0 0 0 0 0,1-1 1 0 0,-1 1-1 0 0,1 0 0 0 0,-1 0 0 0 0,1-5 0 0 0,0 2-791 0 0,1 1-1 0 0,0-1 1 0 0,0 0 0 0 0,0 1 0 0 0,0-1 0 0 0,1 1 0 0 0,0-1-1 0 0,0 1 1 0 0,0 0 0 0 0,6-8 0 0 0,31-37-9459 0 0,-37 47 9518 0 0,16-19-6616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3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23 112 3008 0 0,'-20'-45'17723'0'0,"18"34"-14410"0"0,2 11-3214 0 0,0-1-1 0 0,-1 1 0 0 0,1-1 1 0 0,0 1-1 0 0,0-1 0 0 0,0 1 1 0 0,0-1-1 0 0,0 1 1 0 0,0-1-1 0 0,0 1 0 0 0,0-1 1 0 0,0 1-1 0 0,0-1 0 0 0,0 1 1 0 0,1 0-1 0 0,-1-1 0 0 0,0 1 1 0 0,0-1-1 0 0,0 1 1 0 0,1-1-1 0 0,-1 1 0 0 0,0 0 1 0 0,0-1-1 0 0,1 1 0 0 0,-1-1 1 0 0,0 1-1 0 0,1-1 0 0 0,50-9 305 0 0,0 2 1 0 0,1 2-1 0 0,73 1 0 0 0,-73 3-303 0 0,309-6-18 0 0,-338 6-129 0 0,-9 1-4622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1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69 2124 0 0,'-3'-1'1965'0'0,"-2"1"-1198"0"0,0 0 0 0 0,-1 0 0 0 0,1-1 0 0 0,0 0 0 0 0,0 0 0 0 0,0 0 0 0 0,0-1 0 0 0,0 0 0 0 0,0 0 0 0 0,0 0 0 0 0,0-1 0 0 0,1 1 0 0 0,-9-7 0 0 0,12 8-510 0 0,2-1-36 0 0,-1 0-197 0 0,1 1-1 0 0,-1-1 0 0 0,1 1 0 0 0,0 0 0 0 0,-1-1 0 0 0,1 1 0 0 0,0 0 1 0 0,0-1-1 0 0,0 1 0 0 0,0 0 0 0 0,0 0 0 0 0,0 0 0 0 0,0 0 0 0 0,1 0 1 0 0,-1 0-1 0 0,0 0 0 0 0,3-1 0 0 0,0 0 7 0 0,1 0 1 0 0,-1 0-1 0 0,1 0 1 0 0,0 1-1 0 0,7-2 0 0 0,1 1 2 0 0,0 1-1 0 0,0 0 0 0 0,22 2 0 0 0,-21 0-4 0 0,-1 1-1 0 0,0 0 0 0 0,0 1 0 0 0,21 8 1 0 0,-30-10-21 0 0,0 1 1 0 0,1 0 0 0 0,-1 0 0 0 0,0 0 0 0 0,0 0 0 0 0,0 1-1 0 0,-1 0 1 0 0,1 0 0 0 0,-1 0 0 0 0,1 0 0 0 0,-1 0 0 0 0,0 1-1 0 0,0-1 1 0 0,-1 1 0 0 0,1 0 0 0 0,-1 0 0 0 0,3 5-1 0 0,-4-6 2 0 0,0 0-1 0 0,0 0 1 0 0,-1 0-1 0 0,1 1 0 0 0,-1-1 1 0 0,0 0-1 0 0,0 0 0 0 0,0 0 1 0 0,0 0-1 0 0,0 0 1 0 0,-1 1-1 0 0,1-1 0 0 0,-1 0 1 0 0,-1 3-1 0 0,-1 0 3 0 0,1 0 0 0 0,-1 0 0 0 0,0 0 0 0 0,-1-1 0 0 0,1 0 0 0 0,-8 8 0 0 0,0-1 12 0 0,-1 0 1 0 0,-1-1 0 0 0,0 0 0 0 0,-21 12 0 0 0,12-8 0 0 0,-34 18 307 0 0,53-32-269 0 0,6-1-65 0 0,16-2-6 0 0,1 2 0 0 0,0 0 0 0 0,-1 1 0 0 0,1 1 0 0 0,-1 0 0 0 0,38 11 0 0 0,-48-10 33 0 0,-1 0 0 0 0,1 1-1 0 0,-1 0 1 0 0,0 0 0 0 0,0 1 0 0 0,0 0 0 0 0,11 10 0 0 0,-14-11 27 0 0,-1 0 1 0 0,0 0 0 0 0,0 1 0 0 0,-1 0 0 0 0,1 0-1 0 0,-1 0 1 0 0,0 0 0 0 0,-1 0 0 0 0,1 1 0 0 0,-1-1-1 0 0,0 1 1 0 0,3 10 0 0 0,-5-9 87 0 0,1-1-1 0 0,-1 0 1 0 0,0 1 0 0 0,-1-1 0 0 0,1 0 0 0 0,-1 0-1 0 0,0 0 1 0 0,-1 1 0 0 0,0-1 0 0 0,1 0-1 0 0,-2-1 1 0 0,1 1 0 0 0,-1 0 0 0 0,0-1-1 0 0,0 1 1 0 0,-6 6 0 0 0,-1 1 165 0 0,-1 0 0 0 0,1-1 0 0 0,-2 0 0 0 0,0-1 0 0 0,-16 12 0 0 0,10-11-63 0 0,-1-1-1 0 0,0 0 0 0 0,-1-1 1 0 0,0-2-1 0 0,0 0 0 0 0,0-1 1 0 0,-1 0-1 0 0,0-2 1 0 0,-1-1-1 0 0,1 0 0 0 0,-1-2 1 0 0,0-1-1 0 0,1 0 0 0 0,-1-1 1 0 0,0-2-1 0 0,0 0 0 0 0,-24-6 1 0 0,42 7-246 0 0,-1-1 1 0 0,1 1 0 0 0,0-1-1 0 0,-1 0 1 0 0,1 0-1 0 0,0-1 1 0 0,0 1-1 0 0,0-1 1 0 0,1 0 0 0 0,-1 0-1 0 0,0 0 1 0 0,1 0-1 0 0,-6-8 1 0 0,8 9-106 0 0,0 0-1 0 0,0 0 1 0 0,0 0-1 0 0,0 0 1 0 0,0-1-1 0 0,0 1 1 0 0,0 0-1 0 0,1 0 1 0 0,0-1-1 0 0,-1 1 1 0 0,1 0-1 0 0,0-1 1 0 0,0 1-1 0 0,0 0 1 0 0,0-1-1 0 0,0 1 1 0 0,1 0-1 0 0,-1-1 1 0 0,1 1-1 0 0,0 0 1 0 0,-1 0-1 0 0,1 0 1 0 0,0-1-1 0 0,0 1 1 0 0,0 0 0 0 0,1 0-1 0 0,-1 0 1 0 0,0 1-1 0 0,1-1 1 0 0,2-2-1 0 0,5-4-1116 0 0,0 0 0 0 0,1 0 0 0 0,0 1 0 0 0,0 1 0 0 0,1 0 0 0 0,0 0-1 0 0,0 1 1 0 0,0 0 0 0 0,16-4 0 0 0,-16 5-655 0 0,16-6-4247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2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47 328 0 0,'-2'-21'9945'0'0,"0"3"-2206"0"0,4 15-7334 0 0,-2 3-393 0 0,0-1 0 0 0,0 1 0 0 0,0 0 0 0 0,0 0 0 0 0,0 0 0 0 0,0 0 0 0 0,0-1 0 0 0,1 1 0 0 0,-1 0 0 0 0,0 0 0 0 0,0 0 0 0 0,0 0-1 0 0,0-1 1 0 0,0 1 0 0 0,0 0 0 0 0,0 0 0 0 0,0 0 0 0 0,0 0 0 0 0,1 0 0 0 0,-1-1 0 0 0,0 1 0 0 0,0 0 0 0 0,0 0 0 0 0,0 0-1 0 0,0 0 1 0 0,1 0 0 0 0,-1 0 0 0 0,0 0 0 0 0,0 0 0 0 0,0 0 0 0 0,0 0 0 0 0,1 0 0 0 0,-1-1 0 0 0,0 1 0 0 0,0 0 0 0 0,0 0-1 0 0,1 0 1 0 0,4 3 40 0 0,0 0 0 0 0,0 0 0 0 0,0 0 0 0 0,0 0-1 0 0,0 1 1 0 0,0 0 0 0 0,-1 0 0 0 0,0 0-1 0 0,0 0 1 0 0,0 1 0 0 0,-1 0 0 0 0,1-1 0 0 0,2 7-1 0 0,-1-2 38 0 0,0 0 1 0 0,0 0-1 0 0,-1 1 0 0 0,0 0 0 0 0,-1-1 0 0 0,4 19 0 0 0,-6-18 116 0 0,0 0 0 0 0,0 0 0 0 0,-1 0 0 0 0,-1 0-1 0 0,0 0 1 0 0,0 0 0 0 0,-1 0 0 0 0,0-1 0 0 0,0 1 0 0 0,-1-1-1 0 0,-1 1 1 0 0,0-1 0 0 0,0 0 0 0 0,-1 0 0 0 0,0-1 0 0 0,-8 12 0 0 0,11-17 39 0 0,0 0 0 0 0,-1 1 1 0 0,1-1-1 0 0,-1 0 1 0 0,0-1-1 0 0,-4 4 0 0 0,5-4-110 0 0,0-1 312 0 0,-3-2-214 0 0,5 1-227 0 0,0 0-1 0 0,0 0 0 0 0,-1 0 0 0 0,1 0 1 0 0,0 0-1 0 0,-1 0 0 0 0,1 0 1 0 0,0 0-1 0 0,0 0 0 0 0,-1-1 1 0 0,1 1-1 0 0,0 0 0 0 0,0 0 0 0 0,-1 0 1 0 0,1 0-1 0 0,0 0 0 0 0,0 0 1 0 0,-1 0-1 0 0,1-1 0 0 0,0 1 1 0 0,0 0-1 0 0,0 0 0 0 0,-1 0 0 0 0,1-1 1 0 0,0 1-1 0 0,0 0 0 0 0,0 0 1 0 0,0 0-1 0 0,-1-1 0 0 0,1 1 1 0 0,0 0-1 0 0,0 0 0 0 0,0-1 0 0 0,0 1 1 0 0,0-1-1 0 0,2-6 15 0 0,1 0 0 0 0,-1 0 1 0 0,2 0-1 0 0,-1 0 0 0 0,1 0 0 0 0,0 1 0 0 0,0 0 1 0 0,1-1-1 0 0,7-7 0 0 0,57-51-97 0 0,-44 44 81 0 0,131-97-44 0 0,-102 81-54 0 0,-47 34-14 0 0,-11 12 64 0 0,-14 18 46 0 0,15-23-2 0 0,-8 12-3 0 0,-68 108 187 0 0,70-107-127 0 0,1 0 0 0 0,0 0 0 0 0,2 1 0 0 0,0 0 1 0 0,-7 33-1 0 0,13-48-39 0 0,-1 1 0 0 0,1-1-1 0 0,0 0 1 0 0,0 0 0 0 0,0 0 0 0 0,0 1 0 0 0,0-1 0 0 0,1 0 0 0 0,-1 0 0 0 0,1 0 0 0 0,0 1 0 0 0,0-1 0 0 0,0 0-1 0 0,0 0 1 0 0,1 0 0 0 0,-1-1 0 0 0,4 6 0 0 0,-2-5-22 0 0,0 0-1 0 0,0-1 1 0 0,0 1-1 0 0,0 0 1 0 0,1-1-1 0 0,-1 0 1 0 0,1 0-1 0 0,-1 0 1 0 0,1 0-1 0 0,0-1 1 0 0,0 1-1 0 0,5 0 1 0 0,7 1-475 0 0,0 0-1 0 0,0-2 1 0 0,0 0 0 0 0,1-1-1 0 0,28-3 1 0 0,-3-2-2496 0 0,46-12 1 0 0,-3-6-4680 0 0,-35 7-408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2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44 1132 0 0,'-63'-9'15385'0'0,"28"4"-8000"0"0,44-1-6839 0 0,-1 4-449 0 0,1 0 0 0 0,0 0 0 0 0,0 1 0 0 0,-1 1 0 0 0,11 0 0 0 0,6-1-57 0 0,27-2-358 0 0,19-2-2041 0 0,-26-1-2654 0 0,-42 5 4103 0 0,1 0-122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2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24 256 0 0,'-16'-8'5583'0'0,"-16"-5"4950"0"0,12 11-6938 0 0,19 2-3473 0 0,1 1-1 0 0,-1-1 1 0 0,0 0 0 0 0,1 1-1 0 0,-1-1 1 0 0,1 1 0 0 0,-1-1-1 0 0,0 1 1 0 0,1-1 0 0 0,-1 1-1 0 0,1-1 1 0 0,-1 1 0 0 0,1-1-1 0 0,0 1 1 0 0,-1 0 0 0 0,1-1-1 0 0,0 1 1 0 0,-1 0 0 0 0,1-1-1 0 0,0 1 1 0 0,-1 1 0 0 0,-3 16 1266 0 0,4-17-1209 0 0,-14 144 4211 0 0,10-90-3710 0 0,-18 230-1208 0 0,21-278-752 0 0,1 32-1781 0 0,3-26-1303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2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77 2104 0 0,'-6'-8'3050'0'0,"1"0"0"0"0,0 0 0 0 0,-4-12 0 0 0,-8-11 5741 0 0,17 31-8743 0 0,0 0 0 0 0,0 0 0 0 0,0 0 0 0 0,0 0 0 0 0,-1 0 48 0 0,1 1-48 0 0,0-1 0 0 0,0 0 0 0 0,0 0 0 0 0,0 0 0 0 0,0 0 0 0 0,0 0 0 0 0,-1 0 0 0 0,1 0 0 0 0,0 0 0 0 0,0 0 0 0 0,0 0 0 0 0,0 0 0 0 0,0 0 0 0 0,-1 0 0 0 0,1 0 0 0 0,0 0 0 0 0,0 0 0 0 0,0 0 0 0 0,0 0 0 0 0,0 0 0 0 0,-1 0 0 0 0,1 0 0 0 0,0 0 0 0 0,0 0 0 0 0,0 0 0 0 0,0 0 0 0 0,0 0 0 0 0,-1 0 0 0 0,1 0 0 0 0,0 0 0 0 0,0 0 0 0 0,0 0 0 0 0,0 0 0 0 0,0-1 48 0 0,-1 1-48 0 0,1 0 0 0 0,0 0 0 0 0,0 0 0 0 0,0 0 0 0 0,0 0 0 0 0,0-1 0 0 0,0 1 0 0 0,0 0 0 0 0,0 0 0 0 0,0 0 0 0 0,0 0 0 0 0,0 0 0 0 0,0-1 0 0 0,0 1 0 0 0,-9 13 1400 0 0,-27 87 1064 0 0,-29 132 1 0 0,46-160-2098 0 0,16-61-417 0 0,-58 253-1289 0 0,61-263 1361 0 0,-2 17-7012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3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115 116 3096 0 0,'11'-30'10115'0'0,"15"-56"2792"0"0,-26 95-12235 0 0,1 1 1 0 0,-1-1 0 0 0,-1 0 0 0 0,0 0-1 0 0,0 0 1 0 0,-1 0 0 0 0,0 0 0 0 0,-3 10-1 0 0,-2 8-144 0 0,-51 205-446 0 0,-15 87-97 0 0,73-318 10 0 0,-3 40-4516 0 0,3-39 4224 0 0,0-1 0 0 0,0 1 0 0 0,0 0 0 0 0,1-1 0 0 0,-1 1 0 0 0,0-1 0 0 0,1 1 0 0 0,-1-1 0 0 0,1 1 0 0 0,-1-1 0 0 0,1 1 0 0 0,0-1 0 0 0,0 1 0 0 0,-1-1 0 0 0,1 0 0 0 0,0 1 0 0 0,0-1 0 0 0,1 0-1 0 0,-1 0 1 0 0,0 0 0 0 0,0 0 0 0 0,2 1 0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3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52 1680 0 0,'-4'-15'8898'0'0,"2"8"-6538"0"0,1 4-1205 0 0,0 0 1 0 0,0 1 0 0 0,0-1-1 0 0,0 0 1 0 0,1 0 0 0 0,0 0-1 0 0,-1 0 1 0 0,1-3 0 0 0,-11 61 1592 0 0,-4 72 1 0 0,9-78-2349 0 0,5-38-344 0 0,0 0 0 0 0,0 0 0 0 0,1 0 0 0 0,1 0 0 0 0,0 0 0 0 0,0 0 1 0 0,3 10-1 0 0,-3-17-91 0 0,0-1 1 0 0,1 0 0 0 0,-1 0-1 0 0,0 0 1 0 0,1 0-1 0 0,-1-1 1 0 0,1 1 0 0 0,0 0-1 0 0,0-1 1 0 0,0 1 0 0 0,1-1-1 0 0,-1 1 1 0 0,0-1 0 0 0,1 0-1 0 0,-1 0 1 0 0,1 0 0 0 0,0-1-1 0 0,0 1 1 0 0,0-1-1 0 0,0 1 1 0 0,0-1 0 0 0,0 0-1 0 0,0 0 1 0 0,0 0 0 0 0,0 0-1 0 0,1-1 1 0 0,3 1 0 0 0,1-1-167 0 0,0 1 0 0 0,0-1 0 0 0,0-1 0 0 0,0 0 1 0 0,0 0-1 0 0,-1 0 0 0 0,1-1 0 0 0,0 0 0 0 0,-1 0 0 0 0,0-1 1 0 0,1 0-1 0 0,7-5 0 0 0,-5 2-61 0 0,-1 0 0 0 0,0-1 0 0 0,0 0 0 0 0,-1-1 0 0 0,0 0 0 0 0,0 0 0 0 0,12-17 0 0 0,-8 7 168 0 0,0-2 1 0 0,-2 1-1 0 0,0-1 1 0 0,-1-1-1 0 0,-1 0 1 0 0,-1 0-1 0 0,-1 0 1 0 0,3-25-1 0 0,-8 29 387 0 0,-6 21 243 0 0,-7 28 552 0 0,-45 306 1257 0 0,27 3 1404 0 0,4-49-2167 0 0,24-272-1582 0 0,-1 12 0 0 0,-10 47 0 0 0,11-71 0 0 0,0 0 0 0 0,-1-1 0 0 0,0 1 0 0 0,0-1 0 0 0,0 0 0 0 0,-1 0 0 0 0,0 0 0 0 0,0 0 0 0 0,-1-1 0 0 0,0 1 0 0 0,-8 8 0 0 0,10-13 0 0 0,1 0 0 0 0,-1 0 0 0 0,0 0 0 0 0,0 0 0 0 0,0-1 0 0 0,0 1 0 0 0,0-1 0 0 0,0 0 0 0 0,-1 0 0 0 0,1 0 0 0 0,0 0 0 0 0,-1 0 0 0 0,1-1 0 0 0,-5 1 0 0 0,2-1 0 0 0,0-1 0 0 0,0 0 0 0 0,0 1 0 0 0,0-2 0 0 0,0 1 0 0 0,1-1 0 0 0,-10-4 0 0 0,-1-1 0 0 0,1-2 0 0 0,0 0 0 0 0,1 0 0 0 0,-23-20 0 0 0,29 22-68 0 0,0 0 0 0 0,1 0 1 0 0,-1-1-1 0 0,2 0 0 0 0,-1 0 0 0 0,1 0 0 0 0,0-1 1 0 0,1 0-1 0 0,0 0 0 0 0,0-1 0 0 0,1 1 0 0 0,0-1 1 0 0,1 0-1 0 0,0 0 0 0 0,1 0 0 0 0,0 0 0 0 0,0-1 1 0 0,1 1-1 0 0,1-1 0 0 0,-1 1 0 0 0,2-1 0 0 0,0 1 1 0 0,0 0-1 0 0,0-1 0 0 0,2 1 0 0 0,-1 0 0 0 0,1 0 1 0 0,1 0-1 0 0,-1 0 0 0 0,2 1 0 0 0,5-12 0 0 0,6-4-1084 0 0,1 0-1 0 0,1 1 0 0 0,1 1 1 0 0,1 1-1 0 0,0 0 0 0 0,27-20 1 0 0,150-102-11373 0 0,-138 106 4925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4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109 113 2252 0 0,'-98'-11'16575'0'0,"98"11"-16496"0"0,-1 0 0 0 0,1 0 0 0 0,-1 0 0 0 0,1 0 0 0 0,-1 0 0 0 0,1 0 0 0 0,-1 0 0 0 0,1 0 0 0 0,-1 0 0 0 0,1 0 0 0 0,-1-1 0 0 0,1 1 0 0 0,-1 0 0 0 0,1 0 0 0 0,-1-1 0 0 0,1 1 0 0 0,-1 0 1 0 0,1-1-1 0 0,0 1 0 0 0,-1 0 0 0 0,0-1 0 0 0,7-6 429 0 0,16-2-273 0 0,241-41 567 0 0,-148 34-4640 0 0,-22 4-4795 0 0,-71 9 1397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4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31 2908 0 0,'-50'-30'15465'0'0,"48"29"-14791"0"0,-1 4 559 0 0,2-3-1186 0 0,1 0 0 0 0,0 0-1 0 0,0 0 1 0 0,-1 0-1 0 0,1 0 1 0 0,0 0 0 0 0,-1 0-1 0 0,1 1 1 0 0,0-1 0 0 0,0 0-1 0 0,-1 0 1 0 0,1 0-1 0 0,0 0 1 0 0,0 0 0 0 0,0 1-1 0 0,-1-1 1 0 0,1 0-1 0 0,0 0 1 0 0,0 0 0 0 0,0 0-1 0 0,-1 1 1 0 0,1-1 0 0 0,0 0-1 0 0,0 0 1 0 0,0 1-1 0 0,0-1 1 0 0,0 0 0 0 0,0 0-1 0 0,0 1 1 0 0,-1-1-1 0 0,1 0 1 0 0,0 1 0 0 0,-5 65 4332 0 0,3 37-1991 0 0,0 6-1481 0 0,-2-56-718 0 0,-1 64 26 0 0,5-104-974 0 0,1 0 0 0 0,0 0 0 0 0,1 0 0 0 0,1 0 0 0 0,0 0 0 0 0,7 19 0 0 0,-8-28 142 0 0,0-1 1 0 0,0 1-1 0 0,0 0 0 0 0,1-1 0 0 0,-1 1 0 0 0,1-1 0 0 0,4 4 1 0 0,16 7-7798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4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104 115 2168 0 0,'55'-114'22390'0'0,"-55"114"-22296"0"0,1 0 0 0 0,-1 1 0 0 0,1-1 0 0 0,-1 1 0 0 0,1-1 0 0 0,-1 0 0 0 0,0 1 0 0 0,1-1 0 0 0,-1 1 0 0 0,0-1 0 0 0,1 1 0 0 0,-1-1 0 0 0,0 1 0 0 0,1 0 0 0 0,-1-1 1 0 0,0 1-1 0 0,0-1 0 0 0,0 1 0 0 0,0-1 0 0 0,0 1 0 0 0,0 0 0 0 0,0-1 0 0 0,0 1 0 0 0,0-1 0 0 0,0 1 0 0 0,0 0 0 0 0,0-1 0 0 0,0 2 0 0 0,-2 21 1164 0 0,1-20-1084 0 0,-11 67 1284 0 0,-3 0 0 0 0,-45 123 0 0 0,-7 29-5426 0 0,66-218 3098 0 0,-5 25-3137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5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143 187 1740 0 0,'-2'-9'2401'0'0,"-2"-5"385"0"0,1 0-1 0 0,1 0 0 0 0,0 0 0 0 0,1-24 0 0 0,1 35-2657 0 0,0-1 0 0 0,1 1 0 0 0,-1 0 0 0 0,1-1 0 0 0,0 1 0 0 0,0 0 0 0 0,0 0 0 0 0,0 0 0 0 0,1 0 0 0 0,-1 0 0 0 0,1 0 0 0 0,0 0 0 0 0,0 0 0 0 0,0 0 0 0 0,0 1-1 0 0,0-1 1 0 0,0 1 0 0 0,1 0 0 0 0,-1 0 0 0 0,1-1 0 0 0,0 2 0 0 0,0-1 0 0 0,0 0 0 0 0,0 0 0 0 0,4-1 0 0 0,0 1-100 0 0,1-1 0 0 0,1 1 0 0 0,-1 0 0 0 0,0 1 0 0 0,0 0 0 0 0,1 0 0 0 0,-1 1 0 0 0,0 0 0 0 0,1 0 0 0 0,-1 1 0 0 0,1 0 0 0 0,-1 1 0 0 0,0 0 0 0 0,0 0 0 0 0,0 0 0 0 0,0 1 0 0 0,10 6 0 0 0,-14-7-24 0 0,1 0-1 0 0,-1 1 1 0 0,0-1-1 0 0,-1 1 1 0 0,1 0-1 0 0,0 0 1 0 0,-1 0-1 0 0,0 1 1 0 0,1 0-1 0 0,-1-1 1 0 0,-1 1-1 0 0,1 0 1 0 0,0 0-1 0 0,-1 0 1 0 0,0 1-1 0 0,0-1 1 0 0,0 1-1 0 0,-1-1 1 0 0,0 1-1 0 0,1-1 1 0 0,-1 1-1 0 0,-1 0 1 0 0,1-1-1 0 0,-1 1 1 0 0,0 0-1 0 0,0 0 1 0 0,0 0-1 0 0,-1-1 1 0 0,0 1-1 0 0,1 0 1 0 0,-4 6-1 0 0,1-2 9 0 0,0 0 0 0 0,-1 0-1 0 0,0 0 1 0 0,-1-1 0 0 0,0 0 0 0 0,0 1 0 0 0,-1-2 0 0 0,0 1-1 0 0,0-1 1 0 0,-9 9 0 0 0,2-5 7 0 0,-1 0 0 0 0,0 0-1 0 0,0-1 1 0 0,-29 14 0 0 0,-11 2 50 0 0,52-25-57 0 0,17-5-100 0 0,-5 5 91 0 0,0-1-1 0 0,0 1 1 0 0,0 0-1 0 0,-1 1 0 0 0,1 1 1 0 0,-1-1-1 0 0,1 1 1 0 0,-1 1-1 0 0,0 0 1 0 0,0 0-1 0 0,0 1 0 0 0,-1 0 1 0 0,0 0-1 0 0,0 1 1 0 0,12 11-1 0 0,-10-8 203 0 0,-1 1 1 0 0,0 1-1 0 0,-1 0 0 0 0,0 0 1 0 0,-1 0-1 0 0,0 1 0 0 0,-1 0 0 0 0,0 1 1 0 0,7 22-1 0 0,-11-28 15 0 0,-1 0 0 0 0,1 1 0 0 0,-1-1 0 0 0,0 0 0 0 0,-1 0 0 0 0,1 1 0 0 0,-2-1 0 0 0,1 0 0 0 0,-1 0 0 0 0,0 0 0 0 0,0 1 0 0 0,-1-1 0 0 0,0 0 0 0 0,0 0 0 0 0,-1-1 0 0 0,0 1 0 0 0,0 0 0 0 0,0-1 0 0 0,-9 12-1 0 0,6-10 71 0 0,-1-1-1 0 0,0 1 0 0 0,0-1 0 0 0,-1-1 0 0 0,0 1 1 0 0,0-1-1 0 0,0 0 0 0 0,-1-1 0 0 0,0 0 0 0 0,0-1 0 0 0,0 0 1 0 0,-1 0-1 0 0,-16 4 0 0 0,12-6-289 0 0,0 0 0 0 0,0-1 0 0 0,-1-1 0 0 0,1 0 0 0 0,0-1 0 0 0,0-1 0 0 0,0 0 0 0 0,0-1 0 0 0,0 0 0 0 0,0-1 0 0 0,1-1 0 0 0,0 0 0 0 0,0-1 0 0 0,0 0 0 0 0,1-1 0 0 0,-16-10 0 0 0,26 15-179 0 0,-1 0 0 0 0,1 1 1 0 0,0-1-1 0 0,0 0 0 0 0,0 0 0 0 0,0 0 0 0 0,1 0 1 0 0,-1 0-1 0 0,0-1 0 0 0,1 1 0 0 0,0 0 0 0 0,-1-1 1 0 0,1 1-1 0 0,0-1 0 0 0,0 0 0 0 0,-1-4 1 0 0,2 4-260 0 0,0 1 1 0 0,0-1 0 0 0,0 1 0 0 0,1-1-1 0 0,-1 1 1 0 0,1 0 0 0 0,-1-1 0 0 0,1 1-1 0 0,0-1 1 0 0,0 1 0 0 0,0 0 0 0 0,0 0 0 0 0,0 0-1 0 0,1-1 1 0 0,1-1 0 0 0,5-5-1750 0 0,1-1 0 0 0,0 2 0 0 0,1-1 0 0 0,0 1 0 0 0,19-11 0 0 0,-8 6-5019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56 592 0 0,'11'-42'17802'0'0,"-11"32"-15656"0"0,33 7-981 0 0,-9 3-1059 0 0,0 0 0 0 0,-1 2 0 0 0,1 1-1 0 0,-1 1 1 0 0,0 0 0 0 0,0 2 0 0 0,30 12-1 0 0,-52-18-96 0 0,1 1-1 0 0,-1 0 0 0 0,1-1 0 0 0,-1 1 0 0 0,0 0 0 0 0,1 0 0 0 0,-1 0 0 0 0,0 0 0 0 0,0 0 1 0 0,0 0-1 0 0,0 0 0 0 0,0 0 0 0 0,0 1 0 0 0,0-1 0 0 0,0 0 0 0 0,0 1 0 0 0,0-1 1 0 0,-1 0-1 0 0,1 1 0 0 0,-1-1 0 0 0,1 1 0 0 0,-1-1 0 0 0,1 3 0 0 0,-1-1 25 0 0,0 0 1 0 0,0 0-1 0 0,-1 0 0 0 0,1-1 0 0 0,-1 1 0 0 0,0 0 1 0 0,0 0-1 0 0,0-1 0 0 0,0 1 0 0 0,0-1 0 0 0,0 1 1 0 0,-3 2-1 0 0,-4 6 236 0 0,0 0 0 0 0,-1 0 0 0 0,-1-1 0 0 0,-11 11 0 0 0,-116 84 3533 0 0,30-27-1205 0 0,106-77-2559 0 0,0-1-1 0 0,1 1 0 0 0,-1-1 1 0 0,0 1-1 0 0,0 0 0 0 0,0-1 1 0 0,1 1-1 0 0,-1 0 1 0 0,0 0-1 0 0,1 0 0 0 0,-1 0 1 0 0,1 0-1 0 0,-1-1 0 0 0,1 1 1 0 0,-1 0-1 0 0,1 0 1 0 0,-1 0-1 0 0,1 0 0 0 0,0 0 1 0 0,0 0-1 0 0,0 0 0 0 0,-1 2 1 0 0,2-2-18 0 0,-1 0-1 0 0,1 0 1 0 0,-1-1 0 0 0,1 1 0 0 0,-1 0 0 0 0,1 0-1 0 0,-1-1 1 0 0,1 1 0 0 0,0 0 0 0 0,-1-1 0 0 0,1 1-1 0 0,0-1 1 0 0,0 1 0 0 0,-1-1 0 0 0,1 1-1 0 0,0-1 1 0 0,0 0 0 0 0,0 1 0 0 0,1-1 0 0 0,8 3 58 0 0,-1-1 1 0 0,0-1 0 0 0,16 2 0 0 0,-25-3-73 0 0,235 9-225 0 0,-177-11-1572 0 0,0-1 0 0 0,61-13 1 0 0,-104 13 227 0 0,-1 0 0 0 0,-1-2 0 0 0,15-5 1 0 0,-19 6-1123 0 0,-1 0 1 0 0,-1 0 0 0 0,11-8 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6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61 1440 0 0,'-50'-28'17894'0'0,"48"27"-17216"0"0,2 1-654 0 0,0 0 1 0 0,0 0-1 0 0,0 0 1 0 0,0 0 0 0 0,-1 0-1 0 0,1 0 1 0 0,0 0-1 0 0,0 0 1 0 0,0 0-1 0 0,0 0 1 0 0,0 0-1 0 0,-1 0 1 0 0,1 0-1 0 0,0 0 1 0 0,0 0-1 0 0,0 0 1 0 0,0-1 0 0 0,0 1-1 0 0,0 0 1 0 0,-1 0-1 0 0,1 0 1 0 0,0 0-1 0 0,0 0 1 0 0,0 0-1 0 0,0 0 1 0 0,0-1-1 0 0,0 1 1 0 0,0 0 0 0 0,0 0-1 0 0,0 0 1 0 0,0 0-1 0 0,0 0 1 0 0,0-1-1 0 0,0 1 1 0 0,-1 0-1 0 0,1 0 1 0 0,0 0-1 0 0,0 0 1 0 0,0 0-1 0 0,0-1 1 0 0,1 1 0 0 0,-1 0-1 0 0,0 0 1 0 0,0 0-1 0 0,0 0 1 0 0,0-1-1 0 0,0 1 1 0 0,0 0-1 0 0,0 0 1 0 0,0 0-1 0 0,0 0 1 0 0,0 0-1 0 0,0 0 1 0 0,0-1 0 0 0,0 1-1 0 0,1 0 1 0 0,-1 0-1 0 0,0 0 1 0 0,0 0-1 0 0,0 0 1 0 0,0 0-1 0 0,0 0 1 0 0,1 0-1 0 0,5-7 274 0 0,-2 4-262 0 0,0 1-1 0 0,1 0 1 0 0,0 0-1 0 0,-1 0 1 0 0,1 1 0 0 0,0-1-1 0 0,0 1 1 0 0,0 0 0 0 0,0 1-1 0 0,0-1 1 0 0,0 1-1 0 0,5 0 1 0 0,6 0-201 0 0,9-2-1321 0 0,42 4-1 0 0,-8 7-7648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6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1 420 0 0,'-118'54'18175'0'0,"137"-55"-17889"0"0,-1-1 0 0 0,22-5 0 0 0,6-1-1017 0 0,73-8-4729 0 0,-77 9 1159 0 0,2 0-2256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68 860 0 0,'-44'-16'6406'0'0,"27"10"-2079"0"0,-31-15-1 0 0,48 21-4293 0 0,-1 0-1 0 0,1 0 0 0 0,-1 0 0 0 0,1 0 0 0 0,0 0 1 0 0,-1 0-1 0 0,1 0 0 0 0,-1 0 0 0 0,1-1 0 0 0,0 1 0 0 0,-1 0 1 0 0,1 0-1 0 0,0 0 0 0 0,-1-1 0 0 0,1 1 0 0 0,0 0 1 0 0,0-1-1 0 0,-1 1 0 0 0,1 0 0 0 0,0 0 0 0 0,0-1 0 0 0,-1 1 1 0 0,1 0-1 0 0,0-1 0 0 0,0 1 0 0 0,0-1 0 0 0,0 1 1 0 0,-1 0-1 0 0,1-1 0 0 0,0 1 0 0 0,0-1 0 0 0,0 1 0 0 0,0 0 1 0 0,0-1-1 0 0,0 1 0 0 0,0-1 0 0 0,0 1 0 0 0,0 0 1 0 0,0-1-1 0 0,0 1 0 0 0,1-1 0 0 0,-1 1 0 0 0,0 0 0 0 0,0-1 1 0 0,0 1-1 0 0,0 0 0 0 0,1-1 0 0 0,-1 1 0 0 0,0 0 0 0 0,0-1 1 0 0,1 1-1 0 0,-1 0 0 0 0,0-1 0 0 0,0 1 0 0 0,1 0 1 0 0,-1 0-1 0 0,0 0 0 0 0,1-1 0 0 0,-1 1 0 0 0,1 0 0 0 0,-1 0 1 0 0,1-1-1 0 0,1 0 15 0 0,1 0 0 0 0,-1 0 0 0 0,1 0-1 0 0,0 0 1 0 0,-1 1 0 0 0,1-1 0 0 0,0 1 0 0 0,3-1 0 0 0,2 1-24 0 0,0 1-1 0 0,-1 0 1 0 0,1 0 0 0 0,-1 1-1 0 0,1 0 1 0 0,-1 0 0 0 0,0 0-1 0 0,0 1 1 0 0,0 1 0 0 0,0-1 0 0 0,0 1-1 0 0,-1 0 1 0 0,9 7 0 0 0,-11-8 13 0 0,-1 0 1 0 0,0 0-1 0 0,0 0 1 0 0,0 0-1 0 0,0 1 1 0 0,0-1-1 0 0,-1 1 1 0 0,0 0-1 0 0,0 0 1 0 0,0-1-1 0 0,0 2 1 0 0,0-1-1 0 0,-1 0 1 0 0,0 0-1 0 0,0 0 1 0 0,0 1-1 0 0,0-1 1 0 0,-1 0-1 0 0,1 1 1 0 0,-1-1-1 0 0,0 1 1 0 0,-1-1-1 0 0,1 0 1 0 0,-1 1-1 0 0,-1 5 1 0 0,-3 5 134 0 0,-1-1 1 0 0,0 0 0 0 0,-1-1 0 0 0,0 0-1 0 0,-1 0 1 0 0,-1 0 0 0 0,0-1-1 0 0,-1 0 1 0 0,-12 12 0 0 0,-17 13 792 0 0,-51 38-1 0 0,82-69-802 0 0,-27 24 556 0 0,18-14-143 0 0,-36 22 0 0 0,53-37-562 0 0,-1-1 0 0 0,1 0 0 0 0,-1 1 1 0 0,1-1-1 0 0,-1 0 0 0 0,1 1 0 0 0,-1-1 0 0 0,1 1 1 0 0,-1-1-1 0 0,1 0 0 0 0,-1 1 0 0 0,1-1 1 0 0,0 1-1 0 0,-1 0 0 0 0,1-1 0 0 0,0 1 0 0 0,0-1 1 0 0,-1 2-1 0 0,6 5 246 0 0,15 0-68 0 0,20-4-139 0 0,0-2 1 0 0,71-6 0 0 0,-82 3-89 0 0,7 0-495 0 0,-5 0-664 0 0,41-7 0 0 0,-39 1-3585 0 0,-2-5-3824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289 134 1128 0 0,'-2'-36'9943'0'0,"-5"-39"-1"0"0,6 71-9480 0 0,1 3-391 0 0,0 0 0 0 0,0 0 1 0 0,0 1-1 0 0,-1-1 0 0 0,1 0 0 0 0,0 0 0 0 0,-1 1 0 0 0,1-1 0 0 0,0 0 0 0 0,-1 1 0 0 0,1-1 0 0 0,-1 0 1 0 0,1 1-1 0 0,-1-1 0 0 0,1 1 0 0 0,-1-1 0 0 0,1 0 0 0 0,-1 1 0 0 0,0 0 0 0 0,1-1 0 0 0,-1 1 0 0 0,0-1 1 0 0,1 1-1 0 0,-1 0 0 0 0,-1-1 0 0 0,-1 0 18 0 0,1 1 0 0 0,-1-1 1 0 0,0 1-1 0 0,1 0 0 0 0,-1 0 0 0 0,0 0 0 0 0,-4 0 1 0 0,-4 2 61 0 0,0 0 1 0 0,-17 6-1 0 0,9-1-79 0 0,1 1 0 0 0,0 0-1 0 0,0 1 1 0 0,-17 12 0 0 0,28-16-67 0 0,0 0-1 0 0,0 0 1 0 0,0 0-1 0 0,1 1 1 0 0,0 0-1 0 0,0 0 1 0 0,1 1-1 0 0,0-1 1 0 0,0 1 0 0 0,0 1-1 0 0,1-1 1 0 0,-4 9-1 0 0,7-14 4 0 0,0 1 0 0 0,1-1 0 0 0,-1 0 0 0 0,1 0 0 0 0,0 1 1 0 0,-1-1-1 0 0,1 0 0 0 0,0 1 0 0 0,0-1 0 0 0,1 1 0 0 0,-1-1 0 0 0,0 0 0 0 0,1 0 0 0 0,0 1 0 0 0,-1-1 0 0 0,1 0 0 0 0,2 4 0 0 0,-1-2 5 0 0,1 0 0 0 0,0 0 1 0 0,0-1-1 0 0,0 1 0 0 0,0-1 0 0 0,0 0 0 0 0,1 0 1 0 0,5 4-1 0 0,6 2 17 0 0,0 0-1 0 0,0-1 1 0 0,29 9 0 0 0,33 7-75 0 0,-56-19 16 0 0,-1 1 0 0 0,0 1 0 0 0,0 1 0 0 0,0 0 0 0 0,27 17 0 0 0,-43-22 208 0 0,-1-1 0 0 0,1 1 0 0 0,-1 0 0 0 0,0 0 0 0 0,0 0 0 0 0,0 0 0 0 0,-1 1-1 0 0,1-1 1 0 0,-1 1 0 0 0,1 0 0 0 0,-1-1 0 0 0,-1 1 0 0 0,1 0 0 0 0,0 0 0 0 0,-1 0 0 0 0,0 1 0 0 0,0-1 0 0 0,0 0-1 0 0,0 0 1 0 0,-1 1 0 0 0,0-1 0 0 0,0 0 0 0 0,0 0 0 0 0,0 1 0 0 0,-1-1 0 0 0,1 0 0 0 0,-1 0 0 0 0,0 1-1 0 0,0-1 1 0 0,-1 0 0 0 0,1 0 0 0 0,-1 0 0 0 0,0 0 0 0 0,0-1 0 0 0,-1 1 0 0 0,1 0 0 0 0,-1-1 0 0 0,1 0-1 0 0,-1 1 1 0 0,0-1 0 0 0,0 0 0 0 0,-6 4 0 0 0,-2 1-179 0 0,0-1 0 0 0,-1 0 0 0 0,1 0 0 0 0,-1-1 0 0 0,-1-1 0 0 0,1 0 0 0 0,-1-1 0 0 0,0 0 0 0 0,0-1 0 0 0,0 0 0 0 0,0-1 0 0 0,0-1 0 0 0,-1 0 0 0 0,1 0 0 0 0,0-2 0 0 0,-1 0 0 0 0,1 0 0 0 0,0-1 0 0 0,0-1 0 0 0,-15-4 0 0 0,25 6-267 0 0,0 0 0 0 0,1 0 0 0 0,-1 0 0 0 0,1 0 1 0 0,-1-1-1 0 0,1 1 0 0 0,-1-1 0 0 0,1 1 0 0 0,0-1 0 0 0,0 0 0 0 0,0 0 0 0 0,0 0 0 0 0,0 0 0 0 0,0 0 1 0 0,1 0-1 0 0,-1-1 0 0 0,0 1 0 0 0,1-1 0 0 0,0 1 0 0 0,0-1 0 0 0,0 1 0 0 0,0-1 0 0 0,0 0 0 0 0,0-2 1 0 0,0 0-307 0 0,2 0 1 0 0,-1 1-1 0 0,0-1 1 0 0,1 0 0 0 0,0 1-1 0 0,0-1 1 0 0,0 1-1 0 0,0-1 1 0 0,1 1 0 0 0,0-1-1 0 0,0 1 1 0 0,0 0-1 0 0,4-6 1 0 0,18-27-7623 0 0,-10 18 713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4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12 173 164 0 0,'-1'-16'6593'0'0,"-1"0"-1"0"0,-5-24 1 0 0,6 33-5494 0 0,1 6-1016 0 0,0 0 0 0 0,0 0 0 0 0,0 0 0 0 0,1 0 0 0 0,-1 0 1 0 0,0 0-1 0 0,1 1 0 0 0,-1-1 0 0 0,1 0 0 0 0,-1 0 1 0 0,1 0-1 0 0,0 0 0 0 0,-1 1 0 0 0,1-1 0 0 0,0 0 0 0 0,-1 1 1 0 0,1-1-1 0 0,0 0 0 0 0,0 1 0 0 0,1-2 0 0 0,0 2-45 0 0,6-5 65 0 0,0 1 0 0 0,0 1 0 0 0,1 0 0 0 0,0 0 0 0 0,-1 0-1 0 0,1 1 1 0 0,0 1 0 0 0,11-2 0 0 0,0 0 17 0 0,242-28 425 0 0,-137 19-314 0 0,-109 10-44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58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25 1540 0 0,'-7'-23'16071'0'0,"7"22"-16025"0"0,0 1 0 0 0,0 0 0 0 0,0 0 47 0 0,0 0-47 0 0,0-1 138 0 0,0 1-138 0 0,-3 14 480 0 0,0 22-699 0 0,-15 221 537 0 0,12-199-3820 0 0,1 0-3945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58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83 1516 0 0,'14'-72'14931'0'0,"-13"70"-14236"0"0,2-6 1337 0 0,-3 19-1547 0 0,-3 43 274 0 0,-11 64 0 0 0,1-8-3884 0 0,9-35-7206 0 0,4-61 5014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5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89 2192 0 0,'-41'-88'14646'0'0,"76"146"-13229"0"0,27 48-1393 0 0,-31-42 50 0 0,-2 1-1 0 0,-4 1 1 0 0,-3 2 0 0 0,26 127 0 0 0,-42-157-48 0 0,-2 0 1 0 0,-2 0 0 0 0,-1 0 0 0 0,-2 0 0 0 0,-1 0 0 0 0,-2 0 0 0 0,-2 0 0 0 0,-2-1-1 0 0,-1 0 1 0 0,-24 62 0 0 0,13-55-612 0 0,-1 0 1 0 0,-3-2-1 0 0,-57 78 1 0 0,46-76-3399 0 0,-58 55 0 0 0,50-58-2252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59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1244 0 0,'11'-10'2868'0'0,"1"2"-747"0"0,-4 1-461 0 0,0 1-324 0 0,-2-1-340 0 0,1 1 440 0 0,4-4-948 0 0,0 1-720 0 0,2-1-1960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1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40 107 372 0 0,'-31'-13'15954'0'0,"23"10"-12623"0"0,10 2-3306 0 0,0-1 0 0 0,1 1-1 0 0,-1 0 1 0 0,1-1 0 0 0,-1 1 0 0 0,1 0 0 0 0,-1 1-1 0 0,1-1 1 0 0,-1 0 0 0 0,5 0 0 0 0,-2 0 5 0 0,266-57-275 0 0,-153 39-5001 0 0,-112 19 4662 0 0,-1-1-590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15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2 288 0 0,'-48'-1'10431'0'0,"2"4"-5602"0"0,44-2-4792 0 0,1-1 0 0 0,0 1 0 0 0,-1 0-1 0 0,1-1 1 0 0,0 1 0 0 0,-1 0 0 0 0,1 0 0 0 0,0 0-1 0 0,0 0 1 0 0,0 0 0 0 0,0 0 0 0 0,0 0 0 0 0,0 0-1 0 0,0 0 1 0 0,0 0 0 0 0,0 0 0 0 0,0 1 0 0 0,0 1 0 0 0,-12 27 210 0 0,11-26-198 0 0,-6 19 55 0 0,1 0 0 0 0,-6 37 0 0 0,11-48-82 0 0,0 0-1 0 0,1 1 0 0 0,1-1 1 0 0,0 0-1 0 0,1 0 1 0 0,0 0-1 0 0,3 13 1 0 0,-3-24-17 0 0,-1 1 1 0 0,0-1-1 0 0,1 0 1 0 0,0 1-1 0 0,-1-1 1 0 0,1 0-1 0 0,0 1 1 0 0,-1-1 0 0 0,1 0-1 0 0,0 0 1 0 0,0 0-1 0 0,0 0 1 0 0,0 1-1 0 0,0-1 1 0 0,0-1 0 0 0,1 1-1 0 0,-1 0 1 0 0,0 0-1 0 0,0 0 1 0 0,2 0-1 0 0,0 0 2 0 0,0 0 0 0 0,0 0 0 0 0,0-1 0 0 0,0 1 0 0 0,0-1 0 0 0,0 0-1 0 0,0 0 1 0 0,0 0 0 0 0,5 0 0 0 0,6-3 4 0 0,0 0 0 0 0,0-1-1 0 0,20-8 1 0 0,-22 7-10 0 0,6-1-12 0 0,0 1 1 0 0,23-5 0 0 0,-36 9 6 0 0,0 1 1 0 0,0-1-1 0 0,1 1 1 0 0,-1 0-1 0 0,0 0 0 0 0,0 0 1 0 0,0 1-1 0 0,0 0 1 0 0,0 0-1 0 0,0 0 1 0 0,0 0-1 0 0,0 1 1 0 0,6 3-1 0 0,-7-2 17 0 0,-1-1 0 0 0,1 1 0 0 0,-1 0 1 0 0,0 0-1 0 0,0 0 0 0 0,0 0 0 0 0,0 0 0 0 0,-1 1 0 0 0,1-1 0 0 0,-1 1 0 0 0,0 0 0 0 0,0-1 0 0 0,0 1 0 0 0,-1 0 0 0 0,0 0 0 0 0,1 1 0 0 0,-1-1 0 0 0,0 0 1 0 0,-1 0-1 0 0,1 0 0 0 0,-1 1 0 0 0,0-1 0 0 0,0 0 0 0 0,0 1 0 0 0,-2 6 0 0 0,0 1 212 0 0,0 0 0 0 0,-1 0 0 0 0,0 0 0 0 0,-1 0 0 0 0,-1 0 0 0 0,0-1 0 0 0,-10 17 0 0 0,8-17-72 0 0,-1 1-1 0 0,-1-1 1 0 0,1-1-1 0 0,-2 1 1 0 0,0-2-1 0 0,0 1 1 0 0,-1-1-1 0 0,0-1 1 0 0,0 0-1 0 0,-1-1 0 0 0,0 0 1 0 0,0-1-1 0 0,-1 0 1 0 0,0 0-1 0 0,0-2 1 0 0,0 0-1 0 0,0 0 1 0 0,-1-1-1 0 0,1-1 1 0 0,-1 0-1 0 0,0-1 1 0 0,0 0-1 0 0,0-1 0 0 0,0-1 1 0 0,1 0-1 0 0,-23-5 1 0 0,29 4-191 0 0,5 2-32 0 0,-1 0 1 0 0,1 0-1 0 0,-1-1 1 0 0,1 1 0 0 0,-1-1-1 0 0,1 0 1 0 0,0 0-1 0 0,-1 0 1 0 0,1 0-1 0 0,0 0 1 0 0,0 0-1 0 0,0 0 1 0 0,0-1 0 0 0,0 1-1 0 0,0-1 1 0 0,0 0-1 0 0,0 1 1 0 0,1-1-1 0 0,-3-3 1 0 0,4 4-54 0 0,-1 0 1 0 0,1 1-1 0 0,0-1 1 0 0,0 0-1 0 0,0 0 1 0 0,-1 0-1 0 0,1 0 1 0 0,0 0-1 0 0,0 0 1 0 0,0 0-1 0 0,0 1 1 0 0,1-1-1 0 0,-1 0 0 0 0,0 0 1 0 0,0 0-1 0 0,0 0 1 0 0,1 0-1 0 0,-1 0 1 0 0,0 1-1 0 0,1-1 1 0 0,-1 0-1 0 0,1 0 1 0 0,-1 1-1 0 0,1-1 1 0 0,0 0-1 0 0,-1 0 0 0 0,1 1 1 0 0,-1-1-1 0 0,2 0 1 0 0,20-16-2965 0 0,-21 17 2990 0 0,32-19-6619 0 0,-10 7 690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16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1220 0 0,'9'-29'12653'0'0,"-8"29"-12586"0"0,0-1 0 0 0,-1 0-1 0 0,1 1 1 0 0,0-1-1 0 0,-1 0 1 0 0,1 1 0 0 0,0-1-1 0 0,0 1 1 0 0,0-1-1 0 0,0 1 1 0 0,-1 0 0 0 0,1-1-1 0 0,0 1 1 0 0,0 0 0 0 0,0-1-1 0 0,0 1 1 0 0,0 0-1 0 0,0 0 1 0 0,0 0 0 0 0,0 0-1 0 0,0 0 1 0 0,1 0-1 0 0,1 1 9 0 0,0-1 0 0 0,-1 1 0 0 0,1 0 0 0 0,0 0-1 0 0,-1 0 1 0 0,1 0 0 0 0,4 3 0 0 0,2 3 1 0 0,0-1 1 0 0,0 2 0 0 0,8 8-1 0 0,-12-10-34 0 0,0 0 0 0 0,0 0 0 0 0,-1 1 0 0 0,0 0 1 0 0,0 0-1 0 0,-1 0 0 0 0,0 0 0 0 0,0 0 0 0 0,-1 0 0 0 0,1 1 0 0 0,-2 0 0 0 0,1-1 0 0 0,-1 1 0 0 0,0 0 0 0 0,-1-1 0 0 0,0 1 0 0 0,0 0 1 0 0,-1 0-1 0 0,0 0 0 0 0,-2 10 0 0 0,-1-2 284 0 0,0 0 0 0 0,0-1 0 0 0,-2 0 0 0 0,0 0 0 0 0,0 0 0 0 0,-2-1 0 0 0,0 1 0 0 0,-18 23 0 0 0,25-37-180 0 0,-2-24 156 0 0,8 7-282 0 0,0 1 0 0 0,1 1 0 0 0,1-1 0 0 0,0 1 0 0 0,15-22 0 0 0,-3 4-25 0 0,-4 10-7 0 0,1 1-1 0 0,0 0 1 0 0,28-27-1 0 0,-13 16-5 0 0,10-12-67 0 0,-40 43 25 0 0,-8 23 15 0 0,-2-3 42 0 0,0 1 0 0 0,2 0 0 0 0,0 0 0 0 0,1 1 0 0 0,1-1 0 0 0,1 1 0 0 0,-2 37 0 0 0,6-53-3 0 0,0 0 0 0 0,0 0 0 0 0,1 0 0 0 0,-1-1 0 0 0,1 1 0 0 0,0 0 0 0 0,1 0 0 0 0,-1 0 0 0 0,1-1 0 0 0,0 1 0 0 0,0-1 0 0 0,0 1 0 0 0,1-1 0 0 0,0 0 0 0 0,0 0 0 0 0,0 0 0 0 0,0 0 0 0 0,0-1 0 0 0,1 1 0 0 0,-1-1 0 0 0,1 0 0 0 0,7 5 0 0 0,-1-3-41 0 0,0-1 0 0 0,0 1 1 0 0,0-2-1 0 0,0 0 0 0 0,1 0 0 0 0,-1 0 0 0 0,1-1 1 0 0,0-1-1 0 0,14 0 0 0 0,6 0-1452 0 0,0-2 0 0 0,44-6 0 0 0,14-10-4851 0 0,-36 3-202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16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32 2504 0 0,'-45'-12'9676'0'0,"15"5"-6101"0"0,28 7-3195 0 0,-7-2 1047 0 0,15 4-1351 0 0,1 1 0 0 0,0-1 1 0 0,0-1-1 0 0,-1 1 0 0 0,1-1 0 0 0,0-1 0 0 0,14 1 0 0 0,56-6-441 0 0,-60 3-174 0 0,-17 2 514 0 0,41-4-3276 0 0,-15-3-2521 0 0,-11 2 107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16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21 872 0 0,'-57'-17'13120'0'0,"35"13"-10780"0"0,20 4-1806 0 0,1 1-429 0 0,-1 0-1 0 0,1 0 1 0 0,-1-1-1 0 0,1 1 1 0 0,0 0-1 0 0,-1 1 0 0 0,1-1 1 0 0,0 0-1 0 0,0 0 1 0 0,0 0-1 0 0,0 1 1 0 0,0-1-1 0 0,0 1 1 0 0,0-1-1 0 0,0 0 1 0 0,0 1-1 0 0,1 0 1 0 0,-1-1-1 0 0,1 1 1 0 0,-1-1-1 0 0,1 1 1 0 0,0 0-1 0 0,-1-1 0 0 0,1 3 1 0 0,-2 50 1516 0 0,2-38-1082 0 0,-20 410 4078 0 0,17-394-4557 0 0,1-18-415 0 0,1-1 0 0 0,0 1 0 0 0,1-1 0 0 0,2 19 0 0 0,-2-31 189 0 0,0-1 0 0 0,0 1-1 0 0,0-1 1 0 0,0 0 0 0 0,0 1-1 0 0,0-1 1 0 0,0 1 0 0 0,1-1-1 0 0,-1 0 1 0 0,0 1 0 0 0,0-1-1 0 0,0 1 1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19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66 100 208 0 0,'3'-24'16623'0'0,"-1"19"-16193"0"0,11-3-430 0 0,1 0 1 0 0,-1 1-1 0 0,1 0 1 0 0,1 1-1 0 0,-1 1 1 0 0,17-4-1 0 0,-3 3-34 0 0,0 0-1 0 0,38-1 0 0 0,-63 6 28 0 0,1 1 0 0 0,-1 0 0 0 0,1 0 0 0 0,0 0 0 0 0,-1 1 0 0 0,1-1 0 0 0,-1 1 0 0 0,1 0 0 0 0,-1 0 0 0 0,1 0 0 0 0,-1 0 0 0 0,1 1-1 0 0,-1-1 1 0 0,0 1 0 0 0,3 2 0 0 0,-3-2 4 0 0,-1 0 0 0 0,0 0 1 0 0,0 1-1 0 0,0-1 0 0 0,0 0 0 0 0,-1 1 0 0 0,1 0 0 0 0,-1-1 0 0 0,1 1 0 0 0,-1 0 0 0 0,0 0 0 0 0,0-1 0 0 0,0 1 0 0 0,0 5 1 0 0,0 0-2 0 0,0 0 1 0 0,-1 1 0 0 0,0-1-1 0 0,-1 0 1 0 0,0 0 0 0 0,0 0 0 0 0,0 1-1 0 0,-1-1 1 0 0,-1-1 0 0 0,1 1-1 0 0,-6 10 1 0 0,-1 1 54 0 0,-1 0 0 0 0,-1 0-1 0 0,-1-1 1 0 0,0-1 0 0 0,-20 22-1 0 0,9-7 881 0 0,22-31-760 0 0,4-2-171 0 0,1 1 0 0 0,-1 0 0 0 0,0 0 1 0 0,0 0-1 0 0,0 0 0 0 0,0 1 0 0 0,1-1 0 0 0,3 2 1 0 0,4 4-9 0 0,0 0 1 0 0,-1 1 0 0 0,0-1 0 0 0,-1 2-1 0 0,1 0 1 0 0,-1 0 0 0 0,-1 0 0 0 0,0 1-1 0 0,12 15 1 0 0,-15-17 29 0 0,0 0 0 0 0,-1 1 0 0 0,0-1-1 0 0,0 1 1 0 0,0-1 0 0 0,-1 1 0 0 0,0 0 0 0 0,-1 1 0 0 0,1-1-1 0 0,-2 0 1 0 0,1 1 0 0 0,-1-1 0 0 0,0 1 0 0 0,-1 13-1 0 0,-1-17 104 0 0,0 1-1 0 0,0-1 0 0 0,-1 0 0 0 0,1 0 1 0 0,-1 1-1 0 0,0-1 0 0 0,0 0 0 0 0,-1-1 1 0 0,0 1-1 0 0,0 0 0 0 0,0-1 0 0 0,0 1 1 0 0,-1-1-1 0 0,1 0 0 0 0,-1 0 0 0 0,0-1 1 0 0,0 1-1 0 0,-1-1 0 0 0,1 0 0 0 0,-1 0 1 0 0,1 0-1 0 0,-1-1 0 0 0,0 1 1 0 0,0-1-1 0 0,0 0 0 0 0,-1-1 0 0 0,-6 2 1 0 0,-4 0 173 0 0,0 0 0 0 0,-1-1 0 0 0,1-1 0 0 0,0-1 0 0 0,0 0 0 0 0,-1-1 0 0 0,-30-6 0 0 0,0-5-101 0 0,-73-27 0 0 0,120 39-345 0 0,-1 0 0 0 0,0 0 0 0 0,1-1 0 0 0,-1 1 0 0 0,0 0 1 0 0,1 0-1 0 0,-1-1 0 0 0,0 1 0 0 0,1 0 0 0 0,-1-1 0 0 0,1 1 0 0 0,-1-1 0 0 0,1 1 0 0 0,-1-1 0 0 0,1 1 0 0 0,-1-1 0 0 0,1 1 0 0 0,-1-1 0 0 0,1 1 0 0 0,0-1 0 0 0,-1 0 0 0 0,1 1 0 0 0,0-1 0 0 0,-1 0 0 0 0,1 0-14 0 0,1 0 0 0 0,-1 1 0 0 0,0-1-1 0 0,0 0 1 0 0,0 1 0 0 0,1-1-1 0 0,-1 0 1 0 0,0 1 0 0 0,1-1 0 0 0,-1 1-1 0 0,1-1 1 0 0,-1 0 0 0 0,1 1 0 0 0,-1-1-1 0 0,1 1 1 0 0,-1-1 0 0 0,1 1-1 0 0,0-1 1 0 0,32-16-7948 0 0,-14 9 522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247 124 452 0 0,'-11'-14'8642'0'0,"-2"-3"-2277"0"0,9 32-6025 0 0,6 3-240 0 0,0-1 0 0 0,2 0 0 0 0,0 0 0 0 0,1-1 0 0 0,13 30 0 0 0,-16-42-77 0 0,1 0 0 0 0,-1 0 0 0 0,1 0 0 0 0,-1 0-1 0 0,1 0 1 0 0,0-1 0 0 0,0 0 0 0 0,1 1 0 0 0,-1-1-1 0 0,1 0 1 0 0,0-1 0 0 0,0 1 0 0 0,-1-1 0 0 0,2 0-1 0 0,-1 0 1 0 0,0 0 0 0 0,0 0 0 0 0,1-1-1 0 0,-1 1 1 0 0,1-1 0 0 0,-1 0 0 0 0,1-1 0 0 0,-1 1-1 0 0,1-1 1 0 0,0 0 0 0 0,-1 0 0 0 0,8-1 0 0 0,-4 0-6 0 0,0-1 0 0 0,1-1 0 0 0,-1 1 0 0 0,0-1-1 0 0,0 0 1 0 0,-1-1 0 0 0,1 0 0 0 0,-1 0 0 0 0,1-1 0 0 0,-1 0 0 0 0,-1 0 0 0 0,1 0 0 0 0,-1-1 0 0 0,9-10 0 0 0,-8 8-9 0 0,-1 0 0 0 0,0 0-1 0 0,0 0 1 0 0,-1-1 0 0 0,0 0-1 0 0,-1 0 1 0 0,0 0-1 0 0,0 0 1 0 0,-1-1 0 0 0,0 1-1 0 0,0-1 1 0 0,1-12 0 0 0,2-39 2427 0 0,-6 59-2179 0 0,5-38 2046 0 0,-6 42-2267 0 0,-4 8-8 0 0,0 1 0 0 0,0-1-1 0 0,2 1 1 0 0,-1 0 0 0 0,1 0 0 0 0,1 0 0 0 0,-2 14-1 0 0,-4 19 207 0 0,-68 286 2153 0 0,-74 263 883 0 0,144-574-3079 0 0,-1 6 464 0 0,-1 0 0 0 0,-1 0 0 0 0,-2 0 0 0 0,0-1 0 0 0,-17 24 0 0 0,10-30-523 0 0,5-14-131 0 0,10-3 0 0 0,1-1 0 0 0,-1 0 0 0 0,1 0 0 0 0,-1-1 0 0 0,1 1 0 0 0,-1 0 0 0 0,1-1 0 0 0,-1 0 0 0 0,1 1 0 0 0,-1-1 0 0 0,1 0 0 0 0,0 0 0 0 0,-1 0 0 0 0,-2-3 0 0 0,0 0 0 0 0,0 0 0 0 0,0 0 0 0 0,0 0 0 0 0,1-1 0 0 0,-7-8 0 0 0,-1-4 0 0 0,1 0 0 0 0,-15-33 0 0 0,16 29 0 0 0,1-1 0 0 0,1 0 0 0 0,1-1 0 0 0,0 0 0 0 0,2 0 0 0 0,1 0 0 0 0,-2-37 0 0 0,6 47 0 0 0,0-1 0 0 0,1 0 0 0 0,0 1 0 0 0,2-1 0 0 0,-1 1 0 0 0,2 0 0 0 0,0 0 0 0 0,0 0 0 0 0,1 0 0 0 0,1 1 0 0 0,0 0 0 0 0,0 0 0 0 0,1 0 0 0 0,14-16 0 0 0,-10 15-870 0 0,26-23 0 0 0,-19 21-1491 0 0,1 1-1 0 0,27-16 1 0 0,110-44-10458 0 0,-145 69 12284 0 0,33-13-7650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0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79 118 1428 0 0,'-37'-17'10059'0'0,"4"2"-3747"0"0,32 15-5827 0 0,0 0-433 0 0,1 0-1 0 0,0 0 0 0 0,-1 0 0 0 0,1 0 0 0 0,0 0 0 0 0,-1 0 1 0 0,1 0-1 0 0,0-1 0 0 0,0 1 0 0 0,-1 0 0 0 0,1 0 1 0 0,0 0-1 0 0,-1 0 0 0 0,1 0 0 0 0,0-1 0 0 0,-1 1 1 0 0,1 0-1 0 0,0 0 0 0 0,0 0 0 0 0,-1-1 0 0 0,1 1 1 0 0,0 0-1 0 0,0 0 0 0 0,0-1 0 0 0,-1 1 0 0 0,1-1 0 0 0,12-3 59 0 0,0 0 0 0 0,1 0 0 0 0,-1 1 0 0 0,1 1 0 0 0,18-2 0 0 0,12-3-238 0 0,41-13-2342 0 0,-73 16-308 0 0,1-1 0 0 0,17-9 0 0 0,-11 4-4212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11 800 0 0,'-53'-11'13290'0'0,"48"12"-12181"0"0,4-1-1043 0 0,0 0 0 0 0,0-1 0 0 0,1 1 0 0 0,-1 0 0 0 0,0 0 1 0 0,0 0-1 0 0,0 1 0 0 0,1-1 0 0 0,-1 0 0 0 0,0 0 1 0 0,0 0-1 0 0,1 1 0 0 0,-1-1 0 0 0,0 0 0 0 0,-1 1 0 0 0,-1 4 216 0 0,0-1-1 0 0,1 1 0 0 0,-1 0 0 0 0,1 0 0 0 0,0 0 0 0 0,1 0 0 0 0,-1 0 0 0 0,1 0 0 0 0,0 0 0 0 0,-1 9 0 0 0,-1 61 738 0 0,2-47-716 0 0,0 12-134 0 0,2 197-357 0 0,0-230-375 0 0,0 0 1 0 0,0 0-1 0 0,0-1 1 0 0,4 10-1 0 0,-4-14-262 0 0,0 1-1 0 0,0-1 1 0 0,0 0 0 0 0,1 0-1 0 0,-1 0 1 0 0,0 0-1 0 0,1 0 1 0 0,4 5-826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1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129 284 1904 0 0,'11'-61'14123'0'0,"-10"56"-13449"0"0,-1 0 1 0 0,0 0-1 0 0,0 1 1 0 0,-1-1-1 0 0,0 0 0 0 0,-1-5 1 0 0,1 7-550 0 0,0 0 0 0 0,-1 0 0 0 0,0 0 0 0 0,0 0 0 0 0,0 0 0 0 0,0 0 1 0 0,0 0-1 0 0,0 1 0 0 0,-1-1 0 0 0,1 1 0 0 0,-1 0 0 0 0,-3-3 0 0 0,-40-24 255 0 0,30 20-223 0 0,8 5-105 0 0,-26-21 28 0 0,34 25-85 0 0,0 0 1 0 0,-1 0-1 0 0,1 0 1 0 0,0 0-1 0 0,0 0 0 0 0,0-1 1 0 0,0 1-1 0 0,0 0 1 0 0,-1 0-1 0 0,1 0 1 0 0,0 0-1 0 0,0 0 0 0 0,0 0 1 0 0,0-1-1 0 0,0 1 1 0 0,0 0-1 0 0,-1 0 1 0 0,1 0-1 0 0,0 0 1 0 0,0-1-1 0 0,0 1 0 0 0,0 0 1 0 0,0 0-1 0 0,0 0 1 0 0,0-1-1 0 0,0 1 1 0 0,0 0-1 0 0,0 0 1 0 0,0 0-1 0 0,0 0 0 0 0,0-1 1 0 0,0 1-1 0 0,0 0 1 0 0,0 0-1 0 0,0 0 1 0 0,0-1-1 0 0,0 1 0 0 0,0 0 1 0 0,1 0-1 0 0,-1 0 1 0 0,0 0-1 0 0,0-1 1 0 0,0 1-1 0 0,0 0 1 0 0,0 0-1 0 0,0 0 0 0 0,0 0 1 0 0,1 0-1 0 0,-1 0 1 0 0,0-1-1 0 0,14-3-112 0 0,18 0-53 0 0,56-1-124 0 0,-1-4 0 0 0,137-32 0 0 0,-221 40 304 0 0,4-1 579 0 0,0 1 0 0 0,-1-1 0 0 0,15 0 1 0 0,-21 4-558 0 0,0-1 1 0 0,0 1-1 0 0,0-1 1 0 0,0 1-1 0 0,0 0 1 0 0,0-1-1 0 0,0 1 0 0 0,0-1 1 0 0,-1 1-1 0 0,1-1 1 0 0,0 1-1 0 0,-1-1 1 0 0,1 1-1 0 0,-3 2 1 0 0,3-4 20 0 0,-51 137 3352 0 0,-100 262-309 0 0,134-356-3272 0 0,-17 42 457 0 0,17-29-5757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1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90 920 0 0,'-21'-50'17996'0'0,"17"39"-15532"0"0,3 10-2331 0 0,1 0 1 0 0,0 0-1 0 0,0 0 1 0 0,0-1-1 0 0,0 1 1 0 0,0 0-1 0 0,0 0 0 0 0,0 0 1 0 0,0 0-1 0 0,1 0 1 0 0,-1 0-1 0 0,0 0 1 0 0,1-1-1 0 0,0 0 0 0 0,12-2-37 0 0,-1 2 0 0 0,1 0 0 0 0,0 0-1 0 0,0 1 1 0 0,0 1 0 0 0,23 2 0 0 0,80 15-12 0 0,-110-15-77 0 0,5-1-40 0 0,0 2 0 0 0,18 6 1 0 0,-26-8 22 0 0,-1 0-1 0 0,1 0 1 0 0,-1 0 0 0 0,0 0 0 0 0,1 1-1 0 0,-1-1 1 0 0,0 1 0 0 0,0 0 0 0 0,0 0-1 0 0,0-1 1 0 0,0 1 0 0 0,-1 1 0 0 0,1-1 0 0 0,0 0-1 0 0,-1 0 1 0 0,2 4 0 0 0,-2-4 12 0 0,-1 0 0 0 0,0 0 0 0 0,0 0 0 0 0,1 0 1 0 0,-2 0-1 0 0,1 0 0 0 0,0 0 0 0 0,0 0 0 0 0,0 0 0 0 0,-1 0 1 0 0,1 0-1 0 0,-1 0 0 0 0,0 0 0 0 0,0-1 0 0 0,1 1 0 0 0,-2 2 0 0 0,-18 27 31 0 0,19-29-34 0 0,-108 127 103 0 0,80-98-81 0 0,26-27-22 0 0,1-2 30 0 0,0 0-1 0 0,0 0 0 0 0,0 0 1 0 0,0 1-1 0 0,0-1 1 0 0,0 1-1 0 0,1-1 0 0 0,-1 1 1 0 0,1 0-1 0 0,0-1 0 0 0,0 1 1 0 0,0 0-1 0 0,0 0 1 0 0,-1 4-1 0 0,2-7-14 0 0,1 1 1 0 0,-1-1-1 0 0,0 1 0 0 0,0-1 0 0 0,0 1 1 0 0,1-1-1 0 0,-1 1 0 0 0,0-1 1 0 0,0 1-1 0 0,1-1 0 0 0,-1 1 1 0 0,1-1-1 0 0,-1 1 0 0 0,0-1 0 0 0,1 1 1 0 0,-1-1-1 0 0,1 0 0 0 0,-1 1 1 0 0,1-1-1 0 0,-1 0 0 0 0,1 0 1 0 0,-1 1-1 0 0,1-1 0 0 0,-1 0 1 0 0,1 0-1 0 0,17 5 187 0 0,12-3-546 0 0,-1 0-1 0 0,1-2 1 0 0,-1-2 0 0 0,46-7-1 0 0,23-12-4244 0 0,-6-9-3896 0 0,-45 12 633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1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36 3692 0 0,'-39'-10'20919'0'0,"42"9"-20658"0"0,11-3-177 0 0,1 1 0 0 0,-1 0 0 0 0,1 2 1 0 0,0-1-1 0 0,18 2 0 0 0,8-2-633 0 0,-23 1-350 0 0,41-4-2661 0 0,-19 1-5941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2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0 872 0 0,'-39'20'7733'0'0,"28"-15"-5240"0"0,0 0 0 0 0,1 1 0 0 0,-16 11 651 0 0,26-16-3039 0 0,1 0-1 0 0,0 0 1 0 0,-1 0 0 0 0,1 0 0 0 0,-1 0-1 0 0,1 0 1 0 0,0 0 0 0 0,0 0 0 0 0,0 0 0 0 0,-1-1-1 0 0,1 1 1 0 0,0 0 0 0 0,0 0 0 0 0,0-1-1 0 0,0 1 1 0 0,0-1 0 0 0,0 1 0 0 0,0-1-1 0 0,0 0 1 0 0,1 1 0 0 0,-1-1 0 0 0,0 0 0 0 0,0 0-1 0 0,0 1 1 0 0,0-1 0 0 0,0 0 0 0 0,3-1-1 0 0,37 3 294 0 0,125-13-2179 0 0,-117 5-3964 0 0,66-16-1 0 0,-65 8-1137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2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73 2412 0 0,'-5'-22'9289'0'0,"3"12"-5387"0"0,0 1-1 0 0,0-1 1 0 0,0-12-1 0 0,-7 83-3630 0 0,6-34-166 0 0,-1-4-97 0 0,2 1 1 0 0,0-1 0 0 0,2 1-1 0 0,2 24 1 0 0,-1-42-18 0 0,0 1 0 0 0,1-1 0 0 0,-1 0 0 0 0,1-1 0 0 0,0 1 0 0 0,1 0-1 0 0,-1 0 1 0 0,7 8 0 0 0,-6-10 7 0 0,-1-1 1 0 0,1 0-1 0 0,0 0 0 0 0,0 0 0 0 0,0 0 0 0 0,0-1 0 0 0,1 1 0 0 0,-1-1 1 0 0,1 0-1 0 0,0 0 0 0 0,-1 0 0 0 0,1-1 0 0 0,0 1 0 0 0,5 1 1 0 0,-3-3 13 0 0,0 1 0 0 0,-1-1 0 0 0,1 1 0 0 0,0-1 0 0 0,-1-1 0 0 0,1 1 0 0 0,0-1 0 0 0,-1 0 0 0 0,1-1 0 0 0,-1 1 0 0 0,1-1 0 0 0,-1 0 0 0 0,0 0 0 0 0,1-1 0 0 0,-1 0 0 0 0,-1 0 0 0 0,1 0 0 0 0,0 0 0 0 0,8-8 0 0 0,5-6 1 0 0,0-1 0 0 0,-1-1 1 0 0,15-21-1 0 0,24-43 985 0 0,-49 71-339 0 0,-6 11-619 0 0,-1 1 1 0 0,0-1-1 0 0,1 0 0 0 0,-1 0 0 0 0,0 1 0 0 0,1-1 0 0 0,-1 0 0 0 0,1 0 0 0 0,-1 1 0 0 0,1-1 0 0 0,0 0 0 0 0,-1 1 1 0 0,1-1-1 0 0,0 1 0 0 0,-1-1 0 0 0,1 1 0 0 0,0-1 0 0 0,-1 1 0 0 0,2-1 0 0 0,-1 15 120 0 0,-12 29-188 0 0,10-42 56 0 0,-24 97 331 0 0,-15 112 0 0 0,20-54-3810 0 0,12-77-1831 0 0,0-1-3364 0 0,3-38-2818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3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16 131 2368 0 0,'-8'-11'4970'0'0,"7"10"-4791"0"0,0-1-1 0 0,0 1 1 0 0,1-1-1 0 0,-1 1 1 0 0,0-1-1 0 0,1 1 1 0 0,-1-1-1 0 0,1 0 1 0 0,-1 1-1 0 0,1-1 1 0 0,0 0-1 0 0,-1 1 1 0 0,1-1-1 0 0,0 0 1 0 0,0 1-1 0 0,0-1 1 0 0,1 0-1 0 0,-1 1 1 0 0,0-1-1 0 0,1 0 1 0 0,-1 1-1 0 0,1-1 1 0 0,-1 1-1 0 0,1-1 1 0 0,0 0-1 0 0,-1 1 1 0 0,1-1-1 0 0,1 0 1 0 0,2-3-117 0 0,-1 2 1 0 0,1-1-1 0 0,0 0 0 0 0,0 1 1 0 0,1-1-1 0 0,-1 1 1 0 0,1 0-1 0 0,6-3 1 0 0,5-1-29 0 0,0 1 0 0 0,0 0 0 0 0,1 2 0 0 0,-1-1 0 0 0,1 2 0 0 0,0 0 1 0 0,0 1-1 0 0,0 1 0 0 0,0 1 0 0 0,1 0 0 0 0,-1 1 0 0 0,0 1 0 0 0,27 6 1 0 0,-42-7-15 0 0,1-1 0 0 0,-1 1 0 0 0,0-1 1 0 0,1 1-1 0 0,-1 0 0 0 0,0 0 0 0 0,1 0 1 0 0,-1 0-1 0 0,0 0 0 0 0,0 0 1 0 0,0 1-1 0 0,0-1 0 0 0,0 1 0 0 0,0 0 1 0 0,0-1-1 0 0,-1 1 0 0 0,1 0 0 0 0,-1 0 1 0 0,3 4-1 0 0,-3-3 33 0 0,0-1 0 0 0,0 1 0 0 0,-1 0 0 0 0,0-1 0 0 0,1 1 1 0 0,-1 0-1 0 0,0 0 0 0 0,0-1 0 0 0,0 1 0 0 0,-1 0 0 0 0,1-1 0 0 0,-1 1 0 0 0,1 0 0 0 0,-1-1 1 0 0,-1 4-1 0 0,-3 5 151 0 0,-1 0 0 0 0,0 0 1 0 0,0 0-1 0 0,-1-1 0 0 0,0 0 1 0 0,-14 14-1 0 0,-67 65 1691 0 0,87-88-1863 0 0,11 10 15 0 0,34 7-13 0 0,-12-5-29 0 0,49 28 0 0 0,-72-36 1 0 0,-1 0 1 0 0,0 1-1 0 0,0 0 0 0 0,0 1 0 0 0,-1 0 1 0 0,0 0-1 0 0,0 0 0 0 0,-1 1 0 0 0,0 0 1 0 0,7 12-1 0 0,-11-16 55 0 0,0 0 0 0 0,-1 0 0 0 0,1 0 0 0 0,-1 1 0 0 0,0-1-1 0 0,0 0 1 0 0,0 1 0 0 0,-1-1 0 0 0,1 1 0 0 0,-1-1 0 0 0,0 1 0 0 0,0-1 0 0 0,-2 9 0 0 0,0-5 88 0 0,0-1 1 0 0,0 0-1 0 0,-1-1 1 0 0,0 1 0 0 0,0 0-1 0 0,0-1 1 0 0,-9 12-1 0 0,1-5 196 0 0,0-1 0 0 0,0 0-1 0 0,-1 0 1 0 0,-1-1 0 0 0,0-1-1 0 0,-26 17 1 0 0,27-21 5 0 0,0 0-1 0 0,0 0 1 0 0,-1-1 0 0 0,0 0 0 0 0,0-1 0 0 0,0-1 0 0 0,0 0-1 0 0,0-1 1 0 0,-20 1 0 0 0,28-3-283 0 0,0 0-1 0 0,-1-1 1 0 0,1 0-1 0 0,0 0 1 0 0,1 0-1 0 0,-1-1 1 0 0,0 0-1 0 0,0 0 1 0 0,-7-4-1 0 0,6 3-38 0 0,4 2-110 0 0,1 0 0 0 0,0 1 1 0 0,0-1-1 0 0,0 1 0 0 0,0-1 0 0 0,0 0 1 0 0,0 0-1 0 0,0 0 0 0 0,0 1 0 0 0,0-1 1 0 0,1 0-1 0 0,-1 0 0 0 0,0 0 1 0 0,0-1-1 0 0,1 1 0 0 0,-1 0 0 0 0,1 0 1 0 0,-1 0-1 0 0,1 0 0 0 0,-1 0 0 0 0,1-1 1 0 0,0 1-1 0 0,0 0 0 0 0,-1 0 0 0 0,1-1 1 0 0,0 1-1 0 0,0 0 0 0 0,0 0 0 0 0,1-1 1 0 0,-1 1-1 0 0,0 0 0 0 0,0 0 1 0 0,1-1-1 0 0,-1 1 0 0 0,0 0 0 0 0,1 0 1 0 0,-1 0-1 0 0,2-2 0 0 0,0-1-373 0 0,0 1 0 0 0,0 0 0 0 0,0 0 0 0 0,0 0 1 0 0,1 1-1 0 0,-1-1 0 0 0,1 0 0 0 0,-1 1 0 0 0,1 0 0 0 0,0 0 0 0 0,5-4 0 0 0,48-17-8848 0 0,-31 16 2677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4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76 772 0 0,'-2'-7'13226'0'0,"11"12"-13162"0"0,0 1 0 0 0,0 0 0 0 0,-1 1 0 0 0,0-1-1 0 0,0 2 1 0 0,0-1 0 0 0,-1 1 0 0 0,0 0 0 0 0,-1 1 0 0 0,0-1 0 0 0,0 1 0 0 0,-1 0 0 0 0,0 1-1 0 0,-1-1 1 0 0,0 1 0 0 0,0 0 0 0 0,-1 0 0 0 0,0 1 0 0 0,-1-1 0 0 0,0 0 0 0 0,-1 1 0 0 0,1 16-1 0 0,-2-23-38 0 0,-2 14 163 0 0,2-18-153 0 0,0 1-1 0 0,0-1 0 0 0,0 0 0 0 0,0 1 1 0 0,0-1-1 0 0,-1 1 0 0 0,1-1 0 0 0,0 0 0 0 0,0 1 1 0 0,-1-1-1 0 0,1 1 0 0 0,0-1 0 0 0,-1 0 1 0 0,1 1-1 0 0,0-1 0 0 0,-1 0 0 0 0,1 0 0 0 0,-1 1 1 0 0,1-1-1 0 0,0 0 0 0 0,-1 0 0 0 0,1 0 1 0 0,-1 1-1 0 0,1-1 0 0 0,-1 0 0 0 0,1 0 0 0 0,0 0 1 0 0,-1 0-1 0 0,1 0 0 0 0,-1 0 0 0 0,1 0 1 0 0,-1 0-1 0 0,1 0 0 0 0,-2 0 0 0 0,2-1-19 0 0,-1 1 1 0 0,1-1-1 0 0,-1 0 0 0 0,1 1 1 0 0,-1-1-1 0 0,1 0 0 0 0,-1 0 0 0 0,1 0 1 0 0,0 1-1 0 0,-1-1 0 0 0,1 0 0 0 0,0 0 1 0 0,0 0-1 0 0,-1 0 0 0 0,1 1 1 0 0,0-1-1 0 0,0 0 0 0 0,0 0 0 0 0,0-1 1 0 0,0-22 89 0 0,0 22-90 0 0,0-10 13 0 0,1-1 0 0 0,0 0 0 0 0,1 0-1 0 0,1 1 1 0 0,6-22 0 0 0,31-56-22 0 0,-3 9-93 0 0,-37 79 61 0 0,-2 22-28 0 0,-15 36 109 0 0,11-41-32 0 0,0 0 1 0 0,2 0-1 0 0,0 1 0 0 0,0 0 1 0 0,2 0-1 0 0,0 0 1 0 0,1 0-1 0 0,1 23 1 0 0,0-37-15 0 0,1 1 0 0 0,-1 0 0 0 0,1-1 0 0 0,0 0 0 0 0,0 1 0 0 0,0-1 0 0 0,0 1 0 0 0,0-1 0 0 0,0 0 0 0 0,1 0 0 0 0,-1 0 0 0 0,1 1 0 0 0,-1-2 0 0 0,1 1 0 0 0,0 0 0 0 0,2 2 0 0 0,0-1 1 0 0,0-1 0 0 0,0 1 0 0 0,1-1 0 0 0,-1 0-1 0 0,1 0 1 0 0,-1 0 0 0 0,1-1 0 0 0,4 1 0 0 0,9 1-289 0 0,-1 0 0 0 0,1-2 0 0 0,28-1 0 0 0,-45 0 251 0 0,39-3-2918 0 0,1-1 1 0 0,66-16-1 0 0,-49 7-2487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18 2284 0 0,'-120'21'14889'0'0,"118"-21"-14518"0"0,-4 2 43 0 0,6-2-400 0 0,0 0-1 0 0,0 0 1 0 0,0 0-1 0 0,0 0 1 0 0,0 0-1 0 0,0 0 1 0 0,0 0-1 0 0,0 0 1 0 0,0 0-1 0 0,0 0 1 0 0,0 0-1 0 0,0 0 1 0 0,0 1-1 0 0,0-1 1 0 0,0 0-1 0 0,0 0 1 0 0,0 0-1 0 0,0 0 1 0 0,0 0-1 0 0,0 0 1 0 0,0 0-1 0 0,0 0 1 0 0,0 0-1 0 0,0 0 1 0 0,0 1-1 0 0,0-1 1 0 0,0 0-1 0 0,0 0 1 0 0,0 0-1 0 0,0 0 1 0 0,0 0-1 0 0,0 0 0 0 0,-1 0 1 0 0,1 0-1 0 0,0 0 1 0 0,0 0-1 0 0,0 0 1 0 0,0 0-1 0 0,0 0 1 0 0,0 0-1 0 0,0 0 1 0 0,0 0-1 0 0,0 0 1 0 0,0 1-1 0 0,0-1 1 0 0,0 0-1 0 0,-1 0 1 0 0,1 0-1 0 0,0 0 1 0 0,0 0-1 0 0,0 0 1 0 0,0 0-1 0 0,0 0 1 0 0,0 0-1 0 0,0 0 1 0 0,0 0-1 0 0,0 0 1 0 0,0 0-1 0 0,0-1 1 0 0,-1 1-1 0 0,1 0 1 0 0,0 0-1 0 0,0 0 1 0 0,0 0-1 0 0,0 0 1 0 0,0 0-1 0 0,14 2 116 0 0,1 0 0 0 0,-1-1-1 0 0,1 0 1 0 0,0-2 0 0 0,-1 1 0 0 0,26-6-1 0 0,4 1-21 0 0,-11 3-174 0 0,94-10-311 0 0,-44-1-3871 0 0,-55 3-2414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4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32 408 0 0,'-9'-5'3211'0'0,"-24"-11"6915"0"0,14 8-6387 0 0,17 8-3086 0 0,2-1-599 0 0,-1 1 0 0 0,1 0 0 0 0,-1 0 1 0 0,1 0-1 0 0,0-1 0 0 0,-1 1 0 0 0,1 0 0 0 0,-1 0 0 0 0,1 0 1 0 0,-1 0-1 0 0,1 0 0 0 0,-1 0 0 0 0,1 0 0 0 0,-1 0 0 0 0,1 0 0 0 0,-1 0 1 0 0,1 0-1 0 0,-1 0 0 0 0,1 0 0 0 0,-1 0 0 0 0,1 0 0 0 0,-1 1 1 0 0,1-1-1 0 0,-1 0 0 0 0,1 0 0 0 0,-1 1 0 0 0,1-1 0 0 0,-1 1 0 0 0,-7 15 766 0 0,5 30 50 0 0,3-36-466 0 0,-18 187 1440 0 0,0 11-1872 0 0,18-197-494 0 0,-1 5-339 0 0,3 30 0 0 0,5-17-2622 0 0,-6-27 2632 0 0,1 1 1 0 0,-1-1-1 0 0,0 0 1 0 0,1 0-1 0 0,-1 1 1 0 0,1-1 0 0 0,-1 0-1 0 0,4 3 1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5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120 110 1668 0 0,'12'-24'4978'0'0,"10"-20"4886"0"0,-10 19-7009 0 0,-12 24-2806 0 0,1 0 0 0 0,0 0 0 0 0,0 0 0 0 0,0 0 0 0 0,0 0 0 0 0,-1 0-1 0 0,1 0 1 0 0,1 0 0 0 0,-1 0 0 0 0,0 0 0 0 0,0 0 0 0 0,0 1 0 0 0,0-1 0 0 0,0 0 0 0 0,1 1 0 0 0,-1-1 0 0 0,0 1-1 0 0,1-1 1 0 0,-1 1 0 0 0,0 0 0 0 0,1 0 0 0 0,-1-1 0 0 0,0 1 0 0 0,1 0 0 0 0,-1 0 0 0 0,1 0 0 0 0,-1 1-1 0 0,0-1 1 0 0,1 0 0 0 0,-1 0 0 0 0,3 2 0 0 0,-1-2-32 0 0,0 1 1 0 0,1 1-1 0 0,-1-1 0 0 0,0 0 0 0 0,0 1 1 0 0,0-1-1 0 0,0 1 0 0 0,0 0 0 0 0,0 0 1 0 0,0 0-1 0 0,2 3 0 0 0,-2 0-2 0 0,0-1 0 0 0,-1 1 0 0 0,0-1 0 0 0,0 1 0 0 0,0 0-1 0 0,0 0 1 0 0,-1 0 0 0 0,0 0 0 0 0,0 0 0 0 0,0 0 0 0 0,0 0 0 0 0,-1 0-1 0 0,0 0 1 0 0,0 1 0 0 0,-1-1 0 0 0,1 0 0 0 0,-1 0 0 0 0,0 0 0 0 0,-3 9 0 0 0,-2 5 46 0 0,-1-1 0 0 0,0 0 0 0 0,-18 31 0 0 0,0-12 387 0 0,0-1 0 0 0,-3-1 0 0 0,-36 37 0 0 0,-4 4 1983 0 0,67-76-2416 0 0,1 0 1 0 0,0 0-1 0 0,0 1 1 0 0,0-1-1 0 0,-1 0 1 0 0,1 0-1 0 0,0 0 1 0 0,0 0-1 0 0,0 1 1 0 0,0-1-1 0 0,0 0 1 0 0,-1 0-1 0 0,1 0 1 0 0,0 1-1 0 0,0-1 1 0 0,0 0-1 0 0,0 0 1 0 0,0 1 0 0 0,0-1-1 0 0,0 0 1 0 0,0 0-1 0 0,0 1 1 0 0,0-1-1 0 0,0 0 1 0 0,0 0-1 0 0,0 1 1 0 0,0-1-1 0 0,0 0 1 0 0,0 0-1 0 0,0 0 1 0 0,0 1-1 0 0,0-1 1 0 0,0 0-1 0 0,0 0 1 0 0,0 1-1 0 0,0-1 1 0 0,1 0-1 0 0,-1 0 1 0 0,0 0-1 0 0,0 1 1 0 0,0-1-1 0 0,0 0 1 0 0,1 0-1 0 0,14 3 226 0 0,23-8-184 0 0,-35 4-6 0 0,185-41-3436 0 0,-65 3-8241 0 0,-80 24 2108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5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58 3420 0 0,'-7'-58'16625'0'0,"4"60"-16067"0"0,-3 1-262 0 0,1 1 0 0 0,-1 0 1 0 0,1 0-1 0 0,-1 0 0 0 0,1 1 0 0 0,1 0 0 0 0,-1 0 0 0 0,1 0 0 0 0,-8 11 0 0 0,-33 59 1236 0 0,40-66-1438 0 0,4-7-69 0 0,-23 41 408 0 0,-28 69-1 0 0,47-98-413 0 0,0-1 1 0 0,1 1-1 0 0,1 0 1 0 0,0 1-1 0 0,1-1 1 0 0,0 0-1 0 0,1 1 0 0 0,1-1 1 0 0,3 28-1 0 0,-2-36-17 0 0,0-1-1 0 0,0 1 0 0 0,1-1 1 0 0,0 0-1 0 0,0 0 0 0 0,0 0 1 0 0,1 0-1 0 0,-1 0 0 0 0,1 0 1 0 0,1 0-1 0 0,-1-1 0 0 0,0 0 1 0 0,1 0-1 0 0,0 0 0 0 0,0 0 0 0 0,0 0 1 0 0,1-1-1 0 0,-1 0 0 0 0,1 0 1 0 0,0 0-1 0 0,0 0 0 0 0,0-1 1 0 0,0 1-1 0 0,0-2 0 0 0,0 1 1 0 0,0 0-1 0 0,1-1 0 0 0,6 1 1 0 0,-4-1-11 0 0,-1-1 1 0 0,1 1 0 0 0,0-1-1 0 0,0-1 1 0 0,0 1 0 0 0,-1-1-1 0 0,1-1 1 0 0,0 0-1 0 0,-1 0 1 0 0,1 0 0 0 0,-1-1-1 0 0,0 0 1 0 0,0 0 0 0 0,0-1-1 0 0,0 0 1 0 0,0 0 0 0 0,-1-1-1 0 0,0 1 1 0 0,9-10 0 0 0,-11 10-4 0 0,-1 0 0 0 0,1 0 0 0 0,-1 0 0 0 0,0 0 0 0 0,-1 0 0 0 0,1-1 0 0 0,-1 1 0 0 0,0-1 0 0 0,0 1 0 0 0,0-1 0 0 0,-1 0 0 0 0,1 0 0 0 0,-1 0 0 0 0,1-10 0 0 0,-3 12 6 0 0,1 0 1 0 0,0-1-1 0 0,-1 1 1 0 0,0 0-1 0 0,0 0 0 0 0,0-1 1 0 0,0 1-1 0 0,0 0 1 0 0,0 0-1 0 0,-1 0 0 0 0,0 0 1 0 0,1 1-1 0 0,-1-1 1 0 0,0 0-1 0 0,-1 1 1 0 0,1-1-1 0 0,0 1 0 0 0,-1 0 1 0 0,1 0-1 0 0,-1 0 1 0 0,0 0-1 0 0,1 0 0 0 0,-6-2 1 0 0,-2-1-3 0 0,1 1 1 0 0,0 1-1 0 0,-1 0 0 0 0,0 0 1 0 0,1 1-1 0 0,-1 0 1 0 0,0 1-1 0 0,0 0 1 0 0,0 1-1 0 0,-1 0 0 0 0,-18 2 1 0 0,19-1-211 0 0,1 1-1 0 0,0 0 1 0 0,-1 0-1 0 0,1 1 1 0 0,0 0 0 0 0,0 0-1 0 0,1 1 1 0 0,-1 1 0 0 0,1-1-1 0 0,0 1 1 0 0,0 1-1 0 0,-12 10 1 0 0,17-14-105 0 0,1 1 1 0 0,0-1-1 0 0,0 1 0 0 0,0 0 1 0 0,0 0-1 0 0,1 0 0 0 0,-1 0 1 0 0,1 0-1 0 0,0 0 0 0 0,-1 0 1 0 0,1 0-1 0 0,1 0 0 0 0,-2 7 1 0 0,2-9-262 0 0,0 1 0 0 0,0 0 1 0 0,0 0-1 0 0,0 0 1 0 0,0 0-1 0 0,1 0 1 0 0,-1 0-1 0 0,1 0 1 0 0,-1 0-1 0 0,1 0 1 0 0,0-1-1 0 0,0 1 1 0 0,0 0-1 0 0,0 0 1 0 0,2 2-1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6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57 2544 0 0,'-59'-50'13581'0'0,"58"50"-13515"0"0,1-1 0 0 0,0 1 1 0 0,-1-1-1 0 0,1 1 0 0 0,-1-1 0 0 0,1 1 1 0 0,-1 0-1 0 0,1-1 0 0 0,-1 1 0 0 0,1 0 1 0 0,-1-1-1 0 0,1 1 0 0 0,-1 0 0 0 0,0 0 1 0 0,1-1-1 0 0,-1 1 0 0 0,1 0 0 0 0,-1 0 1 0 0,0 0-1 0 0,1 0 0 0 0,-1 0 0 0 0,0 0 1 0 0,1 0-1 0 0,-1 0 0 0 0,1 0 0 0 0,-1 0 1 0 0,0 0-1 0 0,0 1 0 0 0,0 0-17 0 0,0-1-1 0 0,0 1 1 0 0,0 0-1 0 0,0 0 1 0 0,0 0-1 0 0,0 0 1 0 0,0 0-1 0 0,0 0 1 0 0,1 0-1 0 0,-1 0 1 0 0,0 1-1 0 0,0 1 1 0 0,-10 36 361 0 0,10-29-359 0 0,0 0-1 0 0,1-1 0 0 0,0 1 1 0 0,0 0-1 0 0,1 0 1 0 0,0 0-1 0 0,1-1 1 0 0,0 1-1 0 0,1-1 1 0 0,0 0-1 0 0,0 1 1 0 0,1-1-1 0 0,0-1 1 0 0,1 1-1 0 0,9 13 1 0 0,-10-16-39 0 0,0-1 0 0 0,0 1 0 0 0,1-1 0 0 0,0 0 0 0 0,0 0 0 0 0,0-1 0 0 0,1 1 0 0 0,-1-1 1 0 0,1 0-1 0 0,0-1 0 0 0,0 1 0 0 0,1-1 0 0 0,-1 0 0 0 0,1-1 0 0 0,-1 0 0 0 0,1 0 0 0 0,0 0 1 0 0,0-1-1 0 0,0 0 0 0 0,0 0 0 0 0,0-1 0 0 0,10 0 0 0 0,-12-1-20 0 0,1 0 0 0 0,-1 0 0 0 0,0 0-1 0 0,0-1 1 0 0,0 0 0 0 0,0 0 0 0 0,-1 0 0 0 0,1-1-1 0 0,-1 0 1 0 0,1 0 0 0 0,-1 0 0 0 0,0 0 0 0 0,0-1-1 0 0,0 1 1 0 0,0-1 0 0 0,-1 0 0 0 0,0 0 0 0 0,1 0 0 0 0,-1-1-1 0 0,-1 1 1 0 0,1-1 0 0 0,-1 0 0 0 0,3-5 0 0 0,3-13 119 0 0,0-1 0 0 0,-1 1 0 0 0,6-42 0 0 0,-8 36 435 0 0,-5 28-469 0 0,0 19 37 0 0,-27 299 4768 0 0,1-13-2021 0 0,3-16-1337 0 0,23-280-1401 0 0,-1 0-1 0 0,-1 0 0 0 0,1 0 0 0 0,-2 0 0 0 0,1 0 1 0 0,-1 0-1 0 0,0-1 0 0 0,0 1 0 0 0,-9 13 0 0 0,9-18-71 0 0,1 0 0 0 0,-1 0 0 0 0,0 0 0 0 0,0 0 0 0 0,0-1 0 0 0,0 1 0 0 0,0-1-1 0 0,-1 1 1 0 0,1-1 0 0 0,-1 0 0 0 0,1-1 0 0 0,-1 1 0 0 0,0-1 0 0 0,0 1 0 0 0,0-1 0 0 0,0 0 0 0 0,0 0-1 0 0,0-1 1 0 0,0 1 0 0 0,0-1 0 0 0,-7-1 0 0 0,-4 0-51 0 0,-1 0 0 0 0,1-2 0 0 0,0 0 0 0 0,0-1 0 0 0,0 0 0 0 0,-23-11 0 0 0,30 11 0 0 0,0 0 0 0 0,0 0 0 0 0,1-1 0 0 0,-1 0 0 0 0,1 0 0 0 0,0 0 0 0 0,1-1 0 0 0,0 0 0 0 0,0-1 0 0 0,0 1 0 0 0,0-1 0 0 0,1 0 0 0 0,-5-9 0 0 0,8 10-106 0 0,0 1 1 0 0,0-1-1 0 0,1 0 1 0 0,0 0-1 0 0,0 1 1 0 0,0-1-1 0 0,1 0 0 0 0,0 0 1 0 0,0 0-1 0 0,1 0 1 0 0,-1 1-1 0 0,1-1 1 0 0,0 0-1 0 0,1 0 0 0 0,0 1 1 0 0,-1-1-1 0 0,2 1 1 0 0,-1-1-1 0 0,4-5 0 0 0,6-10-664 0 0,0 1-1 0 0,2 0 0 0 0,19-23 0 0 0,-10 17-2014 0 0,33-29 0 0 0,1 5-4212 0 0,-46 40 4847 0 0,30-26-8301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6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51 119 320 0 0,'-23'-20'11612'0'0,"-1"-1"-2350"0"0,22 16-8183 0 0,0 0-300 0 0,13 1-520 0 0,163-19 815 0 0,2 0-6073 0 0,-143 14 697 0 0,-13 0-1428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6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16 64 0 0,'-22'-8'9410'0'0,"6"3"-4309"0"0,4 2-2518 0 0,-2 6-675 0 0,13 0-1601 0 0,-1 0 0 0 0,0 1 0 0 0,1-1 0 0 0,0 0 1 0 0,0 1-1 0 0,0-1 0 0 0,0 1 0 0 0,0-1 0 0 0,0 6 0 0 0,-2 41 1158 0 0,2-27-952 0 0,-13 134 831 0 0,-2 26-3033 0 0,16-156-778 0 0,2-11-1971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78 2340 0 0,'-20'-53'14912'0'0,"21"45"-13970"0"0,-1 8-912 0 0,1-1 0 0 0,-1 1 0 0 0,0-1 0 0 0,0 0 0 0 0,0 1 0 0 0,0-1 1 0 0,0 1-1 0 0,0-1 0 0 0,0 1 0 0 0,1-1 0 0 0,-1 1 0 0 0,0-1 0 0 0,1 1 1 0 0,-1 0-1 0 0,0-1 0 0 0,0 1 0 0 0,1-1 0 0 0,-1 1 0 0 0,1 0 0 0 0,-1-1 0 0 0,0 1 1 0 0,1 0-1 0 0,-1-1 0 0 0,1 1 0 0 0,-1 0 0 0 0,1 0 0 0 0,-1-1 0 0 0,1 1 1 0 0,-1 0-1 0 0,1 0 0 0 0,-1 0 0 0 0,1 0 0 0 0,-1 0 0 0 0,1-1 0 0 0,0 1 0 0 0,5-1 6 0 0,-1 0 0 0 0,1 0 0 0 0,0 1 0 0 0,-1-1-1 0 0,1 1 1 0 0,0 0 0 0 0,0 1 0 0 0,-1-1 0 0 0,1 1-1 0 0,-1 0 1 0 0,1 1 0 0 0,0-1 0 0 0,-1 1 0 0 0,0 0-1 0 0,0 0 1 0 0,1 1 0 0 0,-1 0 0 0 0,-1 0 0 0 0,1 0-1 0 0,0 0 1 0 0,-1 1 0 0 0,0 0 0 0 0,1 0 0 0 0,-1 0-1 0 0,-1 0 1 0 0,5 6 0 0 0,-3-4-20 0 0,-1 1 0 0 0,0-1 0 0 0,0 0 1 0 0,-1 1-1 0 0,1 0 0 0 0,-1 0 0 0 0,-1 0 0 0 0,0 0 0 0 0,0 1 0 0 0,0-1 1 0 0,-1 0-1 0 0,0 1 0 0 0,0-1 0 0 0,-1 1 0 0 0,0-1 0 0 0,0 1 0 0 0,-1 0 1 0 0,1-1-1 0 0,-5 14 0 0 0,-2-2 81 0 0,-1 0-1 0 0,-1-1 1 0 0,0 0 0 0 0,-2 0 0 0 0,0-1-1 0 0,-15 18 1 0 0,-86 84 2084 0 0,84-91-1379 0 0,5-5-194 0 0,7-8 549 0 0,-24 28 1 0 0,40-42-1147 0 0,0-1 0 0 0,0 0 0 0 0,0 0-1 0 0,0 1 1 0 0,0-1 0 0 0,0 0 0 0 0,0 0 0 0 0,0 1-1 0 0,0-1 1 0 0,0 0 0 0 0,0 0 0 0 0,0 1 0 0 0,0-1-1 0 0,0 0 1 0 0,0 0 0 0 0,0 1 0 0 0,0-1 0 0 0,0 0-1 0 0,0 0 1 0 0,0 1 0 0 0,0-1 0 0 0,0 0 0 0 0,0 0-1 0 0,0 0 1 0 0,1 1 0 0 0,-1-1 0 0 0,0 0 0 0 0,0 0 0 0 0,0 0-1 0 0,0 1 1 0 0,1-1 0 0 0,-1 0 0 0 0,0 0 0 0 0,0 0-1 0 0,0 0 1 0 0,1 1 0 0 0,-1-1 0 0 0,0 0 0 0 0,0 0-1 0 0,1 0 1 0 0,-1 0 0 0 0,0 0 0 0 0,0 0 0 0 0,1 0-1 0 0,-1 0 1 0 0,17 4 221 0 0,28-3-367 0 0,53-6-1 0 0,51-12-3841 0 0,-62 6-328 0 0,-31 5-2207 0 0,2-5-3899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7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52 1760 0 0,'-12'-5'2260'0'0,"-2"-1"2844"0"0,0 0-1 0 0,-25-17 1061 0 0,39 22-6118 0 0,0 1-1 0 0,0-1 1 0 0,0 1 0 0 0,0-1-1 0 0,1 1 1 0 0,-1 0-1 0 0,0-1 1 0 0,0 1-1 0 0,1-1 1 0 0,-1 1 0 0 0,0 0-1 0 0,1-1 1 0 0,-1 1-1 0 0,1 0 1 0 0,-1-1-1 0 0,0 1 1 0 0,1 0 0 0 0,-1-1-1 0 0,1 1 1 0 0,-1 0-1 0 0,1 0 1 0 0,66-4 577 0 0,132 12 0 0 0,-197-8-625 0 0,-1 0 1 0 0,1 0-1 0 0,-1 1 0 0 0,1-1 1 0 0,-1 0-1 0 0,1 0 0 0 0,-1 1 1 0 0,1-1-1 0 0,-1 1 0 0 0,0 0 1 0 0,1-1-1 0 0,-1 1 0 0 0,0 0 0 0 0,0-1 1 0 0,1 1-1 0 0,-1 0 0 0 0,0 0 1 0 0,1 2-1 0 0,-1-2 3 0 0,-1 0 0 0 0,1 0-1 0 0,-1 0 1 0 0,0 0 0 0 0,1 0 0 0 0,-1 0 0 0 0,0 0-1 0 0,0 0 1 0 0,0 0 0 0 0,0 0 0 0 0,1 0 0 0 0,-2 0-1 0 0,1 0 1 0 0,0 0 0 0 0,0 0 0 0 0,0 0 0 0 0,0 1-1 0 0,-1-1 1 0 0,1 1 0 0 0,-4 5-3 0 0,1 0 0 0 0,-1 0 0 0 0,-1 0 0 0 0,1 0 0 0 0,-7 7 0 0 0,5-7-38 0 0,-83 99 577 0 0,56-70 846 0 0,-39 56 0 0 0,71-91-1342 0 0,0 0 1 0 0,0 1-1 0 0,0-1 0 0 0,0 0 1 0 0,1 1-1 0 0,-1-1 0 0 0,0 1 1 0 0,1-1-1 0 0,-1 1 0 0 0,1-1 0 0 0,-1 1 1 0 0,1-1-1 0 0,0 1 0 0 0,0-1 1 0 0,0 1-1 0 0,0-1 0 0 0,0 1 1 0 0,0 0-1 0 0,0-1 0 0 0,0 1 1 0 0,1-1-1 0 0,0 3 0 0 0,0-3-7 0 0,0 1 0 0 0,0-1 0 0 0,0 1 0 0 0,0-1 0 0 0,1 0-1 0 0,-1 1 1 0 0,0-1 0 0 0,1 0 0 0 0,-1 0 0 0 0,1 0 0 0 0,0 0 0 0 0,-1 0 0 0 0,1-1 0 0 0,0 1-1 0 0,3 1 1 0 0,5 0-49 0 0,0 0 0 0 0,1 0 0 0 0,-1-1 0 0 0,1 0 0 0 0,13-1 0 0 0,3-2-1582 0 0,1-1 0 0 0,47-12 0 0 0,10-10-8252 0 0,-37 7-384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7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27 2924 0 0,'-3'-1'2520'0'0,"-48"-21"12773"0"0,50 21-14911 0 0,4 1-40 0 0,170-3 199 0 0,-134 5-4659 0 0,1 1-3872 0 0,-23-2 500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8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 1984 0 0,'-27'12'4484'0'0,"13"-6"-1027"0"0,0 1 0 0 0,1 0 0 0 0,-13 9 0 0 0,25-15-2970 0 0,18 5 555 0 0,13-3-901 0 0,0-2 0 0 0,40-3 0 0 0,66-11-4782 0 0,-110 10 2923 0 0,16-4-3578 0 0,1-2-2893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8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79 140 0 0,'29'-60'22154'0'0,"-29"59"-22071"0"0,0 0 1 0 0,0 1 0 0 0,0-1-1 0 0,0 0 1 0 0,-1 0 0 0 0,1 1-1 0 0,0-1 1 0 0,0 0-1 0 0,-1 0 1 0 0,1 1 0 0 0,0-1-1 0 0,-1 0 1 0 0,1 1-1 0 0,-1-1 1 0 0,1 0 0 0 0,-1 1-1 0 0,1-1 1 0 0,-1 1-1 0 0,1-1 1 0 0,-1 1 0 0 0,0-1-1 0 0,1 1 1 0 0,-1-1-1 0 0,0 1 1 0 0,1-1 0 0 0,-1 1-1 0 0,-1 0 1 0 0,-6-1 9 0 0,-1 1 0 0 0,1 0 1 0 0,0 0-1 0 0,-1 1 0 0 0,1 0 0 0 0,-1 1 1 0 0,1 0-1 0 0,0 0 0 0 0,0 1 0 0 0,0 0 1 0 0,0 0-1 0 0,-12 8 0 0 0,-2 1-31 0 0,1 2 0 0 0,0 0 0 0 0,-21 20 0 0 0,29-23-33 0 0,1 1 0 0 0,1 0-1 0 0,-18 23 1 0 0,26-31-29 0 0,1 0 1 0 0,-1 0-1 0 0,1 0 1 0 0,-1 0-1 0 0,1 0 0 0 0,0 1 1 0 0,1-1-1 0 0,-1 1 0 0 0,1-1 1 0 0,0 1-1 0 0,0 0 0 0 0,0-1 1 0 0,1 1-1 0 0,0 0 0 0 0,0 0 1 0 0,0 0-1 0 0,1 6 0 0 0,0-8 4 0 0,0-1-1 0 0,-1 0 0 0 0,2 0 1 0 0,-1 0-1 0 0,0 0 0 0 0,0 0 0 0 0,0 0 1 0 0,1-1-1 0 0,-1 1 0 0 0,1 0 1 0 0,0-1-1 0 0,-1 1 0 0 0,1-1 1 0 0,0 1-1 0 0,0-1 0 0 0,0 0 0 0 0,0 0 1 0 0,0 0-1 0 0,0 0 0 0 0,0 0 1 0 0,0 0-1 0 0,1-1 0 0 0,-1 1 1 0 0,0-1-1 0 0,0 1 0 0 0,1-1 0 0 0,-1 0 1 0 0,0 0-1 0 0,0 0 0 0 0,3-1 1 0 0,2 1 2 0 0,-1 0 1 0 0,0-1-1 0 0,0 0 0 0 0,0-1 1 0 0,-1 1-1 0 0,1-1 1 0 0,0 0-1 0 0,-1 0 1 0 0,1-1-1 0 0,6-4 1 0 0,16-14 465 0 0,-1-2 1 0 0,39-43 0 0 0,-32 32 1840 0 0,-34 33-2298 0 0,0 1-1 0 0,0 0 0 0 0,0-1 0 0 0,0 1 1 0 0,1 0-1 0 0,-1-1 0 0 0,0 1 0 0 0,0 0 0 0 0,1 0 1 0 0,-1-1-1 0 0,0 1 0 0 0,0 0 0 0 0,1 0 1 0 0,-1 0-1 0 0,0-1 0 0 0,0 1 0 0 0,1 0 0 0 0,-1 0 1 0 0,0 0-1 0 0,1 0 0 0 0,-1-1 0 0 0,0 1 1 0 0,1 0-1 0 0,-1 0 0 0 0,0 0 0 0 0,1 0 0 0 0,-1 0 1 0 0,0 0-1 0 0,1 0 0 0 0,-1 0 0 0 0,0 0 1 0 0,1 0-1 0 0,-1 0 0 0 0,0 0 0 0 0,1 0 1 0 0,-1 1-1 0 0,0-1 0 0 0,1 0 0 0 0,0 0 0 0 0,0 16 180 0 0,-10 23-113 0 0,9-38-61 0 0,-77 254 151 0 0,60-189-1376 0 0,-18 129 0 0 0,29-106-3777 0 0,7 1-4819 0 0,1-44-1758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29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89 127 1148 0 0,'-35'-16'5794'0'0,"26"12"-4339"0"0,0 0 0 0 0,1 0 0 0 0,0 0 0 0 0,-10-8 0 0 0,17 11-1145 0 0,13-13 288 0 0,18 4-501 0 0,0 2 0 0 0,1 1 0 0 0,0 2 0 0 0,45-3 0 0 0,-50 5-70 0 0,249-24 272 0 0,-274 27-290 0 0,1 0-1 0 0,-1 0 1 0 0,1 0-1 0 0,-1 0 1 0 0,0 0-1 0 0,1 1 1 0 0,-1-1 0 0 0,1 0-1 0 0,-1 1 1 0 0,0-1-1 0 0,1 1 1 0 0,-1 0-1 0 0,0-1 1 0 0,1 1-1 0 0,-1 0 1 0 0,0 0 0 0 0,0 0-1 0 0,0 0 1 0 0,0 0-1 0 0,0 0 1 0 0,0 0-1 0 0,0 0 1 0 0,0 0-1 0 0,0 0 1 0 0,0 0 0 0 0,-1 1-1 0 0,1-1 1 0 0,-1 0-1 0 0,1 1 1 0 0,-1-1-1 0 0,1 0 1 0 0,-1 1-1 0 0,1-1 1 0 0,-1 1-1 0 0,0-1 1 0 0,0 3 0 0 0,1 6 110 0 0,0 1 0 0 0,-1-1 0 0 0,-1 20 0 0 0,0-23-23 0 0,-22 194 1421 0 0,1-6-916 0 0,19-145-842 0 0,6 96 0 0 0,-2-139-275 0 0,3 27-1188 0 0,-3-32 1223 0 0,-1-1 0 0 0,0 1 0 0 0,1 0 0 0 0,0 0 0 0 0,-1-1 0 0 0,1 1 0 0 0,0 0 0 0 0,0-1 0 0 0,0 1 0 0 0,0-1 0 0 0,0 1 0 0 0,1-1 0 0 0,-1 0 0 0 0,0 1 0 0 0,2 0 0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0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86 720 0 0,'-1'-26'6073'0'0,"1"20"-4895"0"0,-1-1 0 0 0,1 1 0 0 0,0 0-1 0 0,1-1 1 0 0,-1 1 0 0 0,1-1 0 0 0,2-6-1 0 0,-2 12-937 0 0,17 9 253 0 0,-10 0-460 0 0,1 1 1 0 0,-2 0 0 0 0,1 1 0 0 0,-1-1 0 0 0,-1 1-1 0 0,0 1 1 0 0,0-1 0 0 0,-1 1 0 0 0,0 0 0 0 0,-1 0 0 0 0,-1 1-1 0 0,1-1 1 0 0,-2 1 0 0 0,0 0 0 0 0,1 15 0 0 0,-1-11 109 0 0,-2 0 0 0 0,0 0 0 0 0,-1 0 0 0 0,0 0 0 0 0,-2 0 0 0 0,0 0 0 0 0,0-1-1 0 0,-2 1 1 0 0,0-1 0 0 0,0 0 0 0 0,-9 15 0 0 0,11-23 108 0 0,-1-1-1 0 0,0 1 0 0 0,-1-1 0 0 0,0 0 0 0 0,0 0 0 0 0,0 0 0 0 0,-1-1 0 0 0,-10 9 0 0 0,13-13 118 0 0,-1-3-202 0 0,3 2-162 0 0,1 1 0 0 0,0-1-1 0 0,-1 0 1 0 0,1 0 0 0 0,0 0 0 0 0,0 0 0 0 0,-1 0 0 0 0,1 0 0 0 0,0-1-1 0 0,-1 1 1 0 0,1 0 0 0 0,0 0 0 0 0,0 0 0 0 0,-1 0 0 0 0,1 0-1 0 0,0 0 1 0 0,0 0 0 0 0,-1-1 0 0 0,1 1 0 0 0,0 0 0 0 0,0 0 0 0 0,-1 0-1 0 0,1 0 1 0 0,0-1 0 0 0,0 1 0 0 0,0 0 0 0 0,0 0 0 0 0,-1-1 0 0 0,1 1-1 0 0,0 0 1 0 0,0 0 0 0 0,0-1 0 0 0,0 1 0 0 0,0 0 0 0 0,0 0 0 0 0,-1-1-1 0 0,2-5 14 0 0,0 0 0 0 0,0-1 0 0 0,1 1 0 0 0,-1 0 0 0 0,1 0 0 0 0,1 1-1 0 0,-1-1 1 0 0,1 0 0 0 0,0 1 0 0 0,0-1 0 0 0,8-8 0 0 0,7-9-17 0 0,26-25 1 0 0,-29 32 19 0 0,90-85-8 0 0,-23 25-56 0 0,-67 65-68 0 0,-15 11 108 0 0,0 0-1 0 0,0 0 1 0 0,1 1 0 0 0,-1-1 0 0 0,0 0-1 0 0,0 0 1 0 0,0 1 0 0 0,0-1-1 0 0,0 0 1 0 0,1 0 0 0 0,-1 1-1 0 0,0-1 1 0 0,0 0 0 0 0,0 1 0 0 0,0-1-1 0 0,0 0 1 0 0,0 0 0 0 0,0 1-1 0 0,0-1 1 0 0,0 0 0 0 0,0 1-1 0 0,0-1 1 0 0,0 0 0 0 0,0 0-1 0 0,-1 1 1 0 0,1-1 0 0 0,0 0 0 0 0,0 0-1 0 0,0 1 1 0 0,0-1 0 0 0,0 0-1 0 0,-1 1 1 0 0,-15 37-159 0 0,13-32 180 0 0,-17 36-56 0 0,-17 51-1 0 0,33-80 39 0 0,0 1 0 0 0,1 0 1 0 0,0-1-1 0 0,1 1 1 0 0,1 0-1 0 0,0 0 0 0 0,1 1 1 0 0,2 18-1 0 0,-2-29 6 0 0,1 1-1 0 0,0-1 1 0 0,1 0 0 0 0,-1 1-1 0 0,1-1 1 0 0,-1 0-1 0 0,1 0 1 0 0,1 0 0 0 0,-1 0-1 0 0,0 0 1 0 0,1-1 0 0 0,0 1-1 0 0,6 5 1 0 0,-4-5-59 0 0,0 1 1 0 0,1-2-1 0 0,0 1 0 0 0,0 0 1 0 0,0-1-1 0 0,0 0 0 0 0,0-1 1 0 0,9 3-1 0 0,8 0-614 0 0,0 0-1 0 0,1-2 0 0 0,-1-1 1 0 0,28-1-1 0 0,0 0-3792 0 0,63-9-1 0 0,-53-1-2288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0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99 860 0 0,'-49'-14'7452'0'0,"29"7"-2578"0"0,-44-7 1397 0 0,120 6-5413 0 0,112-5-338 0 0,17-1-1347 0 0,-62 0-4019 0 0,-84 5-1811 0 0,-24 4 556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0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30 1600 0 0,'-19'-7'4468'0'0,"-16"-6"3845"0"0,14 4-4840 0 0,19 9-3393 0 0,1 0 1 0 0,0 1-1 0 0,0-1 1 0 0,0 0-1 0 0,0 1 1 0 0,0-1 0 0 0,0 1-1 0 0,-1-1 1 0 0,1 1-1 0 0,0 0 1 0 0,1-1-1 0 0,-1 1 1 0 0,0 0-1 0 0,0 0 1 0 0,0 0 0 0 0,0 0-1 0 0,1 0 1 0 0,-1 0-1 0 0,0 0 1 0 0,1 0-1 0 0,-1 0 1 0 0,0 0 0 0 0,1 0-1 0 0,0 0 1 0 0,-1 0-1 0 0,1 0 1 0 0,0 1-1 0 0,-1-1 1 0 0,1 0-1 0 0,0 0 1 0 0,0 2 0 0 0,-2 46 1436 0 0,2-39-1375 0 0,9 193 1758 0 0,-2-57-1423 0 0,-6-131-487 0 0,3 63-575 0 0,-3-69-244 0 0,1 0 1 0 0,0 0-1 0 0,0-1 1 0 0,0 1-1 0 0,1-1 1 0 0,6 13-1 0 0,-8-19 163 0 0,1 0 1 0 0,-1 0-1 0 0,0 0 0 0 0,1 0 1 0 0,-1-1-1 0 0,1 1 0 0 0,0 0 1 0 0,0-1-1 0 0,-1 1 0 0 0,1-1 1 0 0,4 2-1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1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122 129 2068 0 0,'14'-105'14787'0'0,"-13"104"-14722"0"0,-1 0 1 0 0,0 0-1 0 0,0 0 0 0 0,0 0 1 0 0,1 0-1 0 0,-1-1 1 0 0,1 1-1 0 0,-1 0 0 0 0,1 0 1 0 0,-1 0-1 0 0,1 1 0 0 0,-1-1 1 0 0,1 0-1 0 0,0 0 1 0 0,0 0-1 0 0,-1 0 0 0 0,1 0 1 0 0,0 1-1 0 0,0-1 0 0 0,0 0 1 0 0,0 1-1 0 0,0-1 1 0 0,0 1-1 0 0,0-1 0 0 0,0 1 1 0 0,0-1-1 0 0,0 1 0 0 0,0 0 1 0 0,0 0-1 0 0,0-1 1 0 0,0 1-1 0 0,0 0 0 0 0,1 0 1 0 0,0 0-1 0 0,1 0-25 0 0,1 1-1 0 0,-1-1 1 0 0,1 1-1 0 0,-1 0 0 0 0,1 0 1 0 0,-1 0-1 0 0,0 0 1 0 0,0 1-1 0 0,4 1 1 0 0,-2 0 0 0 0,0 0 0 0 0,0 0 0 0 0,0 1 0 0 0,-1 0 1 0 0,0 0-1 0 0,0 0 0 0 0,0 0 0 0 0,0 0 0 0 0,0 1 0 0 0,-1 0 1 0 0,0-1-1 0 0,0 1 0 0 0,0 1 0 0 0,-1-1 0 0 0,4 8 0 0 0,-4-5 108 0 0,0 0-1 0 0,-1 1 1 0 0,0-1-1 0 0,0 1 0 0 0,-1-1 1 0 0,0 1-1 0 0,0 0 1 0 0,-1-1-1 0 0,-2 14 0 0 0,-3-2 234 0 0,1 0-1 0 0,-2-1 0 0 0,-1 0 1 0 0,0 0-1 0 0,-1 0 0 0 0,-2-1 1 0 0,-22 31-1 0 0,-134 144 2100 0 0,154-175-2331 0 0,13-18-144 0 0,0 0 0 0 0,0 1-1 0 0,0-1 1 0 0,0 1 0 0 0,0-1-1 0 0,0 0 1 0 0,0 1 0 0 0,0-1-1 0 0,0 0 1 0 0,0 1 0 0 0,0-1-1 0 0,0 1 1 0 0,0-1 0 0 0,0 0-1 0 0,1 1 1 0 0,-1-1 0 0 0,0 0-1 0 0,0 1 1 0 0,0-1 0 0 0,1 0-1 0 0,-1 1 1 0 0,0-1 0 0 0,0 0-1 0 0,1 1 1 0 0,-1-1 0 0 0,0 0-1 0 0,0 0 1 0 0,1 1 0 0 0,2 0 9 0 0,0 0 0 0 0,0 0 0 0 0,0 0 0 0 0,0-1 0 0 0,1 1 0 0 0,-1-1 0 0 0,0 0 0 0 0,0 0 0 0 0,7 0 1 0 0,225-17-2106 0 0,-159 7-2776 0 0,80-20-1 0 0,-106 15-497 0 0,-3-2-2643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1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31 208 0 0,'-49'-29'12352'0'0,"48"28"-11661"0"0,-1 2-80 0 0,-1 1-419 0 0,1 0 0 0 0,-1 0 1 0 0,1 0-1 0 0,0 1 0 0 0,0-1 0 0 0,0 1 0 0 0,1-1 1 0 0,-1 1-1 0 0,0 0 0 0 0,1-1 0 0 0,0 1 0 0 0,-1 0 1 0 0,1 0-1 0 0,0 0 0 0 0,1 0 0 0 0,-1 0 1 0 0,1 0-1 0 0,-1 0 0 0 0,1 1 0 0 0,0 3 0 0 0,-1 8 295 0 0,1 0 0 0 0,1 1 0 0 0,2 15 0 0 0,0-15-333 0 0,0-1-1 0 0,0 1 0 0 0,2 0 0 0 0,0-1 0 0 0,1 0 0 0 0,0 0 0 0 0,1-1 0 0 0,1 0 0 0 0,15 22 0 0 0,-17-29-127 0 0,0 0 0 0 0,0 0 0 0 0,0-1 1 0 0,1 0-1 0 0,0 0 0 0 0,0 0 0 0 0,1-1 0 0 0,0-1 1 0 0,0 1-1 0 0,0-1 0 0 0,0 0 0 0 0,0-1 0 0 0,1 0 1 0 0,0 0-1 0 0,-1-1 0 0 0,1 0 0 0 0,0-1 0 0 0,16 1 1 0 0,-17-2-27 0 0,0 0 0 0 0,0-1 1 0 0,0 0-1 0 0,0 0 1 0 0,1-1-1 0 0,-2 0 0 0 0,1 0 1 0 0,0-1-1 0 0,0 0 0 0 0,-1 0 1 0 0,1-1-1 0 0,-1 0 0 0 0,0 0 1 0 0,-1-1-1 0 0,1 0 1 0 0,-1 0-1 0 0,0 0 0 0 0,0-1 1 0 0,0 0-1 0 0,6-9 0 0 0,-1-1 2 0 0,0 0-1 0 0,-2-1 0 0 0,0 0 1 0 0,0 0-1 0 0,-2-1 1 0 0,0 0-1 0 0,7-30 0 0 0,3-7 277 0 0,-17 53-254 0 0,-3 12 8 0 0,-47 222 3516 0 0,39-169-2869 0 0,-25 184 1827 0 0,22-129-1092 0 0,-54 209 0 0 0,66-319-1364 0 0,-1 0 1 0 0,0 0-1 0 0,-1 0 0 0 0,0 0 0 0 0,0-1 0 0 0,0 1 0 0 0,-1-1 0 0 0,0 0 0 0 0,0 0 1 0 0,-10 9-1 0 0,12-14-33 0 0,0 1 0 0 0,-1-1 0 0 0,1 0 0 0 0,-1 0 0 0 0,1 0 0 0 0,-1 0 0 0 0,0 0 0 0 0,0-1 0 0 0,0 0 1 0 0,1 1-1 0 0,-1-2 0 0 0,-1 1 0 0 0,1 0 0 0 0,0-1 0 0 0,0 0 0 0 0,0 0 0 0 0,0 0 0 0 0,0 0 0 0 0,0-1 1 0 0,0 1-1 0 0,0-1 0 0 0,0 0 0 0 0,0 0 0 0 0,-4-3 0 0 0,3 3-16 0 0,0-1-1 0 0,0 0 1 0 0,1 0 0 0 0,-1-1-1 0 0,1 0 1 0 0,-1 1-1 0 0,1-2 1 0 0,0 1 0 0 0,0 0-1 0 0,1-1 1 0 0,-1 1 0 0 0,1-1-1 0 0,0 0 1 0 0,-1 0-1 0 0,2-1 1 0 0,-1 1 0 0 0,0-1-1 0 0,-3-9 1 0 0,4 8-5 0 0,1-1-1 0 0,0 0 1 0 0,0 0 0 0 0,0 0 0 0 0,1 0-1 0 0,0 0 1 0 0,0 0 0 0 0,0 0-1 0 0,1 0 1 0 0,1 0 0 0 0,-1 0 0 0 0,1 0-1 0 0,4-10 1 0 0,5-11-726 0 0,2 1-1 0 0,1 0 1 0 0,1 1 0 0 0,1 1-1 0 0,2 1 1 0 0,0 0 0 0 0,26-25 0 0 0,58-48-5286 0 0,7 13-4233 0 0,-63 52 2041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2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94 288 0 0,'-3'-1'3230'0'0,"-44"-18"11328"0"0,60 16-13198 0 0,44 0-830 0 0,95-9 98 0 0,-124 8-2272 0 0,0-1 1 0 0,0-1-1 0 0,35-13 0 0 0,-39 7-2981 0 0,-5 2-2365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2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 2788 0 0,'-3'-1'695'0'0,"-1"0"-1"0"0,1 1 0 0 0,0 0 1 0 0,0-1-1 0 0,0 1 0 0 0,0 1 1 0 0,0-1-1 0 0,-1 0 0 0 0,1 1 1 0 0,0-1-1 0 0,0 1 0 0 0,-5 2 1 0 0,6-2-427 0 0,0 0 1 0 0,1 1-1 0 0,-1-1 1 0 0,1 1-1 0 0,-1-1 1 0 0,1 1-1 0 0,0-1 0 0 0,0 1 1 0 0,0 0-1 0 0,-1-1 1 0 0,2 1-1 0 0,-1 0 1 0 0,0 0-1 0 0,0 0 1 0 0,0 0-1 0 0,1 0 0 0 0,-1 0 1 0 0,1 0-1 0 0,0 0 1 0 0,0 4-1 0 0,-13 179 5882 0 0,3-24-4968 0 0,9-149-1284 0 0,-4 67-538 0 0,5-73-201 0 0,0 0 0 0 0,0 1 0 0 0,1-1 0 0 0,0 0 0 0 0,0 0 0 0 0,1 0 0 0 0,0 1 0 0 0,0-2 0 0 0,5 11-1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2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50 136 392 0 0,'18'-116'20330'0'0,"-14"97"-16477"0"0,-2 31-3092 0 0,-1 0 0 0 0,0 1 0 0 0,-1-1-1 0 0,0 0 1 0 0,-3 16 0 0 0,1-3-271 0 0,-6 44 417 0 0,-20 85-1 0 0,9-58-2319 0 0,5 0-4613 0 0,12-70 1653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2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67 2176 0 0,'3'-32'7794'0'0,"0"8"-2181"0"0,-4 19-3763 0 0,-1 7-1047 0 0,-7 23-97 0 0,1 1 1 0 0,2-1-1 0 0,0 1 0 0 0,-4 51 1 0 0,9-64-574 0 0,-1-1-45 0 0,1 1 0 0 0,1-1 0 0 0,0 0 0 0 0,0 1 0 0 0,1-1 0 0 0,1 0 0 0 0,0 0 0 0 0,4 13 0 0 0,-4-20-60 0 0,0 0 0 0 0,0 0 1 0 0,0 0-1 0 0,1-1 1 0 0,0 0-1 0 0,0 1 1 0 0,0-1-1 0 0,0 0 1 0 0,0 0-1 0 0,1-1 1 0 0,0 1-1 0 0,0-1 1 0 0,0 1-1 0 0,0-1 1 0 0,0-1-1 0 0,1 1 0 0 0,-1-1 1 0 0,1 1-1 0 0,0-1 1 0 0,-1 0-1 0 0,10 2 1 0 0,-8-3-4 0 0,0 0-1 0 0,0 0 1 0 0,0 0 0 0 0,1-1-1 0 0,-1 0 1 0 0,0 0 0 0 0,0 0 0 0 0,0-1-1 0 0,1 0 1 0 0,-1 0 0 0 0,0-1 0 0 0,0 1-1 0 0,-1-1 1 0 0,1-1 0 0 0,9-4 0 0 0,-7 3-12 0 0,-1-1 1 0 0,0-1 0 0 0,1 1-1 0 0,-2-1 1 0 0,1 0 0 0 0,-1-1-1 0 0,0 0 1 0 0,0 0 0 0 0,-1 0-1 0 0,6-10 1 0 0,-5 7-11 0 0,-1 1 1 0 0,-1-1 0 0 0,0 0-1 0 0,0-1 1 0 0,-1 1-1 0 0,0 0 1 0 0,-1-1 0 0 0,2-16-1 0 0,-4 19 1 0 0,0 1-1 0 0,0-1 0 0 0,0 0 0 0 0,-1 1 1 0 0,0-1-1 0 0,-1 1 0 0 0,1-1 0 0 0,-1 1 1 0 0,-1 0-1 0 0,0 0 0 0 0,0 0 0 0 0,-5-9 1 0 0,3 8 0 0 0,-1 1 1 0 0,0 0 0 0 0,-1 0 0 0 0,0 0 0 0 0,0 1 0 0 0,0 0 0 0 0,-1 0 0 0 0,0 1-1 0 0,0 0 1 0 0,0 1 0 0 0,-1-1 0 0 0,1 2 0 0 0,-11-4 0 0 0,9 3-92 0 0,0 1-1 0 0,0 0 1 0 0,-1 1 0 0 0,1 1-1 0 0,0-1 1 0 0,-1 2 0 0 0,1-1-1 0 0,-1 1 1 0 0,1 1 0 0 0,-1 0-1 0 0,-17 4 1 0 0,24-4-224 0 0,0 1 0 0 0,0-1-1 0 0,1 1 1 0 0,-1 0 0 0 0,1 0 0 0 0,-1 0 0 0 0,1 0-1 0 0,-5 5 1 0 0,7-7 104 0 0,0 1 0 0 0,1 0-1 0 0,-1-1 1 0 0,1 1 0 0 0,-1 0-1 0 0,1 0 1 0 0,-1-1 0 0 0,1 1-1 0 0,0 0 1 0 0,-1 0 0 0 0,1 0-1 0 0,0-1 1 0 0,-1 1 0 0 0,1 0-1 0 0,0 0 1 0 0,0 0 0 0 0,0 0-1 0 0,0 1 1 0 0,0-1-174 0 0,0 0 1 0 0,1 0-1 0 0,-1 0 1 0 0,1 0-1 0 0,-1 0 1 0 0,1 0-1 0 0,-1 0 1 0 0,1 0-1 0 0,0 0 1 0 0,-1 0-1 0 0,8 5-2663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3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75 111 492 0 0,'-19'-18'5455'0'0,"-35"-39"8724"0"0,53 55-13796 0 0,1-1 43 0 0,0 3-416 0 0,0-1-1 0 0,0 1 1 0 0,0 0 0 0 0,0 0-1 0 0,0-1 1 0 0,0 1 0 0 0,0 0-1 0 0,0-1 1 0 0,0 1-1 0 0,0 0 1 0 0,0-1 0 0 0,0 1-1 0 0,0 0 1 0 0,0-1 0 0 0,0 1-1 0 0,1 0 1 0 0,-1 0 0 0 0,0-1-1 0 0,0 1 1 0 0,0 0 0 0 0,0-1-1 0 0,1 1 1 0 0,-1 0 0 0 0,0 0-1 0 0,0-1 1 0 0,0 1 0 0 0,1 0-1 0 0,-1 0 1 0 0,0 0 0 0 0,0-1-1 0 0,1 1 1 0 0,-1 0 0 0 0,1 0-1 0 0,17-5 138 0 0,1 0 0 0 0,-1 2-1 0 0,33-3 1 0 0,60 4-13 0 0,-103 2-124 0 0,1 0-12 0 0,1 0 1 0 0,0 0-1 0 0,-1 1 1 0 0,1 1-1 0 0,-1-1 0 0 0,1 2 1 0 0,-1-1-1 0 0,0 1 1 0 0,12 6-1 0 0,-20-9 5 0 0,1 1-1 0 0,-1 0 1 0 0,0 0-1 0 0,0 0 1 0 0,0 1 0 0 0,0-1-1 0 0,0 0 1 0 0,0 0 0 0 0,0 1-1 0 0,0-1 1 0 0,0 0-1 0 0,0 1 1 0 0,-1-1 0 0 0,1 1-1 0 0,-1-1 1 0 0,1 1-1 0 0,-1-1 1 0 0,1 1 0 0 0,-1 2-1 0 0,0 0 6 0 0,0 0-1 0 0,0 0 0 0 0,0 0 1 0 0,-1-1-1 0 0,0 1 0 0 0,1 0 1 0 0,-4 7-1 0 0,-2 2 4 0 0,0 0 1 0 0,0-1-1 0 0,-13 17 0 0 0,-94 120 67 0 0,57-79 23 0 0,51-64-51 0 0,4-4-9 0 0,-1-1 1 0 0,1 0 0 0 0,0 0 0 0 0,0 1 0 0 0,0-1 0 0 0,1 0 0 0 0,-1 1 0 0 0,0-1-1 0 0,0 1 1 0 0,1-1 0 0 0,-1 1 0 0 0,1 0 0 0 0,0-1 0 0 0,-1 1 0 0 0,1-1-1 0 0,0 1 1 0 0,0 2 0 0 0,1-3-6 0 0,0 0 1 0 0,0 0-1 0 0,0 0 0 0 0,0 0 0 0 0,0 0 1 0 0,0 0-1 0 0,0-1 0 0 0,1 1 0 0 0,-1-1 1 0 0,0 1-1 0 0,1-1 0 0 0,-1 1 0 0 0,0-1 0 0 0,1 0 1 0 0,-1 1-1 0 0,3-1 0 0 0,15 2 95 0 0,1-2 0 0 0,-1 0 0 0 0,1-1 0 0 0,31-5 0 0 0,78-24-1073 0 0,-80 17 133 0 0,152-39-4277 0 0,-64 15-2772 0 0,-66 17 570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3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37 3224 0 0,'-3'-1'2409'0'0,"-4"-1"-812"0"0,0 0 814 0 0,0 0 0 0 0,-1 0 0 0 0,1 0 1 0 0,-9 0-1 0 0,27-3-1542 0 0,161-11-553 0 0,-114 14-3955 0 0,-2 1-5024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3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1028 0 0,'-34'16'7068'0'0,"-46"28"-1"0"0,65-31-4810 0 0,15-13-2224 0 0,0 0-1 0 0,0 0 1 0 0,0 1 0 0 0,0-1 0 0 0,0 0-1 0 0,0 0 1 0 0,0 1 0 0 0,0-1-1 0 0,0 0 1 0 0,0 0 0 0 0,0 0-1 0 0,0 1 1 0 0,0-1 0 0 0,1 0-1 0 0,-1 0 1 0 0,0 0 0 0 0,0 1-1 0 0,0-1 1 0 0,0 0 0 0 0,0 0-1 0 0,0 0 1 0 0,0 1 0 0 0,1-1 0 0 0,-1 0-1 0 0,0 0 1 0 0,0 0 0 0 0,0 0-1 0 0,0 1 1 0 0,1-1 0 0 0,-1 0-1 0 0,0 0 1 0 0,0 0 0 0 0,0 0-1 0 0,1 0 1 0 0,-1 0 0 0 0,0 0-1 0 0,0 0 1 0 0,0 0 0 0 0,1 0-1 0 0,33 3 645 0 0,-32-3-688 0 0,38-1-632 0 0,0-3 0 0 0,0-1 0 0 0,42-11 0 0 0,49-18-7123 0 0,-74 17 1115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4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18 556 0 0,'2'-17'13660'0'0,"-3"17"-13569"0"0,-13 4 1605 0 0,-18 15-479 0 0,13-4-788 0 0,0 0 1 0 0,2 1-1 0 0,-1 0 0 0 0,2 2 0 0 0,-18 23 0 0 0,34-40-361 0 0,-1 0 0 0 0,0 0 0 0 0,1 1 0 0 0,-1-1 0 0 0,1 0 0 0 0,0 0 0 0 0,-1 0 0 0 0,1 1 0 0 0,0-1 0 0 0,0 0 0 0 0,-1 1 0 0 0,1-1 0 0 0,0 0 0 0 0,0 1 0 0 0,1-1 1 0 0,-1 0-1 0 0,0 0 0 0 0,0 1 0 0 0,1-1 0 0 0,-1 0 0 0 0,0 1 0 0 0,1-1 0 0 0,-1 0 0 0 0,1 0 0 0 0,0 0 0 0 0,-1 0 0 0 0,1 0 0 0 0,0 0 0 0 0,0 0 0 0 0,0 0 0 0 0,0 0 0 0 0,0 0 0 0 0,2 2 0 0 0,1 1 192 0 0,1-1 0 0 0,0 1 0 0 0,0-1 1 0 0,0 0-1 0 0,9 4 0 0 0,43 15 1039 0 0,-36-15-1121 0 0,0 1 1 0 0,-1 1-1 0 0,-1 1 0 0 0,26 16 0 0 0,-42-24-137 0 0,0 0-1 0 0,-1-1 1 0 0,1 1 0 0 0,-1 0 0 0 0,0 1-1 0 0,1-1 1 0 0,-1 0 0 0 0,0 1-1 0 0,-1-1 1 0 0,1 1 0 0 0,0-1 0 0 0,-1 1-1 0 0,1 0 1 0 0,-1 0 0 0 0,0 0-1 0 0,0 0 1 0 0,0 0 0 0 0,0 0 0 0 0,0 0-1 0 0,-1 0 1 0 0,0 0 0 0 0,1 0-1 0 0,-1 0 1 0 0,0 1 0 0 0,0-1 0 0 0,-1 0-1 0 0,1 0 1 0 0,-1 0 0 0 0,0 0-1 0 0,1 0 1 0 0,-1 0 0 0 0,0 0 0 0 0,-1 0-1 0 0,1 0 1 0 0,-1-1 0 0 0,-2 6-1 0 0,-3 0 100 0 0,1 1 0 0 0,-1-1 0 0 0,0-1 0 0 0,-1 1-1 0 0,0-1 1 0 0,0-1 0 0 0,-1 1 0 0 0,0-1 0 0 0,-12 6-1 0 0,2-3 4 0 0,-1 0-1 0 0,0-1 1 0 0,-37 9-1 0 0,47-14-215 0 0,-1-1-1 0 0,0-1 0 0 0,0 0 0 0 0,0 0 0 0 0,0-1 1 0 0,0 0-1 0 0,-1-1 0 0 0,1 0 0 0 0,-11-3 0 0 0,18 3-235 0 0,1 0 0 0 0,0 0 0 0 0,0-1 0 0 0,0 1 0 0 0,0-1 0 0 0,0 1 0 0 0,0-1 0 0 0,1 0 0 0 0,-1 0 0 0 0,1 0 0 0 0,-1 0 0 0 0,1-1 0 0 0,0 1 0 0 0,-1-1 0 0 0,1 1-1 0 0,1-1 1 0 0,-1 0 0 0 0,0 1 0 0 0,1-1 0 0 0,-1 0 0 0 0,-1-5 0 0 0,2 2-814 0 0,-1 0 1 0 0,1 0-1 0 0,1 0 0 0 0,-1 0 0 0 0,1 0 0 0 0,0 0 1 0 0,0 0-1 0 0,0 0 0 0 0,1 0 0 0 0,3-11 1 0 0,3-10-5920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4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1 174 120 0 0,'2'-36'17716'0'0,"-1"28"-15075"0"0,2-3 1766 0 0,14 4-4017 0 0,0 1 0 0 0,1 0 1 0 0,-1 1-1 0 0,1 1 0 0 0,0 0 1 0 0,34-1-1 0 0,-4-1-131 0 0,436-62-635 0 0,-449 60-4721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4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7805 0 0,'0'0'5164'0'0,"10"13"-6488"0"0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7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49 1784 0 0,'-9'-27'8714'0'0,"9"25"-8138"0"0,0 0 0 0 0,0 0-1 0 0,0 0 1 0 0,-1 1 0 0 0,1-1-1 0 0,0 0 1 0 0,-1 0 0 0 0,1 0-1 0 0,-2-2 1 0 0,-2 5 1136 0 0,-1 13-1611 0 0,-14 140 262 0 0,16-114-372 0 0,0-9-1265 0 0,3 38 0 0 0,8-4-6767 0 0,-4-50 2612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7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92 520 0 0,'10'-59'13885'0'0,"-6"26"-8466"0"0,-3 35-5370 0 0,0-1 0 0 0,0 1 0 0 0,-1-1 0 0 0,1 1 0 0 0,-1 0 0 0 0,1-1 0 0 0,-1 1 0 0 0,0 0-1 0 0,1-1 1 0 0,-1 1 0 0 0,0 0 0 0 0,0 0 0 0 0,0-1 0 0 0,-1 3 0 0 0,1-3-46 0 0,-9 160 862 0 0,1-57-1673 0 0,10-67-1816 0 0,2-14-2951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7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60 556 0 0,'17'-35'14865'0'0,"-15"29"-12185"0"0,2-12 0 0 0,-7 67-307 0 0,-1 0 0 0 0,-12 50 0 0 0,0-2-5197 0 0,10-49-2362 0 0,4 1-3348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8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81 3332 0 0,'-31'-74'15857'0'0,"30"72"-15344"0"0,2 2-424 0 0,0-1-1 0 0,0 1 0 0 0,0-1 1 0 0,-1 1-1 0 0,1-1 0 0 0,0 1 0 0 0,0 0 1 0 0,0-1-1 0 0,0 1 0 0 0,0 0 1 0 0,0 0-1 0 0,0 0 0 0 0,0 0 0 0 0,0 0 1 0 0,0 0-1 0 0,0 0 0 0 0,0 0 0 0 0,0 0 1 0 0,0 0-1 0 0,0 0 0 0 0,0 1 1 0 0,0-1-1 0 0,0 0 0 0 0,0 1 0 0 0,0-1 1 0 0,0 1-1 0 0,0-1 0 0 0,0 2 1 0 0,31 14 798 0 0,-5 2-399 0 0,-2 1 0 0 0,0 1 0 0 0,-1 1 0 0 0,-1 1 0 0 0,23 28 0 0 0,-11-6-35 0 0,-2 0 0 0 0,29 55 0 0 0,-43-65-392 0 0,-1 0 1 0 0,-2 1 0 0 0,-2 1-1 0 0,-1 0 1 0 0,-2 1 0 0 0,-1 0 0 0 0,-2 1-1 0 0,-2 0 1 0 0,-1 0 0 0 0,-2 0-1 0 0,-2 1 1 0 0,-1-1 0 0 0,-2 1 0 0 0,-2-1-1 0 0,-1 0 1 0 0,-2 0 0 0 0,-2-1 0 0 0,-14 39-1 0 0,9-37-612 0 0,-2 0 1 0 0,-2-2-1 0 0,-33 55 0 0 0,36-70-1055 0 0,-1 0-1 0 0,-24 24 1 0 0,26-31-982 0 0,-1-2 0 0 0,0 0 1 0 0,-29 18-1 0 0,2-7-6244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8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20 146 1308 0 0,'-4'-13'4158'0'0,"0"5"-2835"0"0,2-1 0 0 0,-1 1 0 0 0,1 0 0 0 0,0-1-1 0 0,0-12 1 0 0,2 19-1275 0 0,0-1-1 0 0,0 1 1 0 0,0-1 0 0 0,1 1-1 0 0,-1 0 1 0 0,1-1-1 0 0,0 1 1 0 0,-1-1 0 0 0,1 1-1 0 0,0 0 1 0 0,1 0 0 0 0,-1-1-1 0 0,0 1 1 0 0,0 0-1 0 0,1 0 1 0 0,0 0 0 0 0,-1 0-1 0 0,1 1 1 0 0,0-1 0 0 0,0 0-1 0 0,0 1 1 0 0,0-1-1 0 0,4-1 1 0 0,-1 0-30 0 0,0 0 0 0 0,0 1 0 0 0,1 0 0 0 0,-1 0 0 0 0,0 1 0 0 0,1 0 0 0 0,0-1 0 0 0,-1 2 0 0 0,1-1 0 0 0,-1 1 0 0 0,1 0 0 0 0,0 0 0 0 0,-1 0 0 0 0,1 1-1 0 0,0 0 1 0 0,-1 0 0 0 0,1 0 0 0 0,6 3 0 0 0,-8-2 2 0 0,1 0 0 0 0,-2 0 0 0 0,1 0 0 0 0,0 0 0 0 0,0 1 0 0 0,-1-1 0 0 0,1 1 0 0 0,-1 0-1 0 0,0 0 1 0 0,0 0 0 0 0,0 1 0 0 0,0-1 0 0 0,0 1 0 0 0,-1-1 0 0 0,0 1 0 0 0,1 0 0 0 0,-1 0-1 0 0,-1 0 1 0 0,1 0 0 0 0,-1 0 0 0 0,1 1 0 0 0,-1-1 0 0 0,-1 0 0 0 0,2 6 0 0 0,-2 0 169 0 0,0 1 0 0 0,0 0 0 0 0,-1-1 0 0 0,-1 1 0 0 0,0-1 0 0 0,0 0 0 0 0,-1 1 0 0 0,0-1 1 0 0,-1 0-1 0 0,0 0 0 0 0,-7 11 0 0 0,-8 12 964 0 0,-43 54 0 0 0,21-31-208 0 0,20-29-546 0 0,15-19-282 0 0,-1 0-1 0 0,2 0 1 0 0,-9 14 0 0 0,14-22-112 0 0,0 1-1 0 0,0-1 1 0 0,0 0 0 0 0,0 1 0 0 0,0-1 0 0 0,0 1 0 0 0,-1-1 0 0 0,1 0-1 0 0,0 1 1 0 0,0-1 0 0 0,0 1 0 0 0,1-1 0 0 0,-1 1 0 0 0,0-1 0 0 0,0 0-1 0 0,0 1 1 0 0,0-1 0 0 0,0 1 0 0 0,0-1 0 0 0,1 0 0 0 0,-1 1 0 0 0,0-1-1 0 0,0 1 1 0 0,1-1 0 0 0,-1 0 0 0 0,0 1 0 0 0,0-1 0 0 0,1 0 0 0 0,-1 0 0 0 0,0 1-1 0 0,1-1 1 0 0,-1 0 0 0 0,0 0 0 0 0,1 1 0 0 0,-1-1 0 0 0,1 0 0 0 0,-1 0-1 0 0,0 0 1 0 0,1 0 0 0 0,-1 1 0 0 0,1-1 0 0 0,-1 0 0 0 0,0 0 0 0 0,1 0-1 0 0,20 2 63 0 0,-20-2-58 0 0,38-3-64 0 0,0-1-1 0 0,65-15 0 0 0,-39 6-882 0 0,-59 12 726 0 0,107-20-3707 0 0,-40 3-3413 0 0,-43 10 239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86 2676 0 0,'-45'-50'12923'0'0,"44"49"-12769"0"0,0 0 1 0 0,0 0 0 0 0,0 1-1 0 0,0-1 1 0 0,0 0 0 0 0,0 0-1 0 0,1 0 1 0 0,-1 0 0 0 0,0 0-1 0 0,1-1 1 0 0,-1 1-1 0 0,1 0 1 0 0,-1 0 0 0 0,0-2-1 0 0,1 2-108 0 0,0 1-1 0 0,0-1 0 0 0,0 1 1 0 0,0-1-1 0 0,0 1 0 0 0,0-1 0 0 0,0 1 1 0 0,1-1-1 0 0,-1 1 0 0 0,0-1 1 0 0,0 1-1 0 0,0-1 0 0 0,1 1 0 0 0,-1-1 1 0 0,0 1-1 0 0,1 0 0 0 0,-1-1 1 0 0,0 1-1 0 0,1-1 0 0 0,-1 1 1 0 0,0 0-1 0 0,1-1 0 0 0,0 1 0 0 0,1-1-7 0 0,0 0 0 0 0,0 0 0 0 0,0 0-1 0 0,0 0 1 0 0,0 0 0 0 0,0 1 0 0 0,1-1-1 0 0,-1 1 1 0 0,0 0 0 0 0,0 0 0 0 0,5 0-1 0 0,1 1-16 0 0,-1 0-1 0 0,1 0 0 0 0,0 1 0 0 0,-1 0 0 0 0,0 1 0 0 0,1 0 0 0 0,-1 0 0 0 0,0 0 0 0 0,0 1 1 0 0,-1 0-1 0 0,1 0 0 0 0,-1 1 0 0 0,0 0 0 0 0,0 0 0 0 0,0 0 0 0 0,-1 1 0 0 0,0 0 0 0 0,0 0 0 0 0,0 0 1 0 0,7 13-1 0 0,-8-11 30 0 0,0 1 0 0 0,-1-1 0 0 0,0 1 0 0 0,0 0 1 0 0,-1 0-1 0 0,0 0 0 0 0,0 0 0 0 0,-1 0 0 0 0,0 1 0 0 0,-1-1 1 0 0,0 0-1 0 0,-1 0 0 0 0,0 1 0 0 0,0-1 0 0 0,-1 0 1 0 0,0 0-1 0 0,-3 9 0 0 0,-4 5 756 0 0,0 0 1 0 0,-17 28-1 0 0,25-50-235 0 0,16-25-415 0 0,10-6-135 0 0,2 1 0 0 0,47-40 0 0 0,68-42-137 0 0,-123 97 103 0 0,6-7-12 0 0,-17 14-29 0 0,-23 23 7 0 0,-6 6 39 0 0,-32 41 1 0 0,45-51-1 0 0,0 0 1 0 0,1 1-1 0 0,0 0 1 0 0,1 0 0 0 0,-8 22-1 0 0,13-30 14 0 0,-1 0 0 0 0,1 1 1 0 0,0-1-1 0 0,1 1 0 0 0,-1-1 0 0 0,1 1 0 0 0,0-1 0 0 0,1 1 0 0 0,1 9 1 0 0,-2-12-4 0 0,1 0-1 0 0,0-1 1 0 0,0 1 0 0 0,0-1 0 0 0,0 1 0 0 0,1-1 0 0 0,-1 0 0 0 0,1 1 0 0 0,-1-1 0 0 0,1 0 0 0 0,0 0 0 0 0,0 0 0 0 0,0 0 0 0 0,0-1 0 0 0,0 1 0 0 0,0 0-1 0 0,0-1 1 0 0,0 1 0 0 0,1-1 0 0 0,-1 0 0 0 0,4 2 0 0 0,9 1-205 0 0,-1 0 0 0 0,0-1 1 0 0,1-1-1 0 0,0 0 0 0 0,-1-1 0 0 0,20 0 0 0 0,90-12-3279 0 0,-106 9 2885 0 0,99-15-7254 0 0,-54 4-210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9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53 2724 0 0,'-148'0'19475'0'0,"215"-3"-17814"0"0,86-16 0 0 0,3 0-2417 0 0,-95 13-2046 0 0,-24 0-5870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39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36 636 0 0,'-50'-29'20973'0'0,"41"26"-18072"0"0,-1-1-98 0 0,9 4-2749 0 0,1 1 1 0 0,0-1-1 0 0,-1 0 0 0 0,1 0 0 0 0,0 0 0 0 0,-1 1 1 0 0,1-1-1 0 0,0 0 0 0 0,0 0 0 0 0,-1 1 1 0 0,1-1-1 0 0,0 0 0 0 0,0 0 0 0 0,-1 1 0 0 0,1-1 1 0 0,0 0-1 0 0,0 1 0 0 0,0-1 0 0 0,0 0 1 0 0,0 1-1 0 0,-1-1 0 0 0,1 1 0 0 0,0-1 0 0 0,0 0 1 0 0,0 1-1 0 0,0-1 0 0 0,0 0 0 0 0,0 1 1 0 0,0-1-1 0 0,0 0 0 0 0,0 1 0 0 0,0-1 0 0 0,1 1 1 0 0,0 101 817 0 0,-7 182 1866 0 0,1-238-2950 0 0,-3 44-1378 0 0,11-78-2519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0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95 2980 0 0,'66'-67'20336'0'0,"-61"60"-17276"0"0,8-14-1 0 0,-30 27-1894 0 0,8-1-929 0 0,1 1-1 0 0,0-1 1 0 0,0 1 0 0 0,1 1-1 0 0,-9 9 1 0 0,-2 1 55 0 0,-33 32-199 0 0,2 3 1 0 0,2 1-1 0 0,3 3 1 0 0,-58 93-1 0 0,99-144-92 0 0,-13 23 0 0 0,-19 41 0 0 0,32-62 0 0 0,0 0 0 0 0,0 1 0 0 0,1-1 0 0 0,0 1 0 0 0,0 0 0 0 0,1 0 0 0 0,0 0 0 0 0,0 0 0 0 0,1 0 0 0 0,0-1 0 0 0,2 13 0 0 0,-1-17 0 0 0,-1 0 0 0 0,1 0 0 0 0,0 0 0 0 0,1-1 0 0 0,-1 1 0 0 0,0 0 0 0 0,1 0 0 0 0,-1-1 0 0 0,1 1 0 0 0,0-1 0 0 0,0 1 0 0 0,0-1 0 0 0,0 0 0 0 0,0 0 0 0 0,5 4 0 0 0,-3-4 0 0 0,1 1 0 0 0,-1-1 0 0 0,1 0 0 0 0,0 0 0 0 0,-1 0 0 0 0,1-1 0 0 0,0 0 0 0 0,10 2 0 0 0,0-2 0 0 0,0-1 0 0 0,0 0 0 0 0,0-1 0 0 0,0-1 0 0 0,22-4 0 0 0,-21 2 0 0 0,-1 0 0 0 0,0-1 0 0 0,-1-1 0 0 0,1 0 0 0 0,18-11 0 0 0,-28 14 0 0 0,0 0 0 0 0,0-1 0 0 0,0 1 0 0 0,0-1 0 0 0,0 0 0 0 0,-1-1 0 0 0,1 1 0 0 0,-1-1 0 0 0,0 0 0 0 0,-1 0 0 0 0,1 0 0 0 0,-1 0 0 0 0,0-1 0 0 0,-1 1 0 0 0,1-1 0 0 0,2-9 0 0 0,-5 12 0 0 0,1 0 0 0 0,-1 0 0 0 0,0 0 0 0 0,-1 0 0 0 0,1 0 0 0 0,-1 0 0 0 0,1 0 0 0 0,-1 0 0 0 0,0 0 0 0 0,0 0 0 0 0,0 0 0 0 0,0 0 0 0 0,-1 1 0 0 0,1-1 0 0 0,-1 0 0 0 0,0 1 0 0 0,0-1 0 0 0,0 1 0 0 0,0 0 0 0 0,0-1 0 0 0,0 1 0 0 0,0 0 0 0 0,-1 1 0 0 0,1-1 0 0 0,-1 0 0 0 0,-3-1 0 0 0,-3-3 0 0 0,0 1 0 0 0,0 1 0 0 0,-1-1 0 0 0,0 1 0 0 0,0 1 0 0 0,-14-4 0 0 0,12 5-241 0 0,1 1 0 0 0,0 0 0 0 0,-1 0 0 0 0,1 1 0 0 0,0 1 0 0 0,-1 0 0 0 0,-12 3 0 0 0,19-3 114 0 0,1-1 1 0 0,0 2-1 0 0,-1-1 0 0 0,1 0 0 0 0,0 1 1 0 0,0 0-1 0 0,0 0 0 0 0,0 0 0 0 0,0 0 1 0 0,0 1-1 0 0,1 0 0 0 0,-1 0 0 0 0,1-1 1 0 0,0 2-1 0 0,0-1 0 0 0,0 0 0 0 0,0 1 1 0 0,1-1-1 0 0,-1 1 0 0 0,-3 8 0 0 0,5-10-211 0 0,1 0 1 0 0,-1 0-1 0 0,1 0 0 0 0,-1 0 0 0 0,1 0 0 0 0,0 0 0 0 0,0 0 0 0 0,0 0 1 0 0,0 0-1 0 0,0 0 0 0 0,1 0 0 0 0,-1 0 0 0 0,1 0 0 0 0,-1 0 0 0 0,1 0 1 0 0,0 0-1 0 0,-1 0 0 0 0,1-1 0 0 0,0 1 0 0 0,0 0 0 0 0,0 0 0 0 0,3 2 1 0 0,-1-1-730 0 0,0 1 1 0 0,0-1 0 0 0,0 0-1 0 0,0-1 1 0 0,1 1 0 0 0,-1-1-1 0 0,1 1 1 0 0,0-1 0 0 0,6 2 0 0 0,9 2-6274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0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66 740 0 0,'0'-66'23089'0'0,"1"84"-22620"0"0,0-1-1 0 0,1 0 1 0 0,0 0 0 0 0,9 29 0 0 0,-8-38-413 0 0,-1 1 0 0 0,2-1 1 0 0,-1 0-1 0 0,1 0 0 0 0,0-1 1 0 0,1 1-1 0 0,0-1 0 0 0,0 0 0 0 0,0 0 1 0 0,1 0-1 0 0,7 6 0 0 0,-8-9-40 0 0,0-1 0 0 0,0 1-1 0 0,1-1 1 0 0,-1 0 0 0 0,1-1-1 0 0,-1 1 1 0 0,1-1 0 0 0,0 0-1 0 0,0-1 1 0 0,0 1-1 0 0,0-1 1 0 0,0 0 0 0 0,0-1-1 0 0,0 1 1 0 0,0-1 0 0 0,0 0-1 0 0,0-1 1 0 0,1 0-1 0 0,-1 0 1 0 0,0 0 0 0 0,0 0-1 0 0,5-3 1 0 0,-3 1-5 0 0,0-1 0 0 0,0 1 0 0 0,-1-1 0 0 0,1-1 0 0 0,-1 1-1 0 0,0-1 1 0 0,-1 0 0 0 0,1-1 0 0 0,-1 0 0 0 0,0 0 0 0 0,0 0 0 0 0,-1-1 0 0 0,0 1 0 0 0,0-1 0 0 0,5-11 0 0 0,-5 8 3 0 0,0-1 1 0 0,-1 0 0 0 0,-1 0-1 0 0,1 0 1 0 0,-2 0 0 0 0,0 0-1 0 0,0-1 1 0 0,0-11 0 0 0,-15 33 9 0 0,8-4 39 0 0,1 0 1 0 0,0 0-1 0 0,0 0 1 0 0,1 0-1 0 0,0 1 1 0 0,0 0 0 0 0,0 0-1 0 0,1 0 1 0 0,-2 8-1 0 0,-1 3 236 0 0,-73 292 820 0 0,26 7 710 0 0,-17 85-483 0 0,62-371-1346 0 0,-1 0 0 0 0,-14 33 0 0 0,19-56 0 0 0,-1 0 0 0 0,0 0 0 0 0,0 0 0 0 0,0-1 0 0 0,-1 0 0 0 0,0 0 0 0 0,-1 0 0 0 0,1 0 0 0 0,-1-1 0 0 0,-1 0 0 0 0,1 0 0 0 0,-13 8 0 0 0,15-12 0 0 0,1 0 0 0 0,-1-1 0 0 0,1 1 0 0 0,-1-1 0 0 0,1 0 0 0 0,-1 0 0 0 0,0 0 0 0 0,0 0 0 0 0,0-1 0 0 0,1 0 0 0 0,-1 1 0 0 0,0-1 0 0 0,0-1 0 0 0,-7 0 0 0 0,5-1 0 0 0,0 0 0 0 0,0 0 0 0 0,0 0 0 0 0,0-1 0 0 0,0 1 0 0 0,1-1 0 0 0,-1-1 0 0 0,-6-5 0 0 0,1 0 0 0 0,0-1 0 0 0,1 0 0 0 0,0-1 0 0 0,1 0 0 0 0,0-1 0 0 0,0 0 0 0 0,-7-15 0 0 0,10 16-98 0 0,1 0 1 0 0,1 0-1 0 0,0-1 0 0 0,0 1 1 0 0,1-1-1 0 0,1 0 0 0 0,0 1 1 0 0,1-1-1 0 0,-1-24 0 0 0,3 20-226 0 0,1-1 0 0 0,1 0 0 0 0,0 1-1 0 0,1 0 1 0 0,0 0 0 0 0,11-24 0 0 0,-2 12-234 0 0,2 1 1 0 0,0 0 0 0 0,2 2 0 0 0,1 0 0 0 0,0 0-1 0 0,2 2 1 0 0,31-28 0 0 0,23-12-4777 0 0,-23 24-1783 0 0,-6 8-3091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1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58 164 0 0,'-33'-4'8919'0'0,"-40"2"0"0"0,71 2-8259 0 0,-1-1-131 0 0,-2 0 229 0 0,8-2-261 0 0,16-4-60 0 0,30-6-204 0 0,-1 4-260 0 0,79-7 1 0 0,-68 15-3256 0 0,-1 3-4649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1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 1556 0 0,'-51'25'7865'0'0,"31"-17"-2587"0"0,-31 20 1593 0 0,97-25-5355 0 0,5-7-1356 0 0,168-18-1804 0 0,-147 9-2642 0 0,-2-4-3412 0 0,-39 8 484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9 101 2452 0 0,'-9'-30'23819'0'0,"14"28"-23633"0"0,0 1 0 0 0,-1-1 0 0 0,1 1 0 0 0,0 0 0 0 0,0 0-1 0 0,0 0 1 0 0,7 1 0 0 0,-4-1-51 0 0,132-15 692 0 0,14-2-2918 0 0,-54-2-8370 0 0,-77 14 3102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2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66 1964 0 0,'0'-2'3232'0'0,"-1"-62"21166"0"0,-3 73-24020 0 0,0 1 0 0 0,1-1 1 0 0,0 1-1 0 0,1 0 0 0 0,-2 14 0 0 0,-6 21 526 0 0,-91 237-1399 0 0,33-101-415 0 0,56-138-4520 0 0,9-28 462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169 102 2660 0 0,'13'-37'8964'0'0,"10"-28"12068"0"0,-22 80-21005 0 0,-1 0 1 0 0,0 0-1 0 0,-1 0 1 0 0,-5 22-1 0 0,-18 64-48 0 0,16-71 16 0 0,-30 106-1668 0 0,-27 67-5264 0 0,2-5-1606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3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499 114 372 0 0,'2'-8'1470'0'0,"0"0"-1"0"0,-1 0 0 0 0,0 0 1 0 0,0 0-1 0 0,-1-9 1 0 0,-1 15-1146 0 0,1-1 0 0 0,0 0 0 0 0,-1 1 0 0 0,1-1 0 0 0,-1 0 0 0 0,0 1 0 0 0,1-1 0 0 0,-1 1 0 0 0,-1-1 0 0 0,1 1 0 0 0,0-1 0 0 0,-1 1 0 0 0,1 0 0 0 0,-1-1 0 0 0,0 1 0 0 0,1 0 0 0 0,-5-3 0 0 0,3 3-216 0 0,1 1 0 0 0,-1 0 1 0 0,1 0-1 0 0,-1 0 0 0 0,1 0 0 0 0,-1 0 0 0 0,0 1 0 0 0,1-1 0 0 0,-1 1 0 0 0,0 0 0 0 0,1-1 0 0 0,-1 1 0 0 0,0 1 0 0 0,0-1 0 0 0,1 0 0 0 0,-1 1 0 0 0,0-1 0 0 0,1 1 0 0 0,-1 0 0 0 0,-4 1 0 0 0,-3 2 13 0 0,1 1-1 0 0,0-1 0 0 0,0 2 0 0 0,-9 5 0 0 0,-4 6 1 0 0,0 2-1 0 0,1 0 1 0 0,1 1 0 0 0,1 1-1 0 0,-31 45 1 0 0,-67 127 82 0 0,115-190-199 0 0,-18 33 20 0 0,2 2 0 0 0,-14 40 0 0 0,26-63-10 0 0,1 1 0 0 0,1-1-1 0 0,1 1 1 0 0,0 0 0 0 0,1 0 0 0 0,1 0 0 0 0,1 0 0 0 0,1 23-1 0 0,-1-35-5 0 0,1-1 0 0 0,0 1 0 0 0,0-1 0 0 0,0 1 0 0 0,0-1 0 0 0,0 0 0 0 0,1 1 0 0 0,-1-1 0 0 0,1 0 0 0 0,0 0-1 0 0,0 0 1 0 0,0 0 0 0 0,0 0 0 0 0,0 0 0 0 0,1-1 0 0 0,0 1 0 0 0,3 3 0 0 0,-1-3-2 0 0,0-1 0 0 0,0 1 0 0 0,0-1 0 0 0,0 0 0 0 0,1 0 0 0 0,-1 0 0 0 0,0-1 1 0 0,1 1-1 0 0,-1-1 0 0 0,9 0 0 0 0,0-1 7 0 0,0 0-1 0 0,0-1 1 0 0,-1 0 0 0 0,1-1-1 0 0,0-1 1 0 0,-1 0 0 0 0,1-1 0 0 0,16-7-1 0 0,-23 8 0 0 0,-1 0-1 0 0,1-1 0 0 0,-1 0 1 0 0,0 0-1 0 0,-1-1 1 0 0,1 1-1 0 0,-1-1 0 0 0,0 0 1 0 0,0-1-1 0 0,0 1 0 0 0,-1-1 1 0 0,7-12-1 0 0,-9 15-9 0 0,-1 1 1 0 0,0-1-1 0 0,0 0 1 0 0,0 1-1 0 0,0-1 0 0 0,0 0 1 0 0,-1 0-1 0 0,1 1 1 0 0,-1-1-1 0 0,0 0 0 0 0,0 0 1 0 0,0 0-1 0 0,0 0 1 0 0,0 1-1 0 0,0-1 0 0 0,-1 0 1 0 0,0 0-1 0 0,1 0 1 0 0,-1 1-1 0 0,0-1 0 0 0,0 0 1 0 0,-1 1-1 0 0,1-1 1 0 0,-1 1-1 0 0,1-1 0 0 0,-1 1 1 0 0,0 0-1 0 0,1 0 1 0 0,-1 0-1 0 0,0 0 0 0 0,-1 0 1 0 0,1 0-1 0 0,0 0 1 0 0,0 1-1 0 0,-4-3 0 0 0,-2 0 0 0 0,1 1 0 0 0,-1 0 0 0 0,1 0 0 0 0,-1 0 0 0 0,0 1-1 0 0,0 0 1 0 0,0 1 0 0 0,0 0 0 0 0,-1 0 0 0 0,1 0 0 0 0,0 1-1 0 0,-11 2 1 0 0,12-2-88 0 0,0 1-1 0 0,0 0 1 0 0,0 0-1 0 0,0 1 1 0 0,0 0-1 0 0,1 0 0 0 0,-1 1 1 0 0,0-1-1 0 0,1 1 1 0 0,0 1-1 0 0,0-1 1 0 0,0 1-1 0 0,0 0 1 0 0,-8 9-1 0 0,13-12-102 0 0,0 0 0 0 0,0 0 0 0 0,0 1 0 0 0,0-1-1 0 0,0 0 1 0 0,0 1 0 0 0,0-1 0 0 0,1 1 0 0 0,-1-1 0 0 0,1 1-1 0 0,-1 0 1 0 0,1-1 0 0 0,-1 1 0 0 0,1-1 0 0 0,0 1-1 0 0,0 0 1 0 0,0-1 0 0 0,0 1 0 0 0,0 0 0 0 0,0-1 0 0 0,0 1-1 0 0,1 0 1 0 0,-1-1 0 0 0,2 3 0 0 0,-2-2-236 0 0,1-1 1 0 0,0 1-1 0 0,0-1 1 0 0,0 1-1 0 0,0-1 1 0 0,0 0 0 0 0,0 1-1 0 0,1-1 1 0 0,-1 0-1 0 0,0 0 1 0 0,1 0-1 0 0,-1 0 1 0 0,1 0-1 0 0,-1 0 1 0 0,3 1-1 0 0,8 3-3952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4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68 2072 0 0,'0'-3'2318'0'0,"-1"-4"-167"0"0,0 3-1407 0 0,1 1 0 0 0,0-1 0 0 0,-1 1 0 0 0,1-1 0 0 0,0 1 0 0 0,1-1 0 0 0,-1 1 0 0 0,1-5 0 0 0,0 7-671 0 0,0 0-1 0 0,-1-1 1 0 0,1 1 0 0 0,0 0-1 0 0,0 0 1 0 0,0-1 0 0 0,0 1-1 0 0,0 0 1 0 0,0 0 0 0 0,0 0-1 0 0,0 0 1 0 0,0 1 0 0 0,0-1-1 0 0,0 0 1 0 0,1 0 0 0 0,-1 1 0 0 0,0-1-1 0 0,1 1 1 0 0,-1-1 0 0 0,0 1-1 0 0,1-1 1 0 0,-1 1 0 0 0,1 0-1 0 0,-1 0 1 0 0,0-1 0 0 0,4 1-1 0 0,1 0-25 0 0,0 0 0 0 0,0 0 0 0 0,0 0 0 0 0,1 1 0 0 0,-1 0 0 0 0,0 0 0 0 0,0 0 0 0 0,0 1 0 0 0,0 0 0 0 0,0 0 0 0 0,-1 0 0 0 0,1 1 0 0 0,0 0 0 0 0,-1 0 0 0 0,0 0 0 0 0,0 1 0 0 0,0 0 0 0 0,0 0 0 0 0,5 5 0 0 0,-6-3-19 0 0,1-1 1 0 0,-1 1 0 0 0,0 1-1 0 0,0-1 1 0 0,-1 0 0 0 0,0 1-1 0 0,0 0 1 0 0,0 0-1 0 0,-1 0 1 0 0,0 0 0 0 0,0 0-1 0 0,-1 0 1 0 0,0 0 0 0 0,0 1-1 0 0,-1-1 1 0 0,0 9 0 0 0,-1-6 13 0 0,0 0 1 0 0,-1-1-1 0 0,0 1 1 0 0,0-1 0 0 0,-1 1-1 0 0,-6 13 1 0 0,-3 2 447 0 0,-16 22-1 0 0,16-27 142 0 0,12-19-578 0 0,-1 0-1 0 0,1 0 0 0 0,0-1 0 0 0,-1 1 1 0 0,1 0-1 0 0,-1 0 0 0 0,1 0 0 0 0,-1 0 1 0 0,0-1-1 0 0,1 1 0 0 0,-1 0 0 0 0,0 0 1 0 0,1-1-1 0 0,-1 1 0 0 0,0-1 1 0 0,0 1-1 0 0,0 0 0 0 0,0-1 0 0 0,0 0 1 0 0,1 1-1 0 0,-1-1 0 0 0,0 1 0 0 0,0-1 1 0 0,0 0-1 0 0,0 0 0 0 0,0 0 0 0 0,-2 1 1 0 0,3-2-46 0 0,-1 0 1 0 0,1 1 0 0 0,-1-1 0 0 0,1 0-1 0 0,0 0 1 0 0,-1 1 0 0 0,1-1 0 0 0,0 0-1 0 0,0 0 1 0 0,-1 1 0 0 0,1-1 0 0 0,0 0-1 0 0,0 0 1 0 0,0 0 0 0 0,0 1 0 0 0,0-1-1 0 0,0 0 1 0 0,0 0 0 0 0,0 0 0 0 0,0 1-1 0 0,1-1 1 0 0,-1 0 0 0 0,0 0 0 0 0,0 1-1 0 0,1-1 1 0 0,-1 0 0 0 0,1 0 0 0 0,-1 1-1 0 0,0-1 1 0 0,1 0 0 0 0,14-26 33 0 0,1 1 0 0 0,1 1 0 0 0,39-43-1 0 0,-20 24-28 0 0,83-95 4 0 0,-132 169-146 0 0,-15 23 95 0 0,14-29 29 0 0,1 0 0 0 0,1 2 0 0 0,1-1-1 0 0,1 1 1 0 0,2 1 0 0 0,-9 44 0 0 0,16-66 4 0 0,0-1 0 0 0,1 1 0 0 0,0 0 0 0 0,0 0 0 0 0,0-1 0 0 0,1 1 0 0 0,0 0 0 0 0,-1 0 0 0 0,2-1-1 0 0,-1 1 1 0 0,0-1 0 0 0,1 1 0 0 0,0-1 0 0 0,0 1 0 0 0,4 5 0 0 0,-3-6-133 0 0,0-1 1 0 0,0-1-1 0 0,1 1 0 0 0,-1 0 1 0 0,0-1-1 0 0,1 1 0 0 0,-1-1 1 0 0,1 0-1 0 0,0 0 1 0 0,0-1-1 0 0,0 1 0 0 0,0-1 1 0 0,0 0-1 0 0,0 0 0 0 0,0 0 1 0 0,0 0-1 0 0,8-1 0 0 0,10 1-1805 0 0,1-1-1 0 0,-1-2 0 0 0,0 0 0 0 0,41-9 1 0 0,-24 0-3717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4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151 134 1700 0 0,'-18'-5'3488'0'0,"0"1"-1"0"0,-19-2 1 0 0,-15-4 2189 0 0,49 9-5277 0 0,1 1-76 0 0,-9-1-58 0 0,8 1 294 0 0,-2-2-357 0 0,5 2-196 0 0,0 0-1 0 0,0 0 0 0 0,0 0 0 0 0,0 0 1 0 0,0 0-1 0 0,0 0 0 0 0,0 0 0 0 0,0 0 1 0 0,0 0-1 0 0,0 0 0 0 0,0 0 0 0 0,0 0 1 0 0,0-1-1 0 0,0 1 0 0 0,0 0 0 0 0,0 0 1 0 0,0 0-1 0 0,0 0 0 0 0,0 0 0 0 0,0 0 1 0 0,0 0-1 0 0,0 0 0 0 0,0 0 0 0 0,0 0 0 0 0,0 0 1 0 0,0 0-1 0 0,0 0 0 0 0,0 0 0 0 0,0-1 1 0 0,0 1-1 0 0,0 0 0 0 0,0 0 0 0 0,0 0 1 0 0,0 0-1 0 0,0 0 0 0 0,0 0 0 0 0,0 0 1 0 0,0 0-1 0 0,0 0 0 0 0,-1 0 0 0 0,1 0 1 0 0,0 0-1 0 0,0 0 0 0 0,0 0 0 0 0,0 0 1 0 0,0 0-1 0 0,0 0 0 0 0,0 0 0 0 0,0 0 1 0 0,0 0-1 0 0,0 0 0 0 0,0 0 0 0 0,0 0 0 0 0,200-47 864 0 0,-4 1-2683 0 0,-175 41-1443 0 0,-4 1-3846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4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40 3040 0 0,'-20'-12'5390'0'0,"13"7"-2802"0"0,0 0 1 0 0,-1 1-1 0 0,-9-5 1 0 0,15 9-2067 0 0,2-1-490 0 0,0 1 0 0 0,-1 0 1 0 0,1-1-1 0 0,0 1 0 0 0,-1 0 1 0 0,1-1-1 0 0,0 1 0 0 0,-1 0 1 0 0,1 0-1 0 0,0-1 0 0 0,-1 1 1 0 0,1 0-1 0 0,0 0 0 0 0,-1 0 1 0 0,1 0-1 0 0,-1-1 0 0 0,1 1 1 0 0,0 0-1 0 0,-1 0 0 0 0,1 0 1 0 0,-1 0-1 0 0,1 0 0 0 0,-1 0 1 0 0,1 0-1 0 0,0 0 0 0 0,-1 0 1 0 0,1 0-1 0 0,-1 0 0 0 0,1 1 1 0 0,-1-1-1 0 0,1 0 0 0 0,0 0 1 0 0,-1 0-1 0 0,1 0 0 0 0,0 1 1 0 0,-1-1-1 0 0,1 0 0 0 0,0 0 1 0 0,-1 1-1 0 0,1-1 0 0 0,0 0 1 0 0,-1 1-1 0 0,1-1 0 0 0,0 0 1 0 0,0 1-1 0 0,-1-1 0 0 0,1 0 1 0 0,0 1-1 0 0,0-1 0 0 0,0 1 1 0 0,-1-1-1 0 0,1 0 0 0 0,0 1 1 0 0,0 0-1 0 0,-11 188 660 0 0,3-122-857 0 0,-4 85 514 0 0,11-128-1505 0 0,2-1-1 0 0,5 30 0 0 0,0-31-2085 0 0,0-8-2277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5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388 100 1432 0 0,'-16'-42'10231'0'0,"11"31"-8253"0"0,1 0 1 0 0,0 0-1 0 0,-2-12 0 0 0,6 21-1327 0 0,2 3-642 0 0,0-1 0 0 0,0 1 1 0 0,0-1-1 0 0,0 1 0 0 0,1 0 1 0 0,-1 0-1 0 0,0 0 0 0 0,-1 0 1 0 0,1 0-1 0 0,0 0 0 0 0,0 1 1 0 0,0-1-1 0 0,-1 0 1 0 0,1 1-1 0 0,-1 0 0 0 0,1-1 1 0 0,-1 1-1 0 0,1 0 0 0 0,-1 0 1 0 0,0-1-1 0 0,0 1 0 0 0,0 0 1 0 0,0 0-1 0 0,0 0 0 0 0,-1 1 1 0 0,1-1-1 0 0,-1 0 1 0 0,1 2-1 0 0,1 5 4 0 0,0 0 1 0 0,0 0 0 0 0,-1 0-1 0 0,0 0 1 0 0,-1 16-1 0 0,-3-5 11 0 0,0 0 1 0 0,-2 0-1 0 0,0 0 0 0 0,-1 0 0 0 0,-1-1 0 0 0,0 0 0 0 0,-2 0 1 0 0,0-1-1 0 0,-1 0 0 0 0,-13 17 0 0 0,-19 22 434 0 0,-77 78 0 0 0,86-99-115 0 0,-13 10 71 0 0,26-27-172 0 0,-28 34 1 0 0,39-36-46 0 0,9-17-190 0 0,0 0 1 0 0,0 1 0 0 0,0-1-1 0 0,0 0 1 0 0,0 1-1 0 0,0-1 1 0 0,0 0 0 0 0,0 1-1 0 0,0-1 1 0 0,0 0-1 0 0,1 1 1 0 0,-1-1 0 0 0,0 0-1 0 0,0 0 1 0 0,0 1-1 0 0,0-1 1 0 0,0 0 0 0 0,0 1-1 0 0,1-1 1 0 0,-1 0-1 0 0,0 0 1 0 0,0 1 0 0 0,0-1-1 0 0,1 0 1 0 0,-1 0-1 0 0,0 0 1 0 0,0 1-1 0 0,1-1 1 0 0,2 1 15 0 0,-1-1-1 0 0,1 1 1 0 0,-1-1 0 0 0,1 0-1 0 0,-1 0 1 0 0,1 0 0 0 0,-1 0-1 0 0,1 0 1 0 0,-1 0 0 0 0,5-2-1 0 0,218-47-2406 0 0,-77 6-5783 0 0,-111 31 3793 0 0,2 1-1966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5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68 36 0 0,'-39'-64'17426'0'0,"32"62"-16009"0"0,7 1-1394 0 0,-1 1-1 0 0,1 0 0 0 0,0 0 0 0 0,0 0 0 0 0,-1 0 0 0 0,1 0 0 0 0,0 0 0 0 0,-1 0 1 0 0,1-1-1 0 0,0 1 0 0 0,0 0 0 0 0,-1 0 0 0 0,1 0 0 0 0,0 0 0 0 0,-1 0 1 0 0,1 0-1 0 0,0 1 0 0 0,-1-1 0 0 0,1 0 0 0 0,0 0 0 0 0,0 0 0 0 0,-1 0 1 0 0,1 0-1 0 0,0 0 0 0 0,-1 0 0 0 0,1 1 0 0 0,0-1 0 0 0,0 0 0 0 0,-1 0 1 0 0,1 0-1 0 0,0 1 0 0 0,0-1 0 0 0,0 0 0 0 0,-1 0 0 0 0,1 1 0 0 0,-5 4 126 0 0,0 0-1 0 0,1 0 0 0 0,0 0 1 0 0,0 1-1 0 0,0-1 0 0 0,0 1 0 0 0,1 0 1 0 0,0 0-1 0 0,-4 11 0 0 0,0 4 104 0 0,-7 35 0 0 0,12-44-207 0 0,0 0 1 0 0,0 1-1 0 0,1-1 0 0 0,1 1 0 0 0,0-1 0 0 0,1 1 0 0 0,0-1 1 0 0,3 14-1 0 0,-3-22-27 0 0,0-1 1 0 0,0 1 0 0 0,0 0-1 0 0,1-1 1 0 0,-1 1 0 0 0,1-1-1 0 0,0 1 1 0 0,0-1 0 0 0,0 0-1 0 0,0 0 1 0 0,1 0 0 0 0,-1 0-1 0 0,1 0 1 0 0,0 0 0 0 0,0-1-1 0 0,0 1 1 0 0,0-1 0 0 0,0 0-1 0 0,1 0 1 0 0,-1 0 0 0 0,1 0-1 0 0,-1-1 1 0 0,1 1 0 0 0,0-1-1 0 0,-1 0 1 0 0,1 0 0 0 0,0-1-1 0 0,0 1 1 0 0,6 0 0 0 0,-3-1-1 0 0,0 0 1 0 0,0 0-1 0 0,1-1 1 0 0,-1 0-1 0 0,0 0 1 0 0,0 0-1 0 0,0-1 1 0 0,0 0-1 0 0,0-1 1 0 0,-1 0-1 0 0,1 0 0 0 0,-1 0 1 0 0,1-1-1 0 0,-1 1 1 0 0,0-2-1 0 0,0 1 1 0 0,-1-1-1 0 0,0 1 1 0 0,1-1-1 0 0,7-11 1 0 0,-8 9-5 0 0,0-1-1 0 0,-1 1 1 0 0,0-1 0 0 0,-1 1 0 0 0,1-1 0 0 0,-2 0 0 0 0,1 0-1 0 0,-1-1 1 0 0,0 1 0 0 0,-1 0 0 0 0,1-1 0 0 0,-2 1 0 0 0,1-1-1 0 0,-1 1 1 0 0,-1-1 0 0 0,0 1 0 0 0,-2-13 0 0 0,1 14-4 0 0,1-1 1 0 0,-2 1-1 0 0,1 0 1 0 0,-1 1-1 0 0,0-1 1 0 0,0 0-1 0 0,-1 1 1 0 0,0 0-1 0 0,-6-9 1 0 0,7 12-50 0 0,0 0 1 0 0,0 0 0 0 0,0 0 0 0 0,0 1 0 0 0,-1-1-1 0 0,1 1 1 0 0,-1 0 0 0 0,1 0 0 0 0,-1 0 0 0 0,0 1-1 0 0,1-1 1 0 0,-1 1 0 0 0,0 0 0 0 0,0 0-1 0 0,0 0 1 0 0,0 0 0 0 0,-1 1 0 0 0,1 0 0 0 0,-7 0-1 0 0,3 0-307 0 0,1 1 0 0 0,0 0 1 0 0,0 1-1 0 0,1-1 0 0 0,-9 4 0 0 0,-8 8-3275 0 0,5 9-4213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6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23 1728 0 0,'-51'-22'12892'0'0,"49"21"-12494"0"0,-1 3 70 0 0,3-2-458 0 0,0 0 0 0 0,-1 0-1 0 0,1 0 1 0 0,0 0 0 0 0,0 0 0 0 0,0 0 0 0 0,-1 0-1 0 0,1 0 1 0 0,0 0 0 0 0,0 0 0 0 0,0 0-1 0 0,-1 0 1 0 0,1 0 0 0 0,0 0 0 0 0,0 0-1 0 0,0 0 1 0 0,-1 0 0 0 0,1 1 0 0 0,0-1 0 0 0,0 0-1 0 0,0 0 1 0 0,0 0 0 0 0,0 0 0 0 0,-1 0-1 0 0,1 1 1 0 0,0-1 0 0 0,0 0 0 0 0,0 0 0 0 0,0 0-1 0 0,0 0 1 0 0,0 1 0 0 0,0-1 0 0 0,0 0-1 0 0,0 0 1 0 0,-1 0 0 0 0,1 1 0 0 0,0-1-1 0 0,-1 17 269 0 0,1-1 0 0 0,0 1-1 0 0,1-1 1 0 0,1 1-1 0 0,0-1 1 0 0,7 20-1 0 0,-6-24-197 0 0,0-1 0 0 0,1 0 0 0 0,0 1 0 0 0,1-2-1 0 0,1 1 1 0 0,0-1 0 0 0,0 0 0 0 0,1 0 0 0 0,12 14-1 0 0,-16-20-54 0 0,1-1 0 0 0,-1-1 0 0 0,0 1-1 0 0,1 0 1 0 0,0-1 0 0 0,-1 0 0 0 0,1 1 0 0 0,0-2-1 0 0,0 1 1 0 0,0 0 0 0 0,0-1 0 0 0,1 0-1 0 0,-1 0 1 0 0,0 0 0 0 0,1 0 0 0 0,-1-1-1 0 0,0 1 1 0 0,1-1 0 0 0,-1 0 0 0 0,0-1 0 0 0,1 1-1 0 0,-1-1 1 0 0,0 0 0 0 0,1 0 0 0 0,-1 0-1 0 0,5-3 1 0 0,0 0-3 0 0,-1 0 1 0 0,0 0-1 0 0,0-1 0 0 0,-1-1 1 0 0,1 1-1 0 0,-1-1 0 0 0,0 0 0 0 0,-1-1 1 0 0,1 0-1 0 0,-1 0 0 0 0,7-11 0 0 0,51-97 1783 0 0,-64 114-1765 0 0,8 18 82 0 0,-7 45 573 0 0,-3 0-1 0 0,-19 112 1 0 0,13-116-406 0 0,4-32-100 0 0,-46 264 1428 0 0,42-257-1207 0 0,-2 1 0 0 0,-1-1 0 0 0,-2-1 0 0 0,-1 0 0 0 0,-1-1-1 0 0,-28 41 1 0 0,36-62-208 0 0,-1 0-1 0 0,0-1 1 0 0,-1 0-1 0 0,0 0 0 0 0,-1-1 1 0 0,1 0-1 0 0,-2-1 1 0 0,1 0-1 0 0,-1-1 1 0 0,-12 6-1 0 0,19-10-132 0 0,-1 0 0 0 0,0 0 0 0 0,1 0 0 0 0,-1-1 0 0 0,0 0 0 0 0,0 0 0 0 0,0 0 0 0 0,0 0 0 0 0,0-1 0 0 0,0 0 0 0 0,0 0 0 0 0,0 0 1 0 0,0-1-1 0 0,0 0 0 0 0,0 0 0 0 0,1 0 0 0 0,-1 0 0 0 0,0-1 0 0 0,0 0 0 0 0,1 0 0 0 0,-1 0 0 0 0,1 0 0 0 0,0-1 0 0 0,0 0 0 0 0,0 0 0 0 0,0 0 0 0 0,0 0 0 0 0,-3-4 0 0 0,3 3-110 0 0,1 0 1 0 0,-1-1-1 0 0,1 1 1 0 0,0-1-1 0 0,1 1 1 0 0,-1-1-1 0 0,1 0 1 0 0,0 0-1 0 0,0 0 1 0 0,0-1-1 0 0,1 1 1 0 0,0 0-1 0 0,0 0 0 0 0,0-9 1 0 0,1 5-117 0 0,0 0 1 0 0,1 0-1 0 0,0 0 0 0 0,1 1 1 0 0,0-1-1 0 0,0 0 0 0 0,1 1 1 0 0,4-10-1 0 0,5-6-391 0 0,1 0 0 0 0,1 1 1 0 0,1 0-1 0 0,33-36 0 0 0,-19 27-2788 0 0,55-46 0 0 0,-2 12-5788 0 0,-74 59 7664 0 0,28-21-6890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6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87 496 0 0,'-24'-2'4730'0'0,"-19"-1"6951"0"0,17 1-4860 0 0,28 1-6714 0 0,-1 0 1 0 0,1 0 0 0 0,-1 0 0 0 0,1 0 0 0 0,0 0-1 0 0,-1 0 1 0 0,1 1 0 0 0,0-1 0 0 0,0 1 0 0 0,0-1-1 0 0,2 0 1 0 0,-4 1-102 0 0,175-31 1222 0 0,-53 11-975 0 0,-54 6-309 0 0,-66 13-224 0 0,5-2-1558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540 136 1232 0 0,'2'-8'1518'0'0,"-1"0"1"0"0,0 0-1 0 0,0 0 0 0 0,-1 0 0 0 0,0 0 1 0 0,-1 0-1 0 0,1 0 0 0 0,-4-11 0 0 0,4 16-1319 0 0,-1 0-1 0 0,0 1 1 0 0,0-1-1 0 0,0 1 1 0 0,0-1 0 0 0,0 0-1 0 0,0 1 1 0 0,-1 0-1 0 0,1-1 1 0 0,-1 1-1 0 0,0 0 1 0 0,0 0-1 0 0,0 0 1 0 0,0 0-1 0 0,0 0 1 0 0,0 0-1 0 0,0 0 1 0 0,0 1-1 0 0,-1-1 1 0 0,1 1-1 0 0,-1 0 1 0 0,1 0-1 0 0,-1 0 1 0 0,0 0-1 0 0,1 0 1 0 0,-5 0 0 0 0,1 0-131 0 0,0 1 1 0 0,-1 0 0 0 0,1 1 0 0 0,-1 0-1 0 0,1 0 1 0 0,-1 0 0 0 0,1 0 0 0 0,0 1 0 0 0,0 0-1 0 0,0 1 1 0 0,0 0 0 0 0,0-1 0 0 0,0 2 0 0 0,-5 3-1 0 0,-9 7 41 0 0,0 2 0 0 0,-20 19 0 0 0,37-32-95 0 0,-35 33 140 0 0,2 2 0 0 0,1 1 0 0 0,-45 68 0 0 0,63-80-65 0 0,0 1 0 0 0,2 1-1 0 0,1 0 1 0 0,2 1 0 0 0,0 0-1 0 0,2 1 1 0 0,-6 32 0 0 0,15-56-18 0 0,0 0 1 0 0,0 0 0 0 0,1 1-1 0 0,-1-1 1 0 0,2 0-1 0 0,-1 1 1 0 0,1-1 0 0 0,0 0-1 0 0,0 0 1 0 0,3 8-1 0 0,-2-11-28 0 0,0 0 0 0 0,-1-1 0 0 0,1 1-1 0 0,0 0 1 0 0,1-1 0 0 0,-1 0-1 0 0,1 0 1 0 0,-1 0 0 0 0,1 0 0 0 0,0 0-1 0 0,0 0 1 0 0,1 0 0 0 0,-1-1 0 0 0,0 0-1 0 0,1 0 1 0 0,-1 0 0 0 0,1 0-1 0 0,0 0 1 0 0,5 1 0 0 0,0-1 36 0 0,0 1 0 0 0,0-2 0 0 0,1 1 0 0 0,-1-1 1 0 0,0-1-1 0 0,0 0 0 0 0,1 0 0 0 0,-1-1 0 0 0,11-2 0 0 0,-19 3-68 0 0,1 0-1 0 0,0 0 0 0 0,-1 0 0 0 0,1 0 1 0 0,0-1-1 0 0,-1 1 0 0 0,1-1 0 0 0,0 1 1 0 0,-1-1-1 0 0,1 0 0 0 0,-1 0 1 0 0,1 1-1 0 0,-1-1 0 0 0,1 0 0 0 0,-1 0 1 0 0,0 0-1 0 0,0-1 0 0 0,1 1 0 0 0,-1 0 1 0 0,0 0-1 0 0,0-1 0 0 0,0 1 1 0 0,0-1-1 0 0,0 1 0 0 0,-1-1 0 0 0,1 1 1 0 0,0-3-1 0 0,-1 3-8 0 0,0 0 1 0 0,0-1-1 0 0,0 1 0 0 0,0 0 0 0 0,0 0 1 0 0,0-1-1 0 0,-1 1 0 0 0,1 0 1 0 0,0-1-1 0 0,-1 1 0 0 0,1 0 1 0 0,-1 0-1 0 0,0 0 0 0 0,1-1 0 0 0,-1 1 1 0 0,0 0-1 0 0,0 0 0 0 0,1 0 1 0 0,-1 0-1 0 0,0 0 0 0 0,0 0 1 0 0,0 1-1 0 0,0-1 0 0 0,0 0 1 0 0,-1 0-1 0 0,1 1 0 0 0,0-1 0 0 0,0 1 1 0 0,-2-1-1 0 0,-14-5-53 0 0,1 2 1 0 0,-1 0-1 0 0,0 1 0 0 0,0 0 0 0 0,-17 0 1 0 0,0 0-1893 0 0,32 3 1072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7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82 1392 0 0,'-52'-21'14068'0'0,"44"14"-12617"0"0,8 7-1427 0 0,0 0 1 0 0,-1 0-1 0 0,1 0 0 0 0,0 0 0 0 0,0-1 1 0 0,0 1-1 0 0,0 0 0 0 0,0 0 0 0 0,0 0 1 0 0,-1-1-1 0 0,1 1 0 0 0,0 0 0 0 0,0 0 1 0 0,0 0-1 0 0,0-1 0 0 0,0 1 0 0 0,0 0 1 0 0,0 0-1 0 0,0-1 0 0 0,0 1 0 0 0,0 0 1 0 0,0 0-1 0 0,0 0 0 0 0,0-1 0 0 0,0 1 0 0 0,0 0 1 0 0,0 0-1 0 0,1 0 0 0 0,-1-1 0 0 0,0 1 1 0 0,0 0-1 0 0,0 0 0 0 0,0 0 0 0 0,0-1 1 0 0,0 1-1 0 0,0 0 0 0 0,1 0 0 0 0,-1 0 1 0 0,0 0-1 0 0,0-1 0 0 0,0 1 0 0 0,0 0 1 0 0,1 0-1 0 0,-1 0 0 0 0,0 0 0 0 0,0 0 1 0 0,1 0-1 0 0,-1 0 0 0 0,0 0 0 0 0,0-1 1 0 0,21-7 189 0 0,1 1 1 0 0,-1 1 0 0 0,1 1 0 0 0,33-4-1 0 0,88 0-19 0 0,-140 9-191 0 0,-1 0 0 0 0,0 0-1 0 0,0 0 1 0 0,0 0 0 0 0,1 0 0 0 0,-1 0 0 0 0,0 0 0 0 0,0 1 0 0 0,1-1-1 0 0,-1 1 1 0 0,0 0 0 0 0,0 0 0 0 0,0 0 0 0 0,0 0 0 0 0,0 0 0 0 0,0 0 0 0 0,0 0-1 0 0,-1 0 1 0 0,3 3 0 0 0,-3-3 2 0 0,0 0-1 0 0,0 0 1 0 0,-1 0-1 0 0,1 0 1 0 0,-1 0-1 0 0,1 0 1 0 0,-1 1-1 0 0,1-1 1 0 0,-1 0 0 0 0,0 0-1 0 0,1 1 1 0 0,-1-1-1 0 0,0 0 1 0 0,0 1-1 0 0,0-1 1 0 0,0 0-1 0 0,0 1 1 0 0,-1-1-1 0 0,1 0 1 0 0,-1 2 0 0 0,-9 24 235 0 0,-12 9 895 0 0,-1-2 1 0 0,-2-1-1 0 0,-38 40 0 0 0,24-29-4 0 0,38-42-1088 0 0,-1-1-1 0 0,1 1 1 0 0,-1 0-1 0 0,1-1 1 0 0,0 1-1 0 0,0 0 1 0 0,0 0 0 0 0,0 0-1 0 0,0 0 1 0 0,1 0-1 0 0,-1 0 1 0 0,1 0-1 0 0,-1 0 1 0 0,0 3-1 0 0,2-4-26 0 0,-1 0-1 0 0,0 0 0 0 0,1 0 1 0 0,-1 0-1 0 0,0 0 0 0 0,1 0 1 0 0,0 0-1 0 0,-1 0 0 0 0,1 0 1 0 0,-1 0-1 0 0,1 0 0 0 0,0-1 1 0 0,0 1-1 0 0,-1 0 0 0 0,1 0 1 0 0,0-1-1 0 0,0 1 1 0 0,0-1-1 0 0,0 1 0 0 0,0-1 1 0 0,0 1-1 0 0,0-1 0 0 0,0 1 1 0 0,0-1-1 0 0,0 0 0 0 0,0 0 1 0 0,0 1-1 0 0,0-1 0 0 0,2 0 1 0 0,18 3 70 0 0,0-1 0 0 0,0 0 0 0 0,39-3 1 0 0,64-13-842 0 0,-91 10 291 0 0,159-24-4056 0 0,-64 5-4528 0 0,-51 7-787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7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7 1648 0 0,'-284'17'22641'0'0,"281"-17"-21770"0"0,5-1-677 0 0,11-3-192 0 0,-1 0 0 0 0,1 0-1 0 0,0 1 1 0 0,0 1 0 0 0,0 0-1 0 0,0 1 1 0 0,19 0-1 0 0,-6 0-734 0 0,53 1-4879 0 0,-38 1-3935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8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0 24 0 0,'-53'19'8184'0'0,"33"-13"-2847"0"0,-31 14 0 0 0,52-19-4821 0 0,-1 0-503 0 0,0-1 1 0 0,0 0-1 0 0,1 0 0 0 0,-1 1 0 0 0,0-1 1 0 0,0 0-1 0 0,0 0 0 0 0,0 0 0 0 0,1 1 1 0 0,-1-1-1 0 0,0 0 0 0 0,0 0 0 0 0,1 0 1 0 0,-1 1-1 0 0,0-1 0 0 0,0 0 0 0 0,1 0 1 0 0,-1 0-1 0 0,0 0 0 0 0,0 0 1 0 0,1 0-1 0 0,-1 0 0 0 0,0 0 0 0 0,1 0 1 0 0,-1 1-1 0 0,0-1 0 0 0,0 0 0 0 0,1 0 1 0 0,-1-1-1 0 0,0 1 0 0 0,1 0 0 0 0,257-11-1029 0 0,-84-7-8039 0 0,-113 10 1708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8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73 2092 0 0,'-33'-7'16537'0'0,"45"5"-14951"0"0,13-2-1361 0 0,353-52 767 0 0,-373 56-983 0 0,4-3-10 0 0,-6 3-37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49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216 162 168 0 0,'-3'-43'10867'0'0,"3"39"-10271"0"0,0-1-1 0 0,1 1 0 0 0,0-1 1 0 0,0 1-1 0 0,0 0 0 0 0,2-5 1 0 0,-1 5-460 0 0,0 0 0 0 0,0 0 1 0 0,0 1-1 0 0,1 0 0 0 0,-1-1 1 0 0,1 1-1 0 0,0 0 0 0 0,0 0 1 0 0,0 0-1 0 0,0 1 0 0 0,1-1 1 0 0,-1 1-1 0 0,1-1 0 0 0,-1 1 1 0 0,1 0-1 0 0,6-2 0 0 0,7-2 50 0 0,-1 0 0 0 0,1 1 0 0 0,0 1-1 0 0,1 0 1 0 0,18-1 0 0 0,-25 4-148 0 0,0 0 0 0 0,0 1-1 0 0,0 1 1 0 0,0-1 0 0 0,0 2 0 0 0,0 0 0 0 0,-1 0 0 0 0,1 1 0 0 0,13 5 0 0 0,-21-7-13 0 0,-1 0 1 0 0,1 0 0 0 0,-1 1 0 0 0,1-1-1 0 0,-1 1 1 0 0,0-1 0 0 0,1 1-1 0 0,-1 0 1 0 0,0 0 0 0 0,0 0-1 0 0,0 0 1 0 0,0 0 0 0 0,-1 0-1 0 0,1 1 1 0 0,-1-1 0 0 0,1 1-1 0 0,-1-1 1 0 0,0 1 0 0 0,1 2 0 0 0,-1-1 23 0 0,0 0 0 0 0,-1 0 0 0 0,0 0 0 0 0,0 0 0 0 0,0 0 0 0 0,0 0 0 0 0,0 0 0 0 0,-1 0 1 0 0,0 0-1 0 0,0 0 0 0 0,0-1 0 0 0,-2 6 0 0 0,-2 3 71 0 0,-1 0 0 0 0,-1 0 1 0 0,0-1-1 0 0,0 1 0 0 0,-1-2 0 0 0,-1 1 1 0 0,-10 9-1 0 0,-98 87 1226 0 0,112-103-1113 0 0,6-4-227 0 0,-1 0 0 0 0,0 0 0 0 0,0 0 0 0 0,0 0 0 0 0,0 0 0 0 0,0 0 0 0 0,0 0 0 0 0,0 0 1 0 0,0 0-1 0 0,0 0 0 0 0,0 0 0 0 0,0 0 0 0 0,0 1 0 0 0,0-1 0 0 0,0 0 0 0 0,0 0 0 0 0,0 0 1 0 0,0 0-1 0 0,0 0 0 0 0,0 0 0 0 0,0 0 0 0 0,0 0 0 0 0,0 0 0 0 0,0 0 0 0 0,0 0 1 0 0,0 0-1 0 0,0 1 0 0 0,0-1 0 0 0,0 0 0 0 0,0 0 0 0 0,0 0 0 0 0,0 0 0 0 0,0 0 0 0 0,0 0 1 0 0,0 0-1 0 0,0 0 0 0 0,0 0 0 0 0,0 0 0 0 0,0 0 0 0 0,0 0 0 0 0,0 0 0 0 0,0 0 0 0 0,-1 0 1 0 0,1 0-1 0 0,0 1 0 0 0,0-1 0 0 0,0 0 0 0 0,0 0 0 0 0,0 0 0 0 0,27-2 107 0 0,-25 2-113 0 0,11-2 16 0 0,0 2 0 0 0,0-1-1 0 0,0 2 1 0 0,0 0 0 0 0,0 0 0 0 0,0 1 0 0 0,0 1 0 0 0,0 0 0 0 0,-1 1-1 0 0,1 0 1 0 0,-1 1 0 0 0,0 0 0 0 0,0 1 0 0 0,-1 0 0 0 0,0 1 0 0 0,0 1 0 0 0,0-1-1 0 0,-1 2 1 0 0,0-1 0 0 0,-1 1 0 0 0,0 1 0 0 0,0 0 0 0 0,-1 0 0 0 0,10 17-1 0 0,-9-13 235 0 0,-1 0 0 0 0,-1 0 0 0 0,0 1 0 0 0,-1 0 0 0 0,8 26 0 0 0,-13-34-41 0 0,0-1 0 0 0,0 1 0 0 0,0-1 0 0 0,-1 1 0 0 0,0-1 0 0 0,0 1 0 0 0,-1-1 0 0 0,0 1 0 0 0,0-1 0 0 0,0 1 0 0 0,-1-1 0 0 0,0 0 0 0 0,0 0 1 0 0,-1 0-1 0 0,0 0 0 0 0,-6 11 0 0 0,1-7 24 0 0,0-1 1 0 0,0 0-1 0 0,0 0 1 0 0,-2 0 0 0 0,1-1-1 0 0,-1-1 1 0 0,0 0-1 0 0,0 0 1 0 0,-1-1-1 0 0,0 0 1 0 0,-12 4 0 0 0,-8 3 48 0 0,-1-2 0 0 0,-60 12 0 0 0,63-18-200 0 0,-1-1 0 0 0,0-1 0 0 0,0-2 0 0 0,-45-4 0 0 0,-22-9-2010 0 0,1-8-5473 0 0,59 14 431 0 0,25 4 2027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0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8 908 0 0,'-7'-8'8387'0'0,"6"8"-8222"0"0,-3 2-43 0 0,0-1 0 0 0,0 1 0 0 0,0 0 0 0 0,0 0 0 0 0,0 1 0 0 0,0-1 0 0 0,0 1 0 0 0,1 0 0 0 0,-1 0 0 0 0,1 0 0 0 0,0 0 0 0 0,-3 5 0 0 0,-38 51 451 0 0,33-42-348 0 0,-29 40 168 0 0,3 2-1 0 0,2 1 0 0 0,3 2 0 0 0,-35 95 0 0 0,66-153-383 0 0,-9 24 77 0 0,-10 55-1 0 0,19-75-56 0 0,0-1 0 0 0,0 1 0 0 0,0 0 0 0 0,1-1 0 0 0,1 1 0 0 0,-1 0 0 0 0,1-1 0 0 0,0 1 1 0 0,1 0-1 0 0,0-1 0 0 0,0 0 0 0 0,6 13 0 0 0,-6-17-10 0 0,0 0 1 0 0,0 0 0 0 0,1 0-1 0 0,-1 0 1 0 0,1 0 0 0 0,0 0-1 0 0,0-1 1 0 0,0 0 0 0 0,0 1 0 0 0,0-1-1 0 0,1 0 1 0 0,-1 0 0 0 0,1-1-1 0 0,-1 1 1 0 0,1-1 0 0 0,-1 1-1 0 0,1-1 1 0 0,0-1 0 0 0,0 1-1 0 0,0 0 1 0 0,0-1 0 0 0,7 0 0 0 0,-4 0 113 0 0,1 0 0 0 0,-1-1 0 0 0,0 0 1 0 0,0 0-1 0 0,1-1 0 0 0,-1 0 0 0 0,0 0 1 0 0,-1 0-1 0 0,1-1 0 0 0,0 0 1 0 0,7-5-1 0 0,-12 7-61 0 0,0 0 1 0 0,-1 0-1 0 0,1-1 1 0 0,-1 1-1 0 0,1 0 1 0 0,-1 0 0 0 0,1-1-1 0 0,-1 1 1 0 0,0-1-1 0 0,1 1 1 0 0,-1-1-1 0 0,0 0 1 0 0,0 1-1 0 0,0-1 1 0 0,-1 0-1 0 0,1 0 1 0 0,0 1-1 0 0,-1-1 1 0 0,1 0-1 0 0,-1 0 1 0 0,1 0-1 0 0,-1 0 1 0 0,0 0-1 0 0,0 0 1 0 0,0 0-1 0 0,0 0 1 0 0,0 0 0 0 0,0 0-1 0 0,-1 0 1 0 0,1 0-1 0 0,-1 0 1 0 0,1 1-1 0 0,-1-1 1 0 0,0 0-1 0 0,0 0 1 0 0,1 0-1 0 0,-3-2 1 0 0,0 1-29 0 0,1-1 1 0 0,-1 1 0 0 0,0-1-1 0 0,0 1 1 0 0,0 0 0 0 0,-1 0-1 0 0,1 1 1 0 0,-1-1 0 0 0,1 1-1 0 0,-1-1 1 0 0,0 1 0 0 0,0 0-1 0 0,0 1 1 0 0,0-1 0 0 0,-8-1-1 0 0,5 2-28 0 0,-1 0 0 0 0,1 0 0 0 0,0 1 0 0 0,-1 0 0 0 0,1 1 1 0 0,-1 0-1 0 0,1 0 0 0 0,0 0 0 0 0,0 1 0 0 0,-8 3 0 0 0,10-3-165 0 0,0 0-1 0 0,0 0 1 0 0,0 0 0 0 0,1 1-1 0 0,-1 0 1 0 0,1 0 0 0 0,0 0-1 0 0,0 0 1 0 0,0 1 0 0 0,0-1-1 0 0,1 1 1 0 0,0 0 0 0 0,-1 0 0 0 0,1 1-1 0 0,-3 4 1 0 0,6-7-48 0 0,-1 0 0 0 0,0-1 0 0 0,1 1 0 0 0,-1-1 0 0 0,1 1 0 0 0,0 0 0 0 0,-1-1 0 0 0,1 1 0 0 0,0 0 0 0 0,0 0 0 0 0,0-1 0 0 0,0 1 0 0 0,1 0 0 0 0,-1-1 0 0 0,0 1 0 0 0,1 0 0 0 0,-1-1 0 0 0,1 1 0 0 0,-1-1 0 0 0,2 3 0 0 0,-1-2-401 0 0,0 0 0 0 0,0-1 0 0 0,1 1 0 0 0,-1 0 0 0 0,1-1 0 0 0,-1 1 0 0 0,1 0-1 0 0,-1-1 1 0 0,4 2 0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0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68 844 0 0,'29'-67'15689'0'0,"-23"76"-15286"0"0,1 5-127 0 0,-5 1-81 0 0,1 9-13 0 0,1 0 0 0 0,2-1 0 0 0,0 0 0 0 0,1 0 0 0 0,12 26 0 0 0,-17-45-158 0 0,1 1 0 0 0,-1-1 0 0 0,1 0-1 0 0,0 0 1 0 0,-1 0 0 0 0,2 0 0 0 0,-1 0-1 0 0,0-1 1 0 0,1 0 0 0 0,0 1 0 0 0,0-1 0 0 0,0 0-1 0 0,0-1 1 0 0,0 1 0 0 0,0-1 0 0 0,1 0 0 0 0,-1 0-1 0 0,1 0 1 0 0,0-1 0 0 0,0 1 0 0 0,-1-1 0 0 0,1 0-1 0 0,0-1 1 0 0,0 1 0 0 0,0-1 0 0 0,0 0-1 0 0,0 0 1 0 0,0-1 0 0 0,0 1 0 0 0,0-1 0 0 0,7-2-1 0 0,-4 1-4 0 0,0-1 0 0 0,-1 0 0 0 0,1 0 0 0 0,-1 0-1 0 0,0-1 1 0 0,0 0 0 0 0,0-1 0 0 0,-1 1-1 0 0,0-1 1 0 0,1 0 0 0 0,-2-1 0 0 0,1 0-1 0 0,-1 0 1 0 0,6-7 0 0 0,4-9 368 0 0,-1-1 1 0 0,20-45-1 0 0,-16 31 885 0 0,-18 37-1265 0 0,0 0 0 0 0,0-1 0 0 0,0 1 1 0 0,0 0-1 0 0,0 0 0 0 0,0-1 0 0 0,0 1 0 0 0,0 0 0 0 0,0 0 0 0 0,0-1 0 0 0,0 1 1 0 0,0 0-1 0 0,1 0 0 0 0,-1-1 0 0 0,0 1 0 0 0,0 0 0 0 0,0 0 0 0 0,0-1 0 0 0,1 1 1 0 0,-1 0-1 0 0,0 0 0 0 0,0 0 0 0 0,0-1 0 0 0,1 1 0 0 0,-1 0 0 0 0,0 0 1 0 0,0 0-1 0 0,1 0 0 0 0,-1 0 0 0 0,0 0 0 0 0,0 0 0 0 0,1-1 0 0 0,-1 1 0 0 0,0 0 1 0 0,1 0-1 0 0,-1 0 0 0 0,0 0 0 0 0,0 0 0 0 0,1 0 0 0 0,-1 0 0 0 0,1 0 0 0 0,2 14 73 0 0,-2 23-32 0 0,-42 325 1084 0 0,32-301-933 0 0,-43 208 1041 0 0,34-203 58 0 0,-52 126 1 0 0,63-176-887 0 0,-1 0 1 0 0,-1-1 0 0 0,0 0 0 0 0,-2 0 0 0 0,-13 15-1 0 0,20-25-262 0 0,0 0 0 0 0,-1 0-1 0 0,0-1 1 0 0,0 0 0 0 0,0 0-1 0 0,0 0 1 0 0,-1 0 0 0 0,1-1-1 0 0,-1 0 1 0 0,0 0-1 0 0,0-1 1 0 0,0 0 0 0 0,-1 0-1 0 0,1 0 1 0 0,0-1 0 0 0,-1 0-1 0 0,-7 1 1 0 0,9-2-149 0 0,1-1 1 0 0,-1 1-1 0 0,0-1 1 0 0,1 0-1 0 0,-1 0 0 0 0,0-1 1 0 0,1 1-1 0 0,-1-1 1 0 0,1 0-1 0 0,0 0 1 0 0,0-1-1 0 0,0 1 0 0 0,0-1 1 0 0,0 0-1 0 0,0 0 1 0 0,1 0-1 0 0,-1 0 0 0 0,1-1 1 0 0,0 1-1 0 0,0-1 1 0 0,1 0-1 0 0,-6-8 1 0 0,4 4-3 0 0,0-1 0 0 0,1 1 1 0 0,-1-1-1 0 0,2 0 1 0 0,-1 0-1 0 0,1 0 0 0 0,0 0 1 0 0,1 0-1 0 0,0 0 1 0 0,1-18-1 0 0,3 7-512 0 0,0 1 1 0 0,1-1-1 0 0,1 1 1 0 0,0 0-1 0 0,2 1 0 0 0,0-1 1 0 0,1 1-1 0 0,1 1 0 0 0,1 0 1 0 0,0 0-1 0 0,1 0 1 0 0,21-22-1 0 0,-6 10-832 0 0,1 2 1 0 0,1 1-1 0 0,1 1 0 0 0,1 2 1 0 0,51-31-1 0 0,0 11-6961 0 0,-40 22 981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1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73 744 0 0,'-3'-1'3479'0'0,"-10"-2"1027"0"0,-23-3 8689 0 0,63-5-12740 0 0,169-16-1633 0 0,-118 18-2773 0 0,0-2-4008 0 0,-46 6 1072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1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45 1936 0 0,'-34'-32'15412'0'0,"23"19"-11504"0"0,10 16-3541 0 0,1 1-1 0 0,-1-1 1 0 0,1 0 0 0 0,0 1 0 0 0,0-1-1 0 0,0 0 1 0 0,0 1 0 0 0,1-1 0 0 0,0 4-1 0 0,0-5-196 0 0,8 87 2231 0 0,-5 163-1 0 0,-9-174-2267 0 0,-2 29-205 0 0,8-37-3568 0 0,2-52 856 0 0,0-9-1116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2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51 3588 0 0,'32'-50'12558'0'0,"-36"51"-12346"0"0,1 1 0 0 0,-1-1 1 0 0,1 1-1 0 0,-1 0 0 0 0,1 1 0 0 0,0-1 0 0 0,0 0 0 0 0,0 1 0 0 0,0 0 0 0 0,0-1 1 0 0,0 1-1 0 0,-3 5 0 0 0,-2 1 73 0 0,-7 6-131 0 0,1 0 1 0 0,0 1-1 0 0,1 0 0 0 0,1 1 1 0 0,1 1-1 0 0,0 0 0 0 0,1 0 1 0 0,-9 24-1 0 0,18-39-143 0 0,0 0 0 0 0,1 0 0 0 0,-1 0 0 0 0,1 1 0 0 0,-1-1 0 0 0,1 0 0 0 0,0 0 0 0 0,0 0 0 0 0,0 0 0 0 0,1 0 0 0 0,-1 0 0 0 0,1 0 1 0 0,-1 0-1 0 0,1 0 0 0 0,0 0 0 0 0,0 0 0 0 0,1 0 0 0 0,-1 0 0 0 0,1-1 0 0 0,-1 1 0 0 0,1-1 0 0 0,0 1 0 0 0,0-1 0 0 0,0 1 0 0 0,0-1 0 0 0,0 0 0 0 0,1 0 0 0 0,3 3 0 0 0,7 4 27 0 0,1-1-1 0 0,0 0 1 0 0,1-1-1 0 0,21 8 1 0 0,-1 0-27 0 0,-25-11 24 0 0,12 7-48 0 0,0 0 1 0 0,30 21-1 0 0,-47-28 50 0 0,0 0-1 0 0,0-1 0 0 0,0 2 1 0 0,-1-1-1 0 0,0 1 1 0 0,0-1-1 0 0,0 1 0 0 0,0 0 1 0 0,-1 1-1 0 0,0-1 1 0 0,0 1-1 0 0,0-1 0 0 0,-1 1 1 0 0,1 0-1 0 0,1 8 1 0 0,-4-10 53 0 0,1 0 0 0 0,-1 1 1 0 0,0-1-1 0 0,0 0 1 0 0,0 1-1 0 0,0-1 1 0 0,-1 0-1 0 0,0 1 0 0 0,0-1 1 0 0,0 0-1 0 0,0 0 1 0 0,-1 0-1 0 0,-2 5 0 0 0,0-3 10 0 0,1 1 0 0 0,-2-1 0 0 0,1 0 0 0 0,-1 0 0 0 0,0-1 0 0 0,0 1 0 0 0,-7 4 0 0 0,-1 0 67 0 0,1-1-1 0 0,-2 0 1 0 0,0-1 0 0 0,0 0-1 0 0,0-1 1 0 0,-24 7-1 0 0,26-10 21 0 0,0 0-1 0 0,-1-2 1 0 0,1 1-1 0 0,0-1 1 0 0,-1-1-1 0 0,0 0 0 0 0,1-1 1 0 0,-15-2-1 0 0,23 2-161 0 0,1-1-1 0 0,-1 1 0 0 0,1-1 0 0 0,0 0 1 0 0,-1 0-1 0 0,1-1 0 0 0,0 1 0 0 0,0 0 1 0 0,0-1-1 0 0,0 0 0 0 0,0 0 0 0 0,0 0 1 0 0,1 0-1 0 0,-1 0 0 0 0,1-1 0 0 0,-1 1 1 0 0,1-1-1 0 0,0 0 0 0 0,0 1 0 0 0,0-1 1 0 0,0 0-1 0 0,0 0 0 0 0,1 0 0 0 0,0-1 1 0 0,-1 1-1 0 0,1 0 0 0 0,0 0 0 0 0,0-1 1 0 0,1 1-1 0 0,-1-1 0 0 0,1 1 0 0 0,0 0 1 0 0,0-1-1 0 0,0-4 0 0 0,1-4-15 0 0,0 1 1 0 0,1 0-1 0 0,0-1 0 0 0,1 1 1 0 0,0 0-1 0 0,1 0 0 0 0,0 1 0 0 0,1-1 1 0 0,8-14-1 0 0,9-11-39 0 0,31-38-1 0 0,-47 66 17 0 0,83-98-67 0 0,16-21-21 0 0,-103 124 100 0 0,0 1-1 0 0,-1-1 0 0 0,1 1 0 0 0,-1-1 0 0 0,1 0 0 0 0,-1 1 0 0 0,0-1 0 0 0,0 0 0 0 0,-1 0 0 0 0,1 0 0 0 0,0 0 0 0 0,-1 0 1 0 0,0 0-1 0 0,0 0 0 0 0,0 0 0 0 0,0 0 0 0 0,0 0 0 0 0,0 0 0 0 0,-2-5 0 0 0,1 6-1 0 0,0-1 0 0 0,-1 1-1 0 0,1 0 1 0 0,0 0 0 0 0,-1 0-1 0 0,0 0 1 0 0,1 0 0 0 0,-1 0 0 0 0,0 1-1 0 0,0-1 1 0 0,0 0 0 0 0,0 1-1 0 0,0-1 1 0 0,0 1 0 0 0,0 0 0 0 0,-1 0-1 0 0,1 0 1 0 0,0 0 0 0 0,-1 0-1 0 0,1 1 1 0 0,-1-1 0 0 0,1 1-1 0 0,-5-1 1 0 0,-6-1-153 0 0,0 1 0 0 0,0 1 1 0 0,0 0-1 0 0,0 0 0 0 0,-21 4 0 0 0,28-2-328 0 0,0-1 0 0 0,0 1 0 0 0,1 0 0 0 0,-1 1 0 0 0,-9 4 0 0 0,11-4-196 0 0,1-1-1 0 0,-1 1 1 0 0,1-1-1 0 0,0 1 1 0 0,0 0-1 0 0,0 0 1 0 0,0 1-1 0 0,1-1 1 0 0,-3 5 0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2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36 2940 0 0,'-3'1'2842'0'0,"-7"1"-651"0"0,-18 4 7355 0 0,14-4-4552 0 0,26-4-4552 0 0,313-36 365 0 0,-259 32-717 0 0,-62 6-77 0 0,-3 0-13 0 0,-1 1 0 0 0,1-1 0 0 0,-1 0 0 0 0,1 0 0 0 0,-1 0 0 0 0,1 1 1 0 0,-1-1-1 0 0,1 0 0 0 0,-1 1 0 0 0,1-1 0 0 0,-1 0 0 0 0,0 1 0 0 0,1-1 0 0 0,-1 1 0 0 0,1-1 0 0 0,-1 1 0 0 0,0-1 1 0 0,1 1-1 0 0,-1-1 0 0 0,0 1 0 0 0,0-1 0 0 0,0 1 0 0 0,1-1 0 0 0,-1 1 0 0 0,0-1 0 0 0,0 1 0 0 0,0 0 0 0 0,0-1 1 0 0,0 1-1 0 0,0-1 0 0 0,0 1 0 0 0,0-1 0 0 0,0 1 0 0 0,0 0 0 0 0,0-1 0 0 0,-1 2 0 0 0,-8 16-6 0 0,9-16 6 0 0,-32 43 196 0 0,-2-2 0 0 0,-72 74-1 0 0,16-20 1650 0 0,-1 14 164 0 0,90-111-1983 0 0,1 1 0 0 0,-1-1 1 0 0,1 1-1 0 0,-1-1 1 0 0,1 0-1 0 0,0 1 1 0 0,-1-1-1 0 0,1 1 0 0 0,0-1 1 0 0,-1 1-1 0 0,1-1 1 0 0,0 1-1 0 0,0 0 0 0 0,0-1 1 0 0,-1 1-1 0 0,1-1 1 0 0,0 1-1 0 0,0-1 1 0 0,0 1-1 0 0,0 0 0 0 0,0-1 1 0 0,0 1-1 0 0,0-1 1 0 0,0 1-1 0 0,0 0 0 0 0,0-1 1 0 0,0 1-1 0 0,1-1 1 0 0,-1 1-1 0 0,0-1 1 0 0,0 1-1 0 0,0 0 0 0 0,1-1 1 0 0,-1 1-1 0 0,0-1 1 0 0,1 1-1 0 0,-1-1 1 0 0,1 0-1 0 0,-1 1 0 0 0,0-1 1 0 0,1 1-1 0 0,-1-1 1 0 0,1 0-1 0 0,-1 1 0 0 0,1-1 1 0 0,-1 0-1 0 0,1 1 1 0 0,-1-1-1 0 0,1 0 1 0 0,0 0-1 0 0,-1 0 0 0 0,1 1 1 0 0,-1-1-1 0 0,1 0 1 0 0,-1 0-1 0 0,1 0 0 0 0,0 0 1 0 0,-1 0-1 0 0,1 0 1 0 0,1 0-1 0 0,41-1 438 0 0,-39 1-427 0 0,113-14-123 0 0,132-33-1 0 0,-67 2-5416 0 0,-3-6-8978 0 0,-139 40 6627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2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79 2484 0 0,'-196'-22'19769'0'0,"195"22"-19729"0"0,1 0 1 0 0,0 0 0 0 0,-1 0 0 0 0,1 0-1 0 0,-1 0 1 0 0,1-1 0 0 0,0 1 0 0 0,-1 0-1 0 0,1 0 1 0 0,-1 0 0 0 0,1 0 0 0 0,0 0-1 0 0,-1 0 1 0 0,1-1 0 0 0,0 1 0 0 0,-1 0 0 0 0,1 0-1 0 0,0-1 1 0 0,-1 1 0 0 0,1 0 0 0 0,0 0-1 0 0,-1-1 1 0 0,1 1 0 0 0,-1-1 0 0 0,6-6 349 0 0,14-2-146 0 0,3 1-219 0 0,1 1 0 0 0,-1 1 0 0 0,2 2 0 0 0,38-4 0 0 0,41 5-3591 0 0,-48 8-621 0 0,-19 3-3532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3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0 1444 0 0,'-187'96'15761'0'0,"177"-88"-14017"0"0,10-8-1690 0 0,0 0 0 0 0,0 1 0 0 0,1-1 1 0 0,-1 0-1 0 0,0 1 0 0 0,0-1 0 0 0,0 0 0 0 0,0 0 0 0 0,1 1 0 0 0,-1-1 0 0 0,0 0 1 0 0,0 0-1 0 0,0 0 0 0 0,1 1 0 0 0,-1-1 0 0 0,0 0 0 0 0,0 0 0 0 0,1 0 0 0 0,-1 0 1 0 0,0 1-1 0 0,1-1 0 0 0,-1 0 0 0 0,0 0 0 0 0,0 0 0 0 0,1 0 0 0 0,-1 0 1 0 0,0 0-1 0 0,1 0 0 0 0,-1 0 0 0 0,0 0 0 0 0,1 0 0 0 0,-1 0 0 0 0,0 0 0 0 0,1 0 1 0 0,-1 0-1 0 0,0 0 0 0 0,0 0 0 0 0,1 0 0 0 0,-1-1 0 0 0,0 1 0 0 0,1 0 0 0 0,-1 0 1 0 0,213-23-1965 0 0,-71-1-8680 0 0,-101 15 4217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3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90 127 3292 0 0,'-4'0'2619'0'0,"-65"2"12827"0"0,54-4-9059 0 0,14 1-6167 0 0,11-7 1690 0 0,29-6-1019 0 0,45-12-116 0 0,91-14 1 0 0,-106 25-645 0 0,-68 15-95 0 0,44-13-2226 0 0,-15 9-10037 0 0,-6-1 4033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0:5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72 3332 0 0,'25'-71'26586'0'0,"-44"212"-23737"0"0,-69 436-2849 0 0,80-536 12 0 0,-21 93-115 0 0,19-134-2561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6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49 2048 0 0,'2'-4'2183'0'0,"0"0"-926"0"0,0 0 0 0 0,-1 0 0 0 0,0 0 1 0 0,0 0-1 0 0,0 0 0 0 0,0 0 0 0 0,0-7 1 0 0,-1 11-1236 0 0,0 0 0 0 0,0-1 1 0 0,0 1-1 0 0,0 0 0 0 0,0 0 1 0 0,0 0-1 0 0,0-1 0 0 0,0 1 1 0 0,0 0-1 0 0,0 0 0 0 0,0 0 1 0 0,0 0-1 0 0,0-1 0 0 0,0 1 1 0 0,-1 0-1 0 0,1 0 0 0 0,0 0 1 0 0,0 0-1 0 0,0-1 0 0 0,0 1 1 0 0,0 0-1 0 0,0 0 0 0 0,0 0 1 0 0,-1 0-1 0 0,1 0 0 0 0,0 0 1 0 0,0-1-1 0 0,0 1 0 0 0,0 0 1 0 0,0 0-1 0 0,-1 0 0 0 0,1 0 1 0 0,0 0-1 0 0,0 0 0 0 0,0 0 1 0 0,0 0-1 0 0,-1 0 0 0 0,1 0 1 0 0,0 0-1 0 0,0 0 0 0 0,0 0 1 0 0,-1 0-1 0 0,1 0 0 0 0,0 0 1 0 0,0 0-1 0 0,0 0 0 0 0,0 0 0 0 0,-1 0 1 0 0,1 0-1 0 0,0 0 0 0 0,0 0 1 0 0,0 0-1 0 0,0 0 0 0 0,-1 0 1 0 0,1 1-1 0 0,-15 9 489 0 0,-13 18-45 0 0,6-4-148 0 0,-107 126 737 0 0,114-129-980 0 0,1 0 0 0 0,1 0-1 0 0,0 2 1 0 0,2 0 0 0 0,-15 41 0 0 0,25-59-65 0 0,-1-1-1 0 0,1 0 0 0 0,0 1 0 0 0,1-1 1 0 0,-1 1-1 0 0,1-1 0 0 0,0 1 0 0 0,0-1 0 0 0,0 1 1 0 0,0 0-1 0 0,1-1 0 0 0,0 0 0 0 0,0 1 1 0 0,0-1-1 0 0,0 1 0 0 0,1-1 0 0 0,0 0 1 0 0,3 7-1 0 0,-1-7-34 0 0,-1 0 0 0 0,1 0 1 0 0,0 0-1 0 0,0 0 0 0 0,0-1 1 0 0,0 1-1 0 0,1-1 0 0 0,-1 0 1 0 0,1-1-1 0 0,0 1 0 0 0,0-1 1 0 0,0 0-1 0 0,0 0 0 0 0,0 0 1 0 0,7 1-1 0 0,7 1-243 0 0,1-1 0 0 0,0-1 0 0 0,0-1 0 0 0,0 0 0 0 0,0-1 0 0 0,0-2 0 0 0,0 0 0 0 0,0-1-1 0 0,22-6 1 0 0,-16 2-7 0 0,0-2-1 0 0,-1 0 1 0 0,-1-1-1 0 0,1-2 1 0 0,-2-1-1 0 0,30-19 1 0 0,-37 19 277 0 0,0 0-1 0 0,0 0 1 0 0,-1-2 0 0 0,-1 0-1 0 0,-1 0 1 0 0,0-2 0 0 0,18-30-1 0 0,-23 33 469 0 0,-1 0 0 0 0,0 0-1 0 0,-1-1 1 0 0,-1 0 0 0 0,0-1-1 0 0,3-18 1 0 0,-8 33-433 0 0,0 0 0 0 0,0 0 0 0 0,1 0 0 0 0,-1-1 0 0 0,0 1 0 0 0,0 0-1 0 0,0 0 1 0 0,0-1 0 0 0,-1 1 0 0 0,1 0 0 0 0,0 0 0 0 0,0-1 0 0 0,-1 1 0 0 0,0-2 0 0 0,1 3-27 0 0,-1-1-1 0 0,1 1 1 0 0,0 0-1 0 0,-1 0 1 0 0,1-1-1 0 0,0 1 1 0 0,-1 0-1 0 0,1 0 1 0 0,0-1-1 0 0,-1 1 1 0 0,1 0-1 0 0,0 0 1 0 0,-1 0-1 0 0,1 0 1 0 0,-1 0-1 0 0,1 0 1 0 0,-1 0-1 0 0,1-1 0 0 0,0 1 1 0 0,-1 0-1 0 0,1 0 1 0 0,-1 1-1 0 0,1-1 1 0 0,0 0-1 0 0,-1 0 1 0 0,1 0-1 0 0,-1 0 1 0 0,-2 1 3 0 0,1 0 1 0 0,0 0-1 0 0,-1 1 1 0 0,1-1-1 0 0,0 1 1 0 0,0-1-1 0 0,0 1 1 0 0,0 0-1 0 0,0-1 1 0 0,0 1-1 0 0,-1 3 1 0 0,-6 7 12 0 0,2 1 0 0 0,0 0 1 0 0,0 0-1 0 0,1 1 0 0 0,0 0 0 0 0,2 0 1 0 0,-1 1-1 0 0,-3 27 0 0 0,6-30-1 0 0,1 0-1 0 0,0-1 1 0 0,1 1 0 0 0,0 0-1 0 0,1 0 1 0 0,0 0 0 0 0,1 0-1 0 0,1-1 1 0 0,-1 1 0 0 0,2-1-1 0 0,7 18 1 0 0,-8-23 0 0 0,0-1 0 0 0,0 0-1 0 0,1 0 1 0 0,-1-1 0 0 0,1 1 0 0 0,0-1-1 0 0,1 0 1 0 0,-1 0 0 0 0,1 0 0 0 0,-1 0-1 0 0,1-1 1 0 0,0 0 0 0 0,1 0 0 0 0,-1 0-1 0 0,1-1 1 0 0,-1 0 0 0 0,1 0 0 0 0,-1 0 0 0 0,1 0-1 0 0,10 0 1 0 0,-12-2-14 0 0,0 0 0 0 0,0 0 0 0 0,0 0 0 0 0,-1 0-1 0 0,1-1 1 0 0,0 0 0 0 0,0 0 0 0 0,0 0 0 0 0,-1 0 0 0 0,1-1 0 0 0,0 1 0 0 0,-1-1-1 0 0,0 0 1 0 0,1 0 0 0 0,-1 0 0 0 0,0-1 0 0 0,0 1 0 0 0,0-1 0 0 0,0 0 0 0 0,0 1 0 0 0,-1-1-1 0 0,1 0 1 0 0,-1-1 0 0 0,2-2 0 0 0,2-4-11 0 0,-1 0-1 0 0,0 0 1 0 0,0 0 0 0 0,-1 0-1 0 0,-1-1 1 0 0,5-21-1 0 0,-6 22-4 0 0,-1 1-1 0 0,0-1 1 0 0,-1 1-1 0 0,0-1 1 0 0,0 1 0 0 0,-1-1-1 0 0,0 1 1 0 0,-1-1-1 0 0,0 1 1 0 0,0 0-1 0 0,-1 0 1 0 0,0 0-1 0 0,-6-11 1 0 0,6 14-2 0 0,0 1 1 0 0,-1 0-1 0 0,0 0 1 0 0,0 0-1 0 0,0 0 1 0 0,0 1 0 0 0,0-1-1 0 0,-1 1 1 0 0,0 0-1 0 0,0 1 1 0 0,0-1-1 0 0,-1 1 1 0 0,1 0-1 0 0,-1 0 1 0 0,1 0-1 0 0,-1 1 1 0 0,0 0 0 0 0,0 0-1 0 0,0 1 1 0 0,0 0-1 0 0,-8-1 1 0 0,5 1-10 0 0,-1 1-1 0 0,1 1 1 0 0,-1-1 0 0 0,1 1 0 0 0,0 1 0 0 0,-1 0 0 0 0,1 0 0 0 0,0 1 0 0 0,0 0 0 0 0,-11 5-1 0 0,20-8 16 0 0,-1 0 0 0 0,1 1-1 0 0,-1-1 1 0 0,1 0 0 0 0,-1 0-1 0 0,1 0 1 0 0,0 1 0 0 0,-1-1-1 0 0,1 0 1 0 0,-1 0-1 0 0,1 1 1 0 0,0-1 0 0 0,-1 0-1 0 0,1 1 1 0 0,0-1 0 0 0,0 0-1 0 0,-1 1 1 0 0,1-1 0 0 0,0 1-1 0 0,0-1 1 0 0,-1 0 0 0 0,1 1-1 0 0,0-1 1 0 0,0 1 0 0 0,0-1-1 0 0,0 1 1 0 0,0-1-1 0 0,0 1 1 0 0,0-1 0 0 0,0 1-1 0 0,0-1 1 0 0,0 0 0 0 0,0 1-1 0 0,0-1 1 0 0,0 1 0 0 0,0-1-1 0 0,0 1 1 0 0,0-1 0 0 0,0 1-1 0 0,0-1 1 0 0,1 0 0 0 0,-1 1-1 0 0,0-1 1 0 0,0 1-1 0 0,1-1 1 0 0,-1 0 0 0 0,0 1-1 0 0,1-1 1 0 0,-1 0 0 0 0,0 1-1 0 0,1-1 1 0 0,18 13-85 0 0,-7-10 37 0 0,0 0 1 0 0,1-1-1 0 0,-1 0 0 0 0,0-1 0 0 0,14 0 0 0 0,65-5-98 0 0,-26 0 87 0 0,-28 2 7 0 0,79 2 101 0 0,-101 1-25 0 0,0 0-1 0 0,0 1 0 0 0,0 1 0 0 0,0 1 0 0 0,19 6 0 0 0,-28-7 1 0 0,0 0-1 0 0,-1 0 0 0 0,1 0 0 0 0,-1 0 1 0 0,0 1-1 0 0,0 0 0 0 0,0 0 1 0 0,-1 1-1 0 0,1-1 0 0 0,-1 1 1 0 0,0 0-1 0 0,0 0 0 0 0,-1 0 0 0 0,1 1 1 0 0,-1-1-1 0 0,0 1 0 0 0,-1 0 1 0 0,0 0-1 0 0,0 0 0 0 0,0 0 0 0 0,0 0 1 0 0,-1 0-1 0 0,0 1 0 0 0,0-1 1 0 0,-1 0-1 0 0,0 1 0 0 0,0-1 0 0 0,0 0 1 0 0,-1 1-1 0 0,0-1 0 0 0,0 0 1 0 0,-1 1-1 0 0,1-1 0 0 0,-1 0 0 0 0,-1 0 1 0 0,1-1-1 0 0,-1 1 0 0 0,0 0 1 0 0,0-1-1 0 0,-1 0 0 0 0,-8 10 0 0 0,-1-1 263 0 0,12-13-165 0 0,-13-6 169 0 0,12 0-271 0 0,0 0 0 0 0,1 0 0 0 0,-1 0 0 0 0,1 0 0 0 0,0-1 0 0 0,1 1 0 0 0,-1 0 0 0 0,1 0 0 0 0,0 0 0 0 0,1-1 0 0 0,-1 1 0 0 0,1 0-1 0 0,0 0 1 0 0,0 0 0 0 0,1 0 0 0 0,2-7 0 0 0,4-9-59 0 0,1-1-1 0 0,16-27 0 0 0,-16 33 12 0 0,1 0 0 0 0,1 1-1 0 0,0 0 1 0 0,25-23 0 0 0,-30 31 14 0 0,1 1 0 0 0,1 0 0 0 0,0 0 0 0 0,-1 0 0 0 0,2 1 0 0 0,-1 0 0 0 0,0 1 0 0 0,1 0 0 0 0,0 0 0 0 0,0 1 0 0 0,11-3 0 0 0,-18 6 15 0 0,0-1 1 0 0,0 0-1 0 0,0 1 0 0 0,0 0 0 0 0,0-1 1 0 0,0 1-1 0 0,0 0 0 0 0,0 0 0 0 0,0 0 1 0 0,0 0-1 0 0,-1 0 0 0 0,1 1 0 0 0,0-1 1 0 0,0 1-1 0 0,2 0 0 0 0,1 1 0 0 0,0-1 13 0 0,-1 1 1 0 0,1 0 0 0 0,-1 0 0 0 0,1 0-1 0 0,-1 0 1 0 0,0 1 0 0 0,0 0-1 0 0,0 0 1 0 0,-1 0 0 0 0,1 0-1 0 0,-1 0 1 0 0,1 1 0 0 0,-1-1-1 0 0,0 1 1 0 0,0 0 0 0 0,-1 0 0 0 0,1 0-1 0 0,-1 1 1 0 0,2 5 0 0 0,4 9 96 0 0,-1 0 1 0 0,-1 1-1 0 0,4 20 1 0 0,-10-39-109 0 0,8 41-814 0 0,2 78 0 0 0,-7-69-3423 0 0,-3-48 3531 0 0,2 6-408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171 105 2820 0 0,'23'-33'5105'0'0,"-13"19"-1849"0"0,0-1 0 0 0,12-25 0 0 0,-21 38-2623 0 0,-19 3-70 0 0,6 6-492 0 0,0 1 0 0 0,1 0 0 0 0,1 0 0 0 0,-1 1-1 0 0,1 0 1 0 0,-9 12 0 0 0,18-19-66 0 0,0-1 0 0 0,0 1-1 0 0,0 0 1 0 0,0 0 0 0 0,0 0 0 0 0,1 0 0 0 0,-1 0-1 0 0,1 0 1 0 0,-1 0 0 0 0,1 0 0 0 0,0 0-1 0 0,0 0 1 0 0,0 0 0 0 0,0 0 0 0 0,0 1 0 0 0,0-1-1 0 0,1 0 1 0 0,-1 0 0 0 0,1 0 0 0 0,0 2-1 0 0,2 3 50 0 0,-1 0 0 0 0,1-1 0 0 0,1 1 0 0 0,4 7-1 0 0,10 11 45 0 0,2 0-1 0 0,1-2 0 0 0,27 26 0 0 0,-23-26-54 0 0,-1 2-1 0 0,28 38 1 0 0,-50-60 119 0 0,1 1-1 0 0,-1 0 0 0 0,0-1 1 0 0,0 1-1 0 0,0 0 0 0 0,0 0 1 0 0,-1 0-1 0 0,0 0 0 0 0,1 0 1 0 0,-2 0-1 0 0,2 8 0 0 0,-2-10-34 0 0,0 0 1 0 0,-1 0-1 0 0,1 0 0 0 0,-1 1 0 0 0,0-1 1 0 0,1 0-1 0 0,-1 0 0 0 0,0 0 0 0 0,0 0 1 0 0,0 0-1 0 0,0 0 0 0 0,-1 0 0 0 0,1 0 1 0 0,-1-1-1 0 0,1 1 0 0 0,-1 0 0 0 0,1-1 1 0 0,-1 1-1 0 0,0-1 0 0 0,0 0 0 0 0,0 1 1 0 0,0-1-1 0 0,-3 1 0 0 0,-6 4 141 0 0,-1-1 0 0 0,1-1-1 0 0,-1 0 1 0 0,0-1 0 0 0,0 0 0 0 0,0-1-1 0 0,-1 0 1 0 0,1-1 0 0 0,-18 0 0 0 0,-3-2-11 0 0,1-1-1 0 0,-45-10 1 0 0,69 11-800 0 0,0-1-1 0 0,0 0 0 0 0,0 0 0 0 0,0-1 1 0 0,-13-6-1 0 0,20 9 413 0 0,1-1 0 0 0,0 1-1 0 0,-1 0 1 0 0,1-1 0 0 0,-1 1 0 0 0,1 0-1 0 0,0-1 1 0 0,0 1 0 0 0,-1-1 0 0 0,1 1-1 0 0,0 0 1 0 0,0-1 0 0 0,-1 1 0 0 0,1-1 0 0 0,0 1-1 0 0,0-1 1 0 0,0 1 0 0 0,0 0 0 0 0,0-1-1 0 0,-1 1 1 0 0,1-1 0 0 0,0 1 0 0 0,0-1-1 0 0,0 1 1 0 0,0-1 0 0 0,1 1 0 0 0,-1-1 0 0 0,0 1-1 0 0,0-1 1 0 0,0 1 0 0 0,0-1 0 0 0,0 1-1 0 0,1 0 1 0 0,-1-1 0 0 0,0 1 0 0 0,0-1-1 0 0,1 0 1 0 0,10-12-2917 0 0,31-11-5923 0 0,-25 14 2934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7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3164 0 0,'7'-12'3945'0'0,"0"1"0"0"0,0 0-1 0 0,17-20 596 0 0,-23 33-4469 0 0,-1 1-1 0 0,0-1 0 0 0,0 0 0 0 0,0 0 0 0 0,-1 0 0 0 0,1 0 0 0 0,0 0 0 0 0,-1 0 0 0 0,-1 3 0 0 0,-9 39 342 0 0,1 1 0 0 0,3 0 0 0 0,1 1 0 0 0,1 50 0 0 0,4-90-401 0 0,2 0-1 0 0,-1 0 1 0 0,1-1 0 0 0,-1 1 0 0 0,2 0 0 0 0,-1 0 0 0 0,1-1 0 0 0,0 1-1 0 0,0-1 1 0 0,4 9 0 0 0,-4-11-24 0 0,0 0 0 0 0,1-1 1 0 0,-1 1-1 0 0,0-1 0 0 0,1 1 0 0 0,-1-1 0 0 0,1 0 1 0 0,0 0-1 0 0,0 0 0 0 0,0 0 0 0 0,0 0 0 0 0,0-1 1 0 0,0 1-1 0 0,0-1 0 0 0,0 0 0 0 0,1 0 0 0 0,-1 0 1 0 0,7 1-1 0 0,0-2-456 0 0,1 1-1 0 0,-1-1 1 0 0,0-1 0 0 0,0 0 0 0 0,0 0 0 0 0,0-1 0 0 0,0 0 0 0 0,0-1-1 0 0,12-5 1 0 0,-9 3-1521 0 0,-1 0 0 0 0,-1-1-1 0 0,20-14 1 0 0,-3-1-5128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7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73 508 0 0,'-53'-28'5491'0'0,"31"16"-2552"0"0,-43-17 0 0 0,64 29-2947 0 0,0-1-1 0 0,0 1 1 0 0,0-1 0 0 0,1 1 0 0 0,-1 0-1 0 0,0 0 1 0 0,0-1 0 0 0,0 1-1 0 0,0 0 1 0 0,1 0 0 0 0,-1 0 0 0 0,0 0-1 0 0,0 0 1 0 0,0 0 0 0 0,0 0-1 0 0,0 0 1 0 0,0 0 0 0 0,1 1-1 0 0,-1-1 1 0 0,0 0 0 0 0,0 0 0 0 0,0 1-1 0 0,0-1 1 0 0,1 0 0 0 0,-1 1-1 0 0,0-1 1 0 0,0 1 0 0 0,1-1 0 0 0,-1 1-1 0 0,0 0 1 0 0,1-1 0 0 0,-1 1-1 0 0,1 0 1 0 0,-1-1 0 0 0,1 1-1 0 0,-1 0 1 0 0,1 0 0 0 0,-1-1 0 0 0,1 1-1 0 0,0 0 1 0 0,-1 0 0 0 0,1 0-1 0 0,0-1 1 0 0,0 3 0 0 0,-1 0-529 0 0,1 1 0 0 0,0-1 0 0 0,0 0 0 0 0,0 1 0 0 0,1-1-1 0 0,-1 0 1 0 0,1 1 0 0 0,-1-1 0 0 0,4 6 0 0 0,1 4-3192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8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86 156 0 0,'6'-15'7855'0'0,"-6"13"-7295"0"0,1-1 0 0 0,0 0-1 0 0,-1 1 1 0 0,0-1-1 0 0,1 0 1 0 0,-1 1-1 0 0,0-1 1 0 0,-1 0 0 0 0,1 0-1 0 0,0 1 1 0 0,-1-1-1 0 0,1 0 1 0 0,-1 1 0 0 0,0-1-1 0 0,0 1 1 0 0,-2-6-1 0 0,1 7-497 0 0,1-1-1 0 0,-1 0 0 0 0,1 1 0 0 0,-1-1 1 0 0,0 1-1 0 0,0 0 0 0 0,1-1 0 0 0,-1 1 1 0 0,0 0-1 0 0,0 0 0 0 0,0 0 0 0 0,0 0 0 0 0,0 0 1 0 0,0 1-1 0 0,-1-1 0 0 0,1 1 0 0 0,0-1 1 0 0,0 1-1 0 0,0 0 0 0 0,-1 0 0 0 0,-2 0 1 0 0,-12 0 58 0 0,0 2 1 0 0,0-1-1 0 0,0 2 0 0 0,-20 5 1 0 0,30-6-102 0 0,-1 0 0 0 0,1 1 0 0 0,0 0 0 0 0,1 0 0 0 0,-1 0 1 0 0,0 1-1 0 0,1 0 0 0 0,0 0 0 0 0,0 0 0 0 0,0 1 0 0 0,1 0 0 0 0,-6 6 0 0 0,10-9-19 0 0,-1 0-1 0 0,2-1 0 0 0,-1 1 0 0 0,0 0 0 0 0,0 0 0 0 0,0 0 1 0 0,1-1-1 0 0,-1 1 0 0 0,1 0 0 0 0,0 0 0 0 0,-1 0 0 0 0,1 0 1 0 0,0 0-1 0 0,0 0 0 0 0,0 0 0 0 0,1 0 0 0 0,-1 0 0 0 0,0 0 1 0 0,1-1-1 0 0,-1 1 0 0 0,1 0 0 0 0,-1 0 0 0 0,1 0 0 0 0,0 0 0 0 0,0-1 1 0 0,0 1-1 0 0,0 0 0 0 0,0-1 0 0 0,0 1 0 0 0,3 2 0 0 0,4 5-17 0 0,1 0 0 0 0,0-1-1 0 0,18 13 1 0 0,-18-13 7 0 0,68 45 44 0 0,-55-39-49 0 0,0 1-1 0 0,-1 1 0 0 0,-1 0 0 0 0,0 2 0 0 0,17 20 0 0 0,-36-37 56 0 0,0 1 0 0 0,0-1 0 0 0,0 1 0 0 0,0-1 0 0 0,0 1 0 0 0,0-1 0 0 0,0 1-1 0 0,0-1 1 0 0,-1 1 0 0 0,1 0 0 0 0,-1 0 0 0 0,1-1 0 0 0,-1 1 0 0 0,0 0 0 0 0,0 0-1 0 0,1-1 1 0 0,-1 1 0 0 0,-1 0 0 0 0,1 0 0 0 0,0 0 0 0 0,0-1 0 0 0,-1 1 0 0 0,0 2-1 0 0,0-1 45 0 0,-1 0 0 0 0,0 0 0 0 0,0 0 0 0 0,0-1 0 0 0,0 1 0 0 0,0-1 0 0 0,0 1 0 0 0,-1-1 0 0 0,1 0 0 0 0,-1 0 0 0 0,-5 3 0 0 0,-3 2 118 0 0,0-1-1 0 0,-1-1 0 0 0,0 0 0 0 0,0-1 0 0 0,-19 5 1 0 0,4-3-284 0 0,0-1 0 0 0,0-1 0 0 0,0-1 0 0 0,0-1 0 0 0,-1-2 1 0 0,-50-6-1 0 0,77 6-144 0 0,-1 0 0 0 0,1 0 0 0 0,-1-1 1 0 0,1 1-1 0 0,0 0 0 0 0,-1-1 0 0 0,1 1 0 0 0,-1-1 1 0 0,1 0-1 0 0,0 1 0 0 0,0-1 0 0 0,-1 0 1 0 0,1 0-1 0 0,0 0 0 0 0,0 0 0 0 0,0 0 0 0 0,-1-2 1 0 0,1 3 77 0 0,1-1 1 0 0,0 0-1 0 0,0 0 0 0 0,-1 0 1 0 0,1 1-1 0 0,0-1 1 0 0,0 0-1 0 0,0 0 0 0 0,0 0 1 0 0,0 0-1 0 0,0 0 0 0 0,0 1 1 0 0,1-1-1 0 0,-1 0 1 0 0,0 0-1 0 0,0 0 0 0 0,1 1 1 0 0,-1-1-1 0 0,0 0 1 0 0,1 0-1 0 0,0-1 0 0 0,4-4-942 0 0,-1 0 0 0 0,1 0 0 0 0,1 1 1 0 0,-1 0-1 0 0,8-6 0 0 0,-9 8 94 0 0,20-17-3800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8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36 196 740 0 0,'23'-54'7983'0'0,"26"-85"1"0"0,-49 137-7699 0 0,-1 4-175 0 0,-15 48-2 0 0,-21 99 1 0 0,6 56 384 0 0,29-184-444 0 0,-16 143 192 0 0,16-127-124 0 0,1 1 0 0 0,6 49 1 0 0,-4-80-67 0 0,0 0 1 0 0,1 0-1 0 0,-1 0 1 0 0,1-1 0 0 0,0 1-1 0 0,1 0 1 0 0,0-1-1 0 0,0 1 1 0 0,0-1 0 0 0,1 0-1 0 0,0 0 1 0 0,8 9-1 0 0,-9-12-25 0 0,0-1 0 0 0,0 1 1 0 0,0-1-1 0 0,0 0 0 0 0,0 0 0 0 0,1 0 0 0 0,0 0 0 0 0,-1 0 0 0 0,1-1 0 0 0,0 1 1 0 0,-1-1-1 0 0,1 0 0 0 0,0-1 0 0 0,0 1 0 0 0,0 0 0 0 0,0-1 0 0 0,0 0 0 0 0,0 0 1 0 0,0 0-1 0 0,0-1 0 0 0,0 1 0 0 0,0-1 0 0 0,7-2 0 0 0,3-2-29 0 0,0-1 0 0 0,0 0 0 0 0,0-1 0 0 0,-1 0 0 0 0,0-1 0 0 0,0-1 0 0 0,-1 0 0 0 0,0-1 0 0 0,-1 0 0 0 0,17-19 0 0 0,-14 12 1 0 0,0-1-1 0 0,0 0 1 0 0,-2-1 0 0 0,0 0-1 0 0,-2-1 1 0 0,14-33 0 0 0,-22 46 41 0 0,1 0 0 0 0,-2 1 0 0 0,1-1 0 0 0,-1 0-1 0 0,0 0 1 0 0,-1 0 0 0 0,1 0 0 0 0,-1 0 0 0 0,-2-11 0 0 0,2 15-32 0 0,-1 1 0 0 0,1 0 0 0 0,-1 0 0 0 0,0 0 0 0 0,1 0 0 0 0,-1-1 0 0 0,0 1 0 0 0,0 0-1 0 0,0 1 1 0 0,-1-1 0 0 0,1 0 0 0 0,0 0 0 0 0,-1 0 0 0 0,1 1 0 0 0,-1-1 0 0 0,0 1 0 0 0,1-1 0 0 0,-1 1 0 0 0,0-1 0 0 0,0 1 0 0 0,0 0-1 0 0,0 0 1 0 0,0 0 0 0 0,0 0 0 0 0,0 1 0 0 0,0-1 0 0 0,0 0 0 0 0,-1 1 0 0 0,1 0 0 0 0,0-1 0 0 0,0 1 0 0 0,0 0 0 0 0,-3 0 0 0 0,-3 1-6 0 0,1 0 0 0 0,-1 0 0 0 0,1 1 0 0 0,-1 0 0 0 0,1 1 0 0 0,0-1 0 0 0,0 1 1 0 0,0 1-1 0 0,1-1 0 0 0,-1 1 0 0 0,1 0 0 0 0,0 1 0 0 0,0-1 0 0 0,0 1 0 0 0,0 1 1 0 0,-8 9-1 0 0,6-5 7 0 0,-1 0 1 0 0,2 1 0 0 0,-1 0 0 0 0,2 0-1 0 0,-1 1 1 0 0,1-1 0 0 0,1 1 0 0 0,-7 25 0 0 0,11-33-82 0 0,0 1 0 0 0,0-1 0 0 0,0 1 0 0 0,1-1 1 0 0,0 1-1 0 0,0-1 0 0 0,0 1 0 0 0,1-1 1 0 0,-1 1-1 0 0,1-1 0 0 0,0 1 0 0 0,0-1 0 0 0,1 0 1 0 0,-1 1-1 0 0,1-1 0 0 0,4 6 0 0 0,-3-4-135 0 0,1-1 0 0 0,0-1 0 0 0,1 1 0 0 0,-1 0-1 0 0,1-1 1 0 0,0 0 0 0 0,0 0 0 0 0,0-1-1 0 0,0 1 1 0 0,11 4 0 0 0,-3-2-504 0 0,-1-2 1 0 0,1 1-1 0 0,-1-2 1 0 0,1 0-1 0 0,0 0 1 0 0,1-1-1 0 0,-1-1 1 0 0,0 0-1 0 0,0-1 1 0 0,26-3-1 0 0,-8-4-2188 0 0,-2-2-866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9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66 181 1060 0 0,'15'-31'3881'0'0,"-12"23"-2837"0"0,1 0 1 0 0,0 0 0 0 0,0 0-1 0 0,1 1 1 0 0,9-13-1 0 0,-13 20-735 0 0,2 20 402 0 0,-7 24 449 0 0,-11 46 1 0 0,12-74-950 0 0,-1-1 0 0 0,-1 1 0 0 0,-1-1 0 0 0,0 0 0 0 0,-1 0 1 0 0,-10 17-1 0 0,16-31-177 0 0,0 1 0 0 0,0-1 0 0 0,0 0 1 0 0,0 0-1 0 0,0 1 0 0 0,0-1 0 0 0,0 0 1 0 0,-1 0-1 0 0,1 0 0 0 0,0 0 0 0 0,-1 0 0 0 0,1 0 1 0 0,0-1-1 0 0,-3 2 0 0 0,3-2-22 0 0,1 0 0 0 0,-1 0 0 0 0,0 0 0 0 0,0 0 0 0 0,1 0 0 0 0,-1 0 0 0 0,0 0 0 0 0,0 0 0 0 0,1 0 0 0 0,-1 0 1 0 0,0 0-1 0 0,1 0 0 0 0,-1-1 0 0 0,0 1 0 0 0,0 0 0 0 0,1-1 0 0 0,-1 1 0 0 0,0 0 0 0 0,1-1 0 0 0,-1 1 0 0 0,0-2 0 0 0,-1 1-8 0 0,1-1 1 0 0,-1 0 0 0 0,1 0-1 0 0,-1-1 1 0 0,1 1-1 0 0,0 0 1 0 0,0 0-1 0 0,0-1 1 0 0,0 1-1 0 0,0 0 1 0 0,1-1-1 0 0,-1 1 1 0 0,1-1-1 0 0,0 1 1 0 0,-1-5 0 0 0,2-6-39 0 0,1 0 0 0 0,0 0 0 0 0,0 0 1 0 0,2 0-1 0 0,-1 0 0 0 0,2 0 0 0 0,0 1 1 0 0,0 0-1 0 0,1 0 0 0 0,0 0 1 0 0,11-13-1 0 0,-4 6-36 0 0,1 1 1 0 0,1 1-1 0 0,0 0 1 0 0,2 1-1 0 0,31-24 0 0 0,-38 33 35 0 0,0 0-1 0 0,1 1 1 0 0,0 0-1 0 0,0 1 1 0 0,0 0-1 0 0,1 1 1 0 0,13-4-1 0 0,-21 8 34 0 0,0-1 0 0 0,-1 1 0 0 0,1 0 0 0 0,0-1-1 0 0,-1 2 1 0 0,1-1 0 0 0,-1 0 0 0 0,1 1 0 0 0,0-1 0 0 0,-1 1-1 0 0,1 0 1 0 0,-1 0 0 0 0,0 1 0 0 0,1-1 0 0 0,-1 1-1 0 0,0 0 1 0 0,0-1 0 0 0,0 1 0 0 0,0 1 0 0 0,0-1-1 0 0,0 0 1 0 0,0 1 0 0 0,-1-1 0 0 0,4 6 0 0 0,0-1 31 0 0,0 2 1 0 0,-1-1 0 0 0,0 0-1 0 0,0 1 1 0 0,-1 0 0 0 0,0 0-1 0 0,4 15 1 0 0,-3-4 46 0 0,-2 0-1 0 0,0 0 1 0 0,-1 40-1 0 0,2 6 47 0 0,-4-66-215 0 0,-1 1 1 0 0,1-1 0 0 0,0 1-1 0 0,0-1 1 0 0,0 0 0 0 0,0 1-1 0 0,1-1 1 0 0,-1 1 0 0 0,0-1-1 0 0,0 1 1 0 0,0-1 0 0 0,0 0 0 0 0,0 1-1 0 0,0-1 1 0 0,1 1 0 0 0,-1-1-1 0 0,0 0 1 0 0,0 1 0 0 0,1-1-1 0 0,-1 1 1 0 0,0-1 0 0 0,0 0-1 0 0,1 0 1 0 0,-1 1 0 0 0,0-1 0 0 0,1 0-1 0 0,-1 1 1 0 0,1-1 0 0 0,-1 0-1 0 0,0 0 1 0 0,1 0 0 0 0,-1 0-1 0 0,1 1 1 0 0,-1-1 0 0 0,1 0-1 0 0,-1 0 1 0 0,0 0 0 0 0,1 0 0 0 0,-1 0-1 0 0,1 0 1 0 0,-1 0 0 0 0,1 0-1 0 0,-1 0 1 0 0,0 0 0 0 0,1 0-1 0 0,-1 0 1 0 0,1 0 0 0 0,-1-1-1 0 0,1 1 1 0 0,-1 0 0 0 0,0 0 0 0 0,1 0-1 0 0,-1-1 1 0 0,1 1 0 0 0,-1 0-1 0 0,0 0 1 0 0,1-1 0 0 0,19-18-4664 0 0,-9 4 892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9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30 282 316 0 0,'23'-57'7137'0'0,"18"-71"1"0"0,-12 31 432 0 0,-69 235-6991 0 0,-38 251-1 0 0,76-369-538 0 0,0-1-1 0 0,1 1 1 0 0,2-1 0 0 0,2 26-1 0 0,-3-43-114 0 0,1-1-1 0 0,-1 0 0 0 0,0 0 1 0 0,0 0-1 0 0,1 0 1 0 0,-1 0-1 0 0,1 0 1 0 0,-1 0-1 0 0,1 0 0 0 0,-1 0 1 0 0,1 0-1 0 0,0 0 1 0 0,0 0-1 0 0,-1 0 1 0 0,1 0-1 0 0,0-1 0 0 0,0 1 1 0 0,0 0-1 0 0,0 0 1 0 0,0-1-1 0 0,0 1 1 0 0,0-1-1 0 0,0 1 0 0 0,0-1 1 0 0,0 1-1 0 0,0-1 1 0 0,0 0-1 0 0,0 1 1 0 0,0-1-1 0 0,0 0 0 0 0,0 0 1 0 0,1 0-1 0 0,-1 0 1 0 0,0 0-1 0 0,0 0 1 0 0,0 0-1 0 0,0 0 0 0 0,0-1 1 0 0,0 1-1 0 0,1 0 1 0 0,-1-1-1 0 0,0 1 1 0 0,1-1-1 0 0,4-1-1173 0 0,-1 0 0 0 0,0-1 0 0 0,0 1 0 0 0,0-1 0 0 0,-1 0 0 0 0,1 0 0 0 0,7-7 0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9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55 376 0 0,'-137'-55'20422'0'0,"185"57"-19882"0"0,78 15 0 0 0,-39-4-942 0 0,-66-11-73 0 0,109 12-2505 0 0,-43-12-5695 0 0,-64-4 1733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19:19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416 130 1760 0 0,'-393'-29'17541'0'0,"392"29"-17464"0"0,-1 0 0 0 0,1 0 1 0 0,0 0-1 0 0,-1 0 0 0 0,1 0 0 0 0,-1 0 0 0 0,1 0 1 0 0,0-1-1 0 0,-1 1 0 0 0,1 0 0 0 0,0-1 0 0 0,-1 1 0 0 0,1-1 1 0 0,-2-1-1 0 0,3 2-48 0 0,1-1 0 0 0,-1 0 0 0 0,1 1 0 0 0,-1-1 0 0 0,1 1 0 0 0,-1-1 0 0 0,1 1 0 0 0,0-1 0 0 0,-1 1-1 0 0,1 0 1 0 0,0-1 0 0 0,0 1 0 0 0,-1 0 0 0 0,1-1 0 0 0,0 1 0 0 0,0 0 0 0 0,1 0 0 0 0,50-13 170 0 0,177-23-2957 0 0,-75 17-2069 0 0,-82 10 887 0 0,11-2-3310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00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70 144 600 0 0,'0'0'1043'0'0,"-21"17"7955"0"0,12-14-7550 0 0,-22 9 3972 0 0,23-9-3346 0 0,15-4-1618 0 0,128-35-382 0 0,-33 8-106 0 0,-32 11 25 0 0,-13 4-11 0 0,-1-2 0 0 0,55-23 0 0 0,-84 24-1082 0 0,-4-3-3733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01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13 712 0 0,'0'0'5122'0'0,"-6"-13"-284"0"0,-29 370-4804 0 0,34-118-4618 0 0,6-143 866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2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265 201 184 0 0,'-1'-20'13359'0'0,"-1"12"-11786"0"0,-6 18-1571 0 0,0 0-1 0 0,0 1 1 0 0,1 0 0 0 0,0 1 0 0 0,1-1-1 0 0,-9 25 1 0 0,5-13-74 0 0,3-8 62 0 0,-8 17-32 0 0,-11 38 0 0 0,23-61 37 0 0,0 1 0 0 0,1-1 0 0 0,0 1 0 0 0,1-1 0 0 0,0 1 0 0 0,0-1 0 0 0,1 1 0 0 0,1 0 0 0 0,1 11 0 0 0,-2-19 8 0 0,1 1 0 0 0,0 0 1 0 0,0 0-1 0 0,-1-1 0 0 0,1 1 0 0 0,1-1 1 0 0,-1 1-1 0 0,0-1 0 0 0,1 0 0 0 0,-1 1 0 0 0,1-1 1 0 0,0 0-1 0 0,-1 0 0 0 0,1 0 0 0 0,0 0 0 0 0,0 0 1 0 0,1 0-1 0 0,-1-1 0 0 0,3 3 0 0 0,-1-3 10 0 0,0 1-1 0 0,1-1 0 0 0,-1 0 0 0 0,0 0 0 0 0,0 0 1 0 0,0 0-1 0 0,1-1 0 0 0,-1 0 0 0 0,0 1 0 0 0,1-2 1 0 0,5 0-1 0 0,2-1 21 0 0,0 0-1 0 0,0-1 1 0 0,-1-1 0 0 0,1 0 0 0 0,-1-1-1 0 0,0 0 1 0 0,20-12 0 0 0,-20 9-7 0 0,-1 0 0 0 0,0-1 0 0 0,0-1-1 0 0,-1 1 1 0 0,0-2 0 0 0,-1 1 0 0 0,0-1 0 0 0,0 0 0 0 0,-1-1 0 0 0,-1 0 0 0 0,0 0 0 0 0,0-1 0 0 0,-2 1 0 0 0,1-1 0 0 0,-2 0 0 0 0,0 0-1 0 0,0 0 1 0 0,1-26 0 0 0,-3 26-33 0 0,-1 1 0 0 0,0-1 0 0 0,-1 0-1 0 0,0 0 1 0 0,-1 1 0 0 0,0-1 0 0 0,-1 1-1 0 0,-1-1 1 0 0,0 1 0 0 0,0 0 0 0 0,-2 0 0 0 0,1 1-1 0 0,-1 0 1 0 0,-1 0 0 0 0,0 0 0 0 0,0 1-1 0 0,-1 0 1 0 0,-1 0 0 0 0,0 1 0 0 0,-9-9-1 0 0,10 13-3 0 0,-1 0 0 0 0,1 0-1 0 0,-1 0 1 0 0,0 1 0 0 0,0 0-1 0 0,0 1 1 0 0,0 0 0 0 0,-1 0-1 0 0,1 1 1 0 0,-1 1 0 0 0,0-1-1 0 0,1 2 1 0 0,-1-1 0 0 0,0 1-1 0 0,-11 2 1 0 0,3 0-12 0 0,0 0 0 0 0,0 2 0 0 0,0 0 0 0 0,0 1 0 0 0,1 1 0 0 0,0 1-1 0 0,-21 10 1 0 0,36-16 17 0 0,-1 0-4 0 0,1 1-1 0 0,-1-1 1 0 0,0 1-1 0 0,0-1 1 0 0,1 1-1 0 0,-1 0 1 0 0,0 0-1 0 0,1 0 1 0 0,0 0-1 0 0,0 0 1 0 0,-1 1-1 0 0,1-1 1 0 0,1 1-1 0 0,-1-1 1 0 0,0 1-1 0 0,-1 3 1 0 0,3-5 6 0 0,0 1 1 0 0,1 0-1 0 0,-1 0 0 0 0,0-1 1 0 0,1 1-1 0 0,-1 0 1 0 0,1-1-1 0 0,0 1 0 0 0,0 0 1 0 0,-1-1-1 0 0,1 1 1 0 0,0-1-1 0 0,0 1 0 0 0,1-1 1 0 0,-1 0-1 0 0,0 1 1 0 0,0-1-1 0 0,1 0 1 0 0,-1 0-1 0 0,2 1 0 0 0,87 62-46 0 0,-61-45-21 0 0,0 1 0 0 0,30 29 0 0 0,-32-21 26 0 0,-1 2-1 0 0,-2 0 1 0 0,-1 2-1 0 0,-1 0 1 0 0,32 68-1 0 0,-53-98-23 0 0,18 28 340 0 0,-18-28-423 0 0,0-1 0 0 0,1 1 0 0 0,-1-1 0 0 0,1 1 0 0 0,-1-1 0 0 0,1 0 0 0 0,-1 0 0 0 0,1 0 0 0 0,0 0 0 0 0,0 0 0 0 0,-1 0 0 0 0,1-1 1 0 0,0 1-1 0 0,0 0 0 0 0,0-1 0 0 0,0 0 0 0 0,0 1 0 0 0,2-1 0 0 0,-1 0-172 0 0,29-3-4463 0 0,-16-2 424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2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 1340 0 0,'-7'-11'19273'0'0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3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266 205 712 0 0,'7'-25'10561'0'0,"-8"38"-10138"0"0,-2 22-501 0 0,-4-7 122 0 0,-2 0 0 0 0,0-1 0 0 0,-2-1 0 0 0,-22 40 1 0 0,2-13 94 0 0,-41 51 0 0 0,69-100-126 0 0,-14 20 317 0 0,-26 27 0 0 0,43-51-321 0 0,-1 1 0 0 0,1-1 0 0 0,-1 1 0 0 0,1-1 0 0 0,0 0 0 0 0,-1 1 0 0 0,1-1 0 0 0,-1 1 0 0 0,1-1 0 0 0,-1 0 0 0 0,1 1 0 0 0,-1-1 0 0 0,1 0 0 0 0,-1 0 0 0 0,1 0 0 0 0,-1 1 0 0 0,0-1 0 0 0,1 0 0 0 0,-1 0 0 0 0,1 0 0 0 0,-1 0-1 0 0,1 0 1 0 0,-1 0 0 0 0,0 0 0 0 0,1 0 0 0 0,-1 0 0 0 0,1 0 0 0 0,-1 0 0 0 0,0 0 0 0 0,1-1 0 0 0,-1 1 0 0 0,0-1-1 0 0,0 0 0 0 0,0 0 0 0 0,0 0 0 0 0,0 0 0 0 0,1 0 0 0 0,-1 0-1 0 0,0 0 1 0 0,1 0 0 0 0,-1 0 0 0 0,1-1 0 0 0,-1 1 0 0 0,1 0 0 0 0,-1-2 0 0 0,-5-39 9 0 0,6 41-15 0 0,-1-9 26 0 0,1 0 0 0 0,0 0 1 0 0,1 0-1 0 0,0 0 0 0 0,1 0 1 0 0,0 0-1 0 0,0 1 1 0 0,6-14-1 0 0,-7 23-35 0 0,0-1 0 0 0,0 0 1 0 0,0 0-1 0 0,1 0 0 0 0,-1 1 0 0 0,0-1 0 0 0,1 0 1 0 0,-1 1-1 0 0,1-1 0 0 0,-1 1 0 0 0,0 0 1 0 0,1 0-1 0 0,-1-1 0 0 0,1 1 0 0 0,-1 0 1 0 0,1 0-1 0 0,-1 0 0 0 0,1 0 0 0 0,-1 1 0 0 0,1-1 1 0 0,-1 0-1 0 0,1 1 0 0 0,-1-1 0 0 0,2 1 1 0 0,11 9-20 0 0,0 0 0 0 0,0 1 1 0 0,-1 0-1 0 0,0 1 1 0 0,17 22-1 0 0,-18-20 39 0 0,0 0 0 0 0,2-1 1 0 0,-1-1-1 0 0,2 0 0 0 0,23 15 0 0 0,-28-22 0 0 0,1 0 0 0 0,0-1 0 0 0,0 0 0 0 0,0-1-1 0 0,1 0 1 0 0,0-1 0 0 0,-1 0 0 0 0,1-1 0 0 0,0 0 0 0 0,-1-1 0 0 0,1 0 0 0 0,0-1 0 0 0,0 0 0 0 0,-1-1 0 0 0,1 0 0 0 0,-1-1 0 0 0,1-1-1 0 0,19-8 1 0 0,-16 6 3 0 0,-1-1 1 0 0,-1-1-1 0 0,1 0 0 0 0,-2 0 0 0 0,1-2 0 0 0,-1 1 0 0 0,0-2 0 0 0,-1 1 0 0 0,0-2 0 0 0,-1 1 0 0 0,0-1 0 0 0,-1-1 1 0 0,14-24-1 0 0,-16 21 17 0 0,-1 1 0 0 0,-1-1 1 0 0,0 0-1 0 0,-1 0 0 0 0,0 0 1 0 0,-2-1-1 0 0,0 0 1 0 0,-1 1-1 0 0,0-1 0 0 0,-2 0 1 0 0,0 1-1 0 0,0-1 0 0 0,-8-27 1 0 0,6 29 11 0 0,-1 0 0 0 0,-1 1-1 0 0,-1-1 1 0 0,0 1 0 0 0,0 0 0 0 0,-2 1 0 0 0,1 0 0 0 0,-2 0-1 0 0,0 1 1 0 0,0 0 0 0 0,-1 0 0 0 0,-1 1 0 0 0,0 0 0 0 0,0 1 0 0 0,-15-10-1 0 0,20 16-37 0 0,-1 0-1 0 0,1 1 1 0 0,-1 0-1 0 0,0 0 1 0 0,0 0-1 0 0,0 1 1 0 0,0 0-1 0 0,0 0 1 0 0,-1 1-1 0 0,1 0 1 0 0,-1 0-1 0 0,1 1 1 0 0,0 0-1 0 0,-10 1 1 0 0,7 0 7 0 0,1 1 0 0 0,-1 0 0 0 0,0 1 0 0 0,1 0 0 0 0,-1 1 0 0 0,1 0 0 0 0,0 0 0 0 0,0 1 0 0 0,-15 11 0 0 0,14-9-51 0 0,1 0 0 0 0,0 1 1 0 0,1 0-1 0 0,0 0 1 0 0,0 1-1 0 0,1 0 1 0 0,0 1-1 0 0,0 0 1 0 0,1 0-1 0 0,0 0 0 0 0,1 0 1 0 0,0 1-1 0 0,1 0 1 0 0,0 0-1 0 0,1 0 1 0 0,0 1-1 0 0,1-1 1 0 0,-2 22-1 0 0,4-27-176 0 0,1 0 0 0 0,-1 0 0 0 0,1 0 1 0 0,0 0-1 0 0,1-1 0 0 0,-1 1 0 0 0,1 0 0 0 0,0-1 0 0 0,0 1 1 0 0,1-1-1 0 0,5 9 0 0 0,-4-9-429 0 0,-1 0 0 0 0,1-1 1 0 0,0 0-1 0 0,0 0 0 0 0,0 0 0 0 0,1 0 1 0 0,7 4-1 0 0,10 6-3682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3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75 2120 0 0,'16'0'8378'0'0,"-2"15"-5592"0"0,-13-12-2726 0 0,0 1 0 0 0,0 0 0 0 0,0-1 0 0 0,0 1 0 0 0,1-1 0 0 0,-1 1 0 0 0,1-1 0 0 0,0 0 0 0 0,0 0 0 0 0,0 1 0 0 0,1-1 0 0 0,-1-1 0 0 0,1 1 0 0 0,-1 0 0 0 0,1-1 0 0 0,0 1 0 0 0,0-1 0 0 0,0 0 0 0 0,0 0 0 0 0,1 0 0 0 0,-1 0 1 0 0,0-1-1 0 0,1 1 0 0 0,-1-1 0 0 0,1 0 0 0 0,0 0 0 0 0,-1 0 0 0 0,7 0 0 0 0,-6 0-46 0 0,0-1 1 0 0,-1 0-1 0 0,1-1 1 0 0,0 1-1 0 0,-1-1 1 0 0,1 1 0 0 0,0-1-1 0 0,-1 0 1 0 0,1 0-1 0 0,-1-1 1 0 0,0 1-1 0 0,1-1 1 0 0,-1 1-1 0 0,0-1 1 0 0,0 0 0 0 0,0-1-1 0 0,0 1 1 0 0,0 0-1 0 0,0-1 1 0 0,-1 1-1 0 0,1-1 1 0 0,-1 0-1 0 0,0 0 1 0 0,0 0-1 0 0,0 0 1 0 0,0 0 0 0 0,0-1-1 0 0,-1 1 1 0 0,0 0-1 0 0,1-1 1 0 0,-1 0-1 0 0,0 1 1 0 0,-1-1-1 0 0,1 1 1 0 0,-1-1 0 0 0,1 0-1 0 0,-1 1 1 0 0,0-1-1 0 0,-1-4 1 0 0,1 5-20 0 0,-1 0 1 0 0,1 0 0 0 0,-1 0-1 0 0,0 0 1 0 0,0 0-1 0 0,0 0 1 0 0,0 0 0 0 0,-1 0-1 0 0,1 0 1 0 0,-1 1 0 0 0,1-1-1 0 0,-1 1 1 0 0,0-1-1 0 0,0 1 1 0 0,0 0 0 0 0,0-1-1 0 0,-1 1 1 0 0,1 0-1 0 0,-1 0 1 0 0,1 1 0 0 0,-1-1-1 0 0,1 1 1 0 0,-1-1 0 0 0,0 1-1 0 0,0 0 1 0 0,0 0-1 0 0,-3-1 1 0 0,0 1 3 0 0,1 0 0 0 0,-1 0 0 0 0,1 1 0 0 0,-1 0 0 0 0,0 0 0 0 0,1 1 1 0 0,-1-1-1 0 0,0 1 0 0 0,1 0 0 0 0,-1 1 0 0 0,1-1 0 0 0,0 1 0 0 0,0 0 0 0 0,-7 4 0 0 0,-3 3-12 0 0,1 1 1 0 0,-1 1-1 0 0,2 0 0 0 0,-1 0 1 0 0,2 2-1 0 0,-1 0 0 0 0,2 0 1 0 0,0 1-1 0 0,0 0 0 0 0,2 1 1 0 0,-1 0-1 0 0,2 1 0 0 0,0 0 1 0 0,1 0-1 0 0,1 0 0 0 0,-8 31 1 0 0,13-41 27 0 0,0-1 0 0 0,0 0 0 0 0,1 1-1 0 0,0 0 1 0 0,0-1 0 0 0,0 1 0 0 0,0-1 0 0 0,1 1 0 0 0,0-1 0 0 0,0 0 0 0 0,1 1 0 0 0,0-1 0 0 0,-1 0 0 0 0,6 9 0 0 0,-5-11-33 0 0,1 1-1 0 0,-1-1 1 0 0,1 1 0 0 0,0-1 0 0 0,0 0 0 0 0,0 0 0 0 0,1 0-1 0 0,-1-1 1 0 0,1 1 0 0 0,-1-1 0 0 0,1 0 0 0 0,0 0 0 0 0,0 0-1 0 0,0 0 1 0 0,0-1 0 0 0,0 0 0 0 0,0 0 0 0 0,1 0 0 0 0,5 1-1 0 0,5-1-849 0 0,1-1-1 0 0,0-1 1 0 0,-1 0-1 0 0,1 0 1 0 0,-1-2-1 0 0,1 0 1 0 0,-1-1-1 0 0,28-11 1 0 0,1-3-4027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3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144 117 300 0 0,'4'-30'6418'0'0,"0"-54"-1"0"0,-4 82-5798 0 0,-1 3-578 0 0,-1 0-1 0 0,1 1 1 0 0,0 0 0 0 0,-1-1-1 0 0,1 1 1 0 0,0-1 0 0 0,0 1-1 0 0,0 0 1 0 0,0 0 0 0 0,1 0-1 0 0,-1 0 1 0 0,0-1 0 0 0,1 1-1 0 0,0 0 1 0 0,-1 3 0 0 0,0-1 29 0 0,-42 135 1343 0 0,-17 63-122 0 0,49-159-1101 0 0,3 0 0 0 0,-5 78 1 0 0,13-106-138 0 0,0 0 1 0 0,1 0 0 0 0,0 0 0 0 0,5 18-1 0 0,-5-28-29 0 0,0-1 1 0 0,0 1-1 0 0,1 0 0 0 0,0-1 0 0 0,0 1 0 0 0,0-1 0 0 0,0 0 1 0 0,1 0-1 0 0,-1 0 0 0 0,1 0 0 0 0,0 0 0 0 0,0-1 0 0 0,1 1 0 0 0,-1-1 1 0 0,1 0-1 0 0,-1 0 0 0 0,6 3 0 0 0,-5-4-109 0 0,0-1 0 0 0,-1 0 0 0 0,1 0 0 0 0,0 0 0 0 0,0 0 0 0 0,0-1 1 0 0,1 0-1 0 0,-1 0 0 0 0,0 0 0 0 0,0 0 0 0 0,0 0 0 0 0,0-1 0 0 0,0 0 0 0 0,0 0 0 0 0,0 0 0 0 0,-1 0 0 0 0,9-4 0 0 0,1-1-1101 0 0,0-1 0 0 0,0 0-1 0 0,18-15 1 0 0,-4 0-2794 0 0,-2-3-1815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3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39 2196 0 0,'-101'-12'8344'0'0,"49"6"-4927"0"0,64 7-3267 0 0,1-1 0 0 0,0-1 0 0 0,15-2 1 0 0,1 0-127 0 0,81-3-1491 0 0,-5 0-4241 0 0,-58 3 705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4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50 2412 0 0,'-18'13'2612'0'0,"4"-3"-626"0"0,1 0 0 0 0,0 1-1 0 0,-21 23 1 0 0,33-34-1953 0 0,1 0 0 0 0,0 1 0 0 0,-1-1 0 0 0,1 0 0 0 0,0 1 0 0 0,-1-1 0 0 0,1 1 0 0 0,0-1 0 0 0,0 0 0 0 0,0 1 0 0 0,-1-1 0 0 0,1 1 0 0 0,0-1 0 0 0,0 0 0 0 0,0 1 0 0 0,0-1 0 0 0,0 1 0 0 0,0-1 0 0 0,0 1 0 0 0,0-1 0 0 0,0 1 0 0 0,0-1 0 0 0,0 0 0 0 0,0 1 0 0 0,0-1 0 0 0,0 1 0 0 0,0-1 0 0 0,0 1 0 0 0,1-1 0 0 0,-1 1 0 0 0,13 6 412 0 0,16-4-259 0 0,-17-3-119 0 0,-1-1 0 0 0,1-1 0 0 0,-1 0 0 0 0,0 0 0 0 0,1-1 0 0 0,-1-1 0 0 0,17-7-1 0 0,-20 8-94 0 0,-1-1 0 0 0,0 0-1 0 0,0 0 1 0 0,-1-1 0 0 0,1 0-1 0 0,-1 0 1 0 0,0 0 0 0 0,0-1-1 0 0,-1 0 1 0 0,1 0-1 0 0,6-10 1 0 0,-11 15 14 0 0,0-1 0 0 0,0 1 1 0 0,-1 0-1 0 0,1-1 0 0 0,0 1 0 0 0,-1 0 0 0 0,1-1 0 0 0,-1 1 1 0 0,1-1-1 0 0,-1 1 0 0 0,0 0 0 0 0,0-1 0 0 0,0 1 0 0 0,1-1 1 0 0,-1 1-1 0 0,-1-1 0 0 0,1 1 0 0 0,0-1 0 0 0,0 1 1 0 0,0-1-1 0 0,-1 1 0 0 0,1-1 0 0 0,-2-1 0 0 0,1 1 7 0 0,0 1 0 0 0,0 0-1 0 0,-1-1 1 0 0,1 1 0 0 0,-1 0-1 0 0,1 0 1 0 0,-1-1 0 0 0,0 1 0 0 0,1 1-1 0 0,-1-1 1 0 0,0 0 0 0 0,0 0-1 0 0,1 1 1 0 0,-1-1 0 0 0,-3 0-1 0 0,-3 0 10 0 0,0-1 0 0 0,0 2-1 0 0,0-1 1 0 0,0 1 0 0 0,0 0-1 0 0,0 1 1 0 0,-11 2 0 0 0,-1 3 72 0 0,0 1 0 0 0,1 1 1 0 0,0 0-1 0 0,0 2 1 0 0,1 0-1 0 0,0 1 0 0 0,1 1 1 0 0,0 0-1 0 0,1 1 1 0 0,0 1-1 0 0,1 1 1 0 0,1 0-1 0 0,0 1 0 0 0,-22 35 1 0 0,33-47-52 0 0,0 1 0 0 0,0 0-1 0 0,1 1 1 0 0,0-1 0 0 0,0 0 0 0 0,1 1 0 0 0,-1-1 0 0 0,1 1 0 0 0,0-1 0 0 0,1 1 0 0 0,0-1 0 0 0,0 9 0 0 0,0-11-2 0 0,1 0 1 0 0,0 0 0 0 0,-1 0 0 0 0,1 0-1 0 0,1 0 1 0 0,-1 0 0 0 0,0 0 0 0 0,1-1-1 0 0,-1 1 1 0 0,1 0 0 0 0,0-1 0 0 0,0 1-1 0 0,0-1 1 0 0,0 0 0 0 0,1 0 0 0 0,-1 1 0 0 0,0-2-1 0 0,1 1 1 0 0,0 0 0 0 0,-1 0 0 0 0,1-1-1 0 0,0 1 1 0 0,4 1 0 0 0,6 1-158 0 0,0 0-1 0 0,0-1 1 0 0,1 0 0 0 0,-1-1-1 0 0,1-1 1 0 0,-1 0 0 0 0,1-1-1 0 0,-1 0 1 0 0,1-1 0 0 0,-1 0 0 0 0,18-5-1 0 0,1-1-1061 0 0,-1-2 0 0 0,-1-1 0 0 0,48-22 1 0 0,-53 19 557 0 0,0-1 0 0 0,-1-1 0 0 0,-1 0 1 0 0,0-2-1 0 0,27-26 0 0 0,-25 18 4252 0 0,40-53 0 0 0,-47 61-2087 0 0,-17 17-1495 0 0,-1 0 0 0 0,1-1-1 0 0,-1 1 1 0 0,1 0 0 0 0,-1 0 0 0 0,1 0 0 0 0,0-1 0 0 0,-1 1 0 0 0,1 0 0 0 0,-1 0 0 0 0,1 0 0 0 0,0 0 0 0 0,-1 0-1 0 0,1 0 1 0 0,-1 0 0 0 0,1 0 0 0 0,0 0 0 0 0,-1 1 0 0 0,1-1 0 0 0,-1 0 0 0 0,2 1 0 0 0,0 0 0 0 0,-1 1 0 0 0,1 0 0 0 0,0-1 0 0 0,-1 1 0 0 0,1 0 0 0 0,-1 0 0 0 0,0 0 0 0 0,0 1 0 0 0,0-1 0 0 0,0 0 0 0 0,0 0 0 0 0,0 1 0 0 0,1 3 0 0 0,3 13 385 0 0,0 0 1 0 0,-2 0-1 0 0,0 0 0 0 0,-1 1 1 0 0,-1-1-1 0 0,0 1 0 0 0,-2-1 1 0 0,0 1-1 0 0,-1-1 0 0 0,-2 0 1 0 0,1 0-1 0 0,-2 0 0 0 0,-13 34 1 0 0,16-49-89 0 0,1 0 1 0 0,-1-1 0 0 0,0 1-1 0 0,0 0 1 0 0,0-1 0 0 0,-1 1 0 0 0,1-1-1 0 0,-1 0 1 0 0,0 0 0 0 0,0 0-1 0 0,0 0 1 0 0,0 0 0 0 0,0-1-1 0 0,-1 1 1 0 0,-5 2 0 0 0,7-4 12 0 0,-1-2-88 0 0,1 1-232 0 0,1 0 0 0 0,-1-1-1 0 0,0 1 1 0 0,1 0 0 0 0,-1-1 0 0 0,1 0 0 0 0,-1 1 0 0 0,0-1 0 0 0,1 0 0 0 0,-1 0-1 0 0,1 0 1 0 0,0 0 0 0 0,-1 0 0 0 0,1 0 0 0 0,0 0 0 0 0,0 0 0 0 0,0-1-1 0 0,-1 1 1 0 0,1 0 0 0 0,1-1 0 0 0,-1 1 0 0 0,0-1 0 0 0,0 1 0 0 0,0-1 0 0 0,1 1-1 0 0,-1-1 1 0 0,1 0 0 0 0,-1 1 0 0 0,1-1 0 0 0,0 0 0 0 0,0 1 0 0 0,-1-1 0 0 0,1 0-1 0 0,1-2 1 0 0,0-2-314 0 0,2 0 0 0 0,-1 0 0 0 0,0 0 0 0 0,1 0 1 0 0,0 1-1 0 0,1-1 0 0 0,-1 1 0 0 0,1 0 0 0 0,0 0 0 0 0,0 0 0 0 0,1 1 0 0 0,8-8 0 0 0,0 1-1342 0 0,0 1 0 0 0,1 1 1 0 0,26-14-1 0 0,40-17-7292 0 0,-53 28 2401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5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17 848 0 0,'-1'-16'14479'0'0,"-2"27"-14203"0"0,0 1-1 0 0,1-1 0 0 0,0 1 0 0 0,1 0 0 0 0,0 13 1 0 0,-1 9-78 0 0,-17 129 1203 0 0,16-172-1361 0 0,1-9-98 0 0,5 6 49 0 0,1 0-1 0 0,0 0 0 0 0,0 1 0 0 0,1-1 0 0 0,1 1 0 0 0,-1 0 1 0 0,2 0-1 0 0,0 1 0 0 0,0 0 0 0 0,1 0 0 0 0,0 1 0 0 0,1 0 1 0 0,0 0-1 0 0,0 1 0 0 0,1 0 0 0 0,0 0 0 0 0,0 1 0 0 0,18-8 1 0 0,-22 12-10 0 0,0 2-1 0 0,1-1 1 0 0,-1 1 0 0 0,0 0 0 0 0,1 0 0 0 0,-1 1 0 0 0,1-1 0 0 0,0 2 0 0 0,-1-1 0 0 0,1 1 0 0 0,-1 0 0 0 0,0 0-1 0 0,1 0 1 0 0,-1 1 0 0 0,0 0 0 0 0,0 1 0 0 0,0-1 0 0 0,0 1 0 0 0,0 0 0 0 0,-1 1 0 0 0,1-1 0 0 0,6 6-1 0 0,-7-5 24 0 0,0 0-1 0 0,0 0 0 0 0,0 1 0 0 0,-1 0 0 0 0,0-1 0 0 0,1 1 0 0 0,-2 1 0 0 0,1-1 0 0 0,-1 0 0 0 0,1 1 0 0 0,-1 0 1 0 0,-1 0-1 0 0,1 0 0 0 0,-1 0 0 0 0,0 0 0 0 0,-1 0 0 0 0,1 1 0 0 0,-1-1 0 0 0,-1 1 0 0 0,1-1 0 0 0,-1 1 1 0 0,-1 8-1 0 0,1-12 10 0 0,0-1 1 0 0,-1 0-1 0 0,1 1 1 0 0,-1-1-1 0 0,1 0 1 0 0,-1 1 0 0 0,0-1-1 0 0,0 0 1 0 0,0 0-1 0 0,-1 0 1 0 0,1 0-1 0 0,0 0 1 0 0,-1 0 0 0 0,1 0-1 0 0,-1 0 1 0 0,0 0-1 0 0,1-1 1 0 0,-1 1-1 0 0,-3 2 1 0 0,3-4 1 0 0,1-1-18 0 0,0 0-1 0 0,0-1 1 0 0,0 1-1 0 0,0 0 1 0 0,0-1-1 0 0,0 1 1 0 0,0-1-1 0 0,0 0 1 0 0,1 1-1 0 0,-1-1 1 0 0,1 1-1 0 0,-1-1 0 0 0,1 0 1 0 0,0 1-1 0 0,0-1 1 0 0,0 0-1 0 0,0 0 1 0 0,0-2-1 0 0,0-1 4 0 0,1 1-1 0 0,0 0 0 0 0,1 0 0 0 0,-1 0 0 0 0,0 0 0 0 0,1 0 1 0 0,3-5-1 0 0,2-2 24 0 0,0 0 0 0 0,1 1-1 0 0,0 0 1 0 0,13-11 0 0 0,-8 9-31 0 0,-1 2 0 0 0,2-1 0 0 0,-1 2 0 0 0,1 0 0 0 0,1 1 0 0 0,-1 0 0 0 0,1 1-1 0 0,1 1 1 0 0,17-6 0 0 0,-31 12 7 0 0,0-1 0 0 0,0 0 1 0 0,1 1-1 0 0,-1-1 0 0 0,0 1 0 0 0,0 0 0 0 0,0-1 0 0 0,1 1 0 0 0,-1 0 0 0 0,0 1 0 0 0,0-1 0 0 0,1 0 0 0 0,-1 1 0 0 0,0-1 1 0 0,0 1-1 0 0,0-1 0 0 0,0 1 0 0 0,0 0 0 0 0,0 0 0 0 0,0 0 0 0 0,0 0 0 0 0,0 1 0 0 0,0-1 0 0 0,0 0 0 0 0,-1 1 0 0 0,1-1 1 0 0,0 1-1 0 0,-1 0 0 0 0,0-1 0 0 0,1 1 0 0 0,-1 0 0 0 0,0 0 0 0 0,0 0 0 0 0,0 0 0 0 0,0 0 0 0 0,0 0 0 0 0,0 0 0 0 0,-1 0 0 0 0,2 5 1 0 0,0 4-5 0 0,-1 1 1 0 0,0-1 0 0 0,-1 1-1 0 0,0 0 1 0 0,-3 22 0 0 0,1 8-1418 0 0,3-17-2816 0 0,3-14-339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5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1452 0 0,'29'-41'18939'0'0,"-24"39"-17628"0"0,-1 10-1109 0 0,-2 9-9 0 0,-1 1 1 0 0,0-1-1 0 0,-2 0 1 0 0,0 1-1 0 0,-6 32 1 0 0,0 18 154 0 0,2-27 19 0 0,2-22-3169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5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64 106 432 0 0,'-32'-77'13922'0'0,"20"50"-11700"0"0,11 25-1969 0 0,-3 5-1970 0 0,3-3 1636 0 0,1 0 0 0 0,-1 0 0 0 0,1 0 0 0 0,0 0-1 0 0,-1 0 1 0 0,1 0 0 0 0,0 0 0 0 0,-1 0-1 0 0,1 0 1 0 0,0 1 0 0 0,-1-1 0 0 0,1 0 0 0 0,0 0-1 0 0,-1 0 1 0 0,1 0 0 0 0,0 1 0 0 0,-1-1-1 0 0,1 0 1 0 0,0 0 0 0 0,0 1 0 0 0,-1-1 0 0 0,1 0-1 0 0,0 1 1 0 0,0-1 0 0 0,0 0 0 0 0,-1 0-1 0 0,1 1 1 0 0,0-1 0 0 0,0 1 0 0 0,-5 22-5626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2440 0 0,'18'48'9733'0'0,"-15"-38"-9483"0"0,0 0 0 0 0,-1 0 0 0 0,0 1 0 0 0,-1-1 0 0 0,0 1 0 0 0,0 0 1 0 0,-1-1-1 0 0,-1 1 0 0 0,-2 13 0 0 0,0-8 109 0 0,0 0-1 0 0,-1 0 1 0 0,-1 0 0 0 0,-1-1 0 0 0,0 0-1 0 0,-1 0 1 0 0,-14 21 0 0 0,20-34-261 0 0,0-1 0 0 0,0 1 1 0 0,0-1-1 0 0,0 1 1 0 0,0-1-1 0 0,0 0 1 0 0,-1 0-1 0 0,1 0 1 0 0,-1 0-1 0 0,1 0 0 0 0,-1 0 1 0 0,1 0-1 0 0,-1 0 1 0 0,1 0-1 0 0,-1-1 1 0 0,0 1-1 0 0,1-1 0 0 0,-1 1 1 0 0,0-1-1 0 0,0 0 1 0 0,-2 1-1 0 0,3-2-85 0 0,1 1 0 0 0,-1 0 0 0 0,1-1 0 0 0,-1 1 0 0 0,1-1 0 0 0,-1 1-1 0 0,1 0 1 0 0,-1-1 0 0 0,1 1 0 0 0,0-1 0 0 0,-1 0 0 0 0,1 1 0 0 0,-1-1 0 0 0,1 1 0 0 0,0-1 0 0 0,0 1-1 0 0,-1-1 1 0 0,1 0 0 0 0,0 1 0 0 0,0-1 0 0 0,0 0 0 0 0,0 1 0 0 0,0-1 0 0 0,0-1 0 0 0,-1-15 108 0 0,4 5-84 0 0,0 1 0 0 0,1-1 0 0 0,0 0 0 0 0,1 1 1 0 0,0 0-1 0 0,1 0 0 0 0,0 0 0 0 0,1 1 0 0 0,0 0 0 0 0,1 0 0 0 0,0 0 0 0 0,0 1 0 0 0,1 1 0 0 0,0-1 0 0 0,1 2 0 0 0,16-12 1 0 0,-17 14-45 0 0,-1 0 1 0 0,1 1 0 0 0,-1 0 0 0 0,1 0-1 0 0,0 1 1 0 0,1 0 0 0 0,-1 0 0 0 0,0 1-1 0 0,17-1 1 0 0,-19 3-4 0 0,0 0 1 0 0,0 0-1 0 0,0 1 0 0 0,0 0 1 0 0,0 0-1 0 0,0 1 0 0 0,0 0 1 0 0,-1 0-1 0 0,1 0 0 0 0,0 1 1 0 0,-1 0-1 0 0,0 1 0 0 0,0-1 1 0 0,7 6-1 0 0,-9-6 14 0 0,-1 0 1 0 0,1 0-1 0 0,-1 1 0 0 0,1-1 1 0 0,-1 1-1 0 0,0 0 0 0 0,-1 0 1 0 0,1 0-1 0 0,-1 0 0 0 0,1 0 1 0 0,-1 0-1 0 0,0 1 0 0 0,-1-1 1 0 0,1 1-1 0 0,-1 0 0 0 0,1 8 1 0 0,-1 2-822 0 0,0 0 1 0 0,-1 0 0 0 0,-5 29-1 0 0,2-11-4157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6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85 194 1056 0 0,'43'-29'14703'0'0,"-31"24"-12412"0"0,35 1 330 0 0,-29 3-2236 0 0,0-1 1 0 0,0 0 0 0 0,0-2 0 0 0,33-9-1 0 0,-47 11-371 0 0,0 0 0 0 0,1 0-1 0 0,-2 0 1 0 0,1 0 0 0 0,0-1 0 0 0,0 1-1 0 0,-1-1 1 0 0,1 0 0 0 0,-1 0 0 0 0,0 0-1 0 0,0-1 1 0 0,0 1 0 0 0,0-1-1 0 0,-1 1 1 0 0,1-1 0 0 0,-1 0 0 0 0,0 0-1 0 0,0 0 1 0 0,-1 0 0 0 0,1-1-1 0 0,-1 1 1 0 0,0 0 0 0 0,0-1 0 0 0,0 1-1 0 0,0-5 1 0 0,-1 7-29 0 0,1 1 0 0 0,-1-1 0 0 0,0 1 0 0 0,0-1 0 0 0,0 1 0 0 0,0-1 0 0 0,0 1 0 0 0,-1 0 0 0 0,1-1 1 0 0,0 1-1 0 0,-1-1 0 0 0,1 1 0 0 0,-1 0 0 0 0,1-1 0 0 0,-1 1 0 0 0,1 0 0 0 0,-1-1 0 0 0,0 1 0 0 0,0 0 0 0 0,0 0 0 0 0,0 0 0 0 0,0 0 0 0 0,0 0 0 0 0,0 0 0 0 0,-2-2 0 0 0,1 2 1 0 0,-1 0 1 0 0,1 0-1 0 0,-1 1 0 0 0,0-1 1 0 0,1 1-1 0 0,-1-1 0 0 0,0 1 1 0 0,1 0-1 0 0,-1 0 0 0 0,0 0 0 0 0,1 0 1 0 0,-6 1-1 0 0,-5 2-8 0 0,-1 0-1 0 0,1 1 1 0 0,0 1-1 0 0,-14 7 1 0 0,-2 2-4 0 0,1 1 0 0 0,-47 34 0 0 0,63-39 46 0 0,0 0 1 0 0,0 0-1 0 0,1 1 0 0 0,0 0 0 0 0,1 1 0 0 0,1 1 1 0 0,-15 23-1 0 0,22-34 15 0 0,1 1-1 0 0,-1 0 1 0 0,1 0 0 0 0,0 0 0 0 0,0 0 0 0 0,0 0-1 0 0,0 0 1 0 0,0 0 0 0 0,1 1 0 0 0,-1-1 0 0 0,1 0 0 0 0,0 0-1 0 0,0 0 1 0 0,0 1 0 0 0,0-1 0 0 0,1 0 0 0 0,-1 0-1 0 0,1 0 1 0 0,2 5 0 0 0,-1-4 17 0 0,0 0 0 0 0,1-1-1 0 0,0 1 1 0 0,-1-1 0 0 0,1 0-1 0 0,0 0 1 0 0,1 0 0 0 0,-1 0 0 0 0,0-1-1 0 0,1 1 1 0 0,0-1 0 0 0,-1 0-1 0 0,1 0 1 0 0,5 2 0 0 0,8 2 3 0 0,0 0 1 0 0,0-1 0 0 0,0-1-1 0 0,1 0 1 0 0,0-1 0 0 0,19 0-1 0 0,110-4-594 0 0,-92-2-1417 0 0,61-14 0 0 0,-4-8-6727 0 0,-59 10-1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582 211 828 0 0,'54'-144'7641'0'0,"-34"77"-3809"0"0,-40 189-3252 0 0,-190 1232 2116 0 0,162-749-175 0 0,50-588-2078 0 0,-2-17-429 0 0,0 0 1 0 0,1 0 0 0 0,-1 1 0 0 0,0-1-1 0 0,0 0 1 0 0,0 0 0 0 0,0 0-1 0 0,0 1 1 0 0,1-1 0 0 0,-1 0 0 0 0,0 0-1 0 0,0 0 1 0 0,0 0 0 0 0,1 1 0 0 0,-1-1-1 0 0,0 0 1 0 0,0 0 0 0 0,1 0-1 0 0,-1 0 1 0 0,0 0 0 0 0,0 0 0 0 0,0 0-1 0 0,1 0 1 0 0,-1 0 0 0 0,0 0-1 0 0,0 0 1 0 0,1 0 0 0 0,-1 0 0 0 0,0 0-1 0 0,0 0 1 0 0,1 0 0 0 0,1-1 8 0 0,0 0 0 0 0,0 0 1 0 0,0 0-1 0 0,0-1 0 0 0,0 1 0 0 0,0-1 1 0 0,-1 0-1 0 0,1 1 0 0 0,-1-1 1 0 0,1 0-1 0 0,1-2 0 0 0,24-35 17 0 0,-2-1 0 0 0,-2-1 0 0 0,-1-1 0 0 0,17-49 0 0 0,-30 68-51 0 0,-1-1 0 0 0,-1 0-1 0 0,-1 0 1 0 0,-2-1 0 0 0,0 1-1 0 0,-1-1 1 0 0,-1-42 0 0 0,-4 50 4 0 0,1 0 1 0 0,-2 1 0 0 0,0-1 0 0 0,-1 1-1 0 0,-1 0 1 0 0,0 0 0 0 0,-1 1 0 0 0,-1-1-1 0 0,0 1 1 0 0,-1 1 0 0 0,0 0-1 0 0,-17-21 1 0 0,4 11 8 0 0,0 1 0 0 0,-2 1 1 0 0,0 1-1 0 0,-2 2 0 0 0,0 0 0 0 0,-42-23 0 0 0,-176-74 127 0 0,234 112-149 0 0,4 3 23 0 0,0-1 0 0 0,0-1-1 0 0,1 1 1 0 0,-1 0 0 0 0,0-1-1 0 0,-6-6 1 0 0,10 9-20 0 0,1-1 0 0 0,-1 0 0 0 0,0 0 1 0 0,1 0-1 0 0,-1 0 0 0 0,0 0 0 0 0,1 0 0 0 0,-1 0 1 0 0,1-1-1 0 0,0 1 0 0 0,-1 0 0 0 0,1 0 0 0 0,0 0 1 0 0,0 0-1 0 0,0-1 0 0 0,0 1 0 0 0,0 0 0 0 0,0 0 1 0 0,0 0-1 0 0,0-1 0 0 0,0 1 0 0 0,0 0 0 0 0,1 0 1 0 0,-1 0-1 0 0,0 0 0 0 0,1 0 0 0 0,-1 0 0 0 0,1 0 1 0 0,0 0-1 0 0,-1-1 0 0 0,1 2 0 0 0,0-1 0 0 0,-1 0 1 0 0,1 0-1 0 0,1-1 0 0 0,12-12-632 0 0,0 0-1 0 0,1 1 1 0 0,0 0 0 0 0,1 2-1 0 0,1 0 1 0 0,21-11-1 0 0,-20 11 118 0 0,154-84-6900 0 0,-129 69 3489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28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94 2140 0 0,'7'-8'1825'0'0,"0"0"-1"0"0,-1-1 1 0 0,0 0-1 0 0,7-16 642 0 0,-15 26-2409 0 0,0 1-1 0 0,0-1 1 0 0,1 1 0 0 0,-1-1 0 0 0,0 1 0 0 0,1 0 0 0 0,-1-1 0 0 0,1 1-1 0 0,0 0 1 0 0,-1 0 0 0 0,0 2 0 0 0,-1 2 27 0 0,-13 14 109 0 0,-52 81 426 0 0,62-91-579 0 0,1 0-1 0 0,0 1 1 0 0,0 0 0 0 0,1 0 0 0 0,1 0 0 0 0,0 0 0 0 0,0 1 0 0 0,-1 12 0 0 0,4-21-19 0 0,0-1 0 0 0,0 0 0 0 0,0 0 0 0 0,0 0 0 0 0,0 0 0 0 0,0 0 0 0 0,1 0 0 0 0,-1 0 1 0 0,1 0-1 0 0,-1 0 0 0 0,1 0 0 0 0,0 0 0 0 0,0 0 0 0 0,0 0 0 0 0,0-1 0 0 0,0 1 0 0 0,0 0 1 0 0,0 0-1 0 0,1-1 0 0 0,2 3 0 0 0,-2-2 4 0 0,1-1 0 0 0,-1 1 0 0 0,1-1 0 0 0,0 1 0 0 0,-1-1 1 0 0,1 0-1 0 0,0 0 0 0 0,0-1 0 0 0,0 1 0 0 0,0-1 0 0 0,0 1 0 0 0,5-1 0 0 0,2 0 31 0 0,0-1-1 0 0,-1 0 0 0 0,1 0 0 0 0,0-1 0 0 0,-1 0 1 0 0,0-1-1 0 0,17-7 0 0 0,-16 4-3 0 0,1 0 0 0 0,-2 0 0 0 0,1-1 1 0 0,-1 0-1 0 0,0-1 0 0 0,0 0 0 0 0,-1 0 0 0 0,0-1 0 0 0,-1 0 0 0 0,0-1 0 0 0,7-11 0 0 0,-10 14 66 0 0,0 0-1 0 0,0 0 0 0 0,-1-1 0 0 0,0 1 1 0 0,0 0-1 0 0,-1-1 0 0 0,0 0 0 0 0,-1 0 1 0 0,1 1-1 0 0,-1-1 0 0 0,-1 0 0 0 0,0 0 0 0 0,0 0 1 0 0,0 0-1 0 0,-1 0 0 0 0,0 0 0 0 0,-4-11 1 0 0,4 16-95 0 0,0 0 0 0 0,0-1 0 0 0,0 1 0 0 0,-1 1 1 0 0,1-1-1 0 0,-1 0 0 0 0,0 0 0 0 0,0 1 0 0 0,0-1 1 0 0,0 1-1 0 0,-1-1 0 0 0,1 1 0 0 0,-1 0 0 0 0,1 0 1 0 0,-1 0-1 0 0,0 0 0 0 0,-5-2 0 0 0,3 2-13 0 0,0 1 1 0 0,1-1-1 0 0,-1 1 0 0 0,0 0 0 0 0,-1 1 0 0 0,1-1 0 0 0,0 1 0 0 0,0 0 0 0 0,0 0 0 0 0,-8 2 1 0 0,1 0-6 0 0,-1 1 1 0 0,1 0-1 0 0,0 1 1 0 0,0 1 0 0 0,1 0-1 0 0,-1 0 1 0 0,1 1-1 0 0,-17 12 1 0 0,21-12-58 0 0,0 1 1 0 0,0-1-1 0 0,0 1 1 0 0,1 1-1 0 0,0 0 0 0 0,-10 14 1 0 0,15-19 19 0 0,0-1 0 0 0,0 1 1 0 0,0-1-1 0 0,0 1 1 0 0,0 0-1 0 0,0-1 0 0 0,0 1 1 0 0,1 0-1 0 0,0 0 0 0 0,-1 0 1 0 0,1-1-1 0 0,0 6 1 0 0,1-7 4 0 0,-1 1-1 0 0,1-1 1 0 0,-1 1 0 0 0,1 0 0 0 0,0-1 0 0 0,0 1 0 0 0,-1-1 0 0 0,1 0 0 0 0,0 1 0 0 0,0-1 0 0 0,1 0 0 0 0,-1 1 0 0 0,0-1 0 0 0,0 0 0 0 0,0 0 0 0 0,1 0 0 0 0,-1 0 0 0 0,1 0-1 0 0,-1 0 1 0 0,1-1 0 0 0,-1 1 0 0 0,4 1 0 0 0,2 0-61 0 0,0 0-1 0 0,1-1 1 0 0,0 0-1 0 0,-1 0 1 0 0,1 0-1 0 0,0-1 1 0 0,-1 0-1 0 0,1-1 1 0 0,0 1-1 0 0,-1-2 1 0 0,1 1-1 0 0,-1-1 1 0 0,1 0-1 0 0,10-5 1 0 0,3-1 22 0 0,-1-2 1 0 0,1 0-1 0 0,30-22 1 0 0,30-32 97 0 0,-52 39 52 0 0,36-22-1 0 0,-64 47-85 0 0,0-1 0 0 0,0 1 1 0 0,0-1-1 0 0,0 1 0 0 0,0 0 0 0 0,0-1 0 0 0,0 1 0 0 0,0 0 1 0 0,0 0-1 0 0,0 0 0 0 0,0 0 0 0 0,0 0 0 0 0,0 0 0 0 0,0 0 1 0 0,0 0-1 0 0,1 0 0 0 0,-1 0 0 0 0,0 1 0 0 0,0-1 0 0 0,0 0 1 0 0,0 1-1 0 0,0-1 0 0 0,-1 1 0 0 0,1-1 0 0 0,0 1 0 0 0,2 1 1 0 0,17 19 23 0 0,-14-10-51 0 0,0 0-1 0 0,0 0 1 0 0,-1 0 0 0 0,0 1 0 0 0,-1-1 0 0 0,-1 1-1 0 0,0 0 1 0 0,0 0 0 0 0,-1 0 0 0 0,-1 1 0 0 0,0 19-1 0 0,-4 55 1047 0 0,-8-7 3746 0 0,10-73-3274 0 0,-3-16-669 0 0,4-2-820 0 0,1 0-1 0 0,1 1 1 0 0,0-1 0 0 0,0 1 0 0 0,1-1 0 0 0,0 1 0 0 0,1 0-1 0 0,0 0 1 0 0,1 0 0 0 0,0 1 0 0 0,0 0 0 0 0,1 0-1 0 0,1 0 1 0 0,-1 0 0 0 0,13-11 0 0 0,-7 8-901 0 0,1 0 1 0 0,1 0-1 0 0,21-13 1 0 0,-17 14-1518 0 0,-1 1 0 0 0,33-12 0 0 0,-22 11-1677 0 0,5-1-1840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0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93 568 996 0 0,'2'-24'5519'0'0,"-2"-9"230"0"0,0 33-5720 0 0,-5 17-22 0 0,-37 129 1358 0 0,26-99-976 0 0,-16 77 0 0 0,32-124-381 0 0,0 1 1 0 0,0-1-1 0 0,0 1 1 0 0,0-1-1 0 0,0 1 1 0 0,0-1 0 0 0,0 1-1 0 0,0-1 1 0 0,0 1-1 0 0,0-1 1 0 0,0 1-1 0 0,1-1 1 0 0,-1 1 0 0 0,0-1-1 0 0,0 1 1 0 0,0-1-1 0 0,1 1 1 0 0,-1-1-1 0 0,0 0 1 0 0,1 1 0 0 0,-1-1-1 0 0,0 1 1 0 0,1-1-1 0 0,-1 0 1 0 0,0 1-1 0 0,1-1 1 0 0,-1 0-1 0 0,1 0 1 0 0,-1 1 0 0 0,0-1-1 0 0,1 0 1 0 0,-1 0-1 0 0,1 0 1 0 0,-1 1-1 0 0,1-1 1 0 0,-1 0 0 0 0,1 0-1 0 0,-1 0 1 0 0,1 0-1 0 0,19-2 109 0 0,-7-3-98 0 0,-1-2 1 0 0,0 1-1 0 0,0-2 0 0 0,0 1 1 0 0,-1-2-1 0 0,11-9 0 0 0,61-64 70 0 0,-66 64-60 0 0,3-3-5 0 0,1-2-52 0 0,27-22-1 0 0,-47 44 24 0 0,0 0 0 0 0,-1 1 1 0 0,1-1-1 0 0,0 1 0 0 0,0-1 0 0 0,-1 1 1 0 0,1-1-1 0 0,0 1 0 0 0,0 0 0 0 0,0-1 0 0 0,0 1 1 0 0,0 0-1 0 0,0 0 0 0 0,-1 0 0 0 0,1-1 1 0 0,0 1-1 0 0,0 0 0 0 0,0 0 0 0 0,0 0 0 0 0,0 0 1 0 0,0 1-1 0 0,0-1 0 0 0,0 0 0 0 0,1 0 0 0 0,-1 1-3 0 0,0 0 0 0 0,1 0 0 0 0,-1 0-1 0 0,0 0 1 0 0,1 0 0 0 0,-1 0 0 0 0,0 0-1 0 0,0 1 1 0 0,0-1 0 0 0,0 0-1 0 0,0 1 1 0 0,1 2 0 0 0,2 4-33 0 0,-1 1-1 0 0,1 0 1 0 0,2 16-1 0 0,-5-20 26 0 0,3 8 1 0 0,-2-1 20 0 0,1 0 0 0 0,1 0 0 0 0,0-1 0 0 0,5 12 1 0 0,-8-21 5 0 0,1 0 1 0 0,-1 1 0 0 0,0-1-1 0 0,1 0 1 0 0,0 1 0 0 0,-1-1 0 0 0,1 0-1 0 0,0 0 1 0 0,0 0 0 0 0,0-1-1 0 0,0 1 1 0 0,1 0 0 0 0,-1-1-1 0 0,0 1 1 0 0,1-1 0 0 0,-1 0-1 0 0,1 0 1 0 0,-1 0 0 0 0,1 0 0 0 0,0 0-1 0 0,-1-1 1 0 0,1 1 0 0 0,0-1-1 0 0,3 1 1 0 0,-1-2 4 0 0,1 1 0 0 0,0-1 1 0 0,-1 0-1 0 0,1 0 0 0 0,-1 0 0 0 0,1-1 0 0 0,-1 0 0 0 0,1 0 1 0 0,-1-1-1 0 0,0 1 0 0 0,9-7 0 0 0,-6 3 10 0 0,0 0 0 0 0,-1-1-1 0 0,0 1 1 0 0,-1-2 0 0 0,1 1-1 0 0,9-16 1 0 0,-10 13 8 0 0,0 0 1 0 0,0-1-1 0 0,-1 0 0 0 0,-1 0 0 0 0,0 0 1 0 0,0-1-1 0 0,-1 1 0 0 0,0-1 0 0 0,-1 0 1 0 0,-1 1-1 0 0,0-1 0 0 0,-1-19 0 0 0,0 25-10 0 0,0 0-1 0 0,-1 0 0 0 0,0 1 0 0 0,0-1 0 0 0,0 0 0 0 0,-1 0 0 0 0,0 1 0 0 0,0-1 0 0 0,0 1 0 0 0,-1 0 0 0 0,0-1 0 0 0,0 1 0 0 0,0 0 1 0 0,-1 1-1 0 0,1-1 0 0 0,-1 1 0 0 0,-6-5 0 0 0,6 7-25 0 0,1 1-9 0 0,-1 1 0 0 0,1-1 1 0 0,0 1-1 0 0,-1 0 0 0 0,1 0 1 0 0,0 0-1 0 0,-1 1 0 0 0,1-1 1 0 0,0 1-1 0 0,-1-1 0 0 0,1 1 1 0 0,0 0-1 0 0,0 1 0 0 0,-1-1 0 0 0,1 0 1 0 0,0 1-1 0 0,1 0 0 0 0,-1 0 1 0 0,0 0-1 0 0,0 0 0 0 0,1 0 1 0 0,-1 0-1 0 0,1 1 0 0 0,0-1 0 0 0,0 1 1 0 0,-1-1-1 0 0,2 1 0 0 0,-3 4 1 0 0,3-6 10 0 0,0 0 0 0 0,0 1-1 0 0,-1-1 1 0 0,1 0 0 0 0,0 1 0 0 0,0-1 0 0 0,1 1 0 0 0,-1-1-1 0 0,0 1 1 0 0,0 0 0 0 0,1-1 0 0 0,-1 1 0 0 0,1 0 0 0 0,0-1-1 0 0,-1 1 1 0 0,1 0 0 0 0,0 0 0 0 0,0-1 0 0 0,0 1 0 0 0,0 0-1 0 0,0 0 1 0 0,1 0 0 0 0,-1-1 0 0 0,0 1 0 0 0,1 0 0 0 0,-1-1 0 0 0,1 1-1 0 0,0 0 1 0 0,-1-1 0 0 0,1 1 0 0 0,0-1 0 0 0,0 1 0 0 0,0-1-1 0 0,0 1 1 0 0,0-1 0 0 0,1 0 0 0 0,-1 0 0 0 0,3 2 0 0 0,0 0 4 0 0,1 0 0 0 0,0 0 1 0 0,-1 0-1 0 0,2-1 0 0 0,-1 0 1 0 0,0 0-1 0 0,0-1 0 0 0,0 1 1 0 0,1-1-1 0 0,-1 0 0 0 0,6 0 1 0 0,11 0-100 0 0,0-1-1 0 0,0-1 1 0 0,0-1 0 0 0,0-1 0 0 0,-1-1 0 0 0,1-1 0 0 0,-1-1 0 0 0,0-1-1 0 0,0 0 1 0 0,-1-2 0 0 0,0 0 0 0 0,-1-2 0 0 0,0 0 0 0 0,0-1-1 0 0,21-18 1 0 0,-19 12 17 0 0,-1-1-1 0 0,0 0 1 0 0,-2-2 0 0 0,0 0-1 0 0,-1-1 1 0 0,-1-1-1 0 0,-2-1 1 0 0,0 0-1 0 0,-1-1 1 0 0,-2 0 0 0 0,15-46-1 0 0,-14 29 342 0 0,-12 40-212 0 0,-3 5-31 0 0,1-1 0 0 0,-1 1 0 0 0,1 0 1 0 0,0-1-1 0 0,-1 1 0 0 0,1 0 0 0 0,1 1 0 0 0,-1-1 0 0 0,0 0 0 0 0,1 0 0 0 0,0 1 0 0 0,-2 4 0 0 0,-1 3 13 0 0,-45 112 163 0 0,-51 208 0 0 0,74-202 364 0 0,26-128-502 0 0,1-1-50 0 0,1 0 1 0 0,0-1 0 0 0,-1 0 0 0 0,1 1-1 0 0,-1-1 1 0 0,1 0 0 0 0,-1 0 0 0 0,1 0-1 0 0,-1 0 1 0 0,2-1 0 0 0,38-45 134 0 0,83-83 186 0 0,-109 117-326 0 0,1 0-1 0 0,0 1 1 0 0,0 1-1 0 0,2 0 0 0 0,-1 2 1 0 0,38-15-1 0 0,-52 22-9 0 0,0 1 0 0 0,0 0 0 0 0,0 0-1 0 0,1 0 1 0 0,-1 0 0 0 0,0 1 0 0 0,1-1 0 0 0,-1 1 0 0 0,0 0 0 0 0,1 0-1 0 0,-1 0 1 0 0,0 0 0 0 0,1 0 0 0 0,-1 1 0 0 0,0 0 0 0 0,0 0-1 0 0,1 0 1 0 0,-1 0 0 0 0,0 0 0 0 0,0 1 0 0 0,0-1 0 0 0,0 1 0 0 0,0 0-1 0 0,3 2 1 0 0,-4-1 3 0 0,1 1-1 0 0,-1-1 0 0 0,1 0 1 0 0,-1 1-1 0 0,0 0 0 0 0,-1 0 1 0 0,1-1-1 0 0,-1 1 0 0 0,1 0 1 0 0,-1 0-1 0 0,0 0 0 0 0,-1 1 1 0 0,1-1-1 0 0,-1 0 0 0 0,0 0 1 0 0,0 0-1 0 0,0 0 0 0 0,-1 6 1 0 0,-11 56-154 0 0,8-52 118 0 0,1 0 0 0 0,0 0 1 0 0,1 1-1 0 0,1 27 0 0 0,1-40-33 0 0,0 0 0 0 0,1 0 0 0 0,-1-1 0 0 0,1 1 0 0 0,-1 0 0 0 0,1 0 0 0 0,0-1 0 0 0,0 1 0 0 0,0-1 0 0 0,0 1 0 0 0,0-1 0 0 0,0 1 0 0 0,0-1 0 0 0,1 0 0 0 0,-1 1 0 0 0,0-1 0 0 0,1 0 1 0 0,-1 0-1 0 0,1 0 0 0 0,-1 0 0 0 0,1 0 0 0 0,-1-1 0 0 0,1 1 0 0 0,0 0 0 0 0,0-1 0 0 0,-1 1 0 0 0,1-1 0 0 0,0 1 0 0 0,0-1 0 0 0,-1 0 0 0 0,4 0 0 0 0,4 1-397 0 0,0-1 0 0 0,0 0 1 0 0,0 0-1 0 0,18-4 0 0 0,-3-1-128 0 0,-1-1 0 0 0,0-1 0 0 0,0-2 0 0 0,0 0 0 0 0,41-24 0 0 0,-46 22 843 0 0,0-1 0 0 0,-1-1 0 0 0,-1 0 0 0 0,17-18 0 0 0,-26 24 229 0 0,0-1 1 0 0,-1 0-1 0 0,0-1 1 0 0,-1 1-1 0 0,0-1 1 0 0,7-16-1 0 0,-10 20-180 0 0,0 0 0 0 0,0 0 0 0 0,-1 0 0 0 0,0 0-1 0 0,0 0 1 0 0,0-1 0 0 0,-1 1 0 0 0,1 0 0 0 0,-1 0-1 0 0,-1-1 1 0 0,1 1 0 0 0,-1 0 0 0 0,0-1 0 0 0,-2-7-1 0 0,2 12-262 0 0,1 0 0 0 0,0 0 0 0 0,-1 0 0 0 0,1 0-1 0 0,-1 0 1 0 0,1 0 0 0 0,-1 0 0 0 0,0 0 0 0 0,0 0-1 0 0,1 1 1 0 0,-1-1 0 0 0,0 0 0 0 0,0 0 0 0 0,0 1-1 0 0,0-1 1 0 0,0 0 0 0 0,0 1 0 0 0,0-1 0 0 0,0 1-1 0 0,0-1 1 0 0,0 1 0 0 0,0 0 0 0 0,-2-1 0 0 0,1 1 0 0 0,-1 0 1 0 0,0 0-1 0 0,0 0 1 0 0,1 0-1 0 0,-1 0 1 0 0,0 1-1 0 0,1 0 1 0 0,-1-1-1 0 0,-4 3 1 0 0,-1 0-29 0 0,-1 1-1 0 0,1 1 1 0 0,0-1 0 0 0,1 1 0 0 0,-8 7-1 0 0,0 0-24 0 0,1 1 0 0 0,1 1 0 0 0,1 1 0 0 0,-12 15 0 0 0,19-23 14 0 0,1-1 1 0 0,0 0 0 0 0,0 1-1 0 0,1 0 1 0 0,0 0-1 0 0,0 0 1 0 0,1 1 0 0 0,-1-1-1 0 0,2 0 1 0 0,-1 1-1 0 0,1 0 1 0 0,-1 13 0 0 0,3-19 7 0 0,-1 0 1 0 0,0 1-1 0 0,0-1 1 0 0,1 0 0 0 0,0 0-1 0 0,-1 0 1 0 0,1 0-1 0 0,0 0 1 0 0,0 0 0 0 0,0 0-1 0 0,0-1 1 0 0,0 1 0 0 0,0 0-1 0 0,0 0 1 0 0,1-1-1 0 0,-1 1 1 0 0,1-1 0 0 0,2 3-1 0 0,-1-2 3 0 0,0 0-1 0 0,1 0 1 0 0,-1-1 0 0 0,1 1-1 0 0,0-1 1 0 0,-1 1-1 0 0,1-1 1 0 0,0 0-1 0 0,6 0 1 0 0,-1 0 2 0 0,1 0-1 0 0,0-1 1 0 0,0-1-1 0 0,0 1 1 0 0,0-2-1 0 0,0 1 1 0 0,11-4 0 0 0,-5-2 2 0 0,-1 1 0 0 0,1-2 0 0 0,-1 0 0 0 0,-1-1 0 0 0,0 0 0 0 0,0-1 0 0 0,-1-1 0 0 0,0 0 1 0 0,-1-1-1 0 0,0 0 0 0 0,0-1 0 0 0,-2 0 0 0 0,0-1 0 0 0,0 0 0 0 0,-1 0 0 0 0,-1-1 0 0 0,7-18 1 0 0,-8 20 130 0 0,-1 0 214 0 0,-16 20-277 0 0,5 0-62 0 0,0 0 0 0 0,1 0 0 0 0,0 0 0 0 0,0 1 0 0 0,0 0 1 0 0,1-1-1 0 0,-4 15 0 0 0,2-5-31 0 0,3-12 24 0 0,-6 15-63 0 0,-8 40 1 0 0,15-55 57 0 0,0 0 0 0 0,0 0 0 0 0,1 0 0 0 0,-1 0 1 0 0,1 0-1 0 0,1 0 0 0 0,-1 0 0 0 0,1 0 0 0 0,-1 0 1 0 0,2 0-1 0 0,-1 0 0 0 0,0 0 0 0 0,5 9 1 0 0,-4-12-9 0 0,0 0 0 0 0,0 1 1 0 0,0-1-1 0 0,0 0 1 0 0,0 0-1 0 0,0-1 0 0 0,1 1 1 0 0,-1 0-1 0 0,1-1 1 0 0,-1 0-1 0 0,1 1 0 0 0,0-1 1 0 0,-1 0-1 0 0,1 0 1 0 0,0 0-1 0 0,0-1 0 0 0,0 1 1 0 0,0-1-1 0 0,0 0 1 0 0,-1 0-1 0 0,1 1 0 0 0,4-2 1 0 0,5 0-270 0 0,1 0 0 0 0,-1 0 0 0 0,23-8 0 0 0,-12 2-223 0 0,-1-2 1 0 0,0 0-1 0 0,0-2 1 0 0,-1 0-1 0 0,0-2 0 0 0,-1 0 1 0 0,-1-1-1 0 0,0-1 0 0 0,-1-1 1 0 0,-1-1-1 0 0,0 0 0 0 0,-1-1 1 0 0,23-34-1 0 0,-17 19 588 0 0,-2 0 0 0 0,-1-2 0 0 0,-2 0 1 0 0,-1-1-1 0 0,-2-1 0 0 0,-2 0 0 0 0,14-65 0 0 0,-23 84 722 0 0,0 0 0 0 0,-1 0 0 0 0,-1 0 0 0 0,0 0-1 0 0,-4-33 1 0 0,3 51-798 0 0,0-1 0 0 0,0 1 0 0 0,0-1-1 0 0,0 1 1 0 0,0 0 0 0 0,-1-1-1 0 0,1 1 1 0 0,0 0 0 0 0,0-1 0 0 0,0 1-1 0 0,-1 0 1 0 0,1-1 0 0 0,0 1 0 0 0,0 0-1 0 0,-1-1 1 0 0,1 1 0 0 0,0 0 0 0 0,0-1-1 0 0,-1 1 1 0 0,1 0 0 0 0,-1 0-1 0 0,1 0 1 0 0,0-1 0 0 0,-1 1 0 0 0,1 0-1 0 0,0 0 1 0 0,-1 0 0 0 0,1 0 0 0 0,-1 0-1 0 0,1 0 1 0 0,0 0 0 0 0,-1 0 0 0 0,1 0-1 0 0,-1 0 1 0 0,1 0 0 0 0,0 0-1 0 0,-1 0 1 0 0,1 0 0 0 0,-1 0 0 0 0,1 0-1 0 0,0 0 1 0 0,-1 0 0 0 0,1 0 0 0 0,-1 1-1 0 0,1-1 1 0 0,0 0 0 0 0,-1 0-1 0 0,1 0 1 0 0,-1 1 0 0 0,-15 12 233 0 0,6 1-4 0 0,0 1-1 0 0,2 0 1 0 0,0 1 0 0 0,0 0-1 0 0,-8 28 1 0 0,14-37-178 0 0,-72 226 2399 0 0,66-196-2252 0 0,1 0 0 0 0,1 1 1 0 0,2 0-1 0 0,2 54 0 0 0,2-87-169 0 0,1 1 1 0 0,-1-1-1 0 0,1 0 0 0 0,0 0 0 0 0,0 1 0 0 0,1-1 1 0 0,-1 0-1 0 0,1 0 0 0 0,4 6 0 0 0,-5-9-28 0 0,1 1 0 0 0,0-1 1 0 0,-1 0-1 0 0,1 0 0 0 0,0 0 0 0 0,0 0 0 0 0,0 0 0 0 0,1-1 0 0 0,-1 1 0 0 0,0-1 0 0 0,1 1 0 0 0,-1-1 0 0 0,1 0 0 0 0,-1 0 0 0 0,1 0 0 0 0,-1 0 0 0 0,1 0 0 0 0,0-1 1 0 0,4 1-1 0 0,4 0-248 0 0,-1-1 1 0 0,1 0-1 0 0,-1-1 1 0 0,1 0-1 0 0,-1 0 1 0 0,1-1-1 0 0,-1-1 1 0 0,0 0-1 0 0,0 0 1 0 0,11-6-1 0 0,-4 1-1683 0 0,0-1 0 0 0,-1 0 0 0 0,-1-2 0 0 0,28-22 0 0 0,-12 3-4896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0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70 2692 0 0,'-146'-12'13157'0'0,"143"11"-11955"0"0,229-20-401 0 0,-85 9-3425 0 0,-2-5-5212 0 0,-96 11 2848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0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66 712 0 0,'0'-1'701'0'0,"0"-5"330"0"0,0 1 0 0 0,0 0 0 0 0,0-1 0 0 0,1 1-1 0 0,-1-1 1 0 0,1 1 0 0 0,1 0 0 0 0,-1 0-1 0 0,4-9 1 0 0,-4 13-768 0 0,2 1 4 0 0,1 2-213 0 0,1 0 0 0 0,-1 0 0 0 0,0 1-1 0 0,0-1 1 0 0,0 1 0 0 0,0 0 0 0 0,0 0 0 0 0,0 0 0 0 0,-1 0-1 0 0,0 1 1 0 0,1-1 0 0 0,-1 1 0 0 0,-1 0 0 0 0,1 0 0 0 0,3 7-1 0 0,6 9 24 0 0,15 41 1 0 0,-13-26-57 0 0,-4-8 171 0 0,1 0-1 0 0,28 49 1 0 0,-38-75-153 0 0,0 1 0 0 0,0-1 0 0 0,0 0 1 0 0,0 0-1 0 0,0 0 0 0 0,0-1 0 0 0,0 1 1 0 0,1 0-1 0 0,-1 0 0 0 0,0-1 0 0 0,0 1 1 0 0,1 0-1 0 0,-1-1 0 0 0,0 1 0 0 0,1-1 1 0 0,-1 0-1 0 0,1 1 0 0 0,-1-1 0 0 0,0 0 1 0 0,1 0-1 0 0,-1 0 0 0 0,1 0 0 0 0,-1 0 1 0 0,1 0-1 0 0,-1 0 0 0 0,0-1 0 0 0,1 1 1 0 0,-1 0-1 0 0,0-1 0 0 0,1 1 0 0 0,-1-1 1 0 0,0 0-1 0 0,1 1 0 0 0,-1-1 0 0 0,0 0 1 0 0,1-1-1 0 0,7-3 35 0 0,-1-1-1 0 0,1-1 1 0 0,11-12 0 0 0,-15 15 1 0 0,122-139 411 0 0,-63 66-291 0 0,-58 70-180 0 0,-1 0-37 0 0,1 1 1 0 0,0 0 0 0 0,0 0-1 0 0,14-10 1 0 0,-19 15-64 0 0,1 2-55 0 0,1-1 0 0 0,-1 1-1 0 0,0-1 1 0 0,0 1 0 0 0,1 0-1 0 0,-1 0 1 0 0,0 0 0 0 0,0 0-1 0 0,0 0 1 0 0,0 1 0 0 0,0-1-1 0 0,-1 1 1 0 0,4 2 0 0 0,19 28-2637 0 0,-21-26 1768 0 0,1-1-1 0 0,0 1 1 0 0,0-1-1 0 0,0 0 1 0 0,9 8-1 0 0,-1-5-1977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2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327 477 1168 0 0,'4'-4'724'0'0,"-1"-1"0"0"0,0 1 0 0 0,0-1 0 0 0,-1 0 0 0 0,1 0 0 0 0,-1 0 0 0 0,0-1 0 0 0,-1 1 0 0 0,1 0-1 0 0,-1-1 1 0 0,0 1 0 0 0,0-1 0 0 0,-1 1 0 0 0,0-11 0 0 0,0 13-597 0 0,0 0 0 0 0,0 0 0 0 0,0 0 0 0 0,-1 0 0 0 0,0 0 0 0 0,1 0 0 0 0,-1 1 0 0 0,0-1 0 0 0,0 0 0 0 0,-1 1 0 0 0,1-1 0 0 0,-1 0 0 0 0,1 1 0 0 0,-1-1 0 0 0,0 1 0 0 0,0 0 0 0 0,0 0 0 0 0,0 0 0 0 0,0 0 0 0 0,0 0 0 0 0,0 0 0 0 0,-1 0 0 0 0,1 1 0 0 0,-1-1 0 0 0,1 1 0 0 0,-1 0 0 0 0,0 0 0 0 0,-4-2 0 0 0,4 3-99 0 0,0-1-1 0 0,-1 1 1 0 0,1 0-1 0 0,0 0 1 0 0,-1 0-1 0 0,1 1 1 0 0,0-1-1 0 0,-1 1 1 0 0,1 0-1 0 0,0 0 1 0 0,-5 1 0 0 0,-31 18 75 0 0,34-18-80 0 0,-18 12 20 0 0,0 1 1 0 0,0 0 0 0 0,-32 31-1 0 0,45-37-44 0 0,0 2 0 0 0,0-1 0 0 0,1 1 1 0 0,0 0-1 0 0,1 1 0 0 0,1 0 0 0 0,0 0 0 0 0,-10 24 0 0 0,16-34-6 0 0,0 0 1 0 0,0 1-1 0 0,0-1 1 0 0,1 1-1 0 0,-1-1 0 0 0,1 0 1 0 0,-1 1-1 0 0,1-1 1 0 0,0 1-1 0 0,0-1 0 0 0,0 1 1 0 0,1 0-1 0 0,-1-1 1 0 0,0 0-1 0 0,1 1 1 0 0,0-1-1 0 0,-1 1 0 0 0,1-1 1 0 0,0 0-1 0 0,0 1 1 0 0,0-1-1 0 0,1 0 1 0 0,-1 0-1 0 0,1 0 0 0 0,-1 0 1 0 0,1 0-1 0 0,-1 0 1 0 0,1 0-1 0 0,0-1 1 0 0,0 1-1 0 0,0-1 0 0 0,0 1 1 0 0,0-1-1 0 0,0 0 1 0 0,4 2-1 0 0,0-1-65 0 0,-1 0-1 0 0,0 0 0 0 0,1-1 1 0 0,0 0-1 0 0,-1 0 1 0 0,1 0-1 0 0,0-1 1 0 0,-1 0-1 0 0,1 0 1 0 0,0 0-1 0 0,-1-1 1 0 0,1 0-1 0 0,-1 0 0 0 0,1 0 1 0 0,5-2-1 0 0,1-3-51 0 0,0 1 0 0 0,0-1 0 0 0,-1-1 0 0 0,0 0 0 0 0,0-1 0 0 0,-1 0 0 0 0,0 0 0 0 0,0-1 0 0 0,16-20-1 0 0,-4 0 586 0 0,-2-1 0 0 0,24-43-1 0 0,-37 61-255 0 0,-7 15-137 0 0,-12 28-135 0 0,3-10 58 0 0,-1 10-36 0 0,0-2-18 0 0,-7 32 1 0 0,15-52 69 0 0,0 1 0 0 0,1 0 0 0 0,0-1 0 0 0,1 1 0 0 0,0 0 0 0 0,0-1 0 0 0,4 16 0 0 0,-4-22-6 0 0,1-1 0 0 0,0 0 0 0 0,-1 0 0 0 0,1 0 1 0 0,0 0-1 0 0,0 0 0 0 0,0 0 0 0 0,1-1 0 0 0,-1 1 0 0 0,0 0 1 0 0,1-1-1 0 0,-1 1 0 0 0,1 0 0 0 0,-1-1 0 0 0,1 0 0 0 0,0 1 1 0 0,0-1-1 0 0,-1 0 0 0 0,1 0 0 0 0,0 0 0 0 0,0 0 0 0 0,0 0 1 0 0,0-1-1 0 0,0 1 0 0 0,1 0 0 0 0,-1-1 0 0 0,0 0 0 0 0,0 1 1 0 0,0-1-1 0 0,0 0 0 0 0,1 0 0 0 0,-1 0 0 0 0,0-1 0 0 0,0 1 1 0 0,3-1-1 0 0,3 0-9 0 0,0-1 1 0 0,0 0 0 0 0,1 0-1 0 0,-1-1 1 0 0,-1 0 0 0 0,1 0-1 0 0,14-9 1 0 0,-10 2-37 0 0,1 0 0 0 0,-1 0 0 0 0,-1-1 1 0 0,0-1-1 0 0,0 0 0 0 0,-2 0 0 0 0,17-27 0 0 0,-2-3-2 0 0,23-57 0 0 0,-5-7 973 0 0,52-201 1 0 0,-91 292-831 0 0,-3 16-19 0 0,-8 25 49 0 0,1-4-14 0 0,-40 112 90 0 0,-14 46-240 0 0,50-141-49 0 0,2 0 0 0 0,-7 67 1 0 0,15-100 84 0 0,1 0 0 0 0,0 0 0 0 0,0 0 0 0 0,0 0 0 0 0,1 0 0 0 0,0 0 0 0 0,0 0 0 0 0,1 0 0 0 0,-1 0 0 0 0,1 0 1 0 0,1-1-1 0 0,4 11 0 0 0,-4-13-1 0 0,-1 0 1 0 0,1 0-1 0 0,-1 0 0 0 0,1 0 1 0 0,0-1-1 0 0,0 1 1 0 0,0-1-1 0 0,0 0 0 0 0,0 0 1 0 0,0 0-1 0 0,1 0 1 0 0,-1-1-1 0 0,1 1 1 0 0,-1-1-1 0 0,1 0 0 0 0,0 0 1 0 0,-1 0-1 0 0,1 0 1 0 0,0-1-1 0 0,0 0 0 0 0,6 0 1 0 0,2-1 17 0 0,-1 0 0 0 0,1-1 0 0 0,-1 0 0 0 0,1-1-1 0 0,-1-1 1 0 0,0 0 0 0 0,0 0 0 0 0,-1-1 0 0 0,1 0 0 0 0,-1-1 0 0 0,0 0 0 0 0,15-12 0 0 0,0-4 16 0 0,0 0 1 0 0,-1-1-1 0 0,25-32 1 0 0,-20 15 402 0 0,8-9 841 0 0,-36 48-1167 0 0,-9 24 23 0 0,-4 2-94 0 0,-27 68-18 0 0,36-84-43 0 0,0 0 0 0 0,1 1 0 0 0,0-1 0 0 0,0 1 1 0 0,1-1-1 0 0,1 1 0 0 0,-1 0 0 0 0,3 11 0 0 0,-2-18 24 0 0,0-1 1 0 0,1 1-1 0 0,-1 0 1 0 0,1-1-1 0 0,0 1 1 0 0,0 0-1 0 0,0-1 1 0 0,0 0-1 0 0,0 1 1 0 0,1-1-1 0 0,-1 1 1 0 0,1-1 0 0 0,0 0-1 0 0,-1 0 1 0 0,1 0-1 0 0,0 0 1 0 0,0 0-1 0 0,3 2 1 0 0,-1-2-10 0 0,0-1 1 0 0,-1 1 0 0 0,1 0 0 0 0,0-1 0 0 0,0 0 0 0 0,0 0-1 0 0,0 0 1 0 0,0 0 0 0 0,0-1 0 0 0,0 0 0 0 0,5 1 0 0 0,2-2-38 0 0,1 0 1 0 0,-1-1 0 0 0,0 0-1 0 0,1-1 1 0 0,-1 0-1 0 0,0 0 1 0 0,18-10 0 0 0,-9 2 95 0 0,-1-2 0 0 0,0 0 1 0 0,-1-1-1 0 0,0 0 0 0 0,-2-2 1 0 0,0 0-1 0 0,0-1 0 0 0,-1-1 1 0 0,-2 0-1 0 0,0 0 0 0 0,16-31 1 0 0,-14 25 1031 0 0,-14 27-823 0 0,-6 15-204 0 0,-7 18 103 0 0,4-14-166 0 0,0 0-1 0 0,1 0 1 0 0,2 1 0 0 0,0 0 0 0 0,-2 40 0 0 0,7-60-67 0 0,0 1 0 0 0,0 0 1 0 0,1-1-1 0 0,0 1 1 0 0,-1 0-1 0 0,1-1 0 0 0,1 1 1 0 0,-1-1-1 0 0,0 0 1 0 0,1 1-1 0 0,-1-1 0 0 0,1 0 1 0 0,0 0-1 0 0,0 0 1 0 0,1 0-1 0 0,-1 0 0 0 0,1 0 1 0 0,-1-1-1 0 0,1 1 1 0 0,0-1-1 0 0,0 0 0 0 0,0 1 1 0 0,0-1-1 0 0,0-1 1 0 0,0 1-1 0 0,1 0 0 0 0,-1-1 1 0 0,0 0-1 0 0,1 0 1 0 0,0 0-1 0 0,6 1 1 0 0,2 0-1102 0 0,0 0 0 0 0,0-1 0 0 0,0-1 0 0 0,0 0 0 0 0,0-1 1 0 0,0 0-1 0 0,-1 0 0 0 0,20-6 0 0 0,4-4-4183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2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148 179 148 0 0,'-3'-22'10693'0'0,"1"15"-8911"0"0,1 8-1686 0 0,-1 0 0 0 0,1 0 0 0 0,-1 1 0 0 0,1-1 0 0 0,0 0 0 0 0,0 1 0 0 0,0-1 1 0 0,-1 1-1 0 0,1-1 0 0 0,1 1 0 0 0,-1 0 0 0 0,0-1 0 0 0,0 1 0 0 0,1 0 0 0 0,-1 0 0 0 0,1-1 0 0 0,-1 1 0 0 0,1 0 0 0 0,0 0 0 0 0,0 0 0 0 0,-1 0 0 0 0,1-1 0 0 0,1 1 0 0 0,-1 0 0 0 0,0 0 0 0 0,1 2 0 0 0,-1-1-57 0 0,1-1-1 0 0,0 0 0 0 0,0 1 0 0 0,0-1 0 0 0,0 0 0 0 0,0 0 1 0 0,0 0-1 0 0,1 0 0 0 0,-1 0 0 0 0,1 0 0 0 0,-1 0 1 0 0,1 0-1 0 0,0-1 0 0 0,-1 1 0 0 0,1-1 0 0 0,0 1 0 0 0,0-1 1 0 0,0 0-1 0 0,0 1 0 0 0,5 0 0 0 0,-1 0 4 0 0,0 0-1 0 0,0-1 0 0 0,0 0 1 0 0,0 0-1 0 0,0 0 0 0 0,0-1 1 0 0,0 0-1 0 0,1 0 1 0 0,-1-1-1 0 0,0 0 0 0 0,0 0 1 0 0,0 0-1 0 0,0-1 0 0 0,0 1 1 0 0,0-1-1 0 0,-1-1 1 0 0,1 1-1 0 0,-1-1 0 0 0,1 0 1 0 0,-1-1-1 0 0,0 1 1 0 0,0-1-1 0 0,8-8 0 0 0,-7 7-22 0 0,-1-1-1 0 0,1-1 0 0 0,-1 1 1 0 0,0-1-1 0 0,-1 1 0 0 0,0-1 1 0 0,0-1-1 0 0,0 1 0 0 0,-1 0 1 0 0,0-1-1 0 0,-1 0 1 0 0,0 0-1 0 0,0 0 0 0 0,0 0 1 0 0,-1 0-1 0 0,0 0 0 0 0,-1-14 1 0 0,0 20-20 0 0,0-1 1 0 0,0 1-1 0 0,0-1 1 0 0,-1 1-1 0 0,1 0 0 0 0,-1-1 1 0 0,0 1-1 0 0,0-1 1 0 0,0 1-1 0 0,0 0 1 0 0,0 0-1 0 0,0 0 1 0 0,0 0-1 0 0,-1 0 1 0 0,1 0-1 0 0,-1 0 1 0 0,0 0-1 0 0,1 0 1 0 0,-4-2-1 0 0,2 3 10 0 0,1-1-1 0 0,-1 1 0 0 0,0 0 0 0 0,0 0 1 0 0,0 0-1 0 0,0 0 0 0 0,0 0 1 0 0,0 1-1 0 0,0-1 0 0 0,0 1 1 0 0,-1 0-1 0 0,1 0 0 0 0,-4 0 1 0 0,-4 2 54 0 0,0 0 0 0 0,0 0 1 0 0,0 1-1 0 0,0 1 0 0 0,1 0 1 0 0,-1 0-1 0 0,-11 7 0 0 0,4 0 85 0 0,-1 0-1 0 0,1 2 1 0 0,1 0-1 0 0,1 1 1 0 0,-28 29-1 0 0,37-35-117 0 0,-1 1-1 0 0,2-1 1 0 0,-1 2-1 0 0,2-1 1 0 0,-1 1-1 0 0,1-1 1 0 0,0 1 0 0 0,1 1-1 0 0,1-1 1 0 0,-1 1-1 0 0,1 0 1 0 0,1-1 0 0 0,-1 15-1 0 0,3-22-90 0 0,0 1-1 0 0,0 0 1 0 0,0 0 0 0 0,1-1 0 0 0,-1 1-1 0 0,1 0 1 0 0,0-1 0 0 0,0 1-1 0 0,1 0 1 0 0,-1-1 0 0 0,1 0-1 0 0,0 1 1 0 0,0-1 0 0 0,0 0 0 0 0,0 0-1 0 0,0 0 1 0 0,1 0 0 0 0,-1 0-1 0 0,1 0 1 0 0,0-1 0 0 0,0 1-1 0 0,0-1 1 0 0,0 0 0 0 0,0 0 0 0 0,0 0-1 0 0,1 0 1 0 0,-1-1 0 0 0,1 1-1 0 0,4 0 1 0 0,4 2-1196 0 0,-1-1 1 0 0,1 0-1 0 0,0-1 0 0 0,1-1 0 0 0,-1 0 1 0 0,0 0-1 0 0,23-3 0 0 0,0-1-3699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2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51 1884 0 0,'2'-3'689'0'0,"10"-20"4824"0"0,-11 22-5276 0 0,-1 0-1 0 0,1 0 1 0 0,-1 0-1 0 0,0 1 1 0 0,1-1-1 0 0,-1 0 0 0 0,0 0 1 0 0,0 0-1 0 0,0 0 1 0 0,0 0-1 0 0,0 0 1 0 0,0 0-1 0 0,0 0 1 0 0,0 0-1 0 0,0 0 1 0 0,0 0-1 0 0,0 0 1 0 0,-1 0-1 0 0,1 0 1 0 0,0 0-1 0 0,-1 0 1 0 0,-1 0-118 0 0,1 0 0 0 0,-1 1 1 0 0,0 0-1 0 0,0-1 1 0 0,1 1-1 0 0,-1 0 1 0 0,0 0-1 0 0,1 0 1 0 0,-1 0-1 0 0,0 0 1 0 0,0 0-1 0 0,1 1 0 0 0,-1-1 1 0 0,0 1-1 0 0,1-1 1 0 0,-1 1-1 0 0,0-1 1 0 0,-1 2-1 0 0,-2 0 129 0 0,-4 0-95 0 0,0 2-1 0 0,0-1 0 0 0,0 1 1 0 0,0 1-1 0 0,0 0 1 0 0,1 0-1 0 0,0 0 0 0 0,0 1 1 0 0,0 1-1 0 0,-9 9 1 0 0,15-14-128 0 0,0 1 0 0 0,0 0 0 0 0,0 0 0 0 0,0 0 0 0 0,0 0 0 0 0,0 0 0 0 0,1 0 0 0 0,-1 0 0 0 0,1 0 0 0 0,0 1 0 0 0,0-1 0 0 0,0 0 0 0 0,1 1 0 0 0,-1-1 0 0 0,1 1 0 0 0,-1-1 0 0 0,1 1 0 0 0,0-1 0 0 0,1 1 0 0 0,-1-1 0 0 0,1 1 0 0 0,-1-1 0 0 0,1 1 0 0 0,0-1 0 0 0,0 0 1 0 0,1 1-1 0 0,-1-1 0 0 0,1 0 0 0 0,-1 0 0 0 0,1 0 0 0 0,4 5 0 0 0,51 61 103 0 0,-36-45 380 0 0,36 52-1 0 0,-57-74-425 0 0,1-1-1 0 0,0 0 0 0 0,-1 1 1 0 0,1-1-1 0 0,-1 0 1 0 0,0 1-1 0 0,1-1 1 0 0,-1 1-1 0 0,0-1 0 0 0,0 1 1 0 0,0-1-1 0 0,0 1 1 0 0,0-1-1 0 0,0 0 0 0 0,-1 1 1 0 0,1-1-1 0 0,0 1 1 0 0,-1-1-1 0 0,1 1 1 0 0,-1-1-1 0 0,1 0 0 0 0,-1 1 1 0 0,0-1-1 0 0,1 0 1 0 0,-1 0-1 0 0,0 0 1 0 0,0 1-1 0 0,0-1 0 0 0,0 0 1 0 0,0 0-1 0 0,0 0 1 0 0,0 0-1 0 0,-1-1 1 0 0,0 2-1 0 0,-3 2 45 0 0,0-1 0 0 0,0 0 1 0 0,0 0-1 0 0,-1-1 0 0 0,1 1 1 0 0,-10 2-1 0 0,1-2-117 0 0,-1-1 1 0 0,1 0 0 0 0,0 0-1 0 0,-1-2 1 0 0,1 0 0 0 0,-1-1-1 0 0,1 0 1 0 0,0-1-1 0 0,-18-4 1 0 0,21 2-1033 0 0,-1 1 1 0 0,1-1-1 0 0,-1-1 0 0 0,1 0 1 0 0,0 0-1 0 0,-17-13 0 0 0,24 15-2 0 0,1 0 0 0 0,0 0 0 0 0,0 0 0 0 0,0 0 0 0 0,0 0 0 0 0,-4-6 0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3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170 349 788 0 0,'7'-106'15862'0'0,"-7"106"-15847"0"0,0 0 0 0 0,0-1 0 0 0,0 1 0 0 0,0 0 0 0 0,0 0 0 0 0,0 0 0 0 0,0-1 0 0 0,0 1 0 0 0,0 0 0 0 0,0 0 0 0 0,0 0 0 0 0,0-1 0 0 0,0 1 0 0 0,0 0-1 0 0,0 0 1 0 0,-1 0 0 0 0,1-1 0 0 0,0 1 0 0 0,0 0 0 0 0,0 0 0 0 0,0 0 0 0 0,0 0 0 0 0,0-1 0 0 0,0 1 0 0 0,0 0 0 0 0,-1 0 0 0 0,1 0 0 0 0,0 0 0 0 0,0 0 0 0 0,0-1 0 0 0,0 1 0 0 0,-1 0 0 0 0,1 0 0 0 0,0 0 0 0 0,0 0-1 0 0,0 0 1 0 0,-1 0 0 0 0,1 0 0 0 0,0 0 0 0 0,0 0 0 0 0,0 0 0 0 0,-1 0 0 0 0,1 0 0 0 0,0 0 0 0 0,-11 6 187 0 0,-7 12-217 0 0,12-12 31 0 0,-14 16 11 0 0,1 0 0 0 0,0 2 0 0 0,2 0 0 0 0,1 1 0 0 0,-15 30 0 0 0,30-53-37 0 0,0 0 0 0 0,0 0 0 0 0,1 0 0 0 0,-1 0 0 0 0,0 1 0 0 0,1-1 0 0 0,-1 0 0 0 0,1 0 0 0 0,0 0 1 0 0,-1 0-1 0 0,1 1 0 0 0,0-1 0 0 0,1 0 0 0 0,-1 0 0 0 0,0 0 0 0 0,1 0 0 0 0,-1 1 0 0 0,1-1 0 0 0,-1 0 0 0 0,3 3 0 0 0,-2-3 4 0 0,1 0 0 0 0,0 0 0 0 0,-1 0 1 0 0,1 0-1 0 0,0-1 0 0 0,0 1 0 0 0,0-1 1 0 0,1 1-1 0 0,-1-1 0 0 0,0 0 0 0 0,0 0 0 0 0,1 0 1 0 0,-1 0-1 0 0,0 0 0 0 0,4 0 0 0 0,4 1 4 0 0,1 0-1 0 0,-1-1 1 0 0,0-1-1 0 0,1 0 1 0 0,-1 0-1 0 0,1-1 1 0 0,16-3-1 0 0,-11 0 36 0 0,0-1-1 0 0,-1 0 0 0 0,1-1 1 0 0,-1-1-1 0 0,0 0 1 0 0,-1-1-1 0 0,0 0 1 0 0,0-2-1 0 0,24-20 0 0 0,-29 21-12 0 0,0 1-1 0 0,-1-1 0 0 0,0 0 0 0 0,-1-1 1 0 0,0 0-1 0 0,-1 0 0 0 0,0 0 0 0 0,0-1 1 0 0,-1 0-1 0 0,-1 0 0 0 0,0-1 0 0 0,0 1 1 0 0,-1-1-1 0 0,2-17 0 0 0,-4 28-21 0 0,-1-1 0 0 0,0 0 1 0 0,0 0-1 0 0,0 1 0 0 0,0-1 0 0 0,0 0 1 0 0,0 1-1 0 0,0-1 0 0 0,-1 0 0 0 0,1 0 0 0 0,-1 1 1 0 0,1-1-1 0 0,-1 1 0 0 0,1-1 0 0 0,-1 0 1 0 0,0 1-1 0 0,0-1 0 0 0,0 1 0 0 0,0 0 0 0 0,0-1 1 0 0,0 1-1 0 0,0 0 0 0 0,-1-1 0 0 0,1 1 1 0 0,0 0-1 0 0,-2-1 0 0 0,0 1-3 0 0,0 0 1 0 0,1 0-1 0 0,-1 0 0 0 0,0 0 0 0 0,1 1 1 0 0,-1-1-1 0 0,0 1 0 0 0,1 0 0 0 0,-1 0 0 0 0,0 0 1 0 0,0 0-1 0 0,0 0 0 0 0,1 1 0 0 0,-1-1 1 0 0,-4 2-1 0 0,-6 2-23 0 0,1 1 1 0 0,-1 1-1 0 0,2-1 1 0 0,-1 2-1 0 0,1-1 1 0 0,-14 12-1 0 0,17-12 0 0 0,1 0 0 0 0,0 0 0 0 0,0 1 0 0 0,0 0 0 0 0,1 0-1 0 0,0 0 1 0 0,1 1 0 0 0,0 0 0 0 0,-7 14 0 0 0,11-20 28 0 0,0 1 1 0 0,0-1-1 0 0,0 0 1 0 0,0 0-1 0 0,1 1 0 0 0,-1-1 1 0 0,1 0-1 0 0,-1 1 1 0 0,1-1-1 0 0,0 0 0 0 0,0 1 1 0 0,0-1-1 0 0,1 1 1 0 0,-1-1-1 0 0,0 0 0 0 0,1 1 1 0 0,0-1-1 0 0,-1 0 0 0 0,1 0 1 0 0,0 1-1 0 0,2 2 1 0 0,-1-2 0 0 0,1-1 0 0 0,-1 1 0 0 0,1-1 1 0 0,-1 1-1 0 0,1-1 0 0 0,0 0 0 0 0,0 0 1 0 0,0 0-1 0 0,0 0 0 0 0,1-1 0 0 0,-1 1 0 0 0,7 1 1 0 0,3 0-5 0 0,1 0-1 0 0,0 0 1 0 0,0-1 0 0 0,0-1 0 0 0,0-1 0 0 0,17-1 0 0 0,-7-1 21 0 0,-1-2 1 0 0,0 0 0 0 0,0-2-1 0 0,0-1 1 0 0,-1 0 0 0 0,1-2-1 0 0,-2 0 1 0 0,1-1 0 0 0,-2-2-1 0 0,1 0 1 0 0,36-30 0 0 0,-20 10 86 0 0,-2-3 1 0 0,-1 0-1 0 0,-1-2 1 0 0,47-72-1 0 0,-68 90 19 0 0,17-21 263 0 0,-43 77-126 0 0,-269 668 996 0 0,49 20 1094 0 0,217-670-2115 0 0,-47 135 1664 0 0,62-187-1799 0 0,1 1 0 0 0,-1-1 0 0 0,1 1 0 0 0,-1-1 0 0 0,0 0 0 0 0,0 0 0 0 0,0 0 0 0 0,-1 0 0 0 0,1 0 0 0 0,-1 0 0 0 0,0-1 0 0 0,0 1 0 0 0,1-1-1 0 0,-2 0 1 0 0,1 0 0 0 0,0 0 0 0 0,0 0 0 0 0,-1 0 0 0 0,1-1 0 0 0,-1 1 0 0 0,1-1 0 0 0,-1 0 0 0 0,1 0 0 0 0,-1-1 0 0 0,0 1 0 0 0,0-1 0 0 0,1 1 0 0 0,-1-1 0 0 0,0 0 0 0 0,0-1 0 0 0,-5 0 0 0 0,-4-1-42 0 0,1 1 0 0 0,0-2 0 0 0,0 0 0 0 0,0 0 1 0 0,0-1-1 0 0,1-1 0 0 0,-1 0 0 0 0,-20-13 0 0 0,27 15-33 0 0,0 0 0 0 0,1 0 0 0 0,0-1-1 0 0,0 1 1 0 0,0-1 0 0 0,0 0 0 0 0,0-1 0 0 0,1 1-1 0 0,0 0 1 0 0,0-1 0 0 0,0 0 0 0 0,0 0 0 0 0,1 0 0 0 0,0 0-1 0 0,0 0 1 0 0,0 0 0 0 0,0 0 0 0 0,1-1 0 0 0,0 1 0 0 0,0-1-1 0 0,1 1 1 0 0,-1-10 0 0 0,3 0-17 0 0,1 0 1 0 0,0 0-1 0 0,1 0 1 0 0,0 0-1 0 0,1 0 1 0 0,1 1-1 0 0,0 0 1 0 0,12-19-1 0 0,8-8-78 0 0,41-52 0 0 0,-23 40-323 0 0,3 2-1 0 0,2 2 0 0 0,2 3 0 0 0,104-75 1 0 0,47-4-3408 0 0,8 18-3832 0 0,-133 68-265 0 0,-58 30 2638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4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63 2496 0 0,'-31'-63'11717'0'0,"22"84"-11182"0"0,1 0 1 0 0,1 1-1 0 0,-4 22 1 0 0,-5 18-179 0 0,-98 274 357 0 0,63-193-5789 0 0,48-135 4603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4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578 103 744 0 0,'0'-5'558'0'0,"1"1"0"0"0,-1 0 0 0 0,0-1 0 0 0,0 1 0 0 0,0-1 0 0 0,0 1 0 0 0,-1-1 0 0 0,0 1 0 0 0,0 0 0 0 0,0-1 1 0 0,-1 1-1 0 0,1 0 0 0 0,-1 0 0 0 0,0 0 0 0 0,0 0 0 0 0,-3-4 0 0 0,3 6-403 0 0,0 0 0 0 0,-1 0 0 0 0,1-1 1 0 0,-1 1-1 0 0,1 1 0 0 0,-1-1 0 0 0,0 0 0 0 0,0 1 1 0 0,0-1-1 0 0,0 1 0 0 0,0 0 0 0 0,0 0 0 0 0,0 0 1 0 0,0 0-1 0 0,0 0 0 0 0,0 1 0 0 0,-1 0 1 0 0,1-1-1 0 0,0 1 0 0 0,0 1 0 0 0,0-1 0 0 0,-6 1 1 0 0,-17 4 246 0 0,0 1 1 0 0,0 1 0 0 0,1 1-1 0 0,-26 12 1 0 0,-94 52 102 0 0,119-58-641 0 0,-63 36 591 0 0,78-42-1006 0 0,0 0 0 0 0,0 0 0 0 0,0 1 0 0 0,1 1 0 0 0,-11 12 0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4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69 1248 0 0,'9'-11'4884'0'0,"-3"4"-2904"0"0,-1-1-1 0 0,-1 1 1 0 0,7-13 514 0 0,-12 19-2440 0 0,0-1 1 0 0,0 1-1 0 0,0 0 0 0 0,0 0 1 0 0,0 0-1 0 0,0 0 1 0 0,-1 0-1 0 0,1 0 1 0 0,0 0-1 0 0,-1 1 1 0 0,1-1-1 0 0,0 0 1 0 0,-1 1-1 0 0,1-1 0 0 0,-1 1 1 0 0,0-1-1 0 0,1 1 1 0 0,-1 0-1 0 0,1 0 1 0 0,-1 0-1 0 0,1-1 1 0 0,-1 2-1 0 0,1-1 1 0 0,-1 0-1 0 0,0 0 0 0 0,1 0 1 0 0,-1 1-1 0 0,-2 0 1 0 0,-8 2-28 0 0,0 1 0 0 0,-19 8 0 0 0,21-8 80 0 0,-31 13-115 0 0,1 2 0 0 0,-42 26 0 0 0,59-30-37 0 0,1 0 0 0 0,0 2-1 0 0,1 0 1 0 0,-32 35 0 0 0,52-50 41 0 0,-1-1-1 0 0,1 1 1 0 0,0 0-1 0 0,-1 0 1 0 0,1-1-1 0 0,0 1 0 0 0,0 0 1 0 0,0 0-1 0 0,0 0 1 0 0,1 0-1 0 0,-1 0 1 0 0,0 1-1 0 0,1-1 1 0 0,-1 0-1 0 0,1 0 1 0 0,0 0-1 0 0,0 3 1 0 0,0-3 3 0 0,1-1 0 0 0,-1 0 0 0 0,1 0 0 0 0,0 0 1 0 0,-1 1-1 0 0,1-1 0 0 0,0 0 0 0 0,0 0 0 0 0,-1 0 1 0 0,1 0-1 0 0,0 0 0 0 0,0 0 0 0 0,0 0 1 0 0,0-1-1 0 0,0 1 0 0 0,1 0 0 0 0,-1-1 0 0 0,0 1 1 0 0,0 0-1 0 0,0-1 0 0 0,1 1 0 0 0,-1-1 0 0 0,0 0 1 0 0,1 1-1 0 0,-1-1 0 0 0,0 0 0 0 0,0 0 0 0 0,1 0 1 0 0,1 0-1 0 0,9 1-5 0 0,0-1 1 0 0,0-1-1 0 0,0 0 1 0 0,0 0-1 0 0,0-1 1 0 0,0-1-1 0 0,0 0 1 0 0,-1 0-1 0 0,1-1 0 0 0,-1-1 1 0 0,0 0-1 0 0,0 0 1 0 0,0-1-1 0 0,-1-1 1 0 0,17-13-1 0 0,0-2 291 0 0,-1-2-1 0 0,-2-1 0 0 0,0 0 1 0 0,24-37-1 0 0,-35 49-77 0 0,-12 13-206 0 0,-1 0 1 0 0,0-1-1 0 0,0 1 1 0 0,0 0-1 0 0,0 0 1 0 0,1 0 0 0 0,-1 0-1 0 0,0 0 1 0 0,0 0-1 0 0,1-1 1 0 0,-1 1-1 0 0,0 0 1 0 0,0 0-1 0 0,0 0 1 0 0,1 0 0 0 0,-1 0-1 0 0,0 0 1 0 0,0 0-1 0 0,1 0 1 0 0,-1 0-1 0 0,0 0 1 0 0,0 0-1 0 0,1 0 1 0 0,-1 0 0 0 0,0 0-1 0 0,0 0 1 0 0,1 0-1 0 0,-1 1 1 0 0,0-1-1 0 0,0 0 1 0 0,0 0-1 0 0,1 0 1 0 0,-1 0 0 0 0,0 0-1 0 0,0 0 1 0 0,0 1-1 0 0,1-1 1 0 0,-1 0-1 0 0,0 0 1 0 0,0 0-1 0 0,0 1 1 0 0,0-1 0 0 0,0 0-1 0 0,1 0 1 0 0,-1 0-1 0 0,0 1 1 0 0,0-1-1 0 0,0 0 1 0 0,0 0-1 0 0,0 1 1 0 0,0-1 0 0 0,0 0-1 0 0,0 0 1 0 0,0 0-1 0 0,0 1 1 0 0,0-1-1 0 0,0 0 1 0 0,0 0 0 0 0,0 1-1 0 0,0-1 1 0 0,0 0-1 0 0,0 0 1 0 0,0 1-1 0 0,0-1 1 0 0,0 0-1 0 0,-1 1 1 0 0,0 17 16 0 0,-1 1 0 0 0,-9 35-1 0 0,5-29-112 0 0,-3 32-1 0 0,8-50-241 0 0,1 0-1 0 0,0 1 0 0 0,0-1 1 0 0,1 0-1 0 0,0 0 0 0 0,0 1 1 0 0,1-1-1 0 0,-1 0 0 0 0,4 7 1 0 0,-4-13-139 0 0,0 1 0 0 0,0-1 0 0 0,0 1 0 0 0,0-1 0 0 0,0 0 0 0 0,1 1 0 0 0,-1-1 1 0 0,0 0-1 0 0,1 0 0 0 0,-1 0 0 0 0,1 0 0 0 0,-1 0 0 0 0,1 0 0 0 0,-1 0 0 0 0,3 0 1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5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1580 0 0,'12'-15'1731'0'0,"0"0"554"0"0,21-22 0 0 0,-30 34-2089 0 0,1 0 1 0 0,-1 0-1 0 0,1 1 0 0 0,-1-1 1 0 0,1 1-1 0 0,0 0 0 0 0,0 0 1 0 0,0 0-1 0 0,0 0 1 0 0,0 1-1 0 0,1-1 0 0 0,4 0 1 0 0,-5 2-152 0 0,-1 0 0 0 0,0 0 0 0 0,1 0-1 0 0,-1 0 1 0 0,1 1 0 0 0,-1 0 0 0 0,0-1 0 0 0,1 1 0 0 0,-1 0 0 0 0,0 1 0 0 0,0-1 0 0 0,0 0 0 0 0,0 1 0 0 0,0 0 0 0 0,0 0 0 0 0,0 0 0 0 0,-1 0 0 0 0,1 0 0 0 0,-1 1 0 0 0,1-1 0 0 0,-1 1 0 0 0,0-1 0 0 0,0 1 0 0 0,0 0 0 0 0,0 0 0 0 0,0 0 0 0 0,-1 0 0 0 0,2 4 0 0 0,3 8 77 0 0,0 1 1 0 0,-1 0-1 0 0,0 0 1 0 0,2 20-1 0 0,-5-24 330 0 0,-1-1 0 0 0,-1 1 0 0 0,0 0 0 0 0,0 0 0 0 0,-1 0 0 0 0,-1 0 0 0 0,-4 17-1 0 0,2-19 500 0 0,1-12 43 0 0,0-14-428 0 0,5 7-540 0 0,0 1-1 0 0,0-1 0 0 0,1 1 1 0 0,0 0-1 0 0,0 0 1 0 0,1 0-1 0 0,0 0 0 0 0,5-7 1 0 0,44-54 147 0 0,-52 68-173 0 0,11-12-12 0 0,1-1-1 0 0,0 2 1 0 0,1 0 0 0 0,0 0 0 0 0,1 2 0 0 0,0-1 0 0 0,0 2-1 0 0,1 0 1 0 0,1 1 0 0 0,0 1 0 0 0,27-9 0 0 0,-42 15 10 0 0,0 1-1 0 0,1-1 1 0 0,-1 1 0 0 0,0-1 0 0 0,1 1 0 0 0,-1 0-1 0 0,1 0 1 0 0,-1 0 0 0 0,0 0 0 0 0,1 0 0 0 0,-1 1 0 0 0,0-1-1 0 0,1 1 1 0 0,-1 0 0 0 0,0-1 0 0 0,0 1 0 0 0,1 0 0 0 0,-1 0-1 0 0,0 0 1 0 0,0 1 0 0 0,0-1 0 0 0,0 0 0 0 0,0 1-1 0 0,-1-1 1 0 0,1 1 0 0 0,0 0 0 0 0,-1 0 0 0 0,1-1 0 0 0,-1 1-1 0 0,1 0 1 0 0,-1 0 0 0 0,0 0 0 0 0,2 5 0 0 0,1 5-59 0 0,-1-1 0 0 0,1 1 0 0 0,-2 1 0 0 0,0-1 0 0 0,1 16 0 0 0,0-1-762 0 0,-2-22 387 0 0,0 1 0 0 0,1-1-1 0 0,-1 1 1 0 0,1-1 0 0 0,1 1 0 0 0,-1-1-1 0 0,1 0 1 0 0,0 0 0 0 0,0 0 0 0 0,0 0 0 0 0,1-1-1 0 0,-1 1 1 0 0,1-1 0 0 0,0 0 0 0 0,1 0 0 0 0,-1 0-1 0 0,1-1 1 0 0,-1 1 0 0 0,1-1 0 0 0,0 0 0 0 0,1-1-1 0 0,-1 1 1 0 0,0-1 0 0 0,1 0 0 0 0,-1-1 0 0 0,1 1-1 0 0,8 1 1 0 0,13 2-2415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5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215 553 1672 0 0,'11'-12'1423'0'0,"0"-1"0"0"0,-1 0-1 0 0,-1 0 1 0 0,-1-1 0 0 0,11-22-1 0 0,-16 29-1066 0 0,0 1-1 0 0,-1 0 1 0 0,0 0-1 0 0,0-1 1 0 0,-1 0-1 0 0,0 1 1 0 0,0-1-1 0 0,0 1 1 0 0,-1-1-1 0 0,0 0 1 0 0,0 0-1 0 0,-1 1 1 0 0,0-1-1 0 0,0 0 1 0 0,0 1-1 0 0,-3-8 0 0 0,3 12-315 0 0,0 0 0 0 0,0 0 0 0 0,0 0 0 0 0,0 1 0 0 0,0-1 0 0 0,0 0 0 0 0,0 1-1 0 0,0-1 1 0 0,0 1 0 0 0,-1 0 0 0 0,1-1 0 0 0,-1 1 0 0 0,1 0 0 0 0,-1 0 0 0 0,0 0-1 0 0,1 0 1 0 0,-1 0 0 0 0,0 0 0 0 0,0 0 0 0 0,-2 0 0 0 0,1 0-7 0 0,-1 1 0 0 0,1-1 0 0 0,-1 1 1 0 0,1 0-1 0 0,-1 0 0 0 0,1 0 0 0 0,-1 1 0 0 0,1-1 1 0 0,-1 1-1 0 0,-4 1 0 0 0,-6 3 1 0 0,2 1-1 0 0,-1 0 1 0 0,0 0-1 0 0,-17 14 1 0 0,16-10-63 0 0,0 1 1 0 0,0 0 0 0 0,1 1 0 0 0,-17 21-1 0 0,24-26 40 0 0,1 0-1 0 0,-1 0 1 0 0,2 0-1 0 0,-1 1 0 0 0,1 0 1 0 0,0 0-1 0 0,1 0 1 0 0,0 1-1 0 0,0-1 1 0 0,-2 17-1 0 0,4-23-5 0 0,1 1 0 0 0,0-1 1 0 0,0 0-1 0 0,0 1 0 0 0,0-1 0 0 0,0 0 1 0 0,1 0-1 0 0,-1 1 0 0 0,1-1 0 0 0,-1 0 0 0 0,1 0 1 0 0,0 0-1 0 0,0 0 0 0 0,0 0 0 0 0,0 0 1 0 0,0 0-1 0 0,0 0 0 0 0,1 0 0 0 0,1 2 1 0 0,0-2-4 0 0,-1 0 1 0 0,1 0 0 0 0,0 0 0 0 0,0 0 0 0 0,0 0 0 0 0,0-1 0 0 0,0 0 0 0 0,0 0 0 0 0,0 0 0 0 0,0 0 0 0 0,7 1 0 0 0,0-1-17 0 0,-1 0 1 0 0,1-1 0 0 0,0 0 0 0 0,-1-1 0 0 0,1 0 0 0 0,-1 0 0 0 0,1-1-1 0 0,11-4 1 0 0,-4-1-27 0 0,0-1 0 0 0,-1 0 0 0 0,0-2 0 0 0,0 1 0 0 0,-1-2 0 0 0,0 0 0 0 0,-1-1 0 0 0,0-1 0 0 0,-1 0 0 0 0,15-18 0 0 0,12-22-187 0 0,51-85 0 0 0,-76 114 195 0 0,55-101-233 0 0,-11 17 384 0 0,-59 107-73 0 0,0 6-18 0 0,-2 1 1 0 0,1-1-1 0 0,-1 1 1 0 0,0-1-1 0 0,0 1 1 0 0,0-1 0 0 0,-4 6-1 0 0,-4 9 37 0 0,-34 85 105 0 0,12-29-341 0 0,-41 139 1 0 0,71-207-191 0 0,0 0 1 0 0,1 0 0 0 0,0 0 0 0 0,1 0-1 0 0,0 1 1 0 0,1 8 0 0 0,-1-13-263 0 0,1 0 1 0 0,0 0-1 0 0,0 0 0 0 0,0-1 0 0 0,0 1 1 0 0,1 0-1 0 0,-1-1 0 0 0,1 1 0 0 0,3 4 1 0 0,10 10-4937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60 2536 0 0,'5'-8'1860'0'0,"2"-3"1182"0"0,0-1 0 0 0,16-16 1035 0 0,-24 30-3995 0 0,0 0 0 0 0,0 0 0 0 0,0 0 1 0 0,0-1-1 0 0,0 1 0 0 0,-1 0 0 0 0,1 0 0 0 0,0 0 0 0 0,-3 1 0 0 0,-2 4 110 0 0,-101 133 950 0 0,48-66-2175 0 0,-81 133 1 0 0,133-194 67 0 0,0-1-620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6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0 232 2680 0 0,'42'-75'12259'0'0,"-31"98"-11721"0"0,-7 1-390 0 0,2-1 1 0 0,11 35-1 0 0,-15-53-108 0 0,1 1 0 0 0,-1 0-1 0 0,1-1 1 0 0,0 0 0 0 0,0 0 0 0 0,1 0 0 0 0,0 0 0 0 0,0 0-1 0 0,0 0 1 0 0,0-1 0 0 0,1 0 0 0 0,-1 0 0 0 0,1 0 0 0 0,10 5 0 0 0,-13-8-35 0 0,1 0 0 0 0,-1-1 0 0 0,0 1 1 0 0,1 0-1 0 0,-1-1 0 0 0,0 0 1 0 0,1 1-1 0 0,-1-1 0 0 0,1 0 1 0 0,-1 0-1 0 0,0-1 0 0 0,1 1 1 0 0,-1 0-1 0 0,1-1 0 0 0,-1 0 1 0 0,0 1-1 0 0,0-1 0 0 0,1 0 0 0 0,-1 0 1 0 0,0 0-1 0 0,4-3 0 0 0,3-2-28 0 0,-1 0-1 0 0,0-1 0 0 0,11-11 0 0 0,-16 15 12 0 0,18-20-87 0 0,-2 0 0 0 0,0-1-1 0 0,16-28 1 0 0,42-84 131 0 0,-73 129-7 0 0,24-42 59 0 0,-27 48-104 0 0,-3 16 10 0 0,-16 51 58 0 0,9-39 40 0 0,-9 51 0 0 0,17-70-80 0 0,0-1 1 0 0,1 1-1 0 0,0 0 1 0 0,0 0-1 0 0,0 0 1 0 0,1-1-1 0 0,0 1 1 0 0,1 0-1 0 0,0-1 1 0 0,0 1-1 0 0,4 9 1 0 0,-3-13-145 0 0,-1-1-1 0 0,0 1 1 0 0,1 0 0 0 0,0 0-1 0 0,0-1 1 0 0,0 1 0 0 0,0-1 0 0 0,0 0-1 0 0,1 0 1 0 0,-1 0 0 0 0,1-1 0 0 0,5 3-1 0 0,-2-1-985 0 0,0 0-1 0 0,1-1 0 0 0,0-1 1 0 0,-1 1-1 0 0,17 2 0 0 0,6 0-4534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7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0 457 276 0 0,'0'0'1375'0'0,"12"8"1246"0"0,-7 2-1926 0 0,1 0 0 0 0,0 0 1 0 0,0-1-1 0 0,1 0 1 0 0,0 0-1 0 0,10 10 0 0 0,-13-15-510 0 0,1-1 0 0 0,-1 1 0 0 0,0-1 0 0 0,1 0-1 0 0,0-1 1 0 0,-1 1 0 0 0,1-1 0 0 0,0 0 0 0 0,0 0 0 0 0,1 0-1 0 0,-1-1 1 0 0,0 1 0 0 0,1-1 0 0 0,-1-1 0 0 0,8 1-1 0 0,4-1 64 0 0,-1-1-1 0 0,0-1 1 0 0,1-1-1 0 0,-1 0 1 0 0,0-1-1 0 0,-1-1 1 0 0,30-12-1 0 0,-23 6-116 0 0,-1-1-1 0 0,0-1 0 0 0,0-1 0 0 0,30-26 0 0 0,-7-3-17 0 0,-2-1 1 0 0,-2-3-1 0 0,46-68 1 0 0,-26 21 996 0 0,10-13 185 0 0,-70 107-1293 0 0,0 0 0 0 0,0 0-1 0 0,0 0 1 0 0,0 0 0 0 0,0 1 0 0 0,0-1-1 0 0,0 0 1 0 0,0 0 0 0 0,0 0-1 0 0,0 0 1 0 0,1 0 0 0 0,-1 0-1 0 0,0 0 1 0 0,0 0 0 0 0,0 0 0 0 0,0 0-1 0 0,0 1 1 0 0,0-1 0 0 0,0 0-1 0 0,0 0 1 0 0,0 0 0 0 0,0 0 0 0 0,0 0-1 0 0,0 0 1 0 0,1 0 0 0 0,-1 0-1 0 0,0 0 1 0 0,0 0 0 0 0,0 0-1 0 0,0 0 1 0 0,0 0 0 0 0,0 0 0 0 0,0 0-1 0 0,0 0 1 0 0,0 0 0 0 0,1 0-1 0 0,-1 0 1 0 0,0 0 0 0 0,0 0 0 0 0,0 0-1 0 0,0 0 1 0 0,0 0 0 0 0,0 0-1 0 0,0 0 1 0 0,0 0 0 0 0,1 0-1 0 0,-1 0 1 0 0,0 0 0 0 0,0 0 0 0 0,0 0-1 0 0,-3 19 37 0 0,-9 25-11 0 0,-11 28-26 0 0,-33 120 88 0 0,51-167-256 0 0,0 1-1 0 0,2 0 1 0 0,1 0 0 0 0,1 0-1 0 0,4 41 1 0 0,-3-61-135 0 0,1-1 0 0 0,0 0 0 0 0,1 0 0 0 0,-1 0 0 0 0,1 0 0 0 0,0 0 0 0 0,0 0 0 0 0,1 0 0 0 0,-1-1 0 0 0,5 6 0 0 0,-5-7-358 0 0,0 0 0 0 0,1-1 0 0 0,0 1-1 0 0,-1-1 1 0 0,1 1 0 0 0,0-1 0 0 0,1 0-1 0 0,-1 0 1 0 0,5 3 0 0 0,8 0-3836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7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173 322 1364 0 0,'-173'-46'13367'0'0,"179"47"-13271"0"0,0 0-1 0 0,0-1 1 0 0,-1 0 0 0 0,1 0 0 0 0,6-2 0 0 0,8 1 2 0 0,303-22 349 0 0,-286 18-439 0 0,-1-2 0 0 0,-1-2 0 0 0,1-1 0 0 0,-2-2 0 0 0,1-1 0 0 0,59-32 0 0 0,-78 35-27 0 0,0-1-1 0 0,0 0 0 0 0,-1-1 0 0 0,-1-1 0 0 0,0-1 0 0 0,0 1 0 0 0,-2-2 0 0 0,20-28 0 0 0,-30 34-268 0 0,-9 10 240 0 0,-11 11 94 0 0,-3 12-22 0 0,2 0-1 0 0,1 1 1 0 0,1 1-1 0 0,-13 29 1 0 0,-48 115 78 0 0,54-104-72 0 0,3 0 0 0 0,-24 126 0 0 0,44-183-24 0 0,-6 42 843 0 0,7-50-683 0 0,11-5 55 0 0,-4-1-157 0 0,0 0-1 0 0,-1-1 1 0 0,0 0-1 0 0,0 0 0 0 0,9-14 1 0 0,0 1-15 0 0,10-10-56 0 0,1 1-1 0 0,1 0 0 0 0,1 2 1 0 0,47-33-1 0 0,-72 57-16 0 0,1 0 0 0 0,-1 1-1 0 0,0-1 1 0 0,1 0 0 0 0,-1 1-1 0 0,1 0 1 0 0,-1 0 0 0 0,1 0 0 0 0,0 0-1 0 0,-1 1 1 0 0,1-1 0 0 0,0 1-1 0 0,0 0 1 0 0,4 0 0 0 0,-6 1 18 0 0,0-1 0 0 0,0 1 0 0 0,1 0 0 0 0,-1 0 0 0 0,0 0 0 0 0,0 0 0 0 0,0 0 0 0 0,0 0 0 0 0,0 0 0 0 0,0 1 0 0 0,-1-1 0 0 0,1 1 0 0 0,0-1 0 0 0,-1 1 1 0 0,1 0-1 0 0,-1 0 0 0 0,1-1 0 0 0,-1 1 0 0 0,0 0 0 0 0,0 0 0 0 0,0 1 0 0 0,0-1 0 0 0,1 3 0 0 0,2 10 4 0 0,0 0 1 0 0,-1 1-1 0 0,-1 0 1 0 0,0-1-1 0 0,-1 1 1 0 0,-2 26-1 0 0,2 32-204 0 0,-1-73 214 0 0,1 1 1 0 0,-1 0-1 0 0,0 0 0 0 0,0-1 0 0 0,1 1 0 0 0,-1 0 0 0 0,1 0 1 0 0,0-1-1 0 0,-1 1 0 0 0,1 0 0 0 0,0-1 0 0 0,0 1 1 0 0,0-1-1 0 0,0 1 0 0 0,0-1 0 0 0,0 1 0 0 0,1-1 0 0 0,-1 0 1 0 0,0 0-1 0 0,1 0 0 0 0,-1 0 0 0 0,3 2 0 0 0,-1-2 2 0 0,0 0 0 0 0,0 0 0 0 0,0 0 0 0 0,1-1-1 0 0,-1 1 1 0 0,0-1 0 0 0,0 0 0 0 0,0 1-1 0 0,0-2 1 0 0,1 1 0 0 0,-1 0 0 0 0,3-1 0 0 0,4-1 7 0 0,0-1 1 0 0,0 0 0 0 0,-1-1-1 0 0,1 1 1 0 0,-1-2 0 0 0,0 1-1 0 0,10-8 1 0 0,-7 2 35 0 0,0 0 0 0 0,-1-1 1 0 0,0 0-1 0 0,0-1 0 0 0,-1 0 0 0 0,-1-1 0 0 0,0 0 1 0 0,-1 0-1 0 0,0-1 0 0 0,-1 0 0 0 0,-1-1 1 0 0,0 1-1 0 0,-1-1 0 0 0,0 0 0 0 0,-1-1 0 0 0,1-15 1 0 0,-4 30-47 0 0,-1 0 1 0 0,0 0 0 0 0,0 0-1 0 0,0 0 1 0 0,1 0 0 0 0,-1-1 0 0 0,0 1-1 0 0,0 0 1 0 0,-1 0 0 0 0,1 0-1 0 0,0 0 1 0 0,0 0 0 0 0,0 0-1 0 0,-1 0 1 0 0,1 0 0 0 0,0 0-1 0 0,-1 0 1 0 0,1 0 0 0 0,-1 0 0 0 0,0 0-1 0 0,1 0 1 0 0,-1 0 0 0 0,0 0-1 0 0,1 1 1 0 0,-1-1 0 0 0,0 0-1 0 0,0 0 1 0 0,0 1 0 0 0,0-1-1 0 0,1 0 1 0 0,-1 1 0 0 0,0-1 0 0 0,0 1-1 0 0,0 0 1 0 0,0-1 0 0 0,0 1-1 0 0,-1 0 1 0 0,1-1 0 0 0,-1 1-1 0 0,-1 0-2 0 0,-1 0-1 0 0,1 1 0 0 0,0-1 0 0 0,0 1 1 0 0,0 0-1 0 0,0 0 0 0 0,0 0 1 0 0,0 0-1 0 0,0 1 0 0 0,0-1 0 0 0,1 1 1 0 0,-5 2-1 0 0,-3 4-5 0 0,1 0 0 0 0,0 1 0 0 0,0 0 0 0 0,0 0 0 0 0,2 1 1 0 0,-1 0-1 0 0,1 0 0 0 0,0 0 0 0 0,1 1 0 0 0,0 1 0 0 0,-6 17 0 0 0,10-23-5 0 0,1-1 0 0 0,-1 1-1 0 0,1 0 1 0 0,0 0 0 0 0,1 0-1 0 0,-1 0 1 0 0,1-1 0 0 0,1 1-1 0 0,-1 0 1 0 0,1 0 0 0 0,2 9-1 0 0,-2-11-4 0 0,1 1 0 0 0,0-1 0 0 0,0 0 0 0 0,0 1 0 0 0,1-1 0 0 0,-1 0 0 0 0,1 0 0 0 0,0-1 0 0 0,0 1 0 0 0,0-1 0 0 0,1 1 0 0 0,-1-1 0 0 0,1 0 0 0 0,0 0 0 0 0,8 4 0 0 0,5 1-690 0 0,-1 0-1 0 0,2-2 1 0 0,-1 0-1 0 0,1 0 1 0 0,0-2-1 0 0,25 4 1 0 0,11 0-3136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8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732 450 1612 0 0,'1'-28'2839'0'0,"9"-56"-1"0"0,30-80 1466 0 0,-14 64-1177 0 0,-22 85-2587 0 0,7-30 290 0 0,-9 32-696 0 0,-4 17-236 0 0,-104 279 177 0 0,-183 527 507 0 0,268-742-475 0 0,-187 667 728 0 0,202-709-796 0 0,0-2 56 0 0,1 1 0 0 0,1-1 1 0 0,1 1-1 0 0,1 0 0 0 0,2 29 0 0 0,0-52-78 0 0,1 1 1 0 0,-1-1-1 0 0,0 0 1 0 0,1 0-1 0 0,-1 1 1 0 0,1-1-1 0 0,0 0 1 0 0,0 0-1 0 0,0 0 1 0 0,0 0-1 0 0,0 0 0 0 0,0 0 1 0 0,0 0-1 0 0,1-1 1 0 0,-1 1-1 0 0,1 0 1 0 0,-1-1-1 0 0,1 1 1 0 0,0-1-1 0 0,3 3 0 0 0,-2-3-4 0 0,0 1 0 0 0,0-1 0 0 0,0-1 0 0 0,0 1 0 0 0,0 0 0 0 0,1-1 0 0 0,-1 0 0 0 0,0 1 0 0 0,0-1 0 0 0,0 0 0 0 0,1-1 0 0 0,-1 1 0 0 0,4-1 0 0 0,4-2 1 0 0,0-1 0 0 0,0 1 0 0 0,0-2 1 0 0,0 1-1 0 0,0-2 0 0 0,18-12 0 0 0,-15 9 11 0 0,-1-2 0 0 0,-1 1-1 0 0,1-2 1 0 0,-2 0-1 0 0,1 0 1 0 0,-2-1 0 0 0,0 0-1 0 0,14-25 1 0 0,-18 27-15 0 0,-1 0-1 0 0,0-1 1 0 0,-1 0 0 0 0,0 0 0 0 0,-1 0 0 0 0,-1 0 0 0 0,0 0 0 0 0,0-1-1 0 0,-1 1 1 0 0,-1 0 0 0 0,0-1 0 0 0,-2-16 0 0 0,-3 0 3 0 0,-2 0 1 0 0,0 1 0 0 0,-2-1-1 0 0,-1 2 1 0 0,-1-1 0 0 0,-2 2-1 0 0,0-1 1 0 0,-2 2 0 0 0,-1 0-1 0 0,-26-31 1 0 0,-22-20 628 0 0,-128-114-1 0 0,150 150-290 0 0,35 34-316 0 0,2 2 1 0 0,-1-1 0 0 0,1 0-1 0 0,1-1 1 0 0,-1 1 0 0 0,-4-7-1 0 0,9 10-58 0 0,-1 1-1 0 0,0-1 1 0 0,0 1 0 0 0,1-1-1 0 0,-1 1 1 0 0,1-1-1 0 0,-1 1 1 0 0,1-1-1 0 0,0 1 1 0 0,0-1 0 0 0,0 1-1 0 0,0-1 1 0 0,0 0-1 0 0,0 1 1 0 0,0-1-1 0 0,0 1 1 0 0,0-1 0 0 0,1 0-1 0 0,-1 1 1 0 0,1-1-1 0 0,-1 1 1 0 0,1-1-1 0 0,0 1 1 0 0,-1 0 0 0 0,1-1-1 0 0,0 1 1 0 0,0 0-1 0 0,1-2 1 0 0,6-5-394 0 0,0 0 1 0 0,0 0 0 0 0,0 1-1 0 0,1 1 1 0 0,0-1-1 0 0,19-9 1 0 0,67-26-3198 0 0,-47 22 1295 0 0,1-2-1534 0 0,1 0-1724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137 587 288 0 0,'19'-40'11113'0'0,"-19"40"-11088"0"0,0-1 0 0 0,0 1 0 0 0,1 0 0 0 0,-1 0 0 0 0,0 0 0 0 0,0 0 0 0 0,0 0-1 0 0,0-1 1 0 0,0 1 0 0 0,0 0 0 0 0,0 0 0 0 0,0 0 0 0 0,0 0 0 0 0,0-1 0 0 0,0 1 0 0 0,0 0 0 0 0,0 0 0 0 0,0 0 0 0 0,0 0 0 0 0,0-1 0 0 0,0 1-1 0 0,0 0 1 0 0,0 0 0 0 0,0 0 0 0 0,0 0 0 0 0,0-1 0 0 0,0 1 0 0 0,0 0 0 0 0,0 0 0 0 0,0 0 0 0 0,0 0 0 0 0,0-1 0 0 0,0 1 0 0 0,-1 0 0 0 0,1 0-1 0 0,0 0 1 0 0,0 0 0 0 0,0 0 0 0 0,0 0 0 0 0,0 0 0 0 0,0-1 0 0 0,-1 1 0 0 0,1 0 0 0 0,0 0 0 0 0,-11 1 671 0 0,-9 5-277 0 0,12-1-324 0 0,1 0 0 0 0,0 1 0 0 0,0-1 0 0 0,0 1 0 0 0,1 1-1 0 0,-11 12 1 0 0,3-1 10 0 0,-17 30-1 0 0,28-43-73 0 0,0 0-1 0 0,1 0 1 0 0,0 1-1 0 0,0-1 0 0 0,0 1 1 0 0,0-1-1 0 0,1 1 1 0 0,0-1-1 0 0,0 1 1 0 0,1 0-1 0 0,-1 0 0 0 0,1 6 1 0 0,1-9-15 0 0,-1 0 0 0 0,1 1 0 0 0,0-1 0 0 0,0 0 0 0 0,0 0 0 0 0,0-1-1 0 0,0 1 1 0 0,1 0 0 0 0,-1 0 0 0 0,1-1 0 0 0,0 1 0 0 0,-1 0 0 0 0,1-1 0 0 0,0 0 0 0 0,1 1 0 0 0,-1-1 0 0 0,0 0 0 0 0,1 0 0 0 0,-1 0 0 0 0,1-1 0 0 0,0 1 0 0 0,-1-1-1 0 0,6 3 1 0 0,3-1 21 0 0,0 1 0 0 0,0-1 0 0 0,0-1-1 0 0,0 0 1 0 0,1-1 0 0 0,-1 0 0 0 0,1 0-1 0 0,-1-1 1 0 0,0-1 0 0 0,1 0 0 0 0,-1-1-1 0 0,1 0 1 0 0,-1 0 0 0 0,0-1 0 0 0,0-1-1 0 0,-1 0 1 0 0,18-9 0 0 0,-13 6-13 0 0,-2-1 1 0 0,1 0 0 0 0,-1-1-1 0 0,0-1 1 0 0,-1 0-1 0 0,0-1 1 0 0,0 0-1 0 0,-1-1 1 0 0,-1 0-1 0 0,0 0 1 0 0,-1-1 0 0 0,9-17-1 0 0,-14 24-2 0 0,-2 0-1 0 0,1 0 0 0 0,-1-1 1 0 0,0 1-1 0 0,0-1 1 0 0,0 1-1 0 0,-1-1 0 0 0,0 0 1 0 0,-1 1-1 0 0,0-1 1 0 0,0 0-1 0 0,0 0 0 0 0,0 1 1 0 0,-3-10-1 0 0,2 12-21 0 0,0 0 0 0 0,-1 1 0 0 0,1-1-1 0 0,-1 1 1 0 0,1-1 0 0 0,-1 1 0 0 0,0 0-1 0 0,-1 0 1 0 0,1 0 0 0 0,0 0 0 0 0,-1 0-1 0 0,0 0 1 0 0,0 1 0 0 0,0-1 0 0 0,0 1-1 0 0,0 0 1 0 0,0 0 0 0 0,0 0 0 0 0,-1 0 0 0 0,1 0-1 0 0,-1 1 1 0 0,1-1 0 0 0,-1 1 0 0 0,0 0-1 0 0,1 1 1 0 0,-7-2 0 0 0,2 2-12 0 0,0 0-1 0 0,0 0 1 0 0,0 0 0 0 0,-1 1-1 0 0,1 0 1 0 0,0 1 0 0 0,0 0-1 0 0,0 0 1 0 0,1 1 0 0 0,-1 0-1 0 0,1 0 1 0 0,-1 1 0 0 0,1 0-1 0 0,-11 7 1 0 0,11-6 11 0 0,1 0 1 0 0,-1 0-1 0 0,1 0 0 0 0,0 1 1 0 0,1-1-1 0 0,0 1 0 0 0,-1 1 1 0 0,2-1-1 0 0,-1 1 0 0 0,1 0 1 0 0,0 0-1 0 0,1 0 0 0 0,-1 0 1 0 0,-3 15-1 0 0,6-19 2 0 0,1 0 0 0 0,-1-1 0 0 0,1 1 0 0 0,0 0 0 0 0,0 0 0 0 0,0 0 0 0 0,0 0 0 0 0,1 0 0 0 0,-1-1 0 0 0,1 1 0 0 0,0 0 0 0 0,-1 0 0 0 0,1-1 1 0 0,1 1-1 0 0,-1 0 0 0 0,0-1 0 0 0,1 1 0 0 0,1 2 0 0 0,1-1-1 0 0,-1 0 0 0 0,1 0 0 0 0,0-1 0 0 0,0 1 0 0 0,1-1 0 0 0,-1 0 1 0 0,1 0-1 0 0,-1 0 0 0 0,7 2 0 0 0,4 1-26 0 0,0-1 0 0 0,1 0 0 0 0,-1-1-1 0 0,1-1 1 0 0,25 2 0 0 0,-9-3-143 0 0,0-1 0 0 0,0-2 0 0 0,0-1 0 0 0,0-1 0 0 0,-1-2-1 0 0,1-2 1 0 0,-1 0 0 0 0,-1-2 0 0 0,0-2 0 0 0,0 0 0 0 0,-1-2 0 0 0,0-1 0 0 0,-1-2 0 0 0,-1-1-1 0 0,0 0 1 0 0,-1-2 0 0 0,-2-1 0 0 0,0-1 0 0 0,22-26 0 0 0,-21 19 506 0 0,-1-1 1 0 0,-2-1 0 0 0,0-1-1 0 0,-3-1 1 0 0,0-1 0 0 0,-2 0-1 0 0,19-56 1 0 0,-36 89-334 0 0,1-2 33 0 0,0 0 1 0 0,0-1-1 0 0,-1 1 1 0 0,1 0-1 0 0,-1 0 1 0 0,1 0-1 0 0,-1 0 0 0 0,0-1 1 0 0,0 1-1 0 0,0 0 1 0 0,0 0-1 0 0,0-1 1 0 0,0 1-1 0 0,-1 0 0 0 0,1 0 1 0 0,-1 0-1 0 0,0-4 1 0 0,-1 7-35 0 0,1-1-1 0 0,-1 0 1 0 0,1 1 0 0 0,-1 0-1 0 0,1-1 1 0 0,-1 1 0 0 0,1 0-1 0 0,0 0 1 0 0,-1-1 0 0 0,-1 3 0 0 0,3-2-2 0 0,-15 12 20 0 0,1 1 1 0 0,1 0-1 0 0,0 1 0 0 0,1 1 1 0 0,1 0-1 0 0,-14 24 0 0 0,8-12 8 0 0,-98 172 38 0 0,100-167-64 0 0,1 1 1 0 0,1 1-1 0 0,2 0 0 0 0,-9 47 1 0 0,19-76-7 0 0,0 0 0 0 0,0 0 0 0 0,1 0 0 0 0,-1 0 1 0 0,1 0-1 0 0,1 0 0 0 0,0 1 0 0 0,-1-1 0 0 0,2 0 1 0 0,-1-1-1 0 0,1 1 0 0 0,3 10 0 0 0,-2-12-7 0 0,-1-1 0 0 0,1 1 1 0 0,0 0-1 0 0,-1-1 0 0 0,2 1 0 0 0,-1-1 0 0 0,0 0 0 0 0,1 0 0 0 0,-1 0 0 0 0,1-1 0 0 0,0 1 0 0 0,0-1 0 0 0,0 0 0 0 0,0 0 1 0 0,0 0-1 0 0,1 0 0 0 0,5 1 0 0 0,2-1-205 0 0,1 0 0 0 0,-1 0 0 0 0,1-1 0 0 0,-1-1-1 0 0,1 0 1 0 0,0 0 0 0 0,-1-2 0 0 0,1 1 0 0 0,-1-2 0 0 0,0 1 0 0 0,0-2 0 0 0,0 0 0 0 0,23-10 0 0 0,-8 1-269 0 0,-1-2 0 0 0,0 0 1 0 0,-2-2-1 0 0,43-35 1 0 0,-26 14 236 0 0,-2-2 0 0 0,-2-2 0 0 0,-1-1 0 0 0,-3-2 0 0 0,36-61 0 0 0,-39 51 1174 0 0,-2-1 0 0 0,28-79 0 0 0,-44 95 1323 0 0,12-77 0 0 0,-24 116-2244 0 0,0 1 0 0 0,0-1 0 0 0,0 1-1 0 0,0 0 1 0 0,0-1 0 0 0,0 1 0 0 0,0 0 0 0 0,0-1 0 0 0,0 1-1 0 0,0 0 1 0 0,0-1 0 0 0,0 1 0 0 0,0-1 0 0 0,0 1 0 0 0,0 0-1 0 0,0-1 1 0 0,0 1 0 0 0,0 0 0 0 0,0-1 0 0 0,0 1 0 0 0,-1 0-1 0 0,1-1 1 0 0,0 1 0 0 0,0 0 0 0 0,0-1 0 0 0,-1 1 0 0 0,1 0-1 0 0,0 0 1 0 0,0-1 0 0 0,-1 1 0 0 0,1 0 0 0 0,0 0 0 0 0,-1-1-1 0 0,1 1 1 0 0,0 0 0 0 0,-1 0 0 0 0,1 0 0 0 0,0 0 0 0 0,-1 0-1 0 0,1-1 1 0 0,0 1 0 0 0,-1 0 0 0 0,1 0 0 0 0,0 0 0 0 0,-1 0-1 0 0,1 0 1 0 0,0 0 0 0 0,-1 0 0 0 0,1 0 0 0 0,-1 0 0 0 0,1 0-1 0 0,-1 1 1 0 0,-18 6 92 0 0,10 1-68 0 0,0 0 1 0 0,1 0-1 0 0,-1 0 0 0 0,2 1 0 0 0,-1 0 0 0 0,-8 15 0 0 0,-35 67 96 0 0,41-71-75 0 0,-27 50-7 0 0,3 3 1 0 0,3 0 0 0 0,4 2 0 0 0,-23 101 0 0 0,46-159-157 0 0,1 1 1 0 0,1-1 0 0 0,0 1-1 0 0,2 32 1 0 0,1-43-144 0 0,0 0 0 0 0,0-1 0 0 0,0 1 0 0 0,1 0 0 0 0,0-1 0 0 0,1 1 0 0 0,0-1 1 0 0,0 0-1 0 0,0 0 0 0 0,0 0 0 0 0,1 0 0 0 0,0 0 0 0 0,0-1 0 0 0,1 1 0 0 0,5 4 0 0 0,-3-4-684 0 0,1 0 0 0 0,-1 0 0 0 0,1-1 0 0 0,0 0-1 0 0,12 5 1 0 0,13 3-4104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39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244 112 1272 0 0,'1'-9'1613'0'0,"0"0"0"0"0,-1 0 0 0 0,0-1-1 0 0,-1 1 1 0 0,0 0 0 0 0,0-1 0 0 0,-4-13 0 0 0,5 23-1580 0 0,-1-1 0 0 0,1 1 0 0 0,-1 0 0 0 0,1-1 1 0 0,0 1-1 0 0,-1-1 0 0 0,1 1 0 0 0,-1 0 0 0 0,1-1 0 0 0,-1 1 1 0 0,0 0-1 0 0,1-1 0 0 0,-1 1 0 0 0,1 0 0 0 0,-1 0 1 0 0,1 0-1 0 0,-1 0 0 0 0,0-1 0 0 0,1 1 0 0 0,-1 0 1 0 0,1 0-1 0 0,-1 0 0 0 0,0 0 0 0 0,1 0 0 0 0,-1 1 0 0 0,1-1 1 0 0,-1 0-1 0 0,0 0 0 0 0,1 0 0 0 0,-1 0 0 0 0,1 1 1 0 0,-2-1-1 0 0,-17 9 263 0 0,10-1-227 0 0,0 1 0 0 0,0 0 0 0 0,0 0 0 0 0,1 1 0 0 0,0 0 0 0 0,1 1-1 0 0,-8 14 1 0 0,5-6-26 0 0,1 1-1 0 0,1 0 0 0 0,-8 29 0 0 0,15-44-7 0 0,0 1 0 0 0,0-1 0 0 0,1 1 1 0 0,-1-1-1 0 0,1 1 0 0 0,0-1 0 0 0,1 1 0 0 0,0-1 0 0 0,-1 1 0 0 0,2-1 0 0 0,-1 1 0 0 0,1-1 0 0 0,-1 0 0 0 0,1 1 1 0 0,1-1-1 0 0,-1 0 0 0 0,1-1 0 0 0,0 1 0 0 0,0 0 0 0 0,0-1 0 0 0,5 5 0 0 0,-5-6-13 0 0,0 0-1 0 0,0-1 1 0 0,0 1 0 0 0,0-1-1 0 0,0 0 1 0 0,0 0 0 0 0,1 0-1 0 0,-1 0 1 0 0,1-1-1 0 0,-1 1 1 0 0,1-1 0 0 0,-1 0-1 0 0,1 0 1 0 0,0 0 0 0 0,0-1-1 0 0,0 1 1 0 0,-1-1-1 0 0,1 0 1 0 0,0 0 0 0 0,0 0-1 0 0,0-1 1 0 0,-1 1 0 0 0,1-1-1 0 0,0 0 1 0 0,0 0 0 0 0,-1 0-1 0 0,1 0 1 0 0,-1-1-1 0 0,1 0 1 0 0,-1 0 0 0 0,5-2-1 0 0,-1-2 2 0 0,0 0 1 0 0,1 0-1 0 0,-2 0 0 0 0,1-1 0 0 0,-1 0 0 0 0,0-1 0 0 0,0 1 0 0 0,-1-1 1 0 0,0 0-1 0 0,-1 0 0 0 0,0-1 0 0 0,0 1 0 0 0,0-1 0 0 0,2-13 0 0 0,-2 10 13 0 0,-2 1 0 0 0,0-1 0 0 0,0 0-1 0 0,-1 1 1 0 0,0-1 0 0 0,-1 0 0 0 0,-1 0-1 0 0,1 0 1 0 0,-2 0 0 0 0,0 1 0 0 0,-4-13-1 0 0,5 19-35 0 0,-1 1 0 0 0,1-1-1 0 0,-1 1 1 0 0,0 0 0 0 0,-1 0-1 0 0,1 0 1 0 0,-1 0 0 0 0,0 0 0 0 0,0 1-1 0 0,0-1 1 0 0,0 1 0 0 0,-1-1-1 0 0,1 1 1 0 0,-1 0 0 0 0,0 1-1 0 0,0-1 1 0 0,0 1 0 0 0,-7-4-1 0 0,4 4 8 0 0,0 0 0 0 0,0 0-1 0 0,0 1 1 0 0,0-1 0 0 0,0 2-1 0 0,-1-1 1 0 0,1 1 0 0 0,0 0-1 0 0,0 0 1 0 0,-1 1 0 0 0,-9 2-1 0 0,6-1-33 0 0,1 1 0 0 0,0 0-1 0 0,0 1 1 0 0,0 0 0 0 0,0 1-1 0 0,1 0 1 0 0,-16 10-1 0 0,20-11-47 0 0,-1 0 0 0 0,1 1-1 0 0,0-1 1 0 0,0 1 0 0 0,0 0-1 0 0,1 1 1 0 0,0-1 0 0 0,0 1 0 0 0,0 0-1 0 0,1 0 1 0 0,-5 11 0 0 0,7-14-112 0 0,0 0 1 0 0,0 1 0 0 0,0-1-1 0 0,0 0 1 0 0,1 0 0 0 0,0 1 0 0 0,0-1-1 0 0,0 1 1 0 0,0-1 0 0 0,0 0-1 0 0,1 1 1 0 0,-1-1 0 0 0,1 0 0 0 0,0 0-1 0 0,0 1 1 0 0,2 3 0 0 0,-1-3-598 0 0,1 0 0 0 0,-1 0 0 0 0,1-1 0 0 0,-1 1 0 0 0,1-1 0 0 0,0 0 0 0 0,6 5 0 0 0,6 5-4851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102 127 1132 0 0,'7'-69'12097'0'0,"-7"69"-12079"0"0,0 0 1 0 0,0-1-1 0 0,0 1 0 0 0,0 0 0 0 0,0 0 1 0 0,0 0-1 0 0,0 0 0 0 0,0 0 1 0 0,0-1-1 0 0,0 1 0 0 0,0 0 0 0 0,0 0 1 0 0,0 0-1 0 0,0 0 0 0 0,0-1 0 0 0,0 1 1 0 0,0 0-1 0 0,0 0 0 0 0,0 0 0 0 0,0 0 1 0 0,0 0-1 0 0,0-1 0 0 0,0 1 0 0 0,0 0 1 0 0,0 0-1 0 0,0 0 0 0 0,-1 0 0 0 0,1 0 1 0 0,0-1-1 0 0,0 1 0 0 0,0 0 0 0 0,0 0 1 0 0,0 0-1 0 0,0 0 0 0 0,-1 0 0 0 0,1 0 1 0 0,0 0-1 0 0,0 0 0 0 0,0 0 0 0 0,0 0 1 0 0,0 0-1 0 0,-1 0 0 0 0,1 0 0 0 0,0-1 1 0 0,0 1-1 0 0,0 0 0 0 0,0 0 0 0 0,-1 0 1 0 0,1 0-1 0 0,0 0 0 0 0,0 1 0 0 0,0-1 1 0 0,-10 8 319 0 0,-6 14-144 0 0,-4 12 9 0 0,-17 45 0 0 0,33-69-166 0 0,0 0-1 0 0,1 1 1 0 0,0 0-1 0 0,1-1 1 0 0,0 1-1 0 0,0 0 1 0 0,1 0 0 0 0,1 0-1 0 0,1 15 1 0 0,-1-23-13 0 0,0 0 1 0 0,0 0-1 0 0,1-1 0 0 0,0 1 1 0 0,-1-1-1 0 0,1 1 1 0 0,0 0-1 0 0,0-1 1 0 0,0 1-1 0 0,1-1 0 0 0,-1 0 1 0 0,1 1-1 0 0,-1-1 1 0 0,1 0-1 0 0,0 0 0 0 0,0 0 1 0 0,-1 0-1 0 0,2 0 1 0 0,2 2-1 0 0,-2-3-6 0 0,0 0 0 0 0,0 1 0 0 0,0-2 0 0 0,0 1 0 0 0,0 0 0 0 0,0 0 1 0 0,0-1-1 0 0,0 0 0 0 0,0 0 0 0 0,1 1 0 0 0,-1-2 0 0 0,0 1 0 0 0,0 0 0 0 0,5-2 0 0 0,2 0-1 0 0,0-2-1 0 0,0 1 1 0 0,0-1 0 0 0,0-1-1 0 0,0 0 1 0 0,-1 0 0 0 0,0-1-1 0 0,14-11 1 0 0,-2-3 276 0 0,35-43 0 0 0,-4 4 1593 0 0,-50 58-1877 0 0,-2 3-17 0 0,1 0 4 0 0,-1 0 0 0 0,0 1 0 0 0,0-1-1 0 0,0 0 1 0 0,0 0 0 0 0,0 1 0 0 0,0-1 0 0 0,0 0 0 0 0,-2 3 0 0 0,0 4 1 0 0,0 0 0 0 0,1 0 0 0 0,0 1 1 0 0,0-1-1 0 0,1 0 0 0 0,0 1 0 0 0,2 9 1 0 0,-1-15 22 0 0,0 1 0 0 0,0 0 0 0 0,0-1 0 0 0,1 1 0 0 0,-1-1 0 0 0,1 0 0 0 0,0 1 0 0 0,0-1 0 0 0,1 0 0 0 0,0 0 0 0 0,-1 0 0 0 0,1-1 0 0 0,0 1 0 0 0,1-1 0 0 0,5 6 0 0 0,-7-8-3 0 0,-1 0-1 0 0,1 1 1 0 0,0-1 0 0 0,0 0 0 0 0,0 0 0 0 0,0 0 0 0 0,0-1-1 0 0,0 1 1 0 0,0 0 0 0 0,0-1 0 0 0,0 0 0 0 0,1 1 0 0 0,-1-1 0 0 0,0 0-1 0 0,0 0 1 0 0,0 0 0 0 0,1 0 0 0 0,1-1 0 0 0,0 0 3 0 0,0 0 1 0 0,0 0-1 0 0,0-1 1 0 0,-1 1-1 0 0,1-1 1 0 0,0 0-1 0 0,-1 0 1 0 0,1-1 0 0 0,2-2-1 0 0,2-2 6 0 0,0 0 1 0 0,-1-1-1 0 0,0 1 0 0 0,0-2 1 0 0,-1 1-1 0 0,10-17 0 0 0,-8 5-31 0 0,-1 0 0 0 0,0 0 0 0 0,-1 0 0 0 0,-2-1 0 0 0,0 0 0 0 0,-1 0-1 0 0,1-36 1 0 0,-1 14-175 0 0,-2 33-786 0 0,8 24-3043 0 0,-5-10 3617 0 0,1 0 1 0 0,0 0-1 0 0,0 0 0 0 0,0-1 0 0 0,0 1 0 0 0,1-1 0 0 0,-1-1 0 0 0,1 1 0 0 0,0-1 0 0 0,0 0 0 0 0,0 0 0 0 0,0-1 1 0 0,0 1-1 0 0,0-1 0 0 0,0-1 0 0 0,8 1 0 0 0,-6-1 494 0 0,-1 0 0 0 0,1-1 0 0 0,0 0-1 0 0,-1 0 1 0 0,1 0 0 0 0,-1-1 0 0 0,1 0 0 0 0,-1-1 0 0 0,0 1 0 0 0,0-1 0 0 0,0-1 0 0 0,10-6 0 0 0,26-26 6263 0 0,-32 28-4490 0 0,1 0-485 0 0,-12 9-1375 0 0,1-1-1 0 0,-1 1 1 0 0,0 0-1 0 0,0 0 0 0 0,0 0 1 0 0,0 0-1 0 0,0-1 1 0 0,0 1-1 0 0,-1 0 0 0 0,1 0 1 0 0,0 0-1 0 0,0 0 1 0 0,0-1-1 0 0,-1 1 0 0 0,1 0 1 0 0,0 0-1 0 0,-1-1 1 0 0,1 1-1 0 0,-2 1 0 0 0,-25 58 292 0 0,-16 42 34 0 0,37-85-251 0 0,1-1 0 0 0,1 0 1 0 0,0 1-1 0 0,-1 21 1 0 0,4-36-128 0 0,1-1 0 0 0,0 0 0 0 0,0 1 0 0 0,0-1 0 0 0,0 0 0 0 0,0 1 0 0 0,0-1 0 0 0,0 0 0 0 0,0 1 0 0 0,0-1 0 0 0,1 0 0 0 0,-1 0 0 0 0,1 1 0 0 0,-1-1 0 0 0,1 0 0 0 0,-1 0 0 0 0,1 1 0 0 0,0-1 0 0 0,-1 0 0 0 0,1 0 0 0 0,0 0 0 0 0,0 0 0 0 0,0 0 0 0 0,0 0 0 0 0,0 0 0 0 0,0-1 0 0 0,0 1 0 0 0,0 0 0 0 0,0 0 1 0 0,0-1-1 0 0,0 1 0 0 0,1-1 0 0 0,-1 1 0 0 0,0-1 0 0 0,0 1 0 0 0,1-1 0 0 0,-1 0 0 0 0,0 0 0 0 0,1 1 0 0 0,-1-1 0 0 0,0 0 0 0 0,1 0 0 0 0,-1 0 0 0 0,0-1 0 0 0,1 1 0 0 0,-1 0 0 0 0,0 0 0 0 0,2-1 0 0 0,5-1-1295 0 0,-1 0 0 0 0,1 0-1 0 0,-1-1 1 0 0,0 0 0 0 0,0 0-1 0 0,13-8 1 0 0,3-4-5396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0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89 848 0 0,'-18'-19'3561'0'0,"-1"0"452"0"0,-29-25-1 0 0,47 44-3969 0 0,0-1 0 0 0,0 0-1 0 0,0 1 1 0 0,0-1 0 0 0,0 0-1 0 0,0 1 1 0 0,0-1 0 0 0,0 1 0 0 0,0 0-1 0 0,0-1 1 0 0,0 1 0 0 0,-1 0-1 0 0,1 0 1 0 0,0-1 0 0 0,-2 1-1 0 0,2 0-68 0 0,1 1-1 0 0,-1-1 1 0 0,1 0 0 0 0,-1 0-1 0 0,1 1 1 0 0,-1-1 0 0 0,0 0-1 0 0,1 0 1 0 0,-1 1 0 0 0,1-1-1 0 0,-1 1 1 0 0,1-1-1 0 0,-1 0 1 0 0,1 1 0 0 0,0-1-1 0 0,-1 1 1 0 0,1-1 0 0 0,-1 1-1 0 0,1 0 1 0 0,0 0-1 0 0,-2 2-697 0 0,1 0-1 0 0,0 0 1 0 0,1 0-1 0 0,-1 0 0 0 0,0 1 1 0 0,1-1-1 0 0,0 6 1 0 0,0 3-3639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1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2044 0 0,'3'10'4261'0'0,"-4"14"-2981"0"0,-1 1 0 0 0,-2 0 0 0 0,0-1 0 0 0,-10 31-1 0 0,-38 94 4980 0 0,53-154-6186 0 0,1 1-1 0 0,0 0 0 0 0,0-1 1 0 0,1 1-1 0 0,-1 0 1 0 0,1 0-1 0 0,0 0 1 0 0,0 1-1 0 0,7-7 0 0 0,-6 5-7 0 0,26-27 57 0 0,60-51 0 0 0,-76 71-153 0 0,1 1 1 0 0,0 1 0 0 0,1 1 0 0 0,0 0-1 0 0,0 1 1 0 0,34-12 0 0 0,-47 19 16 0 0,-1 1 1 0 0,0-1 0 0 0,1 0-1 0 0,-1 1 1 0 0,1 0 0 0 0,-1 0-1 0 0,1-1 1 0 0,-1 2-1 0 0,1-1 1 0 0,-1 0 0 0 0,0 0-1 0 0,1 1 1 0 0,-1-1 0 0 0,1 1-1 0 0,-1 0 1 0 0,0 0 0 0 0,1 0-1 0 0,-1 0 1 0 0,4 2-1 0 0,-4-1 8 0 0,1 1 1 0 0,-1-1-1 0 0,0 0 0 0 0,1 1 0 0 0,-1 0 0 0 0,-1 0 0 0 0,1 0 0 0 0,0 0 0 0 0,-1 0 0 0 0,1 0 0 0 0,-1 0 0 0 0,2 5 0 0 0,0 6-25 0 0,-1 1-1 0 0,0-1 1 0 0,-1 0-1 0 0,0 0 0 0 0,-2 19 1 0 0,0-18-485 0 0,1 43-2409 0 0,0-54 2216 0 0,1-1 0 0 0,0 1 0 0 0,0 0 1 0 0,0 0-1 0 0,0 0 0 0 0,0 0 0 0 0,1-1 0 0 0,0 1 0 0 0,0 0 0 0 0,0-1 1 0 0,4 7-1 0 0,5 1-4190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1355 212 32 0 0,'10'-14'2455'0'0,"0"-1"1"0"0,-1 0-1 0 0,11-24 0 0 0,-18 35-2089 0 0,0-1-1 0 0,0 0 1 0 0,0 1-1 0 0,-1-1 1 0 0,0 0 0 0 0,0 0-1 0 0,0 0 1 0 0,0 0-1 0 0,-1 0 1 0 0,0 0 0 0 0,0 0-1 0 0,0 0 1 0 0,-1 0-1 0 0,0 0 1 0 0,1 0 0 0 0,-4-9-1 0 0,2 12-295 0 0,1 0-1 0 0,0-1 1 0 0,0 1-1 0 0,-1 0 1 0 0,1 0-1 0 0,-1 0 1 0 0,0 1-1 0 0,0-1 1 0 0,0 0-1 0 0,0 1 1 0 0,0-1-1 0 0,0 1 1 0 0,0-1-1 0 0,0 1 1 0 0,-5-2-1 0 0,3 2-9 0 0,-1-1-1 0 0,0 1 1 0 0,0 0-1 0 0,0 0 0 0 0,0 1 1 0 0,0 0-1 0 0,-8 0 1 0 0,2 1-15 0 0,0 1 1 0 0,0 0 0 0 0,0 0-1 0 0,0 1 1 0 0,1 1-1 0 0,-17 7 1 0 0,19-7-32 0 0,0 1-1 0 0,1 1 1 0 0,-1-1 0 0 0,1 1 0 0 0,1 0-1 0 0,-1 1 1 0 0,1-1 0 0 0,0 1-1 0 0,1 1 1 0 0,-1-1 0 0 0,-4 11-1 0 0,8-14-2 0 0,0 0-1 0 0,0-1 0 0 0,1 1 0 0 0,0 0 0 0 0,0 0 0 0 0,0 0 0 0 0,0 0 0 0 0,1 0 0 0 0,-1 0 0 0 0,1 1 0 0 0,0-1 0 0 0,0 4 0 0 0,1-5 8 0 0,0 0 0 0 0,0 0 0 0 0,0 0 0 0 0,0-1 0 0 0,0 1 0 0 0,0 0 0 0 0,1 0-1 0 0,-1-1 1 0 0,1 1 0 0 0,0-1 0 0 0,0 0 0 0 0,0 1 0 0 0,0-1 0 0 0,0 0 0 0 0,0 0 0 0 0,1 0 0 0 0,-1 0-1 0 0,4 1 1 0 0,0 0 71 0 0,1 0-1 0 0,-1 0 0 0 0,1-1 0 0 0,0 0 0 0 0,0 0 1 0 0,0 0-1 0 0,0-1 0 0 0,10 0 0 0 0,24 6 582 0 0,-40-7-681 0 0,0 1-1 0 0,-1-1 1 0 0,1 1 0 0 0,0 0-1 0 0,0 0 1 0 0,0-1 0 0 0,-1 1-1 0 0,1 0 1 0 0,0 0 0 0 0,-1 0-1 0 0,1 0 1 0 0,-1 0 0 0 0,1 0-1 0 0,-1 0 1 0 0,0 0 0 0 0,1 0-1 0 0,-1 0 1 0 0,0 0 0 0 0,1 0-1 0 0,-1 0 1 0 0,0 0 0 0 0,0 2-1 0 0,0-3 13 0 0,0 5-11 0 0,0-1 0 0 0,0 1 0 0 0,-1-1 1 0 0,1 1-1 0 0,-1-1 0 0 0,0 1 0 0 0,0-1 1 0 0,-4 8-1 0 0,-18 35 34 0 0,13-27 14 0 0,-198 366 1908 0 0,142-280-665 0 0,-119 146 0 0 0,155-216-709 0 0,-2-2-1 0 0,-1-1 1 0 0,-44 34-1 0 0,55-52-90 0 0,1 0 0 0 0,-2-1 1 0 0,0-1-1 0 0,0-1 0 0 0,-1-2 0 0 0,0 0 0 0 0,-31 7 0 0 0,24-9-204 0 0,-1-1 1 0 0,0-2 0 0 0,0-2-1 0 0,-32 0 1 0 0,50-3-205 0 0,1 0 0 0 0,0-1 0 0 0,-1-1 0 0 0,1 0 0 0 0,0-1-1 0 0,0 0 1 0 0,1-1 0 0 0,-1-1 0 0 0,1 0 0 0 0,-1 0 0 0 0,2-1 0 0 0,-17-11 0 0 0,25 15-73 0 0,0-1 0 0 0,0 0 0 0 0,0 1 0 0 0,0-1 0 0 0,0 0 0 0 0,1 0 0 0 0,-1 0 0 0 0,1-1 0 0 0,0 1 0 0 0,0-1 0 0 0,0 1 0 0 0,0-1 0 0 0,1 0 0 0 0,-1 0 0 0 0,1 1 0 0 0,-1-8 0 0 0,1 6 0 0 0,1-1 0 0 0,0 1 0 0 0,0-1 0 0 0,1 1 0 0 0,0-1 0 0 0,0 1 0 0 0,0 0 0 0 0,0 0 0 0 0,1-1 0 0 0,0 1 0 0 0,3-5 0 0 0,5-8 0 0 0,1-1 0 0 0,1 2 0 0 0,1 0 0 0 0,1 0 0 0 0,17-16 0 0 0,1 1-1459 0 0,2 1 0 0 0,1 3 0 0 0,1 0 0 0 0,65-36 0 0 0,-45 33-2527 0 0,2 4-1 0 0,105-35 1 0 0,-109 44-7123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3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57 1332 0 0,'-2'0'3285'0'0,"-4"1"-2556"0"0,1 0 1 0 0,0 0-1 0 0,-1 0 0 0 0,1 1 1 0 0,0-1-1 0 0,-8 5 0 0 0,11-5-681 0 0,0 0-1 0 0,0 1 0 0 0,0-1 0 0 0,0 0 0 0 0,0 1 1 0 0,0-1-1 0 0,1 1 0 0 0,-1 0 0 0 0,1-1 0 0 0,-1 1 1 0 0,1 0-1 0 0,-1 0 0 0 0,1 0 0 0 0,0 0 0 0 0,0 0 1 0 0,0 0-1 0 0,0 0 0 0 0,1 0 0 0 0,-1 1 0 0 0,0 3 1 0 0,0-4-36 0 0,1 0 1 0 0,0 0 0 0 0,0 0-1 0 0,0-1 1 0 0,0 1 0 0 0,0 0-1 0 0,0 0 1 0 0,1 0 0 0 0,-1 0-1 0 0,1 0 1 0 0,-1 0 0 0 0,1 0-1 0 0,0 0 1 0 0,-1 0 0 0 0,1-1-1 0 0,0 1 1 0 0,0 0 0 0 0,1-1-1 0 0,1 4 1 0 0,0-3-1 0 0,-1 0 1 0 0,1-1 0 0 0,-1 1-1 0 0,1 0 1 0 0,0-1-1 0 0,-1 0 1 0 0,1 0-1 0 0,0 0 1 0 0,0 0-1 0 0,0 0 1 0 0,5 1 0 0 0,8-1 14 0 0,0 0 1 0 0,0-1 0 0 0,0-1-1 0 0,17-2 1 0 0,-27 2-19 0 0,30-3 32 0 0,35-10 1 0 0,-60 12-14 0 0,0-1 1 0 0,-1-1 0 0 0,1 0-1 0 0,-1 0 1 0 0,1-1 0 0 0,-1-1-1 0 0,14-9 1 0 0,-22 14-34 0 0,0-1 0 0 0,-1 1 1 0 0,1 0-1 0 0,0-1 0 0 0,-1 1 0 0 0,1-1 0 0 0,-1 1 0 0 0,0-1 1 0 0,0 0-1 0 0,1 1 0 0 0,-1-1 0 0 0,0 0 0 0 0,-1 0 1 0 0,1 0-1 0 0,0 0 0 0 0,0 0 0 0 0,-1 0 0 0 0,1 0 0 0 0,-1 0 1 0 0,0 0-1 0 0,1 0 0 0 0,-1 0 0 0 0,0 0 0 0 0,0 0 1 0 0,-1-1-1 0 0,1 1 0 0 0,0 0 0 0 0,-1 0 0 0 0,1 0 0 0 0,-1 0 1 0 0,1 0-1 0 0,-1 0 0 0 0,0 0 0 0 0,0 1 0 0 0,0-1 1 0 0,0 0-1 0 0,0 0 0 0 0,-1 1 0 0 0,1-1 0 0 0,0 0 0 0 0,-1 1 1 0 0,1-1-1 0 0,-1 1 0 0 0,0 0 0 0 0,1 0 0 0 0,-1-1 0 0 0,0 1 1 0 0,0 0-1 0 0,0 0 0 0 0,0 1 0 0 0,-3-2 0 0 0,-7-2 18 0 0,0 1 0 0 0,1 0-1 0 0,-1 1 1 0 0,0 0 0 0 0,0 1 0 0 0,0 0-1 0 0,0 1 1 0 0,0 1 0 0 0,0 0-1 0 0,0 0 1 0 0,0 1 0 0 0,0 0-1 0 0,-19 8 1 0 0,-3 2 21 0 0,1 1-1 0 0,1 2 0 0 0,-41 26 1 0 0,40-21 8 0 0,1 2 1 0 0,1 1 0 0 0,-31 30 0 0 0,44-35-20 0 0,1 0-1 0 0,0 0 1 0 0,2 2 0 0 0,0 0 0 0 0,-23 42 0 0 0,36-58-19 0 0,0 0-1 0 0,1 0 1 0 0,-1 0-1 0 0,1 0 1 0 0,-1 1-1 0 0,1-1 0 0 0,0 0 1 0 0,1 1-1 0 0,-1-1 1 0 0,1 0-1 0 0,0 1 0 0 0,0-1 1 0 0,0 1-1 0 0,1-1 1 0 0,0 0-1 0 0,-1 1 1 0 0,3 3-1 0 0,-2-4-1 0 0,1-1 0 0 0,0 1 0 0 0,0-1 0 0 0,0 0 0 0 0,1 1 0 0 0,-1-1 0 0 0,1 0 0 0 0,0-1 0 0 0,-1 1 1 0 0,1 0-1 0 0,0-1 0 0 0,1 0 0 0 0,-1 1 0 0 0,0-1 0 0 0,1-1 0 0 0,-1 1 0 0 0,1 0 0 0 0,0-1 0 0 0,4 2 0 0 0,7 0-71 0 0,-1 0-1 0 0,1 0 0 0 0,0-1 1 0 0,-1-1-1 0 0,1-1 1 0 0,17-1-1 0 0,90-14-1544 0 0,-108 12 1327 0 0,112-23-3795 0 0,-54 4 907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3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40 660 0 0,'0'-2'346'0'0,"1"1"0"0"0,-1-1 0 0 0,1 1 0 0 0,-1-1 0 0 0,0 0 0 0 0,0 1 0 0 0,0-1 0 0 0,0 1 0 0 0,0-1 0 0 0,0 1 0 0 0,0-1 0 0 0,0 1 0 0 0,0-1 0 0 0,-1 0 0 0 0,1 1 0 0 0,-1-1 0 0 0,1 1 0 0 0,-2-3 0 0 0,1 3-238 0 0,0 0 1 0 0,0 1 0 0 0,1-1 0 0 0,-1 0 0 0 0,0 1 0 0 0,0-1 0 0 0,0 1-1 0 0,0-1 1 0 0,0 1 0 0 0,0-1 0 0 0,0 1 0 0 0,0 0 0 0 0,-1 0 0 0 0,1-1-1 0 0,0 1 1 0 0,0 0 0 0 0,0 0 0 0 0,0 0 0 0 0,0 0 0 0 0,0 0 0 0 0,0 0 0 0 0,0 1-1 0 0,-3-1 1 0 0,-4 3 200 0 0,-1-1-1 0 0,1 1 0 0 0,-1 0 1 0 0,1 1-1 0 0,0 0 1 0 0,-13 9-1 0 0,-43 36 729 0 0,52-40-869 0 0,-23 20 360 0 0,-49 52-1 0 0,72-68-468 0 0,1 1 0 0 0,1-1 0 0 0,0 2-1 0 0,0-1 1 0 0,2 1 0 0 0,-1 1 0 0 0,-6 20-1 0 0,14-35-55 0 0,1 1-1 0 0,-1-1 1 0 0,1 0-1 0 0,-1 0 1 0 0,1 1-1 0 0,0-1 1 0 0,-1 0-1 0 0,1 1 0 0 0,0-1 1 0 0,0 1-1 0 0,0-1 1 0 0,0 0-1 0 0,0 1 1 0 0,0-1-1 0 0,1 0 1 0 0,-1 1-1 0 0,0-1 1 0 0,1 0-1 0 0,-1 1 1 0 0,1-1-1 0 0,-1 0 0 0 0,1 0 1 0 0,0 1-1 0 0,-1-1 1 0 0,1 0-1 0 0,0 0 1 0 0,0 0-1 0 0,0 0 1 0 0,0 0-1 0 0,0 0 1 0 0,0 0-1 0 0,0 0 1 0 0,0-1-1 0 0,0 1 0 0 0,0 0 1 0 0,1-1-1 0 0,-1 1 1 0 0,0 0-1 0 0,0-1 1 0 0,1 0-1 0 0,-1 1 1 0 0,0-1-1 0 0,1 0 1 0 0,-1 1-1 0 0,1-1 1 0 0,-1 0-1 0 0,2 0 0 0 0,6 0-5 0 0,0 0-1 0 0,-1 0 1 0 0,1-1-1 0 0,0 0 0 0 0,-1 0 1 0 0,12-4-1 0 0,-1-2-49 0 0,1 0-1 0 0,-1-1 1 0 0,-1-1 0 0 0,0-1-1 0 0,0 0 1 0 0,-1-1-1 0 0,0-1 1 0 0,29-27 0 0 0,-24 16 324 0 0,0-1 1 0 0,-1-1 0 0 0,-2-1-1 0 0,33-56 1 0 0,-47 75 19 0 0,-3 7-44 0 0,-4 15 156 0 0,-12 34 356 0 0,13-43-591 0 0,-120 344 2243 0 0,7-20-2469 0 0,109-314-1022 0 0,1 0 1 0 0,0 0-1 0 0,1 0 0 0 0,-1 17 1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4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0 172 2000 0 0,'10'-23'1781'0'0,"22"-50"3049"0"0,-28 65-4349 0 0,1 0 0 0 0,-1 1 0 0 0,1 0 0 0 0,1 0 0 0 0,0 0 0 0 0,11-11 0 0 0,-15 17-413 0 0,0-1-1 0 0,0 1 1 0 0,0 0 0 0 0,0-1 0 0 0,0 1 0 0 0,0 0 0 0 0,1 0-1 0 0,-1 0 1 0 0,0 1 0 0 0,0-1 0 0 0,1 1 0 0 0,-1-1 0 0 0,1 1 0 0 0,-1 0-1 0 0,1-1 1 0 0,-1 1 0 0 0,0 1 0 0 0,1-1 0 0 0,-1 0 0 0 0,1 1-1 0 0,-1-1 1 0 0,0 1 0 0 0,1-1 0 0 0,-1 1 0 0 0,0 0 0 0 0,0 0-1 0 0,0 0 1 0 0,1 1 0 0 0,-1-1 0 0 0,0 0 0 0 0,0 1 0 0 0,-1-1-1 0 0,5 4 1 0 0,-1 1 70 0 0,0-1 1 0 0,0 1-1 0 0,0 0 0 0 0,0 0 0 0 0,-1 1 0 0 0,0 0 1 0 0,-1-1-1 0 0,1 1 0 0 0,3 11 0 0 0,-4-4 18 0 0,0-1 0 0 0,0 1 1 0 0,-2 0-1 0 0,1 0 0 0 0,-2 0 0 0 0,0 0 0 0 0,0 0 0 0 0,-2 0 1 0 0,-2 17-1 0 0,-1-11-15 0 0,0 0 0 0 0,-2-1 0 0 0,0 1 0 0 0,-1-1 0 0 0,-17 29 0 0 0,24-45-116 0 0,-1-1-1 0 0,1 1 1 0 0,-1-1-1 0 0,0 0 1 0 0,0 0-1 0 0,0 0 1 0 0,0 0-1 0 0,-1 0 1 0 0,1 0-1 0 0,-4 2 1 0 0,5-4-25 0 0,1 0 1 0 0,0 0 0 0 0,-1 0 0 0 0,1 0-1 0 0,0 0 1 0 0,-1 0 0 0 0,1 0 0 0 0,0 0-1 0 0,0 0 1 0 0,-1 0 0 0 0,1 0-1 0 0,0 0 1 0 0,-1 0 0 0 0,1 0 0 0 0,0 0-1 0 0,-1 0 1 0 0,1 0 0 0 0,0 0 0 0 0,-1-1-1 0 0,1 1 1 0 0,0 0 0 0 0,0 0-1 0 0,-1 0 1 0 0,1 0 0 0 0,0-1 0 0 0,0 1-1 0 0,-1 0 1 0 0,1 0 0 0 0,0-1 0 0 0,0 1-1 0 0,0 0 1 0 0,0 0 0 0 0,-1-1 0 0 0,1 1-1 0 0,0 0 1 0 0,0-1 0 0 0,0 1-1 0 0,0 0 1 0 0,0-1 0 0 0,0 1 0 0 0,0 0-1 0 0,0 0 1 0 0,0-1 0 0 0,0 0 0 0 0,-2-13 18 0 0,7-5-28 0 0,1 0-1 0 0,0 0 0 0 0,2 1 0 0 0,0 0 0 0 0,1 1 0 0 0,1 0 1 0 0,23-31-1 0 0,-15 26-4 0 0,0 2 0 0 0,1 0 0 0 0,1 1 0 0 0,1 0 0 0 0,25-16 0 0 0,-42 32 14 0 0,0 1 0 0 0,-1-1 0 0 0,1 1 0 0 0,0 0-1 0 0,0 1 1 0 0,0-1 0 0 0,0 1 0 0 0,0 0 0 0 0,1 0 0 0 0,-1 0-1 0 0,0 0 1 0 0,0 1 0 0 0,1-1 0 0 0,5 2 0 0 0,-8-1-1 0 0,0 1 1 0 0,1-1-1 0 0,-1 1 1 0 0,0 0 0 0 0,1 0-1 0 0,-1 0 1 0 0,0 0-1 0 0,0 0 1 0 0,0 0-1 0 0,0 1 1 0 0,0-1 0 0 0,0 1-1 0 0,0 0 1 0 0,0-1-1 0 0,-1 1 1 0 0,1 0 0 0 0,-1 0-1 0 0,1 0 1 0 0,-1 0-1 0 0,0 0 1 0 0,0 0-1 0 0,0 1 1 0 0,0-1 0 0 0,0 0-1 0 0,0 0 1 0 0,0 5-1 0 0,1 1 11 0 0,0 1 0 0 0,-1 0 0 0 0,-1-1 0 0 0,1 1 0 0 0,-1 0 0 0 0,-1 0 0 0 0,-1 10 0 0 0,-15 65 84 0 0,1-13-946 0 0,15-67 603 0 0,1 0 1 0 0,-1-1-1 0 0,1 1 0 0 0,0 0 0 0 0,0 0 0 0 0,0-1 0 0 0,1 1 0 0 0,-1 0 0 0 0,1-1 1 0 0,0 1-1 0 0,0-1 0 0 0,0 1 0 0 0,2 3 0 0 0,-1-5-70 0 0,-1 0 0 0 0,0 0 0 0 0,1-1 0 0 0,0 1 0 0 0,-1-1 0 0 0,1 1 0 0 0,0-1 0 0 0,0 0 0 0 0,0 1 0 0 0,0-1 0 0 0,0 0 0 0 0,0 0 0 0 0,0 0 0 0 0,0-1 0 0 0,0 1 0 0 0,0 0 0 0 0,1-1 0 0 0,-1 0 0 0 0,0 1 0 0 0,0-1 0 0 0,1 0 0 0 0,3 0 0 0 0,14-2-3998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4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141 115 68 0 0,'28'-39'5060'0'0,"-26"35"-4511"0"0,0 1-1 0 0,0-1 1 0 0,0 0 0 0 0,-1 1-1 0 0,1-1 1 0 0,-1 0-1 0 0,0 0 1 0 0,0 0 0 0 0,0-6-1 0 0,-1 8-433 0 0,0 1-1 0 0,0 0 1 0 0,0 0-1 0 0,0 0 1 0 0,0-1-1 0 0,0 1 1 0 0,-1 0-1 0 0,1 0 1 0 0,0 0 0 0 0,-1 0-1 0 0,1 0 1 0 0,-1 0-1 0 0,1-1 1 0 0,-1 1-1 0 0,0 0 1 0 0,1 0-1 0 0,-1 1 1 0 0,0-1-1 0 0,0 0 1 0 0,0 0-1 0 0,1 0 1 0 0,-1 0-1 0 0,0 1 1 0 0,-1-2-1 0 0,-1 1 15 0 0,1 0-1 0 0,0 1 1 0 0,0-1-1 0 0,-1 1 0 0 0,1-1 1 0 0,-1 1-1 0 0,1-1 0 0 0,0 1 1 0 0,-1 0-1 0 0,1 0 1 0 0,-4 1-1 0 0,-2 0 89 0 0,-1 1 0 0 0,1 0 0 0 0,0 0 0 0 0,0 1 0 0 0,-14 6-1 0 0,19-7-182 0 0,0 0-1 0 0,1 0 0 0 0,-1-1 0 0 0,0 2 0 0 0,0-1 0 0 0,1 0 0 0 0,0 1 0 0 0,-1-1 0 0 0,1 1 0 0 0,0-1 0 0 0,0 1 0 0 0,0 0 0 0 0,0 0 0 0 0,1 0 0 0 0,-1 0 0 0 0,1 0 0 0 0,0 1 0 0 0,0-1 1 0 0,0 0-1 0 0,0 1 0 0 0,1-1 0 0 0,-1 0 0 0 0,1 1 0 0 0,0-1 0 0 0,0 1 0 0 0,0-1 0 0 0,0 0 0 0 0,1 1 0 0 0,-1-1 0 0 0,1 1 0 0 0,2 5 0 0 0,1 2 41 0 0,0 0 0 0 0,1-1 0 0 0,0 1 0 0 0,0-1-1 0 0,1 0 1 0 0,1-1 0 0 0,0 1 0 0 0,9 9 0 0 0,25 25 88 0 0,30 34 183 0 0,-70-77-329 0 0,0 0 0 0 0,0 0-1 0 0,-1 0 1 0 0,1 0 0 0 0,-1 0 0 0 0,1 0 0 0 0,-1 0-1 0 0,1 1 1 0 0,-1-1 0 0 0,1 0 0 0 0,-1 0-1 0 0,0 0 1 0 0,0 0 0 0 0,0 1 0 0 0,0-1 0 0 0,0 0-1 0 0,0 0 1 0 0,0 0 0 0 0,0 1 0 0 0,0-1-1 0 0,0 0 1 0 0,-1 0 0 0 0,1 0 0 0 0,-1 2 0 0 0,0-1 7 0 0,-1 1 0 0 0,1 0 0 0 0,-1-1 0 0 0,0 1 0 0 0,0-1 0 0 0,0 0-1 0 0,0 0 1 0 0,0 0 0 0 0,-4 3 0 0 0,-4 2-23 0 0,1-1 0 0 0,-2 0-1 0 0,1-1 1 0 0,-12 5 0 0 0,14-7-268 0 0,-55 19-2962 0 0,20-15-4130 0 0,28-6 1450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4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164 377 1620 0 0,'-14'2'1584'0'0,"-121"9"11601"0"0,135-11-13142 0 0,-1 0 0 0 0,1 0 0 0 0,-1 0 0 0 0,1 0 0 0 0,-1 0-1 0 0,1 0 1 0 0,-1 0 0 0 0,1 0 0 0 0,-1 0 0 0 0,1 0-1 0 0,-1 0 1 0 0,1 0 0 0 0,-1 0 0 0 0,1 0 0 0 0,-1 0-1 0 0,1-1 1 0 0,-1 1 0 0 0,1 0 0 0 0,-1 0 0 0 0,1-1-1 0 0,-1 1 1 0 0,1 0 0 0 0,-1-1 0 0 0,1 1 0 0 0,0 0-1 0 0,-1-1 1 0 0,1 1 0 0 0,0-1 0 0 0,-1 1 0 0 0,1 0-1 0 0,0-1 1 0 0,0 1 0 0 0,-1-2 0 0 0,1 1-6 0 0,0 0 1 0 0,1 0-1 0 0,-1 0 1 0 0,0-1-1 0 0,1 1 1 0 0,-1 0-1 0 0,1 0 1 0 0,-1 0-1 0 0,1 0 1 0 0,0 0-1 0 0,-1 0 1 0 0,1 0-1 0 0,1-2 1 0 0,30-28 157 0 0,-31 31-148 0 0,7-7-7 0 0,98-91 256 0 0,-94 86-294 0 0,-1-2 1 0 0,-1 1-1 0 0,0-1 0 0 0,-1-1 1 0 0,-1 1-1 0 0,10-24 0 0 0,15-69-340 0 0,-32 105 278 0 0,-5 24-23 0 0,-34 136 179 0 0,-97 252 0 0 0,117-362-19 0 0,-14 27 711 0 0,32-73-624 0 0,1-8-153 0 0,1 1-1 0 0,0-1 0 0 0,0 1 0 0 0,0 0 0 0 0,1-1 0 0 0,0 1 1 0 0,0 0-1 0 0,0 1 0 0 0,8-10 0 0 0,-1 1-17 0 0,5-9-2 0 0,2 1 0 0 0,0 1-1 0 0,2 0 1 0 0,28-25 0 0 0,-35 36-2 0 0,0-1 0 0 0,1 2 0 0 0,0 0 0 0 0,0 0 1 0 0,0 1-1 0 0,1 1 0 0 0,0 0 0 0 0,1 1 0 0 0,15-4 0 0 0,-26 8 5 0 0,-1 1-1 0 0,1 0 0 0 0,-1-1 0 0 0,1 1 0 0 0,0 1 0 0 0,-1-1 0 0 0,1 0 0 0 0,0 1 0 0 0,-1 0 1 0 0,1 0-1 0 0,-1 0 0 0 0,1 0 0 0 0,-1 0 0 0 0,0 1 0 0 0,1 0 0 0 0,-1 0 0 0 0,0-1 0 0 0,0 2 1 0 0,0-1-1 0 0,0 0 0 0 0,-1 1 0 0 0,4 3 0 0 0,-1 0 3 0 0,0 0 1 0 0,-1 0-1 0 0,1 1 0 0 0,-1-1 1 0 0,-1 1-1 0 0,1 0 1 0 0,-1 1-1 0 0,-1-1 0 0 0,3 8 1 0 0,1 10-437 0 0,-3-13-425 0 0,0 1 0 0 0,0-1 1 0 0,10 20-1 0 0,-11-28 360 0 0,0-1 1 0 0,0 0-1 0 0,0 1 0 0 0,1-1 0 0 0,-1 0 0 0 0,1 0 0 0 0,0 0 1 0 0,0-1-1 0 0,0 1 0 0 0,0 0 0 0 0,0-1 0 0 0,0 0 1 0 0,1 0-1 0 0,-1 0 0 0 0,1 0 0 0 0,4 1 0 0 0,11 2-4060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5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282 141 448 0 0,'3'-8'1166'0'0,"0"1"-1"0"0,-1-1 1 0 0,0 0-1 0 0,0 0 1 0 0,-1 1-1 0 0,0-1 1 0 0,0-13-1 0 0,-1 18-929 0 0,0 0 0 0 0,-1 0-1 0 0,1 0 1 0 0,-1-1 0 0 0,0 1-1 0 0,1 0 1 0 0,-1 0 0 0 0,-1 0 0 0 0,1 1-1 0 0,0-1 1 0 0,-1 0 0 0 0,1 0 0 0 0,-1 1-1 0 0,0-1 1 0 0,0 1 0 0 0,0-1-1 0 0,0 1 1 0 0,0 0 0 0 0,-1 0 0 0 0,1 0-1 0 0,-4-2 1 0 0,3 3-193 0 0,1 0-1 0 0,0 0 1 0 0,-1 1 0 0 0,1-1-1 0 0,-1 1 1 0 0,1 0 0 0 0,-1 0-1 0 0,1 0 1 0 0,-1 0-1 0 0,1 0 1 0 0,-1 0 0 0 0,1 1-1 0 0,0-1 1 0 0,-1 1 0 0 0,1 0-1 0 0,-1 0 1 0 0,1 0 0 0 0,-2 1-1 0 0,-40 22 229 0 0,29-14-236 0 0,0 0 0 0 0,1 2 1 0 0,1-1-1 0 0,0 2 0 0 0,0 0 1 0 0,1 0-1 0 0,1 2 0 0 0,0-1 0 0 0,1 1 1 0 0,1 0-1 0 0,0 1 0 0 0,-12 32 1 0 0,20-46-33 0 0,0 1 1 0 0,1 0-1 0 0,-1 0 1 0 0,1 0-1 0 0,-1 0 1 0 0,1 0-1 0 0,0 0 1 0 0,0 0-1 0 0,0 0 1 0 0,0 0-1 0 0,1 0 1 0 0,-1 0-1 0 0,1-1 1 0 0,-1 1-1 0 0,1 0 1 0 0,0 0-1 0 0,0 0 1 0 0,1-1-1 0 0,-1 1 1 0 0,1-1-1 0 0,-1 1 1 0 0,1-1-1 0 0,0 1 1 0 0,3 3-1 0 0,-1-3 2 0 0,0 0 1 0 0,0 0-1 0 0,1 0 0 0 0,-1-1 0 0 0,1 1 1 0 0,0-1-1 0 0,0 0 0 0 0,-1-1 1 0 0,1 1-1 0 0,0-1 0 0 0,1 0 0 0 0,-1 0 1 0 0,6 0-1 0 0,-1 0 0 0 0,0-1 0 0 0,0-1 0 0 0,-1 0 0 0 0,1 0 1 0 0,0 0-1 0 0,-1-2 0 0 0,1 1 0 0 0,-1-1 0 0 0,0 0 0 0 0,0-1 0 0 0,0 0 1 0 0,0-1-1 0 0,-1 1 0 0 0,1-2 0 0 0,-1 1 0 0 0,0-1 0 0 0,11-12 1 0 0,-6 6 22 0 0,-2-2 1 0 0,1 0-1 0 0,-1 0 1 0 0,-1-1-1 0 0,-1 0 1 0 0,0-1-1 0 0,-1 0 1 0 0,10-28-1 0 0,-6 16 791 0 0,-8 22-641 0 0,-1-1 0 0 0,0 1 0 0 0,0-1 0 0 0,-1 0 0 0 0,3-14 0 0 0,-8 80-315 0 0,1-33 150 0 0,1 1 1 0 0,4 39-1 0 0,-2-58-626 0 0,0 0 1 0 0,1 0-1 0 0,0 0 0 0 0,6 14 0 0 0,-6-17-188 0 0,1 0-1 0 0,-1-1 1 0 0,1 1-1 0 0,0-1 0 0 0,1 0 1 0 0,-1 0-1 0 0,1 0 1 0 0,5 5-1 0 0,5 1-5314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1 115 504 0 0,'27'-111'17118'0'0,"-27"111"-17105"0"0,0 0 1 0 0,1-1-1 0 0,-1 1 0 0 0,0 0 0 0 0,0 0 0 0 0,0-1 0 0 0,0 1 0 0 0,1 0 0 0 0,-1 0 0 0 0,0 0 1 0 0,0 0-1 0 0,0-1 0 0 0,1 1 0 0 0,-1 0 0 0 0,0 0 0 0 0,0 0 0 0 0,1 0 0 0 0,-1 0 1 0 0,0 0-1 0 0,0 0 0 0 0,1-1 0 0 0,-1 1 0 0 0,0 0 0 0 0,1 0 0 0 0,-1 0 0 0 0,0 0 0 0 0,0 0 1 0 0,1 0-1 0 0,-1 0 0 0 0,0 0 0 0 0,0 1 0 0 0,1-1 0 0 0,-1 0 0 0 0,0 0 0 0 0,0 0 0 0 0,1 0 1 0 0,-1 0-1 0 0,0 0 0 0 0,0 0 0 0 0,1 1 0 0 0,-1-1 0 0 0,0 0 0 0 0,0 0 0 0 0,0 0 1 0 0,1 1-1 0 0,-1-1 0 0 0,0 0 0 0 0,0 0 0 0 0,0 0 0 0 0,0 1 0 0 0,1-1 0 0 0,-1 0 0 0 0,0 1 1 0 0,11 11 179 0 0,4 15-21 0 0,-2 0 0 0 0,20 57 0 0 0,0 0 136 0 0,-30-77-226 0 0,8 13 340 0 0,-11-20-414 0 0,0 1-1 0 0,1-1 1 0 0,-1 0 0 0 0,0 1-1 0 0,1-1 1 0 0,-1 0-1 0 0,1 1 1 0 0,-1-1 0 0 0,1 0-1 0 0,-1 0 1 0 0,1 0-1 0 0,-1 1 1 0 0,1-1 0 0 0,-1 0-1 0 0,1 0 1 0 0,-1 0-1 0 0,1 0 1 0 0,-1 0 0 0 0,1 0-1 0 0,-1 0 1 0 0,1 0-1 0 0,-1 0 1 0 0,1 0 0 0 0,-1 0-1 0 0,1 0 1 0 0,-1 0 0 0 0,1 0-1 0 0,-1-1 1 0 0,1 1-1 0 0,-1 0 1 0 0,1 0 0 0 0,-1 0-1 0 0,1-1 1 0 0,-1 1-1 0 0,1 0 1 0 0,-1-1 0 0 0,1 0-1 0 0,16-14 14 0 0,0-1-1 0 0,-2-1 0 0 0,23-30 1 0 0,-23 26-32 0 0,2 2 0 0 0,35-35 0 0 0,-49 51 3 0 0,1 1 1 0 0,0-1-1 0 0,-1 1 0 0 0,1 0 0 0 0,0 0 1 0 0,0 0-1 0 0,0 0 0 0 0,0 1 1 0 0,1 0-1 0 0,-1 0 0 0 0,0 0 1 0 0,1 0-1 0 0,-1 1 0 0 0,0-1 1 0 0,1 1-1 0 0,-1 0 0 0 0,1 1 1 0 0,-1-1-1 0 0,0 1 0 0 0,1 0 1 0 0,4 1-1 0 0,9 4-1 0 0,-1 1 0 0 0,-1 1 0 0 0,1 0 0 0 0,14 11 0 0 0,-14-9 31 0 0,0-1-1 0 0,22 9 1 0 0,-30-15-21 0 0,0 0 0 0 0,1 0 0 0 0,-1-1-1 0 0,1 0 1 0 0,-1-1 0 0 0,1 0 0 0 0,11-1 0 0 0,-17 0-1 0 0,1-1 1 0 0,-1 1 0 0 0,0-1 0 0 0,0 0 0 0 0,1 0 0 0 0,-1-1 0 0 0,0 1-1 0 0,0-1 1 0 0,0 0 0 0 0,-1 0 0 0 0,1-1 0 0 0,0 1 0 0 0,-1-1 0 0 0,0 1-1 0 0,1-1 1 0 0,-1 0 0 0 0,0 0 0 0 0,4-6 0 0 0,-5 5 2 0 0,1 0 0 0 0,0 0 0 0 0,-1 0 0 0 0,0 0 0 0 0,0 0 0 0 0,0-1 0 0 0,-1 1 0 0 0,1 0 0 0 0,-1-1 0 0 0,0 1 0 0 0,-1-1 0 0 0,1 0 0 0 0,-1 1 0 0 0,0-1 0 0 0,0 0 0 0 0,0 1 0 0 0,0-1 0 0 0,-2-7 0 0 0,1 11-4 0 0,1 0 1 0 0,0 1-1 0 0,0-1 1 0 0,-1 0-1 0 0,1 0 1 0 0,-1 1-1 0 0,1-1 1 0 0,0 0-1 0 0,-1 1 1 0 0,1-1-1 0 0,-1 0 1 0 0,0 1-1 0 0,1-1 1 0 0,-1 1-1 0 0,1-1 1 0 0,-1 1 0 0 0,0-1-1 0 0,1 1 1 0 0,-1 0-1 0 0,0-1 1 0 0,0 1-1 0 0,1 0 1 0 0,-1-1-1 0 0,0 1 1 0 0,0 0-1 0 0,1 0 1 0 0,-1 0-1 0 0,0 0 1 0 0,0 0-1 0 0,0 0 1 0 0,0 0-1 0 0,-22 6-19 0 0,20-4 18 0 0,-5 1 2 0 0,0 1-1 0 0,1 1 0 0 0,0-1 1 0 0,0 1-1 0 0,0 1 1 0 0,0-1-1 0 0,1 1 0 0 0,0 0 1 0 0,-8 11-1 0 0,5-6 3 0 0,1 1 0 0 0,1-1 0 0 0,0 1 1 0 0,1 1-1 0 0,-6 13 0 0 0,11-21 14 0 0,-1-1 0 0 0,1 0 0 0 0,0 0 0 0 0,0 0-1 0 0,0 1 1 0 0,1-1 0 0 0,0 1 0 0 0,-1-1 0 0 0,1 0 0 0 0,1 1 0 0 0,-1-1 0 0 0,1 0 0 0 0,0 1 0 0 0,1 4 0 0 0,-1-6-41 0 0,1 0 0 0 0,-1-1-1 0 0,1 1 1 0 0,-1 0 0 0 0,1-1 0 0 0,0 1 0 0 0,0-1 0 0 0,0 0 0 0 0,0 0 0 0 0,1 0 0 0 0,-1 0 0 0 0,1 0 0 0 0,-1 0-1 0 0,1 0 1 0 0,0-1 0 0 0,-1 1 0 0 0,1-1 0 0 0,0 0 0 0 0,0 0 0 0 0,5 1 0 0 0,12 2-1533 0 0,0-1 0 0 0,1-1 1 0 0,-1-1-1 0 0,1 0 0 0 0,-1-2 0 0 0,31-4 0 0 0,4-3-4935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3200 0 0,'26'6'16804'0'0,"-9"5"-12208"0"0,-16-8-4502 0 0,-1 1 1 0 0,1-1 0 0 0,0 1-1 0 0,-1-1 1 0 0,0 0 0 0 0,0 1-1 0 0,0-1 1 0 0,0 0 0 0 0,0 1-1 0 0,-2 4 1 0 0,-11 40 270 0 0,5-21-205 0 0,-29 102-34 0 0,22-86-2691 0 0,0-3-3724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6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260 187 1992 0 0,'-9'-170'16376'0'0,"8"169"-16316"0"0,1 1-1 0 0,0-1 1 0 0,0 1-1 0 0,0-1 1 0 0,0 0-1 0 0,0 1 1 0 0,0-1-1 0 0,0 1 0 0 0,0-1 1 0 0,0 1-1 0 0,1-1 1 0 0,-1 1-1 0 0,0-1 1 0 0,0 0-1 0 0,0 1 1 0 0,1-1-1 0 0,-1 1 0 0 0,0-1 1 0 0,1 1-1 0 0,-1-1 1 0 0,0 1-1 0 0,1 0 1 0 0,-1-1-1 0 0,1 1 1 0 0,-1-1-1 0 0,0 1 1 0 0,1 0-1 0 0,-1-1 0 0 0,1 1 1 0 0,-1 0-1 0 0,1 0 1 0 0,-1-1-1 0 0,1 1 1 0 0,0 0-1 0 0,-1 0 1 0 0,1 0-1 0 0,-1 0 0 0 0,1 0 1 0 0,-1 0-1 0 0,1-1 1 0 0,0 1-1 0 0,-1 1 1 0 0,1-1-1 0 0,-1 0 1 0 0,1 0-1 0 0,-1 0 1 0 0,1 0-1 0 0,0 0 0 0 0,-1 0 1 0 0,1 1-1 0 0,3 0 51 0 0,0 1 0 0 0,0 0 0 0 0,-1-1-1 0 0,1 1 1 0 0,-1 1 0 0 0,4 2 0 0 0,14 13 321 0 0,-1 0 1 0 0,-1 2 0 0 0,0 0-1 0 0,27 41 1 0 0,-19-20-29 0 0,39 81-1 0 0,-50-87-330 0 0,-2 1-1 0 0,-1 1 1 0 0,-2 0 0 0 0,-1 0-1 0 0,-2 1 1 0 0,-2 0-1 0 0,-2 0 1 0 0,-1 1 0 0 0,-2 0-1 0 0,-1-1 1 0 0,-2 1-1 0 0,-2-1 1 0 0,-2 0 0 0 0,-1 0-1 0 0,-2 0 1 0 0,-1-1-1 0 0,-2 0 1 0 0,-25 51-1 0 0,17-49-581 0 0,-1-2 0 0 0,-2 0-1 0 0,-1-2 1 0 0,-2 0-1 0 0,-2-2 1 0 0,-62 59-1 0 0,59-66-1849 0 0,-2-1 0 0 0,0-1 0 0 0,-1-2 0 0 0,-50 24-1 0 0,17-16-6353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0 197 124 0 0,'0'-7'839'0'0,"0"0"1"0"0,1 0-1 0 0,-1 0 1 0 0,1 0-1 0 0,1 0 1 0 0,-1 0-1 0 0,1 0 1 0 0,0 1-1 0 0,4-9 0 0 0,-3 11-724 0 0,-1 0-1 0 0,1 1 0 0 0,0-1 0 0 0,0 0 1 0 0,0 1-1 0 0,0 0 0 0 0,1 0 0 0 0,-1 0 1 0 0,1 0-1 0 0,0 1 0 0 0,0-1 0 0 0,0 1 1 0 0,0 0-1 0 0,0 0 0 0 0,6-2 0 0 0,-1 2-70 0 0,-1 0 0 0 0,1 0-1 0 0,0 1 1 0 0,0 0 0 0 0,-1 1-1 0 0,1 0 1 0 0,0 0 0 0 0,0 1-1 0 0,-1 0 1 0 0,1 0 0 0 0,0 1 0 0 0,-1 0-1 0 0,1 1 1 0 0,-1-1 0 0 0,0 2-1 0 0,0-1 1 0 0,0 1 0 0 0,0 1-1 0 0,-1-1 1 0 0,0 1 0 0 0,0 1-1 0 0,10 8 1 0 0,-11-9 33 0 0,0 0 0 0 0,-1 1 0 0 0,0-1 0 0 0,0 1 0 0 0,0 1 0 0 0,-1-1 0 0 0,1 0 0 0 0,-2 1 0 0 0,1 0 0 0 0,-1 0 0 0 0,0 0 0 0 0,0 0-1 0 0,-1 1 1 0 0,0-1 0 0 0,0 1 0 0 0,-1 0 0 0 0,0-1 0 0 0,0 1 0 0 0,-1 0 0 0 0,0-1 0 0 0,0 1 0 0 0,-1 0 0 0 0,0 0 0 0 0,0-1 0 0 0,-4 12 0 0 0,2-12 203 0 0,0 1 1 0 0,0-1-1 0 0,-1 0 1 0 0,0 0-1 0 0,0-1 0 0 0,0 1 1 0 0,-1-1-1 0 0,0 0 1 0 0,-10 10-1 0 0,13-15-95 0 0,1-1-174 0 0,1 0 0 0 0,-1 0 0 0 0,1-1 0 0 0,-1 1 0 0 0,0 0 0 0 0,1 0-1 0 0,-1-1 1 0 0,1 1 0 0 0,-1 0 0 0 0,1-1 0 0 0,-1 1 0 0 0,1 0-1 0 0,-1-1 1 0 0,1 1 0 0 0,-1-1 0 0 0,1 1 0 0 0,0-1 0 0 0,-1 1-1 0 0,1-1 1 0 0,0 1 0 0 0,-1-1 0 0 0,1 0 0 0 0,0 1 0 0 0,0-1 0 0 0,0 1-1 0 0,-1-1 1 0 0,1 0 0 0 0,0 1 0 0 0,0-1 0 0 0,0 1 0 0 0,0-1-1 0 0,0-1 1 0 0,1-21 66 0 0,4 7-66 0 0,1-1 1 0 0,0 0-1 0 0,1 1 1 0 0,0 1-1 0 0,2-1 1 0 0,0 1 0 0 0,20-27-1 0 0,-7 16-16 0 0,0 1 0 0 0,2 2 0 0 0,32-27 0 0 0,-44 40-10 0 0,2 0-1 0 0,0 1 0 0 0,0 0 0 0 0,0 1 1 0 0,1 1-1 0 0,28-10 0 0 0,-41 16 12 0 0,0 1-1 0 0,0-1 1 0 0,0 1-1 0 0,0 0 1 0 0,1-1-1 0 0,-1 1 1 0 0,0 0-1 0 0,0 1 1 0 0,0-1-1 0 0,0 0 1 0 0,0 1-1 0 0,0-1 1 0 0,0 1 0 0 0,0-1-1 0 0,0 1 1 0 0,0 0-1 0 0,0 0 1 0 0,0 0-1 0 0,0 0 1 0 0,0 0-1 0 0,0 1 1 0 0,-1-1-1 0 0,1 0 1 0 0,-1 1-1 0 0,1-1 1 0 0,-1 1-1 0 0,1 0 1 0 0,-1-1-1 0 0,0 1 1 0 0,0 0-1 0 0,0 0 1 0 0,0 0-1 0 0,0 0 1 0 0,0 0 0 0 0,-1 0-1 0 0,2 3 1 0 0,1 5 7 0 0,0 0-1 0 0,-1 1 1 0 0,0-1 0 0 0,-1 1 0 0 0,0 19 0 0 0,-2 6-233 0 0,-1-16-359 0 0,2 0 0 0 0,3 31-1 0 0,-3-47 145 0 0,1 0 0 0 0,-1 0 0 0 0,1 0-1 0 0,0 0 1 0 0,0 0 0 0 0,1 0 0 0 0,-1-1 0 0 0,1 1-1 0 0,0 0 1 0 0,0-1 0 0 0,0 1 0 0 0,1-1-1 0 0,-1 0 1 0 0,1 0 0 0 0,-1 1 0 0 0,1-2 0 0 0,0 1-1 0 0,4 3 1 0 0,7 1-3284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74 2688 0 0,'30'-61'10953'0'0,"-29"59"-10330"0"0,-2-3 398 0 0,-3 7-580 0 0,3-1-430 0 0,-6 7 98 0 0,1 1 0 0 0,0-1 0 0 0,1 1 0 0 0,0 0 0 0 0,0 0 0 0 0,-4 12 0 0 0,-1 1-28 0 0,6-13-50 0 0,0 1 0 0 0,0 0 1 0 0,1 0-1 0 0,0 0 0 0 0,1 0 0 0 0,0 0 0 0 0,0 0 1 0 0,1 0-1 0 0,1 21 0 0 0,0-27-14 0 0,1 0 0 0 0,0 0 1 0 0,-1 0-1 0 0,1 0 0 0 0,1 0 0 0 0,-1 0 0 0 0,1 0 0 0 0,-1 0 0 0 0,1 0 0 0 0,0-1 0 0 0,0 1 1 0 0,1-1-1 0 0,-1 1 0 0 0,1-1 0 0 0,0 0 0 0 0,-1 0 0 0 0,1 0 0 0 0,1 0 0 0 0,-1-1 0 0 0,0 1 0 0 0,1-1 1 0 0,-1 0-1 0 0,1 0 0 0 0,0 0 0 0 0,-1-1 0 0 0,1 1 0 0 0,6 1 0 0 0,0-1 23 0 0,1 0 0 0 0,0 0 0 0 0,0-1 0 0 0,0 0 0 0 0,-1-1 1 0 0,1-1-1 0 0,0 1 0 0 0,0-2 0 0 0,0 1 0 0 0,-1-1 0 0 0,1-1 0 0 0,-1 0 0 0 0,1-1 0 0 0,-1 0 0 0 0,0 0 0 0 0,17-11 0 0 0,-21 11 24 0 0,-1 1 0 0 0,1-1 0 0 0,-1-1 0 0 0,0 1 0 0 0,0 0 0 0 0,-1-1 0 0 0,1 0 0 0 0,-1 0 0 0 0,0-1 0 0 0,-1 1 0 0 0,1-1 0 0 0,-1 0 0 0 0,0 0 0 0 0,0 0 0 0 0,-1 0 0 0 0,0 0 0 0 0,0 0 0 0 0,0-1 0 0 0,-1 1 0 0 0,0-1 0 0 0,0 0 0 0 0,0 1 0 0 0,-1-1 0 0 0,0 1 0 0 0,-1-1 0 0 0,1 0 0 0 0,-1 1 0 0 0,-3-11 0 0 0,2 11-57 0 0,-1 0-1 0 0,1 0 0 0 0,-1 1 1 0 0,0-1-1 0 0,0 1 0 0 0,0-1 1 0 0,-1 1-1 0 0,0 0 1 0 0,0 1-1 0 0,0-1 0 0 0,-1 1 1 0 0,1-1-1 0 0,-1 1 0 0 0,0 1 1 0 0,-1-1-1 0 0,1 1 1 0 0,0 0-1 0 0,-1 0 0 0 0,0 0 1 0 0,0 1-1 0 0,1 0 0 0 0,-1 0 1 0 0,-1 0-1 0 0,-6 0 1 0 0,1 0-441 0 0,1 1 1 0 0,-1 0 0 0 0,0 0 0 0 0,0 1 0 0 0,0 1 0 0 0,1 0-1 0 0,-1 0 1 0 0,0 1 0 0 0,1 1 0 0 0,-1 0 0 0 0,1 1 0 0 0,-13 5-1 0 0,17-5-971 0 0,-1 1-1 0 0,1-1 1 0 0,1 1-1 0 0,-12 10 1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8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91 2288 0 0,'-5'-13'2464'0'0,"-13"-30"5471"0"0,17 40-7615 0 0,-1 0-1 0 0,1 0 1 0 0,-1 1 0 0 0,0-1 0 0 0,0 0 0 0 0,0 1 0 0 0,0-1-1 0 0,-1 1 1 0 0,1 0 0 0 0,-6-4 0 0 0,7 6-287 0 0,-1-1 0 0 0,0 1 0 0 0,0-1 0 0 0,0 1-1 0 0,1 0 1 0 0,-1 0 0 0 0,0 0 0 0 0,0 0 0 0 0,0 0 0 0 0,0 0 0 0 0,1 0 0 0 0,-1 1 0 0 0,0-1 0 0 0,0 1 0 0 0,-3 0 0 0 0,-25 12 119 0 0,28-11-129 0 0,-25 12 47 0 0,1 1 0 0 0,-30 22 0 0 0,46-29-62 0 0,0 0-1 0 0,0 1 0 0 0,1 0 0 0 0,0 0 1 0 0,0 1-1 0 0,1 0 0 0 0,-11 20 1 0 0,17-27-7 0 0,0 0 0 0 0,1 0 1 0 0,0 1-1 0 0,0-1 0 0 0,0 0 1 0 0,0 1-1 0 0,0-1 1 0 0,1 1-1 0 0,-1 0 0 0 0,1-1 1 0 0,0 1-1 0 0,0-1 1 0 0,0 1-1 0 0,1-1 0 0 0,-1 1 1 0 0,1-1-1 0 0,0 1 0 0 0,0-1 1 0 0,0 1-1 0 0,0-1 1 0 0,1 0-1 0 0,-1 0 0 0 0,1 1 1 0 0,0-1-1 0 0,0 0 0 0 0,0-1 1 0 0,0 1-1 0 0,1 0 1 0 0,3 3-1 0 0,8 6-32 0 0,0 0 0 0 0,1-1 0 0 0,0 0 0 0 0,27 13-1 0 0,-7-3-201 0 0,-24-15 134 0 0,-5-2 17 0 0,0 0 1 0 0,0 0-1 0 0,-1 0 0 0 0,1 1 0 0 0,8 9 0 0 0,-13-13 79 0 0,-1 0 0 0 0,1 0-1 0 0,-1 0 1 0 0,1 0 0 0 0,-1 0-1 0 0,0 0 1 0 0,1 0 0 0 0,-1 0-1 0 0,0 0 1 0 0,0 0 0 0 0,0 0-1 0 0,0 0 1 0 0,0 0 0 0 0,0 0-1 0 0,0 0 1 0 0,0 0 0 0 0,0 0-1 0 0,0 0 1 0 0,-1 0 0 0 0,1 1 0 0 0,0-1-1 0 0,-1 0 1 0 0,1-1 0 0 0,-1 1-1 0 0,1 0 1 0 0,-1 0 0 0 0,0 0-1 0 0,1 0 1 0 0,-1 0 0 0 0,0 0-1 0 0,0-1 1 0 0,1 1 0 0 0,-3 1-1 0 0,-28 20 19 0 0,15-14 0 0 0,-2 0-1 0 0,1-1 0 0 0,-1-1 1 0 0,-32 7-1 0 0,-76 6-530 0 0,100-16 27 0 0,9-3-1254 0 0,14 0 535 0 0,3-1 939 0 0,0 0 0 0 0,1 0 0 0 0,-1 0-1 0 0,0 0 1 0 0,1 0 0 0 0,-1 0 0 0 0,0 1 0 0 0,1-1-1 0 0,-1 0 1 0 0,1 0 0 0 0,-1 0 0 0 0,1 0-1 0 0,0 1 1 0 0,-1-1 0 0 0,1 0 0 0 0,0 1-1 0 0,0-1 1 0 0,-1 0 0 0 0,1 1 0 0 0,0-1-1 0 0,0 1 1 0 0,1-1 0 0 0,11-7-3391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9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130 437 2876 0 0,'18'-24'8448'0'0,"-18"24"-8364"0"0,0-1-1 0 0,0 1 1 0 0,0 0-1 0 0,1 0 1 0 0,-1-1-1 0 0,0 1 1 0 0,0 0-1 0 0,0-1 1 0 0,0 1-1 0 0,0 0 1 0 0,0 0-1 0 0,0-1 1 0 0,0 1-1 0 0,0 0 1 0 0,0-1-1 0 0,0 1 1 0 0,0 0 0 0 0,0 0-1 0 0,-1-1 1 0 0,1 1-1 0 0,0 0 1 0 0,0 0-1 0 0,0-1 1 0 0,0 1-1 0 0,0 0 1 0 0,0 0-1 0 0,-1-1 1 0 0,1 1-1 0 0,0 0 1 0 0,0 0-1 0 0,0 0 1 0 0,-1-1-1 0 0,1 1 1 0 0,0 0-1 0 0,-1 0 1 0 0,-3 1-3 0 0,-1 1 0 0 0,1 0 0 0 0,0 0 0 0 0,0 1 0 0 0,0-1 0 0 0,0 1 1 0 0,0 0-1 0 0,0 0 0 0 0,0 0 0 0 0,1 0 0 0 0,0 1 0 0 0,-5 6 0 0 0,-7 9 67 0 0,-13 24 0 0 0,26-40-132 0 0,-5 8 38 0 0,1 0 1 0 0,0 1-1 0 0,0 0 1 0 0,1 0-1 0 0,-6 22 1 0 0,10-31-38 0 0,1-1 1 0 0,-1 1 0 0 0,1 0-1 0 0,-1-1 1 0 0,1 1 0 0 0,0 0-1 0 0,0 0 1 0 0,0-1-1 0 0,0 1 1 0 0,1 0 0 0 0,-1-1-1 0 0,1 1 1 0 0,0 0 0 0 0,-1-1-1 0 0,1 1 1 0 0,0-1-1 0 0,1 1 1 0 0,-1-1 0 0 0,0 1-1 0 0,1-1 1 0 0,-1 0 0 0 0,1 0-1 0 0,0 0 1 0 0,0 0 0 0 0,0 0-1 0 0,0 0 1 0 0,0 0-1 0 0,0-1 1 0 0,0 1 0 0 0,0-1-1 0 0,1 1 1 0 0,-1-1 0 0 0,1 0-1 0 0,2 1 1 0 0,6 1 2 0 0,-1 0 1 0 0,1-1-1 0 0,0 0 1 0 0,0-1-1 0 0,0 0 0 0 0,0-1 1 0 0,0 0-1 0 0,-1 0 1 0 0,1-2-1 0 0,0 1 0 0 0,0-1 1 0 0,0-1-1 0 0,12-4 1 0 0,-9 2-17 0 0,0 0 1 0 0,0-1 0 0 0,0-1-1 0 0,-1 0 1 0 0,0-1 0 0 0,-1 0 0 0 0,0-1-1 0 0,0-1 1 0 0,12-12 0 0 0,-15 12-1 0 0,-1 0 0 0 0,-1 0 1 0 0,1-1-1 0 0,-2 0 0 0 0,1 0 0 0 0,-2-1 1 0 0,1 0-1 0 0,-2 0 0 0 0,0 0 1 0 0,0 0-1 0 0,4-24 0 0 0,-7 28 12 0 0,-1 0 0 0 0,1 0-1 0 0,-1 1 1 0 0,0-1-1 0 0,-1 0 1 0 0,0 0-1 0 0,0 0 1 0 0,-1 1-1 0 0,1-1 1 0 0,-2 1 0 0 0,1-1-1 0 0,-1 1 1 0 0,0 0-1 0 0,-1 0 1 0 0,0 0-1 0 0,0 0 1 0 0,0 1 0 0 0,-1 0-1 0 0,0 0 1 0 0,-10-10-1 0 0,11 12-12 0 0,0 1-1 0 0,0 0 1 0 0,-1 0 0 0 0,1 1-1 0 0,-1-1 1 0 0,1 1-1 0 0,-1 0 1 0 0,0 0 0 0 0,0 0-1 0 0,0 1 1 0 0,0 0-1 0 0,0 0 1 0 0,0 0 0 0 0,-8 0-1 0 0,4 1-3 0 0,1 1 0 0 0,0 0 0 0 0,-1 0-1 0 0,1 1 1 0 0,0 0 0 0 0,0 0 0 0 0,0 1 0 0 0,-11 5 0 0 0,6-1 0 0 0,2-1 0 0 0,-1 2 0 0 0,1-1 0 0 0,0 1 1 0 0,0 1-1 0 0,1 0 0 0 0,0 1 0 0 0,1 0 0 0 0,0 0 0 0 0,-15 23 1 0 0,21-28 1 0 0,0 1 0 0 0,0 0 0 0 0,1 0 1 0 0,-1 0-1 0 0,1 0 0 0 0,0 0 1 0 0,1 0-1 0 0,0 0 0 0 0,0 1 0 0 0,-1 12 1 0 0,3-16-20 0 0,-1 1 0 0 0,1 0 0 0 0,0-1 1 0 0,0 1-1 0 0,0 0 0 0 0,0-1 0 0 0,0 1 0 0 0,1-1 1 0 0,0 0-1 0 0,-1 1 0 0 0,1-1 0 0 0,0 0 1 0 0,1 0-1 0 0,-1 0 0 0 0,1-1 0 0 0,-1 1 1 0 0,1 0-1 0 0,0-1 0 0 0,6 4 0 0 0,2 1-209 0 0,0-1 0 0 0,0-1 0 0 0,0 0 0 0 0,1 0 0 0 0,0-1-1 0 0,0 0 1 0 0,0-2 0 0 0,1 1 0 0 0,-1-1 0 0 0,20 0 0 0 0,7-1-485 0 0,0-3-1 0 0,40-5 1 0 0,-47 3 355 0 0,0-2 0 0 0,0-1 1 0 0,-1-2-1 0 0,0 0 0 0 0,-1-3 0 0 0,0 0 0 0 0,-1-2 0 0 0,-1-1 1 0 0,30-20-1 0 0,-37 20 559 0 0,0-1 0 0 0,-2-1 1 0 0,1-1-1 0 0,-2 0 0 0 0,-1-2 0 0 0,0 0 1 0 0,-1-1-1 0 0,-1 0 0 0 0,-2-1 0 0 0,0-1 0 0 0,17-40 1 0 0,-22 39 1368 0 0,7-32 0 0 0,-10 33 130 0 0,12-31 0 0 0,-17 53-1503 0 0,0 1-192 0 0,0 0 0 0 0,0 0 0 0 0,0-1 0 0 0,0 1-1 0 0,0 0 1 0 0,0 0 0 0 0,0 0 0 0 0,0 0 0 0 0,0 0 0 0 0,0 0 0 0 0,0-1 0 0 0,0 1 0 0 0,0 0 0 0 0,0 0 0 0 0,0 0 0 0 0,0 0 0 0 0,0 0 0 0 0,0 0 0 0 0,0 0 0 0 0,0-1 0 0 0,0 1 0 0 0,0 0 0 0 0,0 0 0 0 0,-1 0 0 0 0,1 0 0 0 0,0 0 0 0 0,0 0 0 0 0,0 0 0 0 0,0 0 0 0 0,0 0 0 0 0,0-1 0 0 0,0 1 0 0 0,0 0 0 0 0,-1 0-1 0 0,1 0 1 0 0,0 0 0 0 0,0 0 0 0 0,0 0 0 0 0,0 0 0 0 0,0 0 0 0 0,0 0 0 0 0,-1 0 0 0 0,1 0 0 0 0,0 0 0 0 0,0 0 0 0 0,0 0 0 0 0,-8 4 125 0 0,-4 8-28 0 0,-7 18-35 0 0,1 0 0 0 0,2 1 1 0 0,0 1-1 0 0,-12 42 0 0 0,7-23-26 0 0,6-13 6 0 0,1 1 0 0 0,1 1-1 0 0,3 0 1 0 0,1 1 0 0 0,-4 53 0 0 0,12-86-49 0 0,1 0 0 0 0,0 0 0 0 0,0 0 0 0 0,1-1 0 0 0,0 1 0 0 0,1 0 0 0 0,0-1 0 0 0,0 1 0 0 0,0-1 0 0 0,6 12 0 0 0,-6-15-49 0 0,0-1 0 0 0,0 1 0 0 0,1-1 0 0 0,-1 0 0 0 0,1 0 0 0 0,0 0 0 0 0,0 0 0 0 0,0 0 0 0 0,0-1 0 0 0,0 1 0 0 0,1-1-1 0 0,-1 0 1 0 0,1 0 0 0 0,-1 0 0 0 0,1-1 0 0 0,0 1 0 0 0,0-1 0 0 0,0 0 0 0 0,0 0 0 0 0,0 0 0 0 0,0-1 0 0 0,5 1 0 0 0,4-1-111 0 0,1 0 1 0 0,0-1-1 0 0,0-1 1 0 0,-1 0-1 0 0,1-1 1 0 0,-1 0-1 0 0,0-1 1 0 0,0-1 0 0 0,0 0-1 0 0,-1 0 1 0 0,1-2-1 0 0,-1 1 1 0 0,19-16-1 0 0,-9 6 266 0 0,-1-2-1 0 0,0 0 0 0 0,-2-2 1 0 0,0 0-1 0 0,30-42 0 0 0,-16 7 2200 0 0,-23 36-634 0 0,22-27 1 0 0,-31 44-1503 0 0,-2 17-72 0 0,-2 2-40 0 0,0 0 0 0 0,-9 23 0 0 0,7-27-57 0 0,1 1 0 0 0,0 0 0 0 0,2 0 0 0 0,-3 16 0 0 0,5-19-55 0 0,-1-2 13 0 0,0 1 0 0 0,1 0-1 0 0,1-1 1 0 0,-1 1 0 0 0,5 17 0 0 0,-4-24-54 0 0,-1-1-1 0 0,1 0 1 0 0,0 0 0 0 0,0 1-1 0 0,0-1 1 0 0,1 0 0 0 0,-1 0-1 0 0,0 0 1 0 0,1 0 0 0 0,-1-1 0 0 0,1 1-1 0 0,0 0 1 0 0,-1-1 0 0 0,1 1-1 0 0,0-1 1 0 0,0 1 0 0 0,0-1 0 0 0,0 0-1 0 0,1 0 1 0 0,-1 0 0 0 0,0 0-1 0 0,0 0 1 0 0,1 0 0 0 0,-1-1-1 0 0,0 1 1 0 0,1-1 0 0 0,-1 0 0 0 0,0 1-1 0 0,1-1 1 0 0,3-1 0 0 0,2 1-85 0 0,0-2 1 0 0,0 1 0 0 0,0-1 0 0 0,0 0-1 0 0,0-1 1 0 0,-1 0 0 0 0,1 0 0 0 0,-1 0-1 0 0,1-1 1 0 0,-1 0 0 0 0,0-1 0 0 0,-1 0-1 0 0,1 0 1 0 0,-1 0 0 0 0,0-1 0 0 0,8-9-1 0 0,10-13 792 0 0,-1-1 0 0 0,25-43 0 0 0,-46 69-444 0 0,38-63 4097 0 0,-39 65-4171 0 0,-8 25 140 0 0,-2 2-222 0 0,-18 57 94 0 0,24-74-188 0 0,1 1 0 0 0,1-1 0 0 0,0 1 0 0 0,0 0 0 0 0,1 0 0 0 0,1 15 0 0 0,-1-22-58 0 0,1 0 1 0 0,0 0 0 0 0,-1 0 0 0 0,1-1 0 0 0,0 1-1 0 0,1 0 1 0 0,-1 0 0 0 0,0-1 0 0 0,1 1 0 0 0,-1 0-1 0 0,1-1 1 0 0,0 0 0 0 0,0 1 0 0 0,0-1 0 0 0,0 0-1 0 0,1 0 1 0 0,-1 0 0 0 0,0 0 0 0 0,1 0-1 0 0,-1-1 1 0 0,1 1 0 0 0,0-1 0 0 0,0 0 0 0 0,-1 0-1 0 0,1 0 1 0 0,0 0 0 0 0,0 0 0 0 0,3 0 0 0 0,2 1-772 0 0,-1-2 0 0 0,1 1 0 0 0,0-1 0 0 0,-1 0 0 0 0,1 0 0 0 0,0-1 1 0 0,-1 0-1 0 0,1-1 0 0 0,-1 1 0 0 0,10-4 0 0 0,10-6-4711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9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88 264 2340 0 0,'32'-174'11915'0'0,"-20"95"-6704"0"0,-13 69-4092 0 0,-6 17-657 0 0,-6 17 56 0 0,-16 74 289 0 0,4 1 1 0 0,4 1 0 0 0,-13 164 0 0 0,33-240-1358 0 0,1-1 0 0 0,0 1 0 0 0,7 34 0 0 0,-5-48-213 0 0,0-1 0 0 0,1 0 0 0 0,0 1 0 0 0,7 12 0 0 0,-7-16-317 0 0,1 0-1 0 0,0 0 0 0 0,0 0 1 0 0,0-1-1 0 0,1 0 1 0 0,-1 0-1 0 0,8 6 0 0 0,7 3-6651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49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13 106 2768 0 0,'12'-106'21171'0'0,"-31"177"-20400"0"0,16-56-1007 0 0,2 0 0 0 0,0 1 1 0 0,1-1-1 0 0,0 0 1 0 0,1 1-1 0 0,1-1 1 0 0,4 15-1 0 0,-4-23-288 0 0,0-1 1 0 0,0 0-1 0 0,0 1 0 0 0,1-1 1 0 0,0-1-1 0 0,1 1 0 0 0,-1 0 0 0 0,6 5 1 0 0,-6-7-192 0 0,0-1 0 0 0,1 1 1 0 0,-1-1-1 0 0,1 0 0 0 0,0 0 1 0 0,0-1-1 0 0,0 1 0 0 0,1-1 1 0 0,-1 0-1 0 0,0 0 0 0 0,1 0 0 0 0,5 1 1 0 0,10 1-5703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0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17 214 404 0 0,'23'-130'20251'0'0,"-40"182"-19472"0"0,12-40-726 0 0,1 1 1 0 0,0-1-1 0 0,1 1 0 0 0,-3 25 1 0 0,5-32-46 0 0,1 0 1 0 0,0 1-1 0 0,1-1 1 0 0,-1 0 0 0 0,1 0-1 0 0,0 0 1 0 0,1 0-1 0 0,-1 0 1 0 0,1 0-1 0 0,0 0 1 0 0,5 8-1 0 0,-5-11-5 0 0,0 0 0 0 0,0-1 0 0 0,0 1 0 0 0,0-1 0 0 0,1 0 0 0 0,-1 0-1 0 0,0 0 1 0 0,1 0 0 0 0,0 0 0 0 0,0 0 0 0 0,-1 0 0 0 0,1-1 0 0 0,0 0-1 0 0,0 1 1 0 0,0-1 0 0 0,0 0 0 0 0,0-1 0 0 0,1 1 0 0 0,-1-1-1 0 0,0 1 1 0 0,0-1 0 0 0,0 0 0 0 0,1 0 0 0 0,3 0 0 0 0,-2-1 2 0 0,0 0-1 0 0,0 1 1 0 0,1-2 0 0 0,-1 1 0 0 0,0-1 0 0 0,0 1 0 0 0,0-1 0 0 0,-1-1-1 0 0,1 1 1 0 0,0-1 0 0 0,-1 0 0 0 0,6-4 0 0 0,-3 1-6 0 0,-1 0 0 0 0,1-1 0 0 0,-1 1 1 0 0,-1-1-1 0 0,1 0 0 0 0,7-16 0 0 0,-6 11-3 0 0,-2 0 0 0 0,0 0 1 0 0,0 0-1 0 0,-1-1 0 0 0,-1 0 0 0 0,0 0 0 0 0,0 0 1 0 0,-2 0-1 0 0,1-26 0 0 0,-2 33-3 0 0,-1-1-1 0 0,0 1 1 0 0,0 0-1 0 0,0-1 1 0 0,-1 1-1 0 0,0 0 1 0 0,0 0-1 0 0,-1 0 1 0 0,-5-11 0 0 0,6 15 2 0 0,1 0 0 0 0,0 0 0 0 0,-1 1 1 0 0,1-1-1 0 0,-1 1 0 0 0,1-1 1 0 0,-1 1-1 0 0,0-1 0 0 0,0 1 1 0 0,1 0-1 0 0,-1 0 0 0 0,0 0 1 0 0,0 0-1 0 0,0 0 0 0 0,0 0 0 0 0,0 1 1 0 0,-1-1-1 0 0,1 1 0 0 0,0-1 1 0 0,0 1-1 0 0,0 0 0 0 0,0 0 1 0 0,-1 0-1 0 0,1 0 0 0 0,0 0 0 0 0,0 1 1 0 0,0-1-1 0 0,0 0 0 0 0,-1 1 1 0 0,1 0-1 0 0,0-1 0 0 0,-3 3 1 0 0,-4 1-306 0 0,0 1 1 0 0,1 0 0 0 0,0 0 0 0 0,0 1-1 0 0,1 0 1 0 0,-1 0 0 0 0,1 1 0 0 0,1 0-1 0 0,-1 0 1 0 0,1 1 0 0 0,1-1 0 0 0,-10 18 0 0 0,11-18-746 0 0,0 1 1 0 0,1 0 0 0 0,0 0 0 0 0,0 0 0 0 0,1 0 0 0 0,0 0 0 0 0,0 0 0 0 0,1 1-1 0 0,0 10 1 0 0,2-4-3645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2140 0 0,'29'-29'7417'0'0,"-19"19"-4617"0"0,0 1 1 0 0,13-11-1 0 0,-21 19-2425 0 0,-1 1-336 0 0,0 0 0 0 0,1 0-1 0 0,-1 0 1 0 0,0 0 0 0 0,0 1-1 0 0,0-1 1 0 0,0 0 0 0 0,1 1 0 0 0,-1-1-1 0 0,0 1 1 0 0,0-1 0 0 0,0 1 0 0 0,0 0-1 0 0,0-1 1 0 0,0 1 0 0 0,0 0 0 0 0,-1 0-1 0 0,1 0 1 0 0,0 0 0 0 0,1 1 0 0 0,0 1-1 0 0,0 0 0 0 0,-1 1 0 0 0,1-1 0 0 0,-1 0 0 0 0,0 0 1 0 0,0 1-1 0 0,1 3 0 0 0,0 5 9 0 0,-1 0 1 0 0,0 0-1 0 0,-1 16 1 0 0,-3-4 85 0 0,-1-1-1 0 0,0 1 1 0 0,-14 37 0 0 0,9-29 221 0 0,8-30-208 0 0,1-2-144 0 0,-1-1 0 0 0,1 1-1 0 0,0 0 1 0 0,0 0 0 0 0,-1 0 0 0 0,1-1-1 0 0,0 1 1 0 0,0 0 0 0 0,0 0 0 0 0,-1-1-1 0 0,1 1 1 0 0,0 0 0 0 0,0-1 0 0 0,0 1-1 0 0,0 0 1 0 0,0 0 0 0 0,0-1 0 0 0,-1 1-1 0 0,1 0 1 0 0,0-1 0 0 0,0 1 0 0 0,0 0-1 0 0,0-1 1 0 0,0 1 0 0 0,0 0 0 0 0,0-1-1 0 0,0 1 1 0 0,1 0 0 0 0,-1-1 0 0 0,0 1-1 0 0,0 0 1 0 0,0-1 0 0 0,3-11 0 0 0,8-15-9 0 0,1 0 1 0 0,1 0-1 0 0,33-47 0 0 0,-12 29-23 0 0,43-47 1 0 0,-76 91 27 0 0,0-1 1 0 0,1 1 0 0 0,-1-1-1 0 0,1 1 1 0 0,-1 0 0 0 0,1-1-1 0 0,-1 1 1 0 0,1 0 0 0 0,0 0-1 0 0,0 0 1 0 0,-1 0-1 0 0,1 0 1 0 0,0 1 0 0 0,0-1-1 0 0,0 0 1 0 0,0 1 0 0 0,0 0-1 0 0,0-1 1 0 0,0 1 0 0 0,0 0-1 0 0,0 0 1 0 0,0 0 0 0 0,0 0-1 0 0,3 1 1 0 0,-2 0 5 0 0,0 0 0 0 0,-1 1 0 0 0,1-1 0 0 0,-1 1 0 0 0,0-1 0 0 0,0 1 0 0 0,1 0 0 0 0,-1 0 0 0 0,0 0 0 0 0,0 0 0 0 0,-1 0 0 0 0,1 0 0 0 0,0 1 0 0 0,-1-1 0 0 0,1 1 0 0 0,-1-1 0 0 0,1 3 0 0 0,4 9 62 0 0,-1 1 0 0 0,-1-1 0 0 0,0 1 1 0 0,-1-1-1 0 0,2 26 0 0 0,-2 74-1722 0 0,-3-103 1048 0 0,0-9 304 0 0,0-1 0 0 0,0 0 0 0 0,0 0 0 0 0,0 0 0 0 0,-1 1 0 0 0,1-1 0 0 0,0 0 1 0 0,-1 0-1 0 0,1 0 0 0 0,-1 0 0 0 0,1 0 0 0 0,-1 0 0 0 0,-1 2 0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0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262 137 1116 0 0,'-110'-61'10016'0'0,"25"15"-3825"0"0,30 17-6196 0 0,43 29-4970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0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 3328 0 0,'-97'22'13406'0'0,"100"-22"-13036"0"0,176-3-652 0 0,-57-1-3057 0 0,-41 1-1129 0 0,-5 0-2143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1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41 1412 0 0,'-13'-22'8280'0'0,"1"3"-3641"0"0,8 55-4082 0 0,2-1-380 0 0,-6 37 1 0 0,-2 25-464 0 0,9-85-251 0 0,2 1-1 0 0,-1-1 1 0 0,2 0 0 0 0,-1 1-1 0 0,6 18 1 0 0,8 1-4400 0 0,-6-18 545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1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0 127 288 0 0,'66'-109'17805'0'0,"-65"108"-17678"0"0,-1 0 1 0 0,1 0-1 0 0,0 0 0 0 0,-1-1 1 0 0,1 1-1 0 0,0 0 0 0 0,0 0 1 0 0,-1 0-1 0 0,1 0 0 0 0,0 0 1 0 0,0 0-1 0 0,0 1 0 0 0,0-1 1 0 0,0 0-1 0 0,1 0 0 0 0,0 0 1 0 0,-2 1-106 0 0,1 0 0 0 0,-1 0 1 0 0,1 0-1 0 0,-1 1 1 0 0,1-1-1 0 0,-1 0 0 0 0,0 0 1 0 0,1 1-1 0 0,-1-1 1 0 0,1 0-1 0 0,-1 0 0 0 0,0 1 1 0 0,1-1-1 0 0,-1 0 1 0 0,0 1-1 0 0,0-1 0 0 0,1 0 1 0 0,-1 1-1 0 0,0-1 1 0 0,0 1-1 0 0,0-1 0 0 0,1 1 1 0 0,-1-1-1 0 0,0 0 1 0 0,0 1-1 0 0,0-1 0 0 0,0 1 1 0 0,0-1-1 0 0,0 1 1 0 0,2 10-91 0 0,-1-1 1 0 0,1 20-1 0 0,-2-21 267 0 0,1 6-365 0 0,6 74-1039 0 0,3-45-2085 0 0,8-4-3806 0 0,-9-24 331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1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399 182 2188 0 0,'-9'-153'13886'0'0,"9"152"-13771"0"0,0 0 0 0 0,-1 0 0 0 0,1-1 0 0 0,0 1 0 0 0,0 0 0 0 0,0-1 0 0 0,1 1 1 0 0,-1 0-1 0 0,0-1 0 0 0,0 1 0 0 0,1 0 0 0 0,-1 0 0 0 0,1 0 0 0 0,-1-1 0 0 0,1 1 0 0 0,-1 0 0 0 0,1 0 0 0 0,1-2 0 0 0,-1 3-61 0 0,0-1 1 0 0,-1 1-1 0 0,1-1 1 0 0,0 1-1 0 0,0 0 1 0 0,-1 0-1 0 0,1-1 1 0 0,0 1-1 0 0,0 0 1 0 0,0 0-1 0 0,-1 0 1 0 0,1 0-1 0 0,0 0 1 0 0,0 0-1 0 0,0 0 1 0 0,0 0-1 0 0,-1 0 1 0 0,1 0-1 0 0,0 1 0 0 0,0-1 1 0 0,1 1-1 0 0,3 1 67 0 0,0 1 0 0 0,0-1 0 0 0,0 1 0 0 0,0 1-1 0 0,0-1 1 0 0,6 6 0 0 0,5 8-7 0 0,-1 0 0 0 0,-1 0 0 0 0,0 1 0 0 0,-1 1-1 0 0,-1 1 1 0 0,-1-1 0 0 0,0 2 0 0 0,14 41 0 0 0,-12-22-23 0 0,-2 1 0 0 0,-1 1-1 0 0,7 79 1 0 0,-13-68-46 0 0,-4 0 1 0 0,-1 0-1 0 0,-3-1 1 0 0,-2 1-1 0 0,-2-1 1 0 0,-3 0-1 0 0,-1 0 1 0 0,-3-2-1 0 0,-3 0 0 0 0,-33 70 1 0 0,30-81-487 0 0,-1-1 1 0 0,-2-1-1 0 0,-1-1 1 0 0,-2-1-1 0 0,-45 45 1 0 0,45-55-1011 0 0,0 0-1 0 0,-2-2 1 0 0,-1-1 0 0 0,-1-1 0 0 0,-1-2-1 0 0,-64 28 1 0 0,43-27-5535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3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345 119 792 0 0,'0'-3'1478'0'0,"-1"-3"-906"0"0,0 0-1 0 0,0 0 1 0 0,0 1-1 0 0,-1-1 1 0 0,0 0-1 0 0,0 1 1 0 0,0-1-1 0 0,-5-6 1 0 0,4 7-382 0 0,0 1 0 0 0,0 0 0 0 0,-1-1 0 0 0,1 1 0 0 0,-1 0-1 0 0,0 1 1 0 0,0-1 0 0 0,-1 1 0 0 0,1 0 0 0 0,-1 0 0 0 0,1 0 0 0 0,-1 0 0 0 0,0 1 0 0 0,0 0 0 0 0,-6-2 0 0 0,7 3-162 0 0,1 1 0 0 0,-1 0 0 0 0,1 0-1 0 0,0 0 1 0 0,-1 0 0 0 0,1 0 0 0 0,-1 1 0 0 0,1 0 0 0 0,0-1 0 0 0,-1 1-1 0 0,1 1 1 0 0,0-1 0 0 0,0 0 0 0 0,-5 3 0 0 0,-2 2-14 0 0,0 0 0 0 0,1 0-1 0 0,-8 8 1 0 0,0 0-10 0 0,2 0 0 0 0,0 1 1 0 0,1 1-1 0 0,0 0 0 0 0,1 1 0 0 0,1 0 0 0 0,1 1 0 0 0,0 1 0 0 0,-12 30 0 0 0,21-45-2 0 0,1-1-1 0 0,0 1 1 0 0,0-1 0 0 0,0 1-1 0 0,1-1 1 0 0,-1 1 0 0 0,1 0 0 0 0,0-1-1 0 0,0 1 1 0 0,0 0 0 0 0,0-1-1 0 0,1 1 1 0 0,-1 0 0 0 0,1-1-1 0 0,0 1 1 0 0,0-1 0 0 0,1 1-1 0 0,-1-1 1 0 0,1 1 0 0 0,2 3 0 0 0,-1-4-1 0 0,-1 0 0 0 0,1 0 0 0 0,0-1 0 0 0,0 1 0 0 0,0-1 0 0 0,1 0 1 0 0,-1 0-1 0 0,0 0 0 0 0,1-1 0 0 0,-1 1 0 0 0,1-1 0 0 0,0 0 1 0 0,-1 0-1 0 0,1 0 0 0 0,0 0 0 0 0,0-1 0 0 0,-1 1 0 0 0,1-1 1 0 0,6 0-1 0 0,-1-1-3 0 0,1 1 0 0 0,-1-1 0 0 0,1 0 0 0 0,-1-1 0 0 0,0 0 0 0 0,1-1 0 0 0,-1 0 0 0 0,-1 0 0 0 0,1-1 0 0 0,0 0 0 0 0,-1-1 0 0 0,0 0 0 0 0,0 0 0 0 0,10-9 0 0 0,-6 3 135 0 0,1-2-1 0 0,-2 1 1 0 0,0-2-1 0 0,0 0 1 0 0,-1 0-1 0 0,15-30 1 0 0,8-26 1785 0 0,-32 69-1840 0 0,-4 21 0 0 0,-4-1-166 0 0,2 1 0 0 0,0-1 0 0 0,1 1 0 0 0,1 0 0 0 0,1 1 0 0 0,0-1-1 0 0,2 0 1 0 0,0 1 0 0 0,6 32 0 0 0,-5-48-183 0 0,1 1-1 0 0,0 0 0 0 0,0-1 1 0 0,1 0-1 0 0,-1 1 0 0 0,1-1 1 0 0,5 7-1 0 0,-4-8-571 0 0,-1 1-1 0 0,1-2 1 0 0,0 1 0 0 0,8 6-1 0 0,10 4-3479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92 3044 0 0,'9'-30'3931'0'0,"12"-30"3278"0"0,-20 58-6620 0 0,-20 49 81 0 0,7-20-550 0 0,-33 102 137 0 0,39-109-229 0 0,1 1 1 0 0,1-1-1 0 0,1 1 1 0 0,-1 30-1 0 0,4-48-27 0 0,-1 0 1 0 0,1 0-1 0 0,0-1 0 0 0,1 1 0 0 0,-1 0 0 0 0,0 0 1 0 0,1 0-1 0 0,0 0 0 0 0,-1-1 0 0 0,1 1 0 0 0,0 0 1 0 0,1-1-1 0 0,-1 1 0 0 0,0-1 0 0 0,1 1 0 0 0,-1-1 1 0 0,1 1-1 0 0,0-1 0 0 0,0 0 0 0 0,0 0 0 0 0,0 0 1 0 0,0 0-1 0 0,0 0 0 0 0,1-1 0 0 0,-1 1 0 0 0,0-1 1 0 0,1 1-1 0 0,0-1 0 0 0,-1 0 0 0 0,1 0 0 0 0,0 0 1 0 0,-1 0-1 0 0,1 0 0 0 0,0-1 0 0 0,3 1 0 0 0,2-1-4 0 0,-1 0-1 0 0,0 0 1 0 0,1 0-1 0 0,-1-1 1 0 0,1-1-1 0 0,-1 1 0 0 0,0-1 1 0 0,0 0-1 0 0,0-1 1 0 0,0 1-1 0 0,0-2 0 0 0,9-5 1 0 0,0-1-15 0 0,0-2 1 0 0,-2 0 0 0 0,1-1 0 0 0,-1 0-1 0 0,-1-1 1 0 0,14-20 0 0 0,1-4 432 0 0,30-58 0 0 0,-16 22 1182 0 0,-41 72-1554 0 0,-1 2-43 0 0,0 1 1 0 0,1-1-1 0 0,-1 0 0 0 0,0 1 1 0 0,1-1-1 0 0,-1 0 1 0 0,0 1-1 0 0,1-1 1 0 0,-1 0-1 0 0,0 1 0 0 0,0-1 1 0 0,0 1-1 0 0,1-1 1 0 0,-1 0-1 0 0,0 1 0 0 0,0-1 1 0 0,0 1-1 0 0,0-1 1 0 0,0 1-1 0 0,0-1 1 0 0,0 0-1 0 0,0 1 0 0 0,0-1 1 0 0,0 1-1 0 0,0-1 1 0 0,0 1-1 0 0,0-1 1 0 0,0 1-1 0 0,0-1 0 0 0,-1 1 1 0 0,-2 18 11 0 0,3-18-9 0 0,-18 67-28 0 0,-8 46 270 0 0,24-102-383 0 0,1 1 0 0 0,0-1 0 0 0,1 1 0 0 0,0-1 0 0 0,1 1 0 0 0,0-1 0 0 0,5 16 0 0 0,-6-25-62 0 0,1-1-1 0 0,0 1 0 0 0,0 0 0 0 0,0-1 1 0 0,0 1-1 0 0,0-1 0 0 0,0 1 1 0 0,1-1-1 0 0,-1 1 0 0 0,1-1 0 0 0,0 0 1 0 0,0 0-1 0 0,0 0 0 0 0,0 0 1 0 0,0 0-1 0 0,0 0 0 0 0,0-1 0 0 0,1 1 1 0 0,-1-1-1 0 0,0 1 0 0 0,1-1 1 0 0,0 0-1 0 0,-1 0 0 0 0,1 0 0 0 0,0 0 1 0 0,-1 0-1 0 0,6 0 0 0 0,-3-1-231 0 0,0 0-1 0 0,0 0 1 0 0,0-1 0 0 0,0 0-1 0 0,0 0 1 0 0,0 0-1 0 0,0 0 1 0 0,0-1-1 0 0,0 0 1 0 0,-1 0 0 0 0,1 0-1 0 0,-1 0 1 0 0,1-1-1 0 0,6-5 1 0 0,7-8-1198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0 310 4936 0 0,'15'-27'1275'0'0,"-1"0"-1"0"0,19-58 0 0 0,8-62 5831 0 0,-33 124-6002 0 0,-8 43-679 0 0,-28 159-187 0 0,4-32-57 0 0,15-102-72 0 0,9-43-97 0 0,0-5-38 0 0,1-6-1 0 0,0 0 0 0 0,1 0 0 0 0,0 1 0 0 0,0-1 0 0 0,1 0 0 0 0,0 1 0 0 0,1 0 0 0 0,5-10 0 0 0,40-64-126 0 0,-36 63 117 0 0,1 0-1 0 0,32-32 1 0 0,-38 43 14 0 0,0 0 1 0 0,1 1 0 0 0,1 0-1 0 0,-1 1 1 0 0,1 0 0 0 0,0 0-1 0 0,20-8 1 0 0,-27 13 13 0 0,0 0-1 0 0,0 0 1 0 0,0 0 0 0 0,1 1-1 0 0,-1-1 1 0 0,0 1 0 0 0,0 0-1 0 0,0 0 1 0 0,1 0 0 0 0,-1 0-1 0 0,0 1 1 0 0,0-1 0 0 0,0 1-1 0 0,1 0 1 0 0,-1 0 0 0 0,0 0-1 0 0,0 0 1 0 0,0 0 0 0 0,-1 1-1 0 0,1-1 1 0 0,0 1 0 0 0,-1 0-1 0 0,1 0 1 0 0,0 0 0 0 0,2 3-1 0 0,-1 0 9 0 0,-1-1-1 0 0,0 0 0 0 0,0 0 0 0 0,-1 1 0 0 0,1 0 0 0 0,-1-1 0 0 0,0 1 0 0 0,0 0 1 0 0,-1 0-1 0 0,1 0 0 0 0,-1 1 0 0 0,0-1 0 0 0,0 0 0 0 0,-1 10 0 0 0,-1 21 45 0 0,-2 0 0 0 0,-10 51 0 0 0,12-86-79 0 0,1 1 0 0 0,0-1 0 0 0,-1 1 0 0 0,1-1 0 0 0,0 1 0 0 0,0 0 0 0 0,0-1 0 0 0,0 1 0 0 0,0-1 0 0 0,0 1 0 0 0,0 0 0 0 0,1-1 0 0 0,-1 1 0 0 0,1-1 0 0 0,-1 1 0 0 0,1-1 0 0 0,-1 1 0 0 0,1-1 0 0 0,0 0 0 0 0,0 1 0 0 0,1 1 0 0 0,-1-2-64 0 0,0 0 1 0 0,1 0 0 0 0,-1-1 0 0 0,1 1 0 0 0,-1 0-1 0 0,1-1 1 0 0,-1 1 0 0 0,1-1 0 0 0,-1 1-1 0 0,1-1 1 0 0,0 0 0 0 0,-1 1 0 0 0,1-1 0 0 0,-1 0-1 0 0,1 0 1 0 0,3-1 0 0 0,4 0-335 0 0,0-1 1 0 0,-1 0-1 0 0,1 0 0 0 0,0-1 0 0 0,14-7 1 0 0,-4 0 102 0 0,0-1 1 0 0,-1 0 0 0 0,0-2-1 0 0,-1 0 1 0 0,30-29-1 0 0,-36 30 1040 0 0,0 0 0 0 0,-1-1 0 0 0,0 0-1 0 0,-1 0 1 0 0,-1-1 0 0 0,0 0 0 0 0,-1-1-1 0 0,8-23 1 0 0,6-19 3095 0 0,-20 55-3458 0 0,-8 21-3 0 0,-5 12-98 0 0,-15 64 0 0 0,25-85-199 0 0,0 1 0 0 0,1 0 0 0 0,0 0 0 0 0,1 0 1 0 0,0-1-1 0 0,0 1 0 0 0,1 0 0 0 0,1 0 0 0 0,5 20 0 0 0,-5-27-75 0 0,-1 1 0 0 0,1-1 0 0 0,0 0 0 0 0,0-1 0 0 0,1 1 0 0 0,-1 0 0 0 0,1-1 0 0 0,0 1 0 0 0,0-1 0 0 0,0 0 0 0 0,0 0 0 0 0,0 0 0 0 0,1 0-1 0 0,0 0 1 0 0,-1-1 0 0 0,1 0 0 0 0,0 1 0 0 0,0-2 0 0 0,0 1 0 0 0,0 0 0 0 0,1-1 0 0 0,4 2 0 0 0,-4-3-420 0 0,0 1 1 0 0,0-1-1 0 0,0 1 0 0 0,1-1 0 0 0,-1-1 0 0 0,0 1 0 0 0,0-1 1 0 0,0 0-1 0 0,0 0 0 0 0,0 0 0 0 0,0-1 0 0 0,0 0 0 0 0,0 0 1 0 0,0 0-1 0 0,-1 0 0 0 0,1-1 0 0 0,-1 0 0 0 0,7-5 1 0 0,9-10-3736 0 0,2-5-1853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5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176 113 2788 0 0,'-27'-28'4091'0'0,"18"18"-3023"0"0,0-1-1 0 0,-1 1 1 0 0,0 1 0 0 0,-1 0-1 0 0,0 0 1 0 0,-24-13 0 0 0,34 21-1073 0 0,-1 1 0 0 0,1-1 0 0 0,0 1 0 0 0,-1-1 1 0 0,1 1-1 0 0,0 0 0 0 0,-1-1 0 0 0,1 1 1 0 0,-1 0-1 0 0,1 0 0 0 0,0 0 0 0 0,-1 0 0 0 0,1 0 1 0 0,-1 0-1 0 0,1 1 0 0 0,0-1 0 0 0,-1 0 0 0 0,1 1 1 0 0,0-1-1 0 0,-1 1 0 0 0,1-1 0 0 0,0 1 1 0 0,0 0-1 0 0,0 0 0 0 0,-1-1 0 0 0,1 1 0 0 0,0 0 1 0 0,0 0-1 0 0,0 0 0 0 0,0 0 0 0 0,1 0 0 0 0,-1 0 1 0 0,0 1-1 0 0,0-1 0 0 0,0 0 0 0 0,1 0 1 0 0,-1 1-1 0 0,1-1 0 0 0,-1 0 0 0 0,1 1 0 0 0,-1 1 1 0 0,-1 3-462 0 0,1-1 0 0 0,0 1 0 0 0,0 0 0 0 0,0 0 0 0 0,1-1 0 0 0,0 1 0 0 0,0 0 0 0 0,1 8 0 0 0,3 5-2711 0 0,3 2-1200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95 1516 0 0,'12'-10'8100'0'0,"-10"8"-7568"0"0,0 0 1 0 0,-1 0-1 0 0,0-1 0 0 0,1 1 1 0 0,-1-1-1 0 0,0 1 0 0 0,0-1 0 0 0,-1 0 1 0 0,1 1-1 0 0,0-1 0 0 0,-1 0 0 0 0,0 0 1 0 0,1 1-1 0 0,-1-1 0 0 0,0 0 0 0 0,0 0 1 0 0,-1 1-1 0 0,0-4 0 0 0,1 4-453 0 0,-1 0 0 0 0,0 0 0 0 0,0 0 0 0 0,0 1 0 0 0,0-1-1 0 0,0 0 1 0 0,0 1 0 0 0,-1-1 0 0 0,1 1 0 0 0,0-1 0 0 0,-1 1 0 0 0,1-1 0 0 0,-1 1-1 0 0,0 0 1 0 0,1 0 0 0 0,-1 0 0 0 0,0 0 0 0 0,0 0 0 0 0,1 0 0 0 0,-1 1-1 0 0,0-1 1 0 0,0 0 0 0 0,0 1 0 0 0,0 0 0 0 0,0-1 0 0 0,-4 1 0 0 0,-2 0-40 0 0,-1 0 0 0 0,1 0 1 0 0,0 1-1 0 0,-1 0 1 0 0,1 1-1 0 0,0 0 0 0 0,0 0 1 0 0,0 1-1 0 0,0 0 1 0 0,0 0-1 0 0,-9 6 0 0 0,-5 3-12 0 0,0 2 1 0 0,-26 22-1 0 0,34-24-25 0 0,0-1-1 0 0,2 2 1 0 0,-1 0 0 0 0,-17 25 0 0 0,26-33-45 0 0,0 0 0 0 0,1 1 0 0 0,0 0 0 0 0,0-1 0 0 0,0 1-1 0 0,1 0 1 0 0,0 0 0 0 0,0 0 0 0 0,0 1 0 0 0,1-1 0 0 0,0 0 0 0 0,0 1 0 0 0,0-1 0 0 0,1 0 0 0 0,0 1-1 0 0,2 9 1 0 0,-1-11 8 0 0,1-1 1 0 0,-1 0-1 0 0,1 1 0 0 0,0-1 0 0 0,1 0 0 0 0,-1 0 0 0 0,1 0 1 0 0,0-1-1 0 0,0 1 0 0 0,0-1 0 0 0,0 1 0 0 0,0-1 0 0 0,1 0 1 0 0,-1 0-1 0 0,1-1 0 0 0,0 1 0 0 0,0-1 0 0 0,0 0 0 0 0,0 0 0 0 0,1 0 1 0 0,4 2-1 0 0,0-1-26 0 0,0-1 1 0 0,0 0-1 0 0,0 0 1 0 0,0 0-1 0 0,0-1 1 0 0,0-1-1 0 0,0 1 1 0 0,0-1-1 0 0,17-3 1 0 0,-16 1 31 0 0,0-1 0 0 0,0-1 0 0 0,0 1 0 0 0,-1-2 0 0 0,0 1 0 0 0,0-1 1 0 0,0-1-1 0 0,0 1 0 0 0,-1-1 0 0 0,0-1 0 0 0,0 0 0 0 0,12-13 0 0 0,-5 2 444 0 0,0 0 1 0 0,-1-2-1 0 0,-1 0 0 0 0,15-31 1 0 0,-10 24 428 0 0,-12 24-658 0 0,-10 19-160 0 0,-75 197 59 0 0,6-18-232 0 0,72-192 63 0 0,-9 25-688 0 0,-10 51 0 0 0,18-69-77 0 0,1 1 0 0 0,0-1 0 0 0,2 16 0 0 0,-1-21-184 0 0,1 0 1 0 0,0 1-1 0 0,0-1 1 0 0,0 0-1 0 0,1 0 1 0 0,0 0-1 0 0,4 9 1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6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53 238 1884 0 0,'36'-131'12788'0'0,"-9"27"-4674"0"0,-27 104-8091 0 0,0 0-1 0 0,0 0 1 0 0,0 0-1 0 0,0 0 1 0 0,0 0 0 0 0,0 0-1 0 0,0 0 1 0 0,0 0-1 0 0,0 0 1 0 0,-1 0 0 0 0,1 0-1 0 0,0 0 1 0 0,0 0-1 0 0,0 0 1 0 0,0 0 0 0 0,0 0-1 0 0,0 0 1 0 0,0 0-1 0 0,0 0 1 0 0,0 0-1 0 0,0 0 1 0 0,0 0 0 0 0,0-1 22 0 0,0 1-23 0 0,-1 0 1 0 0,1 0 0 0 0,0 0-1 0 0,0 0 1 0 0,0 0-1 0 0,0 0 1 0 0,0 0 0 0 0,0 0-1 0 0,0 0 1 0 0,0 0-1 0 0,0 0 1 0 0,0 0-1 0 0,0 0 1 0 0,0-1 0 0 0,0 1-1 0 0,0 0 1 0 0,0 0-1 0 0,0 0 1 0 0,0 0 0 0 0,0 0-1 0 0,0 0 1 0 0,0 0-1 0 0,0 0 1 0 0,0 0 0 0 0,-9 10 224 0 0,-11 18-226 0 0,1 7 123 0 0,-26 68 0 0 0,41-90-225 0 0,0 1 0 0 0,0-1 0 0 0,1 1 0 0 0,1 0 0 0 0,0 0 0 0 0,1 0-1 0 0,0 0 1 0 0,3 25 0 0 0,-2-36 0 0 0,1 1-1 0 0,-1-1 1 0 0,1 0 0 0 0,0 0-1 0 0,0 0 1 0 0,0 0 0 0 0,0 0-1 0 0,1 0 1 0 0,-1 0-1 0 0,1 0 1 0 0,0 0 0 0 0,0 0-1 0 0,0-1 1 0 0,0 1 0 0 0,0-1-1 0 0,0 0 1 0 0,1 0 0 0 0,-1 1-1 0 0,1-2 1 0 0,0 1-1 0 0,0 0 1 0 0,-1 0 0 0 0,7 2-1 0 0,-5-3-20 0 0,0 0 0 0 0,1 0 0 0 0,-1-1 0 0 0,0 1 0 0 0,1-1-1 0 0,-1 0 1 0 0,1 0 0 0 0,-1 0 0 0 0,0-1 0 0 0,1 0 0 0 0,-1 1-1 0 0,0-2 1 0 0,1 1 0 0 0,-1 0 0 0 0,0-1 0 0 0,0 0 0 0 0,5-3 0 0 0,9-6-3 0 0,-2 0 1 0 0,1-1 0 0 0,-2-1 0 0 0,1-1 0 0 0,-2 0 0 0 0,0-1-1 0 0,15-21 1 0 0,76-126 1646 0 0,-82 122-130 0 0,-20 36-1329 0 0,3-7 85 0 0,-3 11-126 0 0,-2 6-52 0 0,-2 1 15 0 0,0 0 1 0 0,0 0-1 0 0,-1-1 0 0 0,0 1 1 0 0,-3 8-1 0 0,-4 10 20 0 0,4-7-11 0 0,1 1 0 0 0,1-1-1 0 0,0 1 1 0 0,1 0 0 0 0,2 33 0 0 0,0-47-14 0 0,1 0 0 0 0,0 0 1 0 0,0 0-1 0 0,0 0 0 0 0,0 0 0 0 0,1 0 0 0 0,0 0 0 0 0,0 0 0 0 0,0 0 1 0 0,1-1-1 0 0,0 1 0 0 0,-1-1 0 0 0,2 0 0 0 0,-1 0 0 0 0,0 0 1 0 0,1 0-1 0 0,0-1 0 0 0,-1 1 0 0 0,2-1 0 0 0,-1 0 0 0 0,0 0 0 0 0,0 0 1 0 0,1-1-1 0 0,0 0 0 0 0,8 4 0 0 0,-4-3-3 0 0,-1-1 1 0 0,1 0-1 0 0,0 0 1 0 0,0 0-1 0 0,0-1 1 0 0,0-1-1 0 0,0 0 0 0 0,0 0 1 0 0,0 0-1 0 0,0-1 1 0 0,12-3-1 0 0,-9 1-2 0 0,0-1 0 0 0,0-1-1 0 0,0 0 1 0 0,-1 0 0 0 0,1-1-1 0 0,-2 0 1 0 0,16-12 0 0 0,-7 2-6 0 0,1-1 1 0 0,-2-1 0 0 0,0-1 0 0 0,-2 0 0 0 0,0-2 0 0 0,-1 1 0 0 0,18-35-1 0 0,-29 49 26 0 0,-1-1 0 0 0,0 1 0 0 0,0-1-1 0 0,-1 0 1 0 0,0 0 0 0 0,0 0 0 0 0,-1-1-1 0 0,2-12 1 0 0,-3 20-16 0 0,0-1 0 0 0,0 1 1 0 0,0 0-1 0 0,0 0 0 0 0,0-1 0 0 0,0 1 1 0 0,0 0-1 0 0,0-1 0 0 0,0 1 0 0 0,-1 0 0 0 0,1-1 1 0 0,0 1-1 0 0,0 0 0 0 0,0 0 0 0 0,0-1 0 0 0,0 1 1 0 0,-1 0-1 0 0,1 0 0 0 0,0-1 0 0 0,0 1 1 0 0,0 0-1 0 0,-1 0 0 0 0,1 0 0 0 0,0-1 0 0 0,0 1 1 0 0,-1 0-1 0 0,1 0 0 0 0,0 0 0 0 0,0 0 0 0 0,-1-1 1 0 0,1 1-1 0 0,0 0 0 0 0,-1 0 0 0 0,-12 2-35 0 0,-10 9-11 0 0,11 0 52 0 0,0 0 0 0 0,0 1 0 0 0,1 1 0 0 0,1 0 0 0 0,0 0 1 0 0,0 1-1 0 0,2 1 0 0 0,0-1 0 0 0,0 1 0 0 0,-10 32 0 0 0,16-42-10 0 0,1 0 0 0 0,-1 0 0 0 0,1 0 1 0 0,0 0-1 0 0,0 1 0 0 0,1-1 0 0 0,-1 1 0 0 0,1-1 0 0 0,1 0 0 0 0,-1 1 1 0 0,1-1-1 0 0,-1 0 0 0 0,2 1 0 0 0,-1-1 0 0 0,0 0 0 0 0,1 0 0 0 0,0 0 1 0 0,0 0-1 0 0,1 0 0 0 0,-1-1 0 0 0,1 1 0 0 0,0 0 0 0 0,0-1 0 0 0,1 0 1 0 0,-1 0-1 0 0,1 0 0 0 0,0 0 0 0 0,0-1 0 0 0,0 0 0 0 0,1 1 0 0 0,-1-1 1 0 0,1-1-1 0 0,0 1 0 0 0,5 1 0 0 0,6 3-499 0 0,0-1-1 0 0,1-1 1 0 0,0 0-1 0 0,0-1 0 0 0,0-1 1 0 0,18 1-1 0 0,2-2-3963 0 0,67-5 0 0 0,-40-4-2912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6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306 190 316 0 0,'1'-15'2012'0'0,"1"0"-1"0"0,0-1 1 0 0,2 1 0 0 0,-1 0-1 0 0,7-15 1 0 0,-3 11 910 0 0,6-36 1 0 0,-13 55-2907 0 0,0-1 0 0 0,0 1 0 0 0,0 0 0 0 0,-1-1 0 0 0,1 1 0 0 0,0-1 0 0 0,0 1 0 0 0,0 0 0 0 0,0-1 0 0 0,0 1 0 0 0,0-1 0 0 0,-1 1 0 0 0,1 0 0 0 0,0-1 0 0 0,0 1 0 0 0,0 0 0 0 0,-1-1 0 0 0,1 1 0 0 0,0 0 0 0 0,-1 0 0 0 0,1-1 0 0 0,0 1 0 0 0,-1 0 0 0 0,1 0 0 0 0,0-1 0 0 0,-1 1 0 0 0,1 0 0 0 0,0 0 0 0 0,-1 0 0 0 0,1 0 0 0 0,-1-1 0 0 0,1 1 0 0 0,0 0 0 0 0,-1 0 0 0 0,1 0 0 0 0,-1 0 0 0 0,1 0 0 0 0,0 0 0 0 0,-1 0 0 0 0,1 0 0 0 0,-1 0 0 0 0,1 0 0 0 0,-1 1 0 0 0,-18 2 26 0 0,18-3-21 0 0,-98 29 317 0 0,88-25-328 0 0,-1 1-1 0 0,1 0 1 0 0,0 1 0 0 0,1 0-1 0 0,0 1 1 0 0,-15 11 0 0 0,24-16-9 0 0,0-1 0 0 0,-1 0 0 0 0,1 0 0 0 0,0 1 0 0 0,0-1 0 0 0,0 1 0 0 0,0-1 0 0 0,0 1-1 0 0,1-1 1 0 0,-1 1 0 0 0,0 0 0 0 0,1-1 0 0 0,-1 1 0 0 0,1 0 0 0 0,-1 0 0 0 0,1-1 0 0 0,0 1 0 0 0,0 0 0 0 0,0 0 0 0 0,0-1 0 0 0,0 1 0 0 0,0 0 0 0 0,1 0 0 0 0,-1-1 0 0 0,0 1 0 0 0,1 0 0 0 0,-1 0 0 0 0,1-1 0 0 0,0 1 0 0 0,0-1 0 0 0,-1 1 0 0 0,1 0 0 0 0,0-1 0 0 0,0 0 0 0 0,1 1 0 0 0,-1-1 0 0 0,2 2 0 0 0,6 7 3 0 0,1-1 1 0 0,0 0-1 0 0,0-1 0 0 0,12 8 1 0 0,-9-8 1 0 0,16 13 2 0 0,48 37-37 0 0,-69-51 10 0 0,-1 0-1 0 0,1 1 0 0 0,-1 0 0 0 0,-1 0 0 0 0,1 1 0 0 0,8 16 0 0 0,-14-23 22 0 0,0 0 0 0 0,0 0 1 0 0,0 0-1 0 0,0 1 0 0 0,0-1 0 0 0,-1 0 0 0 0,1 1 0 0 0,-1-1 1 0 0,0 1-1 0 0,0-1 0 0 0,0 0 0 0 0,0 1 0 0 0,0-1 0 0 0,0 1 1 0 0,0-1-1 0 0,-1 0 0 0 0,0 1 0 0 0,1-1 0 0 0,-1 0 0 0 0,-1 4 0 0 0,-1-2 7 0 0,1 0 0 0 0,-1-1 0 0 0,0 1 0 0 0,0-1 0 0 0,0 1 0 0 0,0-1 0 0 0,-1 0 0 0 0,1 0 0 0 0,-1-1 0 0 0,-5 4 0 0 0,-5 1 98 0 0,0 0 1 0 0,0-1 0 0 0,-1 0-1 0 0,0-1 1 0 0,-21 4 0 0 0,14-4 42 0 0,1-2 1 0 0,-1 0 0 0 0,1-1 0 0 0,-1-1 0 0 0,0-2 0 0 0,-38-4 0 0 0,59 5-216 0 0,-1 0 1 0 0,1-1-1 0 0,-1 1 1 0 0,1 0-1 0 0,-1-1 1 0 0,1 1 0 0 0,0-1-1 0 0,-1 1 1 0 0,1-1-1 0 0,0 1 1 0 0,0-1-1 0 0,-1 0 1 0 0,1 0 0 0 0,0 0-1 0 0,0 0 1 0 0,0 0-1 0 0,0 0 1 0 0,0 0-1 0 0,-1-2 1 0 0,2 2-96 0 0,-1 0 0 0 0,1 0 1 0 0,0 0-1 0 0,0 0 0 0 0,0 0 0 0 0,-1 0 1 0 0,1-1-1 0 0,0 1 0 0 0,0 0 0 0 0,1 0 1 0 0,-1 0-1 0 0,0 0 0 0 0,0 0 0 0 0,1 0 1 0 0,-1 0-1 0 0,0 0 0 0 0,1-1 0 0 0,0 0 1 0 0,3-5-859 0 0,1 1 1 0 0,-1 0-1 0 0,1 0 1 0 0,0 1 0 0 0,11-10-1 0 0,6-3-2489 0 0,5 1-1308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143 345 1216 0 0,'7'-5'1945'0'0,"24"-17"7086"0"0,-11 12-5387 0 0,-19 10-3628 0 0,-1 0 0 0 0,0 0 0 0 0,0 0 0 0 0,0 1-1 0 0,0-1 1 0 0,1 0 0 0 0,-1 0 0 0 0,0 0 0 0 0,0 1 0 0 0,0-1-1 0 0,0 0 1 0 0,0 0 0 0 0,0 1 0 0 0,1-1 0 0 0,-1 0 0 0 0,0 0 0 0 0,0 1-1 0 0,0-1 1 0 0,0 0 0 0 0,0 0 0 0 0,0 1 0 0 0,0-1 0 0 0,0 0-1 0 0,0 0 1 0 0,0 1 0 0 0,0-1 0 0 0,0 0 0 0 0,-1 0 0 0 0,1 1 0 0 0,0-1-1 0 0,0 0 1 0 0,0 0 0 0 0,0 1 0 0 0,0-1 0 0 0,0 0 0 0 0,0 0-1 0 0,-1 0 1 0 0,1 1 0 0 0,-6 13 165 0 0,4-11-71 0 0,-18 39 261 0 0,10-24-276 0 0,1 2 1 0 0,-10 30 0 0 0,17-45-63 0 0,1 0 0 0 0,0 0 0 0 0,0 0 0 0 0,0 0 1 0 0,1 0-1 0 0,-1 0 0 0 0,1 0 0 0 0,1 0 0 0 0,-1 0 0 0 0,1 0 0 0 0,-1 0 0 0 0,2 0 1 0 0,-1 0-1 0 0,0 0 0 0 0,5 8 0 0 0,-4-9-10 0 0,0 0 0 0 0,1-1 1 0 0,-1 1-1 0 0,1-1 0 0 0,0 0 0 0 0,0 0 0 0 0,1 0 1 0 0,-1 0-1 0 0,0 0 0 0 0,1-1 0 0 0,0 1 0 0 0,-1-1 1 0 0,1 0-1 0 0,0 0 0 0 0,0 0 0 0 0,1-1 0 0 0,-1 0 1 0 0,0 0-1 0 0,0 0 0 0 0,1 0 0 0 0,-1 0 1 0 0,0-1-1 0 0,1 0 0 0 0,-1 0 0 0 0,5 0 0 0 0,-3-1-6 0 0,-1 1 0 0 0,1-1 0 0 0,-1 0 0 0 0,0-1 0 0 0,1 1-1 0 0,-1-1 1 0 0,0 0 0 0 0,0-1 0 0 0,0 1 0 0 0,0-1 0 0 0,0 0-1 0 0,0 0 1 0 0,-1 0 0 0 0,0-1 0 0 0,0 0 0 0 0,0 0 0 0 0,0 0-1 0 0,0 0 1 0 0,4-6 0 0 0,-3 0 0 0 0,-1 1 1 0 0,1-1-1 0 0,-2 0 0 0 0,1 0 1 0 0,-1-1-1 0 0,-1 1 0 0 0,0-1 0 0 0,0 1 1 0 0,-1-1-1 0 0,-1 1 0 0 0,1-1 1 0 0,-2 0-1 0 0,1 0 0 0 0,-5-20 1 0 0,3 25-14 0 0,1 0 0 0 0,-1 0 0 0 0,-1 1 0 0 0,1-1 0 0 0,-1 0 0 0 0,0 1 0 0 0,0-1 0 0 0,0 1 1 0 0,-1 0-1 0 0,0 0 0 0 0,-8-8 0 0 0,8 10-12 0 0,0 0 1 0 0,0 0-1 0 0,0 1 1 0 0,-1-1-1 0 0,1 1 1 0 0,-1 0-1 0 0,0 0 1 0 0,1 0-1 0 0,-1 0 1 0 0,0 1-1 0 0,0 0 1 0 0,0 0-1 0 0,0 1 1 0 0,0-1-1 0 0,-11 1 1 0 0,5 1-12 0 0,0 1 0 0 0,1 0 1 0 0,-1 1-1 0 0,0 0 0 0 0,1 0 1 0 0,-1 1-1 0 0,1 0 0 0 0,0 1 1 0 0,-17 11-1 0 0,15-8 11 0 0,1 0 0 0 0,0 0 0 0 0,0 2 0 0 0,1-1 0 0 0,0 1 0 0 0,1 1-1 0 0,-12 16 1 0 0,18-24-2 0 0,1 1-1 0 0,-1 0 1 0 0,1 0 0 0 0,0 0-1 0 0,0 0 1 0 0,1 0-1 0 0,-1 0 1 0 0,1 1-1 0 0,0-1 1 0 0,0 0-1 0 0,0 1 1 0 0,1-1-1 0 0,-1 1 1 0 0,1-1 0 0 0,0 1-1 0 0,0-1 1 0 0,1 1-1 0 0,0-1 1 0 0,-1 0-1 0 0,1 1 1 0 0,1-1-1 0 0,-1 0 1 0 0,1 0-1 0 0,-1 1 1 0 0,1-1 0 0 0,1 0-1 0 0,-1-1 1 0 0,0 1-1 0 0,1 0 1 0 0,0-1-1 0 0,0 1 1 0 0,0-1-1 0 0,0 0 1 0 0,0 0-1 0 0,1 0 1 0 0,-1 0-1 0 0,1-1 1 0 0,0 0 0 0 0,0 1-1 0 0,7 2 1 0 0,10 4-287 0 0,1-1 0 0 0,1 0 0 0 0,-1-2-1 0 0,1 0 1 0 0,0-1 0 0 0,1-2 0 0 0,-1 0 0 0 0,32-2 0 0 0,-20-1-266 0 0,0-2 0 0 0,1-2 0 0 0,-1-1 0 0 0,64-19 0 0 0,-74 15 422 0 0,0-1 1 0 0,-1-1-1 0 0,-1-1 1 0 0,0-1-1 0 0,-1-2 1 0 0,0 0 0 0 0,-1-1-1 0 0,-1-1 1 0 0,0 0-1 0 0,-2-2 1 0 0,27-33 0 0 0,-21 21 716 0 0,-2-2 0 0 0,-1 0 0 0 0,-2-1 0 0 0,-1-2 0 0 0,-1 1 0 0 0,-3-2 0 0 0,13-43 0 0 0,-23 65-144 0 0,-2 11-309 0 0,-1-1 1 0 0,0 1-1 0 0,0-1 0 0 0,0 1 1 0 0,0-8-1 0 0,-1 10-26 0 0,-3 3-22 0 0,-2 2-37 0 0,1-1 1 0 0,-1 1-1 0 0,1 0 0 0 0,0 0 0 0 0,0 1 1 0 0,0-1-1 0 0,0 1 0 0 0,0 0 0 0 0,1 0 1 0 0,0 0-1 0 0,-5 9 0 0 0,-32 59 134 0 0,30-53-147 0 0,-15 31 83 0 0,-25 71 1 0 0,43-100-72 0 0,1 1 0 0 0,0 0 0 0 0,2 1 0 0 0,1-1 0 0 0,0 1 0 0 0,1 27 0 0 0,3-43-61 0 0,-1 1-1 0 0,1 0 1 0 0,0-1 0 0 0,1 1 0 0 0,0 0 0 0 0,0-1 0 0 0,1 0-1 0 0,0 1 1 0 0,0-1 0 0 0,1 0 0 0 0,-1 0 0 0 0,1-1 0 0 0,1 1-1 0 0,0-1 1 0 0,-1 0 0 0 0,2 0 0 0 0,-1-1 0 0 0,1 1 0 0 0,0-1-1 0 0,0-1 1 0 0,0 1 0 0 0,1-1 0 0 0,-1 0 0 0 0,1 0 0 0 0,0-1-1 0 0,0 0 1 0 0,15 4 0 0 0,-10-3-79 0 0,0-1 0 0 0,1-1-1 0 0,0 0 1 0 0,-1-1 0 0 0,1 0-1 0 0,0-1 1 0 0,0-1 0 0 0,0 0 0 0 0,-1 0-1 0 0,1-1 1 0 0,-1-1 0 0 0,1 0 0 0 0,-1-1-1 0 0,0 0 1 0 0,0-1 0 0 0,15-8-1 0 0,-5-2 412 0 0,-1-1 0 0 0,0-1 0 0 0,-2-1 0 0 0,35-38 0 0 0,-10 8 1784 0 0,-42 46-2009 0 0,7 10-69 0 0,-9-4-5 0 0,0-1 0 0 0,0 0 0 0 0,0 1-1 0 0,-1-1 1 0 0,0 0 0 0 0,1 0 0 0 0,-1 1-1 0 0,-3 4 1 0 0,1 4-14 0 0,-8 27 108 0 0,5-21-132 0 0,1 1-1 0 0,-2 22 0 0 0,6-36 32 0 0,0-1 0 0 0,1 0 0 0 0,0 1 0 0 0,0-1 0 0 0,1 0 0 0 0,-1 1 0 0 0,1-1 0 0 0,0 0 0 0 0,0 0 0 0 0,0 1 0 0 0,0-1 0 0 0,1 0 0 0 0,0 0 0 0 0,0 0 0 0 0,2 3 0 0 0,-1-3 3 0 0,-2-2-4 0 0,0-1 0 0 0,0 0-1 0 0,-1 0 1 0 0,1 1 0 0 0,0-1 0 0 0,1 0 0 0 0,-1 0-1 0 0,0 0 1 0 0,0 0 0 0 0,2 1 0 0 0,1-1 2 0 0,-1 0 0 0 0,0 0 1 0 0,0 0-1 0 0,1 0 0 0 0,-1-1 0 0 0,0 1 1 0 0,1-1-1 0 0,5 0 0 0 0,0-1-4 0 0,1 0 0 0 0,-1-1 0 0 0,0 0 0 0 0,0-1 0 0 0,-1 1 0 0 0,1-2 0 0 0,-1 1 0 0 0,1-1-1 0 0,-1-1 1 0 0,0 1 0 0 0,-1-2 0 0 0,1 1 0 0 0,-1-1 0 0 0,12-11 0 0 0,9-11 176 0 0,-1-2-1 0 0,23-32 1 0 0,-49 59-145 0 0,44-50 1408 0 0,-43 51-1481 0 0,-2 2-35 0 0,0 1 77 0 0,1-1 0 0 0,-1 0 0 0 0,0 0 0 0 0,1 0 0 0 0,-1 0 0 0 0,0 0 0 0 0,0 0 0 0 0,1 0-1 0 0,-1 1 1 0 0,0-1 0 0 0,1 0 0 0 0,-1 0 0 0 0,0 0 0 0 0,0 1 0 0 0,1-1 0 0 0,-1 0 0 0 0,0 0 0 0 0,0 1 0 0 0,0-1 0 0 0,1 0-1 0 0,-1 0 1 0 0,0 1 0 0 0,0-1 0 0 0,0 0 0 0 0,0 1 0 0 0,0-1 0 0 0,1 0 0 0 0,-1 1 0 0 0,0-1 0 0 0,0 0 0 0 0,0 1-1 0 0,0-1 1 0 0,0 0 0 0 0,0 1 0 0 0,0-1 0 0 0,0 0 0 0 0,0 1 0 0 0,-4 16-1 0 0,2-11 16 0 0,1-1-28 0 0,-2 9-50 0 0,0 0 1 0 0,1-1-1 0 0,1 1 0 0 0,-1 24 0 0 0,3-34-35 0 0,-1-1-1 0 0,1 1 1 0 0,-1-1-1 0 0,1 1 1 0 0,0-1 0 0 0,0 0-1 0 0,0 1 1 0 0,1-1 0 0 0,-1 0-1 0 0,1 0 1 0 0,0 0 0 0 0,0 0-1 0 0,0 0 1 0 0,0 0-1 0 0,0 0 1 0 0,1-1 0 0 0,-1 1-1 0 0,1-1 1 0 0,0 0 0 0 0,-1 0-1 0 0,1 0 1 0 0,0 0-1 0 0,0 0 1 0 0,4 1 0 0 0,1 0-552 0 0,0 0 0 0 0,1 0 1 0 0,0-1-1 0 0,-1 0 0 0 0,1-1 0 0 0,13 1 1 0 0,28-3-5190 0 0,-18-4-121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8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245 173 2908 0 0,'8'-51'6663'0'0,"0"-68"-1"0"0,-8 117-6345 0 0,-1 2-292 0 0,-1 0 1 0 0,1 1 0 0 0,0-1 0 0 0,0 1 0 0 0,-1-1 0 0 0,1 1-1 0 0,0 0 1 0 0,0-1 0 0 0,0 1 0 0 0,-1 0 0 0 0,1 0 0 0 0,0 0-1 0 0,0-1 1 0 0,0 1 0 0 0,0 0 0 0 0,1 1 0 0 0,-2 0 0 0 0,-15 24 162 0 0,15-22-114 0 0,-22 40 254 0 0,-35 90 0 0 0,-4 54 52 0 0,45-129-263 0 0,4-20-58 0 0,3 1 0 0 0,1 0 0 0 0,2 0-1 0 0,-5 75 1 0 0,13-104-429 0 0,0-1 0 0 0,1 1 0 0 0,0-1 0 0 0,1 0-1 0 0,5 18 1 0 0,-5-23-579 0 0,1 0 1 0 0,-1 1-1 0 0,0-2 0 0 0,1 1 0 0 0,0 0 0 0 0,1 0 1 0 0,5 6-1 0 0,6 2-5560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90 2548 0 0,'7'-30'5874'0'0,"-3"20"-3341"0"0,-2-1 1 0 0,0 1-1 0 0,2-19 1 0 0,-13 49-2091 0 0,2-7-297 0 0,-11 33-79 0 0,3-9-340 0 0,2 0 1 0 0,1 1 0 0 0,2 0 0 0 0,-5 42-1 0 0,14-74-374 0 0,1-1-1 0 0,0 1 0 0 0,0-1 0 0 0,0 1 1 0 0,3 10-1 0 0,-3-13 47 0 0,1-1 1 0 0,0 0-1 0 0,0 0 0 0 0,0 1 0 0 0,0-1 1 0 0,0 0-1 0 0,0 0 0 0 0,1 0 0 0 0,-1 0 1 0 0,3 2-1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8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80 139 1604 0 0,'31'-92'16956'0'0,"-30"91"-16432"0"0,-2 5-432 0 0,0 0 0 0 0,0 0 0 0 0,0-1-1 0 0,-1 1 1 0 0,1 0 0 0 0,-4 5-1 0 0,-3 7-15 0 0,8-15-76 0 0,-7 18 91 0 0,1 1 0 0 0,1 0 0 0 0,1 0-1 0 0,-4 36 1 0 0,8-51-62 0 0,-1-1-1 0 0,1 1 1 0 0,1-1 0 0 0,-1 0-1 0 0,1 1 1 0 0,-1-1-1 0 0,1 0 1 0 0,0 1 0 0 0,1-1-1 0 0,-1 0 1 0 0,1 0-1 0 0,0 0 1 0 0,0 0-1 0 0,0 0 1 0 0,0-1 0 0 0,1 1-1 0 0,0 0 1 0 0,-1-1-1 0 0,1 0 1 0 0,1 0 0 0 0,-1 0-1 0 0,0 0 1 0 0,1 0-1 0 0,-1-1 1 0 0,1 1 0 0 0,0-1-1 0 0,0 0 1 0 0,0 0-1 0 0,5 1 1 0 0,-4-1-9 0 0,-1-1 0 0 0,1 1-1 0 0,-1-2 1 0 0,1 1 0 0 0,0 0 0 0 0,-1-1 0 0 0,1 0 0 0 0,-1 0 0 0 0,1 0-1 0 0,0 0 1 0 0,-1-1 0 0 0,1 0 0 0 0,0 0 0 0 0,-1 0 0 0 0,0-1-1 0 0,1 1 1 0 0,-1-1 0 0 0,5-3 0 0 0,-3 1 22 0 0,0 0 0 0 0,0 0 1 0 0,0-1-1 0 0,-1 0 0 0 0,0 0 0 0 0,0 0 1 0 0,0-1-1 0 0,0 0 0 0 0,-1 0 0 0 0,7-13 0 0 0,-7 10 25 0 0,1-1-1 0 0,-1 0 0 0 0,-1 1 0 0 0,0-2 1 0 0,0 1-1 0 0,-1 0 0 0 0,1-17 1 0 0,-2 20-20 0 0,-1 0 1 0 0,0 0 0 0 0,-1 0 0 0 0,1 1 0 0 0,-1-1 0 0 0,-1 0 0 0 0,1 1 0 0 0,-1-1-1 0 0,0 0 1 0 0,-1 1 0 0 0,-4-10 0 0 0,3 10-45 0 0,-1 0 0 0 0,1 1 0 0 0,-1 0 1 0 0,0-1-1 0 0,0 2 0 0 0,-1-1 0 0 0,1 1 0 0 0,-1-1 0 0 0,0 1 0 0 0,0 1 0 0 0,-1-1 1 0 0,1 1-1 0 0,-1 1 0 0 0,1-1 0 0 0,-1 1 0 0 0,0 0 0 0 0,0 0 0 0 0,0 1 0 0 0,0 0 1 0 0,-10 0-1 0 0,9 1-198 0 0,1-1 0 0 0,-1 2 0 0 0,1-1 0 0 0,0 1 0 0 0,-1 0 0 0 0,1 1 1 0 0,0 0-1 0 0,0 0 0 0 0,0 0 0 0 0,0 1 0 0 0,0 0 0 0 0,1 1 0 0 0,-1-1 1 0 0,1 1-1 0 0,0 0 0 0 0,0 1 0 0 0,0 0 0 0 0,1 0 0 0 0,-10 10 0 0 0,13-12-122 0 0,0-1-1 0 0,1 1 1 0 0,-1 0-1 0 0,1-1 1 0 0,-1 1-1 0 0,1 0 0 0 0,0 0 1 0 0,0 0-1 0 0,0 0 1 0 0,1 0-1 0 0,-2 5 1 0 0,2-6-369 0 0,0 1 0 0 0,0-1 0 0 0,1 0 0 0 0,-1 1 1 0 0,0-1-1 0 0,1 1 0 0 0,0-1 0 0 0,-1 0 0 0 0,3 4 0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9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91 1100 0 0,'30'-40'9142'0'0,"-22"30"-6258"0"0,-1 0 0 0 0,13-20 0 0 0,-20 53-2340 0 0,-8 6-439 0 0,0 0 0 0 0,-2-1 0 0 0,-22 47 0 0 0,-5 11-86 0 0,35-81 27 0 0,-10 27 55 0 0,8-24 219 0 0,1 0 0 0 0,-1 0-1 0 0,-9 12 1 0 0,12-19 6 0 0,4-12-250 0 0,1 1 1 0 0,0-1 0 0 0,1 1 0 0 0,0 0 0 0 0,1 0 0 0 0,11-15-1 0 0,48-52-79 0 0,-32 40 44 0 0,-31 34-44 0 0,9-10 0 0 0,0 0 1 0 0,1 0-1 0 0,1 1 1 0 0,23-17-1 0 0,-34 28-1 0 0,-1 0 0 0 0,1 0 0 0 0,-1 0 0 0 0,1 0 1 0 0,0 1-1 0 0,-1-1 0 0 0,1 1 0 0 0,0-1 0 0 0,0 1 0 0 0,0 0 0 0 0,-1 0 0 0 0,1-1 0 0 0,0 1 0 0 0,0 1 1 0 0,0-1-1 0 0,-1 0 0 0 0,1 0 0 0 0,0 0 0 0 0,0 1 0 0 0,2 1 0 0 0,-1-1 17 0 0,0 1 0 0 0,0-1-1 0 0,0 1 1 0 0,-1 0 0 0 0,1 1 0 0 0,-1-1-1 0 0,0 0 1 0 0,1 1 0 0 0,-1-1 0 0 0,3 5-1 0 0,2 6-30 0 0,0 0 0 0 0,0 1 0 0 0,8 26 0 0 0,-14-38-17 0 0,20 66-1124 0 0,-15-25-5045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9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242 169 2868 0 0,'-65'-66'10565'0'0,"-11"-11"-951"0"0,68 69-8806 0 0,-14-9-4944 0 0,-30 27-7024 0 0,33-6 5005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1:59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0 2804 0 0,'-196'5'16311'0'0,"281"-6"-16250"0"0,154 17 0 0 0,-163-8-1344 0 0,145 17-7858 0 0,-152-21 2732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0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28 1056 0 0,'-10'-27'17127'0'0,"7"34"-17088"0"0,0 0 1 0 0,1 0-1 0 0,0 0 1 0 0,0 1-1 0 0,0-1 1 0 0,1 1-1 0 0,0-1 1 0 0,0 16-1 0 0,-1-1-17 0 0,2-18-87 0 0,-11 117-1979 0 0,11-103 236 0 0,0 1 1 0 0,1 0-1 0 0,1 0 1 0 0,7 25-1 0 0,-2-23-3201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0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65 1980 0 0,'16'-57'13332'0'0,"-16"56"-12877"0"0,4-6 785 0 0,-3 18-1186 0 0,-1 1 0 0 0,0-1 1 0 0,0 0-1 0 0,-1 0 0 0 0,-1 1 0 0 0,-3 11 0 0 0,-1 15 10 0 0,4-24-243 0 0,-1 16-659 0 0,-1 35 0 0 0,5-55-766 0 0,-1 0-1 0 0,2-1 1 0 0,-1 1 0 0 0,4 13-1 0 0,1-10-3564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1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97 1552 0 0,'4'-18'3315'0'0,"0"2"1233"0"0,-1 0 0 0 0,1-31 1144 0 0,-15 75-5347 0 0,7-15-455 0 0,-26 124 645 0 0,21-67-2649 0 0,8 1-4573 0 0,3-57 2850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1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14 130 2424 0 0,'-12'-113'11494'0'0,"12"113"-11443"0"0,-1-1 0 0 0,1 1 0 0 0,0-1 0 0 0,0 0-1 0 0,0 1 1 0 0,0-1 0 0 0,0 1 0 0 0,0-1 0 0 0,0 1 0 0 0,0-1 0 0 0,0 0 0 0 0,0 1 0 0 0,0-1 0 0 0,0 1-1 0 0,0-1 1 0 0,0 1 0 0 0,1-1 0 0 0,-1 1 0 0 0,0-1 0 0 0,0 1 0 0 0,1-1 0 0 0,-1 1 0 0 0,0-1 0 0 0,1 1 0 0 0,-1-1-1 0 0,0 1 1 0 0,1-1 0 0 0,-1 1 0 0 0,1 0 0 0 0,-1-1 0 0 0,1 0 0 0 0,1 1 19 0 0,-1 0 0 0 0,0 0 0 0 0,0 0 0 0 0,0 0 0 0 0,1 0 0 0 0,-1 0 0 0 0,0 1 1 0 0,0-1-1 0 0,1 0 0 0 0,-1 0 0 0 0,0 1 0 0 0,0-1 0 0 0,2 2 0 0 0,33 20 1052 0 0,-6 3-574 0 0,-1 1 1 0 0,-1 1-1 0 0,40 51 1 0 0,57 105 105 0 0,-90-123-519 0 0,-2 1 1 0 0,-3 1-1 0 0,-3 2 1 0 0,-3 0-1 0 0,31 132 1 0 0,-48-155-75 0 0,-1-1 0 0 0,-2 1 1 0 0,-2 1-1 0 0,-6 67 0 0 0,0-79-51 0 0,0 0-1 0 0,-3-1 1 0 0,0 1 0 0 0,-2-1 0 0 0,-1 0 0 0 0,-1-1 0 0 0,-15 27-1 0 0,12-31-305 0 0,0-1-1 0 0,-2 0 1 0 0,-1-2-1 0 0,0 1 0 0 0,-2-2 1 0 0,-29 26-1 0 0,29-31-1702 0 0,0 0 0 0 0,-1-2 1 0 0,0 0-1 0 0,-29 13 0 0 0,21-14-5222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72 2100 0 0,'-1'-5'1856'0'0,"-1"-5"831"0"0,0 1 1 0 0,-1 0 0 0 0,-5-14 0 0 0,7 21-2040 0 0,-1-11 838 0 0,-2 15-955 0 0,-4 19-424 0 0,-8 216-385 0 0,14-137-4864 0 0,0-79-32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3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70 290 2512 0 0,'-32'-150'8115'0'0,"4"19"-3539"0"0,25 122-4554 0 0,-1 12-1251 0 0,1 12-531 0 0,9 20-3871 0 0,-4-22 1430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1244 0 0,'2'3'1327'0'0,"0"1"-1"0"0,0 0 0 0 0,0-1 1 0 0,0 1-1 0 0,2 8 1 0 0,6 40 1173 0 0,-4-18-2194 0 0,-3-21-177 0 0,-1 1 1 0 0,-1 0-1 0 0,0-1 0 0 0,-1 1 1 0 0,0 0-1 0 0,-1 0 0 0 0,0-1 1 0 0,-2 1-1 0 0,1-1 0 0 0,-2 1 0 0 0,1-1 1 0 0,-2 0-1 0 0,0 0 0 0 0,-8 14 1 0 0,13-26-56 0 0,-1 1 0 0 0,0-1 0 0 0,0 0 1 0 0,0 1-1 0 0,0-1 0 0 0,0 0 0 0 0,0 0 1 0 0,0 0-1 0 0,0 0 0 0 0,-1 0 0 0 0,1 0 0 0 0,0 0 1 0 0,-1 0-1 0 0,-1 1 0 0 0,3-2-51 0 0,-1 0 0 0 0,0 0 0 0 0,1 0 0 0 0,-1 0 0 0 0,1 0 0 0 0,-1 0 0 0 0,1 0 0 0 0,-1 0 0 0 0,1 0 0 0 0,-1 0 0 0 0,1 0 0 0 0,-1 0 0 0 0,0-1 0 0 0,1 1 0 0 0,-1 0 0 0 0,1 0 0 0 0,-1 0 0 0 0,1-1 0 0 0,-1 1-1 0 0,1 0 1 0 0,0-1 0 0 0,-1 1 0 0 0,1-1 0 0 0,-1 1 0 0 0,1 0 0 0 0,-1-1 0 0 0,0-2-3 0 0,-1 1-1 0 0,1-1 0 0 0,0 1 1 0 0,0-1-1 0 0,0 0 0 0 0,0 1 1 0 0,0-1-1 0 0,1 0 1 0 0,-1 1-1 0 0,1-1 0 0 0,0 0 1 0 0,0 0-1 0 0,0 0 0 0 0,0-2 1 0 0,3-12-6 0 0,0 1 1 0 0,1 1-1 0 0,0-1 1 0 0,1 1-1 0 0,1-1 1 0 0,1 1-1 0 0,0 1 1 0 0,1 0-1 0 0,0 0 1 0 0,12-15-1 0 0,-12 18-24 0 0,1 1 0 0 0,0 0-1 0 0,0 0 1 0 0,1 1 0 0 0,0 0-1 0 0,1 1 1 0 0,0 0 0 0 0,0 1-1 0 0,1 0 1 0 0,0 0 0 0 0,0 2-1 0 0,22-9 1 0 0,-31 13 11 0 0,1 0-1 0 0,-1 1 1 0 0,1-1-1 0 0,-1 0 1 0 0,1 1-1 0 0,0 0 1 0 0,-1 0-1 0 0,1 0 1 0 0,-1 0-1 0 0,1 1 1 0 0,-1-1-1 0 0,1 1 1 0 0,-1 0-1 0 0,1 0 1 0 0,-1 0-1 0 0,0 0 1 0 0,0 1-1 0 0,1 0 1 0 0,-1-1-1 0 0,0 1 1 0 0,0 0-1 0 0,4 4 1 0 0,-3-1 4 0 0,0-1 0 0 0,-1 1 0 0 0,1 0 1 0 0,-1 0-1 0 0,0 0 0 0 0,0 0 0 0 0,-1 0 0 0 0,1 1 0 0 0,-1 0 0 0 0,0-1 1 0 0,-1 1-1 0 0,2 10 0 0 0,-1 2 39 0 0,-1 0-1 0 0,-1 0 1 0 0,0 0 0 0 0,-5 22 0 0 0,3-23-553 0 0,1 0 1 0 0,0 0-1 0 0,1 0 1 0 0,3 30-1 0 0,-3-47 262 0 0,7 21-1059 0 0,-7-21 1029 0 0,30 11-9242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4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506 291 1576 0 0,'13'-42'2659'0'0,"18"-74"4313"0"0,-28 104-6161 0 0,-1-1 0 0 0,-1 0 0 0 0,0 1 0 0 0,-1-1 0 0 0,0 0 0 0 0,-1 0 1 0 0,-3-13-1 0 0,4 25-771 0 0,0 0 0 0 0,0 1 0 0 0,0-1 0 0 0,0 0 1 0 0,0 0-1 0 0,0 0 0 0 0,-1 1 0 0 0,1-1 1 0 0,0 0-1 0 0,-1 1 0 0 0,1-1 0 0 0,-1 0 0 0 0,1 1 1 0 0,0-1-1 0 0,-1 0 0 0 0,1 1 0 0 0,-1-1 1 0 0,0 1-1 0 0,1-1 0 0 0,-1 1 0 0 0,1-1 0 0 0,-1 1 1 0 0,0-1-1 0 0,1 1 0 0 0,-1 0 0 0 0,0-1 0 0 0,0 1 1 0 0,-1 0-16 0 0,1 0 1 0 0,0 0 0 0 0,-1 0-1 0 0,1 0 1 0 0,0 1 0 0 0,0-1 0 0 0,0 1-1 0 0,-1-1 1 0 0,1 0 0 0 0,0 1-1 0 0,0 0 1 0 0,0-1 0 0 0,0 1 0 0 0,0 0-1 0 0,-1 0 1 0 0,-5 5 36 0 0,1 1 1 0 0,-1-1-1 0 0,-7 11 0 0 0,-13 22 142 0 0,1 0-1 0 0,2 1 0 0 0,2 1 0 0 0,-20 54 1 0 0,13-18 221 0 0,-28 124 0 0 0,31-71-114 0 0,6 0 1 0 0,5 2 0 0 0,4 163 0 0 0,11-261-263 0 0,-9 272 458 0 0,8-303-531 0 0,1 1-1 0 0,-1-1 1 0 0,1 0-1 0 0,-1 1 1 0 0,0-1-1 0 0,0 0 1 0 0,0 1-1 0 0,-1-1 1 0 0,1 0-1 0 0,-1 0 1 0 0,1 0-1 0 0,-1 0 1 0 0,0 0-1 0 0,0-1 1 0 0,-1 1-1 0 0,1-1 1 0 0,-5 5-1 0 0,5-6-180 0 0,-1 0 0 0 0,1 0 0 0 0,-1 1-1 0 0,1-2 1 0 0,-1 1 0 0 0,1 0 0 0 0,-1 0 0 0 0,1-1 0 0 0,-1 1 0 0 0,0-1 0 0 0,0 0-1 0 0,1 0 1 0 0,-1 0 0 0 0,0 0 0 0 0,1-1 0 0 0,-1 1 0 0 0,0-1 0 0 0,1 1-1 0 0,-1-1 1 0 0,1 0 0 0 0,-1 0 0 0 0,1 0 0 0 0,-3-2 0 0 0,-4-2-1315 0 0,0 0 1 0 0,0 0 0 0 0,1-1-1 0 0,0-1 1 0 0,-10-9-1 0 0,-5-5-4747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4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1 314 1144 0 0,'1'-11'1375'0'0,"0"-1"0"0"0,1 1-1 0 0,1 0 1 0 0,-1 0 0 0 0,2 0-1 0 0,6-15 1 0 0,-6 18-1064 0 0,0 1-1 0 0,1-1 1 0 0,0 1-1 0 0,1 0 1 0 0,-1 1-1 0 0,1-1 1 0 0,0 1-1 0 0,1 1 0 0 0,7-7 1 0 0,3 0-115 0 0,1 1-1 0 0,0 1 1 0 0,0 0-1 0 0,1 2 1 0 0,0 0 0 0 0,21-6-1 0 0,124-22-982 0 0,-19 5-7081 0 0,-120 23 3686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4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48 1348 0 0,'6'-15'6257'0'0,"-2"-3"-1032"0"0,0 3 1082 0 0,-6 31-4821 0 0,-6 35-1354 0 0,-8 56 531 0 0,14-90-1308 0 0,1 1 0 0 0,1-1 0 0 0,4 34 0 0 0,1-38-2288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4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34 2056 0 0,'-15'-9'1972'0'0,"2"1"-319"0"0,2 3-517 0 0,0 0-92 0 0,-2 0-352 0 0,1 3 384 0 0,-10 2-672 0 0,11 2-280 0 0,1 5-28 0 0,0-3-292 0 0,1 6-164 0 0,1 0-424 0 0,3-1-2044 0 0,-2 4-853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5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2452 0 0,'0'0'11008'0'0,"1"-1"-10817"0"0,0 1-1 0 0,-1-1 1 0 0,1 1 0 0 0,0 0 0 0 0,0 0 0 0 0,-1 0-1 0 0,1-1 1 0 0,0 1 0 0 0,0 0 0 0 0,0 0-1 0 0,-1 0 1 0 0,1 0 0 0 0,0 0 0 0 0,1 1-1 0 0,5 4-54 0 0,-1 0-1 0 0,0 1 0 0 0,0 0 0 0 0,0 0 0 0 0,-1 1 0 0 0,0 0 0 0 0,0 0 0 0 0,0 0 1 0 0,-1 0-1 0 0,0 1 0 0 0,-1-1 0 0 0,0 1 0 0 0,4 14 0 0 0,-2-2 44 0 0,-1 1 0 0 0,-1 0 0 0 0,-1 0 0 0 0,-1 29 1079 0 0,6-75-1085 0 0,0 5-157 0 0,0 1-1 0 0,2 1 1 0 0,1-1 0 0 0,0 2-1 0 0,1-1 1 0 0,22-26 0 0 0,-5 13-24 0 0,0 0-1 0 0,42-32 1 0 0,-58 53-2 0 0,0 1 0 0 0,0 1 0 0 0,1 0 0 0 0,0 0 0 0 0,1 1 0 0 0,-1 1 0 0 0,1 0 0 0 0,20-4 0 0 0,-31 9 6 0 0,0 0 1 0 0,0 0 0 0 0,0 1 0 0 0,0 0-1 0 0,1-1 1 0 0,-1 1 0 0 0,0 0 0 0 0,0 1-1 0 0,1-1 1 0 0,-1 0 0 0 0,0 1 0 0 0,0 0 0 0 0,0 0-1 0 0,0 0 1 0 0,0 0 0 0 0,0 0 0 0 0,0 1-1 0 0,0-1 1 0 0,0 1 0 0 0,-1 0 0 0 0,1 0-1 0 0,-1 0 1 0 0,1 0 0 0 0,-1 0 0 0 0,0 0-1 0 0,1 1 1 0 0,-1-1 0 0 0,-1 1 0 0 0,1 0 0 0 0,0-1-1 0 0,-1 1 1 0 0,1 0 0 0 0,1 4 0 0 0,0 3 15 0 0,0-1 1 0 0,-1 1-1 0 0,0-1 1 0 0,0 1 0 0 0,-1 0-1 0 0,0 0 1 0 0,-1 0-1 0 0,0-1 1 0 0,-2 15 0 0 0,-21 97-1807 0 0,1-41-8625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5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43 2792 0 0,'31'-43'17707'0'0,"-31"43"-17661"0"0,-2 40 924 0 0,-12 66 1 0 0,2-32-591 0 0,-24 117-1998 0 0,36-189 859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5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73 908 0 0,'-47'-29'9883'0'0,"-15"-9"-2722"0"0,60 38-7099 0 0,-4-6-425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6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92 2660 0 0,'0'-2'2328'0'0,"10"-59"13636"0"0,-8 33-9314 0 0,1 47-6490 0 0,0 0 0 0 0,-2 0 0 0 0,0 1 1 0 0,-1 21-1 0 0,-1-11-26 0 0,-23 419 868 0 0,10-257-899 0 0,14-191-156 0 0,-1 0 0 0 0,1-1 0 0 0,0 1 0 0 0,0 0 0 0 0,0 0 0 0 0,0 0 0 0 0,0 0 0 0 0,0 0 0 0 0,0 0 0 0 0,0 0 0 0 0,0 0 0 0 0,0 0-1 0 0,0 0 1 0 0,1 0 0 0 0,-1 0 0 0 0,0 0 0 0 0,1 0 0 0 0,-1 0 0 0 0,1-1 0 0 0,-1 1 0 0 0,1 0 0 0 0,-1 0 0 0 0,1 0 0 0 0,-1-1 0 0 0,3 2 0 0 0,-2-2-89 0 0,0 1 1 0 0,0-1-1 0 0,0 0 0 0 0,0 0 1 0 0,0 0-1 0 0,0 0 0 0 0,1 0 1 0 0,-1-1-1 0 0,0 1 0 0 0,0 0 1 0 0,0 0-1 0 0,0-1 0 0 0,0 1 1 0 0,0-1-1 0 0,0 1 0 0 0,0-1 1 0 0,2 0-1 0 0,5-5-1346 0 0,0 1 0 0 0,0-1 0 0 0,11-13-1 0 0,17-18-7119 0 0,-18 17-140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6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105 145 1700 0 0,'-69'-8'11215'0'0,"41"5"-8409"0"0,20-1-1142 0 0,14-1-1278 0 0,15-4-267 0 0,33-6-11 0 0,1 2-1 0 0,1 2 0 0 0,0 3 1 0 0,0 2-1 0 0,93 3 0 0 0,-140 4-113 0 0,0-1-1 0 0,0 2 1 0 0,0-1-1 0 0,0 1 0 0 0,0 1 1 0 0,8 3-1 0 0,4 4 8 0 0,36 22-1 0 0,-50-28 16 0 0,1 0-1 0 0,0-1 1 0 0,0 0 0 0 0,0-1-1 0 0,0 0 1 0 0,0 0 0 0 0,1 0-1 0 0,-1-1 1 0 0,0-1 0 0 0,1 1-1 0 0,-1-1 1 0 0,1-1 0 0 0,-1 0-1 0 0,12-2 1 0 0,-16 3-4 0 0,1-1-1 0 0,0 0 1 0 0,0-1-1 0 0,0 1 1 0 0,-1-1 0 0 0,1 0-1 0 0,-1 0 1 0 0,1 0 0 0 0,-1-1-1 0 0,0 0 1 0 0,0 1-1 0 0,0-1 1 0 0,0-1 0 0 0,-1 1-1 0 0,1 0 1 0 0,-1-1 0 0 0,0 0-1 0 0,0 0 1 0 0,0 0-1 0 0,0 0 1 0 0,-1 0 0 0 0,0-1-1 0 0,0 1 1 0 0,0-1-1 0 0,0 1 1 0 0,1-6 0 0 0,-3 7 2 0 0,0 0 1 0 0,1 0-1 0 0,-1 0 0 0 0,0 0 1 0 0,0 0-1 0 0,0 0 1 0 0,-1 1-1 0 0,1-1 0 0 0,-2-4 1 0 0,-5 0-11 0 0,3 5-1 0 0,0 0 0 0 0,0 1-1 0 0,0 0 1 0 0,0 0-1 0 0,0 0 1 0 0,-1 0 0 0 0,1 1-1 0 0,0-1 1 0 0,-1 1 0 0 0,1 0-1 0 0,0 1 1 0 0,-1-1-1 0 0,1 1 1 0 0,0 0 0 0 0,0 0-1 0 0,0 0 1 0 0,-1 0-1 0 0,-6 4 1 0 0,-10 4 51 0 0,1 1-1 0 0,-22 15 1 0 0,41-25-51 0 0,-24 15 95 0 0,1 2 0 0 0,1 0 1 0 0,-40 40-1 0 0,51-45-53 0 0,1 1 0 0 0,1-1 0 0 0,0 2 0 0 0,1-1-1 0 0,1 2 1 0 0,0-1 0 0 0,1 1 0 0 0,-8 22 0 0 0,13-33-24 0 0,1-1 0 0 0,0 1 0 0 0,1 0 0 0 0,-1 0 1 0 0,1 0-1 0 0,-1 0 0 0 0,1-1 0 0 0,0 1 0 0 0,1 0 0 0 0,-1 0 0 0 0,1 0 0 0 0,0 0 0 0 0,-1-1 0 0 0,2 1 0 0 0,1 6 0 0 0,0-5 3 0 0,0-1-1 0 0,0 1 0 0 0,0-1 0 0 0,0 0 0 0 0,1 0 0 0 0,-1 0 0 0 0,1 0 0 0 0,0-1 1 0 0,1 1-1 0 0,5 3 0 0 0,3 1-30 0 0,1-1 0 0 0,0 0 0 0 0,1-2 0 0 0,0 1-1 0 0,0-1 1 0 0,29 4 0 0 0,-5-2-1206 0 0,1-3 0 0 0,51 0 1 0 0,-59-5-2796 0 0,49-8 0 0 0,-28-2-2673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8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1040 0 0,'7'-19'4371'0'0,"-3"11"-3902"0"0,0 0 1 0 0,0 1-1 0 0,0 0 0 0 0,1 0 0 0 0,0 0 1 0 0,1 0-1 0 0,-1 1 0 0 0,1 0 0 0 0,0 0 1 0 0,1 0-1 0 0,0 1 0 0 0,-1 0 0 0 0,14-7 0 0 0,-15 10-440 0 0,0 0-1 0 0,0 0 1 0 0,1 0-1 0 0,-1 1 1 0 0,0-1-1 0 0,1 1 1 0 0,-1 1-1 0 0,1-1 0 0 0,-1 1 1 0 0,1 0-1 0 0,-1 0 1 0 0,1 0-1 0 0,-1 1 1 0 0,0 0-1 0 0,1 0 0 0 0,-1 0 1 0 0,0 1-1 0 0,1 0 1 0 0,-1 0-1 0 0,0 0 1 0 0,0 1-1 0 0,5 3 0 0 0,-3-1 0 0 0,0-1-1 0 0,0 1 0 0 0,-1 0 1 0 0,0 1-1 0 0,0 0 0 0 0,-1 0 1 0 0,1 0-1 0 0,-1 0 0 0 0,-1 1 0 0 0,1 0 1 0 0,6 14-1 0 0,-8-15-24 0 0,-1 1 0 0 0,0-1 0 0 0,-1 1 0 0 0,0-1 0 0 0,1 1 0 0 0,-2 0 0 0 0,1-1-1 0 0,-1 1 1 0 0,0 0 0 0 0,-1-1 0 0 0,1 1 0 0 0,-1 0 0 0 0,-1-1 0 0 0,-3 13 0 0 0,-17 40 1324 0 0,21-57-727 0 0,2-4-582 0 0,-1 0-1 0 0,0 0 0 0 0,0 0 0 0 0,1 0 1 0 0,-1 0-1 0 0,1 0 0 0 0,0 0 1 0 0,-1 0-1 0 0,3-3 0 0 0,12-21-31 0 0,2 1-1 0 0,1 1 1 0 0,0 1-1 0 0,2 0 1 0 0,1 1-1 0 0,0 2 1 0 0,2 0-1 0 0,35-24 1 0 0,-57 43 7 0 0,0 0 0 0 0,0 0 0 0 0,0 0 0 0 0,1 0 0 0 0,-1 0 0 0 0,1 0 0 0 0,-1 0 1 0 0,1 1-1 0 0,-1-1 0 0 0,1 0 0 0 0,-1 1 0 0 0,1 0 0 0 0,-1-1 0 0 0,1 1 0 0 0,0 0 0 0 0,-1 0 0 0 0,1 0 0 0 0,0 0 0 0 0,-1 0 0 0 0,1 0 0 0 0,-1 0 0 0 0,1 0 1 0 0,0 1-1 0 0,-1-1 0 0 0,1 1 0 0 0,-1-1 0 0 0,1 1 0 0 0,-1-1 0 0 0,1 1 0 0 0,1 1 0 0 0,-1 0 11 0 0,-1 0 1 0 0,1 1-1 0 0,0-1 0 0 0,-1 1 1 0 0,1-1-1 0 0,-1 1 1 0 0,0 0-1 0 0,0 0 0 0 0,0-1 1 0 0,0 1-1 0 0,0 0 0 0 0,-1 0 1 0 0,1 0-1 0 0,-1 0 0 0 0,1 5 1 0 0,-2 13 6 0 0,0 0-1 0 0,-1 0 1 0 0,-9 39 0 0 0,6-36 2 0 0,1-1 0 0 0,-2 40 0 0 0,6-61-13 0 0,0 0 0 0 0,0-1 1 0 0,0 1-1 0 0,0 0 0 0 0,0 0 1 0 0,1 0-1 0 0,-1-1 0 0 0,1 1 1 0 0,-1 0-1 0 0,1-1 0 0 0,0 1 1 0 0,0 0-1 0 0,0-1 1 0 0,0 1-1 0 0,0-1 0 0 0,0 1 1 0 0,0-1-1 0 0,0 0 0 0 0,0 0 1 0 0,1 1-1 0 0,1 1 0 0 0,0-2-15 0 0,0 1 0 0 0,0-1-1 0 0,1 0 1 0 0,-1 1 0 0 0,0-1-1 0 0,0-1 1 0 0,1 1 0 0 0,-1 0 0 0 0,1-1-1 0 0,5 1 1 0 0,4-2-145 0 0,1 0-1 0 0,0-1 1 0 0,-1 0-1 0 0,24-7 1 0 0,-13 1-32 0 0,-1 0 0 0 0,-1-2 1 0 0,1 0-1 0 0,-1-2 0 0 0,-1 0 0 0 0,0-1 1 0 0,33-29-1 0 0,-41 30 522 0 0,-1 1 0 0 0,0-2 0 0 0,-1 0 0 0 0,-1 0-1 0 0,0-1 1 0 0,0 0 0 0 0,-2 0 0 0 0,0-1 0 0 0,0 0 0 0 0,-1-1 0 0 0,-1 0 0 0 0,5-21 0 0 0,-4-5 1267 0 0,-7 41-1516 0 0,-2 2-60 0 0,0 1 1 0 0,0 0-1 0 0,0 0 0 0 0,0 0 1 0 0,0 1-1 0 0,1-1 1 0 0,-1 0-1 0 0,1 1 0 0 0,-1-1 1 0 0,1 1-1 0 0,0-1 0 0 0,-1 5 1 0 0,1-5-10 0 0,-9 19 34 0 0,1 1 1 0 0,1 0-1 0 0,-4 23 1 0 0,10-36-30 0 0,0 1 1 0 0,0 0-1 0 0,1-1 1 0 0,1 1-1 0 0,0 0 0 0 0,0 0 1 0 0,1-1-1 0 0,0 1 1 0 0,4 16-1 0 0,-3-22-12 0 0,0 0 0 0 0,0 0 0 0 0,0-1 1 0 0,0 1-1 0 0,1 0 0 0 0,-1-1 0 0 0,1 0 0 0 0,0 0 0 0 0,0 0 0 0 0,0 0 0 0 0,0 0 1 0 0,0-1-1 0 0,1 1 0 0 0,-1-1 0 0 0,1 0 0 0 0,0 0 0 0 0,0 0 0 0 0,-1 0 0 0 0,1-1 0 0 0,0 0 1 0 0,0 0-1 0 0,1 0 0 0 0,-1 0 0 0 0,4 0 0 0 0,3 0-44 0 0,1 0 1 0 0,-1 0-1 0 0,0-1 1 0 0,1-1-1 0 0,-1 0 1 0 0,0 0-1 0 0,21-6 0 0 0,-17 2-23 0 0,0-1-1 0 0,-1-1 1 0 0,0 0-1 0 0,0-1 0 0 0,0 0 1 0 0,-1-1-1 0 0,0 0 1 0 0,0-1-1 0 0,-1-1 1 0 0,11-12-1 0 0,-7 5 323 0 0,-1-1 0 0 0,-1-1 0 0 0,0 0 0 0 0,-1-1 0 0 0,19-42 0 0 0,-14 27 739 0 0,-17 34-924 0 0,3-2-12 0 0,-7 21-22 0 0,-2 1 1 0 0,0 0-1 0 0,-9 20 1 0 0,-8 26 36 0 0,16-43-178 0 0,1-1-1 0 0,1 1 1 0 0,1-1 0 0 0,-1 39 0 0 0,5-54-131 0 0,-1 0 0 0 0,1 0 0 0 0,-1 1 0 0 0,2-1 0 0 0,-1 0 0 0 0,0 0 0 0 0,1 0 0 0 0,0 0 0 0 0,0-1 1 0 0,0 1-1 0 0,4 4 0 0 0,-4-6-99 0 0,0-1 1 0 0,0 1-1 0 0,1-1 0 0 0,0 1 1 0 0,-1-1-1 0 0,1 0 1 0 0,0 0-1 0 0,0 0 1 0 0,0-1-1 0 0,0 1 1 0 0,0-1-1 0 0,0 0 1 0 0,1 1-1 0 0,-1-1 1 0 0,0-1-1 0 0,1 1 1 0 0,-1 0-1 0 0,5-1 1 0 0,11 1-3416 0 0,-3-3-1678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8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1720 0 0,'7'-24'5507'0'0,"8"-44"-1"0"0,-1 3 1104 0 0,-13 63-6064 0 0,9 24-270 0 0,-8-2-153 0 0,-1 0 1 0 0,-1-1-1 0 0,-1 1 0 0 0,-3 28 0 0 0,-21 76 342 0 0,24-121-444 0 0,-1 7 127 0 0,-2 7 25 0 0,4-17-170 0 0,0 0 1 0 0,0 0-1 0 0,0 0 1 0 0,0 0-1 0 0,0 0 0 0 0,0-1 1 0 0,0 1-1 0 0,0 0 1 0 0,0 0-1 0 0,-1 0 0 0 0,1 0 1 0 0,0 0-1 0 0,0 0 1 0 0,0 0-1 0 0,0 0 1 0 0,0 0-1 0 0,0 0 0 0 0,0 0 1 0 0,0 0-1 0 0,0 0 1 0 0,-1 0-1 0 0,1 0 0 0 0,0 0 1 0 0,0 0-1 0 0,0 0 1 0 0,0 0-1 0 0,0 0 1 0 0,0 0-1 0 0,0 0 0 0 0,-1 0 1 0 0,1 0-1 0 0,0 0 1 0 0,0 0-1 0 0,0 0 0 0 0,0 0 1 0 0,0 0-1 0 0,0 0 1 0 0,0 0-1 0 0,0 0 1 0 0,-1 0-1 0 0,1 0 0 0 0,0 0 1 0 0,0 0-1 0 0,0 0 1 0 0,0 0-1 0 0,0 1 0 0 0,0-1 1 0 0,0 0-1 0 0,0 0 1 0 0,0 0-1 0 0,0 0 0 0 0,0 0 1 0 0,0 0-1 0 0,0 0 1 0 0,0 0-1 0 0,0 0 1 0 0,-1 1-1 0 0,1-4-13 0 0,0-1 0 0 0,0 1 0 0 0,1 0 0 0 0,-1 0 0 0 0,1 0 0 0 0,-1 0 0 0 0,1 0 0 0 0,0-1 0 0 0,0 1 0 0 0,0 1 0 0 0,3-6 0 0 0,-1 0-23 0 0,4-8 1 0 0,1 0 1 0 0,0 1-1 0 0,1 0 1 0 0,1 0-1 0 0,0 1 1 0 0,1 1 0 0 0,1-1-1 0 0,0 2 1 0 0,1 0-1 0 0,0 0 1 0 0,1 1-1 0 0,21-13 1 0 0,-29 20 14 0 0,0 1-1 0 0,0 0 1 0 0,0 0 0 0 0,0 1-1 0 0,1 0 1 0 0,-1 0 0 0 0,1 0 0 0 0,0 1-1 0 0,-1 0 1 0 0,1 0 0 0 0,0 1-1 0 0,-1 0 1 0 0,1 0 0 0 0,0 0-1 0 0,9 2 1 0 0,-11 0 13 0 0,1-1-1 0 0,-1 1 1 0 0,1 0-1 0 0,-1 1 1 0 0,1-1-1 0 0,-1 1 1 0 0,0 0 0 0 0,0 0-1 0 0,-1 1 1 0 0,1-1-1 0 0,-1 1 1 0 0,1 0-1 0 0,-1 0 1 0 0,0 1-1 0 0,-1-1 1 0 0,1 1-1 0 0,-1 0 1 0 0,3 5 0 0 0,-2-3 22 0 0,-1 0 0 0 0,0-1 0 0 0,0 1 0 0 0,-1 0 1 0 0,1 0-1 0 0,-1 1 0 0 0,-1-1 0 0 0,0 0 1 0 0,0 1-1 0 0,0-1 0 0 0,-1 1 0 0 0,0-1 0 0 0,0 1 1 0 0,-1-1-1 0 0,0 0 0 0 0,-1 1 0 0 0,1-1 0 0 0,-1 0 1 0 0,-1 0-1 0 0,1 0 0 0 0,-1 0 0 0 0,0 0 1 0 0,-1 0-1 0 0,-5 7 0 0 0,9-13-13 0 0,-1 0 0 0 0,1 0 0 0 0,-1-1 0 0 0,1 1 0 0 0,-1 0 0 0 0,0 0 0 0 0,1-1 0 0 0,-1 1 0 0 0,0-1 0 0 0,0 1 0 0 0,1 0 0 0 0,-1-1 0 0 0,0 1 0 0 0,0-1 0 0 0,0 0 0 0 0,1 1 0 0 0,-1-1 0 0 0,0 0 0 0 0,0 1 0 0 0,0-1 0 0 0,0 0 0 0 0,0 0 0 0 0,0 0 0 0 0,0 0 0 0 0,0 0 0 0 0,0 0 0 0 0,0 0 0 0 0,0 0 0 0 0,0 0 0 0 0,1 0 0 0 0,-1-1 0 0 0,0 1 0 0 0,0 0 0 0 0,0 0 0 0 0,0-1 0 0 0,0 1 0 0 0,0-1 0 0 0,0 0 0 0 0,0 0-8 0 0,-1 0 1 0 0,1 0-1 0 0,0-1 1 0 0,0 1-1 0 0,0 0 1 0 0,0-1-1 0 0,0 1 1 0 0,0-1 0 0 0,1 1-1 0 0,-1-1 1 0 0,0 0-1 0 0,1 1 1 0 0,-1-1-1 0 0,1 0 1 0 0,0 1-1 0 0,0-1 1 0 0,-1 0-1 0 0,1 1 1 0 0,0-1 0 0 0,0 0-1 0 0,1-1 1 0 0,1-9-13 0 0,1 1 0 0 0,0 0 0 0 0,1 0 0 0 0,0 0 0 0 0,1 1 1 0 0,0-1-1 0 0,0 1 0 0 0,1 0 0 0 0,1 1 0 0 0,0 0 0 0 0,11-13 0 0 0,-4 8-8 0 0,-1 0-1 0 0,2 1 1 0 0,0 0-1 0 0,1 2 0 0 0,0 0 1 0 0,18-10-1 0 0,-30 19 21 0 0,0 0-1 0 0,1 0 1 0 0,-1 0-1 0 0,0 1 0 0 0,1-1 1 0 0,-1 1-1 0 0,1 0 1 0 0,-1 1-1 0 0,1-1 1 0 0,0 1-1 0 0,-1 0 1 0 0,1 0-1 0 0,0 0 0 0 0,-1 1 1 0 0,1-1-1 0 0,-1 1 1 0 0,1 0-1 0 0,-1 1 1 0 0,1-1-1 0 0,-1 1 1 0 0,0 0-1 0 0,1 0 0 0 0,-1 0 1 0 0,7 5-1 0 0,-6-2 21 0 0,1 0 0 0 0,-1 0-1 0 0,0 0 1 0 0,0 1 0 0 0,0 0 0 0 0,-1 0-1 0 0,0 0 1 0 0,0 0 0 0 0,-1 1 0 0 0,1-1-1 0 0,-2 1 1 0 0,1 0 0 0 0,-1 0 0 0 0,3 14-1 0 0,6 66 262 0 0,1 12-2759 0 0,-11-97 2257 0 0,-1-1 0 0 0,1 1 0 0 0,-1 0 1 0 0,1 0-1 0 0,0 0 0 0 0,0 0 0 0 0,0-1 1 0 0,0 1-1 0 0,0 0 0 0 0,0-1 0 0 0,0 1 0 0 0,0 0 1 0 0,2 0-1 0 0,32 3-13313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9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67 226 2556 0 0,'50'-168'14075'0'0,"-35"112"-10028"0"0,-14 54-3751 0 0,-7 60 752 0 0,-64 298 376 0 0,23-72-641 0 0,38-251-5 0 0,8-32-200 0 0,7-18-532 0 0,0 3-61 0 0,0-1 0 0 0,1 1 0 0 0,0 1 0 0 0,1-1 0 0 0,17-20 1 0 0,-18 25-23 0 0,1 1 1 0 0,0 0-1 0 0,0 0 1 0 0,1 1 0 0 0,0 0-1 0 0,0 0 1 0 0,0 1 0 0 0,18-8-1 0 0,-24 12 18 0 0,0 1 0 0 0,0 0 0 0 0,1 0-1 0 0,-1 0 1 0 0,1 0 0 0 0,-1 1 0 0 0,1-1 0 0 0,-1 1-1 0 0,1 0 1 0 0,-1 0 0 0 0,1 0 0 0 0,-1 1 0 0 0,1-1-1 0 0,-1 1 1 0 0,1 0 0 0 0,-1 0 0 0 0,6 2 0 0 0,-4 0 1 0 0,0 0 0 0 0,0 0 0 0 0,0 0 1 0 0,0 1-1 0 0,-1-1 0 0 0,1 1 0 0 0,-1 1 1 0 0,0-1-1 0 0,7 10 0 0 0,-5-5 20 0 0,0 0 1 0 0,-1 0-1 0 0,0 1 0 0 0,0 0 0 0 0,-1 0 0 0 0,0 1 1 0 0,-1-1-1 0 0,0 1 0 0 0,-1-1 0 0 0,0 1 0 0 0,0 12 1 0 0,-2-16 20 0 0,0 0 1 0 0,-1 0 0 0 0,0 0-1 0 0,0 0 1 0 0,0 0 0 0 0,-1-1-1 0 0,0 1 1 0 0,0 0 0 0 0,-1-1-1 0 0,0 0 1 0 0,0 1 0 0 0,0-1-1 0 0,-7 8 1 0 0,6-9-5 0 0,0-1-1 0 0,0 0 1 0 0,-1 0 0 0 0,1 0 0 0 0,-1-1 0 0 0,0 1-1 0 0,0-1 1 0 0,0-1 0 0 0,0 1 0 0 0,0 0 0 0 0,-1-1-1 0 0,1 0 1 0 0,-1-1 0 0 0,1 1 0 0 0,-1-1 0 0 0,-9 1-1 0 0,4-1 10 0 0,-1-1 0 0 0,1 0 0 0 0,-1-1 0 0 0,1 0 0 0 0,0-1 0 0 0,-18-4-1 0 0,23 4-374 0 0,0 0 0 0 0,0 0 0 0 0,0 0 1 0 0,1-1-1 0 0,-1 0 0 0 0,1 0 0 0 0,-1 0 0 0 0,1-1 0 0 0,0 1 0 0 0,1-1 0 0 0,-1-1 0 0 0,0 1 0 0 0,-6-9 0 0 0,10 11-29 0 0,0 0-1 0 0,0 0 1 0 0,0 0 0 0 0,1 0 0 0 0,-1 0 0 0 0,0 0-1 0 0,1 0 1 0 0,-1 0 0 0 0,1 0 0 0 0,0-3 0 0 0,1-13-5518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9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60 2132 0 0,'0'0'2602'0'0,"22"10"5962"0"0,-6 6-6408 0 0,-11-10-1879 0 0,1 0-1 0 0,-1 0 0 0 0,1-1 1 0 0,1 1-1 0 0,-1-1 1 0 0,1-1-1 0 0,10 6 1 0 0,-8-6-185 0 0,0 0 1 0 0,1-1 0 0 0,-1-1-1 0 0,1 1 1 0 0,0-2 0 0 0,0 1-1 0 0,11-1 1 0 0,-18-1-82 0 0,0 0-1 0 0,-1 0 1 0 0,1 0 0 0 0,-1-1-1 0 0,1 1 1 0 0,0-1-1 0 0,-1 1 1 0 0,1-1 0 0 0,-1 0-1 0 0,0 0 1 0 0,1 0 0 0 0,-1-1-1 0 0,0 1 1 0 0,3-2 0 0 0,-4 1-19 0 0,1 1 0 0 0,-1-1 1 0 0,0 0-1 0 0,0 1 0 0 0,0-1 1 0 0,0 0-1 0 0,0 0 0 0 0,0 1 1 0 0,-1-1-1 0 0,1 0 0 0 0,-1 0 1 0 0,1 0-1 0 0,-1 0 1 0 0,0 0-1 0 0,1 0 0 0 0,-1 0 1 0 0,0 0-1 0 0,0 0 0 0 0,-1 0 1 0 0,1 0-1 0 0,-1-3 0 0 0,1 1-5 0 0,-1-1 0 0 0,0 0 0 0 0,-1 1 0 0 0,1-1 0 0 0,-1 1 0 0 0,1-1 0 0 0,-1 1 0 0 0,-1 0 0 0 0,1 0 0 0 0,-1 0 0 0 0,1 0 0 0 0,-1 0 0 0 0,0 0 0 0 0,0 1 0 0 0,-1-1 0 0 0,1 1 0 0 0,-1 0 0 0 0,0 0 0 0 0,0 0 0 0 0,0 1 0 0 0,0-1 0 0 0,0 1 0 0 0,0 0 0 0 0,-1 0 0 0 0,1 1 0 0 0,-1-1 0 0 0,1 1 0 0 0,-1 0 0 0 0,0 0 0 0 0,0 1 0 0 0,1-1 0 0 0,-6 1 0 0 0,-1 0 39 0 0,1 0 1 0 0,-1 1-1 0 0,1 0 0 0 0,0 0 0 0 0,-1 1 0 0 0,1 1 0 0 0,0 0 1 0 0,0 0-1 0 0,0 1 0 0 0,1 0 0 0 0,-1 1 0 0 0,1 0 0 0 0,-15 11 1 0 0,12-6 82 0 0,1 1-1 0 0,0 0 1 0 0,1 0 0 0 0,0 1 0 0 0,1 0 0 0 0,0 1-1 0 0,1 0 1 0 0,-11 24 0 0 0,16-30-37 0 0,0 0-1 0 0,0 0 1 0 0,1 1-1 0 0,-1-1 1 0 0,2 0-1 0 0,-1 1 1 0 0,1 0-1 0 0,0-1 1 0 0,1 1-1 0 0,0-1 1 0 0,0 1 0 0 0,1 0-1 0 0,0-1 1 0 0,0 1-1 0 0,0-1 1 0 0,1 1-1 0 0,0-1 1 0 0,1 0-1 0 0,4 10 1 0 0,-2-10-57 0 0,0-1 1 0 0,0 1-1 0 0,1-1 0 0 0,0 0 0 0 0,0 0 1 0 0,0-1-1 0 0,0 0 0 0 0,1 0 1 0 0,0-1-1 0 0,0 1 0 0 0,1-1 1 0 0,-1-1-1 0 0,1 0 0 0 0,0 0 1 0 0,-1 0-1 0 0,14 2 0 0 0,-5-2-943 0 0,0 0-1 0 0,32 1 1 0 0,-30-4-1717 0 0,-1-1 1 0 0,23-3-1 0 0,-6-3-5238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09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27 1200 0 0,'-7'-26'11934'0'0,"15"32"-11119"0"0,-1 1-286 0 0,-1 1-1 0 0,0 0 1 0 0,-1 1 0 0 0,1-1-1 0 0,-1 1 1 0 0,-1 0-1 0 0,6 15 1 0 0,0 7 335 0 0,6 30 1 0 0,-13-48-596 0 0,-1 0 1 0 0,0-1-1 0 0,-1 1 0 0 0,-1 0 0 0 0,0 0 0 0 0,-3 24 1 0 0,2-29 9 0 0,-1 0 1 0 0,0 0 0 0 0,0-1 0 0 0,-1 1 0 0 0,0-1 0 0 0,0 0 0 0 0,-1 0-1 0 0,0 0 1 0 0,0 0 0 0 0,-1 0 0 0 0,0-1 0 0 0,-7 8 0 0 0,10-12-100 0 0,0 1 0 0 0,0-1 1 0 0,0 1-1 0 0,-1-1 0 0 0,1 0 0 0 0,-1 0 1 0 0,1 0-1 0 0,-1-1 0 0 0,0 1 1 0 0,0 0-1 0 0,0-1 0 0 0,0 0 0 0 0,0 0 1 0 0,0 0-1 0 0,0 0 0 0 0,0 0 0 0 0,-1-1 1 0 0,1 1-1 0 0,-4-1 0 0 0,6 0-158 0 0,0 0 0 0 0,1 0 0 0 0,-1-1 0 0 0,0 1 0 0 0,1 0 0 0 0,-1-1-1 0 0,0 1 1 0 0,1-1 0 0 0,-1 1 0 0 0,0-1 0 0 0,1 1 0 0 0,-1-1 0 0 0,1 1-1 0 0,-1-1 1 0 0,1 0 0 0 0,-1 1 0 0 0,1-1 0 0 0,0 0 0 0 0,-1 1 0 0 0,1-1 0 0 0,0 0-1 0 0,-1 1 1 0 0,1-1 0 0 0,0 0 0 0 0,0 0 0 0 0,0 1 0 0 0,0-1 0 0 0,-1-1-1 0 0,2-22 81 0 0,4 11-298 0 0,0 0 1 0 0,0 0-1 0 0,1 1 1 0 0,1 0 0 0 0,0 0-1 0 0,1 0 1 0 0,0 1-1 0 0,1 0 1 0 0,10-9-1 0 0,7-6-1083 0 0,1 1 1 0 0,36-25-1 0 0,54-26-4605 0 0,-34 32-2204 0 0,-39 21 484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0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349 405 2380 0 0,'-73'-134'11592'0'0,"72"132"-11503"0"0,1 1-1 0 0,-1-1 1 0 0,0 0 0 0 0,0 1-1 0 0,0-1 1 0 0,0 0 0 0 0,0 1 0 0 0,0-1-1 0 0,0 1 1 0 0,0 0 0 0 0,-1-1-1 0 0,1 1 1 0 0,0 0 0 0 0,-1 0-1 0 0,1 0 1 0 0,-1 0 0 0 0,0 0 0 0 0,1 0-1 0 0,-1 0 1 0 0,0 1 0 0 0,-2-2-1 0 0,2 3-74 0 0,0-1 0 0 0,0 0 1 0 0,0 1-1 0 0,-1-1 0 0 0,1 1 0 0 0,0 0 0 0 0,0 0 0 0 0,0 0 0 0 0,0 0 0 0 0,0 0 0 0 0,0 0 0 0 0,1 0 0 0 0,-1 1 1 0 0,0-1-1 0 0,1 0 0 0 0,-3 4 0 0 0,-9 7 2 0 0,1 1 1 0 0,1 1-1 0 0,0 0 1 0 0,1 0-1 0 0,1 1 1 0 0,0 0-1 0 0,1 1 1 0 0,0 0-1 0 0,2 0 1 0 0,-8 25-1 0 0,14-39-12 0 0,-1 1-1 0 0,0-1 0 0 0,1 1 1 0 0,0-1-1 0 0,0 1 0 0 0,-1-1 1 0 0,2 1-1 0 0,-1 0 1 0 0,0-1-1 0 0,0 1 0 0 0,1-1 1 0 0,-1 1-1 0 0,1-1 1 0 0,0 1-1 0 0,0-1 0 0 0,0 1 1 0 0,0-1-1 0 0,0 0 1 0 0,4 5-1 0 0,-3-5 0 0 0,1 0 0 0 0,-1 0 0 0 0,1 0 0 0 0,0 0 0 0 0,0 0 1 0 0,0 0-1 0 0,0-1 0 0 0,0 1 0 0 0,0-1 0 0 0,0 0 0 0 0,0 0 0 0 0,1 0 0 0 0,-1-1 0 0 0,0 1 0 0 0,4 0 1 0 0,7 0 0 0 0,0-1 0 0 0,-1 0 1 0 0,1 0-1 0 0,0-1 0 0 0,-1-1 1 0 0,1 0-1 0 0,-1-1 0 0 0,0-1 1 0 0,21-7-1 0 0,-27 7-1 0 0,1 1 0 0 0,0-1 0 0 0,-1 0 0 0 0,0-1-1 0 0,0 0 1 0 0,0 0 0 0 0,0-1 0 0 0,-1 1 0 0 0,0-1 0 0 0,0-1-1 0 0,-1 1 1 0 0,1-1 0 0 0,-2 0 0 0 0,1 0 0 0 0,-1 0 0 0 0,5-12 0 0 0,-7 15-7 0 0,0-1 1 0 0,-1 1-1 0 0,0-1 1 0 0,0 0-1 0 0,0 1 1 0 0,-1-1-1 0 0,1 0 1 0 0,-1 0 0 0 0,0 0-1 0 0,-1 1 1 0 0,1-1-1 0 0,-1 0 1 0 0,0 0-1 0 0,0 1 1 0 0,0-1-1 0 0,-1 1 1 0 0,0-1 0 0 0,0 1-1 0 0,0-1 1 0 0,0 1-1 0 0,-1 0 1 0 0,1 0-1 0 0,-1 0 1 0 0,0 1-1 0 0,0-1 1 0 0,-1 0 0 0 0,1 1-1 0 0,-1 0 1 0 0,-4-4-1 0 0,0 2-2 0 0,-1-1 1 0 0,1 1-1 0 0,-1 0 0 0 0,1 1 0 0 0,-1 0 0 0 0,0 1 1 0 0,-1 0-1 0 0,1 0 0 0 0,-1 1 0 0 0,1 0 0 0 0,-1 0 0 0 0,0 1 1 0 0,-15 1-1 0 0,8 1 6 0 0,0 1 0 0 0,0 1 1 0 0,1 0-1 0 0,-1 1 0 0 0,1 1 0 0 0,0 1 0 0 0,-20 10 1 0 0,30-14-2 0 0,0 1-1 0 0,0 1 1 0 0,0-1 0 0 0,1 1 0 0 0,0 0 0 0 0,-1 0 0 0 0,1 0 0 0 0,1 1 0 0 0,-1 0 0 0 0,1 0-1 0 0,0 0 1 0 0,0 1 0 0 0,0-1 0 0 0,1 1 0 0 0,0 0 0 0 0,0 0 0 0 0,0 0 0 0 0,1 0-1 0 0,0 0 1 0 0,0 1 0 0 0,-2 9 0 0 0,4-12 1 0 0,0-1 0 0 0,1 1 0 0 0,-1-1 0 0 0,1 1 0 0 0,-1-1 0 0 0,1 1 0 0 0,0-1 0 0 0,0 1 0 0 0,0-1 0 0 0,1 0 0 0 0,-1 0 0 0 0,1 1 0 0 0,0-1 1 0 0,0 0-1 0 0,0-1 0 0 0,0 1 0 0 0,1 0 0 0 0,-1-1 0 0 0,1 1 0 0 0,-1-1 0 0 0,1 1 0 0 0,0-1 0 0 0,6 3 0 0 0,2 2 6 0 0,1-1 1 0 0,0-1 0 0 0,0 0-1 0 0,1 0 1 0 0,14 2 0 0 0,7 1-2 0 0,1-2 0 0 0,-1-2 1 0 0,1-1-1 0 0,0-1 0 0 0,41-5 0 0 0,-23-1 1 0 0,-1-3 0 0 0,90-24 0 0 0,-108 21-2 0 0,-2 0 0 0 0,1-3-1 0 0,-1-1 1 0 0,-1-1 0 0 0,51-33-1 0 0,-64 35-3 0 0,0-1-1 0 0,-2 0 0 0 0,0-2 0 0 0,0 1 0 0 0,-1-2 0 0 0,-1 0 0 0 0,-1-1 0 0 0,-1 0 1 0 0,0-1-1 0 0,10-22 0 0 0,-10 14 410 0 0,0 0 0 0 0,-1-1 0 0 0,9-42 0 0 0,-32 88-290 0 0,-11 43-23 0 0,3 1-1 0 0,-15 73 1 0 0,18-65-25 0 0,-2 4 9 0 0,-115 439 1256 0 0,-30-9 603 0 0,133-423-1372 0 0,-45 82-1 0 0,60-133-182 0 0,-2 0-1 0 0,-1-1 0 0 0,-2-1 0 0 0,0-1 0 0 0,-41 39 0 0 0,55-60-221 0 0,0 1 1 0 0,-1-2-1 0 0,0 1 1 0 0,0-1-1 0 0,0 0 1 0 0,0-1-1 0 0,-1 0 0 0 0,0 0 1 0 0,-15 4-1 0 0,20-7-125 0 0,1 0-1 0 0,0-1 1 0 0,-1 0-1 0 0,1 1 0 0 0,-1-1 1 0 0,1 0-1 0 0,-1-1 1 0 0,1 1-1 0 0,0-1 1 0 0,-1 1-1 0 0,1-1 1 0 0,-1 0-1 0 0,1 0 0 0 0,0 0 1 0 0,0-1-1 0 0,0 1 1 0 0,0-1-1 0 0,0 0 1 0 0,0 0-1 0 0,0 0 1 0 0,0 0-1 0 0,1 0 0 0 0,-1-1 1 0 0,1 1-1 0 0,0-1 1 0 0,0 1-1 0 0,-1-1 1 0 0,2 0-1 0 0,-3-4 1 0 0,-1-2-21 0 0,1 0 0 0 0,1 0 0 0 0,0-1 0 0 0,0 1 1 0 0,0-1-1 0 0,2 0 0 0 0,-1 0 0 0 0,1 0 0 0 0,0 0 1 0 0,1 1-1 0 0,0-1 0 0 0,2-12 0 0 0,2-2-43 0 0,0-1-1 0 0,1 1 1 0 0,16-42-1 0 0,-7 32-27 0 0,2 1 0 0 0,2 0 0 0 0,1 1 0 0 0,1 1 0 0 0,2 1 0 0 0,0 1 0 0 0,3 1 0 0 0,0 1 0 0 0,45-38 0 0 0,-17 23-671 0 0,1 2 0 0 0,2 2-1 0 0,2 3 1 0 0,82-37 0 0 0,-74 44-2069 0 0,99-29 0 0 0,-6 17-6281 0 0,-106 29 2160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1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434 164 660 0 0,'-3'-7'970'0'0,"0"0"0"0"0,0-1 0 0 0,1 0 0 0 0,0 0-1 0 0,0 0 1 0 0,1 0 0 0 0,0 0 0 0 0,1 0 0 0 0,-1 0 0 0 0,2 0 0 0 0,-1 0 0 0 0,3-13 0 0 0,0-24 1212 0 0,-4 44-2172 0 0,1 1 0 0 0,0 0 0 0 0,-1-1-1 0 0,1 1 1 0 0,-1 0 0 0 0,1 0-1 0 0,-1-1 1 0 0,1 1 0 0 0,-1 0-1 0 0,1 0 1 0 0,-1 0 0 0 0,1 0 0 0 0,-1 0-1 0 0,1 0 1 0 0,-1 0 0 0 0,1 0-1 0 0,-1 0 1 0 0,1 0 0 0 0,-1 0 0 0 0,1 0-1 0 0,-1 0 1 0 0,1 0 0 0 0,-1 0-1 0 0,1 0 1 0 0,-1 1 0 0 0,-13 2 33 0 0,-21 6 6 0 0,0 2 0 0 0,-36 16 0 0 0,70-27-49 0 0,0 1 1 0 0,1-1-1 0 0,-1 0 0 0 0,0 0 0 0 0,0 0 1 0 0,1 1-1 0 0,-1-1 0 0 0,1 0 0 0 0,-1 1 0 0 0,0-1 1 0 0,1 0-1 0 0,-1 1 0 0 0,1-1 0 0 0,-1 1 1 0 0,1-1-1 0 0,-1 1 0 0 0,1-1 0 0 0,-1 1 1 0 0,1-1-1 0 0,0 1 0 0 0,-1 0 0 0 0,1-1 0 0 0,0 1 1 0 0,-1-1-1 0 0,1 1 0 0 0,0 0 0 0 0,0 0 1 0 0,-1-1-1 0 0,1 1 0 0 0,0 0 0 0 0,0-1 1 0 0,0 1-1 0 0,0 0 0 0 0,0-1 0 0 0,0 1 1 0 0,0 0-1 0 0,0 0 0 0 0,1-1 0 0 0,-1 1 0 0 0,0 0 1 0 0,0-1-1 0 0,0 1 0 0 0,1 0 0 0 0,-1-1 1 0 0,0 1-1 0 0,1-1 0 0 0,-1 1 0 0 0,1-1 1 0 0,-1 1-1 0 0,1 0 0 0 0,-1-1 0 0 0,1 1 0 0 0,-1-1 1 0 0,1 0-1 0 0,0 2 0 0 0,5 2 2 0 0,-1 0-1 0 0,1 0 1 0 0,0 0-1 0 0,7 3 1 0 0,-11-6-3 0 0,27 14 11 0 0,73 41 13 0 0,-90-48-35 0 0,1 1 0 0 0,-1 1 0 0 0,-1-1 0 0 0,0 2 0 0 0,16 17 0 0 0,-26-26 58 0 0,1 0-1 0 0,-1 0 0 0 0,1 0 0 0 0,-1 0 0 0 0,0 0 0 0 0,0 0 0 0 0,0 0 0 0 0,0 1 0 0 0,0-1 0 0 0,0 0 0 0 0,-1 1 0 0 0,1-1 0 0 0,-1 0 0 0 0,1 1 1 0 0,-1-1-1 0 0,0 1 0 0 0,0-1 0 0 0,0 1 0 0 0,-1-1 0 0 0,0 4 0 0 0,0-3 82 0 0,0 0 0 0 0,-1 0 0 0 0,1 0 0 0 0,-1 0 0 0 0,0 0 0 0 0,0 0 0 0 0,0 0 0 0 0,0-1 0 0 0,-1 1-1 0 0,1-1 1 0 0,-1 1 0 0 0,-5 3 0 0 0,-3 1 236 0 0,-1 0 0 0 0,0-1 0 0 0,0 0 0 0 0,-1-1-1 0 0,0 0 1 0 0,-15 3 0 0 0,-8 0 378 0 0,0-2 0 0 0,0-2 0 0 0,-37 0 0 0 0,-106-9 1655 0 0,178 5-2506 0 0,-1 0-1 0 0,1 0 1 0 0,0 0 0 0 0,0-1 0 0 0,-1 1 0 0 0,1 0 0 0 0,0 0 0 0 0,-1-1-1 0 0,1 1 1 0 0,0-1 0 0 0,0 1 0 0 0,0-1 0 0 0,-1 0 0 0 0,1 1-1 0 0,-2-3 1 0 0,3 3 27 0 0,0 0 0 0 0,0-1-1 0 0,-1 1 1 0 0,1-1 0 0 0,0 1-1 0 0,0-1 1 0 0,0 1 0 0 0,0-1 0 0 0,0 1-1 0 0,0-1 1 0 0,0 1 0 0 0,0-1-1 0 0,0 1 1 0 0,0 0 0 0 0,0-1-1 0 0,0 1 1 0 0,0-1 0 0 0,0 1-1 0 0,1-1 1 0 0,-1 1 0 0 0,0-1-1 0 0,0 1 1 0 0,0 0 0 0 0,1-1 0 0 0,-1 1-1 0 0,0-1 1 0 0,1 0 0 0 0,2-2-376 0 0,-1 0 0 0 0,1 0-1 0 0,0 1 1 0 0,0-1 0 0 0,1 1 0 0 0,-1-1 0 0 0,4-1 0 0 0,18-8-3234 0 0,43-15-1 0 0,-43 18 824 0 0,21-7-3073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2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166 393 1420 0 0,'3'-1'796'0'0,"0"0"-1"0"0,-1-1 1 0 0,1 1-1 0 0,-1-1 1 0 0,1 0-1 0 0,-1 0 1 0 0,0 0-1 0 0,1 0 1 0 0,-1 0-1 0 0,0 0 1 0 0,0 0 0 0 0,-1-1-1 0 0,1 1 1 0 0,0-1-1 0 0,1-5 2248 0 0,-30 19-1453 0 0,10 4-1215 0 0,1 0 1 0 0,1 1-1 0 0,0 1 1 0 0,1 0-1 0 0,-13 22 1 0 0,19-27-319 0 0,1 0 0 0 0,1 1 0 0 0,-1-1 0 0 0,2 1 0 0 0,0 0 0 0 0,1 1 0 0 0,0-1 0 0 0,1 1 0 0 0,-2 17 0 0 0,5-28-52 0 0,0 0 1 0 0,-1 0 0 0 0,1 0 0 0 0,0 0 0 0 0,1-1 0 0 0,-1 1 0 0 0,0 0-1 0 0,1 0 1 0 0,0 0 0 0 0,-1 0 0 0 0,1 0 0 0 0,0-1 0 0 0,1 1 0 0 0,-1 0-1 0 0,0-1 1 0 0,1 1 0 0 0,0-1 0 0 0,-1 0 0 0 0,1 1 0 0 0,0-1 0 0 0,0 0-1 0 0,0 0 1 0 0,0 0 0 0 0,1 0 0 0 0,-1 0 0 0 0,0-1 0 0 0,1 1 0 0 0,0-1-1 0 0,-1 0 1 0 0,1 1 0 0 0,0-1 0 0 0,-1 0 0 0 0,1-1 0 0 0,0 1 0 0 0,0 0 0 0 0,0-1-1 0 0,0 0 1 0 0,3 1 0 0 0,2-1 1 0 0,1 0 1 0 0,-1-1-1 0 0,1 1 0 0 0,-1-2 1 0 0,0 1-1 0 0,0-1 0 0 0,0 0 0 0 0,0-1 1 0 0,0 0-1 0 0,0 0 0 0 0,-1-1 1 0 0,11-6-1 0 0,-8 3-13 0 0,-1-1 0 0 0,0-1 0 0 0,0 0 0 0 0,-1 0 0 0 0,0 0 0 0 0,0-1 0 0 0,-1 0 0 0 0,-1-1 0 0 0,1 1 0 0 0,-2-1 0 0 0,0-1 0 0 0,6-16 0 0 0,-6 13-3 0 0,0-1-1 0 0,-2 0 1 0 0,0 0-1 0 0,0 0 1 0 0,-2 0-1 0 0,0 0 1 0 0,0-1-1 0 0,-5-30 1 0 0,4 42 7 0 0,-1 1 1 0 0,0-1 0 0 0,0 1 0 0 0,0-1 0 0 0,0 1 0 0 0,-1 0 0 0 0,0 0 0 0 0,0-1-1 0 0,0 1 1 0 0,0 1 0 0 0,-1-1 0 0 0,1 0 0 0 0,-1 0 0 0 0,0 1 0 0 0,0 0-1 0 0,-1-1 1 0 0,1 1 0 0 0,-1 1 0 0 0,1-1 0 0 0,-1 0 0 0 0,0 1 0 0 0,0 0 0 0 0,0 0-1 0 0,0 0 1 0 0,0 0 0 0 0,-1 0 0 0 0,1 1 0 0 0,0 0 0 0 0,-1 0 0 0 0,1 0-1 0 0,-1 1 1 0 0,1-1 0 0 0,-1 1 0 0 0,1 0 0 0 0,-1 1 0 0 0,0-1 0 0 0,1 1 0 0 0,0 0-1 0 0,-1 0 1 0 0,1 0 0 0 0,-1 0 0 0 0,-6 4 0 0 0,0 0 1 0 0,0 1 0 0 0,0 0 0 0 0,0 0 0 0 0,0 1 0 0 0,1 1 0 0 0,0 0 0 0 0,1 0 0 0 0,0 1 0 0 0,-14 17 0 0 0,17-19-1 0 0,0 1 0 0 0,1 0 0 0 0,-1 1 0 0 0,2-1 0 0 0,-1 1 0 0 0,1 0 1 0 0,0 0-1 0 0,1 0 0 0 0,0 0 0 0 0,1 1 0 0 0,0-1 0 0 0,0 1 0 0 0,0 11 0 0 0,2-17-7 0 0,1 0 0 0 0,-1 1 0 0 0,1-1 0 0 0,-1 0 0 0 0,1 0-1 0 0,0 0 1 0 0,1 0 0 0 0,-1 0 0 0 0,1 0 0 0 0,-1 0 0 0 0,1-1-1 0 0,0 1 1 0 0,1 0 0 0 0,3 4 0 0 0,-1-3-29 0 0,-1 0 0 0 0,1-1 1 0 0,1 0-1 0 0,-1 0 0 0 0,0 0 0 0 0,1-1 0 0 0,0 1 1 0 0,8 2-1 0 0,7 2-171 0 0,0-2 0 0 0,0 0-1 0 0,0-2 1 0 0,34 4 0 0 0,-27-6-18 0 0,0 0-1 0 0,0-2 1 0 0,0-2-1 0 0,1 0 1 0 0,-2-2-1 0 0,1-1 1 0 0,0-1-1 0 0,-1-1 0 0 0,0-2 1 0 0,26-11-1 0 0,-30 9 123 0 0,-1 0-1 0 0,0-1 1 0 0,-1-1-1 0 0,-1-1 0 0 0,0-1 1 0 0,-1-1-1 0 0,-1-1 1 0 0,0 0-1 0 0,-1-1 0 0 0,-1-1 1 0 0,22-34-1 0 0,-23 27 407 0 0,-1-1-1 0 0,-1 0 1 0 0,-2-1-1 0 0,0 0 1 0 0,-2-1-1 0 0,-1 0 1 0 0,-2 0-1 0 0,-1-1 1 0 0,-1 1 0 0 0,1-49-1 0 0,-5 77-297 0 0,0 1 0 0 0,0 0 0 0 0,0 0-1 0 0,0-1 1 0 0,0 1 0 0 0,0 0 0 0 0,0 0 0 0 0,0-1 0 0 0,0 1 0 0 0,0 0-1 0 0,0 0 1 0 0,0-1 0 0 0,0 1 0 0 0,0 0 0 0 0,0 0 0 0 0,0-1-1 0 0,0 1 1 0 0,-1 0 0 0 0,1 0 0 0 0,0 0 0 0 0,0-1 0 0 0,0 1 0 0 0,0 0-1 0 0,0 0 1 0 0,0 0 0 0 0,-1-1 0 0 0,1 1 0 0 0,0 0 0 0 0,0 0 0 0 0,0 0-1 0 0,-1 0 1 0 0,1 0 0 0 0,0-1 0 0 0,0 1 0 0 0,0 0 0 0 0,-1 0-1 0 0,1 0 1 0 0,0 0 0 0 0,0 0 0 0 0,-1 0 0 0 0,1 0 0 0 0,0 0 0 0 0,0 0-1 0 0,-1 0 1 0 0,1 0 0 0 0,0 0 0 0 0,0 0 0 0 0,0 0 0 0 0,-1 0-1 0 0,1 0 1 0 0,0 0 0 0 0,0 0 0 0 0,-1 0 0 0 0,1 0 0 0 0,0 0 0 0 0,-1 1-1 0 0,-9 6 34 0 0,10-7-37 0 0,-13 14 51 0 0,0 1-1 0 0,1 0 0 0 0,1 1 1 0 0,1 1-1 0 0,0-1 1 0 0,-14 35-1 0 0,7-17 62 0 0,-75 169 356 0 0,76-162-363 0 0,3 1 0 0 0,1 0 0 0 0,-6 47 0 0 0,16-81-89 0 0,1 0 1 0 0,1 0-1 0 0,0 0 1 0 0,0 0-1 0 0,0 1 1 0 0,1-1-1 0 0,0 0 1 0 0,1 0-1 0 0,0 0 0 0 0,5 14 1 0 0,-5-18-18 0 0,0 0 0 0 0,0 0 0 0 0,1 0 0 0 0,-1-1 0 0 0,1 1 0 0 0,0 0 0 0 0,0-1 0 0 0,1 0 0 0 0,-1 0 0 0 0,0 0 0 0 0,1 0 0 0 0,0 0 0 0 0,0-1 0 0 0,0 1 0 0 0,0-1 0 0 0,0 0 0 0 0,0-1 0 0 0,0 1 0 0 0,1-1 0 0 0,6 2 0 0 0,4-1-147 0 0,0 0-1 0 0,0-1 1 0 0,1-1 0 0 0,-1 0 0 0 0,0-2-1 0 0,0 1 1 0 0,0-2 0 0 0,0 0 0 0 0,0 0-1 0 0,0-2 1 0 0,-1 0 0 0 0,15-7 0 0 0,8-6-146 0 0,0-1 1 0 0,-2-2 0 0 0,40-30 0 0 0,-40 25 664 0 0,-1-2 1 0 0,-2-1-1 0 0,-1-1 1 0 0,42-52-1 0 0,-66 74-131 0 0,-12 18-171 0 0,-11 16-34 0 0,8-16-32 0 0,1 2-1 0 0,0-1 1 0 0,0 1 0 0 0,1 0-1 0 0,1 0 1 0 0,0 1 0 0 0,1 0-1 0 0,0 0 1 0 0,1 0 0 0 0,-3 26-1 0 0,6-36-21 0 0,0 0 0 0 0,0 0 0 0 0,0 0 0 0 0,1-1 0 0 0,0 1 0 0 0,-1 0 0 0 0,1 0 0 0 0,0-1 0 0 0,0 1 0 0 0,0 0 0 0 0,1-1 0 0 0,-1 1 0 0 0,1-1 0 0 0,-1 0 0 0 0,1 1 0 0 0,3 2-1 0 0,-2-2-91 0 0,1 0-1 0 0,0 0 0 0 0,0 0 1 0 0,0 0-1 0 0,1-1 0 0 0,-1 0 0 0 0,0 0 1 0 0,10 3-1 0 0,-3-2-235 0 0,1 0 0 0 0,0-1 0 0 0,0 0-1 0 0,0-1 1 0 0,0-1 0 0 0,0 0 0 0 0,12-1 0 0 0,-15 0 166 0 0,0-1-1 0 0,1 0 1 0 0,-1-1-1 0 0,0 0 1 0 0,0 0-1 0 0,0-1 1 0 0,-1 0-1 0 0,1 0 1 0 0,-1-1-1 0 0,0 0 1 0 0,0-1-1 0 0,-1 0 1 0 0,0 0-1 0 0,0 0 1 0 0,10-12-1 0 0,2-7 745 0 0,0-1-1 0 0,-2-1 0 0 0,18-38 1 0 0,-12 22 1769 0 0,-9 21-1454 0 0,-14 22-876 0 0,0 0 1 0 0,0 0-1 0 0,0 0 1 0 0,0 0-1 0 0,0 0 1 0 0,0 0-1 0 0,0 0 1 0 0,0 0-1 0 0,0 0 1 0 0,0 0-1 0 0,0 0 1 0 0,0 1-1 0 0,0-1 1 0 0,0 0-1 0 0,0 0 1 0 0,0 0-1 0 0,0 0 1 0 0,0 0-1 0 0,0 0 1 0 0,0 0-1 0 0,0 0 1 0 0,1 0-1 0 0,-1 0 1 0 0,0 0-1 0 0,0 0 1 0 0,0 0-1 0 0,0 0 1 0 0,0 0-1 0 0,0 0 1 0 0,0 0-1 0 0,0 0 1 0 0,0 0-1 0 0,0 0 1 0 0,0 0-1 0 0,0 0 1 0 0,0 0-1 0 0,0 0 1 0 0,0 0-1 0 0,1 0 1 0 0,-1 0-1 0 0,0 0 1 0 0,0 0-1 0 0,0 0 1 0 0,0 0 0 0 0,0-1-1 0 0,0 1 1 0 0,0 0-1 0 0,0 0 1 0 0,0 0-1 0 0,0 0 1 0 0,0 0-1 0 0,0 0 1 0 0,0 0-1 0 0,0 0 1 0 0,0 0-1 0 0,0 0 1 0 0,0 0-1 0 0,0 0 1 0 0,0 0-1 0 0,-3 14 63 0 0,-5 14-16 0 0,2-1 0 0 0,0 1 1 0 0,-1 37-1 0 0,6-61-59 0 0,1 0 0 0 0,0 0 0 0 0,0 0 0 0 0,1-1-1 0 0,-1 1 1 0 0,1 0 0 0 0,0 0 0 0 0,0-1 0 0 0,0 1 0 0 0,0 0 0 0 0,0-1 0 0 0,1 1 0 0 0,0-1 0 0 0,0 0 0 0 0,0 1 0 0 0,0-1 0 0 0,4 5 0 0 0,-2-5-116 0 0,0 0 0 0 0,0 0 0 0 0,0 0 0 0 0,0 0 0 0 0,0-1 0 0 0,1 0 0 0 0,-1 0-1 0 0,1 0 1 0 0,0 0 0 0 0,-1-1 0 0 0,1 0 0 0 0,6 1 0 0 0,1 0-740 0 0,0-1-1 0 0,-1-1 0 0 0,1 0 1 0 0,0-1-1 0 0,0 0 0 0 0,-1-1 1 0 0,1 0-1 0 0,-1-1 1 0 0,1 0-1 0 0,19-9 0 0 0,1-5-4120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2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173 376 1960 0 0,'23'-77'6117'0'0,"-4"-1"1"0"0,17-140-1 0 0,-35 215-5839 0 0,-14 28 73 0 0,-51 136 311 0 0,-81 328 0 0 0,138-462-1123 0 0,-1 7-298 0 0,-5 44 0 0 0,12-66-421 0 0,0 0 1 0 0,2 20 0 0 0,0-25-86 0 0,0 0 1 0 0,1-1 0 0 0,-1 1 0 0 0,1 0-1 0 0,5 10 1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3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3 133 2692 0 0,'11'-51'8071'0'0,"8"-29"3496"0"0,-19 79-10918 0 0,1 8-576 0 0,-1 0-1 0 0,0 1 0 0 0,0-1 0 0 0,-1 0 0 0 0,0 1 1 0 0,-3 12-1 0 0,0 1 3 0 0,-4 28 77 0 0,-6 45-153 0 0,13-82-471 0 0,1 0 0 0 0,0 0 0 0 0,0 0 0 0 0,2 0 0 0 0,3 19 0 0 0,-4-27 83 0 0,0-1-1 0 0,0 1 0 0 0,0-1 1 0 0,1 1-1 0 0,0-1 1 0 0,-1 1-1 0 0,1-1 1 0 0,0 0-1 0 0,1 0 0 0 0,-1 1 1 0 0,5 4-1 0 0,-4-6-456 0 0,0 0-1 0 0,0 0 1 0 0,0-1-1 0 0,0 1 1 0 0,0 0-1 0 0,0-1 0 0 0,0 0 1 0 0,6 2-1 0 0,7 1-5334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21 250 2368 0 0,'29'-76'15243'0'0,"-27"80"-15191"0"0,0-1-1 0 0,-1 1 1 0 0,1 0-1 0 0,-1-1 1 0 0,0 1-1 0 0,0 0 1 0 0,0 0-1 0 0,0 8 1 0 0,-1-1 3 0 0,1 0 1 0 0,1 1-1 0 0,0-1 0 0 0,0 0 0 0 0,1 0 1 0 0,8 20-1 0 0,-9-27-32 0 0,0-1-1 0 0,0 1 1 0 0,0-1-1 0 0,1 0 1 0 0,-1 0 0 0 0,1 0-1 0 0,0 0 1 0 0,0 0 0 0 0,0 0-1 0 0,0-1 1 0 0,0 1-1 0 0,0-1 1 0 0,1 0 0 0 0,0 0-1 0 0,-1 0 1 0 0,1-1 0 0 0,0 1-1 0 0,0-1 1 0 0,-1 0 0 0 0,1 0-1 0 0,0 0 1 0 0,7 0-1 0 0,-5 0-7 0 0,1-1-1 0 0,0 0 0 0 0,0-1 0 0 0,0 0 0 0 0,-1 0 1 0 0,1 0-1 0 0,0-1 0 0 0,-1 0 0 0 0,1 0 0 0 0,-1 0 1 0 0,0-1-1 0 0,0 0 0 0 0,0 0 0 0 0,0-1 0 0 0,0 0 1 0 0,0 0-1 0 0,-1 0 0 0 0,0 0 0 0 0,0-1 0 0 0,0 0 1 0 0,-1 0-1 0 0,0-1 0 0 0,0 1 0 0 0,0-1 0 0 0,3-6 1 0 0,0 0-7 0 0,-1 0-1 0 0,-1 0 1 0 0,0-1 0 0 0,0 1 0 0 0,-1-1 0 0 0,-1 0 0 0 0,0 0-1 0 0,-1-1 1 0 0,-1 1 0 0 0,0 0 0 0 0,0-1 0 0 0,-2-13 0 0 0,0 22-7 0 0,1 1 0 0 0,-1-1 1 0 0,0 1-1 0 0,0 0 0 0 0,0-1 0 0 0,-1 1 1 0 0,0 0-1 0 0,1 0 0 0 0,-1 0 0 0 0,-1 0 1 0 0,1 0-1 0 0,-1 0 0 0 0,1 1 0 0 0,-1-1 1 0 0,0 1-1 0 0,0 0 0 0 0,0 0 0 0 0,-1 0 0 0 0,1 0 1 0 0,-5-2-1 0 0,2 2-10 0 0,-1 0 0 0 0,1 0-1 0 0,0 1 1 0 0,-1 0 0 0 0,0 0 0 0 0,1 0 0 0 0,-1 1-1 0 0,0 0 1 0 0,0 1 0 0 0,1 0 0 0 0,-1 0 0 0 0,-11 1-1 0 0,5 1-10 0 0,1 1 0 0 0,-1 0 0 0 0,1 0-1 0 0,0 1 1 0 0,0 1 0 0 0,1 0-1 0 0,-1 1 1 0 0,1 0 0 0 0,-15 11 0 0 0,20-13-213 0 0,0 0 1 0 0,1 1-1 0 0,-1-1 1 0 0,1 1-1 0 0,0 0 1 0 0,0 1-1 0 0,1-1 1 0 0,0 1-1 0 0,-1 0 1 0 0,2 0-1 0 0,-1 1 1 0 0,1-1-1 0 0,0 1 1 0 0,0-1-1 0 0,1 1 1 0 0,0 0-1 0 0,0 0 1 0 0,0 8-1 0 0,1-12-349 0 0,1 0-1 0 0,0 0 1 0 0,1 0-1 0 0,-1 0 1 0 0,0 0-1 0 0,1 0 1 0 0,0 0-1 0 0,0-1 1 0 0,0 1 0 0 0,0 0-1 0 0,2 4 1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3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30 144 800 0 0,'30'-108'15927'0'0,"-30"106"-15241"0"0,1 3-676 0 0,-1-1 1 0 0,1 0-1 0 0,-1 1 0 0 0,0-1 1 0 0,1 0-1 0 0,-1 1 0 0 0,1-1 1 0 0,-1 0-1 0 0,0 1 1 0 0,1-1-1 0 0,-1 1 0 0 0,0-1 1 0 0,1 1-1 0 0,-1-1 0 0 0,0 1 1 0 0,0-1-1 0 0,1 1 1 0 0,-1-1-1 0 0,0 1 0 0 0,0-1 1 0 0,0 1-1 0 0,0-1 0 0 0,0 1 1 0 0,0-1-1 0 0,0 1 0 0 0,3 19 72 0 0,-3-16-43 0 0,1 28 50 0 0,-1 0 1 0 0,-2 1-1 0 0,-1-1 1 0 0,-14 62-1 0 0,-2-22 286 0 0,19-71-369 0 0,0-1 0 0 0,0 1 0 0 0,0 0 0 0 0,0-1 0 0 0,-1 1 0 0 0,1-1 0 0 0,0 1-1 0 0,-1 0 1 0 0,1-1 0 0 0,0 1 0 0 0,-1-1 0 0 0,1 1 0 0 0,-1-1 0 0 0,1 1 0 0 0,-1-1 0 0 0,1 0 0 0 0,-1 1 0 0 0,1-1 0 0 0,-1 1 0 0 0,1-1 0 0 0,-1 0 0 0 0,1 0-1 0 0,-1 1 1 0 0,0-1 0 0 0,1 0 0 0 0,-1 0 0 0 0,0 0 0 0 0,1 1 0 0 0,-1-1 0 0 0,1 0 0 0 0,-1 0 0 0 0,0 0 0 0 0,1 0 0 0 0,-1 0 0 0 0,0-1 0 0 0,1 1 0 0 0,-1 0-1 0 0,0 0 1 0 0,1 0 0 0 0,-1 0 0 0 0,0-1 0 0 0,1 1 0 0 0,-1 0 0 0 0,1-1 0 0 0,-1 1 0 0 0,1 0 0 0 0,-1-1 0 0 0,1 1 0 0 0,-1-1 0 0 0,1 1 0 0 0,-1 0-1 0 0,1-1 1 0 0,-1 1 0 0 0,1-1 0 0 0,0 0 0 0 0,-1 1 0 0 0,1-2 0 0 0,-1-7-4 0 0,0 1 1 0 0,1-1-1 0 0,1 0 0 0 0,-1 0 0 0 0,1 0 1 0 0,1 0-1 0 0,0 1 0 0 0,0-1 0 0 0,0 0 1 0 0,1 1-1 0 0,1 0 0 0 0,6-14 0 0 0,4-2-16 0 0,0 0 0 0 0,33-41 0 0 0,-31 46 4 0 0,0 1 1 0 0,21-17-1 0 0,-29 28 1 0 0,0 0-1 0 0,1 1 1 0 0,0 0-1 0 0,1 0 1 0 0,-1 1 0 0 0,1 0-1 0 0,13-4 1 0 0,-1 4 3 0 0,-15 6 6 0 0,-2 1 0 0 0,-2-1 5 0 0,1-1 1 0 0,-1 1-1 0 0,0 0 0 0 0,1 1 0 0 0,-1-1 0 0 0,0 1 0 0 0,0-1 0 0 0,0 1 0 0 0,0 0 0 0 0,0 0 0 0 0,0 0 0 0 0,0 0 0 0 0,-1 1 0 0 0,1-1 0 0 0,-1 1 0 0 0,1 0 1 0 0,-1 0-1 0 0,0 0 0 0 0,0 0 0 0 0,-1 0 0 0 0,1 0 0 0 0,-1 0 0 0 0,1 0 0 0 0,-1 1 0 0 0,1 5 0 0 0,3 7 58 0 0,-2 0 0 0 0,0 0-1 0 0,-1 0 1 0 0,0 18 0 0 0,-3 143 271 0 0,1-177-371 0 0,0 1 0 0 0,0-1 0 0 0,0 0 0 0 0,0 1 1 0 0,0-1-1 0 0,0 0 0 0 0,0 0 0 0 0,0 1 0 0 0,1-1 1 0 0,-1 0-1 0 0,0 0 0 0 0,0 1 0 0 0,0-1 0 0 0,0 0 0 0 0,1 0 1 0 0,-1 1-1 0 0,0-1 0 0 0,0 0 0 0 0,1 0 0 0 0,-1 0 0 0 0,0 1 1 0 0,0-1-1 0 0,1 0 0 0 0,-1 0 0 0 0,0 0 0 0 0,0 0 0 0 0,1 0 1 0 0,-1 1-1 0 0,0-1 0 0 0,1 0 0 0 0,-1 0 0 0 0,0 0 0 0 0,0 0 1 0 0,1 0-1 0 0,-1 0 0 0 0,0 0 0 0 0,1 0 0 0 0,-1 0 0 0 0,0 0 1 0 0,1 0-1 0 0,-1-1 0 0 0,12-2-1404 0 0,-12 3 1499 0 0,2-1-552 0 0,1 0 0 0 0,-1 0 0 0 0,0-1 0 0 0,0 1 0 0 0,0-1 1 0 0,0 1-1 0 0,0-1 0 0 0,-1 0 0 0 0,1 1 0 0 0,0-1 0 0 0,-1 0 0 0 0,2-3 0 0 0,0 1-1102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4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41 992 0 0,'-239'-39'11717'0'0,"237"39"-11696"0"0,0 0 0 0 0,0-1-1 0 0,0 1 1 0 0,1 0 0 0 0,-1 0 0 0 0,0 0 0 0 0,0 0-1 0 0,0 0 1 0 0,0 0 0 0 0,0 0 0 0 0,1 1-1 0 0,-1-1 1 0 0,0 1 0 0 0,0-1 0 0 0,0 1-1 0 0,1 0 1 0 0,-1 0 0 0 0,0 0 0 0 0,-1 1 0 0 0,0 6-2366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0 2376 0 0,'-194'27'13189'0'0,"192"-26"-12781"0"0,4-1-84 0 0,17 3-75 0 0,0-1 0 0 0,38-1 0 0 0,-14-1-321 0 0,109 6-1457 0 0,105 3-6597 0 0,-177-8 3213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4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11 416 0 0,'59'-10'15406'0'0,"-65"12"-14396"0"0,-18 8-363 0 0,-34 10-581 0 0,55-20-60 0 0,0 1 1 0 0,1 0-1 0 0,-1 0 1 0 0,0 0-1 0 0,1 0 1 0 0,-1 1-1 0 0,1-1 0 0 0,-1 1 1 0 0,1-1-1 0 0,0 1 1 0 0,-1 0-1 0 0,1 0 1 0 0,0 0-1 0 0,0 0 0 0 0,-3 4 1 0 0,4-4-5 0 0,1 0 1 0 0,-1 0-1 0 0,1-1 0 0 0,-1 1 1 0 0,1 0-1 0 0,0 0 1 0 0,0 0-1 0 0,0 0 0 0 0,0-1 1 0 0,0 1-1 0 0,0 0 1 0 0,0 0-1 0 0,1 0 0 0 0,-1 0 1 0 0,1-1-1 0 0,-1 1 1 0 0,1 0-1 0 0,-1-1 0 0 0,1 1 1 0 0,0 0-1 0 0,0-1 1 0 0,0 1-1 0 0,0-1 0 0 0,0 1 1 0 0,3 2-1 0 0,8 9-6 0 0,1 1 0 0 0,1-1 1 0 0,0-1-1 0 0,18 12 0 0 0,-13-11-11 0 0,-1 1-1 0 0,21 22 1 0 0,-32-28 19 0 0,-1-1 1 0 0,0 1-1 0 0,0 0 1 0 0,0 0-1 0 0,-1 1 0 0 0,5 10 1 0 0,-9-16 87 0 0,0-1 0 0 0,0 1 1 0 0,-1-1-1 0 0,1 1 1 0 0,0-1-1 0 0,-1 1 0 0 0,0-1 1 0 0,1 1-1 0 0,-1 0 0 0 0,0-1 1 0 0,-1 1-1 0 0,1-1 0 0 0,0 1 1 0 0,-1 0-1 0 0,1-1 1 0 0,-1 1-1 0 0,0-1 0 0 0,0 0 1 0 0,0 1-1 0 0,0-1 0 0 0,0 0 1 0 0,-1 1-1 0 0,1-1 0 0 0,-1 0 1 0 0,1 0-1 0 0,-1 0 0 0 0,0 0 1 0 0,0 0-1 0 0,-2 1 1 0 0,-7 5 226 0 0,1 0 0 0 0,-2-2 0 0 0,1 1 0 0 0,-1-1 0 0 0,0-1 0 0 0,0 0 1 0 0,0-1-1 0 0,-1 0 0 0 0,-18 3 0 0 0,9-4-157 0 0,1 0 0 0 0,-1-1 0 0 0,0-2 0 0 0,-41-3 0 0 0,54 2-101 0 0,0-1 0 0 0,1 0 0 0 0,-1 0 0 0 0,1 0 0 0 0,-14-8 1 0 0,19 9-398 0 0,0-1 1 0 0,0 1 0 0 0,1-1 0 0 0,-1 0 0 0 0,1 0 0 0 0,-1 0 0 0 0,1 0 0 0 0,-4-5 0 0 0,3 2-1815 0 0,2 3 1433 0 0,0 0 0 0 0,1 1 0 0 0,-1-1 1 0 0,1 0-1 0 0,-1 0 0 0 0,1 0 0 0 0,-1 0 1 0 0,1 0-1 0 0,0 0 0 0 0,0 0 0 0 0,0 0 1 0 0,1-3-1 0 0,1-14-7210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5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6813 0 0,'0'0'19339'0'0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1 808 0 0,'-3'1'2727'0'0,"-19"4"2423"0"0,20-4-4734 0 0,2-1-392 0 0,0 0 1 0 0,0 0 0 0 0,-1 0-1 0 0,1 0 1 0 0,0 0 0 0 0,0 0-1 0 0,0 0 1 0 0,0 0-1 0 0,0 0 1 0 0,-1 0 0 0 0,1 0-1 0 0,0 0 1 0 0,0 0-1 0 0,0 0 1 0 0,0 0 0 0 0,0 0-1 0 0,-1 0 1 0 0,1 0 0 0 0,0 0-1 0 0,0 0 1 0 0,0 0-1 0 0,0 0 1 0 0,0 0 0 0 0,0 0-1 0 0,0 1 1 0 0,-1-1-1 0 0,1 0 1 0 0,0 0 0 0 0,0 0-1 0 0,0 0 1 0 0,0 0 0 0 0,0 0-1 0 0,0 0 1 0 0,0 1-1 0 0,0-1 1 0 0,0 0 0 0 0,0 0-1 0 0,0 0 1 0 0,0 0-1 0 0,0 0 1 0 0,0 1 0 0 0,0-1-1 0 0,0 0 1 0 0,6 7 522 0 0,24 13-365 0 0,-1-2-63 0 0,-21-10-100 0 0,1-1 0 0 0,-1 1 0 0 0,0 1 0 0 0,-1-1 0 0 0,1 1 0 0 0,-2 1-1 0 0,0-1 1 0 0,0 1 0 0 0,0 0 0 0 0,-1 1 0 0 0,-1-1 0 0 0,0 1 0 0 0,0 0-1 0 0,-1 0 1 0 0,-1 0 0 0 0,1 0 0 0 0,-2 1 0 0 0,0-1 0 0 0,0 0 0 0 0,-1 1 0 0 0,0-1-1 0 0,-1 1 1 0 0,-1-1 0 0 0,0 0 0 0 0,0 1 0 0 0,-1-1 0 0 0,0 0 0 0 0,-1 0-1 0 0,0-1 1 0 0,-1 1 0 0 0,0-1 0 0 0,-1 0 0 0 0,-11 16 0 0 0,7-13 142 0 0,3-2 335 0 0,-1-1 0 0 0,1-1 0 0 0,-2 1 0 0 0,1-1 0 0 0,-1 0 0 0 0,-14 9 0 0 0,22-17-329 0 0,1-4-128 0 0,1 0-1 0 0,-1 1 0 0 0,1-1 1 0 0,0 0-1 0 0,0 0 1 0 0,0 1-1 0 0,0-1 1 0 0,0 1-1 0 0,0-1 0 0 0,1 1 1 0 0,-1 0-1 0 0,3-3 1 0 0,26-29 8 0 0,-16 20 7 0 0,115-108 34 0 0,-29 31-77 0 0,-64 55-242 0 0,-64 45 159 0 0,7 9 28 0 0,0 0 0 0 0,0 1 0 0 0,-28 36 0 0 0,41-46 33 0 0,1 2 0 0 0,0-1 0 0 0,0 1-1 0 0,1 0 1 0 0,0 0 0 0 0,1 1 0 0 0,1 0-1 0 0,-1 0 1 0 0,2 0 0 0 0,-3 17-1 0 0,5-25-13 0 0,1 0-1 0 0,0 0 0 0 0,0 0 0 0 0,0 0 0 0 0,1 0 0 0 0,-1 0 0 0 0,1 0 1 0 0,0 0-1 0 0,0 0 0 0 0,1 0 0 0 0,-1 0 0 0 0,1-1 0 0 0,0 1 0 0 0,0-1 1 0 0,0 1-1 0 0,0-1 0 0 0,1 0 0 0 0,-1 1 0 0 0,1-1 0 0 0,0 0 0 0 0,0-1 1 0 0,0 1-1 0 0,0-1 0 0 0,0 1 0 0 0,1-1 0 0 0,-1 0 0 0 0,1 0 0 0 0,-1 0 1 0 0,6 1-1 0 0,6 3-1232 0 0,1-1 0 0 0,0 0 0 0 0,0-1 0 0 0,0-1 0 0 0,28 2 0 0 0,-16-3-3586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7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63 2732 0 0,'-22'-8'7334'0'0,"-41"-10"-1"0"0,45 14-6322 0 0,16 4-237 0 0,5-1-690 0 0,90-2 120 0 0,28-3-2999 0 0,-105 4 566 0 0,-1 0 0 0 0,0-2 1 0 0,16-5-1 0 0,-14 3-3129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7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19 1792 0 0,'-47'-18'10254'0'0,"46"18"-9673"0"0,-15 6 784 0 0,12-1-1017 0 0,0-1-1 0 0,1 1 1 0 0,0 0 0 0 0,0 0-1 0 0,0 1 1 0 0,0-1 0 0 0,1 1-1 0 0,-3 10 1 0 0,-11 55 584 0 0,10-40-715 0 0,-32 214 123 0 0,36-220-1297 0 0,1-1 1 0 0,2 26-1 0 0,0-40-685 0 0,0 1 0 0 0,1-1-1 0 0,0 0 1 0 0,5 13 0 0 0,1-7-3483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7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82 816 0 0,'8'-52'13786'0'0,"-5"32"-10762"0"0,-3 18-2950 0 0,1 1 492 0 0,0-5 682 0 0,-1 12-719 0 0,0-2-527 0 0,0 20 126 0 0,2-1 0 0 0,0 0 1 0 0,1 0-1 0 0,11 40 1 0 0,-11-54-139 0 0,0 0 0 0 0,1-1 0 0 0,0 1 0 0 0,0-1 0 0 0,1 0 0 0 0,8 12 0 0 0,-10-16-35 0 0,1 0 0 0 0,-1 0 0 0 0,1-1 0 0 0,0 1 0 0 0,1-1 0 0 0,-1 0 0 0 0,0 0 0 0 0,1 0 0 0 0,0-1 0 0 0,0 1 0 0 0,-1-1 0 0 0,8 2 0 0 0,-9-4-12 0 0,1 1 0 0 0,-1-1 0 0 0,0 1 0 0 0,0-1 0 0 0,1 0 0 0 0,-1-1 0 0 0,0 1 0 0 0,1 0 0 0 0,-1-1 0 0 0,0 0 0 0 0,0 0 0 0 0,0 0 0 0 0,0 0 0 0 0,0 0 0 0 0,0 0 0 0 0,0-1 0 0 0,0 0 0 0 0,0 0 0 0 0,-1 1 0 0 0,1-1 0 0 0,-1-1 0 0 0,1 1 0 0 0,-1 0 0 0 0,0-1 0 0 0,0 1 0 0 0,3-4 0 0 0,3-6 49 0 0,-1 1 0 0 0,1-1 0 0 0,-2-1-1 0 0,8-20 1 0 0,15-36 1283 0 0,-29 67-1290 0 0,2 4-50 0 0,0 3 61 0 0,0-1-1 0 0,-1 0 0 0 0,1 1 1 0 0,-1-1-1 0 0,0 1 1 0 0,0-1-1 0 0,0 1 1 0 0,0 5-1 0 0,0 44 6 0 0,-1-31 3 0 0,3 100 158 0 0,-26 230 1 0 0,15-301 128 0 0,-3 0 1 0 0,-26 76-1 0 0,24-95 130 0 0,-1 0-1 0 0,-2 0 1 0 0,0-2 0 0 0,-34 47-1 0 0,40-65-79 0 0,0 0 0 0 0,-1 0-1 0 0,0-1 1 0 0,-1-1 0 0 0,0 0-1 0 0,-1 0 1 0 0,0-2 0 0 0,-24 15-1 0 0,31-21-234 0 0,1-1 1 0 0,-1 1-1 0 0,0-1 0 0 0,0 0 0 0 0,0-1 0 0 0,0 1 0 0 0,-1-1 0 0 0,1 0 0 0 0,0-1 0 0 0,0 1 0 0 0,-1-1 1 0 0,1-1-1 0 0,0 1 0 0 0,0-1 0 0 0,-1 0 0 0 0,1 0 0 0 0,0-1 0 0 0,0 0 0 0 0,0 0 0 0 0,0 0 0 0 0,1-1 1 0 0,-1 0-1 0 0,0 0 0 0 0,1 0 0 0 0,-7-6 0 0 0,6 4-83 0 0,1 0 0 0 0,0 0 0 0 0,0 0-1 0 0,1-1 1 0 0,0 1 0 0 0,0-1 0 0 0,0 0 0 0 0,0-1 0 0 0,1 1 0 0 0,0 0 0 0 0,0-1-1 0 0,1 0 1 0 0,0 0 0 0 0,0 0 0 0 0,1 0 0 0 0,-1 0 0 0 0,2 0 0 0 0,-1 0-1 0 0,1 0 1 0 0,0 0 0 0 0,0 0 0 0 0,1 0 0 0 0,1-8 0 0 0,2-4-151 0 0,0 1 0 0 0,1 0-1 0 0,1 0 1 0 0,1 0 0 0 0,0 1 0 0 0,1 0 0 0 0,17-25 0 0 0,-1 7-778 0 0,2 2 0 0 0,0 1 0 0 0,2 1 0 0 0,45-38 0 0 0,32-15-3694 0 0,4 6-4024 0 0,-65 47 520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8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52 2892 0 0,'-9'-1'15043'0'0,"27"1"-14844"0"0,-1 0 1 0 0,1-1-1 0 0,0-1 1 0 0,18-4-1 0 0,10 0-215 0 0,-27 3-820 0 0,-1 0 0 0 0,22-7-1 0 0,-30 7-1865 0 0,0-1 0 0 0,17-9-1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22 2788 0 0,'-18'-17'12464'0'0,"11"12"-10683"0"0,6 6-1624 0 0,-1 1 0 0 0,1-1 0 0 0,0 0 0 0 0,-1 1 0 0 0,1-1 0 0 0,0 1 0 0 0,0-1 0 0 0,0 1 0 0 0,0-1 1 0 0,0 1-1 0 0,0 0 0 0 0,1 0 0 0 0,-1-1 0 0 0,1 1 0 0 0,-1 0 0 0 0,1 0 0 0 0,-1 0 0 0 0,1 3 0 0 0,-2 46 1257 0 0,1-22-948 0 0,-4 37 111 0 0,4 78 0 0 0,8-55-2663 0 0,1-56-950 0 0,1-14-1965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8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27 103 652 0 0,'0'-1'3859'0'0,"2"-13"1374"0"0,-2 12-4545 0 0,5-26 8539 0 0,3 12-5941 0 0,-6 14-3229 0 0,0 1-1 0 0,1-1 1 0 0,-1 1-1 0 0,0 0 1 0 0,1 0-1 0 0,0 0 0 0 0,-1 0 1 0 0,1 0-1 0 0,-1 1 1 0 0,1-1-1 0 0,0 1 0 0 0,0 0 1 0 0,3 0-1 0 0,4-2 19 0 0,199-24 143 0 0,-203 25-428 0 0,1 1-1 0 0,-1 0 0 0 0,0 0 0 0 0,0 0 1 0 0,9 3-1 0 0,-14-3 204 0 0,-1 0 0 0 0,0 0 0 0 0,0 1 0 0 0,1-1 0 0 0,-1 0 0 0 0,0 0 0 0 0,0 1 0 0 0,0-1 0 0 0,1 0 0 0 0,-1 1 0 0 0,0-1 0 0 0,0 0 0 0 0,0 1 0 0 0,0-1 0 0 0,0 0 0 0 0,0 1 0 0 0,0-1 0 0 0,1 0 0 0 0,-1 1 0 0 0,0-1 0 0 0,0 0 0 0 0,0 1 0 0 0,0-1 0 0 0,-1 0 0 0 0,1 1 0 0 0,0-1 0 0 0,0 0 0 0 0,0 1 0 0 0,0-1 0 0 0,0 0 0 0 0,0 1 0 0 0,0-1 0 0 0,-1 0 0 0 0,1 1 1 0 0,0-1-1 0 0,0 0 0 0 0,-1 1 0 0 0,-5 10-43 0 0,6-11 50 0 0,-36 48-91 0 0,-70 73 0 0 0,21-26 399 0 0,55-59 347 0 0,-49 76-1 0 0,79-111-634 0 0,-1-1-1 0 0,1 1 1 0 0,-1 0-1 0 0,1 0 1 0 0,-1 0 0 0 0,1 0-1 0 0,0 0 1 0 0,-1 0-1 0 0,1 0 1 0 0,0 0-1 0 0,0-1 1 0 0,0 1-1 0 0,0 0 1 0 0,0 0 0 0 0,0 0-1 0 0,0 0 1 0 0,0 0-1 0 0,0 0 1 0 0,0 0-1 0 0,0 0 1 0 0,0 0-1 0 0,1 0 1 0 0,-1 0 0 0 0,1 0-1 0 0,-1 0 1 0 0,0-1-1 0 0,1 1 1 0 0,-1 0-1 0 0,1 0 1 0 0,0 0-1 0 0,-1-1 1 0 0,1 1 0 0 0,0 0-1 0 0,-1-1 1 0 0,1 1-1 0 0,0 0 1 0 0,0-1-1 0 0,-1 1 1 0 0,1-1 0 0 0,0 1-1 0 0,0-1 1 0 0,0 0-1 0 0,0 1 1 0 0,0-1-1 0 0,0 0 1 0 0,0 0-1 0 0,0 1 1 0 0,1-1 0 0 0,6 1-242 0 0,0 1 0 0 0,-1-1 1 0 0,1-1-1 0 0,13 0 0 0 0,75-10-5178 0 0,-31-2-1790 0 0,-11 1-1550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39 3532 0 0,'-2'-1'2987'0'0,"-12"-5"1716"0"0,-8-4 4786 0 0,10 3-4911 0 0,12 7-4557 0 0,0-1 0 0 0,0 1 0 0 0,0-1-1 0 0,0 1 1 0 0,1-1 0 0 0,-1 1 0 0 0,0 0 0 0 0,0-1 0 0 0,0 1-1 0 0,1 0 1 0 0,-1-1 0 0 0,0 1 0 0 0,1 0 0 0 0,-1-1 0 0 0,0 1 0 0 0,1 0-1 0 0,-1 0 1 0 0,0-1 0 0 0,1 1 0 0 0,-1 0 0 0 0,0 0 0 0 0,1-1 0 0 0,-1 1-1 0 0,1 0 1 0 0,0 0 0 0 0,4 0-110 0 0,109-1-1313 0 0,-77-1-3425 0 0,1-1-4921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9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10 920 0 0,'-25'11'4621'0'0,"-64"33"14313"0"0,83-40-17030 0 0,245-37-3592 0 0,-159 20-3336 0 0,0-3-4120 0 0,-48 9 1025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19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646 133 1308 0 0,'3'-2'529'0'0,"176"-128"25248"0"0,-200 147-25439 0 0,-78 51-310 0 0,-179 134 63 0 0,234-166-81 0 0,2 2-1 0 0,2 2 1 0 0,1 1-1 0 0,-33 48 1 0 0,66-81-2 0 0,1 0 0 0 0,0 1 1 0 0,0-1-1 0 0,1 1 1 0 0,0 0-1 0 0,0 0 0 0 0,1 1 1 0 0,0-1-1 0 0,-2 19 1 0 0,4-24-6 0 0,1 1 1 0 0,0-1 0 0 0,0 1-1 0 0,1-1 1 0 0,-1 1 0 0 0,1-1-1 0 0,0 1 1 0 0,0-1-1 0 0,0 0 1 0 0,1 0 0 0 0,-1 1-1 0 0,1-1 1 0 0,0 0 0 0 0,0 0-1 0 0,1-1 1 0 0,-1 1 0 0 0,1 0-1 0 0,0-1 1 0 0,0 1-1 0 0,0-1 1 0 0,0 0 0 0 0,1 0-1 0 0,5 3 1 0 0,1 1-14 0 0,1-2 0 0 0,0 1 0 0 0,0-1 0 0 0,0-1 0 0 0,1 0 0 0 0,0-1 0 0 0,-1 0 0 0 0,1-1 0 0 0,0 0 0 0 0,1-1 0 0 0,-1 0 0 0 0,0-1 0 0 0,0-1 0 0 0,0 1 0 0 0,0-2 0 0 0,0 0 0 0 0,0 0 0 0 0,0-1 0 0 0,0-1 0 0 0,-1 0 0 0 0,0 0 0 0 0,1-1 0 0 0,-2-1 0 0 0,1 0 0 0 0,18-13 0 0 0,-27 17-8 0 0,0 1 0 0 0,0-1-1 0 0,-1 0 1 0 0,1 0 0 0 0,0 1 0 0 0,-1-1 0 0 0,1 0-1 0 0,-1-1 1 0 0,0 1 0 0 0,1 0 0 0 0,-1 0 0 0 0,0-1 0 0 0,0 1-1 0 0,-1 0 1 0 0,1-1 0 0 0,0-2 0 0 0,-1 3-9 0 0,0 0 1 0 0,0 0 0 0 0,0 0-1 0 0,-1 0 1 0 0,1 0 0 0 0,-1 0-1 0 0,1 0 1 0 0,-1 0-1 0 0,0 0 1 0 0,1 1 0 0 0,-1-1-1 0 0,0 0 1 0 0,0 0 0 0 0,0 1-1 0 0,-1-1 1 0 0,0-1-1 0 0,-4-3-134 0 0,0 1 0 0 0,0 0-1 0 0,0 1 1 0 0,0-1-1 0 0,-1 1 1 0 0,0 1 0 0 0,1-1-1 0 0,-2 1 1 0 0,-7-3-1 0 0,-9-1-565 0 0,1 1-1 0 0,-1 0 0 0 0,0 2 0 0 0,0 1 1 0 0,-1 1-1 0 0,-26 2 0 0 0,-2 2-4793 0 0,-91 18 0 0 0,86-9-1597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1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94 1252 0 0,'-18'-23'8271'0'0,"17"23"-8203"0"0,1-1 0 0 0,0 0-1 0 0,-1 0 1 0 0,1 0 0 0 0,0 1 0 0 0,-1-1 0 0 0,1 0 0 0 0,0 0 0 0 0,0 0-1 0 0,0 0 1 0 0,0 0 0 0 0,0 1 0 0 0,0-1 0 0 0,0 0 0 0 0,0 0 0 0 0,0 0-1 0 0,0 0 1 0 0,0 0 0 0 0,1 1 0 0 0,-1-1 0 0 0,0 0 0 0 0,0 0-1 0 0,2-1 1 0 0,-1 0 15 0 0,1 0-1 0 0,-1 0 1 0 0,1 0 0 0 0,0 0-1 0 0,-1 0 1 0 0,1 1-1 0 0,0-1 1 0 0,3-1 0 0 0,4-2 72 0 0,0 0-1 0 0,-1 1 1 0 0,15-4 0 0 0,-17 6-125 0 0,0 0-1 0 0,0 0 1 0 0,1 1-1 0 0,-1 0 0 0 0,1 0 1 0 0,-1 1-1 0 0,1 0 0 0 0,-1 0 1 0 0,1 0-1 0 0,-1 1 1 0 0,1 0-1 0 0,-1 0 0 0 0,0 1 1 0 0,1 0-1 0 0,-1 0 0 0 0,0 0 1 0 0,0 1-1 0 0,0-1 1 0 0,-1 2-1 0 0,1-1 0 0 0,-1 1 1 0 0,1-1-1 0 0,-1 1 0 0 0,0 1 1 0 0,-1-1-1 0 0,1 1 0 0 0,-1 0 1 0 0,0 0-1 0 0,0 0 1 0 0,0 1-1 0 0,-1-1 0 0 0,0 1 1 0 0,0 0-1 0 0,0 0 0 0 0,-1 0 1 0 0,0 0-1 0 0,0 0 1 0 0,2 12-1 0 0,-3-3 92 0 0,0 1 0 0 0,0-1 0 0 0,-2 0-1 0 0,0 1 1 0 0,0-1 0 0 0,-2 0 0 0 0,0 0 0 0 0,0 0 0 0 0,-9 21 0 0 0,-1-4 241 0 0,-2-1 0 0 0,-1 0 1 0 0,-21 30-1 0 0,23-42 80 0 0,4-3 345 0 0,28-30-482 0 0,324-274-189 0 0,-332 280-176 0 0,0-1 1 0 0,15-18-1 0 0,-24 26 12 0 0,-3 1-18 0 0,0 0 61 0 0,0 0 0 0 0,0 1 0 0 0,0-1 0 0 0,0 1 0 0 0,0-1 0 0 0,0 1 0 0 0,0 0 0 0 0,0 0 0 0 0,0 0 0 0 0,0 0 1 0 0,0 0-1 0 0,0 0 0 0 0,1 0 0 0 0,-3 3 0 0 0,-27 26-4 0 0,21-20 27 0 0,-7 7-24 0 0,1 1 0 0 0,1 0-1 0 0,-18 29 1 0 0,29-40 18 0 0,-1 0 0 0 0,1 1 0 0 0,0-1-1 0 0,1 1 1 0 0,0 0 0 0 0,0 0 0 0 0,1 1 0 0 0,0-1 0 0 0,0 0 0 0 0,1 1-1 0 0,0-1 1 0 0,1 1 0 0 0,0 8 0 0 0,1-12 2 0 0,0-1 0 0 0,0 0 1 0 0,1 1-1 0 0,-1-1 0 0 0,1 0 1 0 0,0 0-1 0 0,0 0 0 0 0,0 0 0 0 0,1-1 1 0 0,-1 1-1 0 0,1 0 0 0 0,0-1 0 0 0,0 0 1 0 0,0 0-1 0 0,1 0 0 0 0,-1 0 0 0 0,1 0 1 0 0,-1-1-1 0 0,1 1 0 0 0,0-1 0 0 0,0 0 1 0 0,0 0-1 0 0,0-1 0 0 0,1 1 0 0 0,6 1 1 0 0,5 1-254 0 0,0-1 1 0 0,0 0 0 0 0,0-1 0 0 0,1-1-1 0 0,27-2 1 0 0,53-8-2987 0 0,-32-3-1997 0 0,-16 2-619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1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91 104 0 0,'-2'-1'3399'0'0,"-25"-3"4011"0"0,-17-5 246 0 0,42 8-6977 0 0,0 1-425 0 0,-16-5 1587 0 0,15 1-1118 0 0,13 0-586 0 0,105-15 67 0 0,-21 4-2282 0 0,-70 11-2031 0 0,41-15 1 0 0,-51 13 93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1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9 3420 0 0,'-3'-1'2585'0'0,"-31"-7"7133"0"0,19 9-8093 0 0,14-1-1508 0 0,0 1 1 0 0,0-1 0 0 0,0 1-1 0 0,-1 0 1 0 0,1 0 0 0 0,0 0 0 0 0,0 0-1 0 0,0 0 1 0 0,0 0 0 0 0,0 0-1 0 0,1 0 1 0 0,-1 0 0 0 0,0 0 0 0 0,0 0-1 0 0,1 1 1 0 0,-1-1 0 0 0,0 0-1 0 0,0 2 1 0 0,-8 25 1270 0 0,9-26-1313 0 0,-44 170 2831 0 0,27-88-2784 0 0,-7 96 0 0 0,22-162-796 0 0,-1 40-2174 0 0,4-53 1762 0 0,-1 0 0 0 0,1 0 1 0 0,0-1-1 0 0,0 1 0 0 0,2 6 0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3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99 740 0 0,'-1'-2'1968'0'0,"0"0"-1585"0"0,-1-2 185 0 0,1 1 0 0 0,-1-1 0 0 0,1 1 0 0 0,0-1 0 0 0,0 0 0 0 0,0 0 0 0 0,0 1 0 0 0,1-1 0 0 0,-1-4 0 0 0,2 5-486 0 0,-1 0 0 0 0,0 1 1 0 0,0-1-1 0 0,1 1 0 0 0,-1-1 1 0 0,1 1-1 0 0,0-1 0 0 0,0 1 1 0 0,0 0-1 0 0,0-1 0 0 0,0 1 0 0 0,0 0 1 0 0,1 0-1 0 0,-1 0 0 0 0,1 0 1 0 0,0 0-1 0 0,-1 0 0 0 0,1 0 1 0 0,3-2-1 0 0,-4 3-72 0 0,0 1 0 0 0,0-1 0 0 0,0 0 0 0 0,1 1 0 0 0,-1-1 0 0 0,0 1 0 0 0,0-1 0 0 0,1 1 0 0 0,-1 0 0 0 0,0 0 0 0 0,0-1 0 0 0,1 1 0 0 0,-1 0 0 0 0,0 0 0 0 0,1 0 0 0 0,-1 0 0 0 0,0 0 0 0 0,0 1 0 0 0,1-1 0 0 0,-1 0 0 0 0,0 1 1 0 0,2 0-1 0 0,0 0-5 0 0,0 0 0 0 0,-1 0 0 0 0,1 1 0 0 0,0-1 1 0 0,-1 1-1 0 0,1 0 0 0 0,-1 0 0 0 0,4 4 0 0 0,-3-3 0 0 0,-1 0-1 0 0,1 0 0 0 0,-1 0 1 0 0,0 1-1 0 0,0-1 0 0 0,0 1 1 0 0,-1 0-1 0 0,1-1 1 0 0,-1 1-1 0 0,0 0 0 0 0,0 0 1 0 0,0 0-1 0 0,0 0 0 0 0,-1 0 1 0 0,0 6-1 0 0,0-3 14 0 0,-1 0 0 0 0,0 0 1 0 0,0 0-1 0 0,-1 0 0 0 0,0 0 0 0 0,0 0 0 0 0,-1 0 0 0 0,-3 6 0 0 0,-4 5 55 0 0,0-1 0 0 0,-1 0 0 0 0,-1-1 0 0 0,-1 0 0 0 0,-18 17 0 0 0,6-9 198 0 0,-2-1 0 0 0,-47 31 0 0 0,-65 29 1305 0 0,56-35-428 0 0,82-48-1138 0 0,1 0 1 0 0,-1 0-1 0 0,0 1 0 0 0,1-1 1 0 0,-1 0-1 0 0,0 1 0 0 0,1-1 0 0 0,-1 1 1 0 0,1-1-1 0 0,-1 1 0 0 0,0-1 1 0 0,1 1-1 0 0,-1-1 0 0 0,1 1 0 0 0,0 0 1 0 0,-1-1-1 0 0,1 1 0 0 0,-1-1 1 0 0,1 1-1 0 0,0 0 0 0 0,-1 0 1 0 0,1-1-1 0 0,0 1 0 0 0,0 1 0 0 0,0-1-6 0 0,1-1-1 0 0,-1 1 1 0 0,1-1-1 0 0,-1 1 1 0 0,1-1-1 0 0,-1 1 1 0 0,1-1-1 0 0,0 1 0 0 0,-1-1 1 0 0,1 0-1 0 0,0 1 1 0 0,-1-1-1 0 0,1 0 1 0 0,0 1-1 0 0,0-1 1 0 0,-1 0-1 0 0,1 0 0 0 0,0 0 1 0 0,1 0-1 0 0,51 4-35 0 0,-45-4 65 0 0,139-2-1656 0 0,-49-8-4646 0 0,-56 4 1336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3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43 1232 0 0,'-11'-8'3187'0'0,"-20"-14"5364"0"0,12 11-6096 0 0,17 10-1993 0 0,-4 1 99 0 0,5 0-545 0 0,1 0 0 0 0,0 0 0 0 0,-1 0-1 0 0,1 0 1 0 0,0-1 0 0 0,-1 1 0 0 0,1 0 0 0 0,-1 0 0 0 0,1 0-1 0 0,0 0 1 0 0,-1 0 0 0 0,1 0 0 0 0,0 1 0 0 0,-1-1 0 0 0,1 0-1 0 0,0 0 1 0 0,-1 0 0 0 0,1 0 0 0 0,0 0 0 0 0,-1 0 0 0 0,1 0-1 0 0,0 1 1 0 0,-1-1 0 0 0,1 0 0 0 0,0 0 0 0 0,0 1 0 0 0,-1-1-1 0 0,1 0 1 0 0,0 0 0 0 0,0 1 0 0 0,-1-1 0 0 0,1 0 0 0 0,0 1-1 0 0,0-1 1 0 0,0 0 0 0 0,-1 0 0 0 0,1 1 0 0 0,0-1 0 0 0,0 0-1 0 0,0 1 1 0 0,0-1 0 0 0,0 1 0 0 0,-7 24 121 0 0,2 1 1 0 0,0-1-1 0 0,2 1 0 0 0,-1 42 0 0 0,3-52-101 0 0,1-9-26 0 0,0-1 1 0 0,0 1-1 0 0,0-1 1 0 0,1 0-1 0 0,0 1 0 0 0,0-1 1 0 0,0 0-1 0 0,1 0 0 0 0,0 0 1 0 0,0 0-1 0 0,1 0 1 0 0,0 0-1 0 0,6 10 0 0 0,-6-13-11 0 0,-1 0 0 0 0,1 0-1 0 0,0 0 1 0 0,1-1-1 0 0,-1 1 1 0 0,0-1-1 0 0,1 1 1 0 0,-1-1-1 0 0,1 0 1 0 0,0 0-1 0 0,0-1 1 0 0,0 1 0 0 0,0-1-1 0 0,0 0 1 0 0,0 0-1 0 0,0 0 1 0 0,0-1-1 0 0,0 1 1 0 0,1-1-1 0 0,-1 0 1 0 0,0 0-1 0 0,5-1 1 0 0,1 0-24 0 0,0-1-1 0 0,-1 0 1 0 0,1-1-1 0 0,0 0 1 0 0,-1 0-1 0 0,0-1 1 0 0,0 0-1 0 0,0-1 1 0 0,0 0 0 0 0,-1 0-1 0 0,1-1 1 0 0,-1 0-1 0 0,-1 0 1 0 0,1-1-1 0 0,-1 0 1 0 0,0 0 0 0 0,-1-1-1 0 0,0 0 1 0 0,0 0-1 0 0,-1-1 1 0 0,0 1-1 0 0,0-1 1 0 0,-1 0 0 0 0,0 0-1 0 0,0-1 1 0 0,2-11-1 0 0,-4 12 27 0 0,6-20 959 0 0,6-37-1 0 0,-14 64-827 0 0,-1 5-121 0 0,-38 324 591 0 0,25-182 2 0 0,-50 220 0 0 0,58-341-394 0 0,-2 1 0 0 0,0-1 0 0 0,-2 0 0 0 0,0-1 0 0 0,-2 0-1 0 0,-17 27 1 0 0,23-43-96 0 0,1 0 0 0 0,-1 0-1 0 0,0-1 1 0 0,-1 0-1 0 0,1 0 1 0 0,-1 0 0 0 0,0-1-1 0 0,-1 0 1 0 0,-10 6 0 0 0,12-9-59 0 0,0 1 1 0 0,0-1-1 0 0,0 0 1 0 0,-1-1-1 0 0,1 0 1 0 0,-1 0-1 0 0,1 0 1 0 0,-1-1-1 0 0,1 1 1 0 0,-1-2 0 0 0,1 1-1 0 0,-1-1 1 0 0,1 0-1 0 0,-8-2 1 0 0,5 1-25 0 0,0-1 0 0 0,0 0 1 0 0,0-1-1 0 0,1 0 0 0 0,-1 0 1 0 0,1 0-1 0 0,0-1 1 0 0,0-1-1 0 0,1 1 0 0 0,-1-1 1 0 0,1-1-1 0 0,1 1 0 0 0,-11-14 1 0 0,12 14-30 0 0,1-1 1 0 0,0 1-1 0 0,1-1 1 0 0,-1 0-1 0 0,1 0 1 0 0,1 0 0 0 0,-1-1-1 0 0,1 1 1 0 0,0-1-1 0 0,1 1 1 0 0,0-1-1 0 0,0 0 1 0 0,1 0-1 0 0,0 1 1 0 0,0-1-1 0 0,1 0 1 0 0,1-8-1 0 0,3-3-224 0 0,0 1-1 0 0,2 0 1 0 0,-1 1-1 0 0,2-1 1 0 0,1 1-1 0 0,0 1 0 0 0,1 0 1 0 0,0 0-1 0 0,2 1 1 0 0,14-17-1 0 0,8-3-1437 0 0,0 1 0 0 0,71-51 0 0 0,7 7-5834 0 0,-55 41-252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75 3096 0 0,'-13'-2'15686'0'0,"13"2"-15660"0"0,0 0-1 0 0,1 0 1 0 0,-1 0-1 0 0,0 0 0 0 0,0 0 1 0 0,0 0-1 0 0,0 0 1 0 0,0-1-1 0 0,0 1 0 0 0,0 0 1 0 0,1 0-1 0 0,-1 0 0 0 0,0 0 1 0 0,0 0-1 0 0,0 0 1 0 0,0 0-1 0 0,0 0 0 0 0,0 0 1 0 0,0 0-1 0 0,0-1 1 0 0,0 1-1 0 0,0 0 0 0 0,0 0 1 0 0,1 0-1 0 0,-1 0 1 0 0,0 0-1 0 0,0 0 0 0 0,0-1 1 0 0,0 1-1 0 0,0 0 0 0 0,0 0 1 0 0,0 0-1 0 0,0 0 1 0 0,0 0-1 0 0,0 0 0 0 0,0-1 1 0 0,0 1-1 0 0,0 0 1 0 0,0 0-1 0 0,0 0 0 0 0,-1 0 1 0 0,1 0-1 0 0,0 0 1 0 0,0 0-1 0 0,0-1 0 0 0,0 1 1 0 0,0 0-1 0 0,0 0 0 0 0,0 0 1 0 0,0 0-1 0 0,0 0 1 0 0,0 0-1 0 0,0 0 0 0 0,-1 0 1 0 0,1 0-1 0 0,0-1 1 0 0,0 1-1 0 0,0 0 0 0 0,0 0 1 0 0,0 0-1 0 0,21-7 515 0 0,29-4-329 0 0,46-6-1118 0 0,-32 5-3007 0 0,-27 0-3281 0 0,-21 5 533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4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13 1444 0 0,'-2'-1'3202'0'0,"-10"-6"1683"0"0,10 6-4031 0 0,0 1 1 0 0,0-1-1 0 0,0 0 0 0 0,0 1 1 0 0,0-1-1 0 0,0 1 1 0 0,-4 0-1 0 0,5 0-704 0 0,0 1 1 0 0,0 0-1 0 0,0-1 0 0 0,0 1 0 0 0,0 0 0 0 0,0 0 1 0 0,0 0-1 0 0,1 0 0 0 0,-1 0 0 0 0,0 0 0 0 0,1 0 1 0 0,-1 0-1 0 0,0 0 0 0 0,1 0 0 0 0,-1 0 0 0 0,1 0 1 0 0,0 1-1 0 0,-1-1 0 0 0,1 0 0 0 0,0 0 0 0 0,0 1 1 0 0,0-1-1 0 0,0 0 0 0 0,0 2 0 0 0,-4 30 731 0 0,3-1-1 0 0,1 42 1 0 0,1 0-491 0 0,-2-53-346 0 0,0 146-348 0 0,10-58-3699 0 0,0-75 924 0 0,1-14-2786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90 138 3380 0 0,'0'-6'1194'0'0,"0"-1"-1"0"0,1 1 1 0 0,-1 0-1 0 0,1 0 1 0 0,1 0 0 0 0,-1 0-1 0 0,1 0 1 0 0,0 1-1 0 0,4-9 1 0 0,-3 9-1004 0 0,0 1 0 0 0,0-1 0 0 0,1 1 0 0 0,-1 0 0 0 0,1 0 0 0 0,0 0 0 0 0,1 1 0 0 0,-1-1 0 0 0,0 1 0 0 0,1 0 0 0 0,0 0 0 0 0,0 0 0 0 0,0 1 0 0 0,0 0 0 0 0,0 0 0 0 0,8-2 0 0 0,-2 1-137 0 0,-1 0 0 0 0,1 2 0 0 0,-1-1 0 0 0,1 1 0 0 0,0 0 0 0 0,0 1 0 0 0,-1 1 0 0 0,1 0 0 0 0,19 4 0 0 0,-27-5-49 0 0,0 1 0 0 0,1 0 0 0 0,-1 0-1 0 0,0 0 1 0 0,0 0 0 0 0,0 0 0 0 0,0 1 0 0 0,0 0-1 0 0,-1-1 1 0 0,1 1 0 0 0,0 0 0 0 0,-1 0 0 0 0,1 1-1 0 0,-1-1 1 0 0,0 0 0 0 0,0 1 0 0 0,0 0 0 0 0,0-1-1 0 0,0 1 1 0 0,0 0 0 0 0,-1 0 0 0 0,0 0 0 0 0,1 0-1 0 0,-1 0 1 0 0,0 0 0 0 0,0 0 0 0 0,-1 0 0 0 0,1 1-1 0 0,-1-1 1 0 0,1 0 0 0 0,-1 0 0 0 0,0 1 0 0 0,0-1-1 0 0,-1 0 1 0 0,0 5 0 0 0,-1 1 10 0 0,0 0 0 0 0,-1 0 0 0 0,0 0 0 0 0,0-1 0 0 0,-1 0 0 0 0,0 1 0 0 0,-1-1 0 0 0,0-1 0 0 0,0 1 0 0 0,-1-1 0 0 0,-7 9 0 0 0,-11 7 137 0 0,-44 37-1 0 0,55-50-64 0 0,-30 28 1715 0 0,42-37-1338 0 0,1-1-459 0 0,0 0-1 0 0,0 0 1 0 0,0 1 0 0 0,0-1 0 0 0,0 0-1 0 0,0 0 1 0 0,0 0 0 0 0,0 1-1 0 0,0-1 1 0 0,0 0 0 0 0,0 0-1 0 0,0 1 1 0 0,0-1 0 0 0,0 0 0 0 0,0 0-1 0 0,0 0 1 0 0,0 1 0 0 0,0-1-1 0 0,0 0 1 0 0,1 0 0 0 0,-1 0-1 0 0,0 1 1 0 0,0-1 0 0 0,0 0 0 0 0,0 0-1 0 0,1 0 1 0 0,-1 0 0 0 0,0 0-1 0 0,0 1 1 0 0,0-1 0 0 0,0 0 0 0 0,1 0-1 0 0,-1 0 1 0 0,0 0 0 0 0,0 0-1 0 0,1 0 1 0 0,-1 0 0 0 0,0 0-1 0 0,13 2 51 0 0,-5-2-46 0 0,2 2-10 0 0,1 0-1 0 0,-2 0 1 0 0,1 1-1 0 0,0 0 1 0 0,0 1-1 0 0,-1 0 1 0 0,0 0 0 0 0,0 1-1 0 0,0 1 1 0 0,15 11-1 0 0,-17-11 30 0 0,0 1-1 0 0,0 0 0 0 0,-1 1 0 0 0,1 0 0 0 0,-2 0 0 0 0,1 0 0 0 0,-1 0 0 0 0,0 1 1 0 0,-1 0-1 0 0,0 0 0 0 0,-1 0 0 0 0,0 0 0 0 0,0 1 0 0 0,-1-1 0 0 0,3 19 1 0 0,-5-20 167 0 0,0 0 1 0 0,0 0-1 0 0,-1 1 1 0 0,0-1-1 0 0,0 0 1 0 0,-1 0-1 0 0,0 0 1 0 0,0 0-1 0 0,-1-1 1 0 0,0 1 0 0 0,-1-1-1 0 0,1 1 1 0 0,-1-1-1 0 0,-1 0 1 0 0,1-1-1 0 0,-1 1 1 0 0,-1-1-1 0 0,1 0 1 0 0,-9 8-1 0 0,4-6-53 0 0,-1-1 0 0 0,0 0-1 0 0,0 0 1 0 0,0-1-1 0 0,-1 0 1 0 0,0-1 0 0 0,0-1-1 0 0,0 0 1 0 0,-1 0 0 0 0,1-1-1 0 0,-1-1 1 0 0,0 0-1 0 0,0 0 1 0 0,0-2 0 0 0,0 0-1 0 0,0 0 1 0 0,0-1-1 0 0,0 0 1 0 0,-24-7 0 0 0,33 7-332 0 0,0-1 0 0 0,0 1 0 0 0,1-1 0 0 0,-1 0 0 0 0,1 1 0 0 0,-1-2 0 0 0,1 1 0 0 0,0 0 0 0 0,0-1 0 0 0,0 1 0 0 0,0-1 0 0 0,0 0 0 0 0,1 0 0 0 0,-3-4 0 0 0,3 5-121 0 0,1 0 0 0 0,0 0 0 0 0,0-1-1 0 0,0 1 1 0 0,1 0 0 0 0,-1-1 0 0 0,1 1 0 0 0,-1-1-1 0 0,1 1 1 0 0,0 0 0 0 0,0-1 0 0 0,0 1-1 0 0,0-1 1 0 0,0 1 0 0 0,0-1 0 0 0,1 1 0 0 0,-1 0-1 0 0,1-1 1 0 0,0 1 0 0 0,0 0 0 0 0,0-1 0 0 0,0 1-1 0 0,2-4 1 0 0,22-28-7923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5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80 2840 0 0,'-3'-12'14268'0'0,"4"11"-14024"0"0,0-1-1 0 0,1 0 0 0 0,-1 0 1 0 0,0 0-1 0 0,1 1 0 0 0,-1-1 1 0 0,1 1-1 0 0,0-1 0 0 0,0 1 1 0 0,-1-1-1 0 0,1 1 0 0 0,0 0 1 0 0,0 0-1 0 0,0 0 0 0 0,0 0 1 0 0,0 1-1 0 0,0-1 0 0 0,5-1 1 0 0,48-9-540 0 0,-43 9 651 0 0,51-9-578 0 0,122-6 0 0 0,-183 17 162 0 0,0 0-1 0 0,0 0 0 0 0,1 0 0 0 0,-1 0 1 0 0,0 1-1 0 0,0-1 0 0 0,0 1 0 0 0,0-1 0 0 0,1 1 1 0 0,-1 0-1 0 0,0 0 0 0 0,0 0 0 0 0,2 1 1 0 0,-3-1 49 0 0,-1 0 0 0 0,1-1-1 0 0,-1 1 1 0 0,1 0 0 0 0,-1 0 0 0 0,0 0 0 0 0,1 0 0 0 0,-1 0 0 0 0,0 0 0 0 0,1 0 0 0 0,-1-1 0 0 0,0 1 0 0 0,0 0-1 0 0,0 0 1 0 0,0 0 0 0 0,0 0 0 0 0,0 0 0 0 0,0 0 0 0 0,0 0 0 0 0,0 0 0 0 0,-1 0 0 0 0,1 0 0 0 0,0 0 0 0 0,-1 0 0 0 0,1 0-1 0 0,0 0 1 0 0,-1-1 0 0 0,1 1 0 0 0,-1 0 0 0 0,1 0 0 0 0,-1 0 0 0 0,-1 0 0 0 0,-22 34 15 0 0,-3-1 0 0 0,0-1 1 0 0,-39 34-1 0 0,21-21 546 0 0,25-25-196 0 0,-6 5 585 0 0,-43 57 0 0 0,69-82-923 0 0,0-1-1 0 0,-1 0 1 0 0,1 1 0 0 0,0-1 0 0 0,0 1 0 0 0,0-1 0 0 0,0 1-1 0 0,0-1 1 0 0,0 0 0 0 0,0 1 0 0 0,0-1 0 0 0,0 1 0 0 0,0-1 0 0 0,0 1-1 0 0,0-1 1 0 0,0 0 0 0 0,0 1 0 0 0,0-1 0 0 0,0 1 0 0 0,0-1-1 0 0,1 0 1 0 0,-1 1 0 0 0,0-1 0 0 0,0 1 0 0 0,0-1 0 0 0,1 0-1 0 0,-1 1 1 0 0,0-1 0 0 0,0 0 0 0 0,1 1 0 0 0,-1-1 0 0 0,0 0 0 0 0,1 0-1 0 0,-1 1 1 0 0,1-1 0 0 0,-1 0 0 0 0,0 0 0 0 0,1 0 0 0 0,-1 1-1 0 0,1-1 1 0 0,-1 0 0 0 0,0 0 0 0 0,1 0 0 0 0,18 5 299 0 0,1-3-542 0 0,0-2 0 0 0,1-1 0 0 0,-1 0 0 0 0,0-1 0 0 0,33-9 0 0 0,-26 6-520 0 0,104-21-3994 0 0,-45 7-1950 0 0,-23 3-1194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5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29 2892 0 0,'-53'0'13255'0'0,"36"-1"-7151"0"0,22-1-4347 0 0,22-2-783 0 0,35-3-1205 0 0,-29 5-421 0 0,56-5-2549 0 0,-32 2-7608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5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24 2068 0 0,'-132'57'19410'0'0,"144"-50"-18208"0"0,19-4-1159 0 0,0-2-1 0 0,-1-1 1 0 0,1-1-1 0 0,43-8 1 0 0,-19-1-4036 0 0,87-27 1 0 0,-98 21-956 0 0,0-3-2608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6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55 2992 0 0,'16'-40'15853'0'0,"-9"26"-9657"0"0,-6 24-4535 0 0,-2 11-234 0 0,0 0-1 0 0,-6 24 1 0 0,-27 88-191 0 0,1-44-1416 0 0,-65 126-1 0 0,46-107-6057 0 0,49-102 5478 0 0,-12 28-3151 0 0,7-11-3880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6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214 136 1648 0 0,'29'-53'18216'0'0,"-38"74"-16709"0"0,2-7-1271 0 0,0 1 1 0 0,1 0-1 0 0,1 0 0 0 0,1 0 0 0 0,0 1 0 0 0,1 0 1 0 0,1-1-1 0 0,0 1 0 0 0,1 0 0 0 0,1 0 0 0 0,2 27 1 0 0,-1-38-207 0 0,1-1 1 0 0,-1 0-1 0 0,1 1 1 0 0,-1-1-1 0 0,1 0 1 0 0,1 0-1 0 0,-1 0 1 0 0,1 0-1 0 0,-1 0 1 0 0,1 0-1 0 0,0-1 1 0 0,0 1-1 0 0,1-1 1 0 0,-1 0-1 0 0,1 0 1 0 0,-1 0-1 0 0,1 0 1 0 0,0-1-1 0 0,0 0 1 0 0,0 1-1 0 0,1-2 1 0 0,-1 1-1 0 0,0 0 1 0 0,1-1-1 0 0,-1 0 1 0 0,1 0-1 0 0,-1 0 1 0 0,1 0-1 0 0,0-1 1 0 0,-1 0-1 0 0,1 0 1 0 0,0 0-1 0 0,-1-1 1 0 0,1 1-1 0 0,0-1 1 0 0,-1 0-1 0 0,1 0 1 0 0,-1-1-1 0 0,0 1 1 0 0,1-1-1 0 0,-1 0 1 0 0,0 0-1 0 0,5-4 1 0 0,2-3-1 0 0,0-1 1 0 0,0 0-1 0 0,-1-1 1 0 0,-1 0-1 0 0,0 0 1 0 0,0-1-1 0 0,-1 0 1 0 0,0-1-1 0 0,-1 0 1 0 0,-1 0-1 0 0,0-1 1 0 0,-1 1 0 0 0,0-1-1 0 0,-1 0 1 0 0,-1-1-1 0 0,0 1 1 0 0,-1-1-1 0 0,1-19 1 0 0,-3 30-12 0 0,0-1 1 0 0,-1 0 0 0 0,1 1-1 0 0,-1-1 1 0 0,0 1 0 0 0,0 0-1 0 0,0-1 1 0 0,-1 1 0 0 0,1 0 0 0 0,-1 0-1 0 0,0-1 1 0 0,0 1 0 0 0,-1 1-1 0 0,1-1 1 0 0,-1 0 0 0 0,-3-4-1 0 0,1 4-86 0 0,0 0 0 0 0,0 0 0 0 0,0 1 0 0 0,-1-1 0 0 0,1 1 0 0 0,-1 0 0 0 0,0 0 0 0 0,0 1-1 0 0,0 0 1 0 0,-8-3 0 0 0,-7 2-716 0 0,0-1 1 0 0,0 2-1 0 0,0 1 0 0 0,-1 1 0 0 0,-40 5 0 0 0,-40 11-3336 0 0,35-1-1957 0 0,10 0-2352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7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22 142 1468 0 0,'-2'-1'299'0'0,"0"0"-1"0"0,1 0 1 0 0,-1 0-1 0 0,1-1 1 0 0,0 1 0 0 0,-1-1-1 0 0,1 1 1 0 0,0-1-1 0 0,0 1 1 0 0,0-1 0 0 0,0 0-1 0 0,0 1 1 0 0,0-1-1 0 0,0 0 1 0 0,1 0-1 0 0,-1 0 1 0 0,1 0 0 0 0,-1 0-1 0 0,1 0 1 0 0,0 1-1 0 0,0-5 1 0 0,0 3-152 0 0,1 1 1 0 0,0-1-1 0 0,0 1 0 0 0,0-1 0 0 0,0 1 1 0 0,0-1-1 0 0,0 1 0 0 0,1-1 0 0 0,-1 1 1 0 0,1 0-1 0 0,-1 0 0 0 0,1 0 1 0 0,4-3-1 0 0,2-3-47 0 0,1 2-1 0 0,0-1 1 0 0,1 1 0 0 0,-1 1 0 0 0,1-1-1 0 0,16-4 1 0 0,-13 5-42 0 0,2 1 0 0 0,-1 1 0 0 0,0 1 0 0 0,1 0 0 0 0,-1 1 0 0 0,1 0 0 0 0,-1 1 0 0 0,1 1 0 0 0,0 0 0 0 0,-1 1 0 0 0,0 0 0 0 0,23 8 0 0 0,-30-8-18 0 0,0 1 1 0 0,0 0-1 0 0,0 0 1 0 0,0 1-1 0 0,-1 0 1 0 0,1 0-1 0 0,-1 1 0 0 0,0-1 1 0 0,0 1-1 0 0,-1 1 1 0 0,7 6-1 0 0,-9-7 39 0 0,1 0 1 0 0,-1 0-1 0 0,0 1 0 0 0,-1-1 0 0 0,1 1 0 0 0,-1-1 1 0 0,0 1-1 0 0,0 0 0 0 0,-1 0 0 0 0,0 0 0 0 0,0 0 0 0 0,0 0 1 0 0,-1 0-1 0 0,0 0 0 0 0,-1 10 0 0 0,0-6 129 0 0,-1 0 1 0 0,0 0-1 0 0,-1 0 0 0 0,0 0 0 0 0,0 0 1 0 0,-1-1-1 0 0,0 0 0 0 0,-1 0 0 0 0,0 0 1 0 0,-11 14-1 0 0,0-3 655 0 0,0-1 0 0 0,-1-1 0 0 0,-24 18 0 0 0,39-34-517 0 0,2-2-339 0 0,0 0 0 0 0,-1-1 0 0 0,1 1 0 0 0,0 0 0 0 0,-1 0 0 0 0,1-1 0 0 0,0 1 0 0 0,0 0 0 0 0,-1-1 0 0 0,1 1 0 0 0,0 0 0 0 0,0-1 0 0 0,0 1 0 0 0,-1 0 0 0 0,1-1 0 0 0,0 1 0 0 0,0-1 0 0 0,0 1 0 0 0,0 0 0 0 0,0-1 0 0 0,0 1 0 0 0,0 0 0 0 0,0-1 0 0 0,0 1 0 0 0,0-1 0 0 0,0 1 0 0 0,0 0-1 0 0,0-1 1 0 0,0 1 0 0 0,0-1 0 0 0,0 1 0 0 0,0 0 0 0 0,1-1 0 0 0,-1 1 0 0 0,0 0 0 0 0,0-1 0 0 0,0 1 0 0 0,1 0 0 0 0,-1-1 0 0 0,8-16 65 0 0,14-15-17 0 0,1 1-1 0 0,2 0 1 0 0,47-44-1 0 0,-9 9-59 0 0,31-32-35 0 0,-93 97 9 0 0,-3 2-46 0 0,0 0 66 0 0,1 1 0 0 0,-1-1 0 0 0,0 1 0 0 0,0 0 0 0 0,1 0 0 0 0,-1 0 0 0 0,-1 3 0 0 0,-3 3-2 0 0,-10 10-9 0 0,1 1 0 0 0,0 1 0 0 0,2 0 0 0 0,0 1 0 0 0,2 0 0 0 0,0 1 0 0 0,1 1 0 0 0,1-1 0 0 0,-8 34 0 0 0,16-52 24 0 0,0-1 0 0 0,1 1 0 0 0,-1 0 0 0 0,1 0 0 0 0,0 0 1 0 0,0 0-1 0 0,0 0 0 0 0,0 0 0 0 0,1-1 0 0 0,-1 1 0 0 0,1 0 0 0 0,0 0 0 0 0,0 0 0 0 0,0-1 0 0 0,1 1 0 0 0,0-1 0 0 0,-1 1 0 0 0,1-1 0 0 0,4 5 1 0 0,-2-3-3 0 0,0-1 0 0 0,1 0 1 0 0,0 0-1 0 0,0 0 0 0 0,0-1 1 0 0,0 0-1 0 0,0 0 0 0 0,1 0 0 0 0,-1-1 1 0 0,1 0-1 0 0,10 3 0 0 0,6 1-719 0 0,1-2 0 0 0,0 0 0 0 0,45 1-1 0 0,71-11-8156 0 0,-94 0 3501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8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79 120 3012 0 0,'-3'0'2318'0'0,"-44"-2"5099"0"0,44 2-6610 0 0,0 0-156 0 0,-3 0-368 0 0,-10 0 1421 0 0,15-2-1041 0 0,12-2-630 0 0,137-28 476 0 0,-37 10-499 0 0,-59 11-704 0 0,33-8-2211 0 0,-73 15 632 0 0,-1 0-1 0 0,18-9 1 0 0,-17 7-2311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53 1720 0 0,'-27'-23'10303'0'0,"-1"-2"-978"0"0,24 23-8818 0 0,4 2-488 0 0,0 0 0 0 0,0 0-1 0 0,0 0 1 0 0,0 0 0 0 0,-1-1 0 0 0,1 1 0 0 0,0 0 0 0 0,0 0 0 0 0,0 0 0 0 0,-1 0 0 0 0,1 0 0 0 0,0-1 0 0 0,0 1 0 0 0,0 0 0 0 0,-1 0 0 0 0,1 0 0 0 0,0 0 0 0 0,0 0 0 0 0,0 0 0 0 0,-1 0 0 0 0,1 0 0 0 0,0 0 0 0 0,0 0 0 0 0,-1 0 0 0 0,1 0-1 0 0,0 0 1 0 0,0 0 0 0 0,0 0 0 0 0,-1 0 0 0 0,1 0 0 0 0,0 0 0 0 0,0 0 0 0 0,-1 0 0 0 0,1 1 0 0 0,-3 3 241 0 0,0 0 0 0 0,0 0 1 0 0,0 0-1 0 0,1 1 0 0 0,-1 0 0 0 0,1-1 0 0 0,0 1 1 0 0,1 0-1 0 0,-3 9 0 0 0,-7 52 894 0 0,9-50-1049 0 0,-18 203 873 0 0,14-133-1046 0 0,2-42-942 0 0,-4-3-3358 0 0,-3-27-750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8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289 184 376 0 0,'-10'-10'3890'0'0,"4"4"-2149"0"0,-1 0 0 0 0,1 0-1 0 0,1-1 1 0 0,-1 0 0 0 0,-6-11 0 0 0,11 16-1605 0 0,0 0 1 0 0,0 0 0 0 0,0-1 0 0 0,1 1-1 0 0,-1 0 1 0 0,1-1 0 0 0,-1 1 0 0 0,1 0-1 0 0,0-1 1 0 0,-1 1 0 0 0,1-1 0 0 0,1 1-1 0 0,-1 0 1 0 0,0-1 0 0 0,1 1 0 0 0,-1-1 0 0 0,1 1-1 0 0,-1 0 1 0 0,1-1 0 0 0,0 1 0 0 0,0 0-1 0 0,0 0 1 0 0,1 0 0 0 0,-1 0 0 0 0,2-2-1 0 0,1-2-84 0 0,1 1 0 0 0,-1 0 0 0 0,1 0 0 0 0,0 1 0 0 0,1-1-1 0 0,-1 1 1 0 0,1 0 0 0 0,0 1 0 0 0,0 0 0 0 0,0-1 0 0 0,0 2-1 0 0,0-1 1 0 0,1 1 0 0 0,-1 0 0 0 0,1 0 0 0 0,0 1 0 0 0,0 0 0 0 0,-1 0-1 0 0,15 0 1 0 0,-16 1-32 0 0,-1 1 0 0 0,1-1 0 0 0,0 1 0 0 0,0 0-1 0 0,-1 0 1 0 0,1 0 0 0 0,-1 1 0 0 0,1-1 0 0 0,-1 1 0 0 0,1 0-1 0 0,-1 0 1 0 0,0 1 0 0 0,0 0 0 0 0,0-1 0 0 0,0 1 0 0 0,-1 0 0 0 0,1 1-1 0 0,-1-1 1 0 0,0 1 0 0 0,0-1 0 0 0,0 1 0 0 0,0 0 0 0 0,-1 0-1 0 0,1 0 1 0 0,-1 1 0 0 0,0-1 0 0 0,0 0 0 0 0,-1 1 0 0 0,2 5-1 0 0,-1 1 116 0 0,-1 0-1 0 0,0 0 1 0 0,-1 0-1 0 0,0 1 1 0 0,0-1-1 0 0,-1 0 1 0 0,-1 0-1 0 0,0 0 1 0 0,-1 0-1 0 0,0 0 1 0 0,0 0-1 0 0,-1-1 1 0 0,-6 11-1 0 0,-5 10 470 0 0,-2 0 0 0 0,-40 53-1 0 0,-2-12 1099 0 0,-117 112-1 0 0,103-112-836 0 0,14-15-41 0 0,58-55-773 0 0,1-2-48 0 0,0 1-1 0 0,0-1 1 0 0,1 0 0 0 0,-1 1 0 0 0,0-1 0 0 0,1 0 0 0 0,-1 1 0 0 0,0-1 0 0 0,0 0 0 0 0,1 0 0 0 0,-1 1-1 0 0,1-1 1 0 0,-1 0 0 0 0,0 0 0 0 0,1 0 0 0 0,-1 1 0 0 0,1-1 0 0 0,-1 0 0 0 0,0 0 0 0 0,1 0 0 0 0,-1 0-1 0 0,1 0 1 0 0,-1 0 0 0 0,0 0 0 0 0,1 0 0 0 0,-1 0 0 0 0,1 0 0 0 0,-1 0 0 0 0,1 0 0 0 0,-1 0-1 0 0,0 0 1 0 0,1 0 0 0 0,-1 0 0 0 0,1-1 0 0 0,19 0 13 0 0,-19 1-14 0 0,235-67-4516 0 0,-82 14-5431 0 0,-125 43 7048 0 0,22-8-6197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29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39 844 0 0,'-9'-7'2485'0'0,"1"1"566"0"0,0 0-1 0 0,-1 1 1 0 0,-17-9-1 0 0,25 14-2948 0 0,-1-1-1 0 0,1 1 1 0 0,0 0-1 0 0,0 0 1 0 0,0 0-1 0 0,-1 0 1 0 0,1 1-1 0 0,0-1 0 0 0,0 0 1 0 0,0 0-1 0 0,0 1 1 0 0,0-1-1 0 0,-1 1 1 0 0,1-1-1 0 0,0 1 1 0 0,0-1-1 0 0,0 1 1 0 0,0-1-1 0 0,0 1 0 0 0,1 0 1 0 0,-1 0-1 0 0,-2 1 1 0 0,-14 20 1275 0 0,12-12-1176 0 0,0-1 1 0 0,1 1-1 0 0,0 0 0 0 0,1 1 1 0 0,0-1-1 0 0,0 0 0 0 0,2 1 1 0 0,-1 0-1 0 0,1-1 1 0 0,0 1-1 0 0,1 0 0 0 0,1 0 1 0 0,0-1-1 0 0,0 1 0 0 0,1-1 1 0 0,0 1-1 0 0,4 12 1 0 0,-3-15-150 0 0,0 0 1 0 0,1 0 0 0 0,0 0 0 0 0,0-1-1 0 0,0 1 1 0 0,1-1 0 0 0,0 0 0 0 0,1 0 0 0 0,-1-1-1 0 0,1 0 1 0 0,1 0 0 0 0,-1 0 0 0 0,1-1-1 0 0,0 0 1 0 0,0 0 0 0 0,0 0 0 0 0,1-1-1 0 0,0 0 1 0 0,0-1 0 0 0,0 0 0 0 0,14 4 0 0 0,-14-5-24 0 0,0-1 1 0 0,0 0 0 0 0,1 0 0 0 0,-1 0 0 0 0,0-1 0 0 0,0-1 0 0 0,0 1 0 0 0,0-1 0 0 0,1-1 0 0 0,-1 1 0 0 0,-1-1 0 0 0,1-1 0 0 0,11-4 0 0 0,-11 3-15 0 0,1-1 0 0 0,-1 0 0 0 0,-1-1 0 0 0,1 1 0 0 0,-1-1 0 0 0,0-1 0 0 0,0 0 0 0 0,-1 0 0 0 0,0 0 0 0 0,0 0 0 0 0,7-12 0 0 0,2-8 1041 0 0,11-29 1 0 0,-5 12 790 0 0,-20 42-1769 0 0,-1 4-53 0 0,0 1 0 0 0,0-1 0 0 0,0 0 0 0 0,0 0 1 0 0,0 1-1 0 0,0-1 0 0 0,-1 0 0 0 0,0 4 0 0 0,-135 589 2278 0 0,29-121-730 0 0,56-287-1573 0 0,39-152 0 0 0,-2 0 0 0 0,-1-1 0 0 0,-22 35 0 0 0,34-63 0 0 0,-1 0 0 0 0,0 0 0 0 0,0-1 0 0 0,-1 1 0 0 0,1-1 0 0 0,-1 0 0 0 0,0 0 0 0 0,0-1 0 0 0,-1 0 0 0 0,1 0 0 0 0,-1 0 0 0 0,0 0 0 0 0,-9 3 0 0 0,-1-3 0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1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45 892 0 0,'-196'-30'22231'0'0,"194"30"-21794"0"0,-5-2 106 0 0,3 0 444 0 0,24-2-946 0 0,1 1 0 0 0,-1 1 0 0 0,0 1 0 0 0,1 0 0 0 0,23 4 0 0 0,-18-2-495 0 0,-4-1-428 0 0,71 5-3204 0 0,-32 3-6596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2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 2084 0 0,'-191'70'18584'0'0,"189"-70"-17753"0"0,2 1-804 0 0,0-1-1 0 0,0 1 0 0 0,1-1 1 0 0,-1 1-1 0 0,0-1 1 0 0,0 0-1 0 0,0 1 0 0 0,1-1 1 0 0,-1 1-1 0 0,0-1 1 0 0,0 0-1 0 0,1 1 0 0 0,-1-1 1 0 0,0 0-1 0 0,1 1 1 0 0,-1-1-1 0 0,1 0 0 0 0,-1 0 1 0 0,0 1-1 0 0,1-1 1 0 0,-1 0-1 0 0,1 0 0 0 0,-1 0 1 0 0,0 0-1 0 0,1 1 1 0 0,-1-1-1 0 0,1 0 0 0 0,-1 0 1 0 0,1 0-1 0 0,0 0 1 0 0,16 1 113 0 0,-13-1-111 0 0,292 5-1217 0 0,-100-11-6542 0 0,-152 2 3195 0 0,-3-2-2095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2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63 1516 0 0,'41'-50'14279'0'0,"-28"37"-11720"0"0,-15 23-2402 0 0,0 0-1 0 0,-1 0 1 0 0,0 0-1 0 0,0-1 1 0 0,-1 1-1 0 0,0-1 1 0 0,-11 17-1 0 0,4-4 38 0 0,-99 168 874 0 0,53-97-1595 0 0,5 2-3282 0 0,50-92 2824 0 0,-4 11-1309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3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0 246 52 0 0,'4'-17'3032'0'0,"25"-91"12408"0"0,-26 100-14804 0 0,0-1 227 0 0,2 20-589 0 0,-3-4-248 0 0,0-1 0 0 0,1 1 1 0 0,-1 0-1 0 0,1-1 0 0 0,0 1 0 0 0,1-1 0 0 0,0 0 0 0 0,0 0 0 0 0,0-1 1 0 0,0 1-1 0 0,1-1 0 0 0,0 0 0 0 0,11 8 0 0 0,-8-7-12 0 0,1 0 0 0 0,0-1 0 0 0,0-1 0 0 0,0 0 0 0 0,0 0 0 0 0,1 0 0 0 0,0-1 0 0 0,0-1 0 0 0,14 2 0 0 0,-15-2-35 0 0,1-1-1 0 0,0 0 1 0 0,-1 0-1 0 0,1-2 1 0 0,0 1-1 0 0,-1-1 0 0 0,1 0 1 0 0,-1-1-1 0 0,1 0 1 0 0,-1-1-1 0 0,0 0 1 0 0,0 0-1 0 0,0-1 1 0 0,0 0-1 0 0,0 0 1 0 0,-1-1-1 0 0,0 0 1 0 0,0-1-1 0 0,0 0 0 0 0,-1 0 1 0 0,0-1-1 0 0,0 0 1 0 0,0 0-1 0 0,-1 0 1 0 0,9-14-1 0 0,3-8 722 0 0,-1 0-1 0 0,20-48 1 0 0,-28 63-163 0 0,-7 25 480 0 0,-4 26 267 0 0,-1-18-1361 0 0,-6 42 819 0 0,-2 64-1 0 0,11-102-1917 0 0,1-1-1 0 0,4 26 0 0 0,-2-34-1050 0 0,0-1 1 0 0,0 1-1 0 0,2-1 0 0 0,8 19 0 0 0,1-7-7291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0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89 932 0 0,'-15'-3'7050'0'0,"-10"-1"-204"0"0,37 1-6479 0 0,259-46 556 0 0,-86 24-5488 0 0,-181 25 4061 0 0,1-1-177 0 0,18-3-7283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0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47 1020 0 0,'-56'-45'11955'0'0,"54"44"-11532"0"0,1 1-342 0 0,0 0 0 0 0,0 0 0 0 0,0 0-1 0 0,0 0 1 0 0,0 1 0 0 0,0-1 0 0 0,0 0 0 0 0,0 1 0 0 0,0-1 0 0 0,0 1 0 0 0,0-1 0 0 0,0 1 0 0 0,0-1-1 0 0,-1 2 1 0 0,-2 8 305 0 0,1 1 0 0 0,0-1 0 0 0,0 1 0 0 0,1-1 0 0 0,-2 21 0 0 0,-2 14 8 0 0,-10 40-9 0 0,-7 132 1 0 0,23-204-602 0 0,0 0 0 0 0,0 0 1 0 0,1 0-1 0 0,3 15 0 0 0,-2-21-269 0 0,0-1-1 0 0,0 1 1 0 0,0-1 0 0 0,4 7-1 0 0,-4-9-293 0 0,0-1 0 0 0,0 0 0 0 0,1 1 0 0 0,-1-1 0 0 0,1 0 0 0 0,0 0 0 0 0,5 4 0 0 0,7 3-5171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1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97 2896 0 0,'22'-32'5784'0'0,"-12"17"-2960"0"0,0 0 0 0 0,18-18 0 0 0,-27 32-2504 0 0,1 2-262 0 0,-1-1-1 0 0,0 1 1 0 0,1 0-1 0 0,-1 0 1 0 0,1 0-1 0 0,-1 0 1 0 0,0 0-1 0 0,0 0 1 0 0,0 0-1 0 0,2 2 1 0 0,1 13 98 0 0,0 1 0 0 0,-2-1 0 0 0,0 1 0 0 0,0-1 0 0 0,-2 1 0 0 0,-1 24 0 0 0,1-40-152 0 0,-12 178 680 0 0,0 44-1328 0 0,12-222 588 0 0,0 1 0 0 0,0 0-1 0 0,0 0 1 0 0,0-1 0 0 0,1 1 0 0 0,-1 0 0 0 0,0 0-1 0 0,1-1 1 0 0,0 1 0 0 0,0 1 0 0 0,-1-2 37 0 0,0-1 0 0 0,1 0 0 0 0,-1 0 0 0 0,0 1 0 0 0,0-1 0 0 0,0 0 0 0 0,1 0 0 0 0,-1 0 0 0 0,0 1 0 0 0,0-1 0 0 0,1 0 0 0 0,-1 0 0 0 0,0 0 0 0 0,0 0 0 0 0,1 0 0 0 0,-1 1 0 0 0,0-1 0 0 0,1 0 0 0 0,-1 0 0 0 0,0 0 0 0 0,1 0 0 0 0,-1 0 0 0 0,0 0 0 0 0,0 0 0 0 0,1 0 0 0 0,-1 0 0 0 0,0 0 0 0 0,1 0 0 0 0,-1 0 0 0 0,0 0 0 0 0,1-1 0 0 0,-1 1 0 0 0,0 0 0 0 0,0 0 0 0 0,1 0 0 0 0,-1 0 0 0 0,0 0 0 0 0,0-1 0 0 0,1 1 0 0 0,-1 0 0 0 0,0 0 0 0 0,0 0 0 0 0,1-1 0 0 0,0 0 1 0 0,-1 0 0 0 0,1-1 1 0 0,-1 1-1 0 0,1 0 0 0 0,-1-1 1 0 0,1 1-1 0 0,-1 0 0 0 0,0-1 0 0 0,0 1 1 0 0,0 0-1 0 0,0-1 0 0 0,0 1 0 0 0,0-1 1 0 0,0 1-1 0 0,0 0 0 0 0,0-1 1 0 0,0 1-1 0 0,-1 0 0 0 0,1-1 0 0 0,-1 0 1 0 0,-9-26-12 0 0,8 23 112 0 0,0 0-1 0 0,0 1 1 0 0,-1-1 0 0 0,0 1 0 0 0,1 0 0 0 0,-1 0 0 0 0,-1 0 0 0 0,1 0 0 0 0,-1 0 0 0 0,1 1 0 0 0,-1 0 0 0 0,0-1 0 0 0,0 1 0 0 0,-1 1 0 0 0,-7-5 0 0 0,6 5-17 0 0,1 0 1 0 0,0 1-1 0 0,-1 0 1 0 0,0 0 0 0 0,1 0-1 0 0,-1 0 1 0 0,1 1 0 0 0,-1 0-1 0 0,0 1 1 0 0,1-1-1 0 0,-1 1 1 0 0,0 0 0 0 0,1 0-1 0 0,-6 3 1 0 0,-23 7 180 0 0,1 2 0 0 0,1 1 0 0 0,-53 32 1 0 0,36-14-80 0 0,-67 55 1 0 0,113-84-183 0 0,-43 39-79 0 0,44-39-20 0 0,-1 0 0 0 0,1-1 0 0 0,0 1 0 0 0,0 0 0 0 0,0 1 0 0 0,0-1 0 0 0,1 0 1 0 0,-1 0-1 0 0,1 1 0 0 0,0-1 0 0 0,0 1 0 0 0,0-1 0 0 0,-1 8 0 0 0,2-10-21 0 0,0 0-1 0 0,1 0 0 0 0,-1 0 0 0 0,0 0 0 0 0,1 1 0 0 0,-1-1 0 0 0,1 0 1 0 0,-1 0-1 0 0,1 0 0 0 0,0 0 0 0 0,0 0 0 0 0,-1-1 0 0 0,1 1 0 0 0,0 0 1 0 0,0 0-1 0 0,0 0 0 0 0,0-1 0 0 0,0 1 0 0 0,0 0 0 0 0,0-1 0 0 0,0 1 1 0 0,0-1-1 0 0,0 1 0 0 0,0-1 0 0 0,0 1 0 0 0,2-1 0 0 0,31 7-6467 0 0,-10-7-101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1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99 952 0 0,'3'-13'5274'0'0,"-1"1"1"0"0,2-24-1 0 0,-4 33-4789 0 0,0 0 1 0 0,0 0-1 0 0,1 0 1 0 0,-1 0-1 0 0,1 0 1 0 0,0 0-1 0 0,0 1 1 0 0,0-1-1 0 0,0 0 1 0 0,3-4-1 0 0,-3 6-361 0 0,15 1 89 0 0,-2 0-175 0 0,0 1-1 0 0,0 1 1 0 0,-1 1-1 0 0,1 0 0 0 0,-1 0 1 0 0,1 1-1 0 0,-1 1 1 0 0,14 7-1 0 0,-24-11-45 0 0,-1 0 0 0 0,0 0 0 0 0,0 1 0 0 0,0-1 0 0 0,0 0 0 0 0,0 1 0 0 0,-1-1 0 0 0,1 1 0 0 0,0-1 0 0 0,-1 1 0 0 0,1 0 0 0 0,-1 0 0 0 0,1 0 0 0 0,-1 0 0 0 0,0 0 0 0 0,0 0 0 0 0,0 0 0 0 0,0 0 0 0 0,1 4 0 0 0,-1-2 2 0 0,-1-1 0 0 0,0 1-1 0 0,1 0 1 0 0,-1 0-1 0 0,-1 0 1 0 0,1-1-1 0 0,-1 1 1 0 0,1 0 0 0 0,-1 0-1 0 0,0-1 1 0 0,-2 5-1 0 0,-2 5 0 0 0,-2-1-1 0 0,1 1 1 0 0,-1-1-1 0 0,-1 0 0 0 0,-12 14 1 0 0,-194 213 806 0 0,212-238-772 0 0,1 0 0 0 0,0 0 0 0 0,0 0 0 0 0,0 0 0 0 0,1 0 0 0 0,-1 0-1 0 0,0 0 1 0 0,0 1 0 0 0,0-1 0 0 0,1 0 0 0 0,-1 0 0 0 0,1 1 0 0 0,-1-1 0 0 0,1 0 0 0 0,-1 3 0 0 0,1-3-11 0 0,0-1 0 0 0,0 1 0 0 0,1 0 1 0 0,-1-1-1 0 0,0 1 0 0 0,0-1 1 0 0,0 1-1 0 0,1-1 0 0 0,-1 1 0 0 0,0-1 1 0 0,1 1-1 0 0,-1-1 0 0 0,0 1 0 0 0,1-1 1 0 0,-1 1-1 0 0,1-1 0 0 0,-1 0 0 0 0,1 1 1 0 0,-1-1-1 0 0,1 0 0 0 0,-1 1 1 0 0,1-1-1 0 0,-1 0 0 0 0,1 0 0 0 0,0 1 1 0 0,4 0 22 0 0,0 0 1 0 0,-1 0 0 0 0,1 0 0 0 0,0-1-1 0 0,0 0 1 0 0,0 0 0 0 0,7 0 0 0 0,221-35-3578 0 0,-78 4-2979 0 0,-93 18 2392 0 0,15-3-3769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9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83 888 0 0,'0'0'6127'0'0,"-13"-2"-2188"0"0,12 2-3920 0 0,1 0-1 0 0,-1 0 0 0 0,1 0 0 0 0,0 0 1 0 0,-1 0-1 0 0,1 0 0 0 0,0 0 0 0 0,-1 0 1 0 0,1 0-1 0 0,0 0 0 0 0,-1 0 0 0 0,1 0 1 0 0,-1 0-1 0 0,1 0 0 0 0,0 0 0 0 0,-1 0 1 0 0,1 0-1 0 0,0-1 0 0 0,-1 1 0 0 0,1 0 1 0 0,0 0-1 0 0,-1 0 0 0 0,1-1 0 0 0,0 1 1 0 0,-1 0-1 0 0,1 0 0 0 0,0-1 0 0 0,0 1 1 0 0,-1 0-1 0 0,1 0 0 0 0,0-1 0 0 0,0 1 1 0 0,0 0-1 0 0,-1-1 0 0 0,1 1 0 0 0,0 0 0 0 0,0-1 1 0 0,0 1-1 0 0,0-1 0 0 0,0 1 0 0 0,0-1 1 0 0,14-10 1430 0 0,30-8 585 0 0,97-24-4670 0 0,-141 44 2623 0 0,0-1 0 0 0,-1 0 1 0 0,1 0-1 0 0,0 0 0 0 0,0 0 1 0 0,0 0-1 0 0,0 1 0 0 0,0-1 0 0 0,-1 0 1 0 0,1 0-1 0 0,0 0 0 0 0,0 1 1 0 0,0-1-1 0 0,0 0 0 0 0,0 0 0 0 0,0 0 1 0 0,0 1-1 0 0,0-1 0 0 0,0 0 1 0 0,0 0-1 0 0,0 1 0 0 0,0-1 1 0 0,0 0-1 0 0,0 0 0 0 0,0 0 0 0 0,0 1 1 0 0,0-1-1 0 0,0 0 0 0 0,0 0 1 0 0,0 0-1 0 0,0 1 0 0 0,1-1 0 0 0,-1 0 1 0 0,0 0-1 0 0,0 0 0 0 0,0 1 1 0 0,0-1-1 0 0,0 0 0 0 0,0 0 0 0 0,1 0 1 0 0,-1 0-1 0 0,0 0 0 0 0,0 1 1 0 0,0-1-1 0 0,1 0 0 0 0,-1 0 1 0 0,0 0-1 0 0,0 0 0 0 0,0 0 0 0 0,1 0 1 0 0,-1 0-1 0 0,0 0 0 0 0,0 0 1 0 0,0 0-1 0 0,1 0 0 0 0,-1 0 0 0 0,0 0 1 0 0,0 0-1 0 0,0 0 0 0 0,1 0 1 0 0,-1 0-1 0 0,0 0 0 0 0,0 0 0 0 0,0 0 1 0 0,1 0-1 0 0,-1 0 0 0 0,-12 14-329 0 0,-51 24 145 0 0,-3-4-1 0 0,-94 37 1 0 0,95-44 1043 0 0,64-26-638 0 0,2-4-148 0 0,3 0-55 0 0,1-1-1 0 0,-1 1 0 0 0,0 0 0 0 0,1 0 1 0 0,0 0-1 0 0,-1 0 0 0 0,1 1 1 0 0,10-4-1 0 0,48-12-1050 0 0,-47 14 238 0 0,16-4-2351 0 0,6 0-1359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39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106 152 140 0 0,'-10'-6'7253'0'0,"2"0"-6054"0"0,-1 1 0 0 0,1 1 1 0 0,-11-5-1 0 0,8 4-23 0 0,0 0 1 0 0,-18-12-1 0 0,30 15-1163 0 0,0 1-1 0 0,1 0 0 0 0,-1-1 0 0 0,0 1 0 0 0,1 0 0 0 0,-1 0 0 0 0,1 0 0 0 0,-1 0 1 0 0,1 1-1 0 0,-1-1 0 0 0,4-1 0 0 0,-5 2-12 0 0,23-7-277 0 0,1 1 0 0 0,0 1 0 0 0,0 1 0 0 0,0 1-1 0 0,26 0 1 0 0,25-3-1346 0 0,-52 8 964 0 0,-17 2 437 0 0,-15 3 56 0 0,-132 36 765 0 0,74-24 565 0 0,402-96-714 0 0,-218 57-2134 0 0,-39 7-2428 0 0,-15 1-1433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42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60 0 0,'0'0'6345'0'0,"-16"10"-1884"0"0,7-9-4367 0 0,7-1 44 0 0,-17 3-189 0 0,15 0-1448 0 0,21-3-2191 0 0,11-3 236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43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21 832 0 0,'0'0'1972'0'0,"7"-7"957"0"0,8-7-526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0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25 480 0 0,'5'-24'13158'0'0,"-12"33"-13147"0"0,-8 15 1486 0 0,2 1-1 0 0,-20 49 0 0 0,11-22-736 0 0,-104 224 968 0 0,44-90-3608 0 0,68-159-590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0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0 152 1724 0 0,'13'-42'3907'0'0,"-11"33"-3117"0"0,1-1-1 0 0,0 1 1 0 0,0 0-1 0 0,1 0 1 0 0,0 0-1 0 0,0 1 1 0 0,1-1 0 0 0,11-14-1 0 0,-15 22-609 0 0,0-1-1 0 0,1 1 1 0 0,-1 0-1 0 0,1 0 1 0 0,0 0-1 0 0,-1-1 1 0 0,1 2-1 0 0,0-1 1 0 0,0 0-1 0 0,-1 0 1 0 0,1 0-1 0 0,0 1 1 0 0,0-1-1 0 0,0 1 1 0 0,0 0-1 0 0,0-1 1 0 0,0 1-1 0 0,0 0 1 0 0,4 0-1 0 0,-2 1 54 0 0,-1 0 0 0 0,1 0 0 0 0,-1 0 0 0 0,0 1-1 0 0,1-1 1 0 0,-1 1 0 0 0,0 0 0 0 0,0 0 0 0 0,0 0 0 0 0,4 3-1 0 0,5 5 549 0 0,-1 2-1 0 0,0 0 0 0 0,17 24 1 0 0,-25-32-615 0 0,29 46 893 0 0,-1 1 0 0 0,40 98 0 0 0,-42-86-916 0 0,-21-46-440 0 0,48 96 877 0 0,-45-94-3944 0 0,23 29 1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1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84 2628 0 0,'-100'-8'12834'0'0,"105"7"-12593"0"0,305-38-242 0 0,-95 14-7224 0 0,-137 14 1152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1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36 2196 0 0,'-53'-28'11963'0'0,"38"21"-5997"0"0,27 18-3868 0 0,5 2-1127 0 0,0-1 1 0 0,1-1-1 0 0,25 12 1 0 0,-11-6-496 0 0,158 91-140 0 0,-67-32-8711 0 0,-87-55-1343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1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54 1348 0 0,'-33'-48'11439'0'0,"32"47"-11363"0"0,1 1-1 0 0,0-1 1 0 0,-1 1 0 0 0,1 0-1 0 0,-1-1 1 0 0,1 1 0 0 0,-1-1-1 0 0,1 1 1 0 0,-1 0 0 0 0,0 0-1 0 0,1-1 1 0 0,-1 1 0 0 0,1 0-1 0 0,-1 0 1 0 0,0 0 0 0 0,1-1-1 0 0,-1 1 1 0 0,1 0 0 0 0,-1 0-1 0 0,0 0 1 0 0,1 0 0 0 0,-1 0-1 0 0,0 0 1 0 0,1 0 0 0 0,-1 1-1 0 0,1-1 1 0 0,-1 0 0 0 0,0 0-1 0 0,1 0 1 0 0,-1 1 0 0 0,0-1-1 0 0,-18 11 1133 0 0,-10 13-225 0 0,2 1 1 0 0,1 2 0 0 0,-28 34-1 0 0,17-18-584 0 0,10-12-432 0 0,-78 93 893 0 0,90-105-1483 0 0,1 2 1 0 0,1 0-1 0 0,1 0 1 0 0,-14 35-1 0 0,20-28-1957 0 0,9-8-3490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4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564 32 1964 0 0,'14'-20'14281'0'0,"-13"18"-13736"0"0,-2 1-488 0 0,1 1 1 0 0,0-1-1 0 0,0 1 1 0 0,-1-1-1 0 0,1 1 1 0 0,0-1-1 0 0,-1 1 1 0 0,1-1 0 0 0,0 1-1 0 0,-1-1 1 0 0,1 1-1 0 0,-1-1 1 0 0,1 1-1 0 0,0 0 1 0 0,-1-1-1 0 0,1 1 1 0 0,-1 0-1 0 0,1 0 1 0 0,-1-1 0 0 0,1 1-1 0 0,-1 0 1 0 0,0 0-1 0 0,1 0 1 0 0,-1 0-1 0 0,1 0 1 0 0,-1-1-1 0 0,1 1 1 0 0,-1 0-1 0 0,0 0 1 0 0,1 0 0 0 0,-1 1-1 0 0,1-1 1 0 0,-1 0-1 0 0,0 0 1 0 0,-30 0 11 0 0,1 1 0 0 0,0 2 0 0 0,0 1 0 0 0,0 1 0 0 0,-57 18 0 0 0,79-20-69 0 0,0 1-1 0 0,1 1 1 0 0,-1-1 0 0 0,1 1 0 0 0,0 1 0 0 0,0-1 0 0 0,1 1-1 0 0,-1 0 1 0 0,1 1 0 0 0,1 0 0 0 0,-1-1 0 0 0,1 2 0 0 0,1-1-1 0 0,-1 1 1 0 0,1-1 0 0 0,0 1 0 0 0,-4 14 0 0 0,0 4 17 0 0,1-1 0 0 0,1 1 1 0 0,1 1-1 0 0,-2 39 0 0 0,-3 267 462 0 0,8-208-342 0 0,-1 47-8 0 0,-3 217 85 0 0,-5 336-148 0 0,-1 1 1 0 0,-2-283-38 0 0,2-315 97 0 0,-40 182 1 0 0,34-235 105 0 0,3 2 0 0 0,4 0 0 0 0,-1 83 0 0 0,12-149-207 0 0,0-1 0 0 0,1 1 0 0 0,0 0 1 0 0,1 0-1 0 0,0 0 0 0 0,1-1 0 0 0,0 1 0 0 0,1-1 1 0 0,0 0-1 0 0,0 0 0 0 0,8 12 0 0 0,-6-14-10 0 0,0 0 0 0 0,0-1-1 0 0,1 0 1 0 0,0 0-1 0 0,0 0 1 0 0,0-1 0 0 0,1 0-1 0 0,0-1 1 0 0,0 1 0 0 0,1-2-1 0 0,-1 1 1 0 0,1-1-1 0 0,10 3 1 0 0,16 4-189 0 0,0-1-1 0 0,1-2 1 0 0,0-1-1 0 0,1-2 1 0 0,44 0 0 0 0,-10-5-3093 0 0,126-16 1 0 0,-109 0-1607 0 0,2-6-2381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4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38 1080 0 0,'1'-2'2429'0'0,"19"-33"7953"0"0,-12 43-8805 0 0,-5 6-987 0 0,0 0 0 0 0,-1 0 0 0 0,-1 0 1 0 0,0 0-1 0 0,-2 20 0 0 0,-12 74 115 0 0,10-87-535 0 0,-7 47 24 0 0,-7 47-893 0 0,16-91-1540 0 0,0 29 1 0 0,6-26-4151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5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31 96 0 0,'-16'-30'18623'0'0,"14"37"-18318"0"0,0 0 0 0 0,0 1 1 0 0,1-1-1 0 0,1 1 0 0 0,-1 0 0 0 0,1 9 1 0 0,0-2-45 0 0,-17 137 696 0 0,1-22-2000 0 0,15-42-3651 0 0,4-64 1364 0 0,2-9-1811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7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1720 0 0,'5'-22'6133'0'0,"-2"9"-2705"0"0,0 0-1 0 0,1-21 898 0 0,-4 36-4194 0 0,2 31 105 0 0,-1 0-1 0 0,-6 48 1 0 0,0-8-78 0 0,4-40-97 0 0,-1 55-923 0 0,3-77 213 0 0,0-1 0 0 0,1 1 1 0 0,0 0-1 0 0,0-1 0 0 0,1 0 0 0 0,4 11 1 0 0,-5-18 11 0 0,-1 0 1 0 0,1 0-1 0 0,-1 0 1 0 0,1 0-1 0 0,0 0 1 0 0,0-1-1 0 0,0 1 1 0 0,0-1 0 0 0,5 4-1 0 0,8 4-5281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7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1560 0 0,'24'-17'12947'0'0,"-12"11"-12484"0"0,-1 0 0 0 0,1 1 0 0 0,1 0 1 0 0,-1 1-1 0 0,0 1 0 0 0,1 0 1 0 0,0 0-1 0 0,0 1 0 0 0,0 1 0 0 0,22 1 1 0 0,-28-1-465 0 0,-1 2 1 0 0,1-1-1 0 0,-1 1 1 0 0,1 0 0 0 0,-1 1-1 0 0,1-1 1 0 0,-1 1 0 0 0,0 0-1 0 0,1 1 1 0 0,-1 0-1 0 0,0 0 1 0 0,-1 0 0 0 0,1 0-1 0 0,-1 1 1 0 0,1 0-1 0 0,-1 0 1 0 0,0 1 0 0 0,-1 0-1 0 0,1-1 1 0 0,-1 1 0 0 0,0 1-1 0 0,7 10 1 0 0,-9-11 34 0 0,0-1 1 0 0,-1 1-1 0 0,0-1 1 0 0,0 1-1 0 0,0 0 1 0 0,0-1-1 0 0,-1 1 1 0 0,0 0-1 0 0,0-1 1 0 0,0 1-1 0 0,-1 0 1 0 0,1 0-1 0 0,-1-1 1 0 0,0 1-1 0 0,0-1 1 0 0,-1 1-1 0 0,0-1 1 0 0,1 1-1 0 0,-1-1 1 0 0,-1 0-1 0 0,-3 6 1 0 0,-5 8 245 0 0,-2-1 0 0 0,0-1 0 0 0,-21 21 0 0 0,30-32-221 0 0,-137 132 1738 0 0,140-136-1734 0 0,2-1-54 0 0,0 1-1 0 0,0-1 1 0 0,0 0 0 0 0,0 1 0 0 0,-1-1-1 0 0,1 0 1 0 0,0 1 0 0 0,0-1-1 0 0,0 0 1 0 0,0 0 0 0 0,0 0-1 0 0,0 0 1 0 0,0 0 0 0 0,0 0-1 0 0,0 0 1 0 0,0 0 0 0 0,1-1-1 0 0,17-1 16 0 0,-19 2-24 0 0,452-76-899 0 0,-397 63-3451 0 0,-21-2-4998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9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85 1572 0 0,'27'-76'13911'0'0,"-27"74"-13515"0"0,4-5 767 0 0,-2 23-873 0 0,-1-1 1 0 0,0 1 0 0 0,-1-1-1 0 0,0 1 1 0 0,-2-1 0 0 0,-4 24 0 0 0,0 4-95 0 0,-8 58 36 0 0,-4 27 87 0 0,16-106-827 0 0,2 1-1 0 0,0-1 0 0 0,5 37 0 0 0,-4-52 11 0 0,1-1-1 0 0,-1 1 1 0 0,1-1 0 0 0,0 1 0 0 0,5 9-1 0 0,-5-13-163 0 0,-1 0 0 0 0,1-1 0 0 0,0 1-1 0 0,0-1 1 0 0,0 1 0 0 0,1-1 0 0 0,-1 0 0 0 0,4 3-1 0 0,12 7-5772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9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3068 0 0,'21'-42'9091'0'0,"-3"3"-1642"0"0,-5 18-5382 0 0,-11 20-2026 0 0,0-1-1 0 0,-1 1 1 0 0,1-1-1 0 0,0 1 0 0 0,0 0 1 0 0,0-1-1 0 0,1 1 1 0 0,-1 1-1 0 0,0-1 0 0 0,0 0 1 0 0,1 0-1 0 0,-1 1 1 0 0,0-1-1 0 0,0 1 1 0 0,1 0-1 0 0,-1-1 0 0 0,4 2 1 0 0,41 2 39 0 0,-34 0-64 0 0,-1 0 0 0 0,1 0 0 0 0,0 1-1 0 0,-1 1 1 0 0,0 0 0 0 0,0 1-1 0 0,-1 0 1 0 0,20 13 0 0 0,-27-16-9 0 0,0 0 0 0 0,0 1 0 0 0,0-1 0 0 0,-1 1 0 0 0,0 0 0 0 0,1-1 0 0 0,-1 1 0 0 0,0 1 0 0 0,-1-1 0 0 0,1 0 0 0 0,-1 1 0 0 0,0-1 1 0 0,0 1-1 0 0,0 0 0 0 0,0 0 0 0 0,-1 0 0 0 0,0 0 0 0 0,0 0 0 0 0,-1 0 0 0 0,1 0 0 0 0,-1 0 0 0 0,0 0 0 0 0,0 0 0 0 0,-1 0 0 0 0,-1 8 0 0 0,-2 0 68 0 0,0 0 0 0 0,-1-1 0 0 0,0 0 0 0 0,-1 1 0 0 0,-1-2 0 0 0,1 1 0 0 0,-2-1 0 0 0,0 0 0 0 0,-12 12 0 0 0,-13 12 652 0 0,-47 38 0 0 0,36-35-280 0 0,36-32-364 0 0,-8 9 64 0 0,16-15-140 0 0,-1 0 0 0 0,1 0-1 0 0,0 1 1 0 0,0-1 0 0 0,-1 0 0 0 0,1 1-1 0 0,0-1 1 0 0,0 0 0 0 0,0 1 0 0 0,0-1-1 0 0,-1 0 1 0 0,1 1 0 0 0,0-1 0 0 0,0 0-1 0 0,0 1 1 0 0,0-1 0 0 0,0 0 0 0 0,0 1 0 0 0,0-1-1 0 0,0 1 1 0 0,0-1 0 0 0,0 0 0 0 0,0 1-1 0 0,0-1 1 0 0,0 0 0 0 0,0 1 0 0 0,0-1-1 0 0,1 1 1 0 0,-1-1 0 0 0,0 0 0 0 0,0 1 0 0 0,0-1-1 0 0,0 0 1 0 0,1 1 0 0 0,-1-1 0 0 0,0 0-1 0 0,0 0 1 0 0,1 1 0 0 0,-1-1 0 0 0,6 1 31 0 0,430-54-10 0 0,-263 28-636 0 0,3-8-3306 0 0,-119 18-561 0 0,0-4-3520 0 0,-33 11 1365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1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0 996 0 0,'-2'1'2884'0'0,"-22"1"6720"0"0,10-1-4473 0 0,26 2-4516 0 0,8-1-1125 0 0,0-1 1 0 0,21-1 0 0 0,17 0-2941 0 0,-13 2-2730 0 0,-25-1 512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2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139 424 2068 0 0,'-133'58'16008'0'0,"133"-58"-15985"0"0,0 0 1 0 0,0 0 0 0 0,-1 0 0 0 0,1 0 0 0 0,0 0 0 0 0,0 1-1 0 0,-1-1 1 0 0,1 0 0 0 0,0 0 0 0 0,0 0 0 0 0,-1 0 0 0 0,1 0-1 0 0,0 0 1 0 0,0 0 0 0 0,0 1 0 0 0,-1-1 0 0 0,1 0 0 0 0,0 0-1 0 0,0 0 1 0 0,0 0 0 0 0,-1 1 0 0 0,1-1 0 0 0,0 0 0 0 0,0 0-1 0 0,0 1 1 0 0,0-1 0 0 0,0 0 0 0 0,0 0 0 0 0,0 1 0 0 0,0-1-1 0 0,-1 0 1 0 0,1 0 0 0 0,0 1 0 0 0,0-1 0 0 0,0 0 0 0 0,0 0-1 0 0,0 1 1 0 0,0-1 0 0 0,0 0 0 0 0,0 0 0 0 0,1 1-1 0 0,11 4 310 0 0,19-1-226 0 0,8-2-1241 0 0,68-6 0 0 0,-8-7-3343 0 0,-56 6 1026 0 0,16-2-3465 0 0</inkml:trace>
  <inkml:trace contextRef="#ctx0" brushRef="#br0" timeOffset="1">1341 74 36 0 0,'8'-49'13423'0'0,"-2"29"-9698"0"0,-7 15-3161 0 0,4 8 25 0 0,1 11 60 0 0,-3 18-150 0 0,-2 0 1 0 0,-2 0-1 0 0,-5 31 1 0 0,-1 6-236 0 0,-3 27-19 0 0,-6 85-1235 0 0,18-118-2964 0 0,1-31-4108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2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142 261 96 0 0,'0'-4'982'0'0,"-10"-87"8846"0"0,9 80-8865 0 0,1-1 0 0 0,0 1 1 0 0,1-1-1 0 0,0 1 0 0 0,6-21 1 0 0,-5 27-903 0 0,0 1 0 0 0,0-1 0 0 0,0 1 0 0 0,1 0 0 0 0,0 0 0 0 0,0 0 1 0 0,0 0-1 0 0,0 0 0 0 0,1 0 0 0 0,0 1 0 0 0,-1 0 0 0 0,1-1 0 0 0,0 1 1 0 0,1 1-1 0 0,-1-1 0 0 0,0 1 0 0 0,1 0 0 0 0,0 0 0 0 0,-1 0 0 0 0,1 0 1 0 0,0 1-1 0 0,0 0 0 0 0,0 0 0 0 0,0 0 0 0 0,5 0 0 0 0,0 0-50 0 0,-1 1 0 0 0,1-1 1 0 0,0 2-1 0 0,-1-1 0 0 0,1 2 0 0 0,-1-1 0 0 0,1 1 0 0 0,-1 0 0 0 0,0 1 0 0 0,1 0 0 0 0,-1 1 1 0 0,10 5-1 0 0,-14-6-7 0 0,0 0 0 0 0,0 1 0 0 0,-1-1 0 0 0,1 1 0 0 0,-1 0 1 0 0,0 0-1 0 0,0 0 0 0 0,0 0 0 0 0,-1 1 0 0 0,1 0 0 0 0,-1 0 0 0 0,0 0 1 0 0,-1 0-1 0 0,1 0 0 0 0,-1 0 0 0 0,0 1 0 0 0,0-1 0 0 0,1 7 0 0 0,-2-6 8 0 0,-1 1-1 0 0,0 0 0 0 0,0-1 0 0 0,0 1 0 0 0,-1 0 0 0 0,0-1 0 0 0,0 1 0 0 0,-1-1 0 0 0,1 1 0 0 0,-1-1 0 0 0,-1 1 0 0 0,1-1 0 0 0,-1 0 1 0 0,0 0-1 0 0,-6 7 0 0 0,-4 5 40 0 0,-1-1 0 0 0,-1 0 1 0 0,-1-1-1 0 0,-21 18 0 0 0,3-5 381 0 0,33-28-354 0 0,1-1-75 0 0,0 0-1 0 0,0 0 1 0 0,-1 0 0 0 0,1 0 0 0 0,0 1 0 0 0,0-1 0 0 0,0 0-1 0 0,0 0 1 0 0,0 0 0 0 0,0 0 0 0 0,-1 0 0 0 0,1 0 0 0 0,0 0-1 0 0,0 0 1 0 0,0 0 0 0 0,0 0 0 0 0,0 0 0 0 0,0 0 0 0 0,0 0-1 0 0,-1 0 1 0 0,1 0 0 0 0,0 1 0 0 0,0-1 0 0 0,0 0 0 0 0,0 0-1 0 0,0 0 1 0 0,0 0 0 0 0,0 0 0 0 0,0 0 0 0 0,0 0 0 0 0,0 1-1 0 0,0-1 1 0 0,0 0 0 0 0,0 0 0 0 0,0 0 0 0 0,0 0 0 0 0,0 0-1 0 0,0 1 1 0 0,0-1 0 0 0,0 0 0 0 0,0 0 0 0 0,0 0 0 0 0,0 0-1 0 0,0 0 1 0 0,0 0 0 0 0,0 1 0 0 0,0-1 0 0 0,0 0 0 0 0,0 0-1 0 0,0 0 1 0 0,0 0 0 0 0,0 0 0 0 0,0 0 0 0 0,0 0 0 0 0,0 1-1 0 0,1-1 1 0 0,-1 0 0 0 0,0 0 0 0 0,0 0 0 0 0,0 0 0 0 0,0 0-1 0 0,0 0 1 0 0,0 0 0 0 0,0 0 0 0 0,1 0 0 0 0,10 8 4 0 0,2-4-10 0 0,-1 0 0 0 0,0 0 0 0 0,-1 2 0 0 0,1-1 1 0 0,-1 2-1 0 0,0-1 0 0 0,0 1 0 0 0,-1 1 0 0 0,0 0 0 0 0,12 13 0 0 0,-12-13 5 0 0,-2 0 46 0 0,-1-1 0 0 0,1 1 0 0 0,-1 0 0 0 0,0 0-1 0 0,-1 1 1 0 0,0 0 0 0 0,8 16 0 0 0,-13-21 72 0 0,1-1 0 0 0,-1 0 0 0 0,0 1-1 0 0,0-1 1 0 0,0 1 0 0 0,0 0 0 0 0,-1-1 0 0 0,1 1 0 0 0,-1 0 0 0 0,0-1 0 0 0,0 1 0 0 0,0 0-1 0 0,-1-1 1 0 0,1 1 0 0 0,-1 0 0 0 0,0-1 0 0 0,0 1 0 0 0,0-1 0 0 0,-1 1 0 0 0,1-1 0 0 0,-1 0 0 0 0,0 1-1 0 0,0-1 1 0 0,0 0 0 0 0,-3 4 0 0 0,-3 0 85 0 0,1 0 0 0 0,-1-1 0 0 0,0 0 0 0 0,0 0 0 0 0,-1-1 0 0 0,0 0 0 0 0,0 0 0 0 0,0-1-1 0 0,0 0 1 0 0,-1-1 0 0 0,1 0 0 0 0,-12 2 0 0 0,-10 1 16 0 0,-1-2 0 0 0,-46 2-1 0 0,50-6-1090 0 0,-1 0 0 0 0,-37-7-1 0 0,26-1-3439 0 0,1-3-3283 0 0,13 3-1921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5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2052 0 0,'24'-21'14273'0'0,"-24"21"-14196"0"0,1 0-1 0 0,-1 0 1 0 0,0-1 0 0 0,1 1 0 0 0,-1 0 0 0 0,0 0 0 0 0,1 0-1 0 0,-1 0 1 0 0,0-1 0 0 0,1 1 0 0 0,-1 0 0 0 0,1 0 0 0 0,-1 0-1 0 0,0 0 1 0 0,1 0 0 0 0,-1 0 0 0 0,1 0 0 0 0,-1 0 0 0 0,0 0-1 0 0,1 0 1 0 0,-1 0 0 0 0,1 0 0 0 0,-1 1 0 0 0,0-1 0 0 0,1 0-1 0 0,-1 0 1 0 0,0 0 0 0 0,1 0 0 0 0,-1 1 0 0 0,0-1 0 0 0,1 0-1 0 0,-1 0 1 0 0,0 1 0 0 0,1-1 0 0 0,5 18 842 0 0,-5 31-1030 0 0,-1-38 407 0 0,-1 162-71 0 0,0-1-7037 0 0,1-146 2358 0 0,-2 0-2219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2:5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279 103 340 0 0,'-2'-1'2271'0'0,"-2"0"-1434"0"0,1 0 1 0 0,0 0 0 0 0,0-1-1 0 0,1 1 1 0 0,-1-1-1 0 0,0 0 1 0 0,0 1-1 0 0,1-1 1 0 0,-1-1 0 0 0,1 1-1 0 0,0 0 1 0 0,-4-5-1 0 0,5 6-523 0 0,0-1 1 0 0,0 1-1 0 0,1 0 0 0 0,-1-1 0 0 0,0 1 0 0 0,1-1 1 0 0,-1 1-1 0 0,1-1 0 0 0,0 1 0 0 0,-1-1 0 0 0,1 0 1 0 0,0-2-1 0 0,0 3-265 0 0,1-1 1 0 0,-1 0-1 0 0,0 1 1 0 0,1-1-1 0 0,-1 0 1 0 0,1 1-1 0 0,-1-1 0 0 0,1 1 1 0 0,0-1-1 0 0,0 1 1 0 0,0-1-1 0 0,0 1 1 0 0,2-3-1 0 0,0 1-32 0 0,0 0-1 0 0,-1 1 1 0 0,2 0 0 0 0,-1-1-1 0 0,0 1 1 0 0,0 0-1 0 0,1 0 1 0 0,-1 1-1 0 0,1-1 1 0 0,-1 1-1 0 0,1-1 1 0 0,0 1 0 0 0,0 0-1 0 0,-1 1 1 0 0,1-1-1 0 0,0 1 1 0 0,0-1-1 0 0,0 1 1 0 0,0 1-1 0 0,0-1 1 0 0,0 0-1 0 0,-1 1 1 0 0,1 0 0 0 0,0 0-1 0 0,0 0 1 0 0,-1 0-1 0 0,1 0 1 0 0,0 1-1 0 0,-1 0 1 0 0,1 0-1 0 0,-1 0 1 0 0,0 0 0 0 0,0 0-1 0 0,0 1 1 0 0,0-1-1 0 0,0 1 1 0 0,0 0-1 0 0,-1 0 1 0 0,1 0-1 0 0,-1 0 1 0 0,0 0 0 0 0,0 1-1 0 0,0-1 1 0 0,0 0-1 0 0,-1 1 1 0 0,1 0-1 0 0,-1-1 1 0 0,0 1-1 0 0,0 0 1 0 0,-1 0-1 0 0,2 5 1 0 0,-2 0-2 0 0,-1 0-1 0 0,1 1 1 0 0,-1-1 0 0 0,-1 0-1 0 0,0 0 1 0 0,0 0 0 0 0,-4 11-1 0 0,-30 59 115 0 0,9-25 300 0 0,27-53-347 0 0,-1 0 0 0 0,1 0 0 0 0,-1 0 0 0 0,1 1 0 0 0,-1-1 0 0 0,1 0 0 0 0,0 0-1 0 0,-1 0 1 0 0,1 1 0 0 0,0-1 0 0 0,0 0 0 0 0,0 2 0 0 0,0-3-67 0 0,1 1 1 0 0,0-1-1 0 0,-1 1 1 0 0,1-1-1 0 0,-1 1 1 0 0,1-1-1 0 0,0 0 1 0 0,-1 1-1 0 0,1-1 1 0 0,0 0-1 0 0,-1 0 1 0 0,1 1-1 0 0,0-1 1 0 0,0 0-1 0 0,-1 0 1 0 0,1 0-1 0 0,0 0 1 0 0,-1 0-1 0 0,1 0 1 0 0,0 0-1 0 0,0 0 1 0 0,-1 0-1 0 0,1 0 1 0 0,0-1-1 0 0,-1 1 1 0 0,2 0-1 0 0,12-2 9 0 0,0 2 0 0 0,0 0-1 0 0,1 0 1 0 0,-1 1-1 0 0,0 1 1 0 0,0 1 0 0 0,0 0-1 0 0,0 0 1 0 0,-1 2-1 0 0,1-1 1 0 0,-1 2 0 0 0,0 0-1 0 0,-1 0 1 0 0,1 2 0 0 0,-1-1-1 0 0,-1 1 1 0 0,1 1-1 0 0,19 19 1 0 0,-29-26 40 0 0,-1 0 0 0 0,1 0 1 0 0,0 0-1 0 0,-1 0 0 0 0,0 0 0 0 0,1 1 1 0 0,-1-1-1 0 0,0 0 0 0 0,0 1 0 0 0,0-1 1 0 0,0 1-1 0 0,-1-1 0 0 0,1 1 0 0 0,-1-1 1 0 0,1 1-1 0 0,-1 0 0 0 0,0-1 0 0 0,0 1 1 0 0,-1 2-1 0 0,1-1 18 0 0,-2 0 0 0 0,1 0 0 0 0,0 0 0 0 0,-1 0 0 0 0,0 0 0 0 0,0 0 0 0 0,0 0 0 0 0,0-1 0 0 0,0 1 0 0 0,-6 5 0 0 0,-2 2 62 0 0,-1-1 0 0 0,-1 0 0 0 0,1-1 0 0 0,-2 0 0 0 0,-18 11 0 0 0,6-8-178 0 0,1 0 0 0 0,-1-2 0 0 0,-1-1 0 0 0,0-1 0 0 0,0-1 0 0 0,-49 6 0 0 0,-44-3-3878 0 0,-1-10-6143 0 0,76 0 1869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0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40 1764 0 0,'-24'-40'23273'0'0,"32"190"-22587"0"0,-5-102-1125 0 0,2-7-978 0 0,0 33-2021 0 0,-7-38-1121 0 0,-6-5-3384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0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602 65 364 0 0,'-5'-45'13497'0'0,"2"32"-10827"0"0,3 12-2610 0 0,0 1 0 0 0,0 0 0 0 0,0-1 0 0 0,-1 1 0 0 0,1 0 0 0 0,0-1 0 0 0,0 1 0 0 0,-1 0 0 0 0,1-1 0 0 0,0 1 0 0 0,-1 0 0 0 0,1-1 0 0 0,0 1 0 0 0,-1 0 0 0 0,1 0 0 0 0,0 0 0 0 0,-1-1 0 0 0,1 1 0 0 0,-1 0 0 0 0,1 0 0 0 0,0 0 0 0 0,-1 0 0 0 0,1 0 0 0 0,-1 0 0 0 0,1 0 0 0 0,-1 0 0 0 0,1 0 0 0 0,0 0 0 0 0,-1 0 0 0 0,1 0 0 0 0,-1 0 0 0 0,0 0 0 0 0,-13 3 404 0 0,14-3-435 0 0,-27 9 458 0 0,1 0 0 0 0,1 2-1 0 0,-26 15 1 0 0,-69 47-28 0 0,91-55-336 0 0,-24 17-113 0 0,-87 73 1 0 0,68-36-3487 0 0,56-50 990 0 0,7-7-3539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1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18 170 936 0 0,'-10'-75'10066'0'0,"3"27"-3977"0"0,7 47-6070 0 0,1 1 1 0 0,-1-1-1 0 0,1 0 1 0 0,0 0-1 0 0,-1 1 1 0 0,1-1-1 0 0,0 1 1 0 0,-1-1-1 0 0,1 0 1 0 0,0 1-1 0 0,0-1 1 0 0,-1 1-1 0 0,1 0 1 0 0,0-1-1 0 0,0 1 1 0 0,0-1-1 0 0,0 1 1 0 0,0 0-1 0 0,0 0 0 0 0,-1 0 1 0 0,1-1-1 0 0,0 1 1 0 0,1 0-1 0 0,-1 0-14 0 0,50-9 291 0 0,82-5 0 0 0,-61 9-219 0 0,82-2-27 0 0,-150 6-41 0 0,0 1 1 0 0,0 0-1 0 0,-1 0 1 0 0,1 1 0 0 0,0-1-1 0 0,0 1 1 0 0,0 0 0 0 0,-1 0-1 0 0,1 0 1 0 0,0 0-1 0 0,-1 0 1 0 0,1 1 0 0 0,-1 0-1 0 0,0 0 1 0 0,1 0-1 0 0,-1 0 1 0 0,0 0 0 0 0,0 1-1 0 0,0-1 1 0 0,-1 1-1 0 0,1 0 1 0 0,0 0 0 0 0,-1 0-1 0 0,0 0 1 0 0,0 0-1 0 0,0 0 1 0 0,0 1 0 0 0,0-1-1 0 0,-1 1 1 0 0,0-1-1 0 0,2 8 1 0 0,6 29 180 0 0,-2 0 1 0 0,2 54-1 0 0,-6 83 333 0 0,-2-46-270 0 0,5 99 53 0 0,14 301 425 0 0,13-54-205 0 0,15 288-269 0 0,-12 45-185 0 0,-42-351 35 0 0,-5-347 534 0 0,-36 158 0 0 0,45-260-557 0 0,-2 1 0 0 0,1-1 0 0 0,-1 1-1 0 0,-1-1 1 0 0,0 0 0 0 0,0-1-1 0 0,-1 1 1 0 0,0-1 0 0 0,-1-1-1 0 0,0 1 1 0 0,-10 9 0 0 0,6-8 26 0 0,-1 0 0 0 0,-1-1 1 0 0,1 0-1 0 0,-1-1 0 0 0,-1-1 0 0 0,0 0 1 0 0,-19 7-1 0 0,8-5-875 0 0,1-2 0 0 0,-2-1 0 0 0,-45 6 0 0 0,38-9-2843 0 0,0-2 1 0 0,-45-4-1 0 0,33-2-5209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2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0 1652 0 0,'12'8'5252'0'0,"21"13"6385"0"0,-66-2-10614 0 0,19-12-996 0 0,0 0-1 0 0,1 1 0 0 0,0 0 0 0 0,1 1 0 0 0,-1 0 0 0 0,2 1 1 0 0,-19 20-1 0 0,6 3-24 0 0,0 1 1 0 0,3 2-1 0 0,1 0 1 0 0,1 1-1 0 0,3 1 1 0 0,1 1 0 0 0,1 0-1 0 0,3 1 1 0 0,-10 52-1 0 0,-15 206 84 0 0,21 1-22 0 0,14-273-56 0 0,-7 599 132 0 0,1-46 161 0 0,-77 1107 336 0 0,79-1607-635 0 0,-30 782 80 0 0,34-829-76 0 0,1 6 26 0 0,1 1 1 0 0,10 69 0 0 0,-10-106-27 0 0,-1 0 1 0 0,1 1 0 0 0,-1-1 0 0 0,1 0-1 0 0,0 0 1 0 0,0-1 0 0 0,0 1 0 0 0,0 0-1 0 0,0 0 1 0 0,1 0 0 0 0,-1-1 0 0 0,1 1-1 0 0,-1 0 1 0 0,1-1 0 0 0,-1 0 0 0 0,1 1-1 0 0,3 1 1 0 0,-1-1-4 0 0,-1 0-1 0 0,1-1 1 0 0,0 0-1 0 0,0 1 1 0 0,0-1-1 0 0,0-1 1 0 0,0 1-1 0 0,0-1 1 0 0,4 1-1 0 0,9-2-77 0 0,0 0-1 0 0,0-1 1 0 0,28-7-1 0 0,-32 6-41 0 0,59-15-2000 0 0,117-45 1 0 0,-20-8-5255 0 0,-84 31 429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1 134 316 0 0,'0'-9'1834'0'0,"1"0"-1"0"0,0 0 1 0 0,0 0 0 0 0,5-15-1 0 0,-4 17-1323 0 0,1 0 0 0 0,-1 1 0 0 0,1-1 0 0 0,1 1 0 0 0,-1 0 1 0 0,7-8-1 0 0,-9 13-483 0 0,1-1 1 0 0,-1 1 0 0 0,1 0-1 0 0,0 0 1 0 0,-1 0 0 0 0,1 0 0 0 0,0 0-1 0 0,0 0 1 0 0,0 0 0 0 0,0 0-1 0 0,0 1 1 0 0,0-1 0 0 0,0 1 0 0 0,0-1-1 0 0,0 1 1 0 0,0 0 0 0 0,0 0-1 0 0,0 0 1 0 0,0 0 0 0 0,0 0-1 0 0,0 1 1 0 0,0-1 0 0 0,0 0 0 0 0,0 1-1 0 0,0 0 1 0 0,0-1 0 0 0,0 1-1 0 0,0 0 1 0 0,0 0 0 0 0,2 2 0 0 0,3 1-10 0 0,0 0 0 0 0,0 0 1 0 0,0 1-1 0 0,-1 0 0 0 0,1 1 1 0 0,6 7-1 0 0,-7-6 4 0 0,0 1 0 0 0,0-1 0 0 0,-1 1 1 0 0,0 1-1 0 0,0-1 0 0 0,-1 1 0 0 0,0 0 0 0 0,-1 0 0 0 0,0 0 1 0 0,0 0-1 0 0,-1 0 0 0 0,0 1 0 0 0,-1-1 0 0 0,0 1 0 0 0,-1-1 0 0 0,1 1 1 0 0,-2-1-1 0 0,1 1 0 0 0,-1-1 0 0 0,-1 1 0 0 0,0-1 0 0 0,0 0 1 0 0,-1 1-1 0 0,0-1 0 0 0,-6 11 0 0 0,-20 46 1228 0 0,29-64-573 0 0,2-3-661 0 0,0 0 0 0 0,0-1 0 0 0,0 1 0 0 0,0-1 0 0 0,0 0 1 0 0,0 0-1 0 0,0 1 0 0 0,0-1 0 0 0,1-3 0 0 0,2 0 6 0 0,46-46 47 0 0,104-108-25 0 0,-126 127-71 0 0,-15 19 320 0 0,-2-1 0 0 0,0 0 0 0 0,0-1 0 0 0,13-22 1 0 0,-25 37-289 0 0,-1 0-1 0 0,1 0 1 0 0,0 0 0 0 0,0 0 0 0 0,-1 0 0 0 0,1 0 0 0 0,0 0 0 0 0,0 1 0 0 0,-1-1 0 0 0,1 0-1 0 0,0 0 1 0 0,0 0 0 0 0,-1 0 0 0 0,1 0 0 0 0,0 0 0 0 0,0 0 0 0 0,-1-1 0 0 0,1 1-1 0 0,0 0 1 0 0,0 0 0 0 0,-1 0 0 0 0,1 0 0 0 0,0 0 0 0 0,0 0 0 0 0,0 0 0 0 0,-1 0 0 0 0,1-1-1 0 0,0 1 1 0 0,0 0 0 0 0,0 0 0 0 0,-1 0 0 0 0,1 0 0 0 0,0-1 0 0 0,0 1 0 0 0,0 0-1 0 0,0 0 1 0 0,0-1 0 0 0,-1 1 0 0 0,1 0 0 0 0,0 0 0 0 0,0 0 0 0 0,0-1 0 0 0,0 1 0 0 0,0 0-1 0 0,0 0 1 0 0,0-1 0 0 0,0 1 0 0 0,0 0 0 0 0,0 0 0 0 0,0-1 0 0 0,0 1 0 0 0,0 0-1 0 0,0 0 1 0 0,0-1 0 0 0,0 1 0 0 0,0 0 0 0 0,0 0 0 0 0,0-1 0 0 0,1 1 0 0 0,-1 0 0 0 0,0 0-1 0 0,0-1 1 0 0,0 1 0 0 0,0 0 0 0 0,0 0 0 0 0,1-1 0 0 0,-22 11 57 0 0,3 2-51 0 0,1 1 0 0 0,0 1 0 0 0,0 0 0 0 0,2 1 0 0 0,-1 1 0 0 0,2 1 0 0 0,0 0 0 0 0,2 0 0 0 0,0 2 0 0 0,-18 33 0 0 0,28-45-4 0 0,-1 0 0 0 0,1-1 0 0 0,0 1 0 0 0,1 0 0 0 0,-1 0 0 0 0,1 0-1 0 0,1 0 1 0 0,-1 0 0 0 0,1 0 0 0 0,0 0 0 0 0,1 0 0 0 0,2 14 0 0 0,0-12-35 0 0,0 1 1 0 0,1-1 0 0 0,0 0 0 0 0,0 0 0 0 0,1 0 0 0 0,0-1 0 0 0,0 0 0 0 0,9 11 0 0 0,6 2-676 0 0,2 0 0 0 0,0-1 0 0 0,0-1 1 0 0,2-1-1 0 0,30 17 0 0 0,25 11-5503 0 0,-38-25 397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4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57 536 0 0,'-15'-35'10848'0'0,"7"17"-6613"0"0,4 16-3957 0 0,0 1-130 0 0,3 9 22 0 0,1 4-103 0 0,0 0 0 0 0,1 0 0 0 0,1 0-1 0 0,0 0 1 0 0,1 0 0 0 0,8 22-1 0 0,-10-30-46 0 0,1 0-1 0 0,-1-1 1 0 0,1 1-1 0 0,0-1 1 0 0,0 1-1 0 0,1-1 1 0 0,-1 0-1 0 0,1 0 1 0 0,-1 0-1 0 0,1 0 1 0 0,0 0-1 0 0,0-1 1 0 0,1 1-1 0 0,-1-1 1 0 0,0 0-1 0 0,1 0 0 0 0,-1 0 1 0 0,1 0-1 0 0,0-1 1 0 0,0 1-1 0 0,-1-1 1 0 0,1 0-1 0 0,0 0 1 0 0,0 0-1 0 0,0-1 1 0 0,6 1-1 0 0,-4-2-4 0 0,-1 1 0 0 0,0-1 0 0 0,1 1 0 0 0,-1-1 0 0 0,0-1 0 0 0,0 1 0 0 0,1-1 0 0 0,-1 0 0 0 0,-1 0 0 0 0,10-5 0 0 0,-3-1 144 0 0,0 0 0 0 0,-1-1 0 0 0,14-14 1 0 0,14-12 1409 0 0,-38 35-1568 0 0,0 0 0 0 0,1 0 0 0 0,-1 0-1 0 0,0 0 1 0 0,1 0 0 0 0,-1 0 0 0 0,0 0 0 0 0,0 0-1 0 0,1 0 1 0 0,-1 0 0 0 0,0 1 0 0 0,1-1 0 0 0,-1 0-1 0 0,0 0 1 0 0,0 0 0 0 0,1 0 0 0 0,-1 1 0 0 0,0-1-1 0 0,0 0 1 0 0,0 0 0 0 0,1 1 0 0 0,-1-1 0 0 0,0 0-1 0 0,0 0 1 0 0,0 1 0 0 0,0-1 0 0 0,0 0 0 0 0,0 0-1 0 0,1 1 1 0 0,-1-1 0 0 0,0 0 0 0 0,0 1 0 0 0,0-1-1 0 0,0 0 1 0 0,0 1 0 0 0,0-1 0 0 0,0 0 0 0 0,0 1 0 0 0,0-1-1 0 0,2 13 28 0 0,1 18 278 0 0,-2 0-1 0 0,-2 0 1 0 0,0 0-1 0 0,-7 35 1 0 0,3-21-44 0 0,0-3 11 0 0,-4 52 174 0 0,-4 0 1 0 0,-30 110 0 0 0,40-191-198 0 0,-1-1 1 0 0,-1 0-1 0 0,0 0 0 0 0,0 0 1 0 0,-1-1-1 0 0,-1 1 1 0 0,-10 12-1 0 0,15-21-177 0 0,-1 0-1 0 0,1 0 1 0 0,-1 0 0 0 0,0-1 0 0 0,0 1-1 0 0,0-1 1 0 0,-1 0 0 0 0,1 0-1 0 0,0 0 1 0 0,-1 0 0 0 0,1-1-1 0 0,-1 1 1 0 0,0-1 0 0 0,1 0 0 0 0,-1 0-1 0 0,0 0 1 0 0,0-1 0 0 0,0 1-1 0 0,1-1 1 0 0,-1 0 0 0 0,0 0 0 0 0,0 0-1 0 0,0-1 1 0 0,0 1 0 0 0,1-1-1 0 0,-1 0 1 0 0,0 0 0 0 0,-5-2-1 0 0,5 1-87 0 0,-1 0 0 0 0,0 0 0 0 0,1 0 0 0 0,-1-1 0 0 0,1 1 0 0 0,0-1 0 0 0,-1 0 0 0 0,1 0 0 0 0,1-1-1 0 0,-1 1 1 0 0,0-1 0 0 0,1 0 0 0 0,0 0 0 0 0,0 0 0 0 0,0 0 0 0 0,0 0 0 0 0,1-1 0 0 0,0 1 0 0 0,-3-7-1 0 0,4 5-204 0 0,0 0 0 0 0,0 1 1 0 0,0-1-1 0 0,1 0 0 0 0,-1 0 0 0 0,1 0 0 0 0,1 1 0 0 0,-1-1 0 0 0,1 0 0 0 0,0 0 0 0 0,0 1 0 0 0,1-1 0 0 0,0 1 0 0 0,0-1 0 0 0,0 1 0 0 0,6-9 0 0 0,-2 3-560 0 0,1 0 1 0 0,1 1 0 0 0,0 0-1 0 0,0 0 1 0 0,1 1 0 0 0,13-12-1 0 0,-11 12-2067 0 0,1 1 0 0 0,23-14-1 0 0,-15 14-3865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4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64 101 2168 0 0,'-13'-9'5259'0'0,"1"0"0"0"0,-22-22-1 0 0,34 31-5212 0 0,0 0 0 0 0,-1-1-1 0 0,1 1 1 0 0,0 0 0 0 0,-1-1-1 0 0,1 1 1 0 0,0-1 0 0 0,-1 1-1 0 0,1 0 1 0 0,0-1 0 0 0,0 1-1 0 0,0-1 1 0 0,-1 1 0 0 0,1-1 0 0 0,0 1-1 0 0,0-1 1 0 0,0 1 0 0 0,0-1-1 0 0,0 1 1 0 0,0 0 0 0 0,0-1-1 0 0,0 1 1 0 0,0-1 0 0 0,0 1-1 0 0,0-1 1 0 0,0 1 0 0 0,0-1-1 0 0,0 1 1 0 0,0-1 0 0 0,1 0-1 0 0,13-10 389 0 0,23-1-384 0 0,-35 11 8 0 0,19-3-20 0 0,-1 0 1 0 0,2 1 0 0 0,-1 1-1 0 0,29 1 1 0 0,-36 2-44 0 0,0 0 0 0 0,0 1 0 0 0,0 0 1 0 0,0 1-1 0 0,-1 1 0 0 0,1 0 0 0 0,19 9 1 0 0,-30-12 2 0 0,-1 1 1 0 0,1-1 0 0 0,-1 0 0 0 0,0 1-1 0 0,0-1 1 0 0,1 1 0 0 0,-1 0 0 0 0,0 0-1 0 0,0 0 1 0 0,-1 0 0 0 0,1 0 0 0 0,0 0-1 0 0,-1 1 1 0 0,1-1 0 0 0,-1 0 0 0 0,0 1-1 0 0,0-1 1 0 0,1 5 0 0 0,-1-3 4 0 0,0-1 0 0 0,-1 1 0 0 0,0 0 0 0 0,0 0 0 0 0,0-1 0 0 0,-1 1 0 0 0,1 0 0 0 0,-1 0-1 0 0,0-1 1 0 0,0 1 0 0 0,-2 6 0 0 0,-4 5 36 0 0,-1-1 0 0 0,0 0 0 0 0,-1-1 0 0 0,0 0 0 0 0,-13 13 0 0 0,-24 24 818 0 0,-80 66 1 0 0,86-81-422 0 0,27-24-350 0 0,5-4 73 0 0,-1 1 1 0 0,-13 15-1 0 0,22-23-150 0 0,-1 1 1 0 0,1-1-1 0 0,0 0 0 0 0,0 0 0 0 0,0 1 0 0 0,-1-1 0 0 0,1 0 0 0 0,0 0 0 0 0,0 1 0 0 0,0-1 0 0 0,0 0 0 0 0,0 1 0 0 0,0-1 0 0 0,0 0 0 0 0,-1 1 0 0 0,1-1 0 0 0,0 0 0 0 0,0 1 0 0 0,0-1 0 0 0,0 0 0 0 0,0 1 0 0 0,1-1 0 0 0,-1 0 0 0 0,0 0 0 0 0,0 1 0 0 0,0-1 0 0 0,0 0 0 0 0,0 1 1 0 0,0-1-1 0 0,0 0 0 0 0,1 1 0 0 0,-1-1 0 0 0,0 0 0 0 0,0 0 0 0 0,1 1 0 0 0,12 5 175 0 0,17-3-10 0 0,-29-3-171 0 0,73 0 215 0 0,93-11 1 0 0,73-22-70 0 0,-208 28-119 0 0,-11 1-174 0 0,111-19 539 0 0,-104 16-1973 0 0,29-11 0 0 0,-34 6-2674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5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43 1008 0 0,'-11'-33'14545'0'0,"11"33"-14525"0"0,1-1 1 0 0,-1 1-1 0 0,1-1 0 0 0,-1 1 1 0 0,0-1-1 0 0,1 1 1 0 0,-1-1-1 0 0,1 1 1 0 0,-1-1-1 0 0,1 1 0 0 0,-1 0 1 0 0,1-1-1 0 0,-1 1 1 0 0,1 0-1 0 0,0-1 1 0 0,-1 1-1 0 0,1 0 0 0 0,-1 0 1 0 0,1 0-1 0 0,0 0 1 0 0,0-1-1 0 0,116 0 830 0 0,192 7-69 0 0,-298-5-774 0 0,1 0 11 0 0,-1 0 0 0 0,0 1 0 0 0,0 0 0 0 0,14 5 0 0 0,-22-6 24 0 0,0 1 0 0 0,1-1 0 0 0,-1 1 0 0 0,0 0 0 0 0,0 0 0 0 0,0 0 0 0 0,0 1 0 0 0,0-1 0 0 0,-1 1 0 0 0,1-1 0 0 0,-1 1 0 0 0,1 0 0 0 0,-1 0 0 0 0,0 0 0 0 0,0 0 0 0 0,-1 0 0 0 0,3 5 0 0 0,2 8 227 0 0,-1 0 0 0 0,0 1 0 0 0,-2-1 1 0 0,4 33-1 0 0,-3 72 583 0 0,-3-75-584 0 0,1 821 3691 0 0,-4-440-2710 0 0,23 183 464 0 0,-3-165-767 0 0,30 1042 1395 0 0,-50-650-2202 0 0,1-787-255 0 0,-1-5 260 0 0,-13 77 0 0 0,10-96 66 0 0,-2 0-1 0 0,0-1 1 0 0,-2 1-1 0 0,-14 29 1 0 0,18-46-204 0 0,0 0-1 0 0,-1 0 1 0 0,1-1 0 0 0,-2 1-1 0 0,1-2 1 0 0,-1 1-1 0 0,-1-1 1 0 0,1 0 0 0 0,-1 0-1 0 0,-12 7 1 0 0,7-6 57 0 0,0-1 0 0 0,-1 0 0 0 0,0-1 0 0 0,-1-1 0 0 0,1 0 0 0 0,-19 3 0 0 0,-15 0-750 0 0,1-3 0 0 0,-1-2 1 0 0,-66-4-1 0 0,105 1 374 0 0,-13 0-945 0 0,-68-4-3714 0 0,33-6-5328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6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22 1376 0 0,'-57'18'14415'0'0,"49"-15"-12538"0"0,5-4-752 0 0,8-4-676 0 0,5 0-482 0 0,-1 1 0 0 0,1 0 0 0 0,0 0 0 0 0,0 1 0 0 0,0 1 0 0 0,0-1 0 0 0,19 0 0 0 0,-5-1-759 0 0,-12 2-214 0 0,0 0 1 0 0,23 2 0 0 0,4 4-5667 0 0,-24-2 578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6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7 2544 0 0,'-114'84'14120'0'0,"112"-83"-13488"0"0,15 4-190 0 0,-8-5-396 0 0,0 0 1 0 0,0 0-1 0 0,0-1 0 0 0,0 1 0 0 0,0-1 0 0 0,9-3 0 0 0,6-2 1 0 0,155-31-2413 0 0,-60 6-4541 0 0,-60 15 476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7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681 79 2328 0 0,'7'-8'2900'0'0,"1"1"-511"0"0,-1 0-1 0 0,0 0 1 0 0,7-12 845 0 0,-3 1 964 0 0,-12 17-4175 0 0,0 0-1 0 0,1 0 1 0 0,-1 0 0 0 0,0 0 0 0 0,0 0-1 0 0,0 1 1 0 0,0-1 0 0 0,0 0 0 0 0,0 0-1 0 0,0 1 1 0 0,0-1 0 0 0,0 1-1 0 0,-1-1 1 0 0,1 1 0 0 0,0-1 0 0 0,0 1-1 0 0,0 0 1 0 0,0 0 0 0 0,-1-1 0 0 0,1 1-1 0 0,0 0 1 0 0,0 0 0 0 0,-1 0 0 0 0,1 0-1 0 0,0 0 1 0 0,0 1 0 0 0,-1-1 0 0 0,1 0-1 0 0,0 1 1 0 0,-1-1 0 0 0,-6 2-16 0 0,1 0 1 0 0,0 0-1 0 0,0 0 0 0 0,-8 5 1 0 0,-3 3-7 0 0,0 1 0 0 0,1 1 0 0 0,0 0 1 0 0,1 1-1 0 0,0 1 0 0 0,1 1 0 0 0,-14 16 1 0 0,1 5 3 0 0,1 1 0 0 0,-25 45 0 0 0,36-52-8 0 0,1 0 0 0 0,2 0 0 0 0,1 1 0 0 0,1 1 0 0 0,2 0 0 0 0,-9 59 1 0 0,10-23-5 0 0,3 0 1 0 0,6 89-1 0 0,-9 349 166 0 0,-36 0-78 0 0,-71 600 611 0 0,-8 320 1142 0 0,116-1289-1481 0 0,15 185 0 0 0,-4-272-206 0 0,3-1 1 0 0,2 0 0 0 0,2 0 0 0 0,2-1 0 0 0,2-1-1 0 0,2 0 1 0 0,28 53 0 0 0,-40-91-124 0 0,0 0 1 0 0,0 0-1 0 0,1 0 1 0 0,0-1-1 0 0,0 0 1 0 0,1 0-1 0 0,0-1 1 0 0,0 0-1 0 0,1 0 1 0 0,0-1-1 0 0,0 0 1 0 0,1 0-1 0 0,0 0 1 0 0,0-2-1 0 0,0 1 1 0 0,0-1-1 0 0,1 0 1 0 0,0-1-1 0 0,0 0 1 0 0,0 0-1 0 0,0-1 1 0 0,0-1-1 0 0,0 0 1 0 0,0 0-1 0 0,18-2 1 0 0,7-1-608 0 0,1-2 0 0 0,-1-2 0 0 0,0-1 0 0 0,-1-2 0 0 0,58-23 0 0 0,-49 14-1636 0 0,41-25 1 0 0,30-31-5584 0 0,-47 20 99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7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29 1340 0 0,'17'-29'10500'0'0,"-25"37"-7319"0"0,-40 45-2727 0 0,-6 11-96 0 0,-24 36 15 0 0,7 4-132 0 0,30-32-120 0 0,35-61-93 0 0,1 0 1 0 0,0 0 0 0 0,1 0-1 0 0,1 0 1 0 0,-1 1 0 0 0,2-1-1 0 0,-3 19 1 0 0,5-26-6 0 0,0 1 1 0 0,0 0 0 0 0,0 0-1 0 0,1-1 1 0 0,0 1-1 0 0,0 0 1 0 0,0-1 0 0 0,0 1-1 0 0,1 0 1 0 0,-1-1-1 0 0,1 0 1 0 0,1 1 0 0 0,-1-1-1 0 0,0 0 1 0 0,1 0-1 0 0,0 0 1 0 0,0-1-1 0 0,0 1 1 0 0,1-1 0 0 0,6 7-1 0 0,-4-5 144 0 0,1-1 0 0 0,0 1 0 0 0,0-1 0 0 0,0 0-1 0 0,1 0 1 0 0,-1-1 0 0 0,1 0 0 0 0,0-1 0 0 0,0 1 0 0 0,0-2 0 0 0,0 1-1 0 0,0-1 1 0 0,0 0 0 0 0,1-1 0 0 0,-1 0 0 0 0,0 0 0 0 0,0 0-1 0 0,0-1 1 0 0,0-1 0 0 0,1 1 0 0 0,-1-1 0 0 0,-1-1 0 0 0,1 0-1 0 0,0 0 1 0 0,-1 0 0 0 0,1-1 0 0 0,-1 0 0 0 0,0 0 0 0 0,0-1 0 0 0,-1 0-1 0 0,1 0 1 0 0,8-9 0 0 0,-15 13-166 0 0,0 1 0 0 0,0 0 0 0 0,1 0 1 0 0,-1 0-1 0 0,0-1 0 0 0,0 1 0 0 0,0 0 0 0 0,0 0 0 0 0,1-1 0 0 0,-1 1 1 0 0,0 0-1 0 0,0-1 0 0 0,0 1 0 0 0,0 0 0 0 0,0 0 0 0 0,0-1 0 0 0,0 1 0 0 0,0 0 1 0 0,0-1-1 0 0,0 1 0 0 0,0 0 0 0 0,0-1 0 0 0,0 1 0 0 0,0 0 0 0 0,0-1 0 0 0,0 1 1 0 0,0 0-1 0 0,0-1 0 0 0,0 1 0 0 0,0 0 0 0 0,0 0 0 0 0,-1-1 0 0 0,1 1 1 0 0,0 0-1 0 0,0 0 0 0 0,0-1 0 0 0,-1 1 0 0 0,1-1-15 0 0,-1 1 0 0 0,0-1 1 0 0,0 1-1 0 0,0 0 0 0 0,1-1 0 0 0,-1 1 0 0 0,0 0 0 0 0,0 0 0 0 0,0-1 1 0 0,0 1-1 0 0,1 0 0 0 0,-1 0 0 0 0,0 0 0 0 0,0 0 0 0 0,-1 0 0 0 0,-9 2-447 0 0,0 0-1 0 0,0 0 0 0 0,0 1 0 0 0,0 0 1 0 0,1 1-1 0 0,0 0 0 0 0,-1 1 0 0 0,1 0 0 0 0,-10 7 1 0 0,-3 4-2643 0 0,0 1 0 0 0,-32 31 0 0 0,23-18-3182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8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1380 0 0,'13'-22'6634'0'0,"13"-30"-1"0"0,-12 23-1820 0 0,-13 27-4248 0 0,3-8 1169 0 0,-4 10-1722 0 0,1 0-1 0 0,-1 0 1 0 0,0-1-1 0 0,0 1 0 0 0,1 0 1 0 0,-1 0-1 0 0,0 0 0 0 0,0 0 1 0 0,1 0-1 0 0,-1 0 1 0 0,0 0-1 0 0,0 1 0 0 0,1-1 1 0 0,-1 0-1 0 0,0 0 0 0 0,0 0 1 0 0,1 0-1 0 0,-1 0 1 0 0,0 0-1 0 0,0 0 0 0 0,0 1 1 0 0,1-1-1 0 0,-1 0 0 0 0,0 0 1 0 0,0 0-1 0 0,0 0 0 0 0,1 1 1 0 0,-1-1-1 0 0,0 0 1 0 0,0 0-1 0 0,0 0 0 0 0,0 1 1 0 0,0-1-1 0 0,0 0 0 0 0,1 0 1 0 0,-1 1-1 0 0,0-1 1 0 0,0 0-1 0 0,0 0 0 0 0,0 1 1 0 0,0-1-1 0 0,0 0 0 0 0,0 0 1 0 0,0 1-1 0 0,0-1 1 0 0,0 0-1 0 0,0 0 0 0 0,0 1 1 0 0,0-1-1 0 0,-1 1 0 0 0,3 17 24 0 0,-1 0-1 0 0,-1 0 1 0 0,0 1-1 0 0,-7 35 0 0 0,3-21-87 0 0,-4 85-2882 0 0,8-95-848 0 0,5 32 1 0 0,-2-40-169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45 165 2500 0 0,'9'-21'8519'0'0,"19"-31"1075"0"0,-36 69-8328 0 0,0-2-1006 0 0,1 1 0 0 0,0 0 0 0 0,2 0 1 0 0,0 0-1 0 0,1 1 0 0 0,0-1 0 0 0,-1 19 1 0 0,5-30-235 0 0,-1 0 1 0 0,1 0 0 0 0,0 0-1 0 0,1 0 1 0 0,-1 0 0 0 0,1-1-1 0 0,0 1 1 0 0,0 0 0 0 0,0 0-1 0 0,1 0 1 0 0,0-1 0 0 0,0 1-1 0 0,0-1 1 0 0,0 1 0 0 0,1-1 0 0 0,0 0-1 0 0,0 0 1 0 0,0 0 0 0 0,0-1-1 0 0,0 1 1 0 0,1-1 0 0 0,0 1-1 0 0,0-1 1 0 0,0 0 0 0 0,0 0-1 0 0,0-1 1 0 0,0 1 0 0 0,9 2-1 0 0,-7-2 3 0 0,1-1 0 0 0,0 0 0 0 0,0 0 0 0 0,0-1 0 0 0,0 0-1 0 0,0 0 1 0 0,0-1 0 0 0,0 1 0 0 0,1-2 0 0 0,-1 1 0 0 0,0-1 0 0 0,0 0-1 0 0,0 0 1 0 0,10-4 0 0 0,-8 1 10 0 0,0 1-1 0 0,0-2 1 0 0,0 1-1 0 0,0-1 1 0 0,-1-1-1 0 0,0 1 1 0 0,0-1-1 0 0,-1-1 1 0 0,14-14-1 0 0,-14 13-21 0 0,0 0 0 0 0,-1-1 1 0 0,0 1-1 0 0,0-1 0 0 0,-1-1 0 0 0,0 1 1 0 0,0-1-1 0 0,-1 0 0 0 0,-1 0 0 0 0,0 0 0 0 0,0-1 1 0 0,-1 1-1 0 0,0-1 0 0 0,-1 1 0 0 0,0-1 1 0 0,0 0-1 0 0,-2 0 0 0 0,1 1 0 0 0,-1-1 0 0 0,-4-15 1 0 0,4 21-92 0 0,-1 0 0 0 0,1 0 0 0 0,-2 1 1 0 0,1-1-1 0 0,0 0 0 0 0,-1 1 0 0 0,0-1 1 0 0,0 1-1 0 0,0 0 0 0 0,0 0 0 0 0,-1 0 1 0 0,0 0-1 0 0,0 1 0 0 0,0 0 0 0 0,0-1 1 0 0,0 1-1 0 0,-1 1 0 0 0,1-1 0 0 0,-1 1 0 0 0,0 0 1 0 0,0 0-1 0 0,0 0 0 0 0,-5-1 0 0 0,1 1-395 0 0,0 1-1 0 0,-1 0 0 0 0,1 0 1 0 0,0 1-1 0 0,-1 0 1 0 0,1 1-1 0 0,-1 0 0 0 0,1 1 1 0 0,0 0-1 0 0,0 0 0 0 0,-17 7 1 0 0,4 0-1780 0 0,0 2 0 0 0,1 0 0 0 0,-32 24 0 0 0,14-6-4859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9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50 556 0 0,'7'-16'6771'0'0,"8"-13"434"0"0,-14 24-6525 0 0,1 8-125 0 0,-2 15-58 0 0,-13 28 140 0 0,-3 0 0 0 0,-24 51 0 0 0,-15 42-2735 0 0,48-116-767 0 0,1 1 1 0 0,-3 26-1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09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0 206 932 0 0,'37'-112'14741'0'0,"-37"110"-14456"0"0,4-3 363 0 0,7 45-325 0 0,-10-30-232 0 0,2-1 0 0 0,-1 1 0 0 0,8 16 0 0 0,-9-23-82 0 0,1 0 1 0 0,-1-1-1 0 0,1 1 1 0 0,-1-1-1 0 0,1 1 0 0 0,0-1 1 0 0,0 0-1 0 0,0 0 1 0 0,1 0-1 0 0,-1 0 1 0 0,0 0-1 0 0,1-1 1 0 0,-1 1-1 0 0,1-1 1 0 0,0 1-1 0 0,-1-1 0 0 0,5 1 1 0 0,-3 0 14 0 0,0-2 1 0 0,0 1-1 0 0,0 0 1 0 0,0-1-1 0 0,0 1 0 0 0,0-1 1 0 0,0 0-1 0 0,0-1 1 0 0,0 1-1 0 0,0-1 0 0 0,0 1 1 0 0,0-1-1 0 0,0 0 1 0 0,4-2-1 0 0,-1 0-42 0 0,-1-1-1 0 0,0 1 1 0 0,0-1-1 0 0,-1 0 1 0 0,1 0-1 0 0,-1-1 1 0 0,8-7-1 0 0,3-7 493 0 0,0-1 0 0 0,-2-1 0 0 0,19-34 0 0 0,-27 44 164 0 0,25-40 1902 0 0,-30 50-2448 0 0,-1 4-66 0 0,0 0 0 0 0,0 0 0 0 0,0-1 1 0 0,0 1-1 0 0,-1 0 0 0 0,1 0 0 0 0,-2 2 1 0 0,2-4-16 0 0,-6 24 80 0 0,2-1-1 0 0,0 1 1 0 0,2 1 0 0 0,0 26-1 0 0,3-45-197 0 0,-1 0-1 0 0,1 0 1 0 0,0 0-1 0 0,1 0 1 0 0,-1 0-1 0 0,1 0 1 0 0,1 0-1 0 0,-1-1 1 0 0,1 1-1 0 0,0-1 1 0 0,1 0-1 0 0,0 0 1 0 0,0 0-1 0 0,0 0 1 0 0,0-1-1 0 0,1 1 1 0 0,0-1-1 0 0,0 0 1 0 0,7 4-1 0 0,-4-3-509 0 0,-1-2 1 0 0,1 1-1 0 0,0-1 0 0 0,1 0 0 0 0,-1-1 0 0 0,17 5 0 0 0,-15-6-1269 0 0,0 0-1 0 0,0-1 1 0 0,15 1 0 0 0,2-3-5218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10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934 95 1416 0 0,'-12'-26'17638'0'0,"12"25"-17501"0"0,1 0 0 0 0,-1 1 0 0 0,0-1 0 0 0,0 0 0 0 0,0 1 0 0 0,0-1 0 0 0,1 1 0 0 0,-1-1-1 0 0,0 1 1 0 0,0-1 0 0 0,1 0 0 0 0,-1 1 0 0 0,0-1 0 0 0,1 1 0 0 0,-1 0 0 0 0,1-1 0 0 0,-1 1 0 0 0,1-1 0 0 0,3-1-258 0 0,-1 0-1 0 0,0 1 1 0 0,1-1-1 0 0,-1 1 1 0 0,1 0-1 0 0,-1 0 1 0 0,5 0-1 0 0,4-2 841 0 0,47-9-376 0 0,95-6 1 0 0,-76 11-247 0 0,-2 2-38 0 0,-74 5-24 0 0,1 0-83 0 0,0-1 49 0 0,0 1-13 0 0,-1 0 0 0 0,0-1 1 0 0,1 1-1 0 0,-1 0 0 0 0,1 0 0 0 0,-1 1 0 0 0,0-1 0 0 0,1 0 0 0 0,-1 1 0 0 0,0 0 0 0 0,1-1 0 0 0,-1 1 0 0 0,0 0 0 0 0,3 1 0 0 0,-3 1-12 0 0,1 1 1 0 0,0-1-1 0 0,-1 1 1 0 0,0 0-1 0 0,0-1 1 0 0,0 1-1 0 0,0 0 1 0 0,-1 0-1 0 0,0 0 1 0 0,0 0-1 0 0,2 9 1 0 0,15 108 658 0 0,4 160 0 0 0,-20 127 322 0 0,-4-204-258 0 0,1 117 14 0 0,5 472-1 0 0,-7 170 98 0 0,-79-4 845 0 0,53-712-1084 0 0,2 287 1 0 0,27-508-479 0 0,1 0 62 0 0,-1 0-1 0 0,-2 0 0 0 0,0-1 0 0 0,-1 1 1 0 0,-9 31-1 0 0,9-52-53 0 0,1 1 1 0 0,-1-1-1 0 0,0 0 0 0 0,0 0 1 0 0,-1-1-1 0 0,1 1 1 0 0,-1-1-1 0 0,0 1 0 0 0,-1-1 1 0 0,1-1-1 0 0,-1 1 1 0 0,1 0-1 0 0,-1-1 0 0 0,-7 4 1 0 0,-10 4 3 0 0,0-1 0 0 0,-24 8-1 0 0,39-15-69 0 0,-60 19-210 0 0,-96 19 1 0 0,-76 1-2842 0 0,109-21 557 0 0,-213 30-9446 0 0,153-30-583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18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48 432 0 0,'26'-19'7895'0'0,"-17"4"-3485"0"0,-9 14-4376 0 0,-1 1 0 0 0,1-1-1 0 0,-1 0 1 0 0,1 0 0 0 0,-1 1 0 0 0,1-1-1 0 0,-1 0 1 0 0,1 0 0 0 0,-1 1-1 0 0,0-1 1 0 0,1 1 0 0 0,-1-1 0 0 0,0 1-1 0 0,1-1 1 0 0,-1 1 0 0 0,0-1-1 0 0,0 1 1 0 0,0 0 0 0 0,0-1 0 0 0,1 1-1 0 0,-1 0 1 0 0,-1-1 0 0 0,-27 1 233 0 0,-27 13-312 0 0,30-3 22 0 0,1 0 0 0 0,0 2 1 0 0,1 1-1 0 0,0 0 0 0 0,1 2 1 0 0,1 1-1 0 0,-25 21 0 0 0,20-12 20 0 0,1 1 1 0 0,2 1-1 0 0,0 1 0 0 0,-37 58 0 0 0,52-71 4 0 0,1 1-1 0 0,0 0 0 0 0,1 0 1 0 0,0 1-1 0 0,1-1 0 0 0,1 2 1 0 0,1-1-1 0 0,1 0 0 0 0,-2 23 1 0 0,4-33 17 0 0,1 0 1 0 0,0-1-1 0 0,0 1 1 0 0,1 0-1 0 0,0 0 1 0 0,0-1 0 0 0,1 1-1 0 0,-1-1 1 0 0,2 1-1 0 0,-1-1 1 0 0,1 1-1 0 0,-1-1 1 0 0,2 0-1 0 0,-1 0 1 0 0,1-1-1 0 0,0 1 1 0 0,0-1-1 0 0,0 0 1 0 0,1 0 0 0 0,0 0-1 0 0,0 0 1 0 0,0-1-1 0 0,0 0 1 0 0,1 0-1 0 0,0 0 1 0 0,11 5-1 0 0,1-2 39 0 0,0-1-1 0 0,0-1 1 0 0,1 0-1 0 0,-1-1 1 0 0,29 2-1 0 0,92-2 407 0 0,-132-4-419 0 0,-4 0-38 0 0,26 0-1569 0 0,-19-1-774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18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2096 0 0,'0'0'2256'0'0,"4"-33"9369"0"0,-4 32-11576 0 0,1 0-1 0 0,0 0 1 0 0,0 0-1 0 0,0 0 1 0 0,-1 0-1 0 0,1 0 1 0 0,0 0-1 0 0,0 0 1 0 0,0 0-1 0 0,1 0 1 0 0,-1 1-1 0 0,0-1 1 0 0,0 0-1 0 0,0 1 1 0 0,1-1-1 0 0,-1 1 1 0 0,0-1-1 0 0,3 0 1 0 0,31-6 32 0 0,-19 5-173 0 0,47-7-2975 0 0,-22 8-3163 0 0,-24 1 1043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18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15 388 0 0,'-36'26'8584'0'0,"8"-6"-3179"0"0,29-19-5369 0 0,1-1 0 0 0,-1 1 0 0 0,0-1 0 0 0,1 1 0 0 0,-1-1 0 0 0,1 0 0 0 0,-1 1 0 0 0,1-1 0 0 0,-1 0 0 0 0,1 0 0 0 0,-1 0 0 0 0,1 0 0 0 0,-1 0 0 0 0,1-1 0 0 0,-1 1 0 0 0,1 0 0 0 0,-1-1 0 0 0,2 0 0 0 0,1 0-44 0 0,214-46-7989 0 0,-162 33 3345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19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39 1036 0 0,'-8'-12'3641'0'0,"-13"-13"2010"0"0,20 25-5612 0 0,1-1 0 0 0,-1 1 1 0 0,0 0-1 0 0,0 0 0 0 0,1 0 0 0 0,-1-1 0 0 0,0 1 0 0 0,0 0 0 0 0,1 0 0 0 0,-1 0 0 0 0,0 0 1 0 0,0 1-1 0 0,1-1 0 0 0,-1 0 0 0 0,0 0 0 0 0,0 0 0 0 0,1 1 0 0 0,-1-1 0 0 0,0 0 0 0 0,1 0 1 0 0,-1 1-1 0 0,0 0 0 0 0,-17 10 267 0 0,16-10-235 0 0,-17 14 250 0 0,1 0 0 0 0,1 1 0 0 0,-24 27 0 0 0,-40 61 205 0 0,61-77-413 0 0,-13 18-18 0 0,2 2 1 0 0,2 1-1 0 0,-25 55 1 0 0,43-77-69 0 0,0 0-1 0 0,2 1 1 0 0,1 0-1 0 0,1 0 1 0 0,1 0 0 0 0,2 1-1 0 0,1 0 1 0 0,0 31-1 0 0,3-44-41 0 0,2 0 0 0 0,-1-1 0 0 0,2 1-1 0 0,0-1 1 0 0,0 0 0 0 0,2 0 0 0 0,0 0 0 0 0,0 0-1 0 0,14 24 1 0 0,-13-29-297 0 0,1 1-1 0 0,0-1 1 0 0,0 0-1 0 0,1-1 1 0 0,12 11-1 0 0,-12-12-442 0 0,1-1-1 0 0,0 0 0 0 0,0 0 0 0 0,1-1 0 0 0,-1 0 0 0 0,12 4 0 0 0,9 1-3671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0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136 202 1428 0 0,'-4'-10'1938'0'0,"0"-1"186"0"0,-1 1 0 0 0,0 0 0 0 0,-11-17 0 0 0,15 26-1880 0 0,1 1-224 0 0,0-1-1 0 0,-1 1 0 0 0,1-1 0 0 0,0 1 0 0 0,0 0 0 0 0,-1-1 0 0 0,1 1 1 0 0,0 0-1 0 0,0 0 0 0 0,-1-1 0 0 0,1 1 0 0 0,0 0 0 0 0,-1-1 0 0 0,1 1 1 0 0,0 0-1 0 0,-1 0 0 0 0,1 0 0 0 0,-1 0 0 0 0,1-1 0 0 0,0 1 0 0 0,-1 0 1 0 0,1 0-1 0 0,-1 0 0 0 0,1 0 0 0 0,0 0 0 0 0,-1 0 0 0 0,1 0 1 0 0,-1 0-1 0 0,1 0 0 0 0,0 0 0 0 0,-1 0 0 0 0,1 0 0 0 0,-1 0 0 0 0,1 0 1 0 0,0 1-1 0 0,-1-1 0 0 0,1 0 0 0 0,-1 0 0 0 0,1 0 0 0 0,0 1 0 0 0,-1-1 1 0 0,1 0-1 0 0,0 0 0 0 0,-1 1 0 0 0,1-1 0 0 0,0 0 0 0 0,-1 0 0 0 0,1 1 1 0 0,0-1-1 0 0,0 1 0 0 0,0-1 0 0 0,-1 0 0 0 0,1 1 0 0 0,0-1 0 0 0,0 1 1 0 0,-17 79 728 0 0,0-1-363 0 0,-10 108 0 0 0,14-93 28 0 0,13-92-357 0 0,-4 33 2713 0 0,3-33-2472 0 0,1-4-291 0 0,0-4 1 0 0,0 2-4 0 0,-2-22-22 0 0,0-1-1 0 0,5-46 1 0 0,0 11-12 0 0,-3 58 26 0 0,0-17-29 0 0,6-40 0 0 0,-2 30 4 0 0,4-21 0 0 0,0 18-16 0 0,-7 23-136 0 0,5 2 225 0 0,1-1 1 0 0,0 2 0 0 0,1-1 0 0 0,0 1 0 0 0,0 0 0 0 0,11-8 0 0 0,5-5-9 0 0,-4 2-64 0 0,0 1 0 0 0,1 1-1 0 0,1 1 1 0 0,32-19 0 0 0,-52 34 17 0 0,-1 0 0 0 0,1 1-1 0 0,0-1 1 0 0,0 1 0 0 0,-1-1 0 0 0,1 1-1 0 0,0 0 1 0 0,0-1 0 0 0,0 1-1 0 0,-1 0 1 0 0,1 0 0 0 0,0 0-1 0 0,0 0 1 0 0,0 1 0 0 0,0-1 0 0 0,-1 0-1 0 0,1 1 1 0 0,2 0 0 0 0,-1 1 4 0 0,1 0 0 0 0,-1 0-1 0 0,0 0 1 0 0,0 0 0 0 0,0 0 0 0 0,0 1 0 0 0,-1-1 0 0 0,5 5 0 0 0,0 3-24 0 0,0 0 0 0 0,0 1-1 0 0,-1 0 1 0 0,6 13 0 0 0,-3-4 9 0 0,-2 0-1 0 0,-1 1 1 0 0,0 0-1 0 0,4 34 1 0 0,1 88 45 0 0,-6-53-309 0 0,-3-78-842 0 0,2 13-1480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0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91 128 1288 0 0,'-31'-13'4440'0'0,"19"9"-2148"0"0,0-1 0 0 0,-18-9 0 0 0,30 13-2273 0 0,-1 1 1 0 0,1 0 0 0 0,0 0-1 0 0,-1-1 1 0 0,1 1-1 0 0,0 0 1 0 0,-1-1 0 0 0,1 1-1 0 0,0 0 1 0 0,-1-1-1 0 0,1 1 1 0 0,0 0 0 0 0,0-1-1 0 0,0 1 1 0 0,-1-1-1 0 0,1 1 1 0 0,0 0 0 0 0,0-1-1 0 0,0 1 1 0 0,0-1-1 0 0,0 1 1 0 0,0-1 0 0 0,0 1-1 0 0,0-1 1 0 0,0 1-1 0 0,0 0 1 0 0,0-1-1 0 0,0 1 1 0 0,0-1 0 0 0,0 1-1 0 0,0-1 1 0 0,0 1-1 0 0,0 0 1 0 0,1-1 0 0 0,-1 1-1 0 0,0-1 1 0 0,0 1-1 0 0,0 0 1 0 0,1-1 0 0 0,-1 1-1 0 0,0 0 1 0 0,1-1-1 0 0,-1 1 1 0 0,0 0 0 0 0,1-1-1 0 0,-1 1 1 0 0,0 0-1 0 0,1 0 1 0 0,-1-1 0 0 0,1 1-1 0 0,0 0 1 0 0,20-12 152 0 0,23-2-2030 0 0,1 1 1 0 0,71-10 0 0 0,-82 17-663 0 0,-3 1-779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0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45 36 0 0,'-13'-28'11610'0'0,"11"23"-10900"0"0,-6-7 880 0 0,5 13-1907 0 0,1 10-1506 0 0,1 23-4132 0 0,-1-23 2508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1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1752 0 0,'-24'31'15051'0'0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1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1796 0 0,'17'-35'14090'0'0,"-6"55"-13286"0"0,-7 16-384 0 0,-2-1-1 0 0,-1 50 1 0 0,-14 73-171 0 0,2-16-5908 0 0,9-113 104 0 0,1-17 975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2 203 2856 0 0,'-1'-11'1347'0'0,"1"1"0"0"0,0 0 0 0 0,0-1-1 0 0,1 1 1 0 0,4-14 0 0 0,-3 16-889 0 0,0-1 1 0 0,1 1-1 0 0,0 0 0 0 0,1 0 0 0 0,-1 0 1 0 0,9-11-1 0 0,-9 14-414 0 0,0 1 0 0 0,1-1 0 0 0,-1 1 0 0 0,1 0 0 0 0,0 1 0 0 0,1-1 0 0 0,-1 0 0 0 0,0 1 0 0 0,1 0 0 0 0,0 0 0 0 0,0 1 0 0 0,0-1 0 0 0,0 1-1 0 0,0 0 1 0 0,0 0 0 0 0,0 1 0 0 0,1 0 0 0 0,-1 0 0 0 0,1 0 0 0 0,-1 0 0 0 0,1 1 0 0 0,-1 0 0 0 0,1 0 0 0 0,-1 0 0 0 0,7 2 0 0 0,-7-1-42 0 0,0 0-1 0 0,0 0 1 0 0,0 0-1 0 0,-1 1 1 0 0,1 0 0 0 0,0 0-1 0 0,-1 0 1 0 0,0 0 0 0 0,1 1-1 0 0,-1-1 1 0 0,0 1-1 0 0,0 0 1 0 0,-1 1 0 0 0,1-1-1 0 0,-1 1 1 0 0,1-1-1 0 0,-1 1 1 0 0,0 0 0 0 0,-1 0-1 0 0,1 0 1 0 0,3 7-1 0 0,-4-5-4 0 0,0 0 0 0 0,0 0 0 0 0,-1 0 0 0 0,0 0-1 0 0,0 0 1 0 0,0 0 0 0 0,-1 0 0 0 0,0 0 0 0 0,0 0 0 0 0,0 0-1 0 0,-1 0 1 0 0,0 0 0 0 0,0 0 0 0 0,0 0 0 0 0,-1 0-1 0 0,0 0 1 0 0,-3 6 0 0 0,-56 99 228 0 0,60-110-217 0 0,0-1-1 0 0,1 1 0 0 0,-1 0 0 0 0,0 0 0 0 0,1 0 0 0 0,-1 0 1 0 0,1 0-1 0 0,-1 0 0 0 0,1 0 0 0 0,0 0 0 0 0,-1 0 0 0 0,1 0 0 0 0,0 0 1 0 0,0 0-1 0 0,0 1 0 0 0,0-1 0 0 0,0 0 0 0 0,0 0 0 0 0,0 0 1 0 0,0 0-1 0 0,0 0 0 0 0,1 2 0 0 0,0-2-24 0 0,2-1-20 0 0,8 0 47 0 0,1 0 0 0 0,-1 1 1 0 0,0 0-1 0 0,0 1 0 0 0,0 0 0 0 0,-1 1 0 0 0,1 0 0 0 0,0 1 0 0 0,-1 0 0 0 0,0 0 1 0 0,0 1-1 0 0,0 1 0 0 0,-1 0 0 0 0,1 0 0 0 0,-1 0 0 0 0,-1 1 0 0 0,1 1 1 0 0,-1 0-1 0 0,-1 0 0 0 0,1 0 0 0 0,-1 1 0 0 0,-1 0 0 0 0,8 13 0 0 0,-12-18 92 0 0,1 1 0 0 0,-1 0-1 0 0,0-1 1 0 0,0 1-1 0 0,-1 0 1 0 0,1 0 0 0 0,-1 0-1 0 0,0 0 1 0 0,-1 0-1 0 0,1 0 1 0 0,-1 1-1 0 0,0-1 1 0 0,0 0 0 0 0,0 0-1 0 0,-1 0 1 0 0,0 0-1 0 0,0 0 1 0 0,0 0 0 0 0,-1 0-1 0 0,0 0 1 0 0,0 0-1 0 0,0 0 1 0 0,0-1-1 0 0,-1 1 1 0 0,1-1 0 0 0,-7 8-1 0 0,4-6 11 0 0,-1 1 0 0 0,0-1 0 0 0,-1-1 0 0 0,1 1 0 0 0,-1-1 0 0 0,0 0 0 0 0,0 0 0 0 0,0-1 0 0 0,-1 0 0 0 0,0 0 0 0 0,0-1 0 0 0,0 0 0 0 0,0 0 1 0 0,0-1-1 0 0,-12 2 0 0 0,17-4-322 0 0,-1 0 1 0 0,0 0-1 0 0,1 0 1 0 0,-1 0-1 0 0,1 0 1 0 0,-1-1-1 0 0,0 0 1 0 0,1 1-1 0 0,-1-1 1 0 0,1-1-1 0 0,0 1 1 0 0,-1 0 0 0 0,-3-3-1 0 0,5 3-339 0 0,0-1-1 0 0,1 1 1 0 0,-1 0-1 0 0,1-1 1 0 0,-1 1-1 0 0,1 0 1 0 0,-1-1-1 0 0,1 0 1 0 0,0 1 0 0 0,0-1-1 0 0,0 0 1 0 0,0 0-1 0 0,0 0 1 0 0,0 1-1 0 0,0-4 1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2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1584 0 0,'0'-15'2455'0'0,"-1"9"-1021"0"0,1-1 0 0 0,0 0 0 0 0,1 0 0 0 0,2-12 0 0 0,-2 19-1335 0 0,0-1 0 0 0,0 1 0 0 0,0-1 0 0 0,1 1 0 0 0,-1 0 0 0 0,0 0-1 0 0,0-1 1 0 0,0 1 0 0 0,1 0 0 0 0,-1 0 0 0 0,0 0 0 0 0,0 0 0 0 0,1 0 0 0 0,-1 0 0 0 0,0 1 0 0 0,0-1 0 0 0,1 0 0 0 0,1 1 0 0 0,7 4 264 0 0,0-1 1 0 0,0 1 0 0 0,-1 0-1 0 0,1 1 1 0 0,-1 1 0 0 0,-1-1 0 0 0,16 15-1 0 0,50 62 514 0 0,-70-78-808 0 0,18 23 24 0 0,-1 1 0 0 0,-2 1 0 0 0,-1 1 1 0 0,-1 1-1 0 0,-2 0 0 0 0,-2 1 0 0 0,0 0 1 0 0,-2 1-1 0 0,-2 0 0 0 0,10 68 0 0 0,-15-62-40 0 0,-2 1-1 0 0,-1 0 0 0 0,-2 0 1 0 0,-2 0-1 0 0,-2 0 0 0 0,-1-1 0 0 0,-2 0 1 0 0,-2 0-1 0 0,-18 47 0 0 0,27-86-75 0 0,-47 115-1451 0 0,39-96-656 0 0,-2-1 1 0 0,0 0-1 0 0,-22 28 1 0 0,15-27-3944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2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59 3220 0 0,'-13'-30'13763'0'0,"11"23"-12452"0"0,3 6-1281 0 0,-1 1-1 0 0,0-1 0 0 0,1 1 0 0 0,-1-1 0 0 0,1 0 0 0 0,-1 1 1 0 0,0-1-1 0 0,1 1 0 0 0,0-1 0 0 0,-1 1 0 0 0,1-1 0 0 0,-1 1 1 0 0,1 0-1 0 0,-1-1 0 0 0,1 1 0 0 0,0 0 0 0 0,-1-1 0 0 0,1 1 1 0 0,0 0-1 0 0,-1 0 0 0 0,1-1 0 0 0,0 1 0 0 0,1 0 0 0 0,16-4 209 0 0,7 0-989 0 0,0 2 0 0 0,26 0-1 0 0,16 6-8773 0 0,-54-2 4476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2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0 784 0 0,'-33'18'3299'0'0,"-94"53"11535"0"0,126-70-14478 0 0,4 1-295 0 0,0-1 0 0 0,0 0 0 0 0,0 0 0 0 0,0 0 0 0 0,0 0 0 0 0,0-1 0 0 0,0 1 0 0 0,1-1 0 0 0,-1 0-1 0 0,0 0 1 0 0,0 0 0 0 0,7-1 0 0 0,0 1 15 0 0,154-9-2760 0 0,0-13-6708 0 0,-110 13 3731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3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722 74 1264 0 0,'2'-26'9310'0'0,"-4"-13"3151"0"0,1 38-12381 0 0,-1 0 0 0 0,0 0 0 0 0,0 0 0 0 0,0 0 0 0 0,0 0 0 0 0,0 1 0 0 0,0-1 0 0 0,0 1 0 0 0,0-1 0 0 0,0 1 0 0 0,0 0 0 0 0,0 0 0 0 0,0 0 0 0 0,0 0-1 0 0,0 0 1 0 0,-1 0 0 0 0,-1 1 0 0 0,-11 3-99 0 0,1 2-1 0 0,-1-1 1 0 0,1 2-1 0 0,-17 10 0 0 0,11-5-11 0 0,1 2-1 0 0,1 0 1 0 0,0 2-1 0 0,-25 27 0 0 0,22-19 45 0 0,1 1 0 0 0,-31 53-1 0 0,36-51 114 0 0,-14 34 0 0 0,16-25-144 0 0,2 0 0 0 0,1 1 1 0 0,2 0-1 0 0,2 0 0 0 0,-3 60 0 0 0,13 193-172 0 0,1-180 165 0 0,1 154 129 0 0,-13 134 72 0 0,-98 939-120 0 0,104-1320-56 0 0,-81 806 131 0 0,49-462-129 0 0,6-61 109 0 0,-16 308-122 0 0,43-608 11 0 0,0 13 31 0 0,0 0 0 0 0,1-1 0 0 0,0 1 0 0 0,5 21 0 0 0,-5-31-38 0 0,0 0 0 0 0,0 0 0 0 0,1 0 0 0 0,-1 0 0 0 0,1 0 0 0 0,0 0 0 0 0,-1 0 0 0 0,1 0 0 0 0,0-1 0 0 0,1 1 0 0 0,-1-1 0 0 0,0 1 0 0 0,1-1-1 0 0,-1 0 1 0 0,1 0 0 0 0,0 0 0 0 0,0 0 0 0 0,0-1 0 0 0,0 1 0 0 0,0-1 0 0 0,0 0 0 0 0,6 2 0 0 0,3 0-604 0 0,-1-1 0 0 0,1-1 0 0 0,-1 0 0 0 0,1-1 0 0 0,0 0 0 0 0,16-3 0 0 0,2-2-4075 0 0,36-10 1 0 0,-16 1-4011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4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44 68 0 0,'24'-32'15269'0'0,"-17"20"-12528"0"0,-13 38-2715 0 0,-4 37 0 0 0,1-2-16 0 0,-69 334 64 0 0,72-367-93 0 0,-5 39-1666 0 0,11-27-3699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4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53 2428 0 0,'23'-47'13803'0'0,"-20"41"-12827"0"0,-2 7-482 0 0,-1 7-139 0 0,-11 77 337 0 0,-29 111-1 0 0,1-18-2994 0 0,36-147-533 0 0,3-29 2390 0 0,0-1 0 0 0,1 1 0 0 0,-1 0 0 0 0,0-1 1 0 0,1 1-1 0 0,-1 0 0 0 0,0-1 0 0 0,1 1 0 0 0,0-1 0 0 0,-1 1 0 0 0,1-1 0 0 0,0 1 0 0 0,0-1 1 0 0,0 1-1 0 0,0-1 0 0 0,2 2 0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5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85 540 0 0,'4'-9'2816'0'0,"1"1"-1"0"0,-1-1 1 0 0,0 0 0 0 0,3-12-1 0 0,1-2 2250 0 0,-5 17-4142 0 0,-5 49-455 0 0,-16 81 0 0 0,1-10-187 0 0,0 39-842 0 0,2-12-7895 0 0,11-118 4235 0 0,0 0-1960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6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96 1952 0 0,'27'-95'14844'0'0,"-29"105"-14536"0"0,-6 31-4 0 0,-17 52-1 0 0,-2 7-173 0 0,27-100-130 0 0,-8 36-218 0 0,-3 46-1 0 0,10-72-361 0 0,1 0 0 0 0,0 0-1 0 0,0 0 1 0 0,1 1 0 0 0,1-1-1 0 0,-1-1 1 0 0,2 1 0 0 0,-1 0-1 0 0,7 15 1 0 0,3-6-3166 0 0,3-4-1705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6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1 159 1720 0 0,'12'-21'2622'0'0,"-1"1"-544"0"0,1 1-1 0 0,19-24 1 0 0,-26 38-1908 0 0,-1 0-1 0 0,1 0 1 0 0,1 0 0 0 0,-1 1-1 0 0,0 0 1 0 0,1 0 0 0 0,0 0 0 0 0,0 1-1 0 0,0-1 1 0 0,1 2 0 0 0,-1-1-1 0 0,9-2 1 0 0,-10 4-144 0 0,0 0 0 0 0,0 1-1 0 0,0-1 1 0 0,1 1 0 0 0,-1 0 0 0 0,0 1 0 0 0,0-1-1 0 0,0 1 1 0 0,0 0 0 0 0,1 0 0 0 0,-1 1-1 0 0,-1-1 1 0 0,1 1 0 0 0,0 0 0 0 0,0 1-1 0 0,-1-1 1 0 0,1 1 0 0 0,-1 0 0 0 0,7 5 0 0 0,-6-4-11 0 0,-1 0 1 0 0,0 1-1 0 0,0-1 1 0 0,0 1-1 0 0,-1-1 1 0 0,1 1-1 0 0,-1 0 1 0 0,0 0-1 0 0,-1 1 1 0 0,1-1-1 0 0,-1 0 1 0 0,0 1-1 0 0,-1 0 1 0 0,1-1-1 0 0,-1 1 1 0 0,0 0-1 0 0,0 11 1 0 0,-1-3 86 0 0,-1 0-1 0 0,-1 0 1 0 0,-1 0 0 0 0,1 0 0 0 0,-2 0 0 0 0,0 0-1 0 0,-1-1 1 0 0,0 0 0 0 0,-1 0 0 0 0,-1 0-1 0 0,-7 11 1 0 0,-12 13 484 0 0,-1-1 0 0 0,-36 35 0 0 0,-7 9 520 0 0,63-72-942 0 0,-1 1 171 0 0,8-9-332 0 0,0 1 1 0 0,0-1-1 0 0,0 0 0 0 0,0 0 0 0 0,0 0 0 0 0,0 1 0 0 0,0-1 0 0 0,0 0 0 0 0,0 0 0 0 0,1 0 0 0 0,-1 1 0 0 0,0-1 0 0 0,0 0 0 0 0,0 0 0 0 0,0 0 0 0 0,1 0 0 0 0,-1 1 0 0 0,0-1 0 0 0,0 0 0 0 0,0 0 0 0 0,0 0 0 0 0,1 0 0 0 0,-1 0 0 0 0,0 0 0 0 0,0 0 0 0 0,1 1 0 0 0,-1-1 0 0 0,0 0 0 0 0,0 0 1 0 0,0 0-1 0 0,1 0 0 0 0,-1 0 0 0 0,0 0 0 0 0,0 0 0 0 0,1 0 0 0 0,-1 0 0 0 0,0 0 0 0 0,0 0 0 0 0,1 0 0 0 0,-1-1 0 0 0,0 1 0 0 0,0 0 0 0 0,0 0 0 0 0,1 0 0 0 0,7-1 10 0 0,0 0 0 0 0,1-1 0 0 0,-1 0 0 0 0,0 0 0 0 0,12-6 0 0 0,6-1 10 0 0,263-65 84 0 0,-72 21-1196 0 0,-187 46-173 0 0,2-1-1862 0 0,-11 1-2669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7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232 142 320 0 0,'-2'-1'2043'0'0,"-1"-1"-1457"0"0,-1 0 1 0 0,1 0-1 0 0,0-1 1 0 0,0 1-1 0 0,1-1 0 0 0,-1 0 1 0 0,0 0-1 0 0,1 1 1 0 0,0-2-1 0 0,-1 1 1 0 0,1 0-1 0 0,1 0 1 0 0,-1-1-1 0 0,0 1 0 0 0,1-1 1 0 0,0 1-1 0 0,-2-6 1 0 0,3 7-496 0 0,-1-1 1 0 0,1 1-1 0 0,0-1 1 0 0,0 1 0 0 0,0 0-1 0 0,0-1 1 0 0,0 1-1 0 0,1-1 1 0 0,-1 1 0 0 0,1-1-1 0 0,0 1 1 0 0,0 0-1 0 0,-1-1 1 0 0,1 1 0 0 0,1 0-1 0 0,-1 0 1 0 0,0-1-1 0 0,0 1 1 0 0,1 0-1 0 0,0 1 1 0 0,-1-1 0 0 0,1 0-1 0 0,0 0 1 0 0,0 1-1 0 0,0-1 1 0 0,0 1 0 0 0,0-1-1 0 0,3-1 1 0 0,2 0-71 0 0,0 0 0 0 0,1 0 0 0 0,0 0 0 0 0,-1 1 0 0 0,1 0 0 0 0,0 1 0 0 0,0-1 0 0 0,0 2 0 0 0,0-1 0 0 0,0 1 0 0 0,0 0 0 0 0,0 1 0 0 0,10 1 0 0 0,-13-1-21 0 0,1 0-1 0 0,0 1 0 0 0,-1-1 0 0 0,1 1 0 0 0,-1 0 0 0 0,0 0 0 0 0,0 1 0 0 0,1-1 0 0 0,-2 1 0 0 0,1 0 0 0 0,0 1 0 0 0,-1-1 0 0 0,1 1 0 0 0,-1 0 0 0 0,0 0 0 0 0,0 0 0 0 0,-1 1 0 0 0,1-1 0 0 0,3 7 0 0 0,-6-8-1 0 0,1 1 0 0 0,-1-1 0 0 0,0 1 0 0 0,0-1 0 0 0,-1 1 0 0 0,1-1 0 0 0,-1 1 0 0 0,0 0-1 0 0,0-1 1 0 0,0 1 0 0 0,0 0 0 0 0,0-1 0 0 0,-1 1 0 0 0,0-1 0 0 0,0 1 0 0 0,0-1 0 0 0,0 1 0 0 0,0-1 0 0 0,-1 0 0 0 0,1 1 0 0 0,-1-1 0 0 0,-2 3-1 0 0,-6 8 36 0 0,0 0-1 0 0,-1-1 0 0 0,-19 18 0 0 0,4-4 70 0 0,20-21-66 0 0,5-5-24 0 0,0 0 1 0 0,-1 0 0 0 0,1 0-1 0 0,0 0 1 0 0,0 0 0 0 0,0 1-1 0 0,0-1 1 0 0,0 0 0 0 0,0 1-1 0 0,0-1 1 0 0,0 1 0 0 0,0-1-1 0 0,0 4 1 0 0,4-4-15 0 0,1 1 1 0 0,-1-1-1 0 0,1 1 0 0 0,0-1 1 0 0,0 0-1 0 0,-1 0 0 0 0,1-1 1 0 0,0 1-1 0 0,4-1 0 0 0,14 3-6 0 0,-7 2 92 0 0,-1 1 1 0 0,-1 0-1 0 0,1 1 0 0 0,-1 0 1 0 0,0 1-1 0 0,-1 1 1 0 0,1 0-1 0 0,-2 0 0 0 0,1 1 1 0 0,-2 1-1 0 0,1 0 0 0 0,-1 0 1 0 0,14 22-1 0 0,-22-30 84 0 0,0 0 0 0 0,-1 0-1 0 0,1 0 1 0 0,-1 0 0 0 0,1 1 0 0 0,-1-1-1 0 0,0 0 1 0 0,0 1 0 0 0,-1-1 0 0 0,1 0-1 0 0,-1 1 1 0 0,0-1 0 0 0,1 1 0 0 0,-2-1-1 0 0,1 1 1 0 0,0-1 0 0 0,-1 1 0 0 0,0 4-1 0 0,-1-4-13 0 0,0 0 0 0 0,0-1 0 0 0,0 1 0 0 0,0 0 0 0 0,-1-1 0 0 0,1 0-1 0 0,-1 1 1 0 0,0-1 0 0 0,0 0 0 0 0,0 0 0 0 0,-1-1 0 0 0,1 1 0 0 0,-4 2 0 0 0,-6 2 41 0 0,0 0 1 0 0,-1-1 0 0 0,1-1 0 0 0,-1 0-1 0 0,0 0 1 0 0,0-2 0 0 0,-23 4 0 0 0,7-4-203 0 0,0-1 0 0 0,-1-2 1 0 0,-58-7-1 0 0,0-7-2778 0 0,0-5-4751 0 0,84 18 6991 0 0,-17-4-3897 0 0,1-2-2129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73 876 0 0,'12'-20'4956'0'0,"-4"9"-1538"0"0,-1-2 1 0 0,8-15 1296 0 0,-12 34-4189 0 0,2 8 32 0 0,-6 6-80 0 0,-1 1 0 0 0,0-1 0 0 0,-10 36-1 0 0,-24 58 9 0 0,18-61-297 0 0,0-2-154 0 0,9-28-509 0 0,1 0 0 0 0,1 0-1 0 0,1 1 1 0 0,1 0-1 0 0,-3 39 1 0 0,8-60 193 0 0,0-1 0 0 0,0 1 0 0 0,0-1 0 0 0,0 0 0 0 0,1 1 0 0 0,0-1 0 0 0,-1 0 0 0 0,1 0 0 0 0,0 1 0 0 0,0-1 0 0 0,0 0 1 0 0,3 4-1 0 0,-3-5-111 0 0,0 1 0 0 0,0-1 1 0 0,1 0-1 0 0,-1 0 0 0 0,1 1 1 0 0,-1-1-1 0 0,1 0 0 0 0,-1 0 1 0 0,1 0-1 0 0,-1-1 0 0 0,1 1 1 0 0,0 0-1 0 0,0-1 0 0 0,-1 1 1 0 0,1-1-1 0 0,0 1 0 0 0,3-1 1 0 0,16 1-4746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8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1784 0 0,'26'-27'8533'0'0,"5"-7"-908"0"0,-28 32-7559 0 0,-1 0-1 0 0,1 0 0 0 0,-1 1 1 0 0,1-1-1 0 0,0 1 0 0 0,0 0 1 0 0,0 0-1 0 0,0 0 0 0 0,0 0 1 0 0,0 0-1 0 0,4 0 0 0 0,-1 0-13 0 0,7-2-12 0 0,0 1 1 0 0,0 0-1 0 0,0 1 1 0 0,0 1-1 0 0,0 0 1 0 0,16 2-1 0 0,-23-2-27 0 0,0 1-1 0 0,-1 0 1 0 0,1 0-1 0 0,0 1 0 0 0,-1 0 1 0 0,1 0-1 0 0,-1 0 0 0 0,0 0 1 0 0,0 1-1 0 0,1 0 1 0 0,-2 0-1 0 0,1 0 0 0 0,0 1 1 0 0,-1-1-1 0 0,1 1 0 0 0,4 6 1 0 0,-7-6 52 0 0,0-1 0 0 0,-1 1 0 0 0,1-1 0 0 0,-1 1 0 0 0,0-1 0 0 0,0 1 0 0 0,0 0 0 0 0,-1 0 0 0 0,1-1-1 0 0,-1 1 1 0 0,0 0 0 0 0,0 0 0 0 0,0 0 0 0 0,-1-1 0 0 0,1 1 0 0 0,-1 0 0 0 0,0 0 0 0 0,0-1 0 0 0,0 1 0 0 0,-1-1 0 0 0,1 1 0 0 0,-1-1 0 0 0,-2 5 0 0 0,-6 9 290 0 0,0-2 0 0 0,0 1 0 0 0,-17 17 0 0 0,-125 130 1528 0 0,150-161-1835 0 0,3-1-37 0 0,0 0 0 0 0,0 0 0 0 0,0 0 0 0 0,0 0 0 0 0,0 0 0 0 0,0 0 0 0 0,0 0 0 0 0,1 0 0 0 0,-1 0 0 0 0,0-1 0 0 0,0 1 0 0 0,0-1-1 0 0,1 1 1 0 0,-1-1 0 0 0,0 1 0 0 0,1-1 0 0 0,-1 1 0 0 0,1-1 0 0 0,-1 0 0 0 0,0 0 0 0 0,3 0 0 0 0,35-2 34 0 0,-25 1-23 0 0,155-15 25 0 0,184-42 1 0 0,-351 58-139 0 0,80-17-306 0 0,-55 11-2587 0 0,-1-1-3871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8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43 1964 0 0,'6'-43'16602'0'0,"0"68"-12894"0"0,-1 23-3395 0 0,-5-33-401 0 0,-3 178 1421 0 0,-5-97-2222 0 0,-8-2-3819 0 0,15-91 4271 0 0,-6 23-3229 0 0,-1-11-2492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29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678 38 2084 0 0,'0'-1'386'0'0,"0"-1"-1"0"0,0 1 0 0 0,0-1 1 0 0,0 1-1 0 0,0 0 0 0 0,-1-1 1 0 0,1 1-1 0 0,-1-1 1 0 0,1 1-1 0 0,-1 0 0 0 0,1-1 1 0 0,-1 1-1 0 0,0 0 0 0 0,1-1 1 0 0,-1 1-1 0 0,0 0 1 0 0,0 0-1 0 0,0 0 0 0 0,0 0 1 0 0,-2-2-1 0 0,1 2-106 0 0,0 0 0 0 0,0 0 0 0 0,0 0-1 0 0,0 0 1 0 0,0 0 0 0 0,0 1 0 0 0,-1-1 0 0 0,1 1 0 0 0,0-1 0 0 0,0 1-1 0 0,-1 0 1 0 0,-1 0 0 0 0,-6 1 179 0 0,0 0 0 0 0,0 0 0 0 0,0 1 0 0 0,0 1 0 0 0,-9 3 0 0 0,-59 22 1259 0 0,-108 56 0 0 0,135-56-1618 0 0,1 1 0 0 0,-89 72 0 0 0,100-62-1646 0 0,37-36 976 0 0,-1 0 0 0 0,0 1 1 0 0,1 0-1 0 0,0-1 0 0 0,0 1 0 0 0,0 0 0 0 0,0 0 0 0 0,1 0 0 0 0,-3 9 0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0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0 100 784 0 0,'25'-61'10415'0'0,"-15"24"-7461"0"0,-9 35-2831 0 0,-1 8-1221 0 0,1 0 405 0 0,-1 0 1 0 0,0 0-1 0 0,0 0 1 0 0,-1 0-1 0 0,0 0 1 0 0,0-1-1 0 0,-1 1 1 0 0,1 0-1 0 0,-1-1 0 0 0,-3 7 1 0 0,-3 6-2464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0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1100 0 0,'-5'23'7701'0'0,"-1"12"-4418"0"0,6-33-3066 0 0,-1 3-142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1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81 1396 0 0,'15'-15'3912'0'0,"-2"-2"0"0"0,22-31 995 0 0,-39 50-4771 0 0,-6 4-82 0 0,0 0-1 0 0,0 1 0 0 0,1 0 1 0 0,0 1-1 0 0,0 0 0 0 0,-13 17 1 0 0,-46 65 64 0 0,54-71-87 0 0,-6 10-1 0 0,-91 139 86 0 0,98-145-147 0 0,1 0 0 0 0,1 1 1 0 0,1 0-1 0 0,1 1 0 0 0,-8 41 0 0 0,15-60 25 0 0,1 1 0 0 0,1-1 0 0 0,-1 0 0 0 0,1 0 0 0 0,0 0 0 0 0,1 1 0 0 0,-1-1 0 0 0,1 0 0 0 0,0 0 1 0 0,1 0-1 0 0,0 0 0 0 0,0 0 0 0 0,0 0 0 0 0,0-1 0 0 0,1 1 0 0 0,0-1 0 0 0,5 7 0 0 0,-4-6 24 0 0,1-1 0 0 0,0 0 0 0 0,0 0 0 0 0,1-1 0 0 0,-1 1 0 0 0,1-1 0 0 0,0 0 0 0 0,0 0 0 0 0,1-1 0 0 0,-1 0 0 0 0,1 0 0 0 0,-1-1 0 0 0,1 0 0 0 0,12 3 0 0 0,-15-4 111 0 0,1 0 0 0 0,-1 0 0 0 0,1-1-1 0 0,-1 1 1 0 0,0-1 0 0 0,1 0 0 0 0,-1 0 0 0 0,1-1 0 0 0,-1 1 0 0 0,1-1-1 0 0,-1 0 1 0 0,0 0 0 0 0,1-1 0 0 0,-1 1 0 0 0,0-1 0 0 0,0 0 0 0 0,0 0 0 0 0,0 0-1 0 0,0 0 1 0 0,-1-1 0 0 0,1 0 0 0 0,-1 0 0 0 0,1 0 0 0 0,-1 0 0 0 0,0 0-1 0 0,0-1 1 0 0,-1 1 0 0 0,1-1 0 0 0,-1 0 0 0 0,1 0 0 0 0,-1 0 0 0 0,2-6-1 0 0,-3 8-114 0 0,-1 1-1 0 0,1 0 0 0 0,-1 0 1 0 0,0-1-1 0 0,0 1 0 0 0,1 0 0 0 0,-1-1 1 0 0,0 1-1 0 0,0 0 0 0 0,0 0 1 0 0,-1-1-1 0 0,1 1 0 0 0,0 0 0 0 0,0-1 1 0 0,-1 1-1 0 0,1 0 0 0 0,-1 0 1 0 0,1-1-1 0 0,-1 1 0 0 0,1 0 0 0 0,-1 0 1 0 0,0 0-1 0 0,1 0 0 0 0,-1 0 1 0 0,0 0-1 0 0,0 0 0 0 0,0 0 0 0 0,0 0 1 0 0,0 0-1 0 0,0 1 0 0 0,0-1 1 0 0,0 0-1 0 0,0 1 0 0 0,0-1 0 0 0,-1 0 1 0 0,1 1-1 0 0,0 0 0 0 0,0-1 1 0 0,-1 1-1 0 0,-1-1 0 0 0,-3 0-105 0 0,0 0 1 0 0,-1 0-1 0 0,1 0 0 0 0,0 1 0 0 0,-1 0 0 0 0,-10 1 0 0 0,-5 3-678 0 0,1 1-1 0 0,0 0 1 0 0,0 2-1 0 0,1 1 1 0 0,-39 19-1 0 0,10 1-3066 0 0,-50 37 0 0 0,55-33-526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1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2068 0 0,'5'-40'11911'0'0,"-4"24"-8737"0"0,-1 28-5102 0 0,-3 21-5384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1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2484 0 0,'-1'6'583'0'0,"-6"29"10906"0"0,7-21-15023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1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17 2496 0 0,'21'-14'8770'0'0,"-21"14"-8657"0"0,0-1 0 0 0,1 1 0 0 0,-1 0 0 0 0,1 0 0 0 0,-1-1 0 0 0,1 1-1 0 0,-1 0 1 0 0,1 0 0 0 0,-1 0 0 0 0,1 0 0 0 0,-1 0 0 0 0,1-1 0 0 0,-1 1 0 0 0,1 0 0 0 0,-1 0 0 0 0,1 0 0 0 0,-1 0 0 0 0,1 1 0 0 0,-1-1 0 0 0,1 0 0 0 0,-1 0 0 0 0,1 0 0 0 0,-1 0 0 0 0,1 0 0 0 0,-1 1 0 0 0,1-1 0 0 0,-1 0 0 0 0,0 0 0 0 0,1 1 0 0 0,-1-1 0 0 0,1 0 0 0 0,-1 1 0 0 0,1 0 0 0 0,0 0 31 0 0,0 1 0 0 0,-1-1 0 0 0,1 1 0 0 0,-1-1 0 0 0,1 1 1 0 0,-1 0-1 0 0,0-1 0 0 0,1 1 0 0 0,-1 0 0 0 0,0 3 0 0 0,-6 47 528 0 0,5-47-461 0 0,-23 108 253 0 0,-7 44-414 0 0,28-133-2394 0 0,2 1 0 0 0,1 30 0 0 0,1-43-1270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2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146 116 872 0 0,'27'-77'14929'0'0,"-28"77"-14912"0"0,0 1 1 0 0,1-1-1 0 0,-1 1 0 0 0,0-1 1 0 0,0 1-1 0 0,0 0 0 0 0,1-1 1 0 0,-1 1-1 0 0,0 0 0 0 0,1 0 1 0 0,-1 0-1 0 0,1-1 1 0 0,-1 1-1 0 0,1 0 0 0 0,-1 0 1 0 0,0 2-1 0 0,-8 20 83 0 0,6-17-60 0 0,-3 7 1 0 0,1 1-1 0 0,0-1 0 0 0,1 1 1 0 0,1 0-1 0 0,0 0 1 0 0,0 1-1 0 0,0 15 1 0 0,3-26-19 0 0,0 0 0 0 0,0 0 1 0 0,1 0-1 0 0,-1 0 0 0 0,1 0 1 0 0,0 0-1 0 0,0 0 0 0 0,0 0 1 0 0,0 0-1 0 0,1 0 0 0 0,0-1 1 0 0,-1 1-1 0 0,1 0 0 0 0,1-1 1 0 0,-1 0-1 0 0,0 1 0 0 0,1-1 1 0 0,0 0-1 0 0,0 0 0 0 0,0 0 1 0 0,0-1-1 0 0,0 1 0 0 0,0-1 1 0 0,1 0-1 0 0,-1 0 0 0 0,1 0 1 0 0,-1 0-1 0 0,1 0 0 0 0,5 1 1 0 0,-1-1 164 0 0,1 0 0 0 0,0-1 0 0 0,0 0 0 0 0,-1 0 0 0 0,1-1 0 0 0,0 0 0 0 0,0-1 0 0 0,0 0 0 0 0,0 0 0 0 0,-1 0 1 0 0,1-1-1 0 0,0-1 0 0 0,-1 0 0 0 0,0 0 0 0 0,0 0 0 0 0,0-1 0 0 0,0 0 0 0 0,0-1 0 0 0,-1 0 0 0 0,1 0 0 0 0,10-11 0 0 0,-12 11-38 0 0,0 0 0 0 0,0-1 0 0 0,0 0 0 0 0,-1-1 0 0 0,0 1 0 0 0,-1-1 0 0 0,1 0 0 0 0,-1 0 0 0 0,0 0 0 0 0,-1-1 0 0 0,0 1 0 0 0,0-1 0 0 0,-1 0 0 0 0,1 0 0 0 0,-2 0 0 0 0,1 0 0 0 0,-1 0 0 0 0,-1 0 0 0 0,1 0-1 0 0,-1 0 1 0 0,-1 0 0 0 0,1-1 0 0 0,-4-12 0 0 0,3 18-144 0 0,0-1-1 0 0,0 1 1 0 0,-1 0 0 0 0,1 0-1 0 0,-1 0 1 0 0,0 0-1 0 0,0 0 1 0 0,0 0 0 0 0,0 1-1 0 0,0-1 1 0 0,0 0-1 0 0,-1 1 1 0 0,1 0-1 0 0,-7-4 1 0 0,4 3-137 0 0,0 0 0 0 0,0 0 0 0 0,-1 1 0 0 0,1 0 0 0 0,-1 0-1 0 0,0 1 1 0 0,1-1 0 0 0,-8 1 0 0 0,-4-1-572 0 0,0 2 1 0 0,0 0-1 0 0,0 1 1 0 0,0 0-1 0 0,-17 5 0 0 0,2 1-1380 0 0,1 2-1 0 0,0 2 0 0 0,1 0 0 0 0,-31 18 0 0 0,11-5-4665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2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1116 0 0,'11'-27'16067'0'0,"-4"16"-13657"0"0,-5 20-4256 0 0,-5 26-7142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2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3184 0 0,'-29'73'22853'0'0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3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79 1416 0 0,'34'-62'17111'0'0,"-31"48"-14168"0"0,-1 11-1923 0 0,-4 13-1047 0 0,-3 7 126 0 0,-1 1-1 0 0,0-1 1 0 0,-18 32 0 0 0,1-3 2 0 0,-80 174 378 0 0,40-88-4514 0 0,56-120 2613 0 0,-2 3-1904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3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0 191 1596 0 0,'50'-118'15281'0'0,"-50"117"-15056"0"0,1 0-203 0 0,-1 1 0 0 0,0 0 0 0 0,0 0 0 0 0,1-1 0 0 0,-1 1 1 0 0,0 0-1 0 0,1 0 0 0 0,-1-1 0 0 0,0 1 0 0 0,1 0 0 0 0,-1 0 1 0 0,0 0-1 0 0,1 0 0 0 0,-1-1 0 0 0,1 1 0 0 0,-1 0 0 0 0,0 0 0 0 0,1 0 1 0 0,-1 0-1 0 0,0 0 0 0 0,1 0 0 0 0,-1 0 0 0 0,1 0 0 0 0,0 0 1 0 0,29 44 347 0 0,-24-32-306 0 0,2-1 0 0 0,-1 0-1 0 0,19 19 1 0 0,-19-24-26 0 0,-1 0 1 0 0,1-1-1 0 0,0 1 1 0 0,1-2-1 0 0,-1 1 0 0 0,1-1 1 0 0,0 0-1 0 0,0-1 0 0 0,0 0 1 0 0,0 0-1 0 0,14 3 1 0 0,-16-6-21 0 0,0 1 1 0 0,0-1-1 0 0,0 0 0 0 0,0 0 1 0 0,0 0-1 0 0,0-1 1 0 0,0 0-1 0 0,0-1 1 0 0,-1 1-1 0 0,1-1 1 0 0,0 0-1 0 0,-1 0 0 0 0,0-1 1 0 0,1 1-1 0 0,-1-1 1 0 0,0-1-1 0 0,9-6 1 0 0,1-5 91 0 0,-1 0 1 0 0,0-1-1 0 0,-1-1 0 0 0,-1 0 1 0 0,0 0-1 0 0,9-21 1 0 0,-6 12 1255 0 0,5-10 304 0 0,-20 35-1570 0 0,1 1-97 0 0,-1 0 0 0 0,0 1 0 0 0,1-1-1 0 0,-1 0 1 0 0,0 1 0 0 0,1-1 0 0 0,-1 0-1 0 0,0 1 1 0 0,0-1 0 0 0,1 1-1 0 0,-1-1 1 0 0,0 1 0 0 0,0-1 0 0 0,0 0-1 0 0,0 1 1 0 0,1-1 0 0 0,-1 1 0 0 0,0-1-1 0 0,0 1 1 0 0,0-1 0 0 0,0 2-1 0 0,-1 8-5 0 0,-4 45-370 0 0,3 56 0 0 0,3-93 222 0 0,1 1-1 0 0,0-1 1 0 0,2-1 0 0 0,0 1-1 0 0,0 0 1 0 0,2-1 0 0 0,10 23-1 0 0,-7-22-815 0 0,1 0-1 0 0,1-1 0 0 0,14 19 1 0 0,-14-23-2426 0 0,27 25-1 0 0,-1-8-4628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36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80 140 0 0,'-7'-8'7977'0'0,"-2"1"-4323"0"0,15 7-2445 0 0,14 2-570 0 0,319-34 768 0 0,-291 26-1137 0 0,-5-1 620 0 0,-30 4-565 0 0,1 1-1 0 0,16-1 0 0 0,5-5 388 0 0,-27 6-95 0 0,-6 1-412 0 0,-1 0 0 0 0,1 1 1 0 0,0-1-1 0 0,0 1 1 0 0,-1 0-1 0 0,1-1 0 0 0,0 1 1 0 0,0 0-1 0 0,-1 0 0 0 0,1 0 1 0 0,0 0-1 0 0,3 1 0 0 0,-4 0-201 0 0,0 0 0 0 0,0 0 0 0 0,0 0-1 0 0,0 0 1 0 0,-1 0 0 0 0,1 0 0 0 0,0 0-1 0 0,0 0 1 0 0,-1 0 0 0 0,1 0-1 0 0,-1 0 1 0 0,1 0 0 0 0,-1 1 0 0 0,0-1-1 0 0,1 0 1 0 0,-1 0 0 0 0,0 1-1 0 0,0-1 1 0 0,0 2 0 0 0,4 53 150 0 0,-2 0 1 0 0,-11 106-1 0 0,5-115-93 0 0,-36 598-375 0 0,10-248 964 0 0,12-179-961 0 0,-21 316 274 0 0,12-32 171 0 0,-4 9-182 0 0,26-366 126 0 0,-31 410-17 0 0,12-289 203 0 0,0-71 1130 0 0,14-113 71 0 0,9-77-1339 0 0,0 0 1 0 0,-1 1-1 0 0,1-1 1 0 0,-1 0-1 0 0,0 0 1 0 0,0 0-1 0 0,0 0 0 0 0,-1 0 1 0 0,0-1-1 0 0,0 1 1 0 0,0-1-1 0 0,-1 0 1 0 0,1 1-1 0 0,-1-2 1 0 0,0 1-1 0 0,0 0 1 0 0,-8 4-1 0 0,-4 3-160 0 0,-2-1-1 0 0,1-1 0 0 0,-30 10 1 0 0,19-8-186 0 0,-203 78-6127 0 0,74-37-2924 0 0,73-26 283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0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8 528 0 0,'-12'-4'6912'0'0,"0"1"-3802"0"0,10 3-2445 0 0,1-1-582 0 0,0 1-1 0 0,1 0 1 0 0,-1 0 0 0 0,0 0-1 0 0,1 0 1 0 0,-1 0-1 0 0,0 0 1 0 0,1 0 0 0 0,-1 0-1 0 0,0 1 1 0 0,1-1 0 0 0,-1 0-1 0 0,1 0 1 0 0,-1 1 0 0 0,0-1-1 0 0,1 0 1 0 0,-1 0-1 0 0,1 1 1 0 0,-1-1 0 0 0,0 1-1 0 0,1-1 1 0 0,-1 0 0 0 0,0 2-1 0 0,-9 18 1151 0 0,1 34 93 0 0,7-37-839 0 0,-60 285 1912 0 0,32-174-3335 0 0,-14 138 0 0 0,42-203-4339 0 0,2-52 1959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1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2144 0 0,'0'-7'710'0'0,"0"0"0"0"0,1 0-1 0 0,-1 0 1 0 0,1 0 0 0 0,1 0-1 0 0,0 1 1 0 0,0-1 0 0 0,0 0-1 0 0,0 1 1 0 0,1-1 0 0 0,4-6-1 0 0,-4 9-572 0 0,0 1-1 0 0,0-1 1 0 0,0 0-1 0 0,1 1 1 0 0,-1-1-1 0 0,1 1 0 0 0,0 0 1 0 0,0 0-1 0 0,0 1 1 0 0,0-1-1 0 0,0 1 1 0 0,1 0-1 0 0,-1 0 1 0 0,1 0-1 0 0,-1 1 0 0 0,10-2 1 0 0,-1 1-65 0 0,0 0 0 0 0,0 1 0 0 0,0 1-1 0 0,0 0 1 0 0,1 1 0 0 0,-1 0 0 0 0,0 1 0 0 0,0 1 0 0 0,22 6 0 0 0,-26-6-52 0 0,0 0 1 0 0,-1 1 0 0 0,1 0-1 0 0,0 0 1 0 0,-1 1-1 0 0,0 0 1 0 0,0 1 0 0 0,-1 0-1 0 0,1 0 1 0 0,-1 0 0 0 0,-1 1-1 0 0,1 0 1 0 0,-1 0-1 0 0,6 10 1 0 0,-9-12 15 0 0,0 1 0 0 0,-1 0 0 0 0,1-1 0 0 0,-1 1 0 0 0,0 0 0 0 0,-1 0 0 0 0,0 0 0 0 0,0 0 0 0 0,0 0 0 0 0,0 0-1 0 0,-1 1 1 0 0,-1 11 0 0 0,-1-9 40 0 0,1 1 0 0 0,-2-1 0 0 0,1 1 0 0 0,-1-1-1 0 0,-1 0 1 0 0,0 0 0 0 0,-8 14 0 0 0,3-9 114 0 0,-1 0 1 0 0,-1 0-1 0 0,0-1 1 0 0,0-1-1 0 0,-1 1 0 0 0,-1-2 1 0 0,0 0-1 0 0,-29 19 1 0 0,25-22 358 0 0,-1 1 1 0 0,0-2 0 0 0,-27 7-1 0 0,43-13-399 0 0,-25 6 246 0 0,27-7-396 0 0,0 0 0 0 0,-1 0 0 0 0,1 0-1 0 0,0 0 1 0 0,0 0 0 0 0,0 0-1 0 0,-1 1 1 0 0,1-1 0 0 0,0 0-1 0 0,0 0 1 0 0,0 0 0 0 0,-1 0-1 0 0,1 1 1 0 0,0-1 0 0 0,0 0 0 0 0,0 0-1 0 0,0 0 1 0 0,0 1 0 0 0,-1-1-1 0 0,1 0 1 0 0,0 0 0 0 0,0 0-1 0 0,0 1 1 0 0,0-1 0 0 0,0 0 0 0 0,0 0-1 0 0,0 1 1 0 0,0-1 0 0 0,0 0-1 0 0,0 0 1 0 0,0 1 0 0 0,0-1-1 0 0,0 0 1 0 0,0 0 0 0 0,0 1-1 0 0,0-1 1 0 0,8 12 7 0 0,20 13 20 0 0,-20-18-28 0 0,184 167-1805 0 0,-145-142-3365 0 0,-36-25 2127 0 0,6 4-4093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1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61 164 0 0,'-15'-24'10524'0'0,"6"1"-5281"0"0,9 21-4678 0 0,0 2-497 0 0,0-1 1 0 0,0 1 0 0 0,0-1 0 0 0,0 1 0 0 0,0-1 0 0 0,0 1 0 0 0,0-1 0 0 0,0 1 0 0 0,1-1 0 0 0,-1 1 0 0 0,0-1 0 0 0,0 1 0 0 0,0-1 0 0 0,1 1 0 0 0,-1-1 0 0 0,0 1 0 0 0,1-1 0 0 0,0 0 0 0 0,1 1-41 0 0,0-1 0 0 0,1 1 0 0 0,-1 0 0 0 0,0 0 0 0 0,1 0 0 0 0,-1 0 0 0 0,0 0 1 0 0,1 0-1 0 0,-1 1 0 0 0,0-1 0 0 0,1 1 0 0 0,-1 0 0 0 0,0-1 0 0 0,0 1 0 0 0,0 0 0 0 0,0 0 1 0 0,0 1-1 0 0,0-1 0 0 0,0 0 0 0 0,0 1 0 0 0,0-1 0 0 0,0 1 0 0 0,-1-1 0 0 0,1 1 0 0 0,-1 0 1 0 0,1 0-1 0 0,-1 0 0 0 0,1 0 0 0 0,0 3 0 0 0,1-1 11 0 0,-1 0 0 0 0,0 1 0 0 0,0-1 0 0 0,-1 0 0 0 0,1 1 0 0 0,-1-1 0 0 0,0 1 0 0 0,-1-1 0 0 0,1 1 0 0 0,-1 0 0 0 0,1-1 0 0 0,-1 1 0 0 0,-1 0 0 0 0,0 8 0 0 0,-4 1 128 0 0,0 0 0 0 0,0 0 0 0 0,-1 0 0 0 0,-1 0 0 0 0,-11 15 0 0 0,-46 59 642 0 0,63-86-800 0 0,0-1 12 0 0,-1 1-1 0 0,1 0 1 0 0,0 0-1 0 0,-1 0 1 0 0,1 0 0 0 0,0 0-1 0 0,0 0 1 0 0,0 3 0 0 0,1-4-18 0 0,0-1 1 0 0,0 1 0 0 0,0-1-1 0 0,0 1 1 0 0,0-1 0 0 0,0 1-1 0 0,0-1 1 0 0,0 1-1 0 0,0-1 1 0 0,0 1 0 0 0,1-1-1 0 0,-1 1 1 0 0,0-1 0 0 0,0 1-1 0 0,1-1 1 0 0,-1 1 0 0 0,0-1-1 0 0,0 0 1 0 0,1 1 0 0 0,-1-1-1 0 0,1 0 1 0 0,-1 1 0 0 0,0-1-1 0 0,1 0 1 0 0,-1 1 0 0 0,1-1-1 0 0,-1 0 1 0 0,1 0 0 0 0,-1 0-1 0 0,0 1 1 0 0,1-1-1 0 0,-1 0 1 0 0,1 0 0 0 0,-1 0-1 0 0,1 0 1 0 0,-1 0 0 0 0,1 0-1 0 0,-1 0 1 0 0,1 0 0 0 0,-1 0-1 0 0,1 0 1 0 0,0 0 0 0 0,15 0-99 0 0,-1 0-1 0 0,0-1 1 0 0,1-1 0 0 0,-1 0 0 0 0,25-8 0 0 0,21-9-3078 0 0,-6-2-4833 0 0,-32 11 763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1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84 3028 0 0,'-35'-30'14848'0'0,"44"21"-14096"0"0,19 2-390 0 0,1 2 0 0 0,45-3 0 0 0,-1 0-2685 0 0,-55 5-898 0 0,-1-1 1 0 0,18-5-1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55 2480 0 0,'-20'-44'10284'0'0,"19"43"-9803"0"0,1-1 63 0 0,0 2-518 0 0,0-1 0 0 0,0 1 0 0 0,0 0 0 0 0,0 0 0 0 0,0-1 0 0 0,0 1 0 0 0,0 0 0 0 0,0 0 0 0 0,0-1 1 0 0,0 1-1 0 0,0 0 0 0 0,0 0 0 0 0,0-1 0 0 0,0 1 0 0 0,0 0 0 0 0,0 0 0 0 0,0 0 0 0 0,0-1 0 0 0,0 1 0 0 0,0 0 0 0 0,1 0 0 0 0,-1-1 1 0 0,0 1-1 0 0,0 0 0 0 0,0 0 0 0 0,0 0 0 0 0,0-1 0 0 0,1 1 0 0 0,-1 0 0 0 0,0 0 0 0 0,0 0 0 0 0,1-1 0 0 0,2 2 34 0 0,0-1 1 0 0,0 1-1 0 0,-1 0 0 0 0,1 0 0 0 0,0 0 0 0 0,0 0 0 0 0,0 0 0 0 0,-1 0 0 0 0,1 1 0 0 0,0-1 0 0 0,-1 1 1 0 0,0 0-1 0 0,1 0 0 0 0,-1 0 0 0 0,0 0 0 0 0,0 0 0 0 0,0 1 0 0 0,0-1 0 0 0,0 0 0 0 0,-1 1 0 0 0,1-1 1 0 0,-1 1-1 0 0,1 0 0 0 0,1 5 0 0 0,0 1 107 0 0,1 0 0 0 0,-2 0 1 0 0,1 1-1 0 0,-1-1 0 0 0,-1 0 1 0 0,1 19-1 0 0,-2-10-95 0 0,-2-1-1 0 0,0 0 1 0 0,-1-1-1 0 0,-1 1 1 0 0,0 0 0 0 0,-11 25-1 0 0,2-12-3276 0 0,-2-3-3313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2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55 3180 0 0,'22'-22'5992'0'0,"-18"17"-4484"0"0,1 1 0 0 0,-1-1 0 0 0,1 1-1 0 0,0-1 1 0 0,8-4 0 0 0,-11 9-989 0 0,-1 0-394 0 0,0 1-1 0 0,0 0 0 0 0,0 0 1 0 0,0 0-1 0 0,0 0 0 0 0,0 1 0 0 0,0-1 1 0 0,-1 0-1 0 0,1 0 0 0 0,0 0 1 0 0,0 2-1 0 0,1 19 756 0 0,0-1 0 0 0,-1 1 1 0 0,-5 39-1 0 0,-16 65 31 0 0,7-47-588 0 0,-24 145 36 0 0,16-130-4716 0 0,17-83 2569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2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24 232 224 0 0,'2'-16'1971'0'0,"0"-1"1"0"0,2 1-1 0 0,0 0 1 0 0,1 0-1 0 0,13-30 1 0 0,-14 39-1723 0 0,0 1 1 0 0,0-1-1 0 0,1 1 1 0 0,0-1-1 0 0,0 1 1 0 0,0 1-1 0 0,1-1 1 0 0,0 1-1 0 0,0 0 1 0 0,0 0-1 0 0,1 0 1 0 0,-1 1-1 0 0,1 0 1 0 0,13-5-1 0 0,-10 5-160 0 0,1 1 0 0 0,0 0-1 0 0,0 0 1 0 0,0 1-1 0 0,1 1 1 0 0,-1 0-1 0 0,0 0 1 0 0,0 1-1 0 0,14 2 1 0 0,-19-2-67 0 0,1 1 0 0 0,-1 0 0 0 0,0 1 0 0 0,-1-1 0 0 0,1 1 0 0 0,0 0 1 0 0,0 1-1 0 0,-1-1 0 0 0,1 1 0 0 0,-1 0 0 0 0,0 1 0 0 0,0-1 0 0 0,0 1 0 0 0,0 0 0 0 0,-1 0 1 0 0,0 1-1 0 0,0-1 0 0 0,6 9 0 0 0,-8-9-8 0 0,0-1 1 0 0,-1 1 0 0 0,0-1-1 0 0,0 1 1 0 0,0-1-1 0 0,0 1 1 0 0,0 0 0 0 0,-1-1-1 0 0,0 1 1 0 0,0 0-1 0 0,0 0 1 0 0,0 0 0 0 0,0-1-1 0 0,-1 1 1 0 0,0 0-1 0 0,1-1 1 0 0,-1 1 0 0 0,-1 0-1 0 0,1-1 1 0 0,0 1-1 0 0,-1-1 1 0 0,0 0 0 0 0,0 0-1 0 0,0 1 1 0 0,-4 4-1 0 0,-2 2 22 0 0,-1 0-1 0 0,1 0 1 0 0,-2 0 0 0 0,0-1-1 0 0,-20 15 1 0 0,1-7 40 0 0,-1-1 0 0 0,0-1 1 0 0,-1-2-1 0 0,-1-1 0 0 0,0-1 0 0 0,-36 6 1 0 0,33-6 440 0 0,32-10-446 0 0,-6 4 89 0 0,18 1-113 0 0,1-1 0 0 0,-1 0 0 0 0,17 6 0 0 0,23 12 73 0 0,-17-1-44 0 0,-1 2 0 0 0,-1 2 0 0 0,43 45 0 0 0,34 31-6415 0 0,-84-86 1973 0 0,-1-1-2113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2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68 2864 0 0,'-11'-20'10918'0'0,"7"10"-9098"0"0,4 8-1660 0 0,0 1 0 0 0,0 0 0 0 0,-1 0 0 0 0,2 0 0 0 0,-1 0 0 0 0,0 0 0 0 0,0 0 0 0 0,0 0-1 0 0,0-1 1 0 0,1 1 0 0 0,-1 0 0 0 0,0 0 0 0 0,1 0 0 0 0,-1 0 0 0 0,1 0 0 0 0,-1 0 0 0 0,1 0 0 0 0,0 1 0 0 0,-1-1 0 0 0,1 0 0 0 0,0 0-1 0 0,0 0 1 0 0,0 0 0 0 0,-1 1 0 0 0,1-1 0 0 0,0 1 0 0 0,0-1 0 0 0,0 0 0 0 0,1 0 0 0 0,1 0-99 0 0,-1 0-1 0 0,1-1 1 0 0,0 1 0 0 0,-1 0-1 0 0,1 1 1 0 0,0-1 0 0 0,0 0 0 0 0,0 1-1 0 0,0 0 1 0 0,-1-1 0 0 0,1 1-1 0 0,0 0 1 0 0,0 0 0 0 0,0 1 0 0 0,0-1-1 0 0,0 1 1 0 0,-1-1 0 0 0,1 1-1 0 0,0 0 1 0 0,3 1 0 0 0,-4 0-41 0 0,0-1 0 0 0,0 0 0 0 0,-1 0 0 0 0,1 0 0 0 0,0 1 0 0 0,-1-1 0 0 0,1 1 0 0 0,-1 0 1 0 0,0-1-1 0 0,1 1 0 0 0,-1 0 0 0 0,0 0 0 0 0,0-1 0 0 0,0 1 0 0 0,0 0 0 0 0,-1 0 0 0 0,1 0 0 0 0,0 0 0 0 0,-1 0 0 0 0,1 1 0 0 0,-1-1 0 0 0,0 0 0 0 0,0 0 0 0 0,0 0 0 0 0,0 0 1 0 0,0 0-1 0 0,0 0 0 0 0,-1 4 0 0 0,-2 6 130 0 0,0-1-1 0 0,0 0 1 0 0,-1 0 0 0 0,-1 0 0 0 0,-10 19-1 0 0,-38 51 693 0 0,30-47-561 0 0,19-29-213 0 0,4-4-58 0 0,-1-1 0 0 0,0 1-1 0 0,1-1 1 0 0,-1 1 0 0 0,1 0 0 0 0,-1-1 0 0 0,1 1 0 0 0,-1 0 0 0 0,1-1 0 0 0,-1 1 0 0 0,1 0 0 0 0,0-1-1 0 0,0 1 1 0 0,-1 0 0 0 0,1 0 0 0 0,0-1 0 0 0,0 1 0 0 0,0 0 0 0 0,0 0 0 0 0,-1 0 0 0 0,1-1 0 0 0,0 1-1 0 0,1 0 1 0 0,-1 0 0 0 0,0 0 0 0 0,0-1 0 0 0,0 1 0 0 0,0 0 0 0 0,1 0 0 0 0,-1-1 0 0 0,0 1 0 0 0,1 0-1 0 0,-1 0 1 0 0,1 0 0 0 0,0 0-4 0 0,0-1 1 0 0,0 1-1 0 0,0-1 0 0 0,0 1 0 0 0,0-1 0 0 0,0 0 0 0 0,0 0 0 0 0,0 0 0 0 0,0 1 1 0 0,0-1-1 0 0,0 0 0 0 0,0 0 0 0 0,0 0 0 0 0,0 0 0 0 0,0-1 0 0 0,1 1 0 0 0,2 0 8 0 0,23 0-242 0 0,0-1 1 0 0,0-2 0 0 0,37-7 0 0 0,77-25-3849 0 0,-118 29 3022 0 0,90-28-7525 0 0,-58 12 791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3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49 134 3316 0 0,'-2'0'2695'0'0,"-17"-5"3237"0"0,-3 0 818 0 0,16-4-4278 0 0,14 4-2245 0 0,0 0 1 0 0,0 1 0 0 0,1-1-1 0 0,-1 1 1 0 0,1 1-1 0 0,0 0 1 0 0,0 0 0 0 0,17-2-1 0 0,0-2-457 0 0,24-7-1260 0 0,26-8-2488 0 0,-1-1-4059 0 0,-38 12 963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3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21 836 0 0,'-22'-20'17499'0'0,"21"24"-16896"0"0,-1 1 1 0 0,1-1-1 0 0,1 1 0 0 0,-1-1 1 0 0,1 1-1 0 0,-1 0 0 0 0,1-1 0 0 0,1 1 1 0 0,-1 0-1 0 0,1-1 0 0 0,1 7 1 0 0,1 12 570 0 0,-3 1-356 0 0,-2 288 3127 0 0,-56 62-3615 0 0,55-359-557 0 0,3-10-175 0 0,-1 0 0 0 0,0 1 1 0 0,-1-1-1 0 0,1 0 1 0 0,-1 0-1 0 0,-3 7 1 0 0,-14-55-18623 0 0,19 18 11648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3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61 327 1144 0 0,'4'-24'1753'0'0,"4"-31"2496"0"0,3 0 0 0 0,18-55-1 0 0,-27 105-4172 0 0,0 0 0 0 0,-1 1 0 0 0,2-1-1 0 0,-1 1 1 0 0,0-1 0 0 0,1 1-1 0 0,0 0 1 0 0,0 0 0 0 0,0 0 0 0 0,0 1-1 0 0,1-1 1 0 0,-1 1 0 0 0,1 0 0 0 0,0 0-1 0 0,0 0 1 0 0,0 0 0 0 0,1 1-1 0 0,-1-1 1 0 0,0 1 0 0 0,1 0 0 0 0,0 1-1 0 0,-1-1 1 0 0,1 1 0 0 0,0 0-1 0 0,0 0 1 0 0,0 0 0 0 0,0 1 0 0 0,0-1-1 0 0,0 1 1 0 0,0 1 0 0 0,-1-1-1 0 0,1 1 1 0 0,0-1 0 0 0,0 1 0 0 0,0 1-1 0 0,0-1 1 0 0,-1 1 0 0 0,1 0 0 0 0,-1 0-1 0 0,1 0 1 0 0,6 5 0 0 0,-6-3-49 0 0,0-1 0 0 0,0 1 0 0 0,0 1 0 0 0,-1-1 0 0 0,0 0 0 0 0,0 1 0 0 0,0 0 0 0 0,0 0 0 0 0,-1 0 0 0 0,0 0 0 0 0,0 1 0 0 0,0-1 0 0 0,-1 1 0 0 0,0 0 0 0 0,0 0 0 0 0,0 0 0 0 0,-1 0 0 0 0,0 0 0 0 0,0 0 0 0 0,0 0 0 0 0,-1 0 0 0 0,0 0 0 0 0,0 1 0 0 0,-1-1 0 0 0,0 0 0 0 0,0 0 0 0 0,0 0 0 0 0,0 0 0 0 0,-4 6 0 0 0,0 3 15 0 0,-1 0-1 0 0,-1 0 0 0 0,-1-1 1 0 0,0 0-1 0 0,-1 0 0 0 0,0-1 1 0 0,-1 0-1 0 0,-1-1 0 0 0,0 0 1 0 0,-14 12-1 0 0,-4-1 750 0 0,-2-1 0 0 0,0-2 0 0 0,-64 31 0 0 0,51-31 1597 0 0,43-19-2135 0 0,0 6-86 0 0,1-7-163 0 0,0 0 0 0 0,0 1 1 0 0,0-1-1 0 0,0 0 0 0 0,0 1 0 0 0,0-1 0 0 0,0 0 0 0 0,0 1 0 0 0,0-1 1 0 0,0 0-1 0 0,1 1 0 0 0,-1-1 0 0 0,0 0 0 0 0,0 1 0 0 0,0-1 1 0 0,0 0-1 0 0,0 0 0 0 0,1 1 0 0 0,-1-1 0 0 0,0 0 0 0 0,0 0 0 0 0,1 1 1 0 0,-1-1-1 0 0,0 0 0 0 0,0 0 0 0 0,1 0 0 0 0,-1 1 0 0 0,0-1 0 0 0,1 0 1 0 0,-1 0-1 0 0,0 0 0 0 0,1 0 0 0 0,2 3-4 0 0,42 35-319 0 0,66 74 0 0 0,-38-35-4821 0 0,-21-31-5430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3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3864 0 0,'14'-40'19205'0'0,"-11"36"-17433"0"0,0 0-411 0 0,0 15 11 0 0,1 30-853 0 0,-2-1-1 0 0,-6 79 1 0 0,0-27-1140 0 0,3 114-3696 0 0,2-107-37 0 0,-2-1-3432 0 0,0-30-1862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4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68 3372 0 0,'-13'-60'15996'0'0,"9"52"-13411"0"0,-1 17-2413 0 0,0-1 0 0 0,1 1 0 0 0,1 1-1 0 0,-1-1 1 0 0,1 0 0 0 0,1 1 0 0 0,-2 11-1 0 0,-4 12 16 0 0,-69 303-289 0 0,56-189-7753 0 0,17-126 869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4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115 276 860 0 0,'3'-27'2474'0'0,"1"0"-1"0"0,0 1 0 0 0,3 0 1 0 0,11-35-1 0 0,-15 55-2319 0 0,-1-1 1 0 0,1 0-1 0 0,1 1 0 0 0,-1 0 0 0 0,1 0 0 0 0,0 0 0 0 0,1 0 0 0 0,-1 1 0 0 0,1-1 0 0 0,0 1 0 0 0,0 1 1 0 0,1-1-1 0 0,0 1 0 0 0,-1-1 0 0 0,1 2 0 0 0,1-1 0 0 0,-1 1 0 0 0,1 0 0 0 0,-1 0 0 0 0,14-3 1 0 0,-17 5-144 0 0,-1 0 0 0 0,1 1 0 0 0,-1 0 0 0 0,1-1 0 0 0,-1 1 0 0 0,1 0 1 0 0,-1 0-1 0 0,1 1 0 0 0,-1-1 0 0 0,1 1 0 0 0,-1-1 0 0 0,1 1 0 0 0,-1 0 0 0 0,0-1 1 0 0,1 1-1 0 0,-1 0 0 0 0,0 1 0 0 0,0-1 0 0 0,1 0 0 0 0,-1 1 0 0 0,0-1 1 0 0,0 1-1 0 0,-1 0 0 0 0,1-1 0 0 0,0 1 0 0 0,-1 0 0 0 0,1 0 0 0 0,-1 0 1 0 0,1 0-1 0 0,0 3 0 0 0,0-1 5 0 0,0 0 1 0 0,0 1-1 0 0,-1-1 0 0 0,0 1 1 0 0,1-1-1 0 0,-2 1 1 0 0,1-1-1 0 0,0 1 0 0 0,-1 0 1 0 0,0-1-1 0 0,0 1 1 0 0,-1 0-1 0 0,1-1 0 0 0,-2 9 1 0 0,-3 0-2 0 0,0 0 0 0 0,0 0 1 0 0,-2 0-1 0 0,1-1 0 0 0,-1 1 0 0 0,-1-2 0 0 0,0 1 1 0 0,-1-1-1 0 0,0 0 0 0 0,-1-1 0 0 0,-14 12 1 0 0,-13 7 122 0 0,-1-1 0 0 0,-42 24 1 0 0,37-26 230 0 0,34-20-211 0 0,5-4-130 0 0,1 0 0 0 0,-1 0-1 0 0,1 1 1 0 0,0-1 0 0 0,-1 1 0 0 0,1-1 0 0 0,1 1 0 0 0,-6 6-1 0 0,8-7-22 0 0,1-1 0 0 0,-1 0 0 0 0,0 1 0 0 0,1-1 0 0 0,0 0-1 0 0,-1 1 1 0 0,1-1 0 0 0,-1 0 0 0 0,1 0 0 0 0,0 0 0 0 0,0 1-1 0 0,0-1 1 0 0,0 0 0 0 0,0 0 0 0 0,1 1 0 0 0,25 22 66 0 0,1-2 0 0 0,38 24 1 0 0,-11-8-15 0 0,52 35-1863 0 0,-33-30-5715 0 0,-44-27 473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5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113 135 2904 0 0,'-4'-16'7123'0'0,"3"12"-6469"0"0,1 0 0 0 0,-1 0 0 0 0,1 0-1 0 0,0 0 1 0 0,0 0 0 0 0,0 0 0 0 0,1 0 0 0 0,-1 0 0 0 0,1 0 0 0 0,0 0 0 0 0,0 0 0 0 0,0 0-1 0 0,3-4 1 0 0,-2 4-531 0 0,0-1 0 0 0,1 1 0 0 0,-1 1 0 0 0,1-1 0 0 0,0 0 0 0 0,1 1 0 0 0,-1-1 0 0 0,1 1 0 0 0,-1 0 0 0 0,1 0 0 0 0,0 0 0 0 0,0 1 0 0 0,0-1 0 0 0,0 1 0 0 0,1 0 0 0 0,-1 0 0 0 0,6-1 0 0 0,-9 2-117 0 0,1 1 0 0 0,-1 0 1 0 0,0 0-1 0 0,0 0 0 0 0,0 0 1 0 0,0-1-1 0 0,0 2 1 0 0,0-1-1 0 0,0 0 0 0 0,1 0 1 0 0,-1 0-1 0 0,0 0 0 0 0,0 1 1 0 0,0-1-1 0 0,0 0 1 0 0,0 1-1 0 0,0-1 0 0 0,0 1 1 0 0,0-1-1 0 0,0 1 0 0 0,0 0 1 0 0,0-1-1 0 0,0 1 1 0 0,-1 0-1 0 0,1-1 0 0 0,0 1 1 0 0,0 0-1 0 0,-1 0 0 0 0,1 0 1 0 0,0 0-1 0 0,-1 0 1 0 0,1 1-1 0 0,1 1 0 0 0,-1 0 1 0 0,0-1-1 0 0,0 1 1 0 0,0 0-1 0 0,-1 0 1 0 0,1 0-1 0 0,-1 0 1 0 0,1-1-1 0 0,-1 6 1 0 0,-1 0 2 0 0,-1-1 0 0 0,1 0-1 0 0,-2 1 1 0 0,1-1 0 0 0,-1 0 0 0 0,0 0-1 0 0,0 0 1 0 0,-1 0 0 0 0,0-1 0 0 0,-6 9 0 0 0,-6 6 20 0 0,-32 30 1 0 0,30-34-33 0 0,13-14 7 0 0,0 1 0 0 0,0 1 1 0 0,0-1-1 0 0,1 1 0 0 0,0-1 0 0 0,-6 10 1 0 0,10-13-6 0 0,0-1 0 0 0,0 0 0 0 0,-1 1 0 0 0,1-1 1 0 0,0 0-1 0 0,0 1 0 0 0,0-1 0 0 0,0 0 0 0 0,0 1 1 0 0,0-1-1 0 0,0 1 0 0 0,0-1 0 0 0,0 0 0 0 0,0 1 1 0 0,0-1-1 0 0,0 0 0 0 0,0 1 0 0 0,0-1 0 0 0,1 0 1 0 0,-1 1-1 0 0,0-1 0 0 0,0 0 0 0 0,0 1 0 0 0,0-1 1 0 0,1 0-1 0 0,-1 0 0 0 0,0 1 0 0 0,0-1 0 0 0,1 0 0 0 0,-1 0 1 0 0,0 1-1 0 0,0-1 0 0 0,1 0 0 0 0,-1 0 0 0 0,0 0 1 0 0,1 1-1 0 0,-1-1 0 0 0,0 0 0 0 0,1 0 0 0 0,-1 0 1 0 0,0 0-1 0 0,1 0 0 0 0,-1 0 0 0 0,0 0 0 0 0,1 0 1 0 0,-1 0-1 0 0,0 0 0 0 0,1 0 0 0 0,23 2-13 0 0,-18-2 8 0 0,18 1 1 0 0,6-1-36 0 0,44 8 0 0 0,-66-6 45 0 0,-1-1-1 0 0,0 1 0 0 0,0 0 0 0 0,0 0 0 0 0,0 1 0 0 0,-1 0 0 0 0,1 0 0 0 0,-1 1 1 0 0,1 0-1 0 0,-1 0 0 0 0,8 8 0 0 0,-11-10 47 0 0,-1 0 0 0 0,-1 0-1 0 0,1 0 1 0 0,0 1 0 0 0,0-1 0 0 0,-1 0-1 0 0,0 1 1 0 0,1-1 0 0 0,-1 1 0 0 0,0 0-1 0 0,0-1 1 0 0,0 1 0 0 0,-1 0 0 0 0,1 0-1 0 0,-1 0 1 0 0,1-1 0 0 0,-1 1 0 0 0,0 4-1 0 0,-1-3 87 0 0,1 1 0 0 0,-1-1 0 0 0,0 0-1 0 0,-1 0 1 0 0,1 0 0 0 0,-1 0-1 0 0,0 0 1 0 0,0 0 0 0 0,0 0-1 0 0,0-1 1 0 0,-4 5 0 0 0,-1 1 102 0 0,-1-1 1 0 0,0 0-1 0 0,0 0 1 0 0,-1-1 0 0 0,0 0-1 0 0,-1 0 1 0 0,1-1-1 0 0,-15 7 1 0 0,5-4-7 0 0,-1-2 1 0 0,-40 11-1 0 0,52-16-281 0 0,0 0-1 0 0,0-1 1 0 0,0 0 0 0 0,-1-1-1 0 0,1 0 1 0 0,0 0 0 0 0,0-1 0 0 0,-1 1-1 0 0,1-2 1 0 0,-14-3 0 0 0,20 4-114 0 0,1 1 0 0 0,-1-1 0 0 0,1 0 0 0 0,-1 1 0 0 0,1-1 0 0 0,-1 0 0 0 0,1 0 0 0 0,0 0 0 0 0,0 0 0 0 0,-1 0 0 0 0,1 0 1 0 0,0 0-1 0 0,0 0 0 0 0,0 0 0 0 0,0-1 0 0 0,0 1 0 0 0,0 0 0 0 0,1-1 0 0 0,-1 1 0 0 0,0-1 0 0 0,1 1 0 0 0,-1-1 0 0 0,1 1 0 0 0,-1-1 0 0 0,1 1 0 0 0,0-1 0 0 0,0 1 0 0 0,-1-3 1 0 0,2-1-914 0 0,-1 1 1 0 0,1-1-1 0 0,0 1 1 0 0,1-1-1 0 0,-1 1 1 0 0,1-1 0 0 0,-1 1-1 0 0,1 0 1 0 0,3-4-1 0 0,10-16-7660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40 1280 0 0,'-16'0'11342'0'0,"7"2"-8328"0"0,83-1-2382 0 0,98-11-1 0 0,-121 6-1259 0 0,49-6-2404 0 0,-34-3-3296 0 0,-47 7 1821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5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63 2616 0 0,'-31'-25'6174'0'0,"-16"-13"2694"0"0,65 70-8214 0 0,-11-18-508 0 0,0 2-11 0 0,0 1 1 0 0,0-1-1 0 0,-2 2 1 0 0,0-1-1 0 0,-1 0 1 0 0,0 1-1 0 0,-2 0 1 0 0,0 0-1 0 0,-1-1 1 0 0,-1 1-1 0 0,0 0 1 0 0,-5 30-1 0 0,0-22-596 0 0,-1-1 0 0 0,0 1 0 0 0,-12 24 1 0 0,6-19-4488 0 0,-34 57 0 0 0,34-69-1128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6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11 140 0 0,'-15'-6'7205'0'0,"12"5"-6510"0"0,1 0 1 0 0,0 1-1 0 0,-1-1 1 0 0,0 1-1 0 0,1-1 1 0 0,-1 1-1 0 0,1 0 1 0 0,-1 0-1 0 0,1 0 1 0 0,-4 1 0 0 0,4-1-615 0 0,1 1 1 0 0,0 0 0 0 0,0-1 0 0 0,0 1 0 0 0,-1 0 0 0 0,1 0 0 0 0,0 0 0 0 0,0 0 0 0 0,0 0 0 0 0,1 0 0 0 0,-1 0 0 0 0,0 0 0 0 0,0 0 0 0 0,0 1 0 0 0,1-1 0 0 0,-1 0 0 0 0,1 0 0 0 0,-1 1 0 0 0,1-1 0 0 0,0 0 0 0 0,-1 3 0 0 0,-16 69 1164 0 0,3 2 1 0 0,-7 115 0 0 0,16-129-1007 0 0,-7 123-1162 0 0,11-144-2985 0 0,0-1-3371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25 215 2056 0 0,'-1'-15'1350'0'0,"1"0"0"0"0,1 0-1 0 0,0 0 1 0 0,0 0 0 0 0,2 0 0 0 0,0 0 0 0 0,8-22-1 0 0,-10 33-1252 0 0,0 0 0 0 0,1 0 0 0 0,0 0 0 0 0,0 0-1 0 0,0 0 1 0 0,1 0 0 0 0,-1 1 0 0 0,1-1 0 0 0,0 1-1 0 0,0 0 1 0 0,0-1 0 0 0,0 2 0 0 0,0-1 0 0 0,1 0-1 0 0,-1 1 1 0 0,1-1 0 0 0,0 1 0 0 0,0 0 0 0 0,0 0 0 0 0,0 0-1 0 0,0 1 1 0 0,0 0 0 0 0,0-1 0 0 0,1 2 0 0 0,-1-1-1 0 0,0 0 1 0 0,1 1 0 0 0,-1 0 0 0 0,0 0 0 0 0,6 0-1 0 0,-4 1-71 0 0,-1 0 0 0 0,0 0 0 0 0,1 0 0 0 0,-1 0 0 0 0,0 1 0 0 0,0 0 0 0 0,0 0 0 0 0,0 1 0 0 0,0-1 0 0 0,0 1 0 0 0,0 0 0 0 0,-1 0 0 0 0,0 1 0 0 0,0-1 0 0 0,0 1 0 0 0,0 0 0 0 0,0 0 0 0 0,-1 0-1 0 0,1 1 1 0 0,-1-1 0 0 0,0 1 0 0 0,-1 0 0 0 0,1 0 0 0 0,-1 0 0 0 0,3 10 0 0 0,-2-6 7 0 0,-1 0 0 0 0,0 0 1 0 0,-1 0-1 0 0,0 0 0 0 0,0 1 0 0 0,-1-1 0 0 0,0 0 0 0 0,-1 1 0 0 0,0-1 1 0 0,0 0-1 0 0,-1 0 0 0 0,-1 0 0 0 0,1 0 0 0 0,-6 12 0 0 0,1-7 12 0 0,0-1 0 0 0,-1 0 0 0 0,0-1 0 0 0,-1 0-1 0 0,0 0 1 0 0,-1-1 0 0 0,-1 0 0 0 0,1-1 0 0 0,-15 11 0 0 0,-3-1 1472 0 0,-1-1 1 0 0,-54 27 0 0 0,81-46-1357 0 0,2 1-142 0 0,-1-1 1 0 0,1 0 0 0 0,-1 0-1 0 0,1 0 1 0 0,-1 0-1 0 0,1 1 1 0 0,-1-1 0 0 0,1 0-1 0 0,-1 0 1 0 0,1 1 0 0 0,-1-1-1 0 0,1 0 1 0 0,0 1 0 0 0,-1-1-1 0 0,1 1 1 0 0,-1-1-1 0 0,1 0 1 0 0,0 1 0 0 0,-1 0-1 0 0,3 3-10 0 0,0 1 0 0 0,0-1 0 0 0,0 0-1 0 0,1 0 1 0 0,-1 0 0 0 0,1-1 0 0 0,0 1-1 0 0,4 3 1 0 0,32 30 25 0 0,-21-20-26 0 0,144 128 19 0 0,-75-82-3114 0 0,7-9-6555 0 0,-66-42 2135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6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260 176 1604 0 0,'-6'-15'3740'0'0,"0"4"-1590"0"0,1-1 0 0 0,0 0 0 0 0,1 0 0 0 0,0 0 0 0 0,-3-19 0 0 0,7 28-2037 0 0,0 1-1 0 0,0-1 1 0 0,0 1-1 0 0,0-1 0 0 0,0 1 1 0 0,0-1-1 0 0,1 1 1 0 0,-1-1-1 0 0,1 1 0 0 0,-1-1 1 0 0,1 1-1 0 0,0-1 1 0 0,0 1-1 0 0,1 0 0 0 0,-1-1 1 0 0,0 1-1 0 0,1 0 1 0 0,-1 0-1 0 0,1 0 0 0 0,-1 0 1 0 0,1 0-1 0 0,0 1 1 0 0,0-1-1 0 0,0 0 0 0 0,0 1 1 0 0,0 0-1 0 0,1-1 1 0 0,-1 1-1 0 0,0 0 0 0 0,1 0 1 0 0,-1 0-1 0 0,0 0 1 0 0,6 0-1 0 0,-5 0-94 0 0,0 0 0 0 0,0 0 0 0 0,1 1 0 0 0,-1-1 1 0 0,0 1-1 0 0,1 0 0 0 0,-1 0 0 0 0,0 0 0 0 0,1 1 0 0 0,-1-1 0 0 0,0 1 0 0 0,1 0 0 0 0,-1 0 0 0 0,0 0 0 0 0,0 0 1 0 0,0 1-1 0 0,0-1 0 0 0,0 1 0 0 0,0-1 0 0 0,0 1 0 0 0,-1 0 0 0 0,1 0 0 0 0,0 1 0 0 0,-1-1 0 0 0,0 0 1 0 0,3 4-1 0 0,-3-3-13 0 0,1 1 1 0 0,-1-1 0 0 0,0 1 0 0 0,0 0 0 0 0,0-1-1 0 0,-1 1 1 0 0,1 0 0 0 0,-1 0 0 0 0,0 0-1 0 0,0 1 1 0 0,-1-1 0 0 0,1 0 0 0 0,-1 0 0 0 0,0 0-1 0 0,0 0 1 0 0,0 1 0 0 0,0-1 0 0 0,-1 0 0 0 0,0 0-1 0 0,-1 6 1 0 0,-2 0 0 0 0,0 0 0 0 0,-1 0 0 0 0,0 0 0 0 0,-1 0 0 0 0,0-1 0 0 0,0 0 0 0 0,-1 0 0 0 0,-10 10 0 0 0,4-6 29 0 0,-1-1 0 0 0,-1 0 1 0 0,0-1-1 0 0,-18 10 0 0 0,20-11-12 0 0,27-14-58 0 0,13-3 41 0 0,-16 6-19 0 0,1 0 0 0 0,-1 1 0 0 0,1 0-1 0 0,0 1 1 0 0,-1 1 0 0 0,1-1 0 0 0,-1 2 0 0 0,0 0-1 0 0,0 0 1 0 0,0 1 0 0 0,0 0 0 0 0,0 1 0 0 0,17 10 0 0 0,-21-10 19 0 0,0 0 1 0 0,0 0 0 0 0,0 1-1 0 0,-1-1 1 0 0,0 1-1 0 0,0 1 1 0 0,-1-1 0 0 0,8 12-1 0 0,-10-12 13 0 0,0-1-1 0 0,0 0 1 0 0,-1 1-1 0 0,0-1 1 0 0,0 1-1 0 0,0 0 0 0 0,-1 0 1 0 0,0 0-1 0 0,0 0 1 0 0,0 0-1 0 0,-1 0 1 0 0,0 0-1 0 0,-1 6 0 0 0,1-6 60 0 0,-1-1 0 0 0,0 1 0 0 0,-1-1 0 0 0,1 1 0 0 0,-1-1 0 0 0,0 1 0 0 0,-1-1 0 0 0,1 0 0 0 0,-1 0 0 0 0,0 0 0 0 0,0-1 0 0 0,-6 8 0 0 0,2-6-10 0 0,1 0 0 0 0,-1 0 1 0 0,0 0-1 0 0,0-1 0 0 0,0 0 0 0 0,-1-1 0 0 0,-11 6 0 0 0,0-2-7 0 0,0-2 0 0 0,0 0 0 0 0,-1-1 0 0 0,1-1 0 0 0,-1 0 1 0 0,-27 0-1 0 0,20-3-71 0 0,0 0 1 0 0,-34-5 0 0 0,51 2-392 0 0,1 1 0 0 0,0-1-1 0 0,0 0 1 0 0,-1-1 0 0 0,1 0-1 0 0,1-1 1 0 0,-1 0 0 0 0,0 0 0 0 0,-15-11-1 0 0,6-5-3573 0 0,12 3-2264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2288 0 0,'40'-17'14885'0'0,"-1"2"-8426"0"0,-16 7-6008 0 0,0 1 0 0 0,1 1-1 0 0,27-4 1 0 0,179-2-6420 0 0,-132 10-2666 0 0,-54 0 208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7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73 332 1368 0 0,'-19'-90'24907'0'0,"19"104"-23584"0"0,5 21-58 0 0,-2 0 0 0 0,-1 43 0 0 0,-1-40-984 0 0,-17 325 181 0 0,7-241-5307 0 0,8-116 4752 0 0,-21-53-17055 0 0,22 35 16156 0 0,-4-170-1673 0 0,26-93 7566 0 0,-18 239-3962 0 0,3 0-1 0 0,0 0 0 0 0,3 1 0 0 0,20-51 0 0 0,-25 73-737 0 0,1 1-1 0 0,0-1 1 0 0,1 1-1 0 0,1 0 1 0 0,0 1-1 0 0,0 0 0 0 0,1 0 1 0 0,0 0-1 0 0,1 2 1 0 0,1-1-1 0 0,-1 1 0 0 0,1 0 1 0 0,1 1-1 0 0,22-12 1 0 0,-27 17-163 0 0,1 0 0 0 0,-1 1 0 0 0,1-1 0 0 0,0 2 0 0 0,0-1 0 0 0,0 1 0 0 0,0 0 0 0 0,0 0 0 0 0,0 1 0 0 0,0 0 0 0 0,0 1 0 0 0,0 0 0 0 0,-1 0 0 0 0,1 1 0 0 0,9 2 0 0 0,-12-2-24 0 0,-1 0 0 0 0,1 0 1 0 0,-1 0-1 0 0,0 0 0 0 0,1 1 1 0 0,-1-1-1 0 0,0 1 1 0 0,-1 1-1 0 0,1-1 0 0 0,0 0 1 0 0,-1 1-1 0 0,0-1 0 0 0,0 1 1 0 0,0 0-1 0 0,0 0 0 0 0,-1 1 1 0 0,1-1-1 0 0,-1 0 1 0 0,0 1-1 0 0,0-1 0 0 0,-1 1 1 0 0,0 0-1 0 0,1 0 0 0 0,-2-1 1 0 0,2 10-1 0 0,-2-6 5 0 0,0 0 0 0 0,-1 0 0 0 0,0 0-1 0 0,-1 0 1 0 0,1 0 0 0 0,-1-1 0 0 0,-1 1 0 0 0,0 0-1 0 0,0-1 1 0 0,0 0 0 0 0,-1 0 0 0 0,0 0 0 0 0,0 0 0 0 0,-1 0-1 0 0,-7 8 1 0 0,-2 1 11 0 0,-1-1 1 0 0,-1 0-1 0 0,0-1 0 0 0,-27 19 0 0 0,19-20 0 0 0,1 0 0 0 0,-1-2 0 0 0,-1-1 1 0 0,0 0-1 0 0,-1-2 0 0 0,1-1 0 0 0,-46 6 0 0 0,22-5 658 0 0,46-8-593 0 0,2 0-81 0 0,1 0 1 0 0,-1 0 0 0 0,1 0 0 0 0,-1 0 0 0 0,1 0 0 0 0,-1 0 0 0 0,0 0 0 0 0,1 0-1 0 0,-1 0 1 0 0,1 0 0 0 0,-1 0 0 0 0,1 0 0 0 0,-1 0 0 0 0,0 0 0 0 0,1 1 0 0 0,-1-1-1 0 0,1 0 1 0 0,-1 0 0 0 0,0 1 0 0 0,41 38 504 0 0,-27-28-296 0 0,-1 1-1 0 0,12 14 1 0 0,5 16 290 0 0,40 76 0 0 0,15 23-2758 0 0,-77-132 1256 0 0,-1-1-1 0 0,1-1 1 0 0,1 1 0 0 0,11 9 0 0 0,18 6-6676 0 0,-18-16 966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7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96 244 0 0,'26'-95'26992'0'0,"-26"95"-26883"0"0,1 1 0 0 0,0-1 0 0 0,-1 1 0 0 0,1-1 0 0 0,0 1-1 0 0,-1 0 1 0 0,1-1 0 0 0,-1 1 0 0 0,1 0 0 0 0,-1-1 0 0 0,1 1-1 0 0,-1 0 1 0 0,0 0 0 0 0,1-1 0 0 0,-1 1 0 0 0,0 0-1 0 0,0 0 1 0 0,0 0 0 0 0,1 0 0 0 0,-1-1 0 0 0,0 1 0 0 0,0 0-1 0 0,0 0 1 0 0,0 0 0 0 0,0 0 0 0 0,-1 1 0 0 0,0 24 755 0 0,-49 248 513 0 0,24-153-9437 0 0,21-100 3303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9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740 57 2352 0 0,'14'-20'8730'0'0,"-14"20"-8710"0"0,15-24 7648 0 0,-15 24-7571 0 0,0-1 0 0 0,0 1 0 0 0,0-1 0 0 0,0 1 0 0 0,1 0 1 0 0,-1-1-1 0 0,0 1 0 0 0,0 0 0 0 0,0-1 0 0 0,0 1 0 0 0,0 0 0 0 0,0-1 0 0 0,0 1 0 0 0,0-1 0 0 0,-1 1 1 0 0,1 0-1 0 0,0-1 0 0 0,0 1 0 0 0,0 0 0 0 0,0-1 0 0 0,0 1 0 0 0,-1 0 0 0 0,1-1 0 0 0,0 1 0 0 0,0 0 0 0 0,0-1 1 0 0,-1 1-1 0 0,0-1-103 0 0,0 1 0 0 0,0 0 0 0 0,0-1 0 0 0,0 1 0 0 0,0 0 0 0 0,-1 0 1 0 0,1-1-1 0 0,0 1 0 0 0,0 0 0 0 0,0 0 0 0 0,0 0 0 0 0,0 1 0 0 0,0-1 0 0 0,0 0 1 0 0,-2 1-1 0 0,-16 3 23 0 0,-1 2 0 0 0,1 0 1 0 0,0 1-1 0 0,1 1 0 0 0,-1 1 1 0 0,2 0-1 0 0,-1 1 0 0 0,1 1 1 0 0,1 1-1 0 0,0 1 0 0 0,1 0 1 0 0,0 1-1 0 0,1 0 0 0 0,0 1 1 0 0,1 1-1 0 0,1 0 0 0 0,1 0 1 0 0,0 2-1 0 0,1-1 0 0 0,1 1 1 0 0,1 1-1 0 0,-11 35 0 0 0,4 2-5 0 0,3 1 1 0 0,2 0-1 0 0,-3 82 0 0 0,11 177 10 0 0,4-158-30 0 0,-49 871 529 0 0,-55-3 1702 0 0,56-589-762 0 0,-5 7-439 0 0,-27 292 1490 0 0,73-667-2294 0 0,-14 313 1512 0 0,19-377-1691 0 0,0-1 0 0 0,0 1 0 0 0,0 0 0 0 0,1-1 0 0 0,0 1 0 0 0,-1-1 0 0 0,2 1 0 0 0,-1-1 0 0 0,0 0 0 0 0,4 7 0 0 0,-3-9-19 0 0,-1 0 1 0 0,1 0 0 0 0,0 0-1 0 0,-1-1 1 0 0,1 1 0 0 0,0 0-1 0 0,0-1 1 0 0,1 1-1 0 0,-1-1 1 0 0,0 0 0 0 0,0 0-1 0 0,1 0 1 0 0,-1 0 0 0 0,0 0-1 0 0,1 0 1 0 0,-1-1-1 0 0,1 1 1 0 0,-1-1 0 0 0,1 0-1 0 0,3 0 1 0 0,29 0-34 0 0,0-1-1 0 0,0-3 1 0 0,-1 0 0 0 0,50-15-1 0 0,-50 12-192 0 0,320-88-5537 0 0,-238 55 1023 0 0,-4-5-3404 0 0,-37 10-3017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49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20 1628 0 0,'12'-19'14947'0'0,"-9"27"-14602"0"0,0 0-1 0 0,-1 0 1 0 0,0 0 0 0 0,-1 0 0 0 0,0 1 0 0 0,0-1-1 0 0,-1 1 1 0 0,0 14 0 0 0,0 1-34 0 0,-19 324 696 0 0,5-186-3469 0 0,8-75-829 0 0,1-30-2158 0 0,0-11-1941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50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116 154 2216 0 0,'3'-10'3731'0'0,"0"0"0"0"0,-1 0-1 0 0,1-16 968 0 0,-3 17-971 0 0,-3 12-3687 0 0,-1 0 0 0 0,1 0 1 0 0,0 1-1 0 0,0-1 1 0 0,0 1-1 0 0,0-1 0 0 0,0 1 1 0 0,-3 7-1 0 0,-17 40 84 0 0,14-29-79 0 0,-37 98 86 0 0,41-106-130 0 0,2 1 1 0 0,-1-1-1 0 0,2 1 0 0 0,0 0 0 0 0,1 0 0 0 0,1 24 1 0 0,0-34 9 0 0,0-1 0 0 0,1 1 0 0 0,0-1 0 0 0,0 1 1 0 0,0-1-1 0 0,0 0 0 0 0,1 0 0 0 0,0 1 0 0 0,0-1 1 0 0,0 0-1 0 0,0 0 0 0 0,1-1 0 0 0,-1 1 0 0 0,1 0 1 0 0,0-1-1 0 0,0 0 0 0 0,5 5 0 0 0,-3-5 6 0 0,0 0 0 0 0,0 0 1 0 0,1 0-1 0 0,-1-1 0 0 0,1 1 0 0 0,-1-2 0 0 0,1 1 0 0 0,-1 0 0 0 0,1-1 0 0 0,0 0 0 0 0,0-1 1 0 0,6 1-1 0 0,2-1 15 0 0,1-1 0 0 0,0 0 0 0 0,-1-1 0 0 0,1-1 0 0 0,-1 0 0 0 0,0-1 0 0 0,0-1 0 0 0,0 0 0 0 0,0-1 0 0 0,12-7 0 0 0,-14 5-26 0 0,-1-1-1 0 0,1 0 1 0 0,-2 0 0 0 0,1-1 0 0 0,-1 0 0 0 0,-1-1 0 0 0,0 0-1 0 0,0-1 1 0 0,-1 0 0 0 0,0 0 0 0 0,-2-1 0 0 0,1 0 0 0 0,-1 0-1 0 0,-1 0 1 0 0,0-1 0 0 0,-1 0 0 0 0,-1 0 0 0 0,0 0 0 0 0,-1 0-1 0 0,0-1 1 0 0,-1 1 0 0 0,-1 0 0 0 0,0-1 0 0 0,-1 1 0 0 0,-1 0-1 0 0,0-1 1 0 0,-1 1 0 0 0,0 0 0 0 0,-1 0 0 0 0,-1 1 0 0 0,-9-22-1 0 0,11 30-56 0 0,0-1-1 0 0,-1 1 1 0 0,1 0-1 0 0,-1 0 1 0 0,0 0-1 0 0,0 1 1 0 0,-1-1-1 0 0,1 1 1 0 0,-1 0-1 0 0,0 0 1 0 0,0 1-1 0 0,0-1 1 0 0,-1 1-1 0 0,1 0 1 0 0,-1 1-1 0 0,1-1 1 0 0,-1 1-1 0 0,0 0 1 0 0,0 1-1 0 0,0-1 1 0 0,0 1-1 0 0,-1 0 1 0 0,1 1-1 0 0,0-1 1 0 0,0 1-1 0 0,0 1 1 0 0,-11 1-1 0 0,6 0-429 0 0,0 0 1 0 0,0 1-1 0 0,0 1 0 0 0,1 0 1 0 0,-1 0-1 0 0,1 1 0 0 0,0 1 0 0 0,0-1 1 0 0,1 2-1 0 0,-1-1 0 0 0,1 1 1 0 0,1 1-1 0 0,0-1 0 0 0,-11 13 1 0 0,-24 39-5992 0 0,23-28 533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50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57 2600 0 0,'-10'-25'15086'0'0,"10"24"-14842"0"0,-1 1 1 0 0,1 0-1 0 0,-1-1 0 0 0,0 1 0 0 0,1 0 0 0 0,-1 0 0 0 0,1 0 1 0 0,-2-1-1 0 0,0 3-114 0 0,0-1 0 0 0,0 1 1 0 0,0 0-1 0 0,0-1 0 0 0,0 1 0 0 0,1 0 0 0 0,-1 0 1 0 0,-2 3-1 0 0,-9 13-13 0 0,1-1 0 0 0,1 2-1 0 0,1-1 1 0 0,0 2 0 0 0,1-1 0 0 0,1 1 0 0 0,1 0 0 0 0,1 1 0 0 0,1 0-1 0 0,0 0 1 0 0,-2 42 0 0 0,7-58-100 0 0,0 0-1 0 0,0 0 1 0 0,1 0 0 0 0,-1 0 0 0 0,1 0-1 0 0,1 0 1 0 0,-1 0 0 0 0,1 0-1 0 0,-1 0 1 0 0,1-1 0 0 0,1 1 0 0 0,-1-1-1 0 0,1 1 1 0 0,-1-1 0 0 0,1 0-1 0 0,1 0 1 0 0,-1 0 0 0 0,0 0 0 0 0,6 3-1 0 0,-4-3 12 0 0,1 0-1 0 0,0-1 1 0 0,0 1-1 0 0,1-2 1 0 0,-1 1-1 0 0,1 0 1 0 0,-1-1-1 0 0,1-1 0 0 0,0 1 1 0 0,0-1-1 0 0,-1 0 1 0 0,1 0-1 0 0,11-1 1 0 0,-5 0 84 0 0,-1-1 1 0 0,1-1-1 0 0,0 0 1 0 0,0-1-1 0 0,-1 0 1 0 0,1-1-1 0 0,-1 0 1 0 0,0-1-1 0 0,-1 0 1 0 0,1-1-1 0 0,-1 0 1 0 0,0-1-1 0 0,0 0 1 0 0,-1-1-1 0 0,0 0 1 0 0,16-17-1 0 0,-19 17-41 0 0,0 0-1 0 0,-1-1 0 0 0,0 1 0 0 0,0-1 0 0 0,-1 0 0 0 0,0-1 0 0 0,0 1 0 0 0,-1-1 0 0 0,-1 0 1 0 0,0 0-1 0 0,0 0 0 0 0,-1 0 0 0 0,0-1 0 0 0,-1 1 0 0 0,0 0 0 0 0,0-1 0 0 0,-1 1 0 0 0,-1-1 0 0 0,0 1 1 0 0,0-1-1 0 0,-4-11 0 0 0,4 16-86 0 0,-1-1 0 0 0,-1 1 1 0 0,1 0-1 0 0,-1-1 1 0 0,0 1-1 0 0,0 0 0 0 0,-1 1 1 0 0,0-1-1 0 0,0 1 0 0 0,0-1 1 0 0,0 1-1 0 0,-1 0 0 0 0,0 1 1 0 0,0-1-1 0 0,0 1 0 0 0,-1 0 1 0 0,-6-4-1 0 0,2 4-308 0 0,0-1 0 0 0,-1 1-1 0 0,1 1 1 0 0,-1 0 0 0 0,1 0 0 0 0,-1 1 0 0 0,0 1 0 0 0,0-1-1 0 0,-22 2 1 0 0,1 2-1375 0 0,-1 1 1 0 0,-34 8-1 0 0,-22 8-4491 0 0,76-16 4906 0 0,-61 15-6850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52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30 1292 0 0,'3'-29'13390'0'0,"-27"331"-10376"0"0,17-204-4999 0 0,2-3-5622 0 0,3-62 1907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3:59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23 104 720 0 0,'-9'-28'8289'0'0,"5"-31"-117"0"0,-1 42-5438 0 0,4 20-2666 0 0,1 0 1 0 0,-1 0-1 0 0,0 0 0 0 0,1 0 1 0 0,-1 0-1 0 0,1 0 0 0 0,0 0 1 0 0,0 0-1 0 0,0 0 0 0 0,0 0 1 0 0,1 0-1 0 0,-1 0 0 0 0,2 4 0 0 0,1 14 126 0 0,11 486 480 0 0,-8-453-2170 0 0,-2-26-1477 0 0,-1 1-4369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01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118 172 2792 0 0,'-16'-165'20117'0'0,"16"164"-19725"0"0,-1-4 346 0 0,-1 6-306 0 0,-4 12-195 0 0,-5 24-255 0 0,-47 219 554 0 0,40-125-3645 0 0,13 1-8114 0 0,6-98 2733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03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34 612 0 0,'23'-33'13963'0'0,"-20"32"-12894"0"0,2 1 459 0 0,-4 11-1039 0 0,-46 262 1360 0 0,36-227-1755 0 0,0 5-1283 0 0,-2 57-1 0 0,9-2-8126 0 0,3-81 3811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08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89 1968 0 0,'6'-8'20006'0'0,"-6"6"-20007"0"0,1 0 0 0 0,0 1 0 0 0,-1-1 0 0 0,1 0 0 0 0,0 0-1 0 0,0 0 1 0 0,0 0 0 0 0,0 1 0 0 0,0-1 0 0 0,0 0 0 0 0,0 1 0 0 0,1-1 0 0 0,-1 1 0 0 0,1-1 0 0 0,-1 1 0 0 0,1 0-1 0 0,2-2 1 0 0,35-20-65 0 0,-25 17 22 0 0,-1 1 0 0 0,26-6 0 0 0,-33 10 29 0 0,-1 0 0 0 0,1 0 1 0 0,0 0-1 0 0,0 1 0 0 0,0 0 0 0 0,0 0 0 0 0,0 1 1 0 0,0-1-1 0 0,8 3 0 0 0,-9-1 9 0 0,0-1 0 0 0,-1 1 0 0 0,1 1 0 0 0,0-1 0 0 0,-1 1 0 0 0,0-1-1 0 0,1 1 1 0 0,-1 1 0 0 0,-1-1 0 0 0,1 0 0 0 0,0 1 0 0 0,-1 0 0 0 0,1 0 0 0 0,-1 0 0 0 0,0 0 0 0 0,-1 1 0 0 0,1-1 0 0 0,-1 1-1 0 0,0-1 1 0 0,0 1 0 0 0,2 8 0 0 0,-1 0 1 0 0,-1 0-1 0 0,0 0 1 0 0,-1 1 0 0 0,-1-1-1 0 0,0 1 1 0 0,-2 14 0 0 0,0-15 7 0 0,0 1 0 0 0,-1-1 1 0 0,-1 1-1 0 0,0-1 0 0 0,0 0 1 0 0,-2-1-1 0 0,1 1 1 0 0,-2-1-1 0 0,-11 18 0 0 0,-9 6 19 0 0,-48 52 0 0 0,29-35-7 0 0,-56 55 44 0 0,101-107-39 0 0,2 0-15 0 0,-1 0 0 0 0,0-1 0 0 0,1 1 0 0 0,-1 0 0 0 0,0-1 0 0 0,1 1 0 0 0,-1-1 0 0 0,1 1 0 0 0,-1-1 0 0 0,1 1 0 0 0,-1-1 0 0 0,1 1 0 0 0,-1-1 0 0 0,1 0 0 0 0,0 1 0 0 0,-1-1 0 0 0,1 0 0 0 0,0 1 0 0 0,-1-1 0 0 0,1 0 0 0 0,1 0 0 0 0,34 0 28 0 0,0-3 1 0 0,0-1-1 0 0,55-12 1 0 0,-29 4-17 0 0,14-1 23 0 0,310-60 287 0 0,-314 59 163 0 0,-70 14-489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09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739 62 1392 0 0,'0'-3'2139'0'0,"11"-44"9390"0"0,-9 35-7872 0 0,-6 93 3412 0 0,1 1-5286 0 0,-18 310-145 0 0,20-365-1594 0 0,0-6 149 0 0,-5 34 0 0 0,6-54-175 0 0,-10-8-900 0 0,4-6 578 0 0,1 0 120 0 0,-1 0 1 0 0,0 0 0 0 0,-15-21 0 0 0,19 31 166 0 0,-1 0 1 0 0,1 0 0 0 0,-1 0 0 0 0,0 0-1 0 0,0 1 1 0 0,0-1 0 0 0,0 1 0 0 0,0 0-1 0 0,0-1 1 0 0,-1 2 0 0 0,1-1-1 0 0,-1 0 1 0 0,1 1 0 0 0,-1-1 0 0 0,0 1-1 0 0,0 0 1 0 0,0 1 0 0 0,-6-2 0 0 0,-6 2-10 0 0,0 1 0 0 0,0 0 0 0 0,1 1 1 0 0,-1 1-1 0 0,1 1 0 0 0,-29 9 1 0 0,-85 44-84 0 0,30-4 101 0 0,-97 70 0 0 0,165-98-2743 0 0,30-22 1427 0 0,2-3 1195 0 0,-1 1 0 0 0,0-1 0 0 0,0 1-1 0 0,1-1 1 0 0,-1 0 0 0 0,0 1 0 0 0,0-1 0 0 0,1 0 0 0 0,-1 0 0 0 0,1 1 0 0 0,-1-1-1 0 0,0 0 1 0 0,1 0 0 0 0,-1 1 0 0 0,1-1 0 0 0,-1 0 0 0 0,0 0 0 0 0,1 0-1 0 0,-1 0 1 0 0,1 1 0 0 0,-1-1 0 0 0,1 0 0 0 0,0 0 0 0 0,30-8-3532 0 0,-7 1-2232 0 0,1-2-2097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09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1572 0 0,'25'-22'15504'0'0,"-18"18"-13417"0"0,-5 2-1864 0 0,0 1 0 0 0,0 0 0 0 0,0 0 0 0 0,0-1-1 0 0,0 1 1 0 0,0 0 0 0 0,0 1 0 0 0,1-1 0 0 0,-1 0-1 0 0,0 1 1 0 0,1-1 0 0 0,-1 1 0 0 0,0 0 0 0 0,5 0-1 0 0,24 1-74 0 0,-28-1-150 0 0,61 1-714 0 0,-30-7-2984 0 0,-3-5-4692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09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55 3268 0 0,'12'-55'27137'0'0,"-15"111"-26466"0"0,-3-1 0 0 0,-20 86-1 0 0,7-46-320 0 0,2 4-3688 0 0,-7 51-8214 0 0,17-104 8062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0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76 0 0,'32'-31'16704'0'0,"-26"26"-14433"0"0,-6 5-2218 0 0,0-1 1 0 0,0 1-1 0 0,0-1 1 0 0,0 1-1 0 0,1 0 1 0 0,-1-1 0 0 0,0 1-1 0 0,0 0 1 0 0,1-1-1 0 0,-1 1 1 0 0,0 0-1 0 0,1 0 1 0 0,-1-1-1 0 0,0 1 1 0 0,1 0-1 0 0,-1 0 1 0 0,0 0-1 0 0,1-1 1 0 0,-1 1 0 0 0,0 0-1 0 0,1 0 1 0 0,-1 0-1 0 0,1 0 1 0 0,-1 0-1 0 0,0 0 1 0 0,1 0-1 0 0,-1 0 1 0 0,1 0-1 0 0,-1 0 1 0 0,1 0 0 0 0,0 1-208 0 0,0 0 1 0 0,0 0-1 0 0,0 0 1 0 0,-1 0 0 0 0,1 1-1 0 0,0-1 1 0 0,-1 0 0 0 0,1 0-1 0 0,-1 1 1 0 0,0-1-1 0 0,1 0 1 0 0,-1 1 0 0 0,0-1-1 0 0,0 1 1 0 0,0-1 0 0 0,0 0-1 0 0,0 1 1 0 0,0-1-1 0 0,0 1 1 0 0,0-1 0 0 0,0 0-1 0 0,-1 3 1 0 0,-12 40-4893 0 0,7-28 1639 0 0,-1 9-2919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2860 0 0,'6'109'25267'0'0,"-6"-107"-24621"0"0,4 11 1602 0 0,-2-4-3803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1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20 1628 0 0,'12'-14'13831'0'0,"-8"8"-12102"0"0,-8 6-1694 0 0,0 0 0 0 0,1 1 1 0 0,-1-1-1 0 0,0 1 1 0 0,1 0-1 0 0,-1 0 1 0 0,0 0-1 0 0,1 0 1 0 0,-1 0-1 0 0,1 1 0 0 0,0-1 1 0 0,0 1-1 0 0,-1 0 1 0 0,1 0-1 0 0,-4 4 1 0 0,-10 8 35 0 0,-21 19 1 0 0,-138 156 300 0 0,150-156-287 0 0,2 0 0 0 0,1 2 0 0 0,2 0 0 0 0,-21 48 0 0 0,37-71-67 0 0,1-1-1 0 0,0 1 1 0 0,1 0 0 0 0,0 0 0 0 0,1 0-1 0 0,0 0 1 0 0,1 0 0 0 0,0 1-1 0 0,2 14 1 0 0,-1-22-1 0 0,1-1 1 0 0,-1 0-1 0 0,1 1 0 0 0,0-1 1 0 0,1 0-1 0 0,-1 0 0 0 0,1 0 1 0 0,-1 0-1 0 0,1 0 1 0 0,1 0-1 0 0,-1-1 0 0 0,0 1 1 0 0,1 0-1 0 0,0-1 0 0 0,-1 0 1 0 0,2 0-1 0 0,-1 0 0 0 0,0 0 1 0 0,0 0-1 0 0,1-1 0 0 0,0 1 1 0 0,-1-1-1 0 0,1 0 0 0 0,0 0 1 0 0,0 0-1 0 0,0-1 0 0 0,0 1 1 0 0,9 1-1 0 0,-2-1 210 0 0,0-1 0 0 0,0 0 0 0 0,0-1 0 0 0,0 0-1 0 0,0-1 1 0 0,0 0 0 0 0,0 0 0 0 0,-1-1 0 0 0,1-1 0 0 0,15-5 0 0 0,-21 7-26 0 0,0-1 1 0 0,0 0-1 0 0,0-1 1 0 0,0 1-1 0 0,0-1 1 0 0,0 0 0 0 0,-1 0-1 0 0,1 0 1 0 0,-1-1-1 0 0,0 0 1 0 0,0 1-1 0 0,0-1 1 0 0,-1-1-1 0 0,1 1 1 0 0,-1-1 0 0 0,0 1-1 0 0,-1-1 1 0 0,1 0-1 0 0,-1 0 1 0 0,1 0-1 0 0,-2 0 1 0 0,3-8-1 0 0,-3 12-192 0 0,-1 0-1 0 0,0-1 0 0 0,1 1 0 0 0,-1-1 0 0 0,0 1 0 0 0,0-1 1 0 0,1 1-1 0 0,-1-1 0 0 0,-1 1 0 0 0,1 0 0 0 0,0-1 0 0 0,0 1 0 0 0,0-1 1 0 0,-1 1-1 0 0,1-1 0 0 0,-1 1 0 0 0,1 0 0 0 0,-1-1 0 0 0,1 1 1 0 0,-1 0-1 0 0,0-1 0 0 0,0 1 0 0 0,0 0 0 0 0,0 0 0 0 0,0 0 1 0 0,0 0-1 0 0,0 0 0 0 0,0 0 0 0 0,0 0 0 0 0,0 0 0 0 0,0 0 0 0 0,-1 0 1 0 0,1 1-1 0 0,0-1 0 0 0,-1 1 0 0 0,1-1 0 0 0,0 1 0 0 0,-1-1 1 0 0,1 1-1 0 0,-1 0 0 0 0,1-1 0 0 0,0 1 0 0 0,-1 0 0 0 0,1 0 1 0 0,-3 0-1 0 0,-6 1-281 0 0,1 0 0 0 0,0 0 0 0 0,1 1 0 0 0,-1 0 0 0 0,-16 7 0 0 0,8-2-565 0 0,1 1 1 0 0,0 0 0 0 0,0 2 0 0 0,0 0-1 0 0,-24 20 1 0 0,9-1-4258 0 0,-38 42 0 0 0,38-35-2531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2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1844 0 0,'6'-11'7141'0'0,"-5"9"-6748"0"0,14-28 10709 0 0,-12 19-10651 0 0,0 18-2092 0 0,-2-6 1419 0 0,0 0 1 0 0,-1 0-1 0 0,1 0 1 0 0,-1 1 0 0 0,1-1-1 0 0,-1 0 1 0 0,1 0-1 0 0,-1 0 1 0 0,0 0-1 0 0,0 1 1 0 0,0-1-1 0 0,1 2 1 0 0,-4 21-2618 0 0,-1-5-2112 0 0,-1-3-1266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3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1484 0 0,'0'59'15365'0'0,"4"-41"-13228"0"0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54 124 404 0 0,'10'-45'9011'0'0,"4"-25"-1768"0"0,-14 69-7015 0 0,2-7-130 0 0,-4 64 150 0 0,-16 98 0 0 0,-25 54 722 0 0,29-142 2369 0 0,14-64-3099 0 0,-1-2-199 0 0,1 0-1 0 0,0 1 1 0 0,0-1-1 0 0,0 0 0 0 0,0 1 1 0 0,-1-1-1 0 0,1 0 1 0 0,0 1-1 0 0,0-1 0 0 0,0 0 1 0 0,0 1-1 0 0,0-1 1 0 0,0 1-1 0 0,0-1 0 0 0,0 0 1 0 0,0 1-1 0 0,0-1 1 0 0,0 0-1 0 0,0 1 1 0 0,0-1-1 0 0,0 0 0 0 0,0 1 1 0 0,3 0-21 0 0,0-1-1 0 0,0 0 1 0 0,0 0 0 0 0,-1 0 0 0 0,1 0-1 0 0,0-1 1 0 0,0 1 0 0 0,-1-1 0 0 0,1 0-1 0 0,4-1 1 0 0,35-16 49 0 0,-17 7-50 0 0,55-18-26 0 0,118-48 86 0 0,-192 75-37 0 0,-1-1-1 0 0,0 1 1 0 0,0-1-1 0 0,1-1 1 0 0,-2 1-1 0 0,1-1 1 0 0,0 1 0 0 0,-1-1-1 0 0,0-1 1 0 0,0 1-1 0 0,5-7 1 0 0,-5 4 511 0 0,0 0 0 0 0,0-1 0 0 0,-1 1 1 0 0,0-1-1 0 0,-1 0 0 0 0,1 0 0 0 0,1-13 1 0 0,-4 20-524 0 0,1-3 397 0 0,-1 1-1 0 0,1 0 1 0 0,-1 0 0 0 0,0 0 0 0 0,0 0-1 0 0,0 0 1 0 0,-1-6 0 0 0,-2-30 635 0 0,3 39-1062 0 0,0 0 0 0 0,0 0 0 0 0,-1 0 0 0 0,1 0 0 0 0,0 0 0 0 0,0 0 0 0 0,0 0 0 0 0,0 0 0 0 0,0 0 0 0 0,0 0 0 0 0,0 0 0 0 0,0 0 0 0 0,0 0 0 0 0,0 0 0 0 0,0 0 0 0 0,-1 0 0 0 0,1 0 0 0 0,0 0 0 0 0,0 0 0 0 0,0 0 0 0 0,0 0 0 0 0,0 0 0 0 0,0 0 0 0 0,0 0 0 0 0,0 0 0 0 0,0 0 0 0 0,0 0 0 0 0,0 0 0 0 0,0 0 0 0 0,-1 0 0 0 0,1 0 0 0 0,0-1 0 0 0,0 1 0 0 0,0 0 0 0 0,0 0 0 0 0,0 0 0 0 0,0 0 0 0 0,0 0 0 0 0,0 0 0 0 0,0 0 0 0 0,0 0 0 0 0,0 0 0 0 0,0 0 0 0 0,0 0 0 0 0,0 0 0 0 0,0-1 0 0 0,0 1 0 0 0,0 0 0 0 0,0 0 0 0 0,0 0 0 0 0,0 0 0 0 0,0 0 0 0 0,0 0 0 0 0,0 0 0 0 0,0 0 0 0 0,0 0 0 0 0,0 0 0 0 0,0 0 0 0 0,0-1 0 0 0,0 1 0 0 0,0 0 0 0 0,0 0 0 0 0,0 0 0 0 0,0 0 0 0 0,0 0 0 0 0,0 0 0 0 0,-4 8 0 0 0,-2 14 0 0 0,-21 235-6108 0 0,20 2-4974 0 0,6-192 8741 0 0,1-18-8491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16 109 1212 0 0,'11'-34'11795'0'0,"-9"25"-9240"0"0,0 0-1 0 0,-1-1 1 0 0,1-15-1 0 0,-2 23-2173 0 0,0-9 695 0 0,0 5-1046 0 0,0 4-155 0 0,-4 19-3064 0 0,-7 26-2094 0 0,0-14-1192 0 0,3-9-761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4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3516 0 0,'-9'14'4704'0'0,"-6"9"4623"0"0,5-8-4979 0 0,2 4-1196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6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270 104 1960 0 0,'-2'-61'11932'0'0,"-1"19"-7994"0"0,-5 62-3757 0 0,-2 18 141 0 0,-2-1-1 0 0,-23 50 1 0 0,-42 67-15 0 0,45-94-204 0 0,-14 27-185 0 0,14-30-3672 0 0,22-39 981 0 0,7-13 1364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6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1 162 3332 0 0,'4'-10'3400'0'0,"-1"4"-1279"0"0,0 0 0 0 0,-1-1 0 0 0,0 1 0 0 0,3-14 1 0 0,4 32-1490 0 0,-8-8-552 0 0,3 15 144 0 0,1 0 0 0 0,1-1 1 0 0,14 30-1 0 0,-18-44-199 0 0,0 0 1 0 0,1 0-1 0 0,-1 0 1 0 0,1 0-1 0 0,0 0 1 0 0,0-1-1 0 0,0 1 1 0 0,1-1-1 0 0,-1 0 1 0 0,1 0-1 0 0,0 0 0 0 0,-1-1 1 0 0,1 1-1 0 0,0-1 1 0 0,1 0-1 0 0,-1 0 1 0 0,0 0-1 0 0,1-1 1 0 0,-1 1-1 0 0,1-1 1 0 0,4 1-1 0 0,-3-2-7 0 0,1 0 0 0 0,-1 0 0 0 0,0-1 0 0 0,1 0 0 0 0,-1 0 0 0 0,0 0 0 0 0,0-1 0 0 0,0 0 0 0 0,0 0 0 0 0,0 0 0 0 0,9-6 0 0 0,1-2 4 0 0,0 0 0 0 0,21-18 1 0 0,-25 18 22 0 0,0-1 0 0 0,0-1 1 0 0,-1 0-1 0 0,-1-1 1 0 0,0 0-1 0 0,-1 0 0 0 0,0-1 1 0 0,-1 0-1 0 0,12-28 0 0 0,7-23 2346 0 0,-27 64-2174 0 0,-9 23 81 0 0,-3 4-5 0 0,-53 143 763 0 0,59-149-995 0 0,1 0 0 0 0,1 0 0 0 0,0 0 0 0 0,2 0 0 0 0,0 1 0 0 0,2 35 0 0 0,1-48-85 0 0,0-1-1 0 0,0 1 1 0 0,1-1 0 0 0,0 1 0 0 0,0-1-1 0 0,0 0 1 0 0,1 0 0 0 0,0 0 0 0 0,1 0-1 0 0,0 0 1 0 0,0-1 0 0 0,0 1 0 0 0,7 6-1 0 0,-7-9-388 0 0,0 0-1 0 0,1 0 1 0 0,-1-1-1 0 0,1 1 0 0 0,0-1 1 0 0,0 0-1 0 0,0-1 1 0 0,1 1-1 0 0,-1-1 0 0 0,0 0 1 0 0,1 0-1 0 0,0-1 1 0 0,-1 0-1 0 0,1 0 0 0 0,0 0 1 0 0,0-1-1 0 0,-1 1 0 0 0,7-2 1 0 0,11-1-5188 0 0,1-2-3121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7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75 452 0 0,'-3'-2'3162'0'0,"-47"-20"11580"0"0,35 14-11333 0 0,10 3-1817 0 0,15 1-1257 0 0,72-1-191 0 0,54-6-503 0 0,-46-3-8716 0 0,-79 11 4305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17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72 108 0 0,'20'-21'11522'0'0,"20"-29"4940"0"0,-55 55-16371 0 0,-1 2 0 0 0,1 0 0 0 0,0 1 0 0 0,1 0 0 0 0,-1 1 0 0 0,-14 13 0 0 0,-79 72 47 0 0,76-64-130 0 0,1 2 0 0 0,-42 56-1 0 0,61-72 15 0 0,1 1-1 0 0,1 0 0 0 0,0 1 0 0 0,1 0 0 0 0,1 0 0 0 0,1 1 0 0 0,-9 39 0 0 0,14-53-13 0 0,1 0-1 0 0,1 0 0 0 0,-1 1 0 0 0,1-1 0 0 0,0 0 1 0 0,0 0-1 0 0,1 0 0 0 0,-1 1 0 0 0,1-1 1 0 0,0 0-1 0 0,1 0 0 0 0,-1 0 0 0 0,1 0 0 0 0,0 0 1 0 0,0-1-1 0 0,1 1 0 0 0,-1 0 0 0 0,1-1 1 0 0,0 0-1 0 0,0 1 0 0 0,0-1 0 0 0,1-1 0 0 0,0 1 1 0 0,-1 0-1 0 0,1-1 0 0 0,1 0 0 0 0,-1 0 1 0 0,0 0-1 0 0,1 0 0 0 0,-1-1 0 0 0,1 0 1 0 0,0 0-1 0 0,0 0 0 0 0,0 0 0 0 0,0-1 0 0 0,0 0 1 0 0,0 0-1 0 0,0 0 0 0 0,1 0 0 0 0,-1-1 1 0 0,0 0-1 0 0,7-1 0 0 0,-1 0 19 0 0,-1-1 0 0 0,0 0 0 0 0,0 0 0 0 0,0-1 0 0 0,0 0 0 0 0,15-7 0 0 0,-18 6-9 0 0,0 1 0 0 0,0-1 1 0 0,-1 0-1 0 0,1-1 0 0 0,-1 0 0 0 0,0 0 1 0 0,0 0-1 0 0,0 0 0 0 0,6-9 1 0 0,-11 13-17 0 0,-1 0 1 0 0,1 0-1 0 0,0 0 0 0 0,0 0 1 0 0,0 0-1 0 0,-1 0 1 0 0,1 0-1 0 0,0 0 1 0 0,-1 0-1 0 0,1-1 0 0 0,-1 1 1 0 0,0 0-1 0 0,1 0 1 0 0,-1 0-1 0 0,0-1 1 0 0,0 1-1 0 0,1 0 1 0 0,-1-1-1 0 0,0 1 0 0 0,0 0 1 0 0,-1 0-1 0 0,1-1 1 0 0,0 1-1 0 0,0 0 1 0 0,-1 0-1 0 0,1-1 0 0 0,0 1 1 0 0,-1 0-1 0 0,1 0 1 0 0,-1 0-1 0 0,0 0 1 0 0,1-1-1 0 0,-1 1 0 0 0,0 0 1 0 0,0 0-1 0 0,0 0 1 0 0,0 1-1 0 0,1-1 1 0 0,-1 0-1 0 0,0 0 1 0 0,-1 0-1 0 0,1 1 0 0 0,0-1 1 0 0,0 0-1 0 0,0 1 1 0 0,0-1-1 0 0,-3 0 1 0 0,-2-1-20 0 0,-1 0-1 0 0,1 1 1 0 0,-1-1 0 0 0,0 1 0 0 0,0 0 0 0 0,0 1 0 0 0,-12 0 0 0 0,-6 3-787 0 0,1 1 0 0 0,-1 1 0 0 0,-23 8 0 0 0,8 0-4115 0 0,1 1-4700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98 1656 0 0,'-9'-6'9142'0'0,"27"5"-5467"0"0,37-8-3242 0 0,-11 2-247 0 0,98-16 42 0 0,122-15-221 0 0,-163 25 503 0 0,-99 13-410 0 0,9 0 10 0 0,-10 0-74 0 0,0 0 1 0 0,0-1 0 0 0,-1 1-1 0 0,1 0 1 0 0,0 0 0 0 0,0 0 0 0 0,0 0-1 0 0,-1 0 1 0 0,1 0 0 0 0,0 0 0 0 0,0 0-1 0 0,0 1 1 0 0,-1-1 0 0 0,1 0 0 0 0,0 0-1 0 0,0 1 1 0 0,-1-1 0 0 0,1 0 0 0 0,0 1-1 0 0,-1-1 1 0 0,1 1 0 0 0,0-1-1 0 0,-1 1 1 0 0,1-1 0 0 0,-1 1 0 0 0,1-1-1 0 0,0 1 1 0 0,-1 0 0 0 0,0-1 0 0 0,1 1-1 0 0,-1 0 1 0 0,1-1 0 0 0,-1 1 0 0 0,1 1-1 0 0,4 20 316 0 0,0 0 0 0 0,-2 0 1 0 0,0 1-1 0 0,-2-1 0 0 0,-1 40 0 0 0,0-34-229 0 0,0 31 43 0 0,3 565 911 0 0,24-1-517 0 0,-5-339-382 0 0,29 518 782 0 0,-53 632 676 0 0,0-949-1124 0 0,2-327-407 0 0,-1 9 2866 0 0,1-134-2810 0 0,0-18 4649 0 0,-1-13-4751 0 0,1-1-59 0 0,-1-1 0 0 0,1 1 1 0 0,-1 0-1 0 0,1 0 0 0 0,-1-1 0 0 0,0 1 0 0 0,1 0 0 0 0,-1-1 1 0 0,0 1-1 0 0,1-1 0 0 0,-1 1 0 0 0,0-1 0 0 0,0 1 0 0 0,1-1 1 0 0,-1 0-1 0 0,0 1 0 0 0,0-1 0 0 0,0 0 0 0 0,0 1 0 0 0,1-1 1 0 0,-1 0-1 0 0,0 0 0 0 0,0 0 0 0 0,0 0 0 0 0,-1 0 0 0 0,-1 0 0 0 0,-168 47-1986 0 0,-84 25-5960 0 0,47-13 362 0 0,101-29-5263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4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13 224 0 0,'-10'-13'15087'0'0,"10"13"-15004"0"0,-4 11 1135 0 0,1 23-1750 0 0,2-26 936 0 0,-17 290 170 0 0,8-192-761 0 0,-6 71-218 0 0,12-60-8194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4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1156 0 0,'4'-42'5234'0'0,"-4"26"-3862"0"0,2 0 0 0 0,0 0 0 0 0,0 0 0 0 0,8-21 0 0 0,-9 34-1289 0 0,0-1 0 0 0,0 1 0 0 0,1 0-1 0 0,0 0 1 0 0,-1-1 0 0 0,1 1 0 0 0,0 1 0 0 0,0-1 0 0 0,1 0-1 0 0,-1 0 1 0 0,1 1 0 0 0,-1-1 0 0 0,1 1 0 0 0,0 0-1 0 0,0 0 1 0 0,0 0 0 0 0,0 0 0 0 0,0 1 0 0 0,0-1 0 0 0,0 1-1 0 0,1 0 1 0 0,-1 0 0 0 0,1 0 0 0 0,6-1 0 0 0,-1 1-58 0 0,0 1 0 0 0,0 0 1 0 0,0 1-1 0 0,-1 0 0 0 0,1 0 1 0 0,0 1-1 0 0,0 0 0 0 0,-1 1 1 0 0,1 0-1 0 0,-1 0 0 0 0,0 1 0 0 0,13 7 1 0 0,-15-7-15 0 0,1 0 0 0 0,-1 0 0 0 0,0 1 0 0 0,-1-1 0 0 0,1 2 1 0 0,-1-1-1 0 0,1 0 0 0 0,-2 1 0 0 0,1 0 0 0 0,-1 0 0 0 0,0 1 1 0 0,0-1-1 0 0,0 1 0 0 0,-1 0 0 0 0,3 9 0 0 0,-5-10 7 0 0,0 0 0 0 0,0 0-1 0 0,-1 0 1 0 0,0 0 0 0 0,-1 0 0 0 0,1-1 0 0 0,-1 1-1 0 0,0 0 1 0 0,-1 0 0 0 0,1 0 0 0 0,-1-1 0 0 0,0 1-1 0 0,-1-1 1 0 0,1 0 0 0 0,-1 1 0 0 0,0-1-1 0 0,0 0 1 0 0,-1-1 0 0 0,-6 9 0 0 0,-2 0 5 0 0,-1 0-1 0 0,1-1 1 0 0,-2 0 0 0 0,0-1-1 0 0,-21 12 1 0 0,6-6-1 0 0,17-11 283 0 0,0 1 0 0 0,-13 11 0 0 0,-9 1 1123 0 0,32-18-1448 0 0,3 1-27 0 0,-1 1 44 0 0,1-1-1 0 0,-1 1 0 0 0,1-1 0 0 0,0 1 0 0 0,0 0 0 0 0,0-1 1 0 0,0 0-1 0 0,1 1 0 0 0,-1-1 0 0 0,1 0 0 0 0,-1 0 1 0 0,1 1-1 0 0,0-1 0 0 0,0 0 0 0 0,0-1 0 0 0,3 4 1 0 0,5 4 0 0 0,42 56-65 0 0,94 108-2598 0 0,-109-136-4051 0 0,-18-22 21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5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71 1652 0 0,'-18'-9'4299'0'0,"-20"-10"5164"0"0,17 5-6197 0 0,19 12-2801 0 0,2 1-421 0 0,0 0 1 0 0,0 1-1 0 0,0-1 1 0 0,0 0-1 0 0,1 0 0 0 0,-1 0 1 0 0,0 0-1 0 0,1 0 1 0 0,-1 1-1 0 0,0-1 0 0 0,1 0 1 0 0,-1 0-1 0 0,1 0 1 0 0,-1 1-1 0 0,1-1 0 0 0,-1 0 1 0 0,1 1-1 0 0,0-1 1 0 0,-1 0-1 0 0,1 1 0 0 0,0-1 1 0 0,-1 1-1 0 0,2-1 1 0 0,1 0 6 0 0,-1 0 0 0 0,1 0 0 0 0,-1 0 1 0 0,1 0-1 0 0,0 0 0 0 0,0 1 0 0 0,4-1 1 0 0,0 0-28 0 0,-1 1 0 0 0,1 0 0 0 0,0 0 0 0 0,0 1 1 0 0,9 2-1 0 0,-13-2-23 0 0,1-1 0 0 0,-1 2 0 0 0,0-1 0 0 0,0 0 0 0 0,0 1-1 0 0,0 0 1 0 0,0-1 0 0 0,0 1 0 0 0,0 0 0 0 0,-1 1 0 0 0,1-1 0 0 0,-1 0 0 0 0,1 1 0 0 0,-1-1 0 0 0,0 1 0 0 0,0 0 0 0 0,0 0-1 0 0,-1 0 1 0 0,1 0 0 0 0,0 0 0 0 0,-1 0 0 0 0,2 6 0 0 0,-2-4 1 0 0,0 0-1 0 0,-1 0 1 0 0,1 1-1 0 0,-1-1 1 0 0,0 0-1 0 0,-1 1 1 0 0,1-1-1 0 0,-1 0 1 0 0,0 0-1 0 0,0 1 1 0 0,-1-1-1 0 0,0 0 1 0 0,0 0-1 0 0,-3 6 1 0 0,-6 9 1 0 0,-24 33 1 0 0,7-11 12 0 0,21-32-13 0 0,6-9-5 0 0,0 0 1 0 0,1 0-1 0 0,-1 0 0 0 0,0 0 1 0 0,1 0-1 0 0,-1 0 1 0 0,1 0-1 0 0,-1 0 0 0 0,1 0 1 0 0,0 0-1 0 0,-1 1 0 0 0,1-1 1 0 0,0 0-1 0 0,0 0 1 0 0,0 0-1 0 0,0 0 0 0 0,0 1 1 0 0,0-1-1 0 0,0 0 0 0 0,0 0 1 0 0,0 0-1 0 0,0 1 1 0 0,1-1-1 0 0,-1 0 0 0 0,1 0 1 0 0,-1 0-1 0 0,2 2 0 0 0,0-1-2 0 0,0 0 0 0 0,0 0-1 0 0,0-1 1 0 0,0 1-1 0 0,1-1 1 0 0,-1 0 0 0 0,1 1-1 0 0,-1-1 1 0 0,4 1 0 0 0,12 7-36 0 0,-12-4 108 0 0,0 0-1 0 0,0 0 1 0 0,-1 1 0 0 0,0 0 0 0 0,0-1 0 0 0,0 2 0 0 0,-1-1 0 0 0,0 1 0 0 0,0-1 0 0 0,-1 1 0 0 0,0 0 0 0 0,0 0 0 0 0,-1 0 0 0 0,3 10 0 0 0,-4-10 189 0 0,0-1-1 0 0,-1 0 1 0 0,0 1 0 0 0,0-1-1 0 0,0 0 1 0 0,-1 1 0 0 0,0-1-1 0 0,0 0 1 0 0,-1 0 0 0 0,1 1-1 0 0,-1-1 1 0 0,-1 0 0 0 0,1-1 0 0 0,-1 1-1 0 0,0 0 1 0 0,0-1 0 0 0,-7 9-1 0 0,3-7-196 0 0,1 0-1 0 0,-1-1 0 0 0,0 0 0 0 0,0 0 0 0 0,0 0 0 0 0,-1-1 0 0 0,0 0 0 0 0,0-1 0 0 0,0 1 0 0 0,-1-2 1 0 0,1 1-1 0 0,-1-1 0 0 0,0 0 0 0 0,0-1 0 0 0,0 0 0 0 0,0-1 0 0 0,0 0 0 0 0,-1 0 0 0 0,1-1 1 0 0,0 0-1 0 0,0 0 0 0 0,-1-1 0 0 0,1-1 0 0 0,0 1 0 0 0,-15-6 0 0 0,21 6-354 0 0,1 0 1 0 0,-1 0-1 0 0,1 0 0 0 0,-1-1 0 0 0,1 1 1 0 0,0 0-1 0 0,0-1 0 0 0,0 0 0 0 0,0 0 0 0 0,0 1 1 0 0,0-1-1 0 0,0 0 0 0 0,0 0 0 0 0,1-1 1 0 0,-1 1-1 0 0,1 0 0 0 0,-1-1 0 0 0,1 1 1 0 0,-1-4-1 0 0,1 2-721 0 0,0 0 0 0 0,0 0 0 0 0,1-1-1 0 0,-1 1 1 0 0,1 0 0 0 0,0-1 0 0 0,1 1 0 0 0,-1-1 0 0 0,1 1 0 0 0,-1 0 0 0 0,3-6 0 0 0,3-12-6375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5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1 124 892 0 0,'15'-4'13963'0'0,"30"-6"-11028"0"0,84-19 208 0 0,66-17-6486 0 0,-187 44 2749 0 0,44-13-2739 0 0,-48 13 2433 0 0,-1 1 1 0 0,1-1 0 0 0,-1 0-1 0 0,0 0 1 0 0,1 0 0 0 0,4-5-1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62 3292 0 0,'-48'-56'14597'0'0,"42"50"-12841"0"0,13 11-1296 0 0,-3 1-355 0 0,0-1 0 0 0,0 1 1 0 0,-1 0-1 0 0,1 1 1 0 0,-1-1-1 0 0,-1 0 0 0 0,1 1 1 0 0,-1 0-1 0 0,0-1 1 0 0,-1 1-1 0 0,2 9 1 0 0,-1 10 37 0 0,0 42 1 0 0,-2-52-78 0 0,-12 119-3773 0 0,6-85-4955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6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23 420 3064 0 0,'34'-61'13696'0'0,"-33"61"-13612"0"0,0 0 0 0 0,-1 0 0 0 0,1 1 0 0 0,0-1 0 0 0,0 0 0 0 0,-1 1 0 0 0,1-1 0 0 0,0 1 1 0 0,-1-1-1 0 0,1 1 0 0 0,-1-1 0 0 0,1 1 0 0 0,0-1 0 0 0,-1 1 0 0 0,1-1 0 0 0,-1 1 0 0 0,0 0 1 0 0,1-1-1 0 0,-1 1 0 0 0,1 0 0 0 0,-1-1 0 0 0,0 1 0 0 0,0 0 0 0 0,1 0 0 0 0,-1-1 1 0 0,0 1-1 0 0,0 0 0 0 0,0 0 0 0 0,0 0 0 0 0,0-1 0 0 0,0 1 0 0 0,0 0 0 0 0,0 1 0 0 0,-1 33 737 0 0,0-28-410 0 0,-19 331 2911 0 0,12-168-5241 0 0,2-139-1471 0 0,-3-38 330 0 0,7 3 2853 0 0,0-1 0 0 0,0 1 0 0 0,1-1 0 0 0,-1 0 0 0 0,1 0 0 0 0,0 1 0 0 0,0-1 0 0 0,1 0 0 0 0,0-7 0 0 0,-2-7-127 0 0,-5-50 323 0 0,3 0-1 0 0,4 0 1 0 0,2 0 0 0 0,19-118 0 0 0,-14 149 558 0 0,1 1 0 0 0,2-1 0 0 0,24-58 0 0 0,-25 77-289 0 0,0 0 1 0 0,1 0-1 0 0,0 1 0 0 0,2 1 1 0 0,0 0-1 0 0,1 0 0 0 0,1 1 1 0 0,21-18-1 0 0,-31 30-213 0 0,0 1 1 0 0,0 0 0 0 0,1 0-1 0 0,-1 0 1 0 0,1 0-1 0 0,0 1 1 0 0,0 0-1 0 0,0 0 1 0 0,0 0-1 0 0,0 0 1 0 0,1 1-1 0 0,-1 0 1 0 0,0 0-1 0 0,1 1 1 0 0,-1-1-1 0 0,11 1 1 0 0,-13 1-24 0 0,1 0 0 0 0,0 0 0 0 0,0 0 0 0 0,-1 0 0 0 0,1 1 0 0 0,-1-1 0 0 0,1 1 0 0 0,-1 0 1 0 0,0 0-1 0 0,0 0 0 0 0,0 0 0 0 0,0 1 0 0 0,0-1 0 0 0,0 1 0 0 0,0 0 0 0 0,-1-1 0 0 0,1 1 0 0 0,-1 1 1 0 0,0-1-1 0 0,0 0 0 0 0,0 0 0 0 0,-1 1 0 0 0,1-1 0 0 0,1 6 0 0 0,0 1 5 0 0,-1 0-1 0 0,0 0 1 0 0,0 0-1 0 0,-1 0 1 0 0,0 1-1 0 0,-1-1 1 0 0,0 1-1 0 0,0-1 1 0 0,-1 0-1 0 0,-1 1 1 0 0,0-1-1 0 0,0 0 1 0 0,-1 0-1 0 0,0 0 1 0 0,-1 0 0 0 0,0-1-1 0 0,-1 1 1 0 0,0-1-1 0 0,-10 15 1 0 0,3-8 1 0 0,0 0 0 0 0,-1-1 0 0 0,0-1 0 0 0,-1 0 0 0 0,-1-1 1 0 0,0 0-1 0 0,0-1 0 0 0,-1-1 0 0 0,-28 14 0 0 0,14-12 307 0 0,0-1 0 0 0,-37 8 0 0 0,53-16-34 0 0,13-4-233 0 0,0 0-66 0 0,1 0 1 0 0,0 0-1 0 0,-1 0 1 0 0,1 0-1 0 0,0 0 1 0 0,0 0-1 0 0,-1 0 1 0 0,1 0-1 0 0,0 0 1 0 0,-1 0-1 0 0,1 0 1 0 0,0 0-1 0 0,-1 0 1 0 0,1 0-1 0 0,0 0 1 0 0,0 0-1 0 0,-1 0 1 0 0,1 0-1 0 0,0 1 1 0 0,0-1-1 0 0,-1 0 1 0 0,1 0-1 0 0,0 0 1 0 0,0 0-1 0 0,-1 1 1 0 0,1-1-1 0 0,0 0 1 0 0,0 0-1 0 0,0 0 1 0 0,-1 1-1 0 0,1-1 1 0 0,0 0-1 0 0,0 0 1 0 0,0 1-1 0 0,0-1 1 0 0,0 0-1 0 0,0 0 1 0 0,-1 1 0 0 0,1-1-1 0 0,0 0 1 0 0,0 1-1 0 0,0-1 1 0 0,0 0-1 0 0,0 1 1 0 0,0-1-1 0 0,0 0 1 0 0,0 0-1 0 0,0 1 1 0 0,0-1-1 0 0,0 0 1 0 0,1 1-1 0 0,-1-1 1 0 0,0 1-1 0 0,10 11 41 0 0,147 107-526 0 0,-91-66-2656 0 0,2-2-4635 0 0,-37-30 27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6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321 139 1612 0 0,'-9'-7'2621'0'0,"1"-1"0"0"0,0 0 0 0 0,0 0 1 0 0,-8-12-1 0 0,13 16-2031 0 0,1 0 0 0 0,0 0 0 0 0,0-1 1 0 0,0 1-1 0 0,0 0 0 0 0,1-1 1 0 0,-2-7-1 0 0,3 10-516 0 0,0 0-1 0 0,0 0 1 0 0,0 0 0 0 0,1 0 0 0 0,-1 0 0 0 0,1 0-1 0 0,-1 0 1 0 0,1 0 0 0 0,0 1 0 0 0,0-1 0 0 0,0 0-1 0 0,0 0 1 0 0,0 1 0 0 0,0-1 0 0 0,0 1-1 0 0,0-1 1 0 0,1 1 0 0 0,-1-1 0 0 0,0 1 0 0 0,1 0-1 0 0,-1-1 1 0 0,1 1 0 0 0,0 0 0 0 0,-1 0 0 0 0,1 0-1 0 0,0 1 1 0 0,2-2 0 0 0,-3 2-67 0 0,0-1-1 0 0,0 1 1 0 0,0 0-1 0 0,0 0 1 0 0,0 0-1 0 0,0-1 1 0 0,0 1-1 0 0,0 0 1 0 0,0 0-1 0 0,0 1 1 0 0,0-1 0 0 0,0 0-1 0 0,0 0 1 0 0,0 0-1 0 0,0 1 1 0 0,-1-1-1 0 0,1 0 1 0 0,0 1-1 0 0,0-1 1 0 0,0 1-1 0 0,0-1 1 0 0,-1 1-1 0 0,1-1 1 0 0,1 2 0 0 0,0 0 2 0 0,0-1 0 0 0,-1 1 0 0 0,1 0 1 0 0,0 0-1 0 0,-1 0 0 0 0,0 0 0 0 0,1 0 0 0 0,0 3 1 0 0,0 1-2 0 0,-1 1 1 0 0,1-1 0 0 0,-2 1 0 0 0,1-1 0 0 0,-1 1-1 0 0,0-1 1 0 0,0 1 0 0 0,-1-1 0 0 0,1 1 0 0 0,-2-1-1 0 0,1 1 1 0 0,-1-1 0 0 0,0 0 0 0 0,0 0-1 0 0,0 0 1 0 0,-6 9 0 0 0,-3 6 13 0 0,-2 0 0 0 0,0-1 0 0 0,-18 21 0 0 0,16-24 0 0 0,11-13-15 0 0,0 0 0 0 0,0 0 0 0 0,0 1 0 0 0,1-1 1 0 0,0 1-1 0 0,0 0 0 0 0,0-1 0 0 0,-3 10 0 0 0,7-13-9 0 0,-1 0 1 0 0,1 0-1 0 0,0 0 0 0 0,0-1 1 0 0,0 1-1 0 0,0 0 1 0 0,0-1-1 0 0,0 1 0 0 0,0 0 1 0 0,0-1-1 0 0,0 1 0 0 0,0-1 1 0 0,0 0-1 0 0,0 1 1 0 0,0-1-1 0 0,0 0 0 0 0,1 0 1 0 0,-1 0-1 0 0,2 0 0 0 0,10 3-9 0 0,0-1-1 0 0,-1 2 0 0 0,1 0 0 0 0,-1 0 0 0 0,0 1 1 0 0,0 1-1 0 0,0 0 0 0 0,-1 0 0 0 0,0 1 0 0 0,16 14 1 0 0,-23-17 143 0 0,1 0 0 0 0,-1 0 1 0 0,0 1-1 0 0,0 0 1 0 0,0 0-1 0 0,-1 0 0 0 0,1 0 1 0 0,-1 1-1 0 0,-1-1 0 0 0,1 1 1 0 0,-1-1-1 0 0,0 1 1 0 0,0 0-1 0 0,0 0 0 0 0,-1 0 1 0 0,0 0-1 0 0,-1 1 0 0 0,1-1 1 0 0,-1 0-1 0 0,0 0 0 0 0,0 0 1 0 0,-1 0-1 0 0,0 1 1 0 0,-3 9-1 0 0,2-9 125 0 0,0 0 0 0 0,-1 0 0 0 0,0-1 1 0 0,0 1-1 0 0,-1-1 0 0 0,1 0 0 0 0,-2 0 0 0 0,1 0 0 0 0,-1 0 0 0 0,1-1 1 0 0,-1 1-1 0 0,-11 7 0 0 0,8-7-26 0 0,-1 0 0 0 0,-1 0 0 0 0,1-1 0 0 0,-1 0 1 0 0,0-1-1 0 0,0 0 0 0 0,0-1 0 0 0,-13 3 0 0 0,10-3-118 0 0,-1-1 0 0 0,0 0 0 0 0,0-1-1 0 0,1 0 1 0 0,-1-1 0 0 0,0-1 0 0 0,0 0-1 0 0,0-1 1 0 0,1-1 0 0 0,-1 0 0 0 0,1-1-1 0 0,0 0 1 0 0,0-1 0 0 0,-12-6 0 0 0,22 9-242 0 0,1 1 0 0 0,-1-1 1 0 0,1 1-1 0 0,-1-1 0 0 0,1 0 0 0 0,0 0 1 0 0,0 0-1 0 0,0 0 0 0 0,0 0 1 0 0,0-1-1 0 0,0 1 0 0 0,1 0 0 0 0,-1-1 1 0 0,1 1-1 0 0,-2-6 0 0 0,2 6-176 0 0,1 0 0 0 0,0-1-1 0 0,-1 1 1 0 0,1-1 0 0 0,0 1 0 0 0,0 0-1 0 0,1-1 1 0 0,-1 1 0 0 0,0-1 0 0 0,1 1-1 0 0,0 0 1 0 0,-1-1 0 0 0,1 1-1 0 0,0 0 1 0 0,0 0 0 0 0,0 0 0 0 0,0 0-1 0 0,1 0 1 0 0,2-4 0 0 0,5-6-3745 0 0,2-1 0 0 0,18-16 0 0 0,-5 7-5569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7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68 2744 0 0,'-18'-12'21410'0'0,"19"11"-21337"0"0,0-1 1 0 0,1 1-1 0 0,-1-1 0 0 0,1 1 0 0 0,-1-1 0 0 0,1 1 1 0 0,0 0-1 0 0,-1 0 0 0 0,1 0 0 0 0,0 0 0 0 0,0 0 1 0 0,0 0-1 0 0,0 0 0 0 0,0 1 0 0 0,0-1 0 0 0,2 0 1 0 0,45-8-1012 0 0,-28 5-32 0 0,24-3-1750 0 0,14-4-6343 0 0,-33 5-241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7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47 1608 0 0,'-35'-35'16277'0'0,"24"23"-11731"0"0,7 16-2902 0 0,4-4-1596 0 0,-1 1 0 0 0,1-1 0 0 0,0 0-1 0 0,-1 0 1 0 0,1 0 0 0 0,0 0 0 0 0,-1 0 0 0 0,1 0 0 0 0,0 1 0 0 0,0-1 0 0 0,-1 0 0 0 0,1 0 0 0 0,0 0 0 0 0,0 1 0 0 0,0-1 0 0 0,-1 0 0 0 0,1 0 0 0 0,0 1 0 0 0,0-1 0 0 0,0 0 0 0 0,0 1 0 0 0,-1-1 0 0 0,1 0 0 0 0,0 0 0 0 0,0 1 0 0 0,0-1 0 0 0,0 0 0 0 0,0 1 0 0 0,0-1 0 0 0,0 0 0 0 0,0 1 0 0 0,0-1 0 0 0,0 0 0 0 0,0 1 0 0 0,-3 254 5658 0 0,-16 132-5638 0 0,18-357-1301 0 0,2-21-16 0 0,-1 0-1 0 0,-1-1 0 0 0,0 1 0 0 0,0 0 1 0 0,-4 14-1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7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71 214 2680 0 0,'1'-18'2047'0'0,"0"-1"0"0"0,2 1 1 0 0,0-1-1 0 0,2 1 0 0 0,7-22 0 0 0,-11 35-1855 0 0,1 0 0 0 0,1 0 1 0 0,-1 1-1 0 0,1-1 0 0 0,-1 1 1 0 0,1 0-1 0 0,1-1 0 0 0,-1 1 1 0 0,0 1-1 0 0,1-1 0 0 0,0 0 1 0 0,0 1-1 0 0,0 0 0 0 0,0 0 1 0 0,1 0-1 0 0,-1 0 0 0 0,1 1 1 0 0,0 0-1 0 0,0 0 0 0 0,-1 0 0 0 0,1 1 1 0 0,0-1-1 0 0,9 0 0 0 0,-5 1-115 0 0,0 0-1 0 0,0 1 0 0 0,1 0 0 0 0,-1 1 1 0 0,0 0-1 0 0,0 1 0 0 0,0-1 0 0 0,0 2 1 0 0,-1-1-1 0 0,1 1 0 0 0,0 1 0 0 0,-1-1 1 0 0,10 7-1 0 0,-13-7-44 0 0,-1 0-1 0 0,0 0 1 0 0,0 0-1 0 0,0 0 1 0 0,0 1-1 0 0,0 0 1 0 0,-1 0 0 0 0,0 0-1 0 0,1 0 1 0 0,-2 0-1 0 0,1 1 1 0 0,0-1-1 0 0,-1 1 1 0 0,0-1 0 0 0,0 1-1 0 0,0 0 1 0 0,-1 0-1 0 0,1 0 1 0 0,-1 0-1 0 0,-1 0 1 0 0,1 1 0 0 0,-1-1-1 0 0,1 0 1 0 0,-2 9-1 0 0,-1-2 7 0 0,-1 0 0 0 0,0 0-1 0 0,-1 0 1 0 0,0-1 0 0 0,-1 0-1 0 0,0 1 1 0 0,-1-2-1 0 0,0 1 1 0 0,0-1 0 0 0,-1 0-1 0 0,-1 0 1 0 0,0-1 0 0 0,0 0-1 0 0,-13 11 1 0 0,-4 2 37 0 0,0-2 0 0 0,-2-1 0 0 0,0-1 0 0 0,-35 17 0 0 0,-57 19 3694 0 0,118-54-3755 0 0,1 0 0 0 0,0 0 0 0 0,-1 0-1 0 0,1 0 1 0 0,0 1 0 0 0,-1-1 0 0 0,1 0 0 0 0,0 0 0 0 0,-1 0 0 0 0,1 1 0 0 0,0-1 0 0 0,-1 0 0 0 0,1 1 0 0 0,0-1 0 0 0,0 0 0 0 0,0 0 0 0 0,-1 1 0 0 0,1-1 0 0 0,0 0-1 0 0,0 1 1 0 0,0-1 0 0 0,0 1 0 0 0,-1-1 0 0 0,1 0 0 0 0,0 1 0 0 0,0-1 0 0 0,0 0 0 0 0,0 1 0 0 0,0-1 0 0 0,0 1 0 0 0,0-1 0 0 0,0 0 0 0 0,0 1 0 0 0,0-1 0 0 0,0 0-1 0 0,0 1 1 0 0,1-1 0 0 0,-1 1 0 0 0,0-1 0 0 0,0 0 0 0 0,0 1 0 0 0,0-1 0 0 0,1 0 0 0 0,-1 1 0 0 0,0-1 0 0 0,0 0 0 0 0,0 0 0 0 0,1 1 0 0 0,-1-1 0 0 0,0 0 0 0 0,1 0-1 0 0,-1 1 1 0 0,1-1 0 0 0,20 17 107 0 0,-16-14-68 0 0,15 14 40 0 0,0 1 0 0 0,-1 0-1 0 0,22 29 1 0 0,44 69-1091 0 0,2 2-5156 0 0,-44-66-2699 0 0,-23-31-179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8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1944 0 0,'0'-8'2037'0'0,"0"0"-1"0"0,0-1 0 0 0,1 1 1 0 0,1 0-1 0 0,-1 1 1 0 0,6-16-1 0 0,-6 19-1677 0 0,1 1 0 0 0,0 0 0 0 0,0-1 0 0 0,0 1 0 0 0,0 0 0 0 0,0 0 0 0 0,1 0 0 0 0,-1 1 0 0 0,1-1 0 0 0,0 1 0 0 0,0-1 1 0 0,0 1-1 0 0,0 0 0 0 0,0 0 0 0 0,1 0 0 0 0,4-2 0 0 0,-6 3-263 0 0,1 1 0 0 0,-1-1 1 0 0,0 1-1 0 0,1-1 0 0 0,-1 1 0 0 0,0 0 1 0 0,1 0-1 0 0,-1 0 0 0 0,0 0 0 0 0,1 0 1 0 0,-1 0-1 0 0,0 1 0 0 0,1-1 0 0 0,-1 1 1 0 0,0 0-1 0 0,1-1 0 0 0,-1 1 1 0 0,0 0-1 0 0,0 0 0 0 0,0 0 0 0 0,0 1 1 0 0,0-1-1 0 0,0 1 0 0 0,0-1 0 0 0,-1 1 1 0 0,1-1-1 0 0,0 1 0 0 0,1 3 1 0 0,1-1 81 0 0,0 1 1 0 0,-1 0 0 0 0,1 1 0 0 0,-1-1 0 0 0,-1 1 0 0 0,1-1 0 0 0,-1 1-1 0 0,0 0 1 0 0,2 8 0 0 0,-2-2 71 0 0,-1 1-1 0 0,0-1 0 0 0,-1 0 1 0 0,-1 1-1 0 0,0-1 0 0 0,-1 0 1 0 0,0 1-1 0 0,-6 17 1 0 0,-5 12 468 0 0,-22 43 1 0 0,8-23-397 0 0,25-56-306 0 0,1-3 32 0 0,-1 1 1 0 0,1 0-1 0 0,0-1 1 0 0,0 1-1 0 0,0 0 1 0 0,0 0-1 0 0,0 7 1 0 0,1-11-39 0 0,0 1 0 0 0,0 0 0 0 0,0-1 0 0 0,0 1 0 0 0,1 0 0 0 0,-1-1 0 0 0,0 1 1 0 0,0 0-1 0 0,1-1 0 0 0,-1 1 0 0 0,1-1 0 0 0,-1 1 0 0 0,0-1 0 0 0,1 1 0 0 0,-1-1 1 0 0,1 1-1 0 0,-1-1 0 0 0,1 1 0 0 0,0 0 0 0 0,1 0-4 0 0,-1-1 1 0 0,1 1-1 0 0,0 0 0 0 0,0-1 0 0 0,-1 1 0 0 0,1-1 1 0 0,0 0-1 0 0,0 0 0 0 0,-1 0 0 0 0,4 0 1 0 0,25-2-257 0 0,-1-2 1 0 0,1-1-1 0 0,-1-1 1 0 0,0-2-1 0 0,28-11 1 0 0,-40 13-195 0 0,195-73-6308 0 0,-75 15-3291 0 0,-61 26-379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1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25 448 0 0,'7'-25'14551'0'0,"-6"60"-14014"0"0,-2 0-1 0 0,-7 57 1 0 0,1-19-342 0 0,-7 177-855 0 0,3-50-6844 0 0,5-137 1268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1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41 1376 0 0,'12'-41'18218'0'0,"-12"49"-16512"0"0,-7 32-2017 0 0,4-20 788 0 0,-5 28-271 0 0,-19 147-1148 0 0,17-64-2825 0 0,5-37-3508 0 0,5-46-9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77 1564 0 0,'28'-33'15273'0'0,"-49"57"-15117"0"0,1 2 0 0 0,1 1 0 0 0,1 0 0 0 0,2 2 1 0 0,-14 30-1 0 0,17-30-73 0 0,-15 43 0 0 0,24-61-47 0 0,2-1 1 0 0,-1 1-1 0 0,1 0 0 0 0,1-1 1 0 0,0 1-1 0 0,1 0 1 0 0,1 21-1 0 0,-1-29 19 0 0,1 1 1 0 0,-1-1-1 0 0,1 0 1 0 0,0 0-1 0 0,0 0 1 0 0,0 0-1 0 0,1 0 1 0 0,-1 0-1 0 0,1 0 1 0 0,0 0-1 0 0,-1 0 1 0 0,1-1-1 0 0,0 1 1 0 0,1-1-1 0 0,-1 1 1 0 0,0-1-1 0 0,1 0 1 0 0,3 3-1 0 0,-2-3 26 0 0,1 0-1 0 0,-1 0 0 0 0,1 0 0 0 0,0 0 0 0 0,-1-1 1 0 0,1 1-1 0 0,0-1 0 0 0,0 0 0 0 0,0-1 1 0 0,10 1-1 0 0,0-2 80 0 0,0 0 0 0 0,-1-1-1 0 0,1-1 1 0 0,0 0 0 0 0,-1-1 0 0 0,1-1 0 0 0,14-6 0 0 0,-12 3-32 0 0,-1-1 0 0 0,0 0 0 0 0,-1-1-1 0 0,0-1 1 0 0,-1 0 0 0 0,0-1 0 0 0,-1-1 0 0 0,20-22 0 0 0,-26 25-77 0 0,1 1-1 0 0,-2-1 1 0 0,1-1-1 0 0,-1 1 1 0 0,-1-1-1 0 0,0 0 1 0 0,0 0-1 0 0,-1 0 1 0 0,-1-1 0 0 0,0 0-1 0 0,0 1 1 0 0,-1-1-1 0 0,-1 0 1 0 0,0-15-1 0 0,-1 20-29 0 0,0 0-1 0 0,-1 0 1 0 0,0 0-1 0 0,-1 0 1 0 0,1 1-1 0 0,-1-1 1 0 0,-1 0-1 0 0,1 0 1 0 0,-1 1-1 0 0,0 0 1 0 0,-1 0-1 0 0,0-1 1 0 0,-8-9-1 0 0,6 9-52 0 0,-1 1 1 0 0,0 0-1 0 0,0 0 0 0 0,-1 0 0 0 0,1 1 1 0 0,-1 0-1 0 0,-1 0 0 0 0,1 1 0 0 0,-13-5 0 0 0,0 3-489 0 0,0 0 0 0 0,0 1 0 0 0,0 2-1 0 0,-1 0 1 0 0,0 1 0 0 0,1 1-1 0 0,-1 1 1 0 0,-29 4 0 0 0,-37 11-3284 0 0,32 2-2450 0 0,29-8 85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1960 0 0,'0'-3'2377'0'0,"0"-47"12000"0"0,12 388-14275 0 0,-2-225-3117 0 0,2 0-3668 0 0,-4-67-31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26 296 0 0,'-3'0'4758'0'0,"-14"2"1655"0"0,14-2-6350 0 0,-24 0 5687 0 0,17-2-2777 0 0,10 2-2957 0 0,0 0-1 0 0,0-1 1 0 0,0 1 0 0 0,0 0 0 0 0,0 0-1 0 0,1-1 1 0 0,-1 1 0 0 0,0 0 0 0 0,0 0-1 0 0,0 0 1 0 0,0-1 0 0 0,0 1 0 0 0,0 0-1 0 0,0 0 1 0 0,0 0 0 0 0,0-1 0 0 0,1 1-1 0 0,-1 0 1 0 0,0 0 0 0 0,0 0 0 0 0,0 0-1 0 0,0 0 1 0 0,0-1 0 0 0,1 1 0 0 0,-1 0-1 0 0,0 0 1 0 0,0 0 0 0 0,0 0 0 0 0,1 0-1 0 0,-1 0 1 0 0,0 0 0 0 0,0 0 0 0 0,0 0-1 0 0,1 0 1 0 0,-1-1 0 0 0,0 1 0 0 0,1 0-1 0 0,47-14 133 0 0,-46 13-149 0 0,0 1-2 0 0,8-3 4 0 0,-8 3-6 0 0,30-2-73 0 0,-30 3 64 0 0,7 1 5 0 0,23 6 45 0 0,-30-7-13 0 0,24 12 16 0 0,-22-11-53 0 0,-2-1 8 0 0,-1-1 1 0 0,1 1-1 0 0,-1 0 1 0 0,1 0-1 0 0,-1 0 1 0 0,0 1-1 0 0,1-1 0 0 0,-1 0 1 0 0,0 0-1 0 0,0 1 1 0 0,0-1-1 0 0,1 1 1 0 0,-2-1-1 0 0,2 2 1 0 0,3 3 2 0 0,-1 0 1 0 0,-1 0 0 0 0,1 1 0 0 0,-1-1 0 0 0,0 1 0 0 0,0 0 0 0 0,-1 0-1 0 0,0 0 1 0 0,0 0 0 0 0,-1 0 0 0 0,2 14 0 0 0,-3-9 4 0 0,0-1 0 0 0,-1 0 0 0 0,0 1 0 0 0,-1-1 1 0 0,0 0-1 0 0,-1 0 0 0 0,-4 11 0 0 0,-2 1 146 0 0,-2 0 1 0 0,0-1-1 0 0,-1 0 0 0 0,-1-1 0 0 0,-1 0 1 0 0,-23 25-1 0 0,-4-3 1705 0 0,-58 49-1 0 0,90-79-1584 0 0,9-12-262 0 0,0-1 0 0 0,0 0-1 0 0,0 1 1 0 0,0-1 0 0 0,0 0-1 0 0,0 1 1 0 0,0-1-1 0 0,0 0 1 0 0,0 0 0 0 0,0 1-1 0 0,0-1 1 0 0,0 0 0 0 0,0 1-1 0 0,1-1 1 0 0,-1 0 0 0 0,0 1-1 0 0,0-1 1 0 0,0 0-1 0 0,0 0 1 0 0,1 1 0 0 0,-1-1-1 0 0,0 0 1 0 0,0 0 0 0 0,1 0-1 0 0,-1 1 1 0 0,0-1 0 0 0,0 0-1 0 0,1 0 1 0 0,-1 0-1 0 0,0 0 1 0 0,1 1 0 0 0,-1-1-1 0 0,0 0 1 0 0,0 0 0 0 0,1 0-1 0 0,-1 0 1 0 0,0 0 0 0 0,1 0-1 0 0,-1 0 1 0 0,0 0-1 0 0,1 0 1 0 0,-1 0 0 0 0,0 0-1 0 0,1 0 1 0 0,-1 0 0 0 0,0 0-1 0 0,1 0 1 0 0,-1 0 0 0 0,0-1-1 0 0,0 1 1 0 0,1 0-1 0 0,-1 0 1 0 0,1 0 0 0 0,259-42 34 0 0,-84 7-3406 0 0,-124 25 1037 0 0,-41 8 1134 0 0,17-2-10099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5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49 1476 0 0,'-1'-12'5271'0'0,"-15"-24"3727"0"0,8 50-8761 0 0,-51 337 24 0 0,56-327-962 0 0,-1 38 1 0 0,8-5-6279 0 0,-1-44 1520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5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586 25 1036 0 0,'-1'-2'529'0'0,"0"0"0"0"0,-1 1 0 0 0,1-1 0 0 0,0 1 0 0 0,-1-1 0 0 0,1 1 0 0 0,0-1 0 0 0,-1 1 0 0 0,0 0 0 0 0,1-1 0 0 0,-1 1 0 0 0,0 0 0 0 0,0 0 0 0 0,0 0 0 0 0,1 1 0 0 0,-5-2 1 0 0,3 1-244 0 0,0 1 1 0 0,0 0 0 0 0,0-1 0 0 0,0 1 0 0 0,0 1 0 0 0,0-1 0 0 0,0 0 0 0 0,0 1 0 0 0,0-1 0 0 0,-3 2 0 0 0,-7 3-189 0 0,1 1 0 0 0,0 0 0 0 0,0 0 0 0 0,-13 10 0 0 0,13-8 614 0 0,-101 70 331 0 0,-168 152 0 0 0,275-224-1453 0 0,0 1 0 0 0,-1 0 0 0 0,2 0-1 0 0,-9 12 1 0 0,14-18 273 0 0,0-1 0 0 0,-1 0 0 0 0,1 1-1 0 0,0-1 1 0 0,0 1 0 0 0,0-1-1 0 0,0 1 1 0 0,0-1 0 0 0,0 0 0 0 0,0 1-1 0 0,0-1 1 0 0,0 1 0 0 0,0-1 0 0 0,0 1-1 0 0,0-1 1 0 0,0 1 0 0 0,0-1 0 0 0,0 1-1 0 0,1-1 1 0 0,-1 0 0 0 0,0 1 0 0 0,0-1-1 0 0,0 1 1 0 0,1-1 0 0 0,-1 0-1 0 0,0 1 1 0 0,0-1 0 0 0,1 0 0 0 0,-1 1-1 0 0,0-1 1 0 0,1 0 0 0 0,-1 1 0 0 0,1-1-1 0 0,-1 0 1 0 0,0 0 0 0 0,1 0 0 0 0,-1 1-1 0 0,1-1 1 0 0,-1 0 0 0 0,0 0-1 0 0,1 0 1 0 0,-1 0 0 0 0,1 0 0 0 0,-1 0-1 0 0,1 0 1 0 0,-1 0 0 0 0,1 0 0 0 0,0 0-1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2024 0 0,'40'-35'17284'0'0,"-38"33"-17103"0"0,1 0 1 0 0,-1 1-1 0 0,1-1 1 0 0,-1 1 0 0 0,1 0-1 0 0,0 0 1 0 0,0 0-1 0 0,0 0 1 0 0,3-1-1 0 0,72-7-1170 0 0,-30 5-2121 0 0,-27 2 1231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6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74 2636 0 0,'-24'-20'11350'0'0,"8"3"-7630"0"0,16 13-3002 0 0,0 3-704 0 0,0 1 0 0 0,0 0-1 0 0,-1 0 1 0 0,1 0 0 0 0,0-1 0 0 0,0 1 0 0 0,0 0-1 0 0,0 0 1 0 0,0-1 0 0 0,0 1 0 0 0,0 0-1 0 0,0 0 1 0 0,0 0 0 0 0,0-1 0 0 0,0 1-1 0 0,0 0 1 0 0,0 0 0 0 0,0-1 0 0 0,0 1-1 0 0,0 0 1 0 0,0 0 0 0 0,0 0 0 0 0,0-1-1 0 0,1 1 1 0 0,-1 0 0 0 0,0 0 0 0 0,0 0-1 0 0,0-1 1 0 0,0 1 0 0 0,0 0 0 0 0,0 0 0 0 0,1 0-1 0 0,-1 0 1 0 0,0-1 0 0 0,0 1 0 0 0,0 0-1 0 0,1 0 1 0 0,5-4 69 0 0,0 1 0 0 0,0 0 1 0 0,1 0-1 0 0,-1 1 0 0 0,1 0 0 0 0,-1 0 0 0 0,1 0 1 0 0,0 1-1 0 0,0 0 0 0 0,0 0 0 0 0,12 1 0 0 0,-11 0-74 0 0,1 0 0 0 0,-1 1 0 0 0,0 0-1 0 0,0 0 1 0 0,0 1 0 0 0,0 0-1 0 0,0 1 1 0 0,-1 0 0 0 0,1 0-1 0 0,7 5 1 0 0,-13-7-5 0 0,0 0-1 0 0,0 0 1 0 0,0 1-1 0 0,0-1 1 0 0,0 1-1 0 0,-1 0 0 0 0,1-1 1 0 0,-1 1-1 0 0,1 0 1 0 0,-1 0-1 0 0,1 0 1 0 0,-1 0-1 0 0,0 0 1 0 0,0 1-1 0 0,0-1 1 0 0,0 0-1 0 0,-1 0 1 0 0,1 1-1 0 0,-1-1 1 0 0,1 3-1 0 0,-1-1 5 0 0,0 1-1 0 0,0-1 0 0 0,0 0 1 0 0,-1 1-1 0 0,0-1 1 0 0,0 0-1 0 0,0 0 1 0 0,-1 1-1 0 0,1-1 1 0 0,-3 5-1 0 0,-3 3 9 0 0,-1 0-1 0 0,0 0 1 0 0,0 0 0 0 0,-1-1-1 0 0,-18 17 1 0 0,-89 71 278 0 0,115-98-269 0 0,1-1-23 0 0,-1 0 0 0 0,1 1-1 0 0,0-1 1 0 0,0 0 0 0 0,-1 0-1 0 0,1 0 1 0 0,0 0 0 0 0,0 0 0 0 0,0 0-1 0 0,0 0 1 0 0,-1 1 0 0 0,1-1-1 0 0,0 0 1 0 0,0 0 0 0 0,0 0-1 0 0,0 0 1 0 0,-1 1 0 0 0,1-1 0 0 0,0 0-1 0 0,0 0 1 0 0,0 0 0 0 0,0 1-1 0 0,0-1 1 0 0,0 0 0 0 0,0 0 0 0 0,0 1-1 0 0,0-1 1 0 0,0 0 0 0 0,0 0-1 0 0,0 0 1 0 0,0 1 0 0 0,0-1-1 0 0,0 0 1 0 0,0 0 0 0 0,0 1 0 0 0,15 1 8 0 0,-4-2-12 0 0,0 1 1 0 0,-1 0-1 0 0,1 1 1 0 0,0 0-1 0 0,-1 1 0 0 0,1 0 1 0 0,-1 1-1 0 0,0 0 0 0 0,0 0 1 0 0,17 12-1 0 0,-20-11 59 0 0,1 1 0 0 0,-2 0 0 0 0,1 1 0 0 0,-1-1 0 0 0,0 1 0 0 0,0 1 0 0 0,-1-1 0 0 0,0 1 0 0 0,0 0 1 0 0,-1 0-1 0 0,0 0 0 0 0,0 1 0 0 0,4 16 0 0 0,-6-18 146 0 0,-1-1 0 0 0,-1 1 1 0 0,1 0-1 0 0,-1 0 0 0 0,0-1 0 0 0,0 1 1 0 0,-1 0-1 0 0,0-1 0 0 0,0 1 1 0 0,-1-1-1 0 0,0 1 0 0 0,0-1 1 0 0,0 1-1 0 0,-1-1 0 0 0,0 0 0 0 0,0 0 1 0 0,0 0-1 0 0,-1-1 0 0 0,-8 10 1 0 0,3-5 47 0 0,0-1 1 0 0,-1 0-1 0 0,0-1 0 0 0,0 0 1 0 0,-1-1-1 0 0,0 0 1 0 0,0-1-1 0 0,-1 0 1 0 0,1-1-1 0 0,-1 0 1 0 0,-1-1-1 0 0,1 0 1 0 0,-15 2-1 0 0,16-4-312 0 0,0 0-1 0 0,-1-1 1 0 0,1-1-1 0 0,-1 0 1 0 0,1 0 0 0 0,-19-4-1 0 0,22 3-410 0 0,0-1 0 0 0,0-1 0 0 0,0 0 0 0 0,0 0 0 0 0,0 0 0 0 0,1-1 0 0 0,-1 0 0 0 0,1 0 0 0 0,-10-9 0 0 0,-6-10-3852 0 0,11 5-2842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7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2952 0 0,'10'-27'11985'0'0,"-3"6"-8236"0"0,-3 14-4894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7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2472 0 0,'-4'16'3858'0'0,"-6"26"8041"0"0,2-18-6725 0 0,5-11-4733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8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2120 0 0,'-17'1'16454'0'0,"6"2"-13950"0"0,8-2-3066 0 0,1 0 0 0 0,0 1 0 0 0,0-1 0 0 0,0 1 0 0 0,0 0 0 0 0,1-1 0 0 0,-1 1 0 0 0,0 0-1 0 0,1 0 1 0 0,-1 0 0 0 0,1 0 0 0 0,-1 1 0 0 0,0 1 0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8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1080 0 0,'-31'37'16871'0'0,"24"-27"-14443"0"0,5-4-3568 0 0,20-14-2901 0 0,-4 0-1866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9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1332 0 0,'4'-14'8152'0'0,"10"-22"2047"0"0,-14 61-14093 0 0,-7 6-2762 0 0,2-13-73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9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1584 0 0,'-6'15'6652'0'0,"-3"10"3747"0"0,2-10-6095 0 0,5-9-4101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7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60 908 0 0,'6'-4'1838'0'0,"-1"0"0"0"0,1-1-1 0 0,-1 0 1 0 0,1 0 0 0 0,-1 0 0 0 0,-1-1-1 0 0,9-11 892 0 0,-14 9 435 0 0,-7 10-3042 0 0,0 2-73 0 0,1-1 0 0 0,1 2 0 0 0,-1-1 0 0 0,1 1-1 0 0,-1 0 1 0 0,1 0 0 0 0,0 1 0 0 0,-9 11 0 0 0,0 0 5 0 0,-20 18 0 0 0,2 3 0 0 0,-42 61 1 0 0,57-73-54 0 0,2 1 1 0 0,2 1 0 0 0,0 0-1 0 0,2 1 1 0 0,-10 35 0 0 0,19-55 5 0 0,1 0 1 0 0,0 1 0 0 0,1 0-1 0 0,0-1 1 0 0,0 1-1 0 0,1 0 1 0 0,1-1 0 0 0,-1 1-1 0 0,2 0 1 0 0,-1-1-1 0 0,1 1 1 0 0,5 12-1 0 0,-5-17 12 0 0,0 0 0 0 0,0 0-1 0 0,1 0 1 0 0,0 0 0 0 0,0 0-1 0 0,0-1 1 0 0,1 0 0 0 0,0 1-1 0 0,-1-1 1 0 0,2 0 0 0 0,-1-1 0 0 0,0 1-1 0 0,1-1 1 0 0,-1 1 0 0 0,1-2-1 0 0,0 1 1 0 0,0 0 0 0 0,0-1-1 0 0,0 0 1 0 0,1 0 0 0 0,-1 0-1 0 0,9 0 1 0 0,-9-1 68 0 0,0-1 0 0 0,0 1-1 0 0,0-2 1 0 0,0 1 0 0 0,1 0 0 0 0,-1-1 0 0 0,0 0-1 0 0,0 0 1 0 0,0-1 0 0 0,0 1 0 0 0,0-1 0 0 0,-1 0-1 0 0,1 0 1 0 0,0-1 0 0 0,-1 0 0 0 0,1 1 0 0 0,-1-1-1 0 0,0-1 1 0 0,0 1 0 0 0,7-8 0 0 0,-11 10-71 0 0,1 0 1 0 0,0 0-1 0 0,-1 0 1 0 0,1 0-1 0 0,-1 0 1 0 0,1 0-1 0 0,-1 0 1 0 0,0-1-1 0 0,0 1 1 0 0,1 0-1 0 0,-1 0 1 0 0,0 0-1 0 0,0 0 1 0 0,0-1-1 0 0,0 1 1 0 0,0 0-1 0 0,0 0 1 0 0,0 0-1 0 0,-1 0 1 0 0,1-1-1 0 0,0 1 1 0 0,-1 0-1 0 0,1 0 1 0 0,0 0-1 0 0,-1 0 1 0 0,0 0-1 0 0,1 0 1 0 0,-1 0-1 0 0,0 0 1 0 0,1 0-1 0 0,-1 0 1 0 0,0 0-1 0 0,0 1 1 0 0,0-1-1 0 0,-1-1 1 0 0,-23-6-103 0 0,16 9 42 0 0,4 1 4 0 0,-7-1-247 0 0,1 2 0 0 0,0-1 0 0 0,-1 1-1 0 0,1 1 1 0 0,1 0 0 0 0,-1 0 0 0 0,1 1-1 0 0,-1 1 1 0 0,1-1 0 0 0,-14 13 0 0 0,-3 3-1318 0 0,1 2 0 0 0,-28 30 0 0 0,-8 19-4826 0 0,30-34 11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8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49 976 0 0,'28'-48'18189'0'0,"-28"48"-18127"0"0,0 0-1 0 0,0 0 1 0 0,0 0 0 0 0,0 1-1 0 0,0-1 1 0 0,0 0 0 0 0,0 0-1 0 0,0 0 1 0 0,1 1-1 0 0,-1-1 1 0 0,0 0 0 0 0,0 0-1 0 0,0 0 1 0 0,0 1 0 0 0,0-1-1 0 0,1 0 1 0 0,-1 0 0 0 0,0 0-1 0 0,0 0 1 0 0,0 0 0 0 0,0 0-1 0 0,1 0 1 0 0,-1 1-1 0 0,0-1 1 0 0,0 0 0 0 0,1 0-1 0 0,-1 0 1 0 0,0 0 0 0 0,0 0-1 0 0,0 0 1 0 0,1 0 0 0 0,-1 0-1 0 0,0 0 1 0 0,0 0-1 0 0,1 0 1 0 0,-1 0 0 0 0,0 0-1 0 0,0 0 1 0 0,0 0 0 0 0,1 0-1 0 0,-1 0 1 0 0,0-1 0 0 0,0 1-1 0 0,0 0 1 0 0,1 0-1 0 0,-1 0 1 0 0,0 0 0 0 0,0 0-1 0 0,0 0 1 0 0,0-1 0 0 0,1 1-1 0 0,-1 0 1 0 0,0 0 0 0 0,0 0-1 0 0,0 0 1 0 0,0-1-1 0 0,0 1 1 0 0,-7 77 907 0 0,4-50-743 0 0,-1 43 1 0 0,4-62-195 0 0,0-1 0 0 0,1 1 0 0 0,0 0 0 0 0,1 0 0 0 0,-1 0 0 0 0,1-1 0 0 0,1 1 0 0 0,0-1 0 0 0,7 14 0 0 0,-8-18-16 0 0,0 1 0 0 0,1-1 1 0 0,-1 0-1 0 0,1 0 0 0 0,0 0 1 0 0,0 0-1 0 0,0 0 0 0 0,0-1 1 0 0,1 0-1 0 0,-1 1 1 0 0,1-1-1 0 0,-1 0 0 0 0,8 2 1 0 0,-4-2-6 0 0,-1 0 0 0 0,1-1 0 0 0,0 1 0 0 0,-1-1 0 0 0,1-1 0 0 0,0 0 0 0 0,12 0 0 0 0,-7-2 1 0 0,0 1-1 0 0,0-2 1 0 0,0 0-1 0 0,-1 0 1 0 0,0-1-1 0 0,1 0 0 0 0,-1-1 1 0 0,-1-1-1 0 0,12-6 1 0 0,-9 2-7 0 0,-1 0 0 0 0,0 0 0 0 0,-1-1 0 0 0,0 0 0 0 0,0-1 0 0 0,-1-1-1 0 0,11-19 1 0 0,-3 1 1468 0 0,-1-1 0 0 0,13-38 0 0 0,-29 69-1158 0 0,-6 15 83 0 0,-11 27-172 0 0,3 2-1 0 0,-14 74 1 0 0,16-63-211 0 0,-59 309-4561 0 0,52-240-1245 0 0,4 0-3910 0 0,9-75 1366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9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70 152 0 0,'26'-24'6946'0'0,"-17"14"-3081"0"0,2 0 0 0 0,22-16 1043 0 0,-29 29-4014 0 0,-4-3-869 0 0,0 0 0 0 0,1 0 0 0 0,-1 0 0 0 0,0 0 0 0 0,0 0 0 0 0,1 0 0 0 0,-1 0 0 0 0,0 1 0 0 0,0-1 0 0 0,1 0 0 0 0,-1 0 0 0 0,0 0 0 0 0,0 0 0 0 0,0 0 0 0 0,1 0 0 0 0,-1 1 0 0 0,0-1 0 0 0,0 0 0 0 0,0 0 0 0 0,1 0 0 0 0,-1 0 0 0 0,0 1 0 0 0,0-1 0 0 0,0 0 0 0 0,0 0 0 0 0,0 1 0 0 0,0-1 0 0 0,1 0 0 0 0,-1 0 0 0 0,0 1 0 0 0,0-1 0 0 0,0 0 0 0 0,0 0 0 0 0,0 1 0 0 0,0-1 0 0 0,0 0 0 0 0,0 1 0 0 0,-1 15 528 0 0,-1 1 0 0 0,0-1 0 0 0,-1 0 0 0 0,-9 30 1 0 0,-30 65 127 0 0,24-68-454 0 0,-43 100 314 0 0,4-10-3815 0 0,25-43-8791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40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7 155 1340 0 0,'-1'-27'7758'0'0,"-5"-38"0"0"0,6 16-1948 0 0,11 69-4923 0 0,3 10-522 0 0,1 0-1 0 0,33 47 0 0 0,-43-70-333 0 0,0 0 1 0 0,0-1-1 0 0,0 0 1 0 0,1 0-1 0 0,0 0 1 0 0,0-1-1 0 0,1 0 0 0 0,0 0 1 0 0,-1 0-1 0 0,2-1 1 0 0,-1 0-1 0 0,0-1 1 0 0,1 1-1 0 0,0-2 0 0 0,-1 1 1 0 0,14 2-1 0 0,-16-5-26 0 0,-1 0-1 0 0,1 0 1 0 0,-1 0-1 0 0,1-1 1 0 0,-1 0-1 0 0,0 0 1 0 0,1 0-1 0 0,-1 0 1 0 0,0-1-1 0 0,0 1 1 0 0,0-1-1 0 0,0 0 1 0 0,0 0-1 0 0,0-1 1 0 0,0 1-1 0 0,-1-1 1 0 0,1 0-1 0 0,-1 0 1 0 0,0 0-1 0 0,0 0 1 0 0,0-1-1 0 0,0 1 1 0 0,3-7-1 0 0,1-1 1 0 0,0 0 0 0 0,-1 0-1 0 0,-1-1 1 0 0,0 0 0 0 0,0 0 0 0 0,5-22 0 0 0,17-65 2268 0 0,-35 147-1295 0 0,-12 106 1038 0 0,18-128-2217 0 0,1 0 0 0 0,1 1 0 0 0,8 47 0 0 0,-7-70-308 0 0,0 0 1 0 0,0 0 0 0 0,1 0-1 0 0,-1 0 1 0 0,1 0-1 0 0,0-1 1 0 0,0 1 0 0 0,1 0-1 0 0,-1-1 1 0 0,1 0 0 0 0,5 6-1 0 0,5 2-5214 0 0,-9-8 4292 0 0,0-1 0 0 0,-1 0 1 0 0,6 2-1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40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21 117 892 0 0,'-14'-28'20562'0'0,"13"28"-20459"0"0,1-1 0 0 0,-1 1 1 0 0,0-1-1 0 0,1 0 0 0 0,-1 1 0 0 0,1-1 1 0 0,0 0-1 0 0,-1 1 0 0 0,1-1 0 0 0,-1 0 0 0 0,1 0 1 0 0,0 1-1 0 0,0-1 0 0 0,0 0 0 0 0,-1 0 0 0 0,1 0 1 0 0,0 1-1 0 0,0-1 0 0 0,0 0 0 0 0,0 0 1 0 0,0 0-1 0 0,0 0 0 0 0,0 1 0 0 0,1-1 0 0 0,-1 0 1 0 0,0 0-1 0 0,0 0 0 0 0,1 1 0 0 0,-1-1 1 0 0,0 0-1 0 0,1 0 0 0 0,-1 1 0 0 0,1-1 0 0 0,-1 0 1 0 0,1 1-1 0 0,-1-1 0 0 0,1 1 0 0 0,-1-1 1 0 0,1 0-1 0 0,0 1 0 0 0,-1-1 0 0 0,1 1 0 0 0,0 0 1 0 0,-1-1-1 0 0,1 1 0 0 0,0-1 0 0 0,0 1 1 0 0,1 0-1 0 0,6-4 1336 0 0,1 2 1 0 0,0-1-1 0 0,16-2 1 0 0,-12 3-943 0 0,41-8-3719 0 0,-24 5-2436 0 0,1-2 1 0 0,34-11-1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40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58 1788 0 0,'-9'-57'29793'0'0,"11"63"-28607"0"0,3 13-1186 0 0,-1 0 0 0 0,-1 1 0 0 0,0-1 0 0 0,-2 1 0 0 0,-2 37 0 0 0,1-26 0 0 0,-3 45 0 0 0,-3 0 0 0 0,-20 98 0 0 0,16-132-1091 0 0,5-21-971 0 0,-4 38 1 0 0,12-38-3545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41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97 116 1456 0 0,'-8'-54'19937'0'0,"-5"61"-18325"0"0,10-4-1401 0 0,0 0 0 0 0,0 0-1 0 0,0 1 1 0 0,1-1-1 0 0,-1 1 1 0 0,1 0 0 0 0,0-1-1 0 0,0 1 1 0 0,0 0-1 0 0,1 0 1 0 0,-2 6 0 0 0,-2 4 171 0 0,-5 9 92 0 0,2-1-1 0 0,-9 44 0 0 0,15-55-380 0 0,0 0 0 0 0,0 1 0 0 0,2-1 0 0 0,-1 0 0 0 0,2 1 0 0 0,-1-1 0 0 0,1 0-1 0 0,4 14 1 0 0,-4-21-57 0 0,0-1 0 0 0,0 0-1 0 0,0 1 1 0 0,0-1 0 0 0,1 0-1 0 0,0 0 1 0 0,-1 0 0 0 0,1 0-1 0 0,1 0 1 0 0,-1 0 0 0 0,0 0-1 0 0,1-1 1 0 0,-1 1 0 0 0,1-1-1 0 0,0 1 1 0 0,-1-1 0 0 0,1 0 0 0 0,4 1-1 0 0,-3-1-3 0 0,1 0 0 0 0,-1-1 0 0 0,1 0-1 0 0,-1 0 1 0 0,1 0 0 0 0,0 0 0 0 0,0-1-1 0 0,-1 0 1 0 0,1 0 0 0 0,0 0 0 0 0,0 0-1 0 0,4-2 1 0 0,3 0 7 0 0,0-1 0 0 0,0-1 0 0 0,-1 0 0 0 0,0-1 0 0 0,0 0 0 0 0,0 0 0 0 0,0-1 0 0 0,-1-1 0 0 0,15-12 0 0 0,-15 10-17 0 0,-1 0 0 0 0,0 0 0 0 0,-1-1 0 0 0,-1 0-1 0 0,1 0 1 0 0,-1-1 0 0 0,-1 0 0 0 0,0 0 0 0 0,-1-1 0 0 0,6-15 0 0 0,-9 21-26 0 0,0 0 0 0 0,-1-1 0 0 0,0 1 0 0 0,0 0 0 0 0,0 0 0 0 0,-1 0 0 0 0,1-1 0 0 0,-1 1 0 0 0,-1 0-1 0 0,0 0 1 0 0,1-1 0 0 0,-2 1 0 0 0,1 0 0 0 0,-1 0 0 0 0,0 0 0 0 0,0 0 0 0 0,-1 0 0 0 0,1 1 0 0 0,-1-1 0 0 0,-1 1 0 0 0,1 0 0 0 0,-7-8 0 0 0,2 5-172 0 0,0 0-1 0 0,-1 1 1 0 0,0 0 0 0 0,0 0-1 0 0,-1 1 1 0 0,0 0 0 0 0,0 1-1 0 0,0 0 1 0 0,-1 1 0 0 0,0 0-1 0 0,-18-5 1 0 0,13 6-1264 0 0,1 0 0 0 0,0 1 1 0 0,-17 0-1 0 0,16 2-2905 0 0,0 1 1 0 0,-28 5-1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42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61 2520 0 0,'-21'-13'7724'0'0,"21"13"-7575"0"0,-1 0 1 0 0,1 0-1 0 0,0 0 0 0 0,-1 0 0 0 0,1-1 0 0 0,-1 1 1 0 0,1 0-1 0 0,-1 0 0 0 0,1-1 0 0 0,-1 1 299 0 0,1-1-299 0 0,-1 1 0 0 0,1-1 0 0 0,0 1 1 0 0,0 0-1 0 0,-1-1 0 0 0,1 1 0 0 0,0-1 0 0 0,0 1 0 0 0,0 0 1 0 0,0-1-1 0 0,-1 1 0 0 0,1-1 0 0 0,0 1 0 0 0,0-1 1 0 0,0 1-1 0 0,0-1 0 0 0,0 1 0 0 0,0-1 0 0 0,15-2 3343 0 0,-5 2-3926 0 0,359-30 3483 0 0,-362 30-3037 0 0,-3 1-12 0 0,0 0 0 0 0,0 0 1 0 0,0 0-1 0 0,0 0 1 0 0,0 1-1 0 0,0-1 0 0 0,0 1 1 0 0,0 0-1 0 0,0 0 1 0 0,-1 1-1 0 0,1-1 0 0 0,0 1 1 0 0,-1 0-1 0 0,5 3 1 0 0,-5-3 3 0 0,-1 2 0 0 0,1-1 0 0 0,-1 0 0 0 0,0 0 0 0 0,0 1 1 0 0,0-1-1 0 0,-1 1 0 0 0,1 0 0 0 0,-1-1 0 0 0,0 1 0 0 0,1 4 1 0 0,3 10 171 0 0,-2 1 1 0 0,0 0-1 0 0,-1 0 1 0 0,0 0-1 0 0,-3 34 1 0 0,-17 99 982 0 0,13-117-902 0 0,-84 523 2205 0 0,-7 47-378 0 0,3 213-378 0 0,80 6-383 0 0,47-6-90 0 0,-39-457-942 0 0,3-342-291 0 0,0-9 0 0 0,1 1 0 0 0,0-1 0 0 0,1 17 0 0 0,0-14 0 0 0,-1-3 0 0 0,1 1 0 0 0,-1 0 0 0 0,0-1 0 0 0,1 0 0 0 0,-1-1 0 0 0,0 0 0 0 0,1 2 0 0 0,1-1 0 0 0,0 1 0 0 0,1-1 0 0 0,-1 1 0 0 0,-1 1 0 0 0,1 0 0 0 0,0 1 0 0 0,-1-1 0 0 0,-1 0 0 0 0,0 1 0 0 0,-2 0 0 0 0,1-9 0 0 0,1 0 0 0 0,-1-1 0 0 0,0 1 0 0 0,0 0 0 0 0,0-1 0 0 0,-1 1 0 0 0,1-1 0 0 0,-1 1 0 0 0,0-1 0 0 0,0 0 0 0 0,0 0 0 0 0,0-1 0 0 0,0 1 0 0 0,-1-1 0 0 0,1 1 0 0 0,-1-1 0 0 0,-7 3 0 0 0,-2 2 0 0 0,-20 10 7 0 0,0-1 0 0 0,-1-1 0 0 0,-54 14 0 0 0,-111 19-147 0 0,64-19-4307 0 0,48-13-7283 0 0,45-7-2344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48 1516 0 0,'58'-41'25921'0'0,"-56"37"-24992"0"0,-3 4-905 0 0,0 0-1 0 0,0-1 1 0 0,0 1-1 0 0,0 0 1 0 0,0-1 0 0 0,0 1-1 0 0,0 0 1 0 0,0 0-1 0 0,0 0 1 0 0,0 0-1 0 0,0 0 1 0 0,-1 0 0 0 0,1 0-1 0 0,0 0 1 0 0,0 0-1 0 0,0 1 1 0 0,0-1 0 0 0,0 0-1 0 0,0 1 1 0 0,0-1-1 0 0,0 1 1 0 0,-1 0 0 0 0,-28 17 87 0 0,23-13-85 0 0,-5 4-55 0 0,0 1 0 0 0,0 0 0 0 0,1 1 0 0 0,1 0 0 0 0,0 1 0 0 0,0 0-1 0 0,-14 24 1 0 0,8-7 45 0 0,1 0-1 0 0,-18 51 0 0 0,12-15-3 0 0,3 0 0 0 0,-14 106 0 0 0,1 139-106 0 0,30-301 90 0 0,-34 800-53 0 0,37 4 190 0 0,-2-754-93 0 0,-104 1716 1691 0 0,81-1592-1350 0 0,-18 154-152 0 0,23 1-89 0 0,24-199-6 0 0,-4-122-87 0 0,1 1-1 0 0,0-1 1 0 0,1 0 0 0 0,1-1 0 0 0,13 31-1 0 0,-16-43-26 0 0,0 0-1 0 0,1-1 1 0 0,-1 1 0 0 0,0-1-1 0 0,1 1 1 0 0,0-1 0 0 0,0 0-1 0 0,0 0 1 0 0,0 0-1 0 0,0 0 1 0 0,1-1 0 0 0,-1 0-1 0 0,1 1 1 0 0,7 2 0 0 0,-6-3-18 0 0,1 0 0 0 0,0-1 1 0 0,-1 0-1 0 0,1 0 1 0 0,0 0-1 0 0,0 0 1 0 0,0-1-1 0 0,0 0 1 0 0,9-2-1 0 0,8-2-199 0 0,0-1 1 0 0,0-2-1 0 0,-1 0 1 0 0,29-14-1 0 0,-30 12-160 0 0,260-125-5907 0 0,-109 24-5886 0 0,-126 77 2181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29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28 1840 0 0,'-3'-28'12821'0'0,"3"39"-8306"0"0,1 98-1698 0 0,-18 185-3080 0 0,13-197-3576 0 0,1 1-4384 0 0,1-64 959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0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32 1588 0 0,'1'-27'14484'0'0,"-7"38"-14943"0"0,-7 21 1200 0 0,2 1 0 0 0,1 0 0 0 0,-9 54-1 0 0,13-55-508 0 0,-15 96 322 0 0,20-114-494 0 0,0-1 0 0 0,1 0 0 0 0,1 1 0 0 0,0-1-1 0 0,0 0 1 0 0,1 1 0 0 0,7 20 0 0 0,-8-30-29 0 0,1 0-1 0 0,0 0 0 0 0,0 0 1 0 0,0 0-1 0 0,0 0 0 0 0,0 0 1 0 0,1-1-1 0 0,0 1 0 0 0,-1-1 1 0 0,1 0-1 0 0,1 0 1 0 0,-1 0-1 0 0,0 0 0 0 0,1 0 1 0 0,-1-1-1 0 0,1 0 0 0 0,7 4 1 0 0,-6-4 13 0 0,0-1 1 0 0,1 1 0 0 0,0-1-1 0 0,-1 0 1 0 0,1-1 0 0 0,0 1-1 0 0,-1-1 1 0 0,1 0-1 0 0,0 0 1 0 0,0-1 0 0 0,-1 0-1 0 0,8-1 1 0 0,-3-1 27 0 0,1 0 0 0 0,-1-1 1 0 0,0 0-1 0 0,-1-1 0 0 0,1 0 0 0 0,-1 0 1 0 0,1-1-1 0 0,-2 0 0 0 0,1-1 0 0 0,-1 0 0 0 0,0 0 1 0 0,0-1-1 0 0,-1 0 0 0 0,7-9 0 0 0,-5 2 2 0 0,-1 0 0 0 0,0 0-1 0 0,-1 0 1 0 0,-1-1-1 0 0,-1 0 1 0 0,0-1 0 0 0,-1 1-1 0 0,-1-1 1 0 0,0 0-1 0 0,-1 1 1 0 0,-1-1-1 0 0,-2-33 1 0 0,0 39-55 0 0,0 1 0 0 0,-1 0 0 0 0,0 0 0 0 0,0-1 0 0 0,-1 1 0 0 0,-1 1 0 0 0,1-1 0 0 0,-2 0 0 0 0,1 1 0 0 0,-1 0 0 0 0,-1 0 0 0 0,0 0 0 0 0,0 1 0 0 0,0 0 0 0 0,-1 0 0 0 0,0 1 0 0 0,-1 0 0 0 0,0 0 0 0 0,0 0 0 0 0,0 1 0 0 0,-1 0 0 0 0,-13-6 0 0 0,17 9-149 0 0,-2 1-1 0 0,1 0 1 0 0,0 0-1 0 0,0 0 1 0 0,-1 1-1 0 0,1-1 1 0 0,-1 2-1 0 0,1-1 1 0 0,-1 1-1 0 0,1 0 1 0 0,-1 0-1 0 0,1 0 0 0 0,-1 1 1 0 0,1 0-1 0 0,-1 1 1 0 0,1-1-1 0 0,0 1 1 0 0,0 1-1 0 0,0-1 1 0 0,0 1-1 0 0,-7 4 1 0 0,3 0-913 0 0,0 0 0 0 0,0 1 0 0 0,0 0 0 0 0,1 0 1 0 0,0 1-1 0 0,0 1 0 0 0,1 0 0 0 0,1 0 0 0 0,0 0 1 0 0,-7 13-1 0 0,-1 3-5656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3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155 360 3180 0 0,'-3'0'4616'0'0,"1"0"-4189"0"0,-1-1 0 0 0,0 1 0 0 0,0 1 0 0 0,0-1 1 0 0,1 0-1 0 0,-1 1 0 0 0,0-1 0 0 0,0 1 0 0 0,1 0 0 0 0,-1 0 0 0 0,0 0 0 0 0,1 0 0 0 0,-1 1 1 0 0,-2 1-1 0 0,1 0-130 0 0,0 0 0 0 0,0 1 1 0 0,0 0-1 0 0,0-1 0 0 0,1 1 1 0 0,0 0-1 0 0,-4 6 0 0 0,-2 7-70 0 0,0 1 0 0 0,1 0-1 0 0,-7 23 1 0 0,11-30 191 0 0,-3 11-199 0 0,1-1 0 0 0,0 1 0 0 0,2 0 0 0 0,-2 23 0 0 0,5-38-86 0 0,1 1 1 0 0,-1-1-1 0 0,2 1 1 0 0,-1 0-1 0 0,1-1 1 0 0,0 1-1 0 0,0-1 0 0 0,1 1 1 0 0,0-1-1 0 0,1 0 1 0 0,-1 1-1 0 0,1-1 1 0 0,1 0-1 0 0,-1-1 1 0 0,7 10-1 0 0,-6-13-15 0 0,0 1 1 0 0,0-1-1 0 0,0 0 0 0 0,0 0 1 0 0,1 0-1 0 0,-1 0 0 0 0,1-1 1 0 0,0 0-1 0 0,-1 0 0 0 0,1 0 1 0 0,0 0-1 0 0,0-1 0 0 0,0 0 1 0 0,1 0-1 0 0,-1 0 0 0 0,0-1 1 0 0,0 0-1 0 0,0 0 0 0 0,1 0 1 0 0,-1-1-1 0 0,0 1 0 0 0,8-3 1 0 0,3-1 108 0 0,1 0 1 0 0,-2-1 0 0 0,1-1-1 0 0,-1 0 1 0 0,27-16 0 0 0,-27 13-104 0 0,-2-1 1 0 0,1 0-1 0 0,-1-1 1 0 0,-1 0-1 0 0,0-1 1 0 0,-1-1 0 0 0,0 0-1 0 0,-1 0 1 0 0,0-1-1 0 0,-1 0 1 0 0,-1 0-1 0 0,0-1 1 0 0,-1-1-1 0 0,0 1 1 0 0,-2-1 0 0 0,7-29-1 0 0,-7 26-96 0 0,-2-1 0 0 0,-1-1 0 0 0,0 1 0 0 0,-2 0 0 0 0,0 0 0 0 0,-1-1 0 0 0,-1 1 1 0 0,-1 0-1 0 0,-1 0 0 0 0,-1 1 0 0 0,0-1 0 0 0,-2 1 0 0 0,-13-30 0 0 0,14 38-2 0 0,-1-1 0 0 0,0 1 0 0 0,-1 1-1 0 0,0-1 1 0 0,0 1 0 0 0,-1 1 0 0 0,-1 0 0 0 0,1 0 0 0 0,-2 1 0 0 0,1 0 0 0 0,-21-12 0 0 0,9 8-1766 0 0,-37-13 0 0 0,-28-5-11299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4:47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21 1028 0 0,'6'-10'13527'0'0,"-7"9"-13191"0"0,-9-5-70 0 0,5 5-262 0 0,0 0 0 0 0,-1 0 0 0 0,1 1-1 0 0,0-1 1 0 0,-1 1 0 0 0,1 0 0 0 0,0 0 0 0 0,0 1-1 0 0,-1 0 1 0 0,1 0 0 0 0,0 0 0 0 0,0 0-1 0 0,0 1 1 0 0,0 0 0 0 0,0 0 0 0 0,0 0 0 0 0,-7 6-1 0 0,4-3-12 0 0,0 0-1 0 0,1 0 0 0 0,0 0 0 0 0,0 1 1 0 0,0 1-1 0 0,1-1 0 0 0,0 1 1 0 0,0 0-1 0 0,-9 14 0 0 0,6-1 2 0 0,0-1-1 0 0,2 1 1 0 0,0 1-1 0 0,1-1 1 0 0,-5 33-1 0 0,-4 108-271 0 0,15-132-810 0 0,4 44 1 0 0,6-6-4270 0 0,-3-34 504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5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1128 0 0,'0'0'4353'0'0,"14"26"-944"0"0,48 57-903 0 0,-61-82-2384 0 0,16 28 518 0 0,5 23 1046 0 0,15 42-231 0 0,-25-56-1214 0 0,-5-11-131 0 0,64 372 772 0 0,-46-222-863 0 0,3 27 20 0 0,-12 189 981 0 0,-16-359-929 0 0,-5 157 264 0 0,3-162-415 0 0,-3 37-81 0 0,-2 23 2063 0 0,7-87-1915 0 0,-4 38 19 0 0,-38 330 163 0 0,30-238-142 0 0,-12 184 41 0 0,9 157-20 0 0,14-430-43 0 0,-4 396 91 0 0,0 27-48 0 0,1-61 5 0 0,5-357-74 0 0,13 258 27 0 0,-8-247 20 0 0,-4-25-25 0 0,-2-32-25 0 0,0 11 5 0 0,3 50 4 0 0,-4 157 53 0 0,3 231-6 0 0,12 529 57 0 0,-14 415-23 0 0,17-967-57 0 0,-3-158 13 0 0,18 234-39 0 0,7 53-15 0 0,1 20 34 0 0,-6-131-9 0 0,5 59 40 0 0,-24-99-57 0 0,-27 275-1 0 0,3-290-48 0 0,6-186 14 0 0,-5 234 9 0 0,-14 544-152 0 0,11-380 67 0 0,-7-153 114 0 0,1-84 3 0 0,5-98-53 0 0,-3 158-47 0 0,9-158 122 0 0,2 113-115 0 0,15 90 19 0 0,-10-455 72 0 0,26 307-37 0 0,-22-282 19 0 0,2 8 235 0 0,-6-48-156 0 0,8 22 2123 0 0,-7-25-2735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6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17 496 0 0,'-2'-17'19954'0'0,"-4"33"-19450"0"0,1-1 0 0 0,1 1 0 0 0,0 0 0 0 0,1 0 0 0 0,-2 22 0 0 0,-2 15-225 0 0,-6 60-465 0 0,10-74-3857 0 0,-1 1-5947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6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79 1444 0 0,'-3'-17'5220'0'0,"0"0"0"0"0,0-17 0 0 0,3 33-5094 0 0,0 1 1 0 0,0-1 0 0 0,0 1 0 0 0,1-1 0 0 0,-1 1-1 0 0,0-1 1 0 0,0 1 0 0 0,1-1 0 0 0,-1 1-1 0 0,0-1 1 0 0,1 1 0 0 0,-1-1 0 0 0,0 1 0 0 0,1 0-1 0 0,-1-1 1 0 0,1 1 0 0 0,-1 0 0 0 0,1 0 0 0 0,-1-1-1 0 0,1 1 1 0 0,-1 0 0 0 0,1 0 0 0 0,-1-1 0 0 0,1 1-1 0 0,-1 0 1 0 0,1 0 0 0 0,-1 0 0 0 0,1 0 0 0 0,-1 0-1 0 0,1 0 1 0 0,-1 0 0 0 0,1 0 0 0 0,-1 0 0 0 0,2 0-1 0 0,19 3 1882 0 0,-13 1-1540 0 0,1 0 0 0 0,-1 0 0 0 0,0 1 1 0 0,-1 0-1 0 0,1 1 0 0 0,-1-1 0 0 0,0 1 0 0 0,9 11 0 0 0,4 6 289 0 0,22 31 0 0 0,5 15-393 0 0,-3 3 0 0 0,-4 1 0 0 0,-2 2-1 0 0,-4 2 1 0 0,-3 1 0 0 0,37 148 0 0 0,-61-192-329 0 0,-2 1 1 0 0,-1 0 0 0 0,-2 0-1 0 0,-1 0 1 0 0,-2 1-1 0 0,-1-1 1 0 0,-2 0-1 0 0,-1 0 1 0 0,-20 66-1 0 0,15-74-623 0 0,0 1 0 0 0,-2-2-1 0 0,0 0 1 0 0,-2-1 0 0 0,-21 30-1 0 0,21-37-722 0 0,0 0-1 0 0,-1-1 1 0 0,-1-1-1 0 0,-1 0 0 0 0,0-2 1 0 0,-1 0-1 0 0,-22 14 1 0 0,9-12-4854 0 0,3-5-3422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56 2048 0 0,'2'-42'11730'0'0,"-2"30"-9064"0"0,0 11-2187 0 0,0 19 1617 0 0,-7 72 361 0 0,-16 274-1127 0 0,26-298-3113 0 0,0-21-1667 0 0,-4-2-5646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7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3 198 1976 0 0,'-2'-10'1615'0'0,"2"0"0"0"0,-1-1 0 0 0,2 1 1 0 0,-1 0-1 0 0,4-17 0 0 0,-3 23-1472 0 0,0 0 0 0 0,1 0-1 0 0,-1 0 1 0 0,1 0 0 0 0,0 0 0 0 0,0 0 0 0 0,1 1 0 0 0,-1-1 0 0 0,1 1 0 0 0,0-1 0 0 0,-1 1 0 0 0,1 0 0 0 0,1 0 0 0 0,-1 0 0 0 0,0 1 0 0 0,5-3 0 0 0,6-4-75 0 0,1 1 1 0 0,-1 1 0 0 0,2 0 0 0 0,-1 1-1 0 0,1 1 1 0 0,-1 0 0 0 0,22-2 0 0 0,15 2-2409 0 0,-3 9-3388 0 0,-35-1 1553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7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0 1704 0 0,'-37'27'3617'0'0,"20"-15"-1777"0"0,1 0 0 0 0,1 0 0 0 0,-24 25-1 0 0,39-37-1827 0 0,0 0 0 0 0,0 0-1 0 0,0 0 1 0 0,0 1-1 0 0,-1-1 1 0 0,1 0-1 0 0,0 0 1 0 0,0 0-1 0 0,0 0 1 0 0,0 0-1 0 0,0 0 1 0 0,0 0-1 0 0,0 1 1 0 0,0-1-1 0 0,0 0 1 0 0,0 0-1 0 0,0 0 1 0 0,0 0-1 0 0,0 0 1 0 0,0 0-1 0 0,0 1 1 0 0,0-1 0 0 0,0 0-1 0 0,0 0 1 0 0,0 0-1 0 0,0 0 1 0 0,0 0-1 0 0,0 0 1 0 0,0 1-1 0 0,0-1 1 0 0,1 0-1 0 0,-1 0 1 0 0,0 0-1 0 0,0 0 1 0 0,0 0-1 0 0,0 0 1 0 0,0 0-1 0 0,0 0 1 0 0,0 0-1 0 0,0 0 1 0 0,0 1 0 0 0,1-1-1 0 0,-1 0 1 0 0,0 0-1 0 0,0 0 1 0 0,0 0-1 0 0,0 0 1 0 0,0 0-1 0 0,0 0 1 0 0,11 2 266 0 0,6-1-146 0 0,20-2-303 0 0,61-10 0 0 0,35-15-4998 0 0,-108 21 3415 0 0,19-5-2244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7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26 2412 0 0,'-8'6'1550'0'0,"-1"0"0"0"0,1 1 1 0 0,0 0-1 0 0,-6 9 0 0 0,8-9-795 0 0,0 0 0 0 0,1 1 0 0 0,0-1 0 0 0,-7 16 0 0 0,9-16-588 0 0,0-1 1 0 0,1 2 0 0 0,0-1 0 0 0,0 0-1 0 0,0 0 1 0 0,1 1 0 0 0,0-1 0 0 0,1 0 0 0 0,0 1-1 0 0,0-1 1 0 0,0 1 0 0 0,1-1 0 0 0,0 0-1 0 0,4 15 1 0 0,-4-19-114 0 0,1 0-1 0 0,-1 0 1 0 0,0 1-1 0 0,1-1 1 0 0,-1 0-1 0 0,1 0 1 0 0,0 0-1 0 0,0-1 1 0 0,0 1-1 0 0,1 0 1 0 0,-1-1-1 0 0,1 1 0 0 0,-1-1 1 0 0,1 0-1 0 0,0 0 1 0 0,0 0-1 0 0,4 2 1 0 0,-2-2 3 0 0,-1 0 0 0 0,1-1 1 0 0,0 0-1 0 0,0 0 0 0 0,-1 0 0 0 0,1 0 0 0 0,0-1 1 0 0,0 0-1 0 0,0 0 0 0 0,0 0 0 0 0,7-1 1 0 0,-5-1 0 0 0,1 1 0 0 0,-1-1 1 0 0,1 0-1 0 0,-1-1 0 0 0,0 0 0 0 0,1 0 1 0 0,-1 0-1 0 0,-1-1 0 0 0,1 0 1 0 0,-1-1-1 0 0,1 1 0 0 0,-1-1 1 0 0,-1 0-1 0 0,1-1 0 0 0,6-8 0 0 0,-7 7-49 0 0,-1 0-1 0 0,-1 0 0 0 0,1 0 0 0 0,-1-1 0 0 0,-1 1 0 0 0,1-1 1 0 0,-2 0-1 0 0,1 0 0 0 0,-1 0 0 0 0,0 1 0 0 0,0-1 0 0 0,-1-1 1 0 0,0 1-1 0 0,0 0 0 0 0,-1 0 0 0 0,0 1 0 0 0,-3-12 0 0 0,2 14-2 0 0,1 1 0 0 0,-1-1 0 0 0,1 1 0 0 0,-1-1 0 0 0,-1 1 0 0 0,1 0 0 0 0,-1-1 0 0 0,1 1 0 0 0,-1 1 0 0 0,0-1 0 0 0,-1 0-1 0 0,1 1 1 0 0,-1-1 0 0 0,1 1 0 0 0,-1 0 0 0 0,0 0 0 0 0,0 1 0 0 0,0-1 0 0 0,-1 1 0 0 0,1 0 0 0 0,-1 0 0 0 0,1 0 0 0 0,-1 1 0 0 0,0-1-1 0 0,1 1 1 0 0,-1 0 0 0 0,0 1 0 0 0,0-1 0 0 0,-7 1 0 0 0,3 1 11 0 0,0 0-1 0 0,0 0 1 0 0,0 1 0 0 0,0 0 0 0 0,0 0-1 0 0,1 1 1 0 0,-1 1 0 0 0,-15 8-1 0 0,19-10-205 0 0,1 0-1 0 0,0 0 1 0 0,0 1-1 0 0,0 0 1 0 0,0 0-1 0 0,1 0 1 0 0,-1 0-1 0 0,1 1 1 0 0,0-1-1 0 0,0 1 1 0 0,0 0-1 0 0,0-1 1 0 0,1 2-1 0 0,0-1 1 0 0,-1 0-1 0 0,1 0 1 0 0,1 1-1 0 0,-3 6 1 0 0,4-10-73 0 0,0 0 1 0 0,0 1-1 0 0,0-1 1 0 0,1 0-1 0 0,-1 1 1 0 0,0-1-1 0 0,1 0 1 0 0,-1 0-1 0 0,0 1 1 0 0,1-1-1 0 0,0 0 1 0 0,-1 0-1 0 0,1 0 1 0 0,0 1-1 0 0,-1-1 1 0 0,1 0-1 0 0,0 0 1 0 0,0 0-1 0 0,0 0 1 0 0,0 0-1 0 0,0-1 1 0 0,0 1-1 0 0,0 0 1 0 0,0 0 0 0 0,1-1-1 0 0,-1 1 1 0 0,0-1-1 0 0,0 1 1 0 0,1-1-1 0 0,-1 1 1 0 0,0-1-1 0 0,0 0 1 0 0,1 1-1 0 0,0-1 1 0 0,12 2-4094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8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1556 0 0,'48'-34'11545'0'0,"-46"33"-10941"0"0,1 1-31 0 0,-1-1-470 0 0,0 1-1 0 0,0 1 1 0 0,0-1 0 0 0,1 0-1 0 0,-1 0 1 0 0,0 1-1 0 0,0 0 1 0 0,0-1 0 0 0,0 1-1 0 0,0 0 1 0 0,0 0 0 0 0,0 0-1 0 0,0 0 1 0 0,0 0-1 0 0,3 3 1 0 0,-1 0 133 0 0,1 0-1 0 0,-1 0 1 0 0,0 1-1 0 0,0 0 1 0 0,5 7 0 0 0,0 3 159 0 0,-1 0 1 0 0,-1 0-1 0 0,8 23 1 0 0,-8-18-26 0 0,-2 1 1 0 0,0 0 0 0 0,-1 0 0 0 0,1 26-1 0 0,-4-32 1186 0 0,-1 0 0 0 0,-1 0-1 0 0,-4 27 1 0 0,0-31-295 0 0,-2-15 684 0 0,6 1-1623 0 0,0 1-1 0 0,0-1 0 0 0,0 1 0 0 0,0 0 0 0 0,1-1 0 0 0,-1 0 0 0 0,0-4 0 0 0,2-11-733 0 0,1 1 0 0 0,0 0 1 0 0,1 0-1 0 0,1 0 0 0 0,1 0 0 0 0,0 0 1 0 0,2 1-1 0 0,11-23 0 0 0,-2 9-836 0 0,1 1 0 0 0,2 0-1 0 0,30-34 1 0 0,-20 29-3973 0 0,-8 13-1842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0 169 816 0 0,'1'-6'733'0'0,"-1"0"0"0"0,1 0 0 0 0,-1 0 0 0 0,2 0-1 0 0,-1 0 1 0 0,1 1 0 0 0,0-1 0 0 0,0 0 0 0 0,5-9 0 0 0,-4 10-474 0 0,0 1 1 0 0,0-1-1 0 0,1 1 0 0 0,-1-1 1 0 0,1 1-1 0 0,0 0 0 0 0,0 0 1 0 0,1 1-1 0 0,7-6 1 0 0,-8 6-233 0 0,1 1 0 0 0,0 0 0 0 0,-1 0 0 0 0,1 0 0 0 0,0 1 0 0 0,0-1 1 0 0,0 1-1 0 0,0 0 0 0 0,0 1 0 0 0,0-1 0 0 0,0 1 0 0 0,0 0 0 0 0,0 0 1 0 0,0 0-1 0 0,0 1 0 0 0,0 0 0 0 0,0 0 0 0 0,0 0 0 0 0,0 1 0 0 0,0-1 1 0 0,-1 1-1 0 0,1 0 0 0 0,-1 1 0 0 0,8 4 0 0 0,-5-2-17 0 0,-1-1 0 0 0,0 1 0 0 0,-1 0 0 0 0,1 1 0 0 0,-1-1 0 0 0,0 1 0 0 0,0 0 0 0 0,-1 1 0 0 0,0-1 0 0 0,0 1 0 0 0,0-1 0 0 0,-1 1 1 0 0,0 0-1 0 0,-1 1 0 0 0,4 12 0 0 0,-2 4 478 0 0,-1 0 0 0 0,-1 0-1 0 0,-1 38 1 0 0,-1-37 1898 0 0,-1-27-2318 0 0,1 0-1 0 0,-1 0 0 0 0,1-1 0 0 0,0 1 0 0 0,0 0 0 0 0,0 0 0 0 0,0-1 0 0 0,0 1 0 0 0,0 0 0 0 0,0 0 1 0 0,2-4-1 0 0,-2 5-40 0 0,5-23 0 0 0,1 0 1 0 0,2 0-1 0 0,0 0 0 0 0,1 1 1 0 0,2 1-1 0 0,0-1 0 0 0,1 2 0 0 0,1 0 1 0 0,17-21-1 0 0,-27 38-36 0 0,0 0 1 0 0,0 1-1 0 0,0-1 0 0 0,0 1 1 0 0,0 0-1 0 0,0 0 0 0 0,1 0 1 0 0,0 0-1 0 0,0 1 0 0 0,-1-1 1 0 0,1 1-1 0 0,1 0 0 0 0,-1 0 1 0 0,0 1-1 0 0,0-1 0 0 0,1 1 1 0 0,-1 0-1 0 0,6-1 0 0 0,-8 2 7 0 0,0 1 0 0 0,0-1 1 0 0,0 1-1 0 0,0-1 0 0 0,0 1 0 0 0,0 0 0 0 0,0-1 0 0 0,0 1 0 0 0,0 0 1 0 0,-1 0-1 0 0,1 1 0 0 0,0-1 0 0 0,0 0 0 0 0,-1 0 0 0 0,1 1 0 0 0,-1-1 1 0 0,1 1-1 0 0,-1 0 0 0 0,2 1 0 0 0,19 37 48 0 0,-18-31-58 0 0,17 39-1525 0 0,2 5-5747 0 0,-15-38 1656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73 260 0 0,'8'-32'14498'0'0,"-10"42"-13835"0"0,-4 14-476 0 0,2 0-1 0 0,-2 36 1 0 0,5-52-156 0 0,1 0 0 0 0,0 0 0 0 0,1 0 0 0 0,0-1 0 0 0,0 1 0 0 0,1 0 0 0 0,0 0 0 0 0,0-1-1 0 0,1 1 1 0 0,-1-1 0 0 0,7 11 0 0 0,-8-16-11 0 0,1 1 0 0 0,0-1 1 0 0,0 1-1 0 0,0-1 0 0 0,0 0 0 0 0,1 0 0 0 0,-1 1 0 0 0,1-2 0 0 0,-1 1 0 0 0,1 0 1 0 0,0 0-1 0 0,-1-1 0 0 0,1 0 0 0 0,0 1 0 0 0,0-1 0 0 0,0 0 0 0 0,4 1 1 0 0,-2-2 1 0 0,0 1 1 0 0,0-1 0 0 0,0 0 0 0 0,0-1 0 0 0,0 1-1 0 0,0-1 1 0 0,0 0 0 0 0,0 0 0 0 0,0 0 0 0 0,5-2 0 0 0,2-3 13 0 0,0 1 1 0 0,0-1 0 0 0,-1-1 0 0 0,1 0-1 0 0,-1-1 1 0 0,-1 0 0 0 0,14-13 0 0 0,-14 10 133 0 0,-1 1 1 0 0,0-2 0 0 0,0 1-1 0 0,13-26 1 0 0,-19 32-23 0 0,0 0-1 0 0,-1-1 1 0 0,0 1-1 0 0,0-1 1 0 0,0 0-1 0 0,-1 1 1 0 0,1-1-1 0 0,-2 0 1 0 0,1 0-1 0 0,0 0 1 0 0,-1 0-1 0 0,0 0 1 0 0,-1 0-1 0 0,-1-10 1 0 0,2 14-117 0 0,-1 0 0 0 0,0 0 0 0 0,0 0 0 0 0,0 0 0 0 0,0 0 1 0 0,0 0-1 0 0,0 0 0 0 0,0 0 0 0 0,-1 0 0 0 0,1 0 0 0 0,-1 0 0 0 0,1 1 0 0 0,-1-1 1 0 0,0 1-1 0 0,0-1 0 0 0,0 1 0 0 0,-3-3 0 0 0,1 3-4 0 0,0-1-1 0 0,0 1 1 0 0,0 0-1 0 0,0 0 1 0 0,0 0-1 0 0,0 0 1 0 0,0 1-1 0 0,0 0 1 0 0,-5 0 0 0 0,-5 1-4 0 0,1 0 1 0 0,0 2 0 0 0,0-1-1 0 0,0 2 1 0 0,-15 5 0 0 0,14-4-139 0 0,0 2 0 0 0,0 0 1 0 0,-20 12-1 0 0,29-16-192 0 0,1 1-1 0 0,-1-1 1 0 0,1 1 0 0 0,-1 0 0 0 0,1 0-1 0 0,0 0 1 0 0,1 0 0 0 0,-1 1 0 0 0,1 0 0 0 0,0-1-1 0 0,0 1 1 0 0,-4 10 0 0 0,6-13-2 0 0,1 0 0 0 0,0-1 0 0 0,0 1 0 0 0,0 0 0 0 0,0 0 0 0 0,0 0 0 0 0,0 0 0 0 0,0-1 0 0 0,0 1 0 0 0,1 0 0 0 0,-1 0 0 0 0,1 0 1 0 0,0-1-1 0 0,-1 1 0 0 0,1 0 0 0 0,0-1 0 0 0,0 1 0 0 0,0-1 0 0 0,0 1 0 0 0,0-1 0 0 0,0 1 0 0 0,0-1 0 0 0,1 0 0 0 0,-1 1 0 0 0,1-1 0 0 0,-1 0 0 0 0,1 0 0 0 0,2 2 0 0 0,13 4-5168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09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67 1012 0 0,'1'-2'394'0'0,"0"1"1"0"0,-1-1-1 0 0,1 0 0 0 0,-1 1 1 0 0,1-1-1 0 0,-1 0 0 0 0,0 1 0 0 0,1-1 1 0 0,-1 0-1 0 0,0 1 0 0 0,0-1 1 0 0,0 0-1 0 0,0 1 0 0 0,-1-1 0 0 0,1 0 1 0 0,0 1-1 0 0,-1-1 0 0 0,1 0 1 0 0,-1 1-1 0 0,1-1 0 0 0,-2-2 0 0 0,0 2-102 0 0,0 0-1 0 0,1 1 1 0 0,-1-1 0 0 0,0 0-1 0 0,0 1 1 0 0,0-1-1 0 0,0 1 1 0 0,0 0-1 0 0,0-1 1 0 0,0 1-1 0 0,-1 0 1 0 0,1 0-1 0 0,-3 0 1 0 0,-3-1-43 0 0,0 0 0 0 0,0 0 0 0 0,0 1 0 0 0,0 1 1 0 0,0-1-1 0 0,0 1 0 0 0,0 1 0 0 0,-10 1 0 0 0,9 0-164 0 0,0 0 0 0 0,1 1 1 0 0,-1 0-1 0 0,1 0 0 0 0,0 1 0 0 0,-1 0 0 0 0,2 0 1 0 0,-1 1-1 0 0,0 0 0 0 0,-10 10 0 0 0,16-13-70 0 0,-1 0 0 0 0,1 1-1 0 0,-1-1 1 0 0,1 1 0 0 0,0 0-1 0 0,0 0 1 0 0,0 0 0 0 0,1 0-1 0 0,-1 0 1 0 0,1 0 0 0 0,0 0 0 0 0,-1 1-1 0 0,1-1 1 0 0,1 0 0 0 0,-1 1-1 0 0,0-1 1 0 0,1 1 0 0 0,0-1-1 0 0,0 1 1 0 0,0-1 0 0 0,0 0 0 0 0,0 1-1 0 0,1-1 1 0 0,-1 1 0 0 0,1-1-1 0 0,0 0 1 0 0,0 1 0 0 0,1-1-1 0 0,-1 0 1 0 0,2 4 0 0 0,3 2 0 0 0,-1 0-1 0 0,1-1 1 0 0,1 0 0 0 0,-1 0-1 0 0,2 0 1 0 0,10 8-1 0 0,53 38 33 0 0,-16-14-24 0 0,-38-27 51 0 0,-13-11 26 0 0,-1 0 0 0 0,1 1 0 0 0,-1-1 0 0 0,0 1 1 0 0,1-1-1 0 0,-1 1 0 0 0,-1 0 0 0 0,1 0 0 0 0,0 1 0 0 0,-1-1 0 0 0,1 1 1 0 0,-1-1-1 0 0,0 1 0 0 0,-1 0 0 0 0,3 3 0 0 0,-4-5 20 0 0,0 0-1 0 0,0 0 1 0 0,0-1 0 0 0,-1 1-1 0 0,1 0 1 0 0,0 0 0 0 0,-1-1-1 0 0,1 1 1 0 0,-1 0 0 0 0,0-1-1 0 0,1 1 1 0 0,-1 0 0 0 0,0-1-1 0 0,0 1 1 0 0,0-1 0 0 0,0 1-1 0 0,0-1 1 0 0,-1 0 0 0 0,1 1-1 0 0,0-1 1 0 0,0 0 0 0 0,-1 0-1 0 0,-1 1 1 0 0,-35 21 1251 0 0,37-23-1360 0 0,-26 12 156 0 0,-1-1 1 0 0,-1-2-1 0 0,1-1 0 0 0,-2-1 0 0 0,1-2 0 0 0,-1 0 0 0 0,-57-1 0 0 0,86-3-422 0 0,0-1 0 0 0,0 0-1 0 0,1 0 1 0 0,-1 0 0 0 0,0 0 0 0 0,0 0 0 0 0,0 0 0 0 0,1 0 0 0 0,-1 0 0 0 0,0-1 0 0 0,0 1 0 0 0,1 0 0 0 0,-1 0 0 0 0,0-1 0 0 0,0 1 0 0 0,1 0 0 0 0,-1-1 0 0 0,0 1 0 0 0,1 0 0 0 0,-1-1-1 0 0,0 0 1 0 0,1 0 121 0 0,0 1 0 0 0,0-1 0 0 0,0 1 0 0 0,0-1-1 0 0,0 1 1 0 0,0-1 0 0 0,0 1 0 0 0,1-1-1 0 0,-1 1 1 0 0,0-1 0 0 0,0 1 0 0 0,1-1-1 0 0,-1 1 1 0 0,0-1 0 0 0,1 1 0 0 0,-1 0 0 0 0,0-1-1 0 0,1 1 1 0 0,-1-1 0 0 0,1 1 0 0 0,0-1-1 0 0,27-16-6609 0 0,-9 7-385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0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73 321 1792 0 0,'11'-16'7467'0'0,"-8"10"-4978"0"0,0 0 0 0 0,6-16 3977 0 0,-12 24-6114 0 0,-1 1-280 0 0,0 1-1 0 0,0 0 0 0 0,0-1 0 0 0,1 2 1 0 0,-1-1-1 0 0,1 0 0 0 0,0 1 1 0 0,0-1-1 0 0,1 1 0 0 0,-1 0 1 0 0,-2 7-1 0 0,-20 63 198 0 0,23-67-239 0 0,-1 2 7 0 0,0-1 1 0 0,1 1-1 0 0,1 0 0 0 0,0 0 1 0 0,0 0-1 0 0,1 0 0 0 0,0-1 1 0 0,1 1-1 0 0,1 12 0 0 0,-1-18-18 0 0,0-1-1 0 0,0 1 0 0 0,0-1 1 0 0,1 1-1 0 0,-1-1 0 0 0,1 0 1 0 0,-1 1-1 0 0,1-1 0 0 0,0 0 1 0 0,1 0-1 0 0,-1 0 0 0 0,0-1 1 0 0,1 1-1 0 0,-1 0 0 0 0,1-1 1 0 0,0 0-1 0 0,0 1 0 0 0,0-1 1 0 0,0 0-1 0 0,0-1 0 0 0,1 1 1 0 0,-1-1-1 0 0,1 1 0 0 0,-1-1 1 0 0,1 0-1 0 0,-1 0 0 0 0,6 0 1 0 0,0 0-5 0 0,0-1-1 0 0,0 1 1 0 0,0-2 0 0 0,0 0 0 0 0,-1 0 0 0 0,1 0 0 0 0,0-1-1 0 0,0-1 1 0 0,-1 1 0 0 0,1-1 0 0 0,-1-1 0 0 0,0 0-1 0 0,0 0 1 0 0,0 0 0 0 0,0-1 0 0 0,-1 0 0 0 0,0-1 0 0 0,0 1-1 0 0,0-2 1 0 0,-1 1 0 0 0,8-10 0 0 0,-7 8-19 0 0,0-1-1 0 0,-1 0 1 0 0,1 0-1 0 0,-2 0 1 0 0,0-1 0 0 0,0 0-1 0 0,-1 0 1 0 0,0 0 0 0 0,0 0-1 0 0,-1-1 1 0 0,-1 1-1 0 0,0-1 1 0 0,0 0 0 0 0,-1 0-1 0 0,0 0 1 0 0,-1 1 0 0 0,-2-16-1 0 0,2 21-4 0 0,-1 0 0 0 0,0 0 0 0 0,-1 0 0 0 0,1 0 0 0 0,-1 0 0 0 0,0 1 0 0 0,0-1 0 0 0,-1 1 0 0 0,1-1 0 0 0,-1 1 0 0 0,0 0 0 0 0,0 0-1 0 0,-1 0 1 0 0,1 0 0 0 0,-1 1 0 0 0,1 0 0 0 0,-1-1 0 0 0,0 1 0 0 0,-1 0 0 0 0,1 1 0 0 0,0-1 0 0 0,-1 1 0 0 0,1 0 0 0 0,-1 0 0 0 0,0 0 0 0 0,-9-1 0 0 0,6 1 9 0 0,0 1 0 0 0,1 1 0 0 0,-1-1-1 0 0,0 1 1 0 0,0 1 0 0 0,0-1 0 0 0,0 1 0 0 0,1 1 0 0 0,-1-1 0 0 0,0 1 0 0 0,1 1 0 0 0,0-1 0 0 0,-1 1-1 0 0,1 1 1 0 0,0-1 0 0 0,-11 8 0 0 0,8-3 11 0 0,0 1 1 0 0,1 0-1 0 0,0 0 1 0 0,0 1-1 0 0,1 0 0 0 0,0 0 1 0 0,1 1-1 0 0,0 0 0 0 0,-5 12 1 0 0,8-16-17 0 0,2 0 0 0 0,-1 0 0 0 0,1 1 0 0 0,0-1 0 0 0,0 1 0 0 0,1-1 0 0 0,-1 11 0 0 0,2-14-17 0 0,0 1 0 0 0,0 0-1 0 0,0-1 1 0 0,1 1 0 0 0,0-1 0 0 0,0 1 0 0 0,0-1 0 0 0,1 1-1 0 0,-1-1 1 0 0,1 0 0 0 0,0 0 0 0 0,5 8 0 0 0,-3-8-40 0 0,0 1 0 0 0,1-1 0 0 0,-1 0 0 0 0,1-1 1 0 0,0 1-1 0 0,0-1 0 0 0,0 0 0 0 0,0 0 0 0 0,0 0 1 0 0,1-1-1 0 0,-1 0 0 0 0,1 0 0 0 0,0 0 0 0 0,-1-1 0 0 0,1 1 1 0 0,6-1-1 0 0,11 2-488 0 0,0-2 0 0 0,41-1 1 0 0,-28-3-243 0 0,0-1 0 0 0,0-2 0 0 0,0-1 1 0 0,-1-2-1 0 0,0-1 0 0 0,0-2 0 0 0,-1-1 1 0 0,-1-2-1 0 0,50-30 0 0 0,-63 32 517 0 0,0-1 1 0 0,-1-1-1 0 0,-1-1 0 0 0,0 0 0 0 0,-1-2 0 0 0,-1 0 1 0 0,-1 0-1 0 0,17-28 0 0 0,-21 29 720 0 0,-2-2 0 0 0,0 1 1 0 0,-1-1-1 0 0,-1 0 0 0 0,0 0 0 0 0,4-29 0 0 0,-9 33 1035 0 0,0-1-1 0 0,-2-22 1 0 0,0 24-774 0 0,0 15-691 0 0,0-1-1 0 0,-1 0 1 0 0,1 0 0 0 0,0 1 0 0 0,0-1-1 0 0,0 0 1 0 0,-1 0 0 0 0,1 0 0 0 0,0 1-1 0 0,0-1 1 0 0,-1 0 0 0 0,1 0-1 0 0,0 0 1 0 0,0 0 0 0 0,-1 0 0 0 0,1 1-1 0 0,0-1 1 0 0,-1 0 0 0 0,1 0 0 0 0,0 0-1 0 0,-1 0 1 0 0,1 0 0 0 0,0 0-1 0 0,0 0 1 0 0,-1 0 0 0 0,1 0 0 0 0,0 0-1 0 0,-1 0 1 0 0,1 0 0 0 0,0-1 0 0 0,-1 1-1 0 0,1 0 1 0 0,0 0 0 0 0,0 0-1 0 0,-1 0 1 0 0,1 0 0 0 0,0 0 0 0 0,0-1-1 0 0,-1 1 1 0 0,1 0 0 0 0,0 0 0 0 0,0-1-1 0 0,-1 1 1 0 0,1 0 0 0 0,0 0-1 0 0,0 0 1 0 0,0-1 0 0 0,0 1 0 0 0,0 0-1 0 0,-1-1 1 0 0,1 1 0 0 0,0 0 0 0 0,0 0-1 0 0,0-1 1 0 0,0 1 0 0 0,0 0-1 0 0,0-1 1 0 0,0 1 0 0 0,0 0 0 0 0,0-1-1 0 0,0 1 1 0 0,0-1 0 0 0,-14 20 156 0 0,3 4-64 0 0,1 1 0 0 0,1 0 0 0 0,1 0-1 0 0,2 1 1 0 0,-5 28 0 0 0,3 2 49 0 0,0 73 1 0 0,7-105-150 0 0,1 1 0 0 0,2 0 1 0 0,0 0-1 0 0,1-1 0 0 0,12 44 0 0 0,-12-58-40 0 0,1 0-1 0 0,0 0 0 0 0,0 0 0 0 0,0-1 1 0 0,1 0-1 0 0,0 0 0 0 0,1 0 1 0 0,0 0-1 0 0,0-1 0 0 0,1 0 0 0 0,0 0 1 0 0,0-1-1 0 0,0 0 0 0 0,1 0 1 0 0,0-1-1 0 0,0 0 0 0 0,13 6 0 0 0,-10-6-337 0 0,0-1 0 0 0,0 0 0 0 0,1-1 0 0 0,-1 0 0 0 0,1-1 0 0 0,0 0 0 0 0,0-1 0 0 0,0 0 0 0 0,0-1 0 0 0,0 0 0 0 0,0-1-1 0 0,0 0 1 0 0,0-1 0 0 0,0 0 0 0 0,-1-1 0 0 0,1 0 0 0 0,17-8 0 0 0,-17 5 51 0 0,0 0 1 0 0,0-1-1 0 0,-1 0 1 0 0,0-1-1 0 0,0 0 1 0 0,15-16-1 0 0,-16 14 593 0 0,-1 0 0 0 0,0-1 1 0 0,-1-1-1 0 0,0 0 0 0 0,-1 0 0 0 0,9-20 0 0 0,-4 2 2688 0 0,8-35 0 0 0,-4 11 125 0 0,-16 52-2822 0 0,0 21 43 0 0,0 8-277 0 0,-1-8 24 0 0,1 0 1 0 0,1-1-1 0 0,0 1 1 0 0,9 34 0 0 0,-9-49-77 0 0,0 1 1 0 0,1 0-1 0 0,0-1 1 0 0,0 1-1 0 0,0-1 1 0 0,1 0-1 0 0,0 0 1 0 0,0 0-1 0 0,0 0 1 0 0,0 0-1 0 0,0-1 1 0 0,1 1-1 0 0,-1-1 1 0 0,1 0 0 0 0,0 0-1 0 0,0 0 1 0 0,0-1-1 0 0,0 1 1 0 0,1-1-1 0 0,-1 0 1 0 0,1 0-1 0 0,-1-1 1 0 0,9 3-1 0 0,-5-2-170 0 0,0-1 0 0 0,0 0-1 0 0,0 0 1 0 0,0-1 0 0 0,-1 0-1 0 0,1 0 1 0 0,0-1 0 0 0,0 0-1 0 0,0-1 1 0 0,0 1 0 0 0,-1-1-1 0 0,10-4 1 0 0,-6 1-85 0 0,0 0 0 0 0,-1-1 0 0 0,0 0 1 0 0,1-1-1 0 0,-2 0 0 0 0,1-1 0 0 0,11-11 0 0 0,-4 0 130 0 0,-1 0 0 0 0,-1-1 0 0 0,0-1-1 0 0,-2 0 1 0 0,0-1 0 0 0,-2 0 0 0 0,10-26-1 0 0,-6 9 1634 0 0,16-39 2309 0 0,-30 77-3537 0 0,0 13-99 0 0,-3 52 98 0 0,0-18-114 0 0,1-32-123 0 0,2-1 1 0 0,-1 1 0 0 0,2-1 0 0 0,0 1-1 0 0,1-1 1 0 0,0 0 0 0 0,8 21 0 0 0,-9-30-216 0 0,0 0 0 0 0,0-1-1 0 0,0 1 1 0 0,0 0 0 0 0,1-1 0 0 0,0 1 0 0 0,0-1 0 0 0,0 0 0 0 0,0 0 0 0 0,0 0 0 0 0,1 0 0 0 0,-1-1 0 0 0,1 1 0 0 0,0-1 0 0 0,0 0 0 0 0,0 0 0 0 0,0 0 0 0 0,0-1 0 0 0,0 0 0 0 0,0 1 0 0 0,0-1 0 0 0,1-1 0 0 0,-1 1 0 0 0,0 0 0 0 0,1-1 0 0 0,-1 0 0 0 0,6-1 0 0 0,-4 1-591 0 0,-1-1 1 0 0,1 0-1 0 0,0 0 1 0 0,-1-1 0 0 0,1 1-1 0 0,-1-1 1 0 0,1-1 0 0 0,-1 1-1 0 0,0-1 1 0 0,7-4-1 0 0,9-8-4574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1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29 231 2264 0 0,'0'-9'658'0'0,"3"-42"5965"0"0,-2-1-1 0 0,-7-65 0 0 0,6 115-6310 0 0,-5 19 229 0 0,-8 117 251 0 0,5-1 1 0 0,10 140 0 0 0,-1-253-1102 0 0,1-1 0 0 0,0-1 0 0 0,2 1 0 0 0,0 0 0 0 0,11 31 0 0 0,-12-43-367 0 0,1 0 0 0 0,-1 1 0 0 0,1-2 0 0 0,1 1 0 0 0,-1 0 0 0 0,12 11 0 0 0,-12-14-221 0 0,0-1-1 0 0,1 1 0 0 0,-1-1 0 0 0,1 0 1 0 0,0 0-1 0 0,0 0 0 0 0,0 0 0 0 0,0-1 0 0 0,0 0 1 0 0,11 3-1 0 0,7-1-6257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89 2336 0 0,'19'-67'16018'0'0,"-13"45"-10968"0"0,-6 25-4799 0 0,-18 100 671 0 0,11-73-801 0 0,1 1-1 0 0,-3 58 0 0 0,9-86-141 0 0,0 14-445 0 0,0-1 1 0 0,1 1-1 0 0,1-1 0 0 0,5 24 0 0 0,-6-36-94 0 0,1 1-1 0 0,0 0 0 0 0,0 0 1 0 0,0-1-1 0 0,1 0 0 0 0,-1 1 1 0 0,7 6-1 0 0,-6-8-294 0 0,0 1 0 0 0,0-1 1 0 0,1 0-1 0 0,-1-1 0 0 0,1 1 0 0 0,0-1 0 0 0,0 1 0 0 0,0-1 1 0 0,8 3-1 0 0,8 1-6296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1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9 105 760 0 0,'13'-104'20737'0'0,"-24"145"-19578"0"0,7-18-1017 0 0,1 1 0 0 0,1-1 0 0 0,1 1-1 0 0,1 0 1 0 0,1-1 0 0 0,5 25 0 0 0,-5-41-104 0 0,1 0-1 0 0,0 1 1 0 0,1-1 0 0 0,-1 0-1 0 0,1 0 1 0 0,1 0-1 0 0,-1-1 1 0 0,1 1 0 0 0,9 11-1 0 0,-9-14-8 0 0,0 0 0 0 0,0-1-1 0 0,0 0 1 0 0,0 0 0 0 0,1 0-1 0 0,-1 0 1 0 0,1 0-1 0 0,0-1 1 0 0,0 0 0 0 0,0 0-1 0 0,0 0 1 0 0,0-1 0 0 0,0 1-1 0 0,0-1 1 0 0,10 0 0 0 0,-9 0-8 0 0,0-1 1 0 0,0 0 0 0 0,0-1 0 0 0,1 1-1 0 0,-1-1 1 0 0,0 0 0 0 0,0-1 0 0 0,0 1-1 0 0,0-1 1 0 0,-1 0 0 0 0,1-1 0 0 0,0 1-1 0 0,-1-1 1 0 0,0-1 0 0 0,0 1-1 0 0,0-1 1 0 0,0 1 0 0 0,0-1 0 0 0,4-5-1 0 0,-3 2-21 0 0,0 0 0 0 0,-1-1 0 0 0,1 0 0 0 0,-2 1 0 0 0,1-1-1 0 0,-1-1 1 0 0,0 1 0 0 0,-1-1 0 0 0,0 1 0 0 0,0-1 0 0 0,-1 0-1 0 0,1-10 1 0 0,-2 11-10 0 0,0-1-1 0 0,-1 1 1 0 0,1 0 0 0 0,-2-1-1 0 0,1 1 1 0 0,-1 0-1 0 0,-1 0 1 0 0,1 0 0 0 0,-1-1-1 0 0,-1 2 1 0 0,0-1-1 0 0,0 0 1 0 0,-5-9-1 0 0,5 12 12 0 0,0 0-1 0 0,-1 1 0 0 0,0-1 0 0 0,1 1 0 0 0,-2 0 1 0 0,1 0-1 0 0,0 0 0 0 0,-1 0 0 0 0,0 1 0 0 0,0 0 0 0 0,0 0 1 0 0,0 0-1 0 0,0 0 0 0 0,0 1 0 0 0,-1 0 0 0 0,1 0 1 0 0,-1 1-1 0 0,0 0 0 0 0,1-1 0 0 0,-9 1 0 0 0,6 1-47 0 0,1 0-1 0 0,-1 0 1 0 0,1 1-1 0 0,0 0 1 0 0,-1 0 0 0 0,1 1-1 0 0,0 0 1 0 0,0 0-1 0 0,0 1 1 0 0,0 0-1 0 0,0 0 1 0 0,0 0-1 0 0,-6 6 1 0 0,8-6-342 0 0,0 0 1 0 0,1 1-1 0 0,-1-1 1 0 0,1 1-1 0 0,0 0 1 0 0,0 0-1 0 0,1 1 1 0 0,-1-1-1 0 0,1 1 1 0 0,0 0-1 0 0,0 0 0 0 0,0 0 1 0 0,1 0-1 0 0,0 0 1 0 0,0 1-1 0 0,0-1 1 0 0,-2 10-1 0 0,4-13-235 0 0,0 1 0 0 0,0-1-1 0 0,0 1 1 0 0,0 0 0 0 0,1-1-1 0 0,-1 1 1 0 0,1-1 0 0 0,-1 0 0 0 0,1 1-1 0 0,0-1 1 0 0,0 1 0 0 0,0-1-1 0 0,2 3 1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2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57 1920 0 0,'22'-56'17163'0'0,"-22"56"-17124"0"0,1 0-1 0 0,-1 1 1 0 0,0-1-1 0 0,1 0 1 0 0,-1 1 0 0 0,0-1-1 0 0,1 0 1 0 0,-1 1-1 0 0,0-1 1 0 0,0 1 0 0 0,1-1-1 0 0,-1 0 1 0 0,0 1-1 0 0,0-1 1 0 0,0 1 0 0 0,0-1-1 0 0,0 1 1 0 0,1-1-1 0 0,-1 0 1 0 0,0 1 0 0 0,0-1-1 0 0,0 1 1 0 0,0-1-1 0 0,0 1 1 0 0,-1-1 0 0 0,1 1-1 0 0,0 0 1 0 0,-2 18 381 0 0,2-15-225 0 0,-31 173 1763 0 0,10-67-1574 0 0,16-88-205 0 0,-1 11 613 0 0,6-30-343 0 0,1-5-283 0 0,16-25-6 0 0,-2 0 0 0 0,15-33 1 0 0,20-38-161 0 0,-38 77-77 0 0,1-1-31 0 0,1 0 0 0 0,1 2 0 0 0,22-25-1 0 0,-36 43 108 0 0,0 1-1 0 0,0 0 1 0 0,1-1-1 0 0,-1 1 1 0 0,0 0-1 0 0,1 0 1 0 0,-1 0 0 0 0,0 0-1 0 0,1 0 1 0 0,-1 0-1 0 0,1 1 1 0 0,0-1-1 0 0,-1 1 1 0 0,1-1-1 0 0,-1 1 1 0 0,1-1-1 0 0,0 1 1 0 0,0 0-1 0 0,-1-1 1 0 0,1 1-1 0 0,0 0 1 0 0,-1 0-1 0 0,1 1 1 0 0,0-1 0 0 0,-1 0-1 0 0,1 0 1 0 0,0 1-1 0 0,-1-1 1 0 0,1 1-1 0 0,0 0 1 0 0,-1-1-1 0 0,3 2 1 0 0,0 1 16 0 0,0 1 0 0 0,-1-1 0 0 0,1 1 0 0 0,-1 0 0 0 0,1 0 0 0 0,-1 0 1 0 0,0 0-1 0 0,-1 1 0 0 0,5 8 0 0 0,3 10 42 0 0,-2 0-1 0 0,0 1 1 0 0,-2 0 0 0 0,6 39 0 0 0,-4-18 24 0 0,-2-10 8 0 0,4 16-4449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2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86 2568 0 0,'-193'-62'20389'0'0,"170"53"-18308"0"0,-6-2-1945 0 0,12 8-4699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2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17 4088 0 0,'-167'21'20250'0'0,"225"-34"-19110"0"0,126-2-3652 0 0,-61 10-3763 0 0,-69 4 1542 0 0,15-2-4821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3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33 1976 0 0,'-32'-30'8244'0'0,"31"29"-7662"0"0,-8 0 162 0 0,8 1-715 0 0,1 0 0 0 0,-1 0 0 0 0,1 0 0 0 0,-1 0 0 0 0,1 0 0 0 0,-1 0 1 0 0,1 0-1 0 0,-1 0 0 0 0,1 0 0 0 0,-1 0 0 0 0,1 0 0 0 0,0 0 0 0 0,-1 0 0 0 0,1 1 0 0 0,-1-1 0 0 0,1 0 0 0 0,-1 0 0 0 0,1 0 0 0 0,0 1 1 0 0,-1-1-1 0 0,1 0 0 0 0,-1 1 0 0 0,1-1 0 0 0,0 0 0 0 0,-1 1 0 0 0,1-1 0 0 0,0 0 0 0 0,0 1 0 0 0,-1-1 0 0 0,1 0 0 0 0,0 1 0 0 0,0-1 0 0 0,-1 1 1 0 0,1-1-1 0 0,0 1 0 0 0,0-1 0 0 0,0 1 0 0 0,0-1 0 0 0,0 1 0 0 0,0-1 0 0 0,0 1 0 0 0,-8 20 613 0 0,1 0-1 0 0,2 1 1 0 0,0-1-1 0 0,-2 26 1 0 0,1-9-280 0 0,-34 275 654 0 0,36-180-8844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6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51 1428 0 0,'-26'-20'7393'0'0,"-4"-3"-5690"0"0,29 23-1627 0 0,1-1-128 0 0,0 1-1 0 0,0 0 1 0 0,0-1 0 0 0,0 1 0 0 0,0 0 0 0 0,0-1 0 0 0,-1 1 0 0 0,1 0 0 0 0,0-1 0 0 0,0 1 0 0 0,0 0 0 0 0,-1 0 0 0 0,1-1-1 0 0,0 1 1 0 0,0 0 0 0 0,-1 0 0 0 0,1-1 0 0 0,0 1 0 0 0,-1 0 0 0 0,1 0 0 0 0,0 0 0 0 0,0 0 0 0 0,-1-1 0 0 0,1 1 0 0 0,0 0-1 0 0,-1 0 1 0 0,1 0 0 0 0,0 0 0 0 0,-1 0 0 0 0,1 0 0 0 0,-1 0 0 0 0,1 0 0 0 0,0 0 0 0 0,-1 0 0 0 0,1 0 0 0 0,0 0 0 0 0,-1 0-1 0 0,1 0 1 0 0,0 0 0 0 0,-1 0 0 0 0,1 1 0 0 0,0-1 0 0 0,-1 0 0 0 0,1 0 0 0 0,0 0 0 0 0,0 0 0 0 0,-1 1 0 0 0,1-1 0 0 0,-1 1-1 0 0,-13 6-3825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27 155 1080 0 0,'0'0'1056'0'0,"0"-39"3412"0"0,1 33-4124 0 0,0 0 0 0 0,1 0-1 0 0,-1 1 1 0 0,2-1 0 0 0,-1 0 0 0 0,0 1 0 0 0,1-1 0 0 0,0 1-1 0 0,6-7 1 0 0,-5 7-284 0 0,0 0 0 0 0,1 0-1 0 0,0 1 1 0 0,-1 0 0 0 0,2 0-1 0 0,-1 0 1 0 0,0 1 0 0 0,1-1-1 0 0,0 1 1 0 0,-1 1 0 0 0,1-1-1 0 0,0 1 1 0 0,9-2 0 0 0,-8 3-60 0 0,1 1 1 0 0,-1 1-1 0 0,1-1 1 0 0,-1 1-1 0 0,1 0 1 0 0,-1 1-1 0 0,0-1 1 0 0,0 1-1 0 0,14 6 1 0 0,-17-6 3 0 0,1 0 1 0 0,-1 0-1 0 0,0 0 1 0 0,0 1-1 0 0,0 0 1 0 0,-1-1-1 0 0,1 1 0 0 0,0 0 1 0 0,-1 1-1 0 0,0-1 1 0 0,0 1-1 0 0,0-1 1 0 0,0 1-1 0 0,-1 0 0 0 0,1 0 1 0 0,-1 0-1 0 0,0 0 1 0 0,0 1-1 0 0,0-1 0 0 0,-1 0 1 0 0,2 7-1 0 0,-2-5 44 0 0,-1 0 0 0 0,1 0 1 0 0,-1 0-1 0 0,0-1 0 0 0,-1 1 0 0 0,1 0 0 0 0,-1 0 0 0 0,0-1 0 0 0,-1 1 0 0 0,1 0 0 0 0,-1-1 0 0 0,0 1 0 0 0,0-1 0 0 0,-1 0 1 0 0,0 0-1 0 0,-6 9 0 0 0,-1 0 133 0 0,0-1 1 0 0,-1 0-1 0 0,-1-1 1 0 0,0 0-1 0 0,-1-1 0 0 0,0 0 1 0 0,0-1-1 0 0,-1-1 1 0 0,-1 0-1 0 0,0-1 1 0 0,0 0-1 0 0,0-1 1 0 0,-25 7-1 0 0,37-13-231 0 0,0-1 0 0 0,0 1 0 0 0,0 0 0 0 0,0-1 0 0 0,0 0 0 0 0,0 0 0 0 0,0 0 0 0 0,0 0 0 0 0,0 0-1 0 0,0-1 1 0 0,0 1 0 0 0,0-1 0 0 0,0 0 0 0 0,-4-1 0 0 0,7 2-50 0 0,-1 0 0 0 0,1-1-1 0 0,-1 1 1 0 0,1 0 0 0 0,-1-1 0 0 0,1 1-1 0 0,0 0 1 0 0,-1-1 0 0 0,1 1-1 0 0,-1 0 1 0 0,1-1 0 0 0,0 1 0 0 0,-1-1-1 0 0,1 1 1 0 0,0-1 0 0 0,-1 1-1 0 0,1-1 1 0 0,0 1 0 0 0,0-1 0 0 0,-1 1-1 0 0,1-1 1 0 0,0 1 0 0 0,0-1-1 0 0,0 1 1 0 0,0-1 0 0 0,0 0 0 0 0,0 1-1 0 0,0-1 1 0 0,0 1 0 0 0,0-1 0 0 0,0 1-1 0 0,0-1 1 0 0,0 1 0 0 0,0-1-1 0 0,1 0 1 0 0,9-19-2723 0 0,-6 14 1029 0 0,0-3-1162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7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46 2284 0 0,'-3'-26'7727'0'0,"3"25"-7532"0"0,0 1 0 0 0,1-1 0 0 0,-1 0 0 0 0,0 0 0 0 0,0 1 0 0 0,0-1 0 0 0,0 0 0 0 0,0 0 0 0 0,0 1 0 0 0,0-1 0 0 0,-1 0 1 0 0,1 0-1 0 0,0 1 0 0 0,0-1 0 0 0,0 0 0 0 0,-1 1 0 0 0,1-1 0 0 0,-1 0 0 0 0,1 1 0 0 0,0-1 0 0 0,-1 0 0 0 0,1 1 0 0 0,-1-1 0 0 0,1 1 0 0 0,-1-1 0 0 0,0 0 0 0 0,0 1-95 0 0,0 0 0 0 0,0 0 0 0 0,0 1 0 0 0,0-1 0 0 0,1 0 0 0 0,-1 1-1 0 0,0-1 1 0 0,0 1 0 0 0,0-1 0 0 0,1 0 0 0 0,-1 1 0 0 0,0 0 0 0 0,1-1 0 0 0,-1 1 0 0 0,0-1-1 0 0,1 1 1 0 0,-1 0 0 0 0,0 0 0 0 0,-26 40 404 0 0,8-4-226 0 0,3 1 0 0 0,1 0 1 0 0,1 1-1 0 0,3 0 0 0 0,-11 62 0 0 0,14-43-100 0 0,2 0 0 0 0,3 0 0 0 0,5 76 1 0 0,-1-113-133 0 0,1 0 0 0 0,1 0 0 0 0,1-1 0 0 0,1 0 1 0 0,1 1-1 0 0,0-2 0 0 0,15 31 0 0 0,-17-43-24 0 0,0 0-1 0 0,0-1 1 0 0,0 1-1 0 0,1-1 1 0 0,0 0-1 0 0,0 0 1 0 0,0-1-1 0 0,1 1 1 0 0,0-1-1 0 0,0-1 1 0 0,0 1-1 0 0,1-1 1 0 0,-1 0-1 0 0,1 0 1 0 0,0-1-1 0 0,0 0 1 0 0,1 0-1 0 0,-1-1 0 0 0,0 1 1 0 0,1-2-1 0 0,0 1 1 0 0,-1-1-1 0 0,11 0 1 0 0,-2-1-220 0 0,-1-1 1 0 0,0 0-1 0 0,0-1 1 0 0,1-1-1 0 0,-1-1 1 0 0,-1 0-1 0 0,1-1 1 0 0,-1 0-1 0 0,1-1 0 0 0,-1-1 1 0 0,16-10-1 0 0,-19 10-1162 0 0,0-1 1 0 0,0 0-1 0 0,-1-1 0 0 0,0 0 0 0 0,-1-1 0 0 0,1 0 0 0 0,14-22 0 0 0,-10 9-3932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7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148 102 2792 0 0,'-2'-25'3744'0'0,"1"12"-307"0"0,0-1 0 0 0,-1 1 0 0 0,-7-24 904 0 0,-3 44-3724 0 0,8-1-521 0 0,-1 1 1 0 0,1-1-1 0 0,0 1 1 0 0,1 1 0 0 0,-1-1-1 0 0,1 0 1 0 0,-3 14-1 0 0,1-7-10 0 0,-14 44-11 0 0,2 0 0 0 0,3 2 0 0 0,2 0 0 0 0,3 0 0 0 0,2 0 0 0 0,3 1 1 0 0,3 0-1 0 0,8 68 0 0 0,-3-94-128 0 0,2 0 0 0 0,11 34-1 0 0,-13-55-300 0 0,1 0-1 0 0,0 0 0 0 0,1-1 0 0 0,1 0 0 0 0,0 0 0 0 0,1-1 0 0 0,15 19 1 0 0,-18-25-197 0 0,0-1 1 0 0,1 0-1 0 0,0 0 1 0 0,0-1-1 0 0,1 1 1 0 0,9 4-1 0 0,23 5-6016 0 0,-14-11-949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8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85 220 2520 0 0,'-4'-38'8313'0'0,"-12"-44"0"0"0,15 80-7447 0 0,-13 32 179 0 0,-2 46-85 0 0,-9 120 1 0 0,16 80-1376 0 0,10-241-287 0 0,0 14-3003 0 0,23-271 989 0 0,38-111 3292 0 0,-57 314-390 0 0,0-4 123 0 0,2 0 0 0 0,0 0 0 0 0,1 1 1 0 0,1 0-1 0 0,15-26 0 0 0,-23 46-289 0 0,0 0 0 0 0,0 0 0 0 0,0 1 0 0 0,1-1 0 0 0,-1 1 0 0 0,0-1 0 0 0,1 1 0 0 0,-1 0 0 0 0,1 0 0 0 0,0-1 0 0 0,-1 1 0 0 0,1 0 0 0 0,0 0 0 0 0,0 0 0 0 0,0 1 0 0 0,0-1 0 0 0,-1 0 0 0 0,1 1 0 0 0,0-1 0 0 0,3 1 0 0 0,-2 0 17 0 0,0 0 1 0 0,0 0-1 0 0,0 1 0 0 0,0 0 0 0 0,0-1 1 0 0,-1 1-1 0 0,1 0 0 0 0,0 0 0 0 0,0 1 0 0 0,-1-1 1 0 0,1 1-1 0 0,3 2 0 0 0,4 4 157 0 0,-1 0 0 0 0,0 1-1 0 0,-1 0 1 0 0,1 0 0 0 0,9 16 0 0 0,-3-1 97 0 0,-1 0 0 0 0,-2 1 0 0 0,0 0 0 0 0,15 47 0 0 0,18 112 211 0 0,-36-146-736 0 0,3 16-2225 0 0,-9-18-3173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8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52 2152 0 0,'-23'-9'4695'0'0,"-44"-16"8837"0"0,85 30-13222 0 0,1-2-809 0 0,1-1 1 0 0,-1-1-1 0 0,0-1 0 0 0,38-4 0 0 0,31-12-7993 0 0,-53 7 1193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8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73 1516 0 0,'-4'-16'5227'0'0,"1"-1"0"0"0,0-22-1 0 0,20 44-4511 0 0,-10 0-546 0 0,-1-1 1 0 0,1 1-1 0 0,-1 1 1 0 0,0-1-1 0 0,0 1 0 0 0,-1 0 1 0 0,1 0-1 0 0,7 14 0 0 0,-5-10 33 0 0,19 29 180 0 0,0 1 0 0 0,-3 1 0 0 0,-2 1 0 0 0,19 47 0 0 0,-28-53-324 0 0,-1 0 1 0 0,-1 1-1 0 0,-2 0 1 0 0,-2 0-1 0 0,4 62 0 0 0,-11-68-123 0 0,-1 1 0 0 0,-2-1 0 0 0,-1 1 0 0 0,-15 56-1 0 0,-3-18-3610 0 0,-5-7-4987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8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2108 0 0,'24'-20'13073'0'0,"43"-27"-1"0"0,-66 46-12522 0 0,22-7 898 0 0,3 6-2749 0 0,46 1-1 0 0,-40 3-4268 0 0,-3 3-5086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9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37 2048 0 0,'-12'10'2116'0'0,"-4"1"2031"0"0,1 1-1 0 0,-16 18 1 0 0,29-29-3531 0 0,3 0-544 0 0,-1 0 0 0 0,0-1 1 0 0,1 1-1 0 0,-1 0 0 0 0,1-1 1 0 0,-1 1-1 0 0,1-1 0 0 0,-1 1 0 0 0,1-1 1 0 0,-1 1-1 0 0,1-1 0 0 0,0 0 1 0 0,-1 1-1 0 0,1-1 0 0 0,-1 0 1 0 0,1 1-1 0 0,0-1 0 0 0,0 0 1 0 0,-1 0-1 0 0,1 0 0 0 0,0 0 1 0 0,-1 1-1 0 0,1-1 0 0 0,0 0 1 0 0,0 0-1 0 0,-1 0 0 0 0,1 0 1 0 0,0-1-1 0 0,-1 1 0 0 0,2 0 1 0 0,32-3 159 0 0,-27 2-23 0 0,339-50-1312 0 0,-117 11-7851 0 0,-145 25 1512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24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1204 0 0,'0'0'6427'0'0,"14"29"-5237"0"0,-14-28-1172 0 0,2 3 212 0 0,-1-1 0 0 0,1 0 0 0 0,0 0-1 0 0,0 0 1 0 0,0 0 0 0 0,0-1-1 0 0,1 1 1 0 0,-1-1 0 0 0,1 1-1 0 0,-1-1 1 0 0,6 4 0 0 0,-7-5 142 0 0,0-1-325 0 0,0 1-1 0 0,-1-1 0 0 0,1 1 1 0 0,-1-1-1 0 0,1 1 0 0 0,0-1 0 0 0,-1 1 1 0 0,1-1-1 0 0,0 1 0 0 0,0-1 0 0 0,-1 0 1 0 0,1 1-1 0 0,0-1 0 0 0,0 0 1 0 0,0 0-1 0 0,-1 0 0 0 0,1 0 0 0 0,0 0 1 0 0,0 1-1 0 0,0-1 0 0 0,1-1 1 0 0,23 3 801 0 0,-1-5-675 0 0,0 0 1 0 0,0-1-1 0 0,-1-1 1 0 0,26-9-1 0 0,5-1-112 0 0,367-94 405 0 0,-416 108-458 0 0,12-2-8 0 0,-12 2-2 0 0,32-10 15 0 0,-26 8-13 0 0,-9 2 14 0 0,0 1-2 0 0,6-2-27 0 0,-6 1 4 0 0,-2 1-13 0 0,0 0 0 0 0,0-1 0 0 0,0 1-1 0 0,0 0 1 0 0,1 0 0 0 0,-1 0 0 0 0,0 0 0 0 0,0-1 0 0 0,0 1 0 0 0,1 0-1 0 0,-1 0 1 0 0,0 0 0 0 0,0 0 0 0 0,1 0 0 0 0,-1 0 0 0 0,0-1-1 0 0,0 1 1 0 0,1 0 0 0 0,-1 0 0 0 0,0 0 0 0 0,0 0 0 0 0,1 0-1 0 0,-1 0 1 0 0,0 0 0 0 0,0 0 0 0 0,1 0 0 0 0,-1 0 0 0 0,0 0 0 0 0,0 0-1 0 0,1 1 1 0 0,-1-1 0 0 0,0 0 0 0 0,0 0 0 0 0,0 0 0 0 0,1 0-1 0 0,-1 0 1 0 0,0 0-45 0 0,0 0 0 0 0,0 0 1 0 0,-1 0-1 0 0,1 0 0 0 0,0 0 0 0 0,0 0 0 0 0,0 0 0 0 0,0 0 0 0 0,-1 0 0 0 0,1 0 0 0 0,0 0 0 0 0,0 0 0 0 0,0 0 0 0 0,0 1 1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24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115 107 1836 0 0,'-4'-29'4711'0'0,"3"13"-882"0"0,-1 0 1 0 0,-8-26-1 0 0,10 42-3809 0 0,0 0 0 0 0,0-1-1 0 0,0 1 1 0 0,0 0 0 0 0,0 0 0 0 0,0 0 0 0 0,0 0-1 0 0,0 0 1 0 0,0 0 0 0 0,0 0 0 0 0,0-1 0 0 0,0 1-1 0 0,0 0 1 0 0,0 0 0 0 0,0 0 0 0 0,0 0 0 0 0,0 0-1 0 0,0 0 1 0 0,0 0 0 0 0,0-1 0 0 0,0 1 0 0 0,0 0-1 0 0,0 0 1 0 0,0 0 0 0 0,-1 0 0 0 0,1 0-1 0 0,0 0 1 0 0,0 0 0 0 0,0 0 0 0 0,0 0 0 0 0,0 0-1 0 0,0-1 1 0 0,0 1 0 0 0,0 0 0 0 0,0 0 0 0 0,0 0-1 0 0,-1 0 1 0 0,1 0 0 0 0,0 0 0 0 0,0 0 0 0 0,0 0-1 0 0,0 0 1 0 0,0 0 0 0 0,0 0 0 0 0,0 0 0 0 0,-1 0-1 0 0,1 0 1 0 0,0 0 0 0 0,0 0 0 0 0,0 0 0 0 0,0 0-1 0 0,0 0 1 0 0,0 0 0 0 0,0 0 0 0 0,-1 0 0 0 0,1 0-1 0 0,0 0 1 0 0,0 0 0 0 0,0 1 0 0 0,0-1 0 0 0,0 0-1 0 0,0 0 1 0 0,-4 11 320 0 0,-2 17-195 0 0,6-28-116 0 0,-2 18 62 0 0,-74 681 688 0 0,74-353-282 0 0,4-173-5429 0 0,-4-146 1632 0 0,-2-8-1690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2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1512 0 0,'2'-29'13125'0'0,"3"107"-9670"0"0,27 222-2625 0 0,-21-208-708 0 0,8 35-12258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2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21 1244 0 0,'-19'-17'9777'0'0,"17"16"-9593"0"0,1 0-1 0 0,-1 1 1 0 0,0-1 0 0 0,1 1 0 0 0,-1 0-1 0 0,0-1 1 0 0,1 1 0 0 0,-1 0 0 0 0,0 0-1 0 0,0 0 1 0 0,1 0 0 0 0,-1 1 0 0 0,0-1-1 0 0,0 0 1 0 0,1 1 0 0 0,-1-1 0 0 0,0 1-1 0 0,1 0 1 0 0,-1-1 0 0 0,1 1 0 0 0,-1 0-1 0 0,1 0 1 0 0,-1 0 0 0 0,1 0 0 0 0,0 0-1 0 0,-3 2 1 0 0,-5 6-85 0 0,0 0 0 0 0,-14 17 1 0 0,12-13 456 0 0,-134 165 800 0 0,19-21-961 0 0,98-119-2521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3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76 332 0 0,'0'0'20799'0'0,"14"-4"-20442"0"0,5 0-239 0 0,143-38 299 0 0,-98 24-267 0 0,-62 17-140 0 0,12-5-1033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3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82 2200 0 0,'-11'-6'5832'0'0,"-24"-13"3903"0"0,34 8-9280 0 0,5 7-441 0 0,-1 1 1 0 0,1-1-1 0 0,0 1 0 0 0,0 0 0 0 0,0 0 0 0 0,0 0 0 0 0,1 1 0 0 0,-1-1 1 0 0,1 1-1 0 0,-1 0 0 0 0,1 0 0 0 0,0 1 0 0 0,0-1 0 0 0,8 0 0 0 0,0-1-26 0 0,0 2-1 0 0,0-1 0 0 0,0 1 0 0 0,19 2 0 0 0,-26 0 7 0 0,1-1 0 0 0,-1 2-1 0 0,0-1 1 0 0,1 1 0 0 0,-1 0 0 0 0,0 0-1 0 0,0 0 1 0 0,0 1 0 0 0,0 0 0 0 0,-1 0-1 0 0,9 7 1 0 0,-11-8 9 0 0,-1 0 0 0 0,0 0 0 0 0,0 1 0 0 0,0-1 0 0 0,0 1 0 0 0,0-1 0 0 0,0 1 0 0 0,-1-1 0 0 0,1 1 0 0 0,-1 0 0 0 0,0 0 0 0 0,0 0 0 0 0,0 0 0 0 0,0 0 0 0 0,0 0 0 0 0,-1 0 0 0 0,1 0 0 0 0,-1 0 0 0 0,0 0 1 0 0,0 0-1 0 0,0 1 0 0 0,-1-1 0 0 0,1 0 0 0 0,-1 0 0 0 0,0 4 0 0 0,-5 9 20 0 0,1-1 1 0 0,-2 0 0 0 0,0 0-1 0 0,-1-1 1 0 0,0 0-1 0 0,-17 22 1 0 0,-3 5 517 0 0,27-40-96 0 0,-1 1-130 0 0,2-2-295 0 0,0 0-1 0 0,0 0 0 0 0,0 0 1 0 0,0 0-1 0 0,0 0 0 0 0,0 0 0 0 0,0 0 1 0 0,0 0-1 0 0,-1 0 0 0 0,1 0 1 0 0,0 0-1 0 0,0 0 0 0 0,0 0 1 0 0,0 1-1 0 0,0-1 0 0 0,0 0 0 0 0,0 0 1 0 0,0 0-1 0 0,0 0 0 0 0,0 0 1 0 0,0 0-1 0 0,0 0 0 0 0,-1 0 1 0 0,1 0-1 0 0,0 0 0 0 0,0 1 1 0 0,0-1-1 0 0,0 0 0 0 0,0 0 0 0 0,0 0 1 0 0,0 0-1 0 0,0 0 0 0 0,0 0 1 0 0,0 0-1 0 0,0 0 0 0 0,0 0 1 0 0,0 1-1 0 0,0-1 0 0 0,0 0 1 0 0,0 0-1 0 0,0 0 0 0 0,0 0 0 0 0,0 0 1 0 0,0 0-1 0 0,0 0 0 0 0,1 0 1 0 0,-1 1-1 0 0,0-1 0 0 0,0 0 1 0 0,0 0-1 0 0,0 0 0 0 0,0 0 1 0 0,0 0-1 0 0,0 0 0 0 0,0 0 0 0 0,0 0 1 0 0,0 0-1 0 0,0 0 0 0 0,0 0 1 0 0,1 0-1 0 0,-1 0 0 0 0,0 0 1 0 0,0 1-1 0 0,11-4-15 0 0,-5 2-10 0 0,-1 0 1 0 0,1 0-1 0 0,-1 0 0 0 0,1 0 1 0 0,0 1-1 0 0,-1 0 0 0 0,11 2 1 0 0,-5-1-8 0 0,-1 1 1 0 0,0 0 0 0 0,0 1-1 0 0,-1 0 1 0 0,1 0 0 0 0,-1 1-1 0 0,1 0 1 0 0,-1 1 0 0 0,0 0-1 0 0,-1 0 1 0 0,1 1 0 0 0,-1 0-1 0 0,0 1 1 0 0,10 10 0 0 0,-12-11 52 0 0,0 1-1 0 0,0 0 1 0 0,-1 0 0 0 0,0 0 0 0 0,-1 1 0 0 0,1 0 0 0 0,-1 0 0 0 0,-1 0-1 0 0,0 0 1 0 0,0 0 0 0 0,0 1 0 0 0,-1-1 0 0 0,0 1 0 0 0,-1 0 0 0 0,0 0-1 0 0,0 17 1 0 0,-2-17 241 0 0,0 0 0 0 0,0 0 0 0 0,-1 0 0 0 0,0 0-1 0 0,0 0 1 0 0,-1-1 0 0 0,0 1 0 0 0,-8 13 0 0 0,8-17-83 0 0,0 0 0 0 0,-1-1 0 0 0,1 0 0 0 0,-1 0 0 0 0,0 0-1 0 0,0 0 1 0 0,0-1 0 0 0,0 1 0 0 0,-1-1 0 0 0,1 0 0 0 0,-1 0 0 0 0,0-1 0 0 0,0 1 0 0 0,0-1 0 0 0,0 0 0 0 0,-9 2 0 0 0,4-2-76 0 0,-1 0 0 0 0,1-1 1 0 0,-1 0-1 0 0,0-1 0 0 0,0 0 0 0 0,0 0 1 0 0,-20-5-1 0 0,28 5-137 0 0,-18-12-1150 0 0,20 12 1008 0 0,1-1 0 0 0,0 0 0 0 0,-1 1-1 0 0,1-1 1 0 0,0 0 0 0 0,-1 1-1 0 0,1-1 1 0 0,0 0 0 0 0,0 0 0 0 0,-1 0-1 0 0,1 1 1 0 0,0-1 0 0 0,0 0-1 0 0,0 0 1 0 0,0 0 0 0 0,0 1 0 0 0,0-1-1 0 0,0 0 1 0 0,1 0 0 0 0,-1 1-1 0 0,0-1 1 0 0,0 0 0 0 0,1 0 0 0 0,-1 1-1 0 0,0-1 1 0 0,1 0 0 0 0,-1 0-1 0 0,1 0 1 0 0,12-17-2724 0 0,-2 8-305 0 0,0 0-1 0 0,24-16 0 0 0,-29 22 1704 0 0,16-12-4846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4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57 1956 0 0,'-3'0'3953'0'0,"-36"-2"12611"0"0,56-3-17894 0 0,37-7 1156 0 0,46-10-1199 0 0,-29 9-9718 0 0,-55 11 4990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8 1012 0 0,'-13'8'2301'0'0,"1"0"-1"0"0,-15 14 1 0 0,-10 7 2803 0 0,37-29-4993 0 0,-1 0 0 0 0,0 0 0 0 0,1 1 0 0 0,-1-1 1 0 0,1 0-1 0 0,-1 1 0 0 0,1-1 0 0 0,-1 0 0 0 0,1 1 0 0 0,-1-1 0 0 0,1 0 1 0 0,-1 1-1 0 0,1-1 0 0 0,-1 1 0 0 0,1-1 0 0 0,0 1 0 0 0,-1-1 0 0 0,1 1 1 0 0,0 0-1 0 0,-1-1 0 0 0,1 1 0 0 0,0-1 0 0 0,0 1 0 0 0,0 0 0 0 0,0-1 1 0 0,-1 1-1 0 0,1-1 0 0 0,0 1 0 0 0,0 0 0 0 0,0-1 0 0 0,0 1 0 0 0,0 0 1 0 0,1-1-1 0 0,-1 1 0 0 0,0-1 0 0 0,0 1 0 0 0,0 0 0 0 0,0-1 0 0 0,2 3 485 0 0,14-2 144 0 0,-2-1-535 0 0,0-1-1 0 0,0 0 0 0 0,-1-1 0 0 0,25-6 1 0 0,-26 5-125 0 0,128-33-2952 0 0,-50 2-6154 0 0,-62 21 3538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79 2408 0 0,'2'-12'6227'0'0,"-1"7"-4013"0"0,0-1-1 0 0,0 0 1 0 0,-1 1-1 0 0,0-11 1 0 0,0 5 2548 0 0,-8-7 140 0 0,5 20-4892 0 0,1 0 1 0 0,-1 0-1 0 0,0 0 1 0 0,1 0-1 0 0,-1 0 1 0 0,1 1 0 0 0,0-1-1 0 0,0 0 1 0 0,0 1-1 0 0,-2 3 1 0 0,-21 36 42 0 0,18-28-38 0 0,-10 16 45 0 0,1 1 0 0 0,-18 52 0 0 0,30-71-43 0 0,1 0 0 0 0,-1 0 1 0 0,2 1-1 0 0,0-1 0 0 0,0 1 0 0 0,1-1 0 0 0,1 1 0 0 0,0-1 0 0 0,1 1 0 0 0,3 20 0 0 0,-3-30-4 0 0,0 0 0 0 0,0 0 0 0 0,0 0 0 0 0,1 1 0 0 0,-1-1 0 0 0,1 0 0 0 0,-1-1 0 0 0,1 1 0 0 0,0 0 0 0 0,0 0-1 0 0,0-1 1 0 0,1 1 0 0 0,-1-1 0 0 0,1 0 0 0 0,-1 0 0 0 0,1 0 0 0 0,3 2 0 0 0,-1-1 3 0 0,0-1-1 0 0,0 0 0 0 0,0-1 0 0 0,0 1 1 0 0,0-1-1 0 0,0 0 0 0 0,0 0 0 0 0,0-1 1 0 0,1 1-1 0 0,5-2 0 0 0,3 0 27 0 0,-1 0 0 0 0,1-2-1 0 0,-1 1 1 0 0,1-2 0 0 0,-1 0 0 0 0,0 0-1 0 0,21-11 1 0 0,-26 10-25 0 0,0-1-1 0 0,0 0 1 0 0,0 0 0 0 0,0 0 0 0 0,-1-1-1 0 0,0 0 1 0 0,0 0 0 0 0,-1-1-1 0 0,0 0 1 0 0,-1 0 0 0 0,1-1-1 0 0,-2 1 1 0 0,1-1 0 0 0,-1 0-1 0 0,0 0 1 0 0,-1-1 0 0 0,0 1-1 0 0,2-14 1 0 0,-4 16-36 0 0,0 0 0 0 0,0 1 0 0 0,0-1 0 0 0,-1 0 0 0 0,0 0 0 0 0,-1 0 0 0 0,1 0 0 0 0,-1 0 0 0 0,-1 1 0 0 0,1-1 0 0 0,-1 0 0 0 0,0 1 0 0 0,-1-1 0 0 0,1 1 0 0 0,-1 0 0 0 0,-1 0 0 0 0,1 0 0 0 0,-1 0 1 0 0,0 1-1 0 0,0-1 0 0 0,-1 1 0 0 0,1 0 0 0 0,-1 0 0 0 0,-1 1 0 0 0,1-1 0 0 0,-12-6 0 0 0,8 5-320 0 0,-1 1-1 0 0,0 1 1 0 0,0 0 0 0 0,-1 0 0 0 0,1 1 0 0 0,-1 0-1 0 0,0 0 1 0 0,0 2 0 0 0,1-1 0 0 0,-1 1-1 0 0,0 1 1 0 0,0 0 0 0 0,-21 3 0 0 0,15 0-1244 0 0,0 1 1 0 0,0 1 0 0 0,0 1 0 0 0,1 0-1 0 0,0 1 1 0 0,1 1 0 0 0,-1 0-1 0 0,-14 11 1 0 0,-12 11-7483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6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30 1632 0 0,'-13'-4'14806'0'0,"13"4"-14777"0"0,1 0 0 0 0,-1 0 0 0 0,0 0 0 0 0,0 0 1 0 0,0 0-1 0 0,0 0 0 0 0,0 0 0 0 0,0-1 0 0 0,0 1 0 0 0,0 0 0 0 0,0 0 0 0 0,0 0 0 0 0,0 0 0 0 0,0 0 0 0 0,0 0 0 0 0,0 0 0 0 0,0 0 0 0 0,0 0 0 0 0,0 0 0 0 0,0-1 0 0 0,0 1 0 0 0,0 0 0 0 0,0 0 0 0 0,-1-1 320 0 0,1 1-320 0 0,0 0 0 0 0,0 0 0 0 0,0 0 0 0 0,0 0 0 0 0,0 0 0 0 0,0 0 0 0 0,-1 0 0 0 0,1 0 0 0 0,0 0 0 0 0,0 0 0 0 0,0 0 0 0 0,0 0 0 0 0,15-3 342 0 0,27-1-615 0 0,-37 4 338 0 0,56-7-682 0 0,30-1-2290 0 0,-32 10-4465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6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70 1144 0 0,'-91'67'11224'0'0,"90"-66"-10812"0"0,1-1-398 0 0,0 1 1 0 0,0-1 0 0 0,1 0-1 0 0,-1 1 1 0 0,0-1-1 0 0,0 0 1 0 0,0 1-1 0 0,0-1 1 0 0,1 1-1 0 0,-1-1 1 0 0,0 0 0 0 0,0 0-1 0 0,1 1 1 0 0,-1-1-1 0 0,0 0 1 0 0,1 1-1 0 0,-1-1 1 0 0,0 0-1 0 0,1 0 1 0 0,-1 1 0 0 0,0-1-1 0 0,1 0 1 0 0,-1 0-1 0 0,0 0 1 0 0,1 0-1 0 0,-1 0 1 0 0,1 0-1 0 0,-1 1 1 0 0,0-1 0 0 0,1 0-1 0 0,-1 0 1 0 0,1 0-1 0 0,-1 0 1 0 0,0 0-1 0 0,1-1 1 0 0,16 0 104 0 0,-15 0-113 0 0,73-12-1 0 0,98-33-1 0 0,-124 30-3130 0 0,59-30 1 0 0,-66 25-1658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6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54 52 0 0,'-83'-46'14704'0'0,"70"40"-13815"0"0,11 5-305 0 0,3 3-552 0 0,1 0 0 0 0,-1 0 0 0 0,0 0 0 0 0,1 0 0 0 0,0 0 0 0 0,-1-1 0 0 0,1 1 0 0 0,4 2 0 0 0,-3-1 25 0 0,24 23 19 0 0,-2 0 1 0 0,-1 2 0 0 0,0 0 0 0 0,-3 2 0 0 0,0 0-1 0 0,-2 2 1 0 0,-1 0 0 0 0,24 64 0 0 0,-32-69-42 0 0,-2 0 0 0 0,-1 1 0 0 0,-1 0 0 0 0,-1 0 0 0 0,-2 0 1 0 0,-1 0-1 0 0,-1 1 0 0 0,-1-1 0 0 0,-2 1 0 0 0,-1-1 0 0 0,-12 56 0 0 0,0-35-485 0 0,-2-1 0 0 0,-2 0 0 0 0,-33 60 0 0 0,-42 46-6684 0 0,61-107 786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3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1 228 0 0,'-9'6'8727'0'0,"6"-6"-8312"0"0,0 1 1 0 0,0-1-1 0 0,0 1 0 0 0,0-1 1 0 0,0 0-1 0 0,0 0 0 0 0,0 0 1 0 0,1-1-1 0 0,-6 0 0 0 0,3 0-234 0 0,0 1-1 0 0,0-1 1 0 0,1 1-1 0 0,-1 0 1 0 0,0 0-1 0 0,-7 2 1 0 0,1 1-144 0 0,0 1 0 0 0,1 1-1 0 0,-1 0 1 0 0,1 1 0 0 0,0 0 0 0 0,0 0-1 0 0,1 1 1 0 0,0 0 0 0 0,0 1 0 0 0,0 0 0 0 0,1 0-1 0 0,0 1 1 0 0,-11 18 0 0 0,-2 3-13 0 0,2 1 1 0 0,1 0-1 0 0,-17 43 1 0 0,22-42 9 0 0,-15 49 1 0 0,25-67-11 0 0,0 0 0 0 0,0 0 0 0 0,1 0 0 0 0,1 1 0 0 0,1-1 1 0 0,1 18-1 0 0,-1-29-14 0 0,0 0 0 0 0,0 0 0 0 0,1 0 0 0 0,-1-1 0 0 0,1 1 0 0 0,-1 0 0 0 0,1 0 0 0 0,0 0 0 0 0,0-1 0 0 0,1 1 0 0 0,-1 0 0 0 0,0-1 0 0 0,1 1 0 0 0,0-1 0 0 0,-1 0 0 0 0,1 0 0 0 0,0 1 0 0 0,0-1 0 0 0,0 0 0 0 0,1-1 0 0 0,-1 1 0 0 0,0 0-1 0 0,1 0 1 0 0,-1-1 0 0 0,1 0 0 0 0,-1 1 0 0 0,1-1 0 0 0,0 0 0 0 0,-1 0 0 0 0,1-1 0 0 0,5 2 0 0 0,-2-2 0 0 0,1 0-1 0 0,-1 0 0 0 0,0-1 1 0 0,0 0-1 0 0,0 0 0 0 0,0 0 1 0 0,0-1-1 0 0,0 0 0 0 0,0 0 1 0 0,-1-1-1 0 0,1 1 0 0 0,-1-1 0 0 0,1 0 1 0 0,5-5-1 0 0,1-2-5 0 0,0 0 1 0 0,0-1-1 0 0,-1-1 1 0 0,-1 0-1 0 0,0 0 0 0 0,0-1 1 0 0,-1 0-1 0 0,-1-1 1 0 0,13-28-1 0 0,-10 15 292 0 0,-1-1 0 0 0,-1 0 1 0 0,-2 0-1 0 0,7-46 0 0 0,-4 10 981 0 0,-10 62-1167 0 0,1 26-88 0 0,-4 13 99 0 0,4 73-1 0 0,1-97-264 0 0,-1-1 0 0 0,1 1 0 0 0,1-1 0 0 0,0 0 0 0 0,1 0 0 0 0,0 0 0 0 0,1 0 0 0 0,0 0 1 0 0,11 15-1 0 0,-14-24-106 0 0,-1-1 0 0 0,1 0 0 0 0,0 0 1 0 0,0-1-1 0 0,0 1 0 0 0,0 0 0 0 0,5 2 1 0 0,-5-3-556 0 0,1 1 1 0 0,-1-1-1 0 0,1 0 1 0 0,0 0-1 0 0,0 0 1 0 0,0 0-1 0 0,0 0 1 0 0,0-1-1 0 0,3 1 1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3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1044 0 0,'3'-65'11234'0'0,"-3"64"-10820"0"0,1-7 875 0 0,4 21-1124 0 0,0 1-1 0 0,0 0 1 0 0,-1 1 0 0 0,-1-1-1 0 0,-1 0 1 0 0,0 1-1 0 0,0 23 1 0 0,3 13 51 0 0,-3-26 214 0 0,0 1 1 0 0,-2 0-1 0 0,-6 50 0 0 0,6-75-126 0 0,-4 4 483 0 0,3-12-736 0 0,-1 0 0 0 0,1-1 0 0 0,0 1 0 0 0,1 0 0 0 0,0-1 0 0 0,0 1 0 0 0,0-1-1 0 0,1 1 1 0 0,3-11 0 0 0,2-9-38 0 0,13-31-1 0 0,-12 39-14 0 0,1 0 0 0 0,17-29 0 0 0,-22 42-15 0 0,1 1 0 0 0,-1-1 0 0 0,1 1 0 0 0,1 0 0 0 0,-1 0-1 0 0,0 1 1 0 0,1 0 0 0 0,0-1 0 0 0,0 1 0 0 0,1 1 0 0 0,-1-1 0 0 0,8-3 0 0 0,-10 6 3 0 0,-1 0 1 0 0,1 0 0 0 0,-1 0 0 0 0,1 1-1 0 0,-1-1 1 0 0,1 1 0 0 0,-1-1 0 0 0,1 1-1 0 0,0 0 1 0 0,-1 0 0 0 0,1 0 0 0 0,0 0-1 0 0,-1 1 1 0 0,1-1 0 0 0,-1 1 0 0 0,1 0-1 0 0,-1-1 1 0 0,1 1 0 0 0,3 2 0 0 0,-3-1 23 0 0,0 1 0 0 0,0-1 0 0 0,0 1 1 0 0,0 0-1 0 0,0-1 0 0 0,-1 1 0 0 0,1 1 1 0 0,-1-1-1 0 0,0 0 0 0 0,0 1 1 0 0,3 5-1 0 0,1 6-590 0 0,-1 1 0 0 0,0 0 0 0 0,-1 0 1 0 0,3 30-1 0 0,1-4-2209 0 0,1-15-2429 0 0,-2-12 38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4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274 459 2416 0 0,'1'-6'825'0'0,"0"0"0"0"0,0 0 0 0 0,-1 0 0 0 0,1 0 0 0 0,-1 0 0 0 0,-1 0 0 0 0,1 0 0 0 0,-1 0 0 0 0,0 0 0 0 0,0 0 0 0 0,-1 0 0 0 0,0 0 0 0 0,0 0 0 0 0,-5-10 0 0 0,6 16-785 0 0,0-1 0 0 0,0 0 0 0 0,0 1 0 0 0,1-1 0 0 0,-1 0 0 0 0,0 1 1 0 0,0-1-1 0 0,0 1 0 0 0,0-1 0 0 0,0 1 0 0 0,0 0 0 0 0,0-1 0 0 0,0 1 0 0 0,0 0 0 0 0,0 0 0 0 0,0 0 0 0 0,0-1 0 0 0,-1 1 0 0 0,1 0 0 0 0,0 0 0 0 0,0 1 0 0 0,0-1 0 0 0,0 0 0 0 0,-2 1 0 0 0,-23 9 219 0 0,13-2-201 0 0,0 1 1 0 0,1 0 0 0 0,0 1-1 0 0,1 1 1 0 0,0-1-1 0 0,0 2 1 0 0,1 0 0 0 0,-10 15-1 0 0,5-4-33 0 0,1 1 0 0 0,0 1 0 0 0,-15 42 0 0 0,29-67-25 0 0,-6 16 11 0 0,1-1 0 0 0,-4 19-1 0 0,8-30 2 0 0,1-1-1 0 0,-1 1 1 0 0,1-1-1 0 0,-1 1 1 0 0,1-1-1 0 0,0 1 1 0 0,1-1-1 0 0,-1 1 1 0 0,1-1-1 0 0,-1 1 1 0 0,1-1-1 0 0,0 0 1 0 0,0 1-1 0 0,0-1 1 0 0,1 0-1 0 0,2 5 1 0 0,-3-7-3 0 0,0 0 0 0 0,0 0 0 0 0,0 0 0 0 0,1 0 0 0 0,-1-1 0 0 0,0 1 0 0 0,0 0 0 0 0,1-1 0 0 0,-1 1 0 0 0,0-1 0 0 0,1 1 1 0 0,-1-1-1 0 0,1 0 0 0 0,-1 1 0 0 0,1-1 0 0 0,-1 0 0 0 0,0 0 0 0 0,1 0 0 0 0,-1 0 0 0 0,3-1 0 0 0,30-7 76 0 0,-23 2-74 0 0,-1 1 0 0 0,-1-1-1 0 0,1-1 1 0 0,-1 0 0 0 0,0 0 0 0 0,-1-1 0 0 0,1 0 0 0 0,-2 0 0 0 0,1-1-1 0 0,10-16 1 0 0,3-7-3 0 0,30-67-1 0 0,-18 19-78 0 0,-3-2 0 0 0,-4-2 0 0 0,26-146 1 0 0,-49 199-70 0 0,-3 31 137 0 0,0 0 1 0 0,1-1-1 0 0,-1 1 1 0 0,0 0 0 0 0,0 0-1 0 0,0 0 1 0 0,0 0-1 0 0,0 0 1 0 0,0 0 0 0 0,0-1-1 0 0,0 1 1 0 0,0 0-1 0 0,0 0 1 0 0,0 0 0 0 0,0 0-1 0 0,0 0 1 0 0,-1 0-1 0 0,1-1 1 0 0,0 1 0 0 0,0 0-1 0 0,0 0 1 0 0,0 0-1 0 0,0 0 1 0 0,0 0 0 0 0,0 0-1 0 0,0 0 1 0 0,0-1-1 0 0,0 1 1 0 0,0 0 0 0 0,0 0-1 0 0,-1 0 1 0 0,1 0 0 0 0,0 0-1 0 0,0 0 1 0 0,0 0-1 0 0,0 0 1 0 0,0 0 0 0 0,0 0-1 0 0,0 0 1 0 0,-1 0-1 0 0,1 0 1 0 0,0 0 0 0 0,0 0-1 0 0,0 0 1 0 0,0 0-1 0 0,0 0 1 0 0,-1 0 0 0 0,1 0-1 0 0,0 0 1 0 0,0 0-1 0 0,0 0 1 0 0,0 0 0 0 0,-11 14-17 0 0,2 7 42 0 0,0-1 1 0 0,1 2-1 0 0,1-1 0 0 0,1 1 0 0 0,1 0 0 0 0,-3 28 0 0 0,4-14 13 0 0,3-1-1 0 0,0 0 1 0 0,6 46-1 0 0,-3-65-142 0 0,0-1 1 0 0,2 1-1 0 0,-1-1 0 0 0,2 0 0 0 0,0 0 1 0 0,14 27-1 0 0,-15-34-359 0 0,1 0-1 0 0,0 0 1 0 0,1-1-1 0 0,0 0 1 0 0,10 9 0 0 0,-10-11-342 0 0,0 0 1 0 0,0 0-1 0 0,1-1 1 0 0,0 0 0 0 0,-1 0-1 0 0,2 0 1 0 0,6 2-1 0 0,17 3-3833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4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34 2664 0 0,'2'-11'5634'0'0,"0"5"-4188"0"0,1-11 5306 0 0,-6 25-6306 0 0,-21 68-49 0 0,-37 78 0 0 0,30-82-316 0 0,-29 103 1 0 0,53-150-505 0 0,-5 23-1636 0 0,8-15-3024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5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1836 0 0,'15'-71'12633'0'0,"-12"67"-11979"0"0,-3 9-363 0 0,0-2-272 0 0,0 11 56 0 0,1 1 0 0 0,1-1 0 0 0,0 0 0 0 0,0 0 0 0 0,2 0-1 0 0,5 16 1 0 0,-7-25-47 0 0,0 0 0 0 0,0 1 0 0 0,1-1 0 0 0,0 0 0 0 0,0 0 0 0 0,0-1 0 0 0,0 1-1 0 0,1-1 1 0 0,-1 1 0 0 0,1-1 0 0 0,0 0 0 0 0,1 0 0 0 0,-1-1 0 0 0,1 0 0 0 0,0 1 0 0 0,-1-1 0 0 0,1-1 0 0 0,8 4 0 0 0,-9-5-13 0 0,0-1 1 0 0,0 0 0 0 0,0 0 0 0 0,0 0 0 0 0,1 0 0 0 0,-1 0 0 0 0,0-1 0 0 0,0 0-1 0 0,0 0 1 0 0,0 0 0 0 0,0 0 0 0 0,0-1 0 0 0,0 0 0 0 0,-1 0 0 0 0,8-4 0 0 0,-5 2-14 0 0,0 0 0 0 0,0-1 0 0 0,0 1 0 0 0,-1-1 0 0 0,0-1 0 0 0,0 1 0 0 0,0-1 1 0 0,0 0-1 0 0,4-8 0 0 0,1-4 3 0 0,14-38 1 0 0,-1 4 887 0 0,-15 25-62 0 0,-9 24-583 0 0,-6 19-194 0 0,-10 39 646 0 0,-16 76-1 0 0,29-109-657 0 0,1-1-1 0 0,1 0 0 0 0,1 1 0 0 0,1 0 0 0 0,1-1 1 0 0,7 42-1 0 0,-7-59-169 0 0,0 0 0 0 0,0 0-1 0 0,0-1 1 0 0,0 1 0 0 0,1 0 0 0 0,0-1 0 0 0,0 1 0 0 0,0-1 0 0 0,0 1-1 0 0,0-1 1 0 0,1 0 0 0 0,-1 0 0 0 0,6 5 0 0 0,-6-7-473 0 0,1 1 1 0 0,0 0-1 0 0,0 0 0 0 0,0-1 1 0 0,0 0-1 0 0,0 0 1 0 0,1 0-1 0 0,-1 0 0 0 0,0 0 1 0 0,1 0-1 0 0,-1-1 0 0 0,0 0 1 0 0,1 1-1 0 0,-1-1 1 0 0,0 0-1 0 0,6-2 0 0 0,13-1-5478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5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37 111 920 0 0,'-32'-27'19467'0'0,"32"27"-19412"0"0,0 0 1 0 0,-1 0 0 0 0,1 0-1 0 0,0 0 1 0 0,0 0 0 0 0,0 0-1 0 0,-1 0 1 0 0,1 0 0 0 0,0 0-1 0 0,0 0 1 0 0,0-1 0 0 0,0 1-1 0 0,-1 0 1 0 0,1 0 0 0 0,0 0-1 0 0,0 0 1 0 0,0 0 0 0 0,0 0-1 0 0,-1 0 1 0 0,1-1 0 0 0,0 1-1 0 0,0 0 1 0 0,0 0 0 0 0,0 0-1 0 0,0 0 1 0 0,0-1 0 0 0,0 1-1 0 0,0 0 1 0 0,0 0 0 0 0,-1 0-1 0 0,1-1 1 0 0,0 1 0 0 0,0 0-1 0 0,0 0 1 0 0,0 0 0 0 0,0-1-1 0 0,0 1 1 0 0,0 0 0 0 0,0 0-1 0 0,0 0 1 0 0,0-1 0 0 0,1 1-1 0 0,-1 0 1 0 0,0 0 0 0 0,0-1-1 0 0,0 1-27 0 0,0-1 0 0 0,0 1 0 0 0,1-1 0 0 0,-1 1 0 0 0,0-1 0 0 0,1 1 0 0 0,-1 0 0 0 0,0-1 0 0 0,1 1 0 0 0,-1-1 0 0 0,1 1 0 0 0,-1 0 0 0 0,0-1 0 0 0,1 1 0 0 0,-1 0 0 0 0,1-1 0 0 0,-1 1 0 0 0,1 0 0 0 0,-1 0 0 0 0,1-1 0 0 0,-1 1 0 0 0,2 0 0 0 0,62-13 292 0 0,43-10-3301 0 0,-38-1-7802 0 0,-51 15 3040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5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31 2116 0 0,'-8'-30'22902'0'0,"4"44"-21150"0"0,0 177 2708 0 0,-27 98-3348 0 0,24-240-1185 0 0,-4 24-2128 0 0,-1-28-7657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6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38 540 0 0,'13'-38'17835'0'0,"-23"60"-16472"0"0,1 0 1 0 0,-12 44-1 0 0,14-35-906 0 0,1 0-1 0 0,2 1 0 0 0,-1 49 0 0 0,5-70-349 0 0,1 0 0 0 0,-1-1 0 0 0,2 1 0 0 0,3 17 0 0 0,-4-25-79 0 0,0 0 0 0 0,0-1 0 0 0,0 1 0 0 0,0 0 1 0 0,0-1-1 0 0,0 1 0 0 0,1-1 0 0 0,0 0 0 0 0,-1 1 0 0 0,1-1 0 0 0,0 0 0 0 0,0 0 0 0 0,0 0 0 0 0,0 0 0 0 0,0 0 0 0 0,1 0 1 0 0,-1-1-1 0 0,1 1 0 0 0,-1-1 0 0 0,1 0 0 0 0,-1 0 0 0 0,5 2 0 0 0,-2-2-4 0 0,1-1-1 0 0,-1 1 1 0 0,1-1-1 0 0,-1 0 1 0 0,1 0-1 0 0,0-1 1 0 0,-1 0-1 0 0,1 0 1 0 0,-1 0-1 0 0,0 0 1 0 0,1-1-1 0 0,-1 0 1 0 0,0 0-1 0 0,0 0 1 0 0,0-1-1 0 0,0 0 1 0 0,0 0-1 0 0,-1 0 1 0 0,1 0-1 0 0,-1-1 1 0 0,4-4-1 0 0,4-4 12 0 0,0 0-1 0 0,-2-1 1 0 0,1 0-1 0 0,-2 0 1 0 0,16-28-1 0 0,-21 33-17 0 0,0 0-1 0 0,-1-1 1 0 0,0 1 0 0 0,0-1-1 0 0,-1 0 1 0 0,0 1 0 0 0,0-1-1 0 0,-1 0 1 0 0,0-1 0 0 0,-1-8-1 0 0,0 13-14 0 0,0 1-1 0 0,-1-1 0 0 0,0 1 1 0 0,0-1-1 0 0,0 1 0 0 0,0-1 0 0 0,-1 1 1 0 0,0 0-1 0 0,1 0 0 0 0,-2 0 1 0 0,1 0-1 0 0,0 0 0 0 0,-1 0 1 0 0,0 1-1 0 0,0-1 0 0 0,0 1 1 0 0,0 0-1 0 0,0 0 0 0 0,-1 0 0 0 0,1 0 1 0 0,-8-4-1 0 0,3 3-219 0 0,-1 0 1 0 0,0 1-1 0 0,0 0 1 0 0,0 0-1 0 0,0 1 0 0 0,0 0 1 0 0,-1 1-1 0 0,1 0 0 0 0,-1 0 1 0 0,1 1-1 0 0,-13 1 0 0 0,-21 6-4671 0 0,3 8-5119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91 1220 0 0,'-3'0'5373'0'0,"-28"5"6312"0"0,24-4-10652 0 0,10-1-922 0 0,140-30 175 0 0,64-13-134 0 0,-71 22-5259 0 0,-117 19 1492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7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76 580 0 0,'-97'57'14211'0'0,"96"-56"-13896"0"0,-4 1 31 0 0,5-2-326 0 0,0 0-1 0 0,0 0 1 0 0,0 0-1 0 0,0 0 1 0 0,0 0-1 0 0,0 0 1 0 0,1 0-1 0 0,-1 0 1 0 0,0 1-1 0 0,0-1 0 0 0,0 0 1 0 0,0 0-1 0 0,0 0 1 0 0,0 0-1 0 0,0 0 1 0 0,0 0-1 0 0,0 0 1 0 0,0 0-1 0 0,0 0 1 0 0,0 0-1 0 0,0 0 1 0 0,0 0-1 0 0,0 0 0 0 0,0 0 1 0 0,0 0-1 0 0,0 1 1 0 0,0-1-1 0 0,0 0 1 0 0,0 0-1 0 0,0 0 1 0 0,0 0-1 0 0,0 0 1 0 0,0 0-1 0 0,0 0 1 0 0,0 0-1 0 0,0 0 0 0 0,0 0 1 0 0,0 0-1 0 0,0 0 1 0 0,0 0-1 0 0,0 0 1 0 0,0 0 19 0 0,-1 1-20 0 0,1-1 1 0 0,0 0-1 0 0,0 0 1 0 0,0 0-1 0 0,0 0 0 0 0,0 0 1 0 0,0 0-1 0 0,0 0 1 0 0,0 0-1 0 0,0 0 1 0 0,0 0-1 0 0,17-1 139 0 0,-1 0 0 0 0,1-1 0 0 0,-1-1 0 0 0,1 0 0 0 0,24-9 0 0 0,11-2-41 0 0,112-32-1643 0 0,-60 3-7046 0 0,-79 29 3467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7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25 380 0 0,'-3'-1'2572'0'0,"-33"-11"8563"0"0,11 4-3262 0 0,24 7-7660 0 0,0 1 0 0 0,0-1 1 0 0,0 1-1 0 0,0 0 0 0 0,-1-1 0 0 0,1 1 0 0 0,0 0 1 0 0,0 0-1 0 0,0 0 0 0 0,-1 0 0 0 0,1 0 0 0 0,0 0 1 0 0,0 0-1 0 0,-1 0 0 0 0,1 1 0 0 0,-2 0 0 0 0,2 0-214 0 0,0 0-1 0 0,1-1 0 0 0,-1 1 0 0 0,1 0 0 0 0,-1 0 1 0 0,1 0-1 0 0,-1 1 0 0 0,1-1 0 0 0,-1 0 0 0 0,1 0 1 0 0,0 0-1 0 0,0 0 0 0 0,-1 0 0 0 0,1 0 0 0 0,0 1 1 0 0,0-1-1 0 0,0 0 0 0 0,1 2 0 0 0,-1 89 350 0 0,-5 253 497 0 0,-10 25-558 0 0,11-243 1192 0 0,3-127-1563 0 0,1 1-1 0 0,0 0 0 0 0,0-1 1 0 0,0 1-1 0 0,0 0 0 0 0,0 0 1 0 0,0-1-1 0 0,0 1 0 0 0,0 0 1 0 0,0-1-1 0 0,0 1 1 0 0,0 0-1 0 0,0-1 0 0 0,0 1 1 0 0,0 0-1 0 0,1-1 0 0 0,-1 1 1 0 0,0 0-1 0 0,0-1 0 0 0,1 1 1 0 0,-1-1-1 0 0,1 1 1 0 0,-1 0-1 0 0,14-26-9600 0 0,-7 12 4018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48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78 2000 0 0,'0'0'63'0'0,"4"-15"5775"0"0,-1 1 0 0 0,2-29 1914 0 0,-6 40-7569 0 0,1 3-178 0 0,0 0-1 0 0,0 0 1 0 0,0 0 0 0 0,0 0-1 0 0,0 0 1 0 0,0-1 0 0 0,-1 1 0 0 0,1 0-1 0 0,0 0 1 0 0,0 0 0 0 0,0 0-1 0 0,0 0 1 0 0,0-1 0 0 0,0 1-1 0 0,0 0 1 0 0,0 0 0 0 0,0 0-1 0 0,-1 0 1 0 0,1 0 0 0 0,0 0-1 0 0,0 0 1 0 0,0 0 0 0 0,0 0-1 0 0,0-1 1 0 0,0 1 0 0 0,-1 0-1 0 0,1 0 1 0 0,0 0 0 0 0,0 0-1 0 0,0 0 1 0 0,0 0 0 0 0,0 0 0 0 0,-1 0-1 0 0,1 0 1 0 0,0 0 0 0 0,0 0-1 0 0,0 0 1 0 0,0 0 0 0 0,-1 0-1 0 0,1 0 1 0 0,0 0 0 0 0,0 0-1 0 0,0 1 1 0 0,-12 9 20 0 0,2 1 1 0 0,-1 0-1 0 0,2 1 0 0 0,-1 0 0 0 0,-12 24 1 0 0,8-15-14 0 0,-4 7-8 0 0,1 1 1 0 0,-27 62-1 0 0,37-72 30 0 0,1 0 0 0 0,1 0 0 0 0,0 0 0 0 0,1 1 0 0 0,2-1 0 0 0,-2 29 0 0 0,4-45-12 0 0,0 0 0 0 0,0 0 1 0 0,0 0-1 0 0,1 0 0 0 0,-1 0 0 0 0,1 0 0 0 0,-1 0 0 0 0,1 0 0 0 0,0 0 0 0 0,0-1 0 0 0,0 1 0 0 0,1 0 0 0 0,-1-1 0 0 0,1 1 0 0 0,-1-1 0 0 0,1 1 0 0 0,0-1 0 0 0,0 0 1 0 0,0 0-1 0 0,0 0 0 0 0,0 0 0 0 0,1 0 0 0 0,-1 0 0 0 0,0 0 0 0 0,1-1 0 0 0,0 1 0 0 0,-1-1 0 0 0,1 0 0 0 0,0 0 0 0 0,0 0 0 0 0,-1 0 0 0 0,1 0 0 0 0,0-1 0 0 0,0 1 0 0 0,3-1 1 0 0,3 1 157 0 0,1-1 0 0 0,-1 0 0 0 0,1-1 0 0 0,-1 0 0 0 0,0 0 0 0 0,0-1 0 0 0,0 0 1 0 0,0-1-1 0 0,0 0 0 0 0,9-4 0 0 0,2-3 139 0 0,0-1-1 0 0,-1-2 1 0 0,0 1-1 0 0,0-2 1 0 0,-2-1-1 0 0,0 0 1 0 0,18-21-1 0 0,-13 11 532 0 0,-1-2 0 0 0,-1-1-1 0 0,-2 0 1 0 0,19-38 0 0 0,-35 62-802 0 0,0 0 0 0 0,0-1 1 0 0,-1 1-1 0 0,1-1 1 0 0,-1 1-1 0 0,0-1 1 0 0,0 0-1 0 0,0 1 0 0 0,-1-1 1 0 0,1 0-1 0 0,-2-8 1 0 0,1 10-35 0 0,-1 1-1 0 0,0-1 1 0 0,1 1 0 0 0,-1-1 0 0 0,0 1 0 0 0,-1 0 0 0 0,1-1-1 0 0,0 1 1 0 0,-1 0 0 0 0,1 0 0 0 0,-1 0 0 0 0,1 0 0 0 0,-1 0-1 0 0,0 0 1 0 0,0 0 0 0 0,0 0 0 0 0,0 1 0 0 0,0-1 0 0 0,-1 1 0 0 0,1 0-1 0 0,0-1 1 0 0,-4 0 0 0 0,-4-1-268 0 0,1 0 0 0 0,-1 0 0 0 0,0 1 0 0 0,0 0-1 0 0,0 1 1 0 0,0 0 0 0 0,0 1 0 0 0,0 0 0 0 0,0 1 0 0 0,0 0 0 0 0,0 0 0 0 0,-12 3 0 0 0,-6 4-1236 0 0,0 0 0 0 0,-52 25 0 0 0,15 0-5514 0 0,-90 63 0 0 0,152-94 6684 0 0,-58 39-7942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9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70 1992 0 0,'-3'-21'10227'0'0,"-2"-8"-5113"0"0,1 15-1990 0 0,4 14-3074 0 0,0-1 1 0 0,0 1-1 0 0,0 0 1 0 0,0 0-1 0 0,0-1 1 0 0,0 1-1 0 0,-1 0 1 0 0,1-1-1 0 0,0 1 1 0 0,0 0-1 0 0,-1 0 1 0 0,1-1-1 0 0,0 1 1 0 0,0 0-1 0 0,-1 0 1 0 0,1 0-1 0 0,0 0 1 0 0,0-1-1 0 0,-1 1 1 0 0,1 0-1 0 0,0 0 1 0 0,-1 0-1 0 0,1 0 1 0 0,-16 19 162 0 0,1 0 0 0 0,1 2 1 0 0,1 0-1 0 0,-18 37 1 0 0,18-32-101 0 0,-20 39-31 0 0,2 1-1 0 0,4 2 1 0 0,2 1 0 0 0,-18 87-1 0 0,34-115-22 0 0,2 1 1 0 0,2 0-1 0 0,2 0 0 0 0,1 0 1 0 0,3 0-1 0 0,1 0 0 0 0,2 0 1 0 0,17 73-1 0 0,-16-98 9 0 0,0 1 0 0 0,2-2 0 0 0,0 1 0 0 0,1 0 0 0 0,0-2 0 0 0,2 1 0 0 0,0-1 0 0 0,0 0 0 0 0,1-1 0 0 0,14 14 0 0 0,-17-21-171 0 0,-1 0-1 0 0,2-1 0 0 0,-1 0 0 0 0,1 0 0 0 0,0-1 0 0 0,0 0 1 0 0,0 0-1 0 0,12 3 0 0 0,-13-5-317 0 0,0-1 0 0 0,0 0 0 0 0,0-1 0 0 0,1 0 0 0 0,-1 0 0 0 0,0-1 0 0 0,1 0 0 0 0,-1 0 0 0 0,0-1 0 0 0,1 0 0 0 0,8-3 0 0 0,-11 2-510 0 0,0 0 1 0 0,0 0-1 0 0,0 0 0 0 0,0-1 1 0 0,-1 0-1 0 0,1 0 0 0 0,-1-1 1 0 0,5-4-1 0 0,18-16-6842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68 168 2812 0 0,'-18'-26'2757'0'0,"11"17"-1791"0"0,0 0 0 0 0,1 0 0 0 0,1-1 1 0 0,-1 0-1 0 0,1 0 0 0 0,1 0 0 0 0,-5-16 0 0 0,9 24-892 0 0,-1 1 1 0 0,1 0-1 0 0,0-1 1 0 0,0 1-1 0 0,0 0 1 0 0,0-1-1 0 0,0 1 0 0 0,0 0 1 0 0,1-1-1 0 0,-1 1 1 0 0,0 0-1 0 0,1-1 1 0 0,-1 1-1 0 0,1 0 1 0 0,-1 0-1 0 0,1-1 0 0 0,-1 1 1 0 0,1 0-1 0 0,0 0 1 0 0,0 0-1 0 0,1-2 1 0 0,0 1-6 0 0,1 1 0 0 0,-1-1 0 0 0,0 0 1 0 0,1 1-1 0 0,-1 0 0 0 0,1 0 1 0 0,-1 0-1 0 0,1 0 0 0 0,-1 0 0 0 0,4-1 1 0 0,5 1 44 0 0,-1-1 0 0 0,0 2 0 0 0,1-1 0 0 0,17 2-1 0 0,1 3 28 0 0,0 1-1 0 0,0 2 1 0 0,0 0-1 0 0,-1 2 1 0 0,48 22-1 0 0,-40-13-63 0 0,0 1 1 0 0,-2 2-1 0 0,55 44 0 0 0,-79-57 18 0 0,0 1 0 0 0,-1 0 0 0 0,0 0 0 0 0,-1 1 0 0 0,0 0 0 0 0,0 0 0 0 0,-1 1 0 0 0,0 0 0 0 0,5 13 0 0 0,-9-18 22 0 0,-1 1-1 0 0,0 0 1 0 0,0-1-1 0 0,-1 1 1 0 0,0 0-1 0 0,0 0 1 0 0,0 0 0 0 0,-1 0-1 0 0,0 0 1 0 0,-1 0-1 0 0,1 0 1 0 0,-1 0-1 0 0,-1 0 1 0 0,1 0-1 0 0,-1-1 1 0 0,0 1-1 0 0,-1-1 1 0 0,-3 9-1 0 0,-1-3-33 0 0,0-1-1 0 0,-1 0 0 0 0,0 0 1 0 0,-1-1-1 0 0,0 0 1 0 0,-1 0-1 0 0,0-1 0 0 0,0 0 1 0 0,-1-1-1 0 0,0 0 1 0 0,0-1-1 0 0,-22 10 0 0 0,23-13-444 0 0,0 1-1 0 0,0-2 1 0 0,-1 0-1 0 0,1 0 1 0 0,-18 2-1 0 0,25-5 19 0 0,1 0 0 0 0,-1 0 0 0 0,1 0 0 0 0,-1 0 0 0 0,0 0 0 0 0,1 0 0 0 0,-1-1 0 0 0,1 1 0 0 0,-1-1 0 0 0,-2 0 0 0 0,4 0-103 0 0,0 0 1 0 0,0 1-1 0 0,0-1 1 0 0,-1 0-1 0 0,-6-10-4018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19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36 2220 0 0,'10'-36'13155'0'0,"-10"37"-13077"0"0,-17 8 949 0 0,2 4-249 0 0,0 0 0 0 0,1 1 1 0 0,-21 25-1 0 0,-31 53 877 0 0,53-73-1325 0 0,-26 41 176 0 0,2 2-1 0 0,3 1 1 0 0,4 2 0 0 0,-35 102-1 0 0,57-144-471 0 0,2 0 1 0 0,0 1-1 0 0,2 0 0 0 0,0 0 0 0 0,0 42 0 0 0,4-58-56 0 0,0 0 0 0 0,1-1 0 0 0,-1 1 0 0 0,2 0 0 0 0,-1 0 0 0 0,1-1 1 0 0,1 1-1 0 0,-1-1 0 0 0,1 1 0 0 0,0-1 0 0 0,1 0 0 0 0,0 0 0 0 0,0-1 0 0 0,0 1 0 0 0,1-1 0 0 0,0 0 0 0 0,0 0 0 0 0,1 0 0 0 0,0-1 0 0 0,0 0 0 0 0,9 7 0 0 0,-3-5-439 0 0,0-1-1 0 0,1 0 0 0 0,0-1 1 0 0,0 0-1 0 0,0-1 1 0 0,0-1-1 0 0,20 3 0 0 0,-10-3-1988 0 0,0-1 0 0 0,1-1 0 0 0,39-5-1 0 0,-5-3-5479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20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83 1832 0 0,'-6'-11'2740'0'0,"3"3"-917"0"0,-2 0-1 0 0,1 1 1 0 0,-1-1 0 0 0,0 1-1 0 0,0 0 1 0 0,-1 1-1 0 0,-9-9 1 0 0,14 14-1714 0 0,0 0 0 0 0,0 1 0 0 0,0-1 0 0 0,0 1 0 0 0,-1-1-1 0 0,1 1 1 0 0,0 0 0 0 0,0-1 0 0 0,-1 1 0 0 0,1 0 0 0 0,0 0 0 0 0,0 0 0 0 0,-1 0-1 0 0,1 0 1 0 0,0 0 0 0 0,-1 0 0 0 0,1 0 0 0 0,0 1 0 0 0,-2 0 0 0 0,-22 11 713 0 0,15-5-596 0 0,1 0-1 0 0,0 1 0 0 0,0 1 1 0 0,1 0-1 0 0,0 0 1 0 0,0 0-1 0 0,-12 21 0 0 0,2 3 252 0 0,-19 43 0 0 0,26-50-287 0 0,1 1 0 0 0,-11 45 1 0 0,18-57-177 0 0,1-1 1 0 0,0 1-1 0 0,1 0 0 0 0,0-1 1 0 0,1 1-1 0 0,5 29 1 0 0,-4-38-148 0 0,0 0 1 0 0,1-1-1 0 0,0 1 1 0 0,0 0 0 0 0,1-1-1 0 0,-1 1 1 0 0,1-1-1 0 0,1 0 1 0 0,-1 0-1 0 0,1 0 1 0 0,-1-1 0 0 0,1 1-1 0 0,1-1 1 0 0,-1 0-1 0 0,1 0 1 0 0,-1 0-1 0 0,7 3 1 0 0,-3-2-731 0 0,-1-1 1 0 0,1-1-1 0 0,0 1 0 0 0,14 3 1 0 0,-12-4-1155 0 0,0-1 0 0 0,0 0 0 0 0,18 0 0 0 0,8-2-6396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20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94 1364 0 0,'-74'-93'21481'0'0,"78"94"-21329"0"0,-1 1 1 0 0,1-1 0 0 0,0 1-1 0 0,-1 0 1 0 0,0 0-1 0 0,1 1 1 0 0,-1-1-1 0 0,0 1 1 0 0,0-1 0 0 0,-1 1-1 0 0,4 3 1 0 0,1 1 101 0 0,24 23 129 0 0,-1 1 0 0 0,-1 1-1 0 0,-2 1 1 0 0,-1 1 0 0 0,-2 2 0 0 0,22 42 0 0 0,-35-56-313 0 0,-2 1 0 0 0,0 0 0 0 0,-1 0 0 0 0,-2 0 0 0 0,5 28 0 0 0,-9-34-20 0 0,0 1 0 0 0,-1 0 1 0 0,-1 0-1 0 0,-1-1 0 0 0,0 1 0 0 0,-2 0 1 0 0,-7 30-1 0 0,0-17-35 0 0,-2 0-1 0 0,0-1 1 0 0,-3-1 0 0 0,0 0 0 0 0,-2-1-1 0 0,-1 0 1 0 0,-1-2 0 0 0,-23 25 0 0 0,7-12-1016 0 0,-48 40-1 0 0,-44 22-4731 0 0,55-55-1344 0 0,-2-3-4271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1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1464 0 0,'10'-5'5178'0'0,"-8"4"-4839"0"0,-2 1-388 0 0,0-1 1 0 0,1 1-1 0 0,-1-1 1 0 0,1 1-1 0 0,-1 0 1 0 0,1-1-1 0 0,-1 1 1 0 0,0 0-1 0 0,1 0 1 0 0,-1 0-1 0 0,1-1 1 0 0,-1 1-1 0 0,1 0 1 0 0,-1 0-1 0 0,1 0 1 0 0,-1 0-1 0 0,1 0 1 0 0,-1 0-1 0 0,1 0 1 0 0,-1 0-1 0 0,1 0 1 0 0,0 0-1 0 0,-1 0 1 0 0,1 0-1 0 0,-1 0 1 0 0,1 0-1 0 0,-1 0 1 0 0,1 0-1 0 0,-1 1 1 0 0,1-1-1 0 0,-1 0 1 0 0,0 0-1 0 0,1 1 1 0 0,-1-1-1 0 0,1 0 1 0 0,-1 1-1 0 0,1-1 1 0 0,0 1-1 0 0,-1 1-288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8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34 1416 0 0,'-14'-34'17532'0'0,"13"35"-17451"0"0,-6 19 1538 0 0,-3 32-934 0 0,-10 161 746 0 0,18-169-2411 0 0,7 56 1 0 0,-5-94 57 0 0,5 23-914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9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2932 0 0,'4'-56'14596'0'0,"-3"46"-11070"0"0,2 19-3180 0 0,0 0-1 0 0,-1 0 1 0 0,0 1 0 0 0,-1-1 0 0 0,0 0 0 0 0,0 1-1 0 0,-2 16 1 0 0,2 1-8 0 0,-4 160 1255 0 0,0-121-3581 0 0,2-2-4923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9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67 2596 0 0,'-32'-58'12303'0'0,"31"57"-11864"0"0,-1-6 827 0 0,18 17-1203 0 0,0 1 1 0 0,-1 1-1 0 0,0 1 1 0 0,0 0 0 0 0,-2 1-1 0 0,0 0 1 0 0,21 31 0 0 0,-7-5-6 0 0,-2 1 1 0 0,20 46-1 0 0,-25-41 23 0 0,-2 2 0 0 0,-2 0-1 0 0,-2 1 1 0 0,-2 0 0 0 0,-3 1-1 0 0,-1 0 1 0 0,-3 0 0 0 0,-2 1-1 0 0,-2 0 1 0 0,-8 65 0 0 0,-1-44-560 0 0,-4 0 0 0 0,-26 91 0 0 0,11-75-3467 0 0,-54 117 0 0 0,48-138-2497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76 408 0 0,'10'-8'2688'0'0,"-4"0"-940"0"0,2 2-583 0 0,-3-1-425 0 0,3-4-616 0 0,0 3-868 0 0,-1-5-1185 0 0,2-1 133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56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1 444 0 0,'0'0'1020'0'0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56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1324 0 0,'0'0'3220'0'0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56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0 628 0 0,'0'0'3184'0'0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3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10 244 0 0,'-4'-9'14535'0'0,"4"9"-14512"0"0,0 0-1 0 0,0 0 0 0 0,0 0 1 0 0,0 0-1 0 0,-1 0 0 0 0,1 0 0 0 0,0 0 1 0 0,0-1-1 0 0,0 1 0 0 0,0 0 1 0 0,0 0-1 0 0,0 0 0 0 0,-1 0 0 0 0,1 0 1 0 0,0 0-1 0 0,0 0 0 0 0,0 0 1 0 0,0 0-1 0 0,0 0 0 0 0,0 0 0 0 0,-1 0 1 0 0,1 0-1 0 0,0 0 0 0 0,0 0 1 0 0,0 0-1 0 0,0 0 0 0 0,0 0 0 0 0,0 0 1 0 0,-1 1-1 0 0,1-1 0 0 0,0 0 1 0 0,0 0-1 0 0,0 0 0 0 0,0 0 0 0 0,0 0 1 0 0,0 0-1 0 0,0 0 0 0 0,0 0 1 0 0,-1 0-1 0 0,1 0 0 0 0,0 1 1 0 0,0-1-1 0 0,0 0 0 0 0,0 0 0 0 0,0 0 1 0 0,0 0-1 0 0,0 0 0 0 0,0 0 1 0 0,0 1-1 0 0,0-1 0 0 0,0 0 0 0 0,0 0 1 0 0,-4 14 752 0 0,0 23 51 0 0,4-27-627 0 0,-14 228 1469 0 0,11-79-5855 0 0,4-148 2519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3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2224 0 0,'1'-3'2544'0'0,"18"-33"10371"0"0,-13 43-10686 0 0,0 21-491 0 0,-1 1 0 0 0,-2 0 0 0 0,0 33 0 0 0,-7 89-153 0 0,-1-98-1317 0 0,0 19-4802 0 0,6-64 3781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4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56 668 0 0,'19'-56'25357'0'0,"-18"58"-25137"0"0,0 0 1 0 0,0 0-1 0 0,0 0 0 0 0,0 0 1 0 0,0 0-1 0 0,0 0 0 0 0,0 0 1 0 0,-1 0-1 0 0,1 0 0 0 0,-1 0 1 0 0,0 0-1 0 0,1 4 0 0 0,-1 34 1223 0 0,0-19-793 0 0,-2 216 1466 0 0,0-158-4626 0 0,1 0-4358 0 0,1-66 4475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63 448 0 0,'-5'-14'3728'0'0,"4"10"-2658"0"0,-1 1-1 0 0,1-1 1 0 0,0 0 0 0 0,0 0 0 0 0,1 1 0 0 0,-1-1 0 0 0,1 0-1 0 0,0 0 1 0 0,0-7 0 0 0,2 10-887 0 0,-1 1-1 0 0,0-1 1 0 0,1 1 0 0 0,-1-1 0 0 0,0 1-1 0 0,1 0 1 0 0,-1-1 0 0 0,1 1 0 0 0,-1 0-1 0 0,0 0 1 0 0,1 0 0 0 0,-1 0-1 0 0,1 0 1 0 0,-1 1 0 0 0,0-1 0 0 0,1 0-1 0 0,1 1 1 0 0,22 8 380 0 0,0 0 0 0 0,-1 1 0 0 0,-1 2 0 0 0,1 0 0 0 0,-2 2 0 0 0,0 0 0 0 0,0 1-1 0 0,-2 2 1 0 0,0 0 0 0 0,28 31 0 0 0,-23-20-386 0 0,-2 1-1 0 0,-1 1 1 0 0,-1 1-1 0 0,-1 1 0 0 0,-2 1 1 0 0,26 65-1 0 0,-35-71-138 0 0,-1 0-1 0 0,-1 0 1 0 0,-2 1-1 0 0,0 0 1 0 0,-2 0-1 0 0,-1 36 1 0 0,-3-25-1 0 0,-2-2 0 0 0,-2 1 0 0 0,-1 0 0 0 0,-13 42 0 0 0,3-27-671 0 0,-3-2-1 0 0,-33 67 0 0 0,18-54-2367 0 0,-51 72-1 0 0,65-107-1098 0 0,-24 27 1 0 0,11-23-3424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5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26 226 2572 0 0,'-25'-40'16218'0'0,"25"38"-16092"0"0,0 1 0 0 0,0-1 0 0 0,0 1 1 0 0,1-1-1 0 0,-1 1 0 0 0,0-1 0 0 0,1 1 1 0 0,-1-1-1 0 0,1 1 0 0 0,0-1 0 0 0,1-1 1 0 0,17-12 33 0 0,2 1 1 0 0,0 1 0 0 0,39-18-1 0 0,81-24-114 0 0,-78 32-15 0 0,-52 19-37 0 0,-7 2-25 0 0,0 0 0 0 0,0 1 0 0 0,0-1 0 0 0,0 1 0 0 0,1 0 0 0 0,5 0 0 0 0,-9 1 27 0 0,0 0 0 0 0,0 0 1 0 0,-1 0-1 0 0,1 0 0 0 0,0 1 1 0 0,0-1-1 0 0,0 0 0 0 0,0 0 1 0 0,-1 1-1 0 0,1-1 0 0 0,0 1 1 0 0,0-1-1 0 0,0 1 0 0 0,-1-1 1 0 0,1 1-1 0 0,0-1 0 0 0,-1 1 1 0 0,1 0-1 0 0,-1-1 0 0 0,1 1 1 0 0,-1 0-1 0 0,1 0 0 0 0,-1-1 1 0 0,1 1-1 0 0,-1 0 0 0 0,1 0 1 0 0,-1 0-1 0 0,0 0 0 0 0,0-1 1 0 0,1 1-1 0 0,-1 0 0 0 0,0 0 1 0 0,0 0-1 0 0,0 0 0 0 0,0 1 1 0 0,10 229 1282 0 0,-9-143-682 0 0,3 39 25 0 0,-1 210 991 0 0,-4-319-1343 0 0,-5 55 3445 0 0,5-70-3612 0 0,0 1 0 0 0,0-1 0 0 0,0 0 1 0 0,-1 0-1 0 0,1 0 0 0 0,-1 0 0 0 0,1 0 0 0 0,-1 0 1 0 0,0 0-1 0 0,-1-1 0 0 0,1 1 0 0 0,0-1 1 0 0,-1 0-1 0 0,1 1 0 0 0,-1-1 0 0 0,0 0 0 0 0,0 0 1 0 0,1-1-1 0 0,-1 1 0 0 0,-4 1 0 0 0,-5 2 264 0 0,1-1 0 0 0,-1 0 0 0 0,0-1 0 0 0,-14 2 0 0 0,11-3-367 0 0,-10-1 0 0 0,2-2 0 0 0,1-1 0 0 0,4 1-2 0 0,3-2-107 0 0,6-2-123 0 0,7 4-105 0 0,0 0 0 0 0,0 0 0 0 0,0 0 0 0 0,0-1 0 0 0,1 1 0 0 0,-1 0 0 0 0,0-1-1 0 0,0 1 1 0 0,1-1 0 0 0,-1 0 0 0 0,1 1 0 0 0,0-1 0 0 0,-1 0 0 0 0,1 0 0 0 0,0 0 0 0 0,0 0 0 0 0,0 0-1 0 0,-1-4 1 0 0,2 3-421 0 0,-1-1-1 0 0,1 1 1 0 0,0-1-1 0 0,0 1 1 0 0,0-1-1 0 0,1 1 1 0 0,-1-1-1 0 0,1 1 1 0 0,0-1-1 0 0,0 1 1 0 0,0-1-1 0 0,2-3 1 0 0,4-9-4699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6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39 221 2836 0 0,'-18'-18'10343'0'0,"1"2"-4360"0"0,15 6-4648 0 0,2 9-1311 0 0,-1 1 0 0 0,1-1 0 0 0,0 1 0 0 0,0 0 0 0 0,0-1 0 0 0,0 1 0 0 0,0-1 0 0 0,0 1 0 0 0,-1-1 0 0 0,1 1-1 0 0,0-1 1 0 0,1 1 0 0 0,-1-1 0 0 0,0 1 0 0 0,0-1 0 0 0,0 1 0 0 0,0-1 0 0 0,0 1 0 0 0,0 0 0 0 0,0-1 0 0 0,1 1-1 0 0,-1-1 1 0 0,0 1 0 0 0,0-1 0 0 0,1 1 0 0 0,-1 0 0 0 0,0-1 0 0 0,1 1 0 0 0,-1 0 0 0 0,0-1 0 0 0,1 1 0 0 0,-1 0 0 0 0,0 0-1 0 0,1-1 1 0 0,-1 1 0 0 0,1 0 0 0 0,-1 0 0 0 0,1-1 0 0 0,15-8-211 0 0,1 0 0 0 0,0 0 0 0 0,1 2-1 0 0,-1 0 1 0 0,1 1 0 0 0,31-6 0 0 0,-23 6-487 0 0,208-54-6468 0 0,-232 59 7389 0 0,1 0 0 0 0,-1 0-1 0 0,0 0 1 0 0,0 0-1 0 0,1 0 1 0 0,-1-1 0 0 0,0 1-1 0 0,0-1 1 0 0,0 0 0 0 0,0 0-1 0 0,7-8 2894 0 0,-10 18-2702 0 0,0 0-1 0 0,0 0 1 0 0,-1 0 0 0 0,-4 12-1 0 0,-5 23 315 0 0,9-23-600 0 0,1-1 1 0 0,1 0 0 0 0,0 1-1 0 0,1-1 1 0 0,2 1 0 0 0,4 20 0 0 0,-5-35-120 0 0,-1 1 0 0 0,1-1 1 0 0,1 1-1 0 0,-1-1 1 0 0,1 0-1 0 0,0 0 1 0 0,0 0-1 0 0,0 0 0 0 0,1 0 1 0 0,7 7-1 0 0,-8-9-9 0 0,1-1-1 0 0,-1 1 1 0 0,1-1 0 0 0,-1 0-1 0 0,1 0 1 0 0,0 0-1 0 0,0-1 1 0 0,0 1-1 0 0,0-1 1 0 0,0 0 0 0 0,1 0-1 0 0,-1 0 1 0 0,0-1-1 0 0,0 1 1 0 0,1-1 0 0 0,6-1-1 0 0,-6 1-12 0 0,0-1 1 0 0,0 0-1 0 0,0 0 0 0 0,-1 0 1 0 0,1 0-1 0 0,0-1 0 0 0,0 0 1 0 0,-1 0-1 0 0,1 0 0 0 0,-1-1 0 0 0,0 1 1 0 0,1-1-1 0 0,-1 0 0 0 0,0 0 1 0 0,-1-1-1 0 0,1 1 0 0 0,-1-1 1 0 0,1 0-1 0 0,-1 0 0 0 0,0 0 1 0 0,-1 0-1 0 0,1 0 0 0 0,-1-1 0 0 0,1 1 1 0 0,-1-1-1 0 0,-1 0 0 0 0,3-6 1 0 0,-2 4-8 0 0,-1 0 0 0 0,1 0 1 0 0,-1 0-1 0 0,-1-1 0 0 0,1 1 0 0 0,-1 0 1 0 0,0 0-1 0 0,-1-1 0 0 0,0 1 1 0 0,0 0-1 0 0,0 0 0 0 0,-1 0 0 0 0,0 0 1 0 0,-1 0-1 0 0,1 0 0 0 0,-1 0 1 0 0,-1 1-1 0 0,-4-8 0 0 0,2 7-11 0 0,0 0 0 0 0,0 1 1 0 0,-1-1-1 0 0,0 1 0 0 0,0 1 0 0 0,0 0 0 0 0,-1 0 0 0 0,1 0 1 0 0,-1 1-1 0 0,-1 0 0 0 0,1 0 0 0 0,0 1 0 0 0,-1 0 0 0 0,0 1 1 0 0,1 0-1 0 0,-1 0 0 0 0,0 1 0 0 0,0 0 0 0 0,0 0 0 0 0,0 1 1 0 0,0 0-1 0 0,0 1 0 0 0,-15 3 0 0 0,18-2-11 0 0,-14 11-55 0 0,16-5 38 0 0,3-5 14 0 0,1-2 21 0 0,0 0-1 0 0,0-1 1 0 0,0 1-1 0 0,0-1 0 0 0,1 1 1 0 0,-1 0-1 0 0,0-1 0 0 0,0 1 1 0 0,0-1-1 0 0,1 1 1 0 0,-1-1-1 0 0,0 1 0 0 0,0-1 1 0 0,1 1-1 0 0,-1-1 0 0 0,1 1 1 0 0,-1-1-1 0 0,0 1 1 0 0,1-1-1 0 0,-1 0 0 0 0,1 1 1 0 0,-1-1-1 0 0,1 0 0 0 0,-1 1 1 0 0,1-1-1 0 0,-1 0 0 0 0,1 1 1 0 0,-1-1-1 0 0,1 0 1 0 0,-1 0-1 0 0,1 0 0 0 0,1 1 1 0 0,19 4 32 0 0,3-5-30 0 0,0 0 0 0 0,-1-2 1 0 0,1-1-1 0 0,-1 0 0 0 0,40-13 1 0 0,5 1-22 0 0,-42 10-12 0 0,0 1 1 0 0,0 1-1 0 0,1 1 0 0 0,-1 1 0 0 0,1 2 0 0 0,28 3 1 0 0,-46-2 42 0 0,-1-1 0 0 0,0 1 1 0 0,1 1-1 0 0,-1-1 0 0 0,0 1 1 0 0,-1 1-1 0 0,1-1 0 0 0,-1 1 0 0 0,1 1 1 0 0,-1 0-1 0 0,0 0 0 0 0,-1 0 1 0 0,1 0-1 0 0,-1 1 0 0 0,0 0 1 0 0,-1 1-1 0 0,1-1 0 0 0,-1 1 1 0 0,-1 0-1 0 0,1 0 0 0 0,-1 1 1 0 0,0-1-1 0 0,2 9 0 0 0,-3-8 163 0 0,0 1 0 0 0,-1-1 0 0 0,0 1 0 0 0,0-1 0 0 0,-1 1-1 0 0,0-1 1 0 0,-1 1 0 0 0,0 0 0 0 0,-1-1 0 0 0,1 1 0 0 0,-5 16 0 0 0,3-16 359 0 0,-1-1 0 0 0,0 0 0 0 0,0 0 1 0 0,-1 0-1 0 0,0-1 0 0 0,0 1 0 0 0,-7 8 1 0 0,11-16-473 0 0,-1 1 1 0 0,1 0 0 0 0,-1-1 0 0 0,1 1-1 0 0,-1 0 1 0 0,0-1 0 0 0,1 1 0 0 0,-1-1-1 0 0,0 1 1 0 0,1-1 0 0 0,-1 1 0 0 0,0-1-1 0 0,0 0 1 0 0,0 1 0 0 0,1-1 0 0 0,-1 0-1 0 0,0 1 1 0 0,0-1 0 0 0,0 0 0 0 0,0 0-1 0 0,1 0 1 0 0,-1 0 0 0 0,0 0 0 0 0,0 0-1 0 0,0 0 1 0 0,0 0 0 0 0,0 0 0 0 0,0-1-1 0 0,1 1 1 0 0,-1 0 0 0 0,0 0 0 0 0,0-1 0 0 0,0 1-1 0 0,1-1 1 0 0,-1 1 0 0 0,0 0 0 0 0,0-1-1 0 0,1 1 1 0 0,-2-2 0 0 0,0 0-23 0 0,0 1 0 0 0,1-1 0 0 0,-1 0 0 0 0,1 1 0 0 0,-1-1 0 0 0,1 0 0 0 0,-1 0 0 0 0,1 0-1 0 0,0 0 1 0 0,0 0 0 0 0,0 0 0 0 0,-1-5 0 0 0,2 1-22 0 0,0 0-1 0 0,0 0 1 0 0,0-1-1 0 0,1 1 1 0 0,0 0-1 0 0,0 0 1 0 0,1 0-1 0 0,0 0 1 0 0,0 0-1 0 0,5-11 1 0 0,3-3-309 0 0,20-31 1 0 0,-14 28-1384 0 0,0 1 1 0 0,2 1 0 0 0,33-32 0 0 0,-11 19-4052 0 0,3 2-3681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6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1572 0 0,'-1'-23'6663'0'0,"3"-17"8561"0"0,5 71-14431 0 0,-1 1 0 0 0,1 38-1 0 0,-3-27-561 0 0,0-17-230 0 0,0-1 0 0 0,14 45 1 0 0,-12-54-2320 0 0,0-1 1 0 0,15 28-1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6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111 121 1504 0 0,'-33'-38'7064'0'0,"19"19"-4331"0"0,-2 1-1 0 0,-29-26 0 0 0,43 43-2828 0 0,2 2-398 0 0,0 0 345 0 0,0 0 0 0 0,0 0 0 0 0,0 0 0 0 0,0 0 0 0 0,0 1 0 0 0,0-1 0 0 0,0 0 0 0 0,1 0 0 0 0,-1 0 0 0 0,0 0 0 0 0,1 0 1 0 0,-1 0-1 0 0,1 0 0 0 0,0 2 0 0 0,23 30-6715 0 0,-13-18 2191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7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36 652 0 0,'22'32'8250'0'0,"-2"0"-3723"0"0,-2-1-2959 0 0,-2 1 1 0 0,24 65-1 0 0,-38-90-1340 0 0,1 0 418 0 0,-1 0 1 0 0,0 1 0 0 0,0-1 0 0 0,-1 1-1 0 0,1 9 1 0 0,-6-22-341 0 0,3 4-291 0 0,0 1 0 0 0,0-1 0 0 0,0 0 0 0 0,1 1 1 0 0,-1-1-1 0 0,0 1 0 0 0,1-1 0 0 0,-1 0 0 0 0,0 0 0 0 0,1 1 0 0 0,-1-1 0 0 0,1 0 0 0 0,-1 0 0 0 0,0-2 0 0 0,-1-4 1 0 0,1 0 0 0 0,0 0 0 0 0,0 0 0 0 0,0 0 0 0 0,1-1 0 0 0,0 1 0 0 0,0 0 0 0 0,1 0 0 0 0,0-1-1 0 0,0 1 1 0 0,4-10 0 0 0,-1 6-16 0 0,0 0 0 0 0,1 0 0 0 0,0 0 0 0 0,1 1-1 0 0,0 0 1 0 0,14-17 0 0 0,-11 16-4 0 0,0 1-1 0 0,1 0 1 0 0,0 0-1 0 0,1 1 1 0 0,0 0 0 0 0,0 1-1 0 0,1 1 1 0 0,0-1-1 0 0,0 2 1 0 0,1 0 0 0 0,0 0-1 0 0,25-6 1 0 0,-33 11-7 0 0,0 0 0 0 0,0 0 1 0 0,0 1-1 0 0,0-1 0 0 0,0 1 1 0 0,0 1-1 0 0,0-1 0 0 0,0 1 1 0 0,0-1-1 0 0,0 1 0 0 0,0 1 1 0 0,-1-1-1 0 0,1 1 0 0 0,0 0 1 0 0,0 0-1 0 0,-1 0 0 0 0,9 6 1 0 0,-9-4 21 0 0,1 0 0 0 0,-1 0 1 0 0,0 1-1 0 0,0-1 0 0 0,0 1 1 0 0,0 0-1 0 0,-1 1 0 0 0,0-1 1 0 0,0 0-1 0 0,-1 1 0 0 0,1 0 1 0 0,-1-1-1 0 0,0 1 0 0 0,1 8 1 0 0,4 51-341 0 0,-2-13-3285 0 0,-2-38 1023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7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252 189 1384 0 0,'13'-22'3084'0'0,"-2"-1"0"0"0,0-1 0 0 0,-1 1 0 0 0,-1-2 0 0 0,8-36 0 0 0,-17 60-3070 0 0,0 1 1 0 0,0 0 0 0 0,0 0-1 0 0,0-1 1 0 0,0 1 0 0 0,0 0-1 0 0,0-1 1 0 0,0 1 0 0 0,0 0-1 0 0,0-1 1 0 0,0 1 0 0 0,0 0-1 0 0,0-1 1 0 0,0 1 0 0 0,0 0-1 0 0,0 0 1 0 0,0-1 0 0 0,0 1-1 0 0,0 0 1 0 0,0-1 0 0 0,0 1-1 0 0,-1 0 1 0 0,1 0 0 0 0,0-1-1 0 0,0 1 1 0 0,0 0 0 0 0,-1 0-1 0 0,1-1 1 0 0,0 1 0 0 0,0 0-1 0 0,0 0 1 0 0,-1 0 0 0 0,1-1-1 0 0,0 1 1 0 0,-1 0 0 0 0,1 0-1 0 0,0 0 1 0 0,0 0 0 0 0,-1 0-1 0 0,1 0 1 0 0,0-1 0 0 0,-1 1-1 0 0,1 0 1 0 0,0 0 0 0 0,0 0-1 0 0,-1 0 1 0 0,1 0 0 0 0,0 0-1 0 0,-1 0 1 0 0,1 0 0 0 0,0 0-1 0 0,-1 1 1 0 0,1-1 0 0 0,0 0-1 0 0,-1 0 1 0 0,1 0 0 0 0,0 0-1 0 0,0 0 1 0 0,-1 1 0 0 0,-18 9 284 0 0,10-2-114 0 0,1 0 0 0 0,-1 0-1 0 0,1 1 1 0 0,1 0 0 0 0,0 1 0 0 0,0-1-1 0 0,1 1 1 0 0,-5 11 0 0 0,-1 4 521 0 0,1 1-1 0 0,-10 34 1 0 0,11-22-11 0 0,2 0-1 0 0,2 1 1 0 0,1 0-1 0 0,2 0 1 0 0,4 61-1 0 0,31 195 1475 0 0,-21-220-1868 0 0,-4-31-186 0 0,-1-6 236 0 0,1 44 1 0 0,-6-71-300 0 0,-1 0 0 0 0,-1 1-1 0 0,0-1 1 0 0,-1 0-1 0 0,0 0 1 0 0,0 0 0 0 0,-1 0-1 0 0,-7 15 1 0 0,8-22-52 0 0,0 0 0 0 0,-1 0 0 0 0,1 0 0 0 0,-1 0 0 0 0,0 0 0 0 0,0-1 0 0 0,-5 5 0 0 0,6-6-147 0 0,0-1 0 0 0,-1 1-1 0 0,1-1 1 0 0,0 0 0 0 0,-1 1 0 0 0,1-1 0 0 0,-1 0 0 0 0,0 0-1 0 0,1-1 1 0 0,-1 1 0 0 0,0 0 0 0 0,1-1 0 0 0,-1 0-1 0 0,0 0 1 0 0,0 1 0 0 0,1-2 0 0 0,-1 1 0 0 0,0 0 0 0 0,0 0-1 0 0,1-1 1 0 0,-5-1 0 0 0,6 2 49 0 0,-5-2-699 0 0,1 1-1 0 0,-1-1 0 0 0,0 0 0 0 0,1-1 1 0 0,0 0-1 0 0,0 1 0 0 0,0-2 1 0 0,0 1-1 0 0,0 0 0 0 0,-7-8 0 0 0,8 7-466 0 0,1 0 0 0 0,-1 0-1 0 0,1 0 1 0 0,0-1 0 0 0,0 1-1 0 0,1-1 1 0 0,-3-6 0 0 0,-3-10-6874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7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1 256 1740 0 0,'1'-9'1784'0'0,"0"0"-1"0"0,1 1 1 0 0,0-1-1 0 0,1 0 1 0 0,6-15-1 0 0,-5 18-1587 0 0,0 0 0 0 0,0 0 0 0 0,0 0-1 0 0,1 1 1 0 0,-1-1 0 0 0,1 1 0 0 0,1 0 0 0 0,-1 1-1 0 0,1-1 1 0 0,0 1 0 0 0,0 0 0 0 0,9-4 0 0 0,22-10-466 0 0,0 2 1 0 0,2 2-1 0 0,59-14 1 0 0,7-3-6675 0 0,-75 20 2383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8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22 2048 0 0,'-8'-16'16231'0'0,"3"10"-13912"0"0,2 12-1846 0 0,1 1 0 0 0,0-1 0 0 0,0 1 0 0 0,0 0 0 0 0,1-1 0 0 0,0 1 1 0 0,0 8-1 0 0,-1 53 989 0 0,2-60-1329 0 0,-1 22 41 0 0,1 1 0 0 0,2-1-1 0 0,2 0 1 0 0,0 0-1 0 0,10 32 1 0 0,-14-60-301 0 0,1 0 0 0 0,0 0 0 0 0,0-1 0 0 0,-1 1 0 0 0,1 0 1 0 0,0 0-1 0 0,0 0 0 0 0,1 0 0 0 0,-1-1 0 0 0,0 1 0 0 0,1-1 0 0 0,-1 1 1 0 0,1-1-1 0 0,-1 1 0 0 0,1-1 0 0 0,0 0 0 0 0,-1 0 0 0 0,1 0 0 0 0,0 0 1 0 0,0 0-1 0 0,0 0 0 0 0,2 1 0 0 0,-1-2-341 0 0,0 0-1 0 0,-1 0 1 0 0,1 0-1 0 0,0 0 1 0 0,-1 0-1 0 0,1-1 1 0 0,0 1 0 0 0,-1-1-1 0 0,1 0 1 0 0,-1 1-1 0 0,1-1 1 0 0,-1 0 0 0 0,1-1-1 0 0,-1 1 1 0 0,0 0-1 0 0,0-1 1 0 0,0 1-1 0 0,3-3 1 0 0,12-13-4715 0 0,0-2-2432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60 2212 0 0,'-11'-9'2184'0'0,"-4"-1"-251"0"0,6 2-417 0 0,-3 2-260 0 0,0-2-348 0 0,0 1-144 0 0,1 2-208 0 0,1 2 268 0 0,-9 0-336 0 0,3 4-440 0 0,5 6-652 0 0,4 7-1148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8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15 964 0 0,'-2'-4'15307'0'0,"11"7"-15128"0"0,-1 1-1 0 0,1 0 1 0 0,-1 1-1 0 0,0 0 1 0 0,-1 0-1 0 0,1 1 1 0 0,-1 0-1 0 0,0 0 1 0 0,0 0-1 0 0,-1 1 1 0 0,0 0-1 0 0,0 1 1 0 0,-1-1-1 0 0,8 15 1 0 0,-5-8-62 0 0,-1 0-1 0 0,0 0 1 0 0,-1 1-1 0 0,-1 0 1 0 0,-1 0 0 0 0,0 0-1 0 0,-1 0 1 0 0,2 19 0 0 0,-4-28 7 0 0,-1-1 0 0 0,0 0 0 0 0,0 0 0 0 0,-1 1 0 0 0,1-1 1 0 0,-1 0-1 0 0,0 0 0 0 0,0 0 0 0 0,-1 0 0 0 0,0 0 0 0 0,-4 8 1 0 0,-9-18 87 0 0,13 4-203 0 0,0 0 0 0 0,1-1 0 0 0,-1 1 0 0 0,1-1-1 0 0,-1 0 1 0 0,1 1 0 0 0,0-1 0 0 0,0 0 0 0 0,-1 0 0 0 0,1 0-1 0 0,0 0 1 0 0,1 0 0 0 0,-1 0 0 0 0,0 0 0 0 0,1 0 0 0 0,-1-3-1 0 0,-5-34 58 0 0,6 31-63 0 0,1-1 0 0 0,-1 1 1 0 0,2-1-1 0 0,-1 1 1 0 0,1-1-1 0 0,1 1 0 0 0,-1 0 1 0 0,1 0-1 0 0,1 0 0 0 0,-1 1 1 0 0,1-1-1 0 0,1 1 0 0 0,-1 0 1 0 0,1 0-1 0 0,9-9 1 0 0,-2 3-3 0 0,1 0 0 0 0,0 1 0 0 0,0 1 1 0 0,1 0-1 0 0,1 1 0 0 0,23-13 0 0 0,-31 19-2 0 0,2 0 0 0 0,-1 0 0 0 0,0 1 0 0 0,1 0 0 0 0,0 1 0 0 0,-1 0 0 0 0,1 0 0 0 0,0 1 0 0 0,13-1 0 0 0,-19 2 30 0 0,1 0 1 0 0,0 1-1 0 0,0-1 0 0 0,-1 1 0 0 0,1 0 0 0 0,-1 0 1 0 0,1 0-1 0 0,-1 1 0 0 0,1-1 0 0 0,-1 1 0 0 0,0 0 1 0 0,0 0-1 0 0,1 0 0 0 0,-1 0 0 0 0,-1 0 1 0 0,1 1-1 0 0,0-1 0 0 0,-1 1 0 0 0,1 0 0 0 0,-1 0 1 0 0,0 0-1 0 0,0 0 0 0 0,0 0 0 0 0,0 1 1 0 0,1 3-1 0 0,3 8 99 0 0,-1 0 0 0 0,-1 0 0 0 0,4 23 0 0 0,6 18-262 0 0,-14-54 8 0 0,1-1 0 0 0,0 1 0 0 0,-1-1-1 0 0,1 1 1 0 0,0-1 0 0 0,0 1-1 0 0,0-1 1 0 0,0 0 0 0 0,0 1-1 0 0,1-1 1 0 0,-1 0 0 0 0,0 0-1 0 0,0 0 1 0 0,1 0 0 0 0,-1 0-1 0 0,1 0 1 0 0,-1 0 0 0 0,1-1-1 0 0,-1 1 1 0 0,1 0 0 0 0,0-1-1 0 0,-1 1 1 0 0,1-1 0 0 0,0 0 0 0 0,-1 0-1 0 0,1 1 1 0 0,0-1 0 0 0,-1 0-1 0 0,4-1 1 0 0,2 1-1450 0 0,0-1 1 0 0,0 0-1 0 0,0-1 0 0 0,0 0 1 0 0,12-5-1 0 0,5-3-5884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9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1704 0 0,'18'-17'22303'0'0,"-17"27"-20908"0"0,-3 7-1299 0 0,-7 86 3538 0 0,5 174 1 0 0,5-262-3635 0 0,-1 0 0 0 0,0-14-19 0 0,0 0-1 0 0,0-1 1 0 0,0 1-1 0 0,0-1 1 0 0,0 1 0 0 0,0 0-1 0 0,0-1 1 0 0,0 1-1 0 0,0-1 1 0 0,1 1 0 0 0,-1 0-1 0 0,0-1 1 0 0,0 1-1 0 0,1-1 1 0 0,-1 1 0 0 0,0-1-1 0 0,1 1 1 0 0,-1-1-1 0 0,0 1 1 0 0,1-1 0 0 0,-1 1-1 0 0,1-1 1 0 0,-1 0-1 0 0,0 1 1 0 0,1-1 0 0 0,-1 1-1 0 0,1-1 1 0 0,-1 0-1 0 0,1 0 1 0 0,0 1-1 0 0,-1-1 1 0 0,1 0 0 0 0,-1 0-1 0 0,1 0 1 0 0,-1 0-1 0 0,1 1 1 0 0,0-1 0 0 0,-1 0-1 0 0,1 0 1 0 0,-1 0-1 0 0,1 0 1 0 0,0 0 0 0 0,0-1-1 0 0,16-8-1512 0 0,-6 0-286 0 0,-1-1 0 0 0,-1-1 0 0 0,0 0-1 0 0,0 0 1 0 0,11-19 0 0 0,3-10-6306 0 0,-10 13-820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39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110 104 3032 0 0,'-55'-52'10102'0'0,"2"2"-5438"0"0,52 49-4690 0 0,18 11-3527 0 0,23 4-3471 0 0,-27-9 2233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0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27 2760 0 0,'3'-26'20262'0'0,"-22"232"-14332"0"0,5 107-4095 0 0,15-214-1627 0 0,0-88-200 0 0,1 0-1 0 0,0 0 1 0 0,0 0 0 0 0,1 0-1 0 0,0 0 1 0 0,9 18-1 0 0,-11-26-5 0 0,1 0 0 0 0,0 0-1 0 0,0 0 1 0 0,0 0 0 0 0,0-1 0 0 0,0 1-1 0 0,0-1 1 0 0,1 1 0 0 0,-1-1 0 0 0,1 0-1 0 0,-1 0 1 0 0,1 0 0 0 0,0 0 0 0 0,0 0-1 0 0,0-1 1 0 0,0 1 0 0 0,0-1 0 0 0,5 1-1 0 0,-3-1-23 0 0,-1 0-1 0 0,1-1 1 0 0,0 0-1 0 0,0 0 1 0 0,-1 0-1 0 0,1-1 1 0 0,0 1-1 0 0,0-1 0 0 0,-1 0 1 0 0,1-1-1 0 0,7-2 1 0 0,2-2-72 0 0,-1-1-1 0 0,0-1 1 0 0,0 0 0 0 0,-1 0 0 0 0,0-1-1 0 0,0-1 1 0 0,12-13 0 0 0,-8 5 68 0 0,0 0 0 0 0,0 0 0 0 0,-2-2 1 0 0,-1 0-1 0 0,0-1 0 0 0,-1 0 0 0 0,-2 0 1 0 0,0-1-1 0 0,-1-1 0 0 0,8-31 0 0 0,-17 53 28 0 0,0 1-1 0 0,0 0 0 0 0,1-1 0 0 0,-1 1 0 0 0,0 0 1 0 0,0 0-1 0 0,0-1 0 0 0,0 1 0 0 0,0 0 1 0 0,0-1-1 0 0,0 1 0 0 0,0 0 0 0 0,0-1 0 0 0,0 1 1 0 0,0 0-1 0 0,0-1 0 0 0,0 1 0 0 0,0 0 1 0 0,0-1-1 0 0,0 1 0 0 0,0 0 0 0 0,-1 0 0 0 0,1-1 1 0 0,0 1-1 0 0,0 0 0 0 0,0-1 0 0 0,0 1 0 0 0,-1 0 1 0 0,1 0-1 0 0,0-1 0 0 0,0 1 0 0 0,0 0 1 0 0,-1 0-1 0 0,1 0 0 0 0,0-1 0 0 0,0 1 0 0 0,-1 0 1 0 0,1 0-1 0 0,0 0 0 0 0,-1 0 0 0 0,1 0 0 0 0,0-1 1 0 0,-1 1-1 0 0,1 0 0 0 0,0 0 0 0 0,-1 0 1 0 0,1 0-1 0 0,0 0 0 0 0,0 0 0 0 0,-1 0 0 0 0,1 0 1 0 0,0 0-1 0 0,-1 0 0 0 0,1 0 0 0 0,0 1 1 0 0,-1-1-1 0 0,0 0 0 0 0,-16 8 6 0 0,8-1 31 0 0,1 1 0 0 0,0 0 0 0 0,0 0 0 0 0,1 0 0 0 0,0 1 0 0 0,1 0 0 0 0,0 1 0 0 0,0-1 0 0 0,-4 13-1 0 0,4-9-5 0 0,0 0-1 0 0,1 1 0 0 0,1 0 0 0 0,0 0 0 0 0,1 0 1 0 0,-1 24-1 0 0,3-35-5 0 0,1 1-1 0 0,0-1 1 0 0,0 0 0 0 0,0 1 0 0 0,0-1-1 0 0,1 1 1 0 0,0-1 0 0 0,-1 0 0 0 0,1 1-1 0 0,0-1 1 0 0,1 0 0 0 0,-1 0 0 0 0,0 0-1 0 0,1 0 1 0 0,0 0 0 0 0,0 0 0 0 0,0 0-1 0 0,0-1 1 0 0,0 1 0 0 0,3 2 0 0 0,0-2-5 0 0,0 1 0 0 0,0-1 1 0 0,1-1-1 0 0,-1 1 0 0 0,1-1 1 0 0,-1 0-1 0 0,1 0 0 0 0,0 0 1 0 0,0-1-1 0 0,10 2 0 0 0,0-2-336 0 0,1 0 0 0 0,-1 0 0 0 0,0-2-1 0 0,0 0 1 0 0,1-1 0 0 0,-1 0 0 0 0,0-2 0 0 0,0 1-1 0 0,22-10 1 0 0,-13 3-1843 0 0,0-2 0 0 0,-1 0 1 0 0,0-2-1 0 0,40-30 0 0 0,-56 38 161 0 0,0-1 0 0 0,0-1-1 0 0,7-9 1 0 0,2-3-4893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0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81 1088 0 0,'-322'-13'23671'0'0,"330"4"-23078"0"0,3 5-570 0 0,-1 0 1 0 0,0 1-1 0 0,1 0 0 0 0,0 1 0 0 0,0 0 0 0 0,0 0 0 0 0,16 1 0 0 0,-11-1-144 0 0,218-12-3643 0 0,-115 8-476 0 0,-1-3-3487 0 0,-57 3 446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1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84 1464 0 0,'31'-78'16824'0'0,"-33"76"-16488"0"0,2 2-331 0 0,0 0 1 0 0,0 0 0 0 0,0-1-1 0 0,0 1 1 0 0,0 0-1 0 0,0 0 1 0 0,0 0-1 0 0,0 0 1 0 0,0-1-1 0 0,0 1 1 0 0,-1 0-1 0 0,1 0 1 0 0,0 0-1 0 0,0 0 1 0 0,0 0-1 0 0,0 0 1 0 0,0-1-1 0 0,0 1 1 0 0,0 0 0 0 0,-1 0-1 0 0,1 0 1 0 0,0 0-1 0 0,0 0 1 0 0,0 0-1 0 0,0 0 1 0 0,0 0-1 0 0,-1 0 1 0 0,1 0-1 0 0,0 0 1 0 0,0 0-1 0 0,0 0 1 0 0,0-1-1 0 0,-1 1 1 0 0,1 0-1 0 0,0 0 1 0 0,0 1 0 0 0,0-1-1 0 0,0 0 1 0 0,-1 0-1 0 0,1 0 1 0 0,0 0-1 0 0,0 0 1 0 0,0 0-1 0 0,0 0 1 0 0,-1 0-1 0 0,1 0 1 0 0,0 0-1 0 0,0 0 1 0 0,0 0-1 0 0,-20 11 124 0 0,1 0-1 0 0,1 1 1 0 0,0 1-1 0 0,-23 21 1 0 0,31-24-110 0 0,0 0 0 0 0,1 0-1 0 0,0 1 1 0 0,0 0 0 0 0,1 0 0 0 0,1 1 0 0 0,0 0 0 0 0,-8 19 0 0 0,14-27-13 0 0,0 0 0 0 0,0-1 0 0 0,0 1 0 0 0,0 0 0 0 0,1 1 0 0 0,0-1 0 0 0,0 0 0 0 0,0 0 0 0 0,0 0-1 0 0,0 0 1 0 0,1 0 0 0 0,0 0 0 0 0,0 0 0 0 0,0 0 0 0 0,0 0 0 0 0,0-1 0 0 0,1 1 0 0 0,0 0 0 0 0,0-1 0 0 0,0 1 0 0 0,0-1 0 0 0,1 0 0 0 0,-1 1-1 0 0,1-1 1 0 0,0 0 0 0 0,4 3 0 0 0,8 8 21 0 0,2-2-1 0 0,0 0 0 0 0,0-1 1 0 0,22 10-1 0 0,4 4-27 0 0,-27-15 78 0 0,-8-6-117 0 0,-1 1-1 0 0,1 0 1 0 0,12 12 0 0 0,-18-15 132 0 0,0 0 0 0 0,0 0 1 0 0,-1 1-1 0 0,1-1 0 0 0,0 0 1 0 0,-1 1-1 0 0,0 0 0 0 0,0-1 1 0 0,0 1-1 0 0,0 0 0 0 0,0-1 1 0 0,0 1-1 0 0,0 0 0 0 0,-1 0 1 0 0,0 0-1 0 0,1 4 0 0 0,-2-2 146 0 0,1 0-1 0 0,-1 0 1 0 0,1 0-1 0 0,-1 0 0 0 0,-1-1 1 0 0,1 1-1 0 0,-1 0 1 0 0,0 0-1 0 0,0-1 1 0 0,0 1-1 0 0,0-1 0 0 0,-5 6 1 0 0,2-3-30 0 0,-1 0 1 0 0,0-1-1 0 0,0 0 1 0 0,-1 0-1 0 0,1 0 1 0 0,-13 7 0 0 0,6-5-94 0 0,-1-1 1 0 0,1 0 0 0 0,-1-1 0 0 0,0-1 0 0 0,-1 0 0 0 0,1-1 0 0 0,-26 4-1 0 0,37-7-273 0 0,0-1 0 0 0,0 1 0 0 0,-1-1-1 0 0,1 0 1 0 0,0 0 0 0 0,0-1 0 0 0,0 1-1 0 0,0-1 1 0 0,0 1 0 0 0,0-1 0 0 0,0 0-1 0 0,0 0 1 0 0,0 0 0 0 0,-4-3 0 0 0,6 3 2 0 0,0 0 1 0 0,1 1-1 0 0,-1-1 1 0 0,0 1-1 0 0,1-1 1 0 0,-1 0-1 0 0,1 1 1 0 0,-1-1 0 0 0,1 0-1 0 0,-1 0 1 0 0,1 0-1 0 0,0 1 1 0 0,-1-1-1 0 0,1 0 1 0 0,0 0-1 0 0,0 0 1 0 0,0 0-1 0 0,-1 0 1 0 0,1-1-1 0 0,0 0-123 0 0,1 0 0 0 0,-1 1 0 0 0,0-1 0 0 0,1 0 0 0 0,0 1 0 0 0,-1-1 0 0 0,1 0 0 0 0,0 1 0 0 0,0-1 0 0 0,0 0 0 0 0,0 1 0 0 0,2-3 0 0 0,6-6-946 0 0,1 1 1 0 0,-1 0 0 0 0,2 1 0 0 0,-1 0 0 0 0,1 1-1 0 0,20-10 1 0 0,-5 1-1667 0 0,4-2-1096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2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1 502 3680 0 0,'72'-40'5272'0'0,"-2"-2"3728"0"0,-69 42-8624 0 0,3 2 188 0 0,-4-2-545 0 0,0 0-1 0 0,0 0 1 0 0,0 0-1 0 0,1 0 1 0 0,-1 1-1 0 0,0-1 1 0 0,0 0-1 0 0,0 0 1 0 0,1 0-1 0 0,-1 0 0 0 0,0 0 1 0 0,0 0-1 0 0,0 0 1 0 0,0 0-1 0 0,1 1 1 0 0,-1-1-1 0 0,0 0 1 0 0,0 0-1 0 0,0 0 1 0 0,0 0-1 0 0,0 1 1 0 0,1-1-1 0 0,-1 0 1 0 0,0 0-1 0 0,0 0 0 0 0,0 0 1 0 0,0 1-1 0 0,0-1 1 0 0,0 0-1 0 0,0 0 1 0 0,0 0-1 0 0,0 1 1 0 0,0-1-1 0 0,0 0 1 0 0,0 0-1 0 0,0 1 1 0 0,0-1-1 0 0,0 0 0 0 0,-4 21 1162 0 0,-11 36 0 0 0,10-41-991 0 0,1 0 0 0 0,0 0 0 0 0,1 0 0 0 0,-2 28 0 0 0,5-38-140 0 0,0 0-1 0 0,0 0 1 0 0,1 0-1 0 0,0 0 0 0 0,0 0 1 0 0,0 0-1 0 0,1 0 0 0 0,0 0 1 0 0,0-1-1 0 0,4 9 0 0 0,-4-11-25 0 0,0-1 0 0 0,0 0 0 0 0,0 1 1 0 0,0-1-1 0 0,0 0 0 0 0,1 0 0 0 0,-1 0 0 0 0,0 0 0 0 0,1-1 0 0 0,0 1 0 0 0,-1-1 0 0 0,1 0 0 0 0,0 1 0 0 0,0-1 0 0 0,0 0 0 0 0,0 0 0 0 0,0-1 0 0 0,0 1 0 0 0,0-1 0 0 0,0 0 0 0 0,0 1 0 0 0,5-2 1 0 0,-2 1-13 0 0,0-1 0 0 0,0 0 1 0 0,0-1-1 0 0,0 1 0 0 0,0-1 1 0 0,0 0-1 0 0,-1-1 0 0 0,1 1 1 0 0,-1-1-1 0 0,1 0 1 0 0,-1-1-1 0 0,0 1 0 0 0,0-1 1 0 0,0 0-1 0 0,-1 0 0 0 0,1-1 1 0 0,-1 0-1 0 0,0 1 0 0 0,6-11 1 0 0,-1 0-29 0 0,0 0 0 0 0,-1 0 1 0 0,0 0-1 0 0,-1-1 0 0 0,-1 0 0 0 0,4-18 1 0 0,-8 29 11 0 0,-1 0 0 0 0,0 0 0 0 0,0 0 0 0 0,-1-1 0 0 0,0 1 0 0 0,1 0 1 0 0,-2-1-1 0 0,1 1 0 0 0,-1 0 0 0 0,1 0 0 0 0,-1-1 0 0 0,-1 1 0 0 0,1 0 1 0 0,-1 0-1 0 0,0 0 0 0 0,0 0 0 0 0,0 1 0 0 0,-1-1 0 0 0,0 0 1 0 0,0 1-1 0 0,-5-7 0 0 0,2 6 4 0 0,1 0 0 0 0,-1 0 1 0 0,0 1-1 0 0,0 0 0 0 0,0 0 0 0 0,0 0 1 0 0,-1 1-1 0 0,0 0 0 0 0,1 0 0 0 0,-1 1 1 0 0,0 0-1 0 0,0 0 0 0 0,-1 0 0 0 0,1 1 1 0 0,-9 0-1 0 0,5 0-8 0 0,1 1 0 0 0,-1 1 0 0 0,0-1 0 0 0,1 2 0 0 0,-1 0 0 0 0,1 0 0 0 0,0 0 0 0 0,-1 2 0 0 0,-11 4 0 0 0,17-5 3 0 0,-1-1 1 0 0,0 1 0 0 0,1 1 0 0 0,-1-1-1 0 0,1 1 1 0 0,0 0 0 0 0,1 0-1 0 0,-1 1 1 0 0,1-1 0 0 0,-1 1 0 0 0,1 0-1 0 0,1 0 1 0 0,-1 0 0 0 0,1 1-1 0 0,0-1 1 0 0,-4 11 0 0 0,6-14-24 0 0,0 1 0 0 0,0 0 0 0 0,1-1 0 0 0,0 1 0 0 0,-1 0 0 0 0,1 0 0 0 0,0 0 0 0 0,0-1 0 0 0,0 1 0 0 0,1 0 0 0 0,-1 0 0 0 0,1-1 0 0 0,-1 1 1 0 0,1 0-1 0 0,0 0 0 0 0,0-1 0 0 0,0 1 0 0 0,1-1 0 0 0,-1 1 0 0 0,1-1 0 0 0,-1 0 0 0 0,1 1 0 0 0,0-1 0 0 0,0 0 0 0 0,0 0 0 0 0,0 0 0 0 0,0 0 0 0 0,3 2 0 0 0,2 0-135 0 0,-1 0-1 0 0,1 0 0 0 0,-1 0 0 0 0,1-1 0 0 0,0 0 1 0 0,0 0-1 0 0,1-1 0 0 0,-1 0 0 0 0,10 2 0 0 0,-3-3-83 0 0,-1 0 0 0 0,1-1 0 0 0,0 0 0 0 0,-1-1 1 0 0,1-1-1 0 0,0 0 0 0 0,-1-1 0 0 0,0 0 0 0 0,0-1 0 0 0,0 0 0 0 0,0-1 0 0 0,0-1 0 0 0,-1 0 0 0 0,0-1 0 0 0,0 0 0 0 0,-1-1 0 0 0,0 0 0 0 0,16-15 0 0 0,-8 4 28 0 0,-1 0 0 0 0,0-1 0 0 0,-2-1-1 0 0,0-1 1 0 0,-2 0 0 0 0,0-1 0 0 0,-1-1-1 0 0,15-40 1 0 0,-16 30 1294 0 0,-2-1 0 0 0,-2 0 0 0 0,7-56 0 0 0,-8 42 709 0 0,-7 47-1553 0 0,-2 3-204 0 0,1 0 0 0 0,0 0 1 0 0,0 0-1 0 0,0 0 0 0 0,0 1 0 0 0,0-1 0 0 0,0 0 0 0 0,1 1 0 0 0,-1-1 0 0 0,-1 2 1 0 0,-14 44 374 0 0,2 0 0 0 0,2 1 0 0 0,2 0-1 0 0,-4 52 1 0 0,10-66-311 0 0,-10 103 275 0 0,13-121-345 0 0,1 1-1 0 0,1 0 1 0 0,1-1 0 0 0,0 1 0 0 0,1-1-1 0 0,5 17 1 0 0,-6-29-63 0 0,-1 0 0 0 0,0-1 0 0 0,1 1 0 0 0,-1-1 0 0 0,1 1 0 0 0,0-1 0 0 0,1 0 0 0 0,-1 0-1 0 0,0 0 1 0 0,1 0 0 0 0,-1 0 0 0 0,1-1 0 0 0,0 1 0 0 0,0-1 0 0 0,0 1 0 0 0,0-1 0 0 0,1 0 0 0 0,-1 0 0 0 0,1-1 0 0 0,6 3 0 0 0,-6-3-151 0 0,1 0 1 0 0,-1 0 0 0 0,1-1 0 0 0,-1 0 0 0 0,1 0 0 0 0,0 0 0 0 0,-1-1 0 0 0,1 1 0 0 0,-1-1 0 0 0,1 0-1 0 0,-1 0 1 0 0,0-1 0 0 0,1 1 0 0 0,-1-1 0 0 0,0 0 0 0 0,0 0 0 0 0,5-4 0 0 0,4-3-375 0 0,0-1 0 0 0,-1 0-1 0 0,0-1 1 0 0,-1 0 0 0 0,-1-1 0 0 0,18-25 0 0 0,-10 10 568 0 0,-2-1 0 0 0,19-42 0 0 0,-3-17 4661 0 0,-32 86-4240 0 0,-3 8-326 0 0,0 0 0 0 0,0 1 0 0 0,-2 10 0 0 0,2-5-2 0 0,1 0 0 0 0,0 0 0 0 0,0 1 0 0 0,1-1 0 0 0,1 0 0 0 0,1 1 0 0 0,0-1 0 0 0,0 1 0 0 0,5 15 0 0 0,-5-25-130 0 0,0 1 1 0 0,0-1-1 0 0,1 0 0 0 0,-1 0 1 0 0,1 0-1 0 0,0 0 0 0 0,0 0 1 0 0,1 0-1 0 0,-1 0 0 0 0,1 0 1 0 0,0-1-1 0 0,0 0 0 0 0,0 1 1 0 0,1-1-1 0 0,-1 0 0 0 0,1-1 0 0 0,-1 1 1 0 0,1-1-1 0 0,0 1 0 0 0,0-1 1 0 0,0 0-1 0 0,0 0 0 0 0,0-1 1 0 0,1 1-1 0 0,-1-1 0 0 0,1 0 1 0 0,-1 0-1 0 0,0-1 0 0 0,1 1 1 0 0,6-1-1 0 0,-6-1-183 0 0,1 0 0 0 0,-1 0 0 0 0,0 0 0 0 0,0 0 0 0 0,1-1-1 0 0,-1 0 1 0 0,0 0 0 0 0,-1 0 0 0 0,1-1 0 0 0,0 0 0 0 0,-1 0 0 0 0,1 0 0 0 0,-1 0 0 0 0,0-1 0 0 0,0 1 0 0 0,0-1 0 0 0,-1 0 0 0 0,1-1 0 0 0,-1 1 0 0 0,5-9 0 0 0,3-6-2 0 0,-1 0 1 0 0,0 0-1 0 0,12-39 1 0 0,4-43 5160 0 0,-25 99-4388 0 0,-4 25 81 0 0,-1-6-415 0 0,0 1 0 0 0,2 0 1 0 0,0 0-1 0 0,0 27 1 0 0,3-35-219 0 0,-1 0 0 0 0,1 0 0 0 0,1 0 0 0 0,0 0 0 0 0,0 0 0 0 0,1-1 0 0 0,0 1 0 0 0,1-1 0 0 0,7 15 0 0 0,-9-21-236 0 0,0 1-1 0 0,1 0 1 0 0,0-1 0 0 0,0 0 0 0 0,0 1-1 0 0,0-1 1 0 0,1-1 0 0 0,-1 1-1 0 0,1 0 1 0 0,0-1 0 0 0,-1 0 0 0 0,1 1-1 0 0,0-2 1 0 0,0 1 0 0 0,1 0-1 0 0,-1-1 1 0 0,0 0 0 0 0,8 2 0 0 0,-8-3-376 0 0,-1 0 0 0 0,1 0 0 0 0,-1 0 0 0 0,1 0 0 0 0,-1-1 1 0 0,1 0-1 0 0,-1 1 0 0 0,0-1 0 0 0,1 0 0 0 0,-1 0 0 0 0,0-1 0 0 0,0 1 1 0 0,0-1-1 0 0,0 0 0 0 0,5-3 0 0 0,6-8-5063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2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85 216 2276 0 0,'-10'-207'15334'0'0,"8"198"-14506"0"0,-2 15 258 0 0,-4 14 385 0 0,-13 91 950 0 0,-9 174-1 0 0,20-26-1433 0 0,20-128-2294 0 0,-5-99-1626 0 0,17 60 0 0 0,-12-71-374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2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2244 0 0,'3'-64'17339'0'0,"-2"184"-15756"0"0,-2-79-2979 0 0,6 68 0 0 0,-4-103 981 0 0,5 30-2777 0 0,0-12-2085 0 0,1-6-1809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64 2968 0 0,'-2'-2'804'0'0,"0"0"-1"0"0,-1 1 1 0 0,1-1-1 0 0,0 0 0 0 0,-1 1 1 0 0,1-1-1 0 0,-1 1 1 0 0,0 0-1 0 0,1 0 1 0 0,-5-1-1 0 0,7 2-678 0 0,-1 0 0 0 0,1 0 0 0 0,-1 0 0 0 0,0 0 0 0 0,1 0 0 0 0,-1 0 1 0 0,1 1-1 0 0,-1-1 0 0 0,1 0 0 0 0,-1 0 0 0 0,0 0 0 0 0,1 1 0 0 0,-1-1 0 0 0,1 0 0 0 0,-1 1 0 0 0,1-1 0 0 0,-1 1 0 0 0,1-1 0 0 0,0 0 1 0 0,-1 1-1 0 0,-9 20 677 0 0,7-8-366 0 0,1 1 0 0 0,0-1 0 0 0,1 1 0 0 0,0 0 0 0 0,1-1 0 0 0,2 17-1 0 0,0-7-157 0 0,2 0-1 0 0,12 42 0 0 0,-13-56-189 0 0,0 0 0 0 0,1 0 0 0 0,1-1 0 0 0,-1 1 0 0 0,10 12 0 0 0,-12-17-65 0 0,1-1-1 0 0,-1 0 1 0 0,1 0-1 0 0,0 0 0 0 0,0-1 1 0 0,0 1-1 0 0,0-1 1 0 0,1 1-1 0 0,-1-1 1 0 0,0 0-1 0 0,1 0 0 0 0,0-1 1 0 0,-1 1-1 0 0,1-1 1 0 0,7 2-1 0 0,-8-3-48 0 0,-1 1 1 0 0,1-1-1 0 0,0 0 0 0 0,-1 0 0 0 0,1 0 0 0 0,0 0 1 0 0,-1-1-1 0 0,1 1 0 0 0,-1-1 0 0 0,1 0 1 0 0,-1 0-1 0 0,1 1 0 0 0,-1-2 0 0 0,1 1 0 0 0,-1 0 1 0 0,0 0-1 0 0,4-3 0 0 0,-3 1-78 0 0,0 0 0 0 0,0 0 1 0 0,-1 0-1 0 0,1 0 0 0 0,-1-1 0 0 0,0 1 0 0 0,0-1 0 0 0,0 0 0 0 0,0 1 0 0 0,1-6 1 0 0,1-2-111 0 0,-1-1 0 0 0,0 1-1 0 0,-1-1 1 0 0,-1 0 0 0 0,0 0 0 0 0,-1-18 0 0 0,0 20 176 0 0,-1 0-1 0 0,-1 1 0 0 0,0-1 1 0 0,0 0-1 0 0,-1 1 1 0 0,0 0-1 0 0,-6-12 0 0 0,-4-2 360 0 0,-19-30-1 0 0,-11-18 456 0 0,43 70-775 0 0,0 1 0 0 0,0 0 0 0 0,0-1 1 0 0,0 1-1 0 0,0 0 0 0 0,0-1 0 0 0,0 1 1 0 0,0 0-1 0 0,0 0 0 0 0,0-1 1 0 0,0 1-1 0 0,0 0 0 0 0,0-1 0 0 0,1 1 1 0 0,-1 0-1 0 0,0 0 0 0 0,0-1 0 0 0,0 1 1 0 0,1 0-1 0 0,-1 0 0 0 0,0 0 0 0 0,0-1 1 0 0,1 1-1 0 0,-1 0 0 0 0,0 0 0 0 0,0 0 1 0 0,1 0-1 0 0,-1-1 0 0 0,0 1 0 0 0,1 0 1 0 0,-1 0-1 0 0,0 0 0 0 0,0 0 0 0 0,1 0 1 0 0,-1 0-1 0 0,0 0 0 0 0,1 0 1 0 0,-1 0-1 0 0,1 0 0 0 0,18-2 27 0 0,22 5 71 0 0,1 1 1 0 0,56 13-1 0 0,-87-14-73 0 0,1 0 0 0 0,-1 0 0 0 0,0 1 0 0 0,0 1 0 0 0,0 0 0 0 0,0 0 0 0 0,-1 1 0 0 0,0 1 0 0 0,0 0 0 0 0,0 0 0 0 0,-1 1 0 0 0,0 0 0 0 0,12 14 0 0 0,-18-18 95 0 0,-1 1 0 0 0,1-1 0 0 0,-1 1 0 0 0,0-1-1 0 0,0 1 1 0 0,0 0 0 0 0,0-1 0 0 0,-1 1 0 0 0,0 0-1 0 0,0 0 1 0 0,0 0 0 0 0,-1 0 0 0 0,0 0-1 0 0,0 0 1 0 0,0 0 0 0 0,0 0 0 0 0,-1 0 0 0 0,0 0-1 0 0,0 0 1 0 0,0 0 0 0 0,-1 0 0 0 0,1 0 0 0 0,-1 0-1 0 0,-1-1 1 0 0,1 1 0 0 0,0-1 0 0 0,-1 0 0 0 0,-3 5-1 0 0,5-8-114 0 0,1 0-1 0 0,-1 0 0 0 0,0-1 1 0 0,1 1-1 0 0,-1 0 1 0 0,0 0-1 0 0,1-1 0 0 0,-1 1 1 0 0,0 0-1 0 0,0-1 0 0 0,1 1 1 0 0,-1-1-1 0 0,0 1 0 0 0,0-1 1 0 0,0 1-1 0 0,0-1 0 0 0,-1 1 1 0 0,1-1-8 0 0,1 0 0 0 0,0 0 0 0 0,-1 0 0 0 0,1-1 1 0 0,-1 1-1 0 0,1 0 0 0 0,-1 0 0 0 0,1 0 0 0 0,0 0 0 0 0,-1-1 1 0 0,1 1-1 0 0,0 0 0 0 0,-1 0 0 0 0,1-1 0 0 0,0 1 0 0 0,-1 0 1 0 0,1-1-1 0 0,0 1 0 0 0,-1 0 0 0 0,1-1 0 0 0,0 1 0 0 0,0 0 1 0 0,0-1-1 0 0,-1 1 0 0 0,1-1 0 0 0,-1-2-11 0 0,0 1 1 0 0,0-1-1 0 0,1 0 0 0 0,-1 1 1 0 0,1-1-1 0 0,0 0 0 0 0,-1 0 1 0 0,2-4-1 0 0,1-6-58 0 0,1 1 0 0 0,0-1 1 0 0,1 1-1 0 0,1 0 0 0 0,0 0 0 0 0,1 0 0 0 0,0 1 1 0 0,10-14-1 0 0,-11 16 56 0 0,1 1 1 0 0,1 1 0 0 0,-1-1-1 0 0,1 1 1 0 0,1 0-1 0 0,-1 1 1 0 0,1 0 0 0 0,0 0-1 0 0,1 1 1 0 0,0 0-1 0 0,10-5 1 0 0,-16 8 22 0 0,1 1 0 0 0,0 0 0 0 0,0 0 0 0 0,-1 0 0 0 0,1 0-1 0 0,0 1 1 0 0,0 0 0 0 0,0-1 0 0 0,0 1 0 0 0,0 1 0 0 0,0-1 0 0 0,0 0 0 0 0,0 1 0 0 0,-1 0 0 0 0,1 0 0 0 0,0 0 0 0 0,0 1-1 0 0,-1-1 1 0 0,1 1 0 0 0,-1 0 0 0 0,1 0 0 0 0,-1 0 0 0 0,0 0 0 0 0,0 0 0 0 0,0 1 0 0 0,0-1 0 0 0,0 1 0 0 0,-1 0 0 0 0,1 0-1 0 0,3 6 1 0 0,0 0 77 0 0,-1 0 0 0 0,0 0 0 0 0,0 0 1 0 0,-1 0-1 0 0,-1 1 0 0 0,1 0 0 0 0,-1 0 0 0 0,-1 0 0 0 0,0 0 0 0 0,1 17 0 0 0,-3-7 12 0 0,0 0 0 0 0,-3 21 1 0 0,2-34-607 0 0,0-1 0 0 0,0 0 0 0 0,-1 1 0 0 0,0-1 0 0 0,0 0 0 0 0,0 0 0 0 0,-1 0 0 0 0,1 0 0 0 0,-2 0 0 0 0,-3 6 0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4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1021 133 2072 0 0,'-29'-24'5568'0'0,"-42"-37"5931"0"0,28 20-7533 0 0,33 34-4133 0 0</inkml:trace>
  <inkml:trace contextRef="#ctx0" brushRef="#br0" timeOffset="1">97 183 628 0 0,'-96'21'13912'0'0,"181"-21"-13098"0"0,-79-1-604 0 0,-1 1 0 0 0,1 0 0 0 0,0 0 0 0 0,-1 1-1 0 0,1 0 1 0 0,6 1 0 0 0,3 1 64 0 0,216 5-788 0 0,-77-2-6991 0 0,-88-2 831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46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41 2144 0 0,'-2'-16'5560'0'0,"-2"-2"-2424"0"0,2 11-770 0 0,0 13 301 0 0,-19 557 171 0 0,22-522-2626 0 0,0-2-739 0 0,-1-11-4305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3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35 1752 0 0,'-35'-6'8823'0'0,"17"4"-4396"0"0,1 0-1305 0 0,7 1-1058 0 0,23-2-1622 0 0,21-1-854 0 0,113-11 924 0 0,-96 14-4438 0 0,1 3-4621 0 0,-36-1 2694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3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25 1764 0 0,'-105'59'18630'0'0,"103"-59"-18013"0"0,-4 5 1363 0 0,154-36-2917 0 0,1-5-6880 0 0,-111 26 3073 0 0,0-1-2345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1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40 968 0 0,'0'0'1113'0'0,"-18"-24"5094"0"0,16 23-6043 0 0,0-1 125 0 0,1 1 0 0 0,-2-1 0 0 0,1 0 0 0 0,0 1 1 0 0,0 0-1 0 0,0 0 0 0 0,0 0 0 0 0,-1 0 0 0 0,1 0 0 0 0,-4-1 0 0 0,4 2-274 0 0,0 1 0 0 0,1-1 0 0 0,-1 0 1 0 0,0 1-1 0 0,1-1 0 0 0,-1 1 0 0 0,0 0 0 0 0,1 0 1 0 0,-1 0-1 0 0,1-1 0 0 0,-1 1 0 0 0,1 1 0 0 0,0-1 1 0 0,-1 0-1 0 0,1 0 0 0 0,0 0 0 0 0,0 1 0 0 0,0-1 1 0 0,0 0-1 0 0,0 1 0 0 0,0-1 0 0 0,0 1 0 0 0,0 0 1 0 0,0 2-1 0 0,-1 0 2 0 0,-8 16 221 0 0,2 0 1 0 0,0 0-1 0 0,-9 40 0 0 0,-6 65 835 0 0,17-87-907 0 0,2 1 0 0 0,1 0 1 0 0,2 0-1 0 0,2 0 1 0 0,1 0-1 0 0,13 63 1 0 0,-11-86-102 0 0,1 0 0 0 0,0-1 0 0 0,1 0 1 0 0,0 0-1 0 0,2-1 0 0 0,-1 1 1 0 0,2-1-1 0 0,10 13 0 0 0,-11-18 16 0 0,0 0 0 0 0,1 0 0 0 0,0-1-1 0 0,0 0 1 0 0,1-1 0 0 0,0 0-1 0 0,0 0 1 0 0,1-1 0 0 0,0-1 0 0 0,0 0-1 0 0,22 7 1 0 0,-18-7 16 0 0,1-1 0 0 0,0-1-1 0 0,0-1 1 0 0,0 0 0 0 0,0-1 0 0 0,1-1-1 0 0,-1 0 1 0 0,21-4 0 0 0,-28 3-366 0 0,-1-1 0 0 0,1 0 0 0 0,-1-1 1 0 0,0 0-1 0 0,0 0 0 0 0,0-1 0 0 0,11-6 0 0 0,-14 7-466 0 0,0-1-1 0 0,-1 0 0 0 0,1 0 0 0 0,0 0 0 0 0,-1-1 0 0 0,0 1 0 0 0,0-1 0 0 0,-1 0 1 0 0,1 0-1 0 0,-1-1 0 0 0,3-7 0 0 0,1-1-3526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1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89 1960 0 0,'-2'-4'678'0'0,"0"1"-1"0"0,0-1 1 0 0,1 0-1 0 0,-1 1 1 0 0,1-1 0 0 0,0 0-1 0 0,0 0 1 0 0,0 0-1 0 0,1 0 1 0 0,0 0 0 0 0,-1 0-1 0 0,2-7 1 0 0,-1 9-583 0 0,1 1 1 0 0,0-1-1 0 0,0 0 0 0 0,0 0 1 0 0,0 1-1 0 0,0-1 1 0 0,0 1-1 0 0,0-1 1 0 0,0 1-1 0 0,0-1 1 0 0,1 1-1 0 0,-1 0 0 0 0,1-1 1 0 0,-1 1-1 0 0,1 0 1 0 0,-1 0-1 0 0,1 0 1 0 0,0 0-1 0 0,-1 0 1 0 0,1 1-1 0 0,0-1 0 0 0,0 1 1 0 0,-1-1-1 0 0,1 1 1 0 0,0-1-1 0 0,0 1 1 0 0,0 0-1 0 0,3 0 1 0 0,5-1 75 0 0,0 1 0 0 0,0 1 0 0 0,0-1 0 0 0,0 1 0 0 0,0 1 1 0 0,-1 0-1 0 0,1 1 0 0 0,0-1 0 0 0,-1 2 0 0 0,15 6 0 0 0,-6-1-110 0 0,1 2 0 0 0,-2-1-1 0 0,0 2 1 0 0,18 15 0 0 0,-29-22-5 0 0,-1 0 1 0 0,1 1-1 0 0,-1-1 0 0 0,0 1 1 0 0,0 1-1 0 0,-1-1 1 0 0,0 0-1 0 0,0 1 0 0 0,0 0 1 0 0,-1 0-1 0 0,0 0 1 0 0,-1 0-1 0 0,1 1 0 0 0,-1-1 1 0 0,-1 1-1 0 0,2 8 1 0 0,-3-7 69 0 0,0-1 0 0 0,0 1 0 0 0,-1-1 1 0 0,0 1-1 0 0,-1-1 0 0 0,1 1 0 0 0,-2-1 0 0 0,1 0 1 0 0,-1 1-1 0 0,0-1 0 0 0,-1-1 0 0 0,0 1 1 0 0,0-1-1 0 0,-8 10 0 0 0,4-6-35 0 0,-1 0 0 0 0,-1 0 0 0 0,0-1 0 0 0,-1-1 0 0 0,0 0 0 0 0,0 0 0 0 0,0-1 0 0 0,-18 9 0 0 0,3-4-268 0 0,0-1 1 0 0,-1-2-1 0 0,-29 8 0 0 0,55-18-43 0 0,0 1 1 0 0,0-1-1 0 0,-1 0 0 0 0,1 0 0 0 0,0 0 1 0 0,0 0-1 0 0,0 0 0 0 0,0 0 1 0 0,0 0-1 0 0,0 0 0 0 0,0 0 0 0 0,0 0 1 0 0,0-1-1 0 0,0 1 0 0 0,0 0 1 0 0,0-1-1 0 0,0 1 0 0 0,0-1 0 0 0,0 1 1 0 0,0-1-1 0 0,0 1 0 0 0,0-1 1 0 0,1 0-1 0 0,-1 1 0 0 0,0-1 0 0 0,0 0 1 0 0,1 0-1 0 0,-1 0 0 0 0,0 1 1 0 0,1-1-1 0 0,-1 0 0 0 0,1 0 0 0 0,-1 0 1 0 0,1 0-1 0 0,0 0 0 0 0,-1 0 1 0 0,1 0-1 0 0,0 0 0 0 0,0 0 0 0 0,-1 0 1 0 0,1 0-1 0 0,0 0 0 0 0,0-1 1 0 0,0 1-1 0 0,0 0 0 0 0,0 0 0 0 0,1-1 1 0 0,3-12-5518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2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123 102 1940 0 0,'35'-102'16539'0'0,"-41"112"-15886"0"0,-8 19-7 0 0,1 0 1 0 0,1 2-1 0 0,-14 54 1 0 0,16-49-367 0 0,-15 52 323 0 0,-15 111-1 0 0,34-162-570 0 0,3 0-1 0 0,1 0 1 0 0,1 1-1 0 0,2-1 1 0 0,12 71-1 0 0,-8-87-272 0 0,0-1 1 0 0,1 0-1 0 0,1 0 1 0 0,16 32-1 0 0,-20-46-211 0 0,1 0 0 0 0,-1 0 1 0 0,1 0-1 0 0,0-1 0 0 0,0 1 0 0 0,1-1 1 0 0,-1 0-1 0 0,1-1 0 0 0,0 1 1 0 0,1-1-1 0 0,-1 0 0 0 0,1 0 0 0 0,0-1 1 0 0,0 1-1 0 0,0-1 0 0 0,0-1 0 0 0,0 1 1 0 0,12 2-1 0 0,1-4-4028 0 0,1-4-2242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2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103 136 1740 0 0,'0'-77'14942'0'0,"-12"101"-13558"0"0,-16 77 375 0 0,-27 198 1 0 0,53-289-1885 0 0,-3 25 1744 0 0,4-34-1080 0 0,1-3-108 0 0,1-22-227 0 0,2-22-176 0 0,3-1 1 0 0,1 2 0 0 0,3-1-1 0 0,1 1 1 0 0,3 0-1 0 0,1 2 1 0 0,3-1 0 0 0,22-40-1 0 0,-38 79-46 0 0,0 1 1 0 0,1 0-1 0 0,-1-1 0 0 0,1 1 0 0 0,0 0 0 0 0,0 1 0 0 0,0-1 0 0 0,1 1 0 0 0,-1-1 1 0 0,1 1-1 0 0,0 0 0 0 0,0 0 0 0 0,0 1 0 0 0,7-4 0 0 0,-9 6 18 0 0,0 0-1 0 0,0 0 0 0 0,0 0 1 0 0,0 0-1 0 0,-1 1 0 0 0,1-1 1 0 0,0 0-1 0 0,0 1 1 0 0,-1 0-1 0 0,1-1 0 0 0,0 1 1 0 0,-1 0-1 0 0,1 0 0 0 0,-1 0 1 0 0,1 0-1 0 0,-1 0 0 0 0,1 0 1 0 0,1 3-1 0 0,4 3 52 0 0,0 1-1 0 0,0 0 1 0 0,0 1 0 0 0,-1-1-1 0 0,0 1 1 0 0,-1 1 0 0 0,0-1-1 0 0,-1 1 1 0 0,5 13 0 0 0,4 16 140 0 0,7 41 0 0 0,-18-73-177 0 0,39 205-133 0 0,-28-123-7841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2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94 116 148 0 0,'-54'-31'12025'0'0,"21"12"-6911"0"0,33 18-5071 0 0,-1 1-1 0 0,1 0 1 0 0,0 0-1 0 0,-1 0 1 0 0,1 0 0 0 0,0 0-1 0 0,0 0 1 0 0,-1 0-1 0 0,1-1 1 0 0,0 1 0 0 0,-1 0-1 0 0,1 0 1 0 0,0 0 0 0 0,0-1-1 0 0,0 1 1 0 0,-1 0-1 0 0,1 0 1 0 0,0-1 0 0 0,0 1-1 0 0,0 0 1 0 0,0-1-1 0 0,-1 1 1 0 0,1 0 0 0 0,0 0-1 0 0,0-1 1 0 0,0 1-1 0 0,0 0 1 0 0,0-1 0 0 0,0 1-1 0 0,0 0 1 0 0,0-1 0 0 0,0 0-1 0 0,9-4 386 0 0,19 0-350 0 0,-27 4 5 0 0,116-9-403 0 0,-11 1-2466 0 0,-3-9-4733 0 0,-69 9 1266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31 808 0 0,'-1'-2'2810'0'0,"-9"-26"6997"0"0,22 41-8765 0 0,-1 1 1 0 0,0 0-1 0 0,-1 0 1 0 0,-1 1-1 0 0,14 30 1 0 0,-5-2-87 0 0,14 48 1 0 0,-20-48-920 0 0,-2 1 1 0 0,-1 0 0 0 0,-3 1 0 0 0,-1-1-1 0 0,-3 1 1 0 0,-1 0 0 0 0,-3 0 0 0 0,-1 0-1 0 0,-2-1 1 0 0,-3 1 0 0 0,-1-1 0 0 0,-22 64-1 0 0,30-105-177 0 0,-34 93-3546 0 0,27-80-545 0 0,-16 28 0 0 0,10-24-3160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5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1332 0 0,'0'0'988'0'0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1 980 0 0,'-41'8'1752'0'0,"-1"0"-564"0"0,3 0-148 0 0,8-2-327 0 0,6-1-41 0 0,1 0-196 0 0,6-4-32 0 0,0 4-160 0 0,4-2 0 0 0,1 1-136 0 0,1-3 56 0 0,-2 4-124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95 1440 0 0,'-6'-39'7049'0'0,"1"14"-2041"0"0,-2 1-460 0 0,7 23-4503 0 0,0 1 1 0 0,0 0-1 0 0,0-1 1 0 0,0 1-1 0 0,-1 0 1 0 0,1 0-1 0 0,0-1 1 0 0,0 1-1 0 0,0 0 1 0 0,0-1-1 0 0,-1 1 1 0 0,1 0 0 0 0,0 0-1 0 0,0-1 1 0 0,-1 1-1 0 0,1 0 1 0 0,0 0-1 0 0,-1 0 1 0 0,1 0-1 0 0,0-1 1 0 0,0 1-1 0 0,-1 0 1 0 0,1 0-1 0 0,0 0 1 0 0,-1 0-1 0 0,1 0 1 0 0,0 0 0 0 0,-1 0-1 0 0,1 0 1 0 0,0 0-1 0 0,-1 0 1 0 0,1 0-1 0 0,0 0 1 0 0,-1 0-1 0 0,1 0 1 0 0,0 0-1 0 0,-1 0 1 0 0,1 0-1 0 0,0 0 1 0 0,-1 0 0 0 0,1 1-1 0 0,0-1 1 0 0,-1 0-1 0 0,1 0 1 0 0,0 0-1 0 0,0 1 1 0 0,-1-1-1 0 0,1 0 1 0 0,0 0-1 0 0,0 1 1 0 0,-1-1-1 0 0,1 0 1 0 0,0 0-1 0 0,0 1 1 0 0,0-1 0 0 0,-5 8 235 0 0,1 1 0 0 0,0-1 0 0 0,0 1 1 0 0,1 0-1 0 0,0-1 0 0 0,1 1 1 0 0,0 0-1 0 0,-1 16 0 0 0,-4 13 551 0 0,-11 45 654 0 0,4 0-1 0 0,-4 98 0 0 0,18 169 738 0 0,15-156-1268 0 0,-9-155-721 0 0,1 0 0 0 0,23 70 0 0 0,-28-104-250 0 0,0-1-1 0 0,0 1 0 0 0,0-1 1 0 0,1 1-1 0 0,-1-1 0 0 0,1 0 1 0 0,0 0-1 0 0,0 0 0 0 0,1 0 0 0 0,-1 0 1 0 0,1-1-1 0 0,0 0 0 0 0,6 5 1 0 0,-7-7-151 0 0,-1 0 0 0 0,0 0 1 0 0,1 0-1 0 0,-1 0 1 0 0,1 0-1 0 0,-1-1 0 0 0,1 1 1 0 0,-1-1-1 0 0,1 1 0 0 0,-1-1 1 0 0,1 0-1 0 0,-1 0 1 0 0,1-1-1 0 0,-1 1 0 0 0,1 0 1 0 0,-1-1-1 0 0,1 0 0 0 0,-1 1 1 0 0,1-1-1 0 0,-1 0 1 0 0,0 0-1 0 0,1 0 0 0 0,-1-1 1 0 0,0 1-1 0 0,0 0 0 0 0,0-1 1 0 0,0 0-1 0 0,3-2 1 0 0,4-5-878 0 0,-2 0 0 0 0,1 0 1 0 0,-1 0-1 0 0,0-1 0 0 0,-1 0 1 0 0,0-1-1 0 0,-1 1 0 0 0,5-13 1 0 0,7-24-5977 0 0,-7 11-1392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4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104 226 2924 0 0,'-19'-27'2862'0'0,"2"5"-91"0"0,2 0 0 0 0,0-1 0 0 0,-18-40 0 0 0,32 62-2698 0 0,1-1 0 0 0,-1 0 0 0 0,0 1 0 0 0,1-1-1 0 0,-1 1 1 0 0,1-1 0 0 0,0 0 0 0 0,0 0 0 0 0,-1 1 0 0 0,1-1-1 0 0,0 0 1 0 0,0 0 0 0 0,1 1 0 0 0,-1-1 0 0 0,0 0 0 0 0,1 1-1 0 0,-1-1 1 0 0,1 0 0 0 0,-1 1 0 0 0,1-1 0 0 0,0 1 0 0 0,-1-1-1 0 0,3-2 1 0 0,-1 2-7 0 0,0 0 0 0 0,0 0 0 0 0,1 0 0 0 0,-1 1 0 0 0,1-1 0 0 0,-1 0 0 0 0,1 1 0 0 0,0 0 0 0 0,-1-1 0 0 0,1 1 0 0 0,0 0 0 0 0,4 0 0 0 0,6-2 60 0 0,-1 2-1 0 0,1-1 1 0 0,-1 2-1 0 0,1-1 1 0 0,18 3-1 0 0,-13 1-13 0 0,-1 1 1 0 0,0 0-1 0 0,0 1 0 0 0,-1 0 0 0 0,1 2 1 0 0,-1 0-1 0 0,-1 0 0 0 0,1 2 0 0 0,-1 0 0 0 0,15 12 1 0 0,-20-14 35 0 0,-1 1 1 0 0,0 1 0 0 0,0-1 0 0 0,0 2-1 0 0,-1-1 1 0 0,0 1 0 0 0,-1 0 0 0 0,0 0-1 0 0,-1 1 1 0 0,0 0 0 0 0,-1 0 0 0 0,0 1-1 0 0,-1 0 1 0 0,6 24 0 0 0,-9-27-49 0 0,0 1 1 0 0,-1 0 0 0 0,-1 0-1 0 0,1 0 1 0 0,-2 0 0 0 0,1-1-1 0 0,-1 1 1 0 0,-1 0 0 0 0,0-1-1 0 0,0 0 1 0 0,-1 0-1 0 0,0 0 1 0 0,0 0 0 0 0,-1 0-1 0 0,0-1 1 0 0,-12 15 0 0 0,6-11-365 0 0,1 1 0 0 0,-1-2 0 0 0,-1 1 0 0 0,0-2 0 0 0,-1 0 0 0 0,0 0 0 0 0,-1-1 1 0 0,0-1-1 0 0,-23 11 0 0 0,34-17-435 0 0,-1-1 1 0 0,1 0-1 0 0,-1 0 0 0 0,1 0 1 0 0,-1 0-1 0 0,1-1 1 0 0,-5 1-1 0 0,-10-6-6571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4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182 107 3248 0 0,'10'-15'2749'0'0,"-4"6"-915"0"0,0 0 0 0 0,-1 0 0 0 0,0-1 0 0 0,-1 0 0 0 0,5-15 0 0 0,-1 6 2139 0 0,-10 21-3312 0 0,-3 5-506 0 0,-17 27 917 0 0,1 1-1 0 0,-21 47 1 0 0,-23 75 320 0 0,59-141-1249 0 0,-11 30 150 0 0,2 0 0 0 0,-10 53-1 0 0,19-69-240 0 0,2 0-1 0 0,1 0 1 0 0,1 1-1 0 0,4 45 0 0 0,-1-65-56 0 0,0-1 1 0 0,1 1-1 0 0,1-1 0 0 0,-1 0 0 0 0,1 0 0 0 0,1 0 1 0 0,0 0-1 0 0,0-1 0 0 0,1 1 0 0 0,11 15 0 0 0,-11-19-168 0 0,0 0 1 0 0,1 0-1 0 0,-1-1 0 0 0,1 0 0 0 0,0 0 0 0 0,1-1 0 0 0,-1 1 1 0 0,1-1-1 0 0,0-1 0 0 0,0 1 0 0 0,0-1 0 0 0,0 0 0 0 0,0-1 1 0 0,1 0-1 0 0,10 2 0 0 0,3-1-1345 0 0,0-1 0 0 0,0 0 0 0 0,37-4 0 0 0,-38 0-2751 0 0,39-8-1 0 0,-22 0-3572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5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97 508 0 0,'-4'-10'3346'0'0,"1"1"-979"0"0,0-1 1 0 0,-1 1 0 0 0,-1 0-1 0 0,-8-13 1 0 0,12 20-2037 0 0,-1 0-1 0 0,0 0 1 0 0,1 0-1 0 0,-1 0 1 0 0,0 0 0 0 0,0 0-1 0 0,0 1 1 0 0,0-1-1 0 0,0 1 1 0 0,-1-1 0 0 0,1 1-1 0 0,0 0 1 0 0,-1 0-1 0 0,1 0 1 0 0,-1 0-1 0 0,1 0 1 0 0,-1 1 0 0 0,1-1-1 0 0,-1 1 1 0 0,0 0-1 0 0,1 0 1 0 0,-1 0 0 0 0,-4 0-1 0 0,-3 2-9 0 0,0 1-1 0 0,0 0 1 0 0,0 0 0 0 0,0 1-1 0 0,0 0 1 0 0,1 1 0 0 0,0 0-1 0 0,0 0 1 0 0,0 1-1 0 0,1 1 1 0 0,0-1 0 0 0,0 1-1 0 0,0 0 1 0 0,1 1 0 0 0,0 0-1 0 0,-7 10 1 0 0,-2 5 40 0 0,1 0 1 0 0,1 1 0 0 0,1 1-1 0 0,1 0 1 0 0,-10 30-1 0 0,17-41-262 0 0,1 0 1 0 0,0 0-1 0 0,1 0 0 0 0,1 0 0 0 0,0 1 1 0 0,1-1-1 0 0,0 1 0 0 0,2 15 0 0 0,-1-25-92 0 0,1 1-1 0 0,0-1 0 0 0,0 1 1 0 0,1-1-1 0 0,-1 0 1 0 0,1 0-1 0 0,0 0 0 0 0,1 0 1 0 0,-1 0-1 0 0,1 0 1 0 0,0-1-1 0 0,0 1 0 0 0,0-1 1 0 0,1 0-1 0 0,-1 0 0 0 0,1 0 1 0 0,0 0-1 0 0,0-1 1 0 0,1 1-1 0 0,-1-1 0 0 0,1 0 1 0 0,-1-1-1 0 0,1 1 1 0 0,6 2-1 0 0,0-2-593 0 0,-1 0 1 0 0,1 0-1 0 0,-1-1 1 0 0,1 0-1 0 0,0-1 1 0 0,0 0-1 0 0,0-1 1 0 0,0 0-1 0 0,0 0 1 0 0,21-5-1 0 0,-18 2-1306 0 0,0-1-1 0 0,0 0 1 0 0,-1-1-1 0 0,1 0 1 0 0,-1-1-1 0 0,0-1 1 0 0,21-14-1 0 0,-5-1-6401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5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88 688 0 0,'-88'-77'19517'0'0,"88"77"-19453"0"0,-1 0 0 0 0,1 0 0 0 0,0 0 1 0 0,0-1-1 0 0,-1 1 0 0 0,1 0 0 0 0,0 0 1 0 0,0 0-1 0 0,0 0 0 0 0,-1-1 1 0 0,1 1-1 0 0,0 0 0 0 0,0 0 0 0 0,0-1 1 0 0,0 1-1 0 0,-1 0 0 0 0,1 0 1 0 0,0-1-1 0 0,0 1 0 0 0,0 0 0 0 0,0 0 1 0 0,0-1-1 0 0,0 1 0 0 0,0 0 1 0 0,0 0-1 0 0,0-1 0 0 0,0 1 0 0 0,0 0 1 0 0,0 0-1 0 0,0-1 0 0 0,0 1 0 0 0,0 0 1 0 0,0-1-1 0 0,0 1 0 0 0,0 0 1 0 0,1-1-1 0 0,9-1 1317 0 0,11 4-407 0 0,-3 4-450 0 0,0 1 0 0 0,-1 0 0 0 0,0 1-1 0 0,0 1 1 0 0,-1 0 0 0 0,0 2 0 0 0,0 0 0 0 0,-1 0-1 0 0,15 16 1 0 0,-10-8-140 0 0,-1 2 0 0 0,-1 0 0 0 0,-1 1 0 0 0,-1 1 0 0 0,20 37 0 0 0,-23-34-322 0 0,-1 1-1 0 0,-1 1 0 0 0,-2 0 1 0 0,-1 0-1 0 0,-1 1 0 0 0,-1 0 1 0 0,-2 0-1 0 0,-1 1 0 0 0,-1-1 1 0 0,-1 1-1 0 0,-2-1 0 0 0,-1 1 1 0 0,-1-1-1 0 0,-12 47 0 0 0,7-46-249 0 0,-1 0 0 0 0,-2 0-1 0 0,-1-1 1 0 0,-1 0 0 0 0,-30 46-1 0 0,26-51-769 0 0,-1 0 1 0 0,0-1-1 0 0,-2 0 0 0 0,-1-2 0 0 0,-1 0 0 0 0,-30 21 0 0 0,-46 23-5817 0 0,79-55 2729 0 0,-30 12 1 0 0,11-9-4250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6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5 168 0 0,'2'-1'1668'0'0,"8"0"-390"0"0,-8 1-310 0 0,1 0-190 0 0,2-1-384 0 0,-5 1-302 0 0,1-1 0 0 0,0 1-1 0 0,0 0 1 0 0,0 0 0 0 0,0-1 0 0 0,0 1-1 0 0,0 0 1 0 0,0 0 0 0 0,0 0 0 0 0,0 0-1 0 0,0 0 1 0 0,0 0 0 0 0,0 0 0 0 0,0 1-1 0 0,-1-1 1 0 0,1 0 0 0 0,0 1 0 0 0,0-1 0 0 0,0 0-1 0 0,0 1 1 0 0,0-1 0 0 0,-1 1 0 0 0,1-1-1 0 0,0 1 1 0 0,0-1 0 0 0,-1 1 0 0 0,2 1-1 0 0,-1-1 55 0 0,-8 7 144 0 0,5-6-563 0 0,1 0 0 0 0,-1 1 0 0 0,0-1 0 0 0,0 0 0 0 0,0 0 0 0 0,0-1 0 0 0,-5 4 0 0 0,-5 0-1534 0 0,3 0-57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1420 0 0,'3'0'3637'0'0,"27"0"2027"0"0,-26 0-5168 0 0,12 0 1392 0 0,-6-1-1547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7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0 804 0 0,'-23'16'18002'0'0,"22"-16"-17965"0"0,1 0 0 0 0,0 0 0 0 0,0 0 0 0 0,0 0 0 0 0,0 0 0 0 0,-1 0 0 0 0,1 0 0 0 0,0 0 0 0 0,0 0 0 0 0,0 0 0 0 0,0 0 0 0 0,0 1 0 0 0,-1-1 0 0 0,1 0 0 0 0,0 0 0 0 0,0 0 0 0 0,0 0 0 0 0,0 0 0 0 0,0 1 0 0 0,0-1 0 0 0,0 0 0 0 0,0 0 0 0 0,0 0 0 0 0,-1 0 0 0 0,1 0 0 0 0,0 1 0 0 0,0-1 0 0 0,0 0 0 0 0,0 0 0 0 0,0 0 0 0 0,0 0 0 0 0,0 1 0 0 0,0-1 0 0 0,0 0 0 0 0,0 0 0 0 0,0 0 0 0 0,0 1 0 0 0,0-1 0 0 0,0 0 0 0 0,1 0 0 0 0,-1 0 0 0 0,0 0 0 0 0,0 0-1 0 0,0 1 1 0 0,0-1 0 0 0,0 0 0 0 0,11 2 669 0 0,20-3-536 0 0,-27 1-68 0 0,54-5 21 0 0,79-3-2522 0 0,-131 8 1764 0 0,-1 0 1 0 0,1 0-1 0 0,-1 1 1 0 0,1 0-1 0 0,5 1 1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7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0 360 0 0,'-117'58'23694'0'0,"112"-53"-21695"0"0,5-5-1973 0 0,48-2-764 0 0,66-10 0 0 0,-31-3-4501 0 0,-3-1-4021 0 0,-48 11 1560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58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174 117 3284 0 0,'-21'-16'8426'0'0,"1"0"0"0"0,-29-28 953 0 0,49 44-9299 0 0,-1-1-1 0 0,1 1 1 0 0,0-1-1 0 0,-1 1 0 0 0,1-1 1 0 0,0 1-1 0 0,-1-1 1 0 0,1 1-1 0 0,0-1 0 0 0,-1 1 1 0 0,1-1-1 0 0,0 1 0 0 0,0-1 1 0 0,0 1-1 0 0,-1-1 1 0 0,1 1-1 0 0,0-1 0 0 0,0 0 1 0 0,0 1-1 0 0,0-1 1 0 0,0 1-1 0 0,0-1 0 0 0,0 0 1 0 0,0 1-1 0 0,1-1 1 0 0,-1 1-1 0 0,0-1 0 0 0,0 1 1 0 0,0-1-1 0 0,1 0 1 0 0,-1 1-1 0 0,0-1 0 0 0,0 1 1 0 0,1-1-1 0 0,-1 1 0 0 0,1 0 1 0 0,-1-1-1 0 0,1 0 1 0 0,8-3-74 0 0,0 1 1 0 0,0 0-1 0 0,1 0 1 0 0,-1 1-1 0 0,1 0 1 0 0,0 1-1 0 0,-1 0 1 0 0,1 1-1 0 0,0 0 1 0 0,0 0-1 0 0,0 1 1 0 0,-1 0-1 0 0,1 0 1 0 0,0 1-1 0 0,-1 1 1 0 0,0 0-1 0 0,1 0 1 0 0,-1 1-1 0 0,15 8 1 0 0,-18-9-6 0 0,0 1 0 0 0,0-1-1 0 0,0 2 1 0 0,-1-1 0 0 0,1 0 0 0 0,-1 1 0 0 0,0 0 0 0 0,-1 0 0 0 0,1 1 0 0 0,-1-1-1 0 0,0 1 1 0 0,0 0 0 0 0,-1 0 0 0 0,0 1 0 0 0,0-1 0 0 0,0 0 0 0 0,-1 1-1 0 0,0 0 1 0 0,0 0 0 0 0,0-1 0 0 0,-1 1 0 0 0,0 0 0 0 0,-1 0 0 0 0,0 0 0 0 0,0 0-1 0 0,0 0 1 0 0,-1 0 0 0 0,-2 11 0 0 0,-2 2-1 0 0,-1 1 0 0 0,-2-1 0 0 0,0-1 0 0 0,0 1 0 0 0,-2-1 0 0 0,-1-1 0 0 0,0 0 0 0 0,-18 22 0 0 0,-15 12 0 0 0,-65 58 0 0 0,8-9 0 0 0,96-96 0 0 0,-12 15 0 0 0,16-11 0 0 0,2-8 0 0 0,0 0 0 0 0,0 0 0 0 0,0 0 0 0 0,1 0 0 0 0,-1 0 0 0 0,0 0 0 0 0,0-1 0 0 0,1 1 0 0 0,-1 0 0 0 0,0-1 0 0 0,1 0 0 0 0,-1 1 0 0 0,0-1 0 0 0,1 0 0 0 0,-1 1 0 0 0,1-1 0 0 0,2 0 0 0 0,33 0 0 0 0,-23 0 0 0 0,668-34 0 0 0,-628 25-129 0 0,-52 8-911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05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40 952 0 0,'0'-11'6823'0'0,"0"8"-6468"0"0,-1-22 7640 0 0,1 32-5020 0 0,1 1-2816 0 0,0 1 0 0 0,1-1 1 0 0,-1 0-1 0 0,7 15 0 0 0,0 3 24 0 0,-4-9-172 0 0,27 105-422 0 0,20 169 0 0 0,-50-284-472 0 0,1 28-1574 0 0,-5-12-5598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05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25 1836 0 0,'-2'-3'1016'0'0,"-1"0"0"0"0,0 0 0 0 0,0 1-1 0 0,0-1 1 0 0,0 1 0 0 0,-1 0 0 0 0,-3-2 0 0 0,6 3-875 0 0,-1 1 0 0 0,1 0-1 0 0,-1-1 1 0 0,1 1 0 0 0,-1 0 0 0 0,1 0 0 0 0,0 0 0 0 0,-1 0 0 0 0,1 0 0 0 0,-1 0 0 0 0,1 1 0 0 0,-1-1 0 0 0,1 0 0 0 0,0 1 0 0 0,-1-1 0 0 0,1 1 0 0 0,0-1 0 0 0,-1 1 0 0 0,1 0 0 0 0,0-1 0 0 0,0 1 0 0 0,-2 2 0 0 0,-13 10 660 0 0,0 2 0 0 0,2 0 1 0 0,-17 20-1 0 0,9-8-175 0 0,-184 172 1260 0 0,125-126-1760 0 0,36-30-1445 0 0,44-43 1181 0 0,1 1 1 0 0,0-1-1 0 0,-1 0 0 0 0,1 0 1 0 0,0 1-1 0 0,-1-1 0 0 0,1 0 0 0 0,0 1 1 0 0,0-1-1 0 0,-1 0 0 0 0,1 1 1 0 0,0-1-1 0 0,0 1 0 0 0,0-1 1 0 0,-1 0-1 0 0,1 1 0 0 0,0-1 1 0 0,0 1-1 0 0,0-1 0 0 0,0 1 0 0 0,0-1 1 0 0,0 1-1 0 0,0-1 0 0 0,0 1 1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0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1704 0 0,'6'-7'21319'0'0,"30"10"-20864"0"0,0-2-1 0 0,-1-1 0 0 0,45-7 1 0 0,1 0-478 0 0,-42 5-9 0 0,9-2 216 0 0,-46 4-172 0 0,17-2 235 0 0,17-1-132 0 0,-34 3-128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0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19 776 0 0,'-11'-4'12655'0'0,"-1"4"-10270"0"0,-2 2-1475 0 0,-2-1 1893 0 0,23-2-1638 0 0,52-8-1170 0 0,-41 6 1 0 0,0 1-1 0 0,0 0 0 0 0,1 2 1 0 0,-1 0-1 0 0,0 1 1 0 0,0 1-1 0 0,0 1 0 0 0,28 7 1 0 0,-42-9 9 0 0,0 0-1 0 0,0 1 1 0 0,1-1-1 0 0,-2 1 1 0 0,1 0 0 0 0,0 0-1 0 0,0 0 1 0 0,-1 1-1 0 0,1 0 1 0 0,-1-1 0 0 0,1 1-1 0 0,-1 0 1 0 0,0 0 0 0 0,-1 1-1 0 0,1-1 1 0 0,0 1-1 0 0,-1-1 1 0 0,0 1 0 0 0,0 0-1 0 0,0 0 1 0 0,0 0-1 0 0,-1 0 1 0 0,1 0 0 0 0,1 8-1 0 0,-2-5 12 0 0,-1 0-1 0 0,0 0 0 0 0,0 0 0 0 0,0 0 1 0 0,-1 0-1 0 0,0 0 0 0 0,0 0 1 0 0,-1 0-1 0 0,1 0 0 0 0,-2-1 0 0 0,1 1 1 0 0,-1 0-1 0 0,0-1 0 0 0,-5 9 1 0 0,-2 0 32 0 0,-1-1 0 0 0,0-1 1 0 0,0 0-1 0 0,-2 0 1 0 0,1-1-1 0 0,-29 20 0 0 0,40-31 169 0 0,-4 0-51 0 0,15-4-127 0 0,10-4-20 0 0,-10 5-21 0 0,0 0 0 0 0,0 1-1 0 0,-1 0 1 0 0,1 1 0 0 0,0 0 0 0 0,0 1-1 0 0,0 0 1 0 0,0 0 0 0 0,0 1 0 0 0,-1 1-1 0 0,1-1 1 0 0,-1 1 0 0 0,10 5 0 0 0,-5-2 44 0 0,0 1 1 0 0,-1 1 0 0 0,0 0 0 0 0,0 0 0 0 0,0 1 0 0 0,-1 1 0 0 0,18 18-1 0 0,-26-23 40 0 0,-1-1 1 0 0,1 0-1 0 0,-1 1 0 0 0,0 0 0 0 0,0-1 0 0 0,-1 1 0 0 0,0 1 0 0 0,1-1 1 0 0,-2 0-1 0 0,1 0 0 0 0,0 1 0 0 0,-1-1 0 0 0,0 1 0 0 0,-1-1 0 0 0,1 1 0 0 0,-1-1 1 0 0,0 1-1 0 0,0 0 0 0 0,-1-1 0 0 0,1 1 0 0 0,-1-1 0 0 0,-2 7 0 0 0,1-6-1 0 0,-1 0 0 0 0,1 0 0 0 0,-1 0 0 0 0,0 0 0 0 0,-1-1 0 0 0,1 1 0 0 0,-1-1 0 0 0,0 0 0 0 0,-1 0 0 0 0,1 0 0 0 0,-1-1 0 0 0,0 0-1 0 0,0 0 1 0 0,0 0 0 0 0,0 0 0 0 0,-1-1 0 0 0,0 0 0 0 0,0 0 0 0 0,-8 3 0 0 0,6-3 12 0 0,-1-1 0 0 0,1 0-1 0 0,-1-1 1 0 0,-12 1 0 0 0,9-2-112 0 0,0-1-1 0 0,1-1 1 0 0,-1 0-1 0 0,1 0 1 0 0,-1-1 0 0 0,1 0-1 0 0,0-1 1 0 0,-16-9-1 0 0,26 13-143 0 0,0-1-1 0 0,1 1 1 0 0,-1-1-1 0 0,0 1 0 0 0,1-1 1 0 0,-1 0-1 0 0,1 1 1 0 0,-1-1-1 0 0,1 0 1 0 0,0 0-1 0 0,-1 1 0 0 0,1-1 1 0 0,0 0-1 0 0,-1 0 1 0 0,1 0-1 0 0,0 1 1 0 0,0-1-1 0 0,0 0 0 0 0,0 0 1 0 0,0 0-1 0 0,0 0 1 0 0,0 1-1 0 0,0-1 0 0 0,0 0 1 0 0,0 0-1 0 0,0 0 1 0 0,1 1-1 0 0,-1-1 1 0 0,0 0-1 0 0,0 0 0 0 0,1 0 1 0 0,-1 1-1 0 0,1-1 1 0 0,-1 0-1 0 0,2-1 1 0 0,17-23-9747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08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72 312 0 0,'-21'-16'20461'0'0,"33"11"-20151"0"0,0 0 0 0 0,0 0 0 0 0,1 1 0 0 0,0 1 0 0 0,-1 0 0 0 0,1 1 0 0 0,16-1 0 0 0,17-4-132 0 0,62-7-322 0 0,-65 10-3321 0 0,-41 4 3087 0 0,0 0-164 0 0,-1 0-1 0 0,0 0 0 0 0,1 0 0 0 0,-1 0 0 0 0,0 0 1 0 0,1 0-1 0 0,-1 1 0 0 0,0-1 0 0 0,1 1 0 0 0,-1-1 0 0 0,0 1 1 0 0,8 4-2715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0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0 104 0 0,'-62'44'15111'0'0,"61"-44"-14956"0"0,0 0 1 0 0,0 1 0 0 0,1-1 0 0 0,-1 1-1 0 0,0-1 1 0 0,1 1 0 0 0,-1-1-1 0 0,0 1 1 0 0,1-1 0 0 0,-1 1-1 0 0,1-1 1 0 0,-1 1 0 0 0,1 0 0 0 0,-1-1-1 0 0,1 1 1 0 0,-1 0 0 0 0,1-1-1 0 0,0 1 1 0 0,-1 0 0 0 0,1 0 0 0 0,0-1-1 0 0,0 1 1 0 0,0 0 0 0 0,-1 0-1 0 0,1-1 1 0 0,0 1 0 0 0,0 0-1 0 0,0 0 1 0 0,0 1 0 0 0,1-1-26 0 0,0 0-1 0 0,0 0 1 0 0,0-1 0 0 0,0 1-1 0 0,0 0 1 0 0,-1 0 0 0 0,1 0 0 0 0,1-1-1 0 0,-1 1 1 0 0,0 0 0 0 0,0-1 0 0 0,0 1-1 0 0,0-1 1 0 0,0 0 0 0 0,3 1-1 0 0,4 1 76 0 0,0 0 0 0 0,1-1 0 0 0,11 1 0 0 0,9-4-392 0 0,0-1 0 0 0,0-2 1 0 0,42-12-1 0 0,-21 1-3927 0 0,-2-5-4294 0 0,-29 13 1300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0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163 110 216 0 0,'5'-20'8168'0'0,"-4"15"-6749"0"0,0 1-1 0 0,0-1 0 0 0,0 0 0 0 0,0 0 0 0 0,-1 0 0 0 0,0 0 0 0 0,0 0 0 0 0,0 0 0 0 0,-1 0 0 0 0,1 1 1 0 0,-3-10-1 0 0,2 12-798 0 0,1 2-544 0 0,-1-1-1 0 0,1 1 1 0 0,-1 0 0 0 0,1-1 0 0 0,-1 1 0 0 0,1 0 0 0 0,-1 0-1 0 0,1-1 1 0 0,-1 1 0 0 0,1 0 0 0 0,-1 0 0 0 0,0 0 0 0 0,1-1-1 0 0,-1 1 1 0 0,1 0 0 0 0,-1 0 0 0 0,1 0 0 0 0,-1 0 0 0 0,0 0-1 0 0,1 0 1 0 0,-1 0 0 0 0,1 1 0 0 0,-1-1 0 0 0,0 0 0 0 0,1 0-1 0 0,-1 0 1 0 0,1 1 0 0 0,-1-1 0 0 0,1 0 0 0 0,-1 0 0 0 0,1 1-1 0 0,-1-1 1 0 0,1 0 0 0 0,-1 2 0 0 0,-11 11 195 0 0,1 0 1 0 0,1 1-1 0 0,1 1 0 0 0,0 0 1 0 0,1 0-1 0 0,0 1 0 0 0,-8 23 0 0 0,-31 122 1650 0 0,41-137-1921 0 0,-5 47 0 0 0,10-65 0 0 0,1 0 0 0 0,-1 0 0 0 0,1-1 0 0 0,1 1 0 0 0,-1 0 0 0 0,1 0 0 0 0,0 0 0 0 0,1-1 0 0 0,-1 1 0 0 0,1 0 0 0 0,0-1 0 0 0,0 0 0 0 0,1 1 0 0 0,3 5 0 0 0,-4-9 0 0 0,0 0 0 0 0,0 1 0 0 0,0-1 0 0 0,1 0 0 0 0,-1 0 0 0 0,0-1 0 0 0,1 1 0 0 0,-1 0 0 0 0,1-1 0 0 0,0 0 0 0 0,0 1 0 0 0,-1-1 0 0 0,1 0 0 0 0,5 1 0 0 0,-2-1 0 0 0,0-1 0 0 0,0 1 0 0 0,0-1 0 0 0,0 0 0 0 0,0-1 0 0 0,11-1 0 0 0,3-3 0 0 0,-1-1 0 0 0,0-1 0 0 0,24-11 0 0 0,-16 4 0 0 0,-2-2 0 0 0,0 0 0 0 0,0-1 0 0 0,-2-2 0 0 0,0 0 0 0 0,-1-2 0 0 0,-1 0 0 0 0,-1-1 0 0 0,-1-1 0 0 0,29-47 0 0 0,-43 62 0 0 0,-1 0 0 0 0,0 0 0 0 0,0 0 0 0 0,0-1 0 0 0,-1 1 0 0 0,-1-1 0 0 0,1 0 0 0 0,-1 0 0 0 0,-1 0 0 0 0,1-16 0 0 0,-2 20 0 0 0,0 1 0 0 0,-1-1 0 0 0,1 1 0 0 0,-1-1 0 0 0,0 1 0 0 0,-1 0 0 0 0,1 0 0 0 0,-1-1 0 0 0,0 1 0 0 0,0 0 0 0 0,0 1 0 0 0,-1-1 0 0 0,1 0 0 0 0,-1 0 0 0 0,0 1 0 0 0,0 0 0 0 0,0-1 0 0 0,0 1 0 0 0,-1 1 0 0 0,1-1 0 0 0,-1 0 0 0 0,0 1 0 0 0,-7-4 0 0 0,-1 0-721 0 0,-1 0 1 0 0,1 1-1 0 0,-20-4 1 0 0,16 5-718 0 0,-1 1 0 0 0,0 1 1 0 0,1 0-1 0 0,-1 2 0 0 0,0-1 1 0 0,0 2-1 0 0,0 0 0 0 0,-19 5 1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09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56 744 0 0,'-51'2'11781'0'0,"104"-11"-5484"0"0,18-5-4087 0 0,125-21-4770 0 0,-168 36-937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94 123 2028 0 0,'-16'13'2790'0'0,"7"-6"-1356"0"0,1 1 0 0 0,-1-1-1 0 0,1 2 1 0 0,0-1 0 0 0,1 1-1 0 0,0 0 1 0 0,0 0-1 0 0,-5 12 1 0 0,11-20-1339 0 0,1 0 0 0 0,-1-1 1 0 0,1 1-1 0 0,0 0 0 0 0,0 0 1 0 0,0-1-1 0 0,-1 1 0 0 0,1 0 0 0 0,0 0 1 0 0,0 0-1 0 0,0 0 0 0 0,0-1 0 0 0,0 1 1 0 0,0 0-1 0 0,0 0 0 0 0,1 0 0 0 0,-1-1 1 0 0,0 1-1 0 0,0 0 0 0 0,1 0 0 0 0,-1 0 1 0 0,0-1-1 0 0,1 1 0 0 0,-1 0 0 0 0,0-1 1 0 0,2 2-1 0 0,-1-1-14 0 0,1 0 1 0 0,-1 0-1 0 0,1 0 0 0 0,-1 0 0 0 0,1 0 1 0 0,-1-1-1 0 0,1 1 0 0 0,0-1 0 0 0,-1 1 1 0 0,1-1-1 0 0,0 1 0 0 0,1-1 1 0 0,7 1 64 0 0,-1-1 0 0 0,0 0 0 0 0,14-2 0 0 0,-23 2-139 0 0,56-8-15 0 0,0-2 1 0 0,-1-3-1 0 0,71-26 0 0 0,-85 23-1818 0 0,0-2 1 0 0,56-34-1 0 0,-85 44 391 0 0,1 0 0 0 0,-2-1 0 0 0,1 0 0 0 0,-1-1 0 0 0,13-15 0 0 0,-1-2-3984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0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58 2784 0 0,'-30'-13'3653'0'0,"0"2"-1"0"0,0 1 1 0 0,-59-12-1 0 0,88 22-3568 0 0,0 0 0 0 0,0-1 0 0 0,0 1 0 0 0,0 0 0 0 0,0 0 0 0 0,0 0 0 0 0,0 0 0 0 0,-1 0 0 0 0,1 0 0 0 0,0 0 0 0 0,0 0 0 0 0,0 0 0 0 0,0 1 0 0 0,0-1-1 0 0,0 0 1 0 0,0 1 0 0 0,0-1 0 0 0,0 1 0 0 0,0-1 0 0 0,0 1 0 0 0,0 0 0 0 0,0-1 0 0 0,0 1 0 0 0,0 0 0 0 0,-1 1 0 0 0,2-1 20 0 0,-1 1 1 0 0,1-1-1 0 0,-1 1 1 0 0,1-1-1 0 0,0 1 1 0 0,0 0 0 0 0,-1-1-1 0 0,1 1 1 0 0,0-1-1 0 0,0 1 1 0 0,1-1-1 0 0,-1 1 1 0 0,0 0-1 0 0,0-1 1 0 0,2 3-1 0 0,1 5 255 0 0,0-1-1 0 0,1 1 1 0 0,0-1-1 0 0,9 13 0 0 0,10 9 478 0 0,0-2 0 0 0,51 47-1 0 0,66 43 307 0 0,-67-58-790 0 0,-48-40-260 0 0,105 98 229 0 0,-117-105-292 0 0,-2 0 0 0 0,0 1 0 0 0,0 0-1 0 0,-1 1 1 0 0,-1 0 0 0 0,0 1 0 0 0,10 27 0 0 0,-16-33-12 0 0,0 0 0 0 0,-1-1 0 0 0,0 1 0 0 0,-1 0-1 0 0,0 0 1 0 0,-1 0 0 0 0,0 0 0 0 0,-2 17 0 0 0,-1-11-118 0 0,-1 1-1 0 0,0-1 0 0 0,-1-1 1 0 0,-11 26-1 0 0,-4-1-2444 0 0,-3-1-1 0 0,-49 67 1 0 0,52-82-789 0 0,5-7-1888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1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46 2592 0 0,'-19'-45'17789'0'0,"24"49"-17249"0"0,-1 1 0 0 0,0 0 0 0 0,0 0-1 0 0,-1 1 1 0 0,1-1 0 0 0,-1 1 0 0 0,0 0 0 0 0,2 6-1 0 0,18 55 1678 0 0,-17-49-1940 0 0,43 181 1163 0 0,-14-48-1112 0 0,-30-133-393 0 0,-1-7-396 0 0,-1 0-1 0 0,-1 0 1 0 0,0 0-1 0 0,1 14 0 0 0,-19-54-985 0 0,13 22 1437 0 0,0 0 1 0 0,0 0-1 0 0,-1 0 0 0 0,0 1 1 0 0,0-1-1 0 0,0 1 0 0 0,-1 0 1 0 0,0 0-1 0 0,0 1 0 0 0,-1 0 1 0 0,1 0-1 0 0,-1 0 0 0 0,0 0 1 0 0,0 1-1 0 0,-1 0 0 0 0,0 0 1 0 0,1 1-1 0 0,-1 0 0 0 0,0 0 1 0 0,0 1-1 0 0,-1 0 0 0 0,1 0 1 0 0,0 0-1 0 0,-1 1 0 0 0,0 0 1 0 0,1 1-1 0 0,-1-1 0 0 0,1 1 1 0 0,-1 1-1 0 0,1 0 0 0 0,-1 0 1 0 0,1 0-1 0 0,-1 1 0 0 0,1 0 1 0 0,0 0-1 0 0,0 1 0 0 0,-7 4 1 0 0,-16 8 42 0 0,1 2-1 0 0,1 2 1 0 0,1 0 0 0 0,1 2 0 0 0,-29 28 0 0 0,6 2 36 0 0,-61 80 0 0 0,98-115-535 0 0,1 0-1 0 0,0 1 1 0 0,2 1-1 0 0,-9 19 1 0 0,18-36 338 0 0,0-1 0 0 0,-1 1 0 0 0,1-1-1 0 0,0 1 1 0 0,0-1 0 0 0,0 1 0 0 0,-1-1 0 0 0,1 1 0 0 0,0-1 0 0 0,0 1 0 0 0,0 0 0 0 0,0-1 0 0 0,0 1 0 0 0,0-1-1 0 0,0 1 1 0 0,0-1 0 0 0,0 1 0 0 0,0-1 0 0 0,0 1 0 0 0,1-1 0 0 0,-1 1 0 0 0,0-1 0 0 0,0 1 0 0 0,0-1 0 0 0,1 1-1 0 0,-1-1 1 0 0,0 1 0 0 0,1-1 0 0 0,-1 1 0 0 0,0-1 0 0 0,1 0 0 0 0,-1 1 0 0 0,0-1 0 0 0,1 0 0 0 0,-1 1 0 0 0,1-1-1 0 0,-1 0 1 0 0,1 1 0 0 0,-1-1 0 0 0,1 0 0 0 0,-1 0 0 0 0,1 0 0 0 0,-1 1 0 0 0,1-1 0 0 0,0 0 0 0 0,2 0-481 0 0,-1 0 1 0 0,1 1 0 0 0,-1-1 0 0 0,1 0-1 0 0,-1-1 1 0 0,1 1 0 0 0,4-1-1 0 0,11-7-3541 0 0,2-3-1854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1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3028 0 0,'18'-20'7404'0'0,"22"-19"0"0"0,-14 19-3479 0 0,-21 18-3618 0 0,-1 1 0 0 0,1 0 0 0 0,0 0 0 0 0,0 0 0 0 0,-1 1 1 0 0,1-1-1 0 0,0 1 0 0 0,5 1 0 0 0,0-1-203 0 0,132-13 1461 0 0,-44 3-4235 0 0,-35 7-6298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1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 2764 0 0,'-10'6'1665'0'0,"0"1"0"0"0,0 0 0 0 0,1 0 1 0 0,0 1-1 0 0,0 0 0 0 0,1 1 0 0 0,-10 12 0 0 0,18-20-1619 0 0,0-1 0 0 0,0 1 0 0 0,0-1 0 0 0,-1 1 0 0 0,1-1 1 0 0,0 0-1 0 0,0 1 0 0 0,0-1 0 0 0,0 1 0 0 0,0-1 0 0 0,0 1 0 0 0,0-1 1 0 0,0 1-1 0 0,0-1 0 0 0,0 1 0 0 0,0-1 0 0 0,0 1 0 0 0,0-1 0 0 0,0 1 0 0 0,1-1 1 0 0,-1 0-1 0 0,0 1 0 0 0,0-1 0 0 0,0 1 0 0 0,1-1 0 0 0,-1 0 0 0 0,0 1 1 0 0,1-1-1 0 0,-1 0 0 0 0,0 1 0 0 0,1-1 0 0 0,-1 0 0 0 0,0 1 0 0 0,1-1 0 0 0,-1 0 1 0 0,1 0-1 0 0,-1 1 0 0 0,0-1 0 0 0,1 0 0 0 0,-1 0 0 0 0,1 0 0 0 0,-1 0 1 0 0,1 1-1 0 0,-1-1 0 0 0,1 0 0 0 0,-1 0 0 0 0,1 0 0 0 0,-1 0 0 0 0,1 0 0 0 0,0 0 1 0 0,20 1 157 0 0,-21-1-171 0 0,27-2-600 0 0,0-2-1 0 0,0-1 1 0 0,0-1 0 0 0,-1-1 0 0 0,41-16-1 0 0,-46 15-385 0 0,48-17-5166 0 0,-35 10 324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445 103 3048 0 0,'-9'-23'6615'0'0,"-8"-34"6492"0"0,17 56-13015 0 0,0 0 1 0 0,0 0-1 0 0,0 1 0 0 0,0-1 1 0 0,0 0-1 0 0,0 0 0 0 0,1 1 1 0 0,-1-1-1 0 0,0 0 0 0 0,0 0 1 0 0,1 1-1 0 0,-1-1 0 0 0,0 0 1 0 0,1 1-1 0 0,-1-1 0 0 0,1 0 1 0 0,-1 1-1 0 0,1-1 0 0 0,-1 1 1 0 0,1-1-1 0 0,-1 1 0 0 0,1-1 1 0 0,-1 1-1 0 0,1-1 0 0 0,0 1 1 0 0,-1-1-1 0 0,1 1 0 0 0,0 0 1 0 0,0-1-1 0 0,-1 1 0 0 0,1 0 1 0 0,0 0-1 0 0,0 0 0 0 0,-1 0 1 0 0,2-1-1 0 0,30-1 1255 0 0,-26 2-1235 0 0,1 1 0 0 0,-1 0 0 0 0,0 1 0 0 0,1 0 1 0 0,-1 0-1 0 0,0 0 0 0 0,0 1 0 0 0,-1 0 1 0 0,1 0-1 0 0,-1 0 0 0 0,1 0 0 0 0,-1 1 0 0 0,0 0 1 0 0,0 0-1 0 0,0 1 0 0 0,4 5 0 0 0,-6-6-70 0 0,0 0-1 0 0,0 0 1 0 0,0 1-1 0 0,0-1 1 0 0,-1 1-1 0 0,0 0 1 0 0,0 0-1 0 0,0 0 1 0 0,0 0-1 0 0,-1 0 1 0 0,0 0-1 0 0,0 0 1 0 0,0 1-1 0 0,-1-1 1 0 0,1 0-1 0 0,-1 0 1 0 0,-1 1-1 0 0,1-1 0 0 0,-1 0 1 0 0,-2 10-1 0 0,-3 3-33 0 0,0-1 0 0 0,-1 0 0 0 0,-1 0-1 0 0,-16 25 1 0 0,-49 57 169 0 0,69-93-157 0 0,-2 1 8 0 0,2 0-26 0 0,12-8-37 0 0,31-6-10 0 0,-29 6 46 0 0,1 0-1 0 0,-1 1 1 0 0,1 1-1 0 0,-1 0 1 0 0,0 0-1 0 0,0 1 0 0 0,1 1 1 0 0,-1 0-1 0 0,-1 0 1 0 0,1 0-1 0 0,15 9 1 0 0,-19-9 100 0 0,0 0 0 0 0,-1 1 0 0 0,0-1 1 0 0,0 1-1 0 0,0 0 0 0 0,0 1 0 0 0,0-1 1 0 0,-1 1-1 0 0,0 0 0 0 0,0 0 0 0 0,0 0 1 0 0,-1 1-1 0 0,1-1 0 0 0,-1 1 0 0 0,-1 0 1 0 0,1 0-1 0 0,-1 0 0 0 0,0 0 0 0 0,2 11 1 0 0,-4-12-88 0 0,0 0 0 0 0,0-1 1 0 0,-1 1-1 0 0,1-1 0 0 0,-1 1 1 0 0,0-1-1 0 0,0 1 0 0 0,-1-1 1 0 0,1 1-1 0 0,-1-1 0 0 0,0 0 1 0 0,0 0-1 0 0,-1 0 0 0 0,1 0 1 0 0,-1 0-1 0 0,0-1 0 0 0,-6 7 1 0 0,-3 3 3 0 0,-1-1 0 0 0,-1 0 1 0 0,-16 10-1 0 0,13-11-592 0 0,-1-1 0 0 0,1 0 1 0 0,-1-2-1 0 0,-1 0 0 0 0,0-1 0 0 0,0 0 1 0 0,0-2-1 0 0,-1 0 0 0 0,0-2 0 0 0,1 0 0 0 0,-22 0 1 0 0,-23-2-3349 0 0,1-4 1 0 0,-72-11-1 0 0,69 7 1737 0 0,21 2-7343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3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54 1760 0 0,'29'-54'14103'0'0,"-39"79"-13012"0"0,-16 27-1371 0 0,-79 166 2594 0 0,74-144-5519 0 0,4 3-4769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3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0 137 684 0 0,'15'-37'4597'0'0,"-11"24"-2704"0"0,2 0 1 0 0,7-14 0 0 0,-12 26-1746 0 0,-1 0 0 0 0,0 0 0 0 0,1 0 0 0 0,0 0 0 0 0,-1 0 0 0 0,1 0 0 0 0,0 0 0 0 0,-1 0 0 0 0,1 1 0 0 0,0-1 0 0 0,0 0 0 0 0,0 1 0 0 0,-1-1 0 0 0,1 0 0 0 0,0 1 1 0 0,0-1-1 0 0,0 1 0 0 0,0-1 0 0 0,0 1 0 0 0,0 0 0 0 0,0-1 0 0 0,0 1 0 0 0,1 0 0 0 0,-1 0 0 0 0,2 0 0 0 0,-2 0-3 0 0,1 1 1 0 0,-1-1-1 0 0,1 1 1 0 0,0 0-1 0 0,-1-1 0 0 0,1 1 1 0 0,-1 0-1 0 0,0 0 0 0 0,1 0 1 0 0,-1 0-1 0 0,0 0 1 0 0,0 1-1 0 0,1-1 0 0 0,0 2 1 0 0,4 6 309 0 0,0-1-1 0 0,-1 1 1 0 0,8 18 0 0 0,1 9 76 0 0,15 31-99 0 0,-26-61-409 0 0,0-1 1 0 0,0 0-1 0 0,1 0 1 0 0,-1 0-1 0 0,1 0 1 0 0,0 0 0 0 0,1-1-1 0 0,-1 0 1 0 0,6 5-1 0 0,-5-7-18 0 0,-1 0 0 0 0,1 0 0 0 0,0 0 1 0 0,0-1-1 0 0,-1 1 0 0 0,1-1 0 0 0,0 0 0 0 0,0 0 0 0 0,0-1 0 0 0,0 0 0 0 0,0 0 0 0 0,0 0 0 0 0,0 0 0 0 0,0-1 0 0 0,0 0 1 0 0,0 0-1 0 0,0 0 0 0 0,0 0 0 0 0,0-1 0 0 0,6-3 0 0 0,-2 1 3 0 0,0 0 0 0 0,-1-1 1 0 0,0 0-1 0 0,0 0 0 0 0,-1 0 0 0 0,1-1 0 0 0,-1-1 0 0 0,0 1 1 0 0,-1-1-1 0 0,8-9 0 0 0,-8 7-2 0 0,0 0 0 0 0,0-1 0 0 0,-1 0 1 0 0,0 0-1 0 0,0 0 0 0 0,-1 0 0 0 0,-1-1 0 0 0,0 0 0 0 0,0 0 1 0 0,-1 0-1 0 0,0 0 0 0 0,-1 0 0 0 0,-1 0 0 0 0,1 0 0 0 0,-3-18 1 0 0,1 27 101 0 0,-13 6 69 0 0,12-1-127 0 0,0 0 1 0 0,-1-1-1 0 0,1 1 0 0 0,1 0 1 0 0,-1 0-1 0 0,0 1 0 0 0,1-1 1 0 0,-1 0-1 0 0,1 0 0 0 0,0 1 1 0 0,0-1-1 0 0,-1 7 0 0 0,0-1 119 0 0,-6 17 43 0 0,2 0 0 0 0,0 0 0 0 0,2 1 0 0 0,1-1 0 0 0,1 1 0 0 0,2 0 0 0 0,3 42 0 0 0,-2-65-249 0 0,-1 0 0 0 0,1 1 1 0 0,0-1-1 0 0,0 0 0 0 0,1 0 1 0 0,-1 0-1 0 0,1 0 0 0 0,0 0 1 0 0,0 0-1 0 0,0 0 0 0 0,1-1 1 0 0,-1 1-1 0 0,1-1 0 0 0,0 0 1 0 0,0 1-1 0 0,0-1 0 0 0,0-1 0 0 0,0 1 1 0 0,1 0-1 0 0,-1-1 0 0 0,7 4 1 0 0,-3-4-682 0 0,-1 0 1 0 0,1 0-1 0 0,0 0 1 0 0,-1-1 0 0 0,1 0-1 0 0,0 0 1 0 0,0-1-1 0 0,0 0 1 0 0,0 0-1 0 0,0-1 1 0 0,-1 1 0 0 0,14-4-1 0 0,2-3-3593 0 0,5 0-1949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3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88 2100 0 0,'-6'-9'8040'0'0,"-12"0"-435"0"0,18 10-7504 0 0,0-1 0 0 0,0 0 0 0 0,-1 1 0 0 0,1-1 0 0 0,0 1 0 0 0,0-1 1 0 0,0 1-1 0 0,0-1 0 0 0,0 1 0 0 0,0-1 0 0 0,0 0 0 0 0,0 1 0 0 0,0-1 0 0 0,0 1 0 0 0,0-1 0 0 0,0 1 0 0 0,0-1 0 0 0,0 1 0 0 0,1-1 1 0 0,-1 0-1 0 0,0 1 0 0 0,0 0 0 0 0,4 0 31 0 0,0 0-1 0 0,0 0 1 0 0,0-1 0 0 0,0 1-1 0 0,-1-1 1 0 0,1 0 0 0 0,0 0-1 0 0,0 0 1 0 0,0 0 0 0 0,0-1-1 0 0,0 0 1 0 0,6-1 0 0 0,51-20-469 0 0,-34 11-845 0 0,21-9-2520 0 0,-17 5-1886 0 0,-25 12 3773 0 0,11-6-4939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4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33 2108 0 0,'-21'-33'15550'0'0,"20"33"-15434"0"0,1 0 0 0 0,0 0 0 0 0,0 0 0 0 0,-1 0 0 0 0,-2 1 1276 0 0,2-1-1276 0 0,-5 11 2133 0 0,-1 23-310 0 0,6-27-1377 0 0,-30 132 2139 0 0,-4 21-2801 0 0,31-130-3126 0 0,-1 47 0 0 0,7-47-1163 0 0,2-11-2031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4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37 520 0 0,'3'-36'16260'0'0,"-29"93"-11471"0"0,-4 37-1976 0 0,22-64-2260 0 0,3-16-375 0 0,1 1 1 0 0,1 1-1 0 0,0-1 1 0 0,1 0-1 0 0,1 1 1 0 0,0-1-1 0 0,2 21 1 0 0,-1-32-169 0 0,1 0 0 0 0,0 0 0 0 0,-1-1 0 0 0,1 1 0 0 0,0 0 0 0 0,1-1 0 0 0,-1 1 0 0 0,1-1-1 0 0,0 1 1 0 0,-1-1 0 0 0,1 0 0 0 0,1 0 0 0 0,-1 0 0 0 0,0 0 0 0 0,1 0 0 0 0,0 0 0 0 0,-1-1 0 0 0,1 1 0 0 0,0-1 0 0 0,0 0 0 0 0,1 0 0 0 0,-1 0 0 0 0,0 0 0 0 0,1 0 0 0 0,-1-1 0 0 0,1 0 0 0 0,-1 0 0 0 0,1 0-1 0 0,0 0 1 0 0,-1 0 0 0 0,1-1 0 0 0,0 1 0 0 0,0-1 0 0 0,0 0 0 0 0,4 0 0 0 0,-2-1-13 0 0,1 1 1 0 0,-1-1-1 0 0,1 0 1 0 0,0 0-1 0 0,-1-1 0 0 0,1 0 1 0 0,-1 0-1 0 0,0 0 0 0 0,0-1 1 0 0,0 0-1 0 0,0 0 1 0 0,0-1-1 0 0,-1 1 0 0 0,1-1 1 0 0,-1 0-1 0 0,0-1 0 0 0,0 1 1 0 0,-1-1-1 0 0,1 0 1 0 0,-1-1-1 0 0,0 1 0 0 0,-1 0 1 0 0,5-9-1 0 0,-3 5 0 0 0,-1-1 0 0 0,0 1 0 0 0,0-1 0 0 0,-1 0 0 0 0,-1 0 0 0 0,0-1-1 0 0,0 1 1 0 0,-1 0 0 0 0,0-1 0 0 0,-1 1 0 0 0,0-1 0 0 0,0 1 0 0 0,-1 0 0 0 0,-3-15 0 0 0,3 22-18 0 0,0-1 1 0 0,0 1 0 0 0,0-1-1 0 0,-1 1 1 0 0,1 0 0 0 0,-1 0-1 0 0,0-1 1 0 0,0 1-1 0 0,0 0 1 0 0,0 1 0 0 0,-1-1-1 0 0,1 0 1 0 0,-1 1 0 0 0,1-1-1 0 0,-1 1 1 0 0,0 0 0 0 0,0 0-1 0 0,0 0 1 0 0,0 0-1 0 0,0 0 1 0 0,-1 1 0 0 0,1-1-1 0 0,0 1 1 0 0,-1 0 0 0 0,1 0-1 0 0,-1 1 1 0 0,-5-2-1 0 0,3 2-285 0 0,1 0-1 0 0,0 0 0 0 0,0 0 0 0 0,-1 0 1 0 0,1 1-1 0 0,0 0 0 0 0,0 0 0 0 0,-6 2 0 0 0,6-1-420 0 0,0 0 0 0 0,0 1 0 0 0,0-1-1 0 0,1 1 1 0 0,-1 0 0 0 0,1 0-1 0 0,0 0 1 0 0,-6 5 0 0 0,-5 10-6478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4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1112 0 0,'11'-5'16056'0'0,"23"6"-13461"0"0,-13 0-2113 0 0,-1-1 0 0 0,35-5 0 0 0,3-6-1340 0 0,-15 3-1874 0 0,-2 2-3318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5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0 652 0 0,'-37'28'6189'0'0,"24"-20"-4303"0"0,1 1-1 0 0,0 1 1 0 0,0 0 0 0 0,1 0 0 0 0,-14 18 0 0 0,24-27-1703 0 0,0 0 0 0 0,1 0 0 0 0,-1 0 0 0 0,0 1 0 0 0,0-1 0 0 0,1 0 0 0 0,-1 0 1 0 0,1 0-1 0 0,-1 0 0 0 0,1 1 0 0 0,0-1 0 0 0,-1 0 0 0 0,1 0 0 0 0,0 1 0 0 0,0-1 0 0 0,0 0 1 0 0,0 3-1 0 0,0-4-118 0 0,1 1 0 0 0,-1 0 0 0 0,0-1 1 0 0,1 1-1 0 0,-1-1 0 0 0,1 1 0 0 0,-1-1 1 0 0,1 1-1 0 0,-1-1 0 0 0,1 1 0 0 0,-1-1 1 0 0,1 0-1 0 0,-1 1 0 0 0,1-1 0 0 0,0 0 1 0 0,-1 1-1 0 0,1-1 0 0 0,0 0 0 0 0,-1 0 1 0 0,1 1-1 0 0,-1-1 0 0 0,1 0 0 0 0,1 0 1 0 0,4 0 72 0 0,0 1 0 0 0,1-2 1 0 0,-1 1-1 0 0,0-1 1 0 0,11-2-1 0 0,143-38-4833 0 0,-56 7-6003 0 0,-80 26 4647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5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79 1868 0 0,'-2'-2'2488'0'0,"-7"-20"4205"0"0,6 13-3220 0 0,-1 0 0 0 0,-1 0 0 0 0,-8-13 822 0 0,7 17-1822 0 0,3 7-2234 0 0,1 0 0 0 0,0 0 0 0 0,0 0 0 0 0,0 1 0 0 0,0-1 0 0 0,0 1 0 0 0,0 0 0 0 0,0 0 0 0 0,1-1 0 0 0,-1 1 0 0 0,0 5 0 0 0,-14 39 874 0 0,12-34-859 0 0,3-9-247 0 0,-13 42 100 0 0,-10 58 1 0 0,21-91-101 0 0,2 0 1 0 0,0 0-1 0 0,0 0 0 0 0,1 0 1 0 0,0 0-1 0 0,2 0 1 0 0,-1 0-1 0 0,1 0 1 0 0,8 22-1 0 0,-9-31-7 0 0,1 0 0 0 0,-1 0 0 0 0,1-1 0 0 0,0 1 0 0 0,1 0 0 0 0,-1-1 0 0 0,0 0 0 0 0,1 1 0 0 0,0-1 0 0 0,0 0 0 0 0,0-1 0 0 0,0 1 0 0 0,0 0 0 0 0,1-1 0 0 0,-1 0 0 0 0,1 1 0 0 0,5 1 0 0 0,-3-2 0 0 0,0 0 0 0 0,0-1 0 0 0,0 0 0 0 0,0 0 0 0 0,0 0 0 0 0,0-1 0 0 0,0 1 0 0 0,1-2 0 0 0,-1 1 0 0 0,11-2 0 0 0,-2-2 0 0 0,1 0 0 0 0,-1-1 0 0 0,0-1 0 0 0,0 0 0 0 0,-1-1 0 0 0,0 0 0 0 0,0-1 0 0 0,17-14 0 0 0,-17 11 0 0 0,0-1 0 0 0,-2-1 0 0 0,1 0 0 0 0,-1-1 0 0 0,-1 0 0 0 0,-1-1 0 0 0,0 0 0 0 0,0 0 0 0 0,-2-1 0 0 0,0-1 0 0 0,-1 1 0 0 0,8-28 0 0 0,-14 39-64 0 0,1 0-1 0 0,-1 0 1 0 0,-1 0-1 0 0,1 0 1 0 0,-1 0-1 0 0,0 0 1 0 0,0 0-1 0 0,0 0 1 0 0,-1 0-1 0 0,0 0 1 0 0,0 0-1 0 0,0 0 1 0 0,0 0-1 0 0,-1 1 1 0 0,0-1-1 0 0,0 0 1 0 0,0 1-1 0 0,0-1 1 0 0,-1 1 0 0 0,0 0-1 0 0,0 0 1 0 0,0 0-1 0 0,0 0 1 0 0,-1 1-1 0 0,1-1 1 0 0,-1 1-1 0 0,0 0 1 0 0,0 0-1 0 0,0 0 1 0 0,-1 0-1 0 0,1 1 1 0 0,-1 0-1 0 0,1 0 1 0 0,-1 0-1 0 0,0 0 1 0 0,-9-1-1 0 0,2 1-1386 0 0,0 0 0 0 0,0 0 0 0 0,-1 2-1 0 0,-17 0 1 0 0,-22 9-10817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19 200 0 0,'-10'2'1740'0'0,"-11"3"4050"0"0,1 1 0 0 0,-40 16 1235 0 0,60-21-6864 0 0,0-1 0 0 0,-1 0 0 0 0,1 1-1 0 0,0-1 1 0 0,0 1 0 0 0,0-1 0 0 0,0 1-1 0 0,-1-1 1 0 0,1 1 0 0 0,0-1 0 0 0,0 1 0 0 0,0-1-1 0 0,0 1 1 0 0,0-1 0 0 0,0 1 0 0 0,0-1 0 0 0,0 1-1 0 0,1-1 1 0 0,-1 1 0 0 0,6 0 212 0 0,0 0 1 0 0,-1 0-1 0 0,1-1 1 0 0,0 1 0 0 0,0-2-1 0 0,0 1 1 0 0,11-2-1 0 0,46-14 139 0 0,-33 8-229 0 0,50-10-1000 0 0,-33 7-1937 0 0,-2 0-3289 0 0,-34 10 2147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0 668 0 0,'-36'25'5613'0'0,"19"-13"-3215"0"0,0-1 0 0 0,1 2-1 0 0,0 0 1 0 0,-23 26 0 0 0,39-38-2365 0 0,0-1 1 0 0,-1 1-1 0 0,1 0 1 0 0,0-1 0 0 0,0 1-1 0 0,-1-1 1 0 0,1 1-1 0 0,0-1 1 0 0,0 1 0 0 0,0 0-1 0 0,0-1 1 0 0,0 1-1 0 0,0 0 1 0 0,0-1 0 0 0,0 1-1 0 0,0-1 1 0 0,0 1-1 0 0,0 0 1 0 0,0-1 0 0 0,0 1-1 0 0,0-1 1 0 0,0 1-1 0 0,1 0 1 0 0,-1-1 0 0 0,0 1-1 0 0,1-1 1 0 0,-1 1-1 0 0,0-1 1 0 0,1 1 0 0 0,-1-1-1 0 0,0 1 1 0 0,1-1-1 0 0,-1 1 1 0 0,1-1 0 0 0,-1 0-1 0 0,1 1 1 0 0,-1-1-1 0 0,1 0 1 0 0,-1 1 0 0 0,1-1-1 0 0,0 0 1 0 0,-1 0-1 0 0,1 0 1 0 0,-1 1 0 0 0,1-1-1 0 0,0 0 1 0 0,-1 0-1 0 0,1 0 1 0 0,-1 0 0 0 0,2 0-1 0 0,17 0-74 0 0,1-1-1 0 0,-1 0 1 0 0,0-2-1 0 0,0 0 1 0 0,21-7-1 0 0,95-35-4025 0 0,-113 35 1472 0 0,1-1 0 0 0,27-17-1 0 0,-22 8-2881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6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50 3112 0 0,'-4'-7'2099'0'0,"-1"0"0"0"0,0 1-1 0 0,0-1 1 0 0,0 1-1 0 0,-13-11 1062 0 0,17 20-2742 0 0,0 0 0 0 0,0-1 0 0 0,0 1 0 0 0,1 0 0 0 0,-1 0 0 0 0,1 0 0 0 0,0 0 1 0 0,0 0-1 0 0,0 0 0 0 0,0 0 0 0 0,0 0 0 0 0,2 5 0 0 0,12 40 1146 0 0,-6-25-680 0 0,27 81 625 0 0,-17-53-1155 0 0,-2 1 0 0 0,-2 1 1 0 0,11 84-1 0 0,-22-85-614 0 0,-2 0-1 0 0,-3 1 1 0 0,-2-1 0 0 0,-16 78 0 0 0,-7-19-4371 0 0,-9-5-5107 0 0,25-77 238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6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52 1808 0 0,'1'-2'2554'0'0,"18"-48"14099"0"0,-25 67-14425 0 0,-87 197 1650 0 0,9-24-7133 0 0,74-164 515 0 0,4-10-811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7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1128 0 0,'12'-93'17988'0'0,"-11"95"-17724"0"0,0 0 0 0 0,1 0 0 0 0,-1 1 1 0 0,0-1-1 0 0,0 0 0 0 0,0 1 0 0 0,-1-1 0 0 0,1 1 1 0 0,-1-1-1 0 0,1 4 0 0 0,0-3-69 0 0,2 9 89 0 0,1 0-1 0 0,0 0 1 0 0,0 0 0 0 0,1-1 0 0 0,1 0 0 0 0,0 0 0 0 0,11 16 0 0 0,-14-23-251 0 0,0-1 0 0 0,0 1 1 0 0,1-1-1 0 0,-1 1 0 0 0,1-1 0 0 0,0 0 0 0 0,0 0 1 0 0,0-1-1 0 0,0 1 0 0 0,0-1 0 0 0,0 0 1 0 0,1 0-1 0 0,-1 0 0 0 0,1-1 0 0 0,0 0 1 0 0,-1 1-1 0 0,1-2 0 0 0,0 1 0 0 0,0 0 1 0 0,-1-1-1 0 0,1 0 0 0 0,6-1 0 0 0,-2 0-58 0 0,0-1-1 0 0,0-1 0 0 0,0 1 0 0 0,0-2 1 0 0,0 1-1 0 0,-1-1 0 0 0,1 0 1 0 0,-1-1-1 0 0,0 0 0 0 0,-1 0 1 0 0,1-1-1 0 0,-1 0 0 0 0,0 0 0 0 0,-1 0 1 0 0,1-1-1 0 0,-1 0 0 0 0,6-9 1 0 0,-1-1 66 0 0,0-1 0 0 0,-1 0 1 0 0,-1 0-1 0 0,-1 0 1 0 0,0-1-1 0 0,8-36 1 0 0,-9 26 643 0 0,-15 46 492 0 0,-4 16-614 0 0,2 1 0 0 0,1 0 0 0 0,1 1 0 0 0,2-1 0 0 0,2 1 1 0 0,1 0-1 0 0,2 54 0 0 0,2-81-691 0 0,0 1 0 0 0,0-1 1 0 0,1 1-1 0 0,0-1 0 0 0,0 0 0 0 0,1 0 0 0 0,4 11 1 0 0,-5-16-255 0 0,0 0 0 0 0,-1-1 0 0 0,1 1 1 0 0,0-1-1 0 0,0 1 0 0 0,1-1 1 0 0,-1 0-1 0 0,0 0 0 0 0,1 0 0 0 0,-1 0 1 0 0,1 0-1 0 0,0 0 0 0 0,-1-1 0 0 0,1 1 1 0 0,0-1-1 0 0,0 0 0 0 0,0 0 0 0 0,0 0 1 0 0,0 0-1 0 0,0 0 0 0 0,1-1 0 0 0,5 1 1 0 0,23-3-9135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7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37 2292 0 0,'-22'-20'15179'0'0,"35"23"-10868"0"0,1-2-4056 0 0,0-1 0 0 0,24-3 0 0 0,7-4-1216 0 0,-12 2-1932 0 0,-1 0-6012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7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14 2976 0 0,'-19'12'3974'0'0,"12"-8"-2958"0"0,0 0 1 0 0,1 0 0 0 0,-1 0 0 0 0,1 1 0 0 0,0 0 0 0 0,0 0-1 0 0,0 1 1 0 0,1 0 0 0 0,0 0 0 0 0,0 0 0 0 0,-5 10 0 0 0,9-15-931 0 0,1 0 0 0 0,0-1 0 0 0,0 1 0 0 0,0 0 0 0 0,0-1 1 0 0,1 1-1 0 0,-1 0 0 0 0,0-1 0 0 0,0 1 0 0 0,0 0 0 0 0,0-1 1 0 0,1 1-1 0 0,-1 0 0 0 0,0-1 0 0 0,1 1 0 0 0,-1-1 0 0 0,0 1 0 0 0,1-1 1 0 0,-1 1-1 0 0,1 0 0 0 0,-1-1 0 0 0,1 0 0 0 0,-1 1 0 0 0,1-1 0 0 0,-1 1 1 0 0,1-1-1 0 0,0 0 0 0 0,-1 1 0 0 0,1-1 0 0 0,0 0 0 0 0,-1 1 0 0 0,1-1 1 0 0,0 0-1 0 0,-1 0 0 0 0,1 0 0 0 0,0 0 0 0 0,0 0 0 0 0,14 1 149 0 0,-1-2 0 0 0,1 0 0 0 0,-1-1 0 0 0,1 0 0 0 0,-1-2 0 0 0,18-5 0 0 0,4-3-1558 0 0,44-23 0 0 0,-39 15-2716 0 0,-14 5-2221 0 0,-5 1-2461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7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3012 0 0,'2'-63'29612'0'0,"5"89"-29579"0"0,-1-1-1 0 0,-1 1 0 0 0,-1 0 1 0 0,0 39-1 0 0,0-9-51 0 0,9 167 92 0 0,8 66-454 0 0,-18-272-2812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18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71 1956 0 0,'5'-71'24330'0'0,"-5"79"-23151"0"0,-1 0 0 0 0,-1 0 0 0 0,-3 12 0 0 0,-1 6 586 0 0,-9 96-1765 0 0,13-73 0 0 0,1-17 0 0 0,1-23 0 0 0,0-1 0 0 0,1 1 0 0 0,0 0 0 0 0,0-1 0 0 0,1 1 0 0 0,0-1 0 0 0,0 0 0 0 0,1 0 0 0 0,5 11 0 0 0,-5-14 0 0 0,-1-1 0 0 0,1-1 0 0 0,0 1 0 0 0,0 0 0 0 0,0-1 0 0 0,0 1 0 0 0,1-1 0 0 0,0 0 0 0 0,-1 0 0 0 0,1 0 0 0 0,0-1 0 0 0,0 0 0 0 0,0 1 0 0 0,1-1 0 0 0,-1-1 0 0 0,1 1 0 0 0,-1-1 0 0 0,8 2 0 0 0,-4-1 0 0 0,0-1 0 0 0,-1 0 0 0 0,1 0 0 0 0,0-1 0 0 0,0 0 0 0 0,0 0 0 0 0,0-1 0 0 0,0 0 0 0 0,-1 0 0 0 0,1-1 0 0 0,0 0 0 0 0,-1 0 0 0 0,0-1 0 0 0,1 0 0 0 0,-1 0 0 0 0,0-1 0 0 0,0 0 0 0 0,-1 0 0 0 0,1-1 0 0 0,-1 1 0 0 0,0-1 0 0 0,0-1 0 0 0,-1 1 0 0 0,10-13 0 0 0,-7 8 0 0 0,0-1 0 0 0,0 0 0 0 0,-1 0 0 0 0,0-1 0 0 0,-1 0 0 0 0,-1 0 0 0 0,0 0 0 0 0,5-20 0 0 0,-8 27 0 0 0,-1-1 0 0 0,0 1 0 0 0,-1-1 0 0 0,1 0 0 0 0,-1 1 0 0 0,0-1 0 0 0,0 0 0 0 0,-1 0 0 0 0,0 1 0 0 0,0-1 0 0 0,0 1 0 0 0,0-1 0 0 0,-1 1 0 0 0,0-1 0 0 0,0 1 0 0 0,-1 0 0 0 0,1 0 0 0 0,-1 0 0 0 0,0 0 0 0 0,-1 1 0 0 0,1-1 0 0 0,-5-4 0 0 0,1 3-232 0 0,0 0-1 0 0,0 0 1 0 0,0 0 0 0 0,-1 1 0 0 0,0 0-1 0 0,-12-5 1 0 0,8 5-720 0 0,-1 1 0 0 0,0 0 0 0 0,0 1 0 0 0,0 0 0 0 0,0 1-1 0 0,-24-1 1 0 0,6 4-1525 0 0,0 0-1 0 0,1 2 1 0 0,-1 2-1 0 0,-42 11 0 0 0,27-3-7206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7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51 2392 0 0,'-3'-32'8768'0'0,"0"14"-5153"0"0,11 27-3563 0 0,-1 0-1 0 0,0 0 0 0 0,-1 1 0 0 0,0 0 0 0 0,8 15 0 0 0,21 62 5 0 0,-21-53-42 0 0,34 98 278 0 0,10 21-2973 0 0,-49-137 1287 0 0,-9-16 1332 0 0,0 0 0 0 0,1 1 0 0 0,-1-1 0 0 0,0 0-1 0 0,0 0 1 0 0,0 0 0 0 0,1 0 0 0 0,-1 0 0 0 0,0 0 0 0 0,0 0-1 0 0,0 1 1 0 0,1-1 0 0 0,-1 0 0 0 0,0 0 0 0 0,0 0 0 0 0,0 0 0 0 0,1 0-1 0 0,-1 0 1 0 0,0 0 0 0 0,0 0 0 0 0,1 0 0 0 0,-1 0 0 0 0,0 0 0 0 0,0 0-1 0 0,1 0 1 0 0,-1 0 0 0 0,0 0 0 0 0,0-1 0 0 0,0 1 0 0 0,1 0-1 0 0,-1 0 1 0 0,0 0 0 0 0,0 0 0 0 0,1-1 0 0 0,0-1-124 0 0,1 0 0 0 0,-1 0 0 0 0,0 0 1 0 0,0-1-1 0 0,0 1 0 0 0,0 0 0 0 0,-1-1 0 0 0,1 1 1 0 0,0-1-1 0 0,-1-2 0 0 0,6-43-105 0 0,-5 40 864 0 0,-1 0 1 0 0,0 0 0 0 0,-1 0-1 0 0,0-1 1 0 0,0 1 0 0 0,-4-11-1 0 0,5 18-540 0 0,-1 0 0 0 0,0 1 0 0 0,1-1 0 0 0,-1 0-1 0 0,0 1 1 0 0,0-1 0 0 0,0 1 0 0 0,1-1 0 0 0,-1 1 0 0 0,0 0-1 0 0,0-1 1 0 0,0 1 0 0 0,0 0 0 0 0,0-1 0 0 0,0 1 0 0 0,1 0-1 0 0,-1 0 1 0 0,0 0 0 0 0,0 0 0 0 0,0 0 0 0 0,0 0 0 0 0,0 0-1 0 0,0 0 1 0 0,0 1 0 0 0,0-1 0 0 0,0 0 0 0 0,0 0 0 0 0,-1 1-1 0 0,-19 9 284 0 0,0 1-1 0 0,0 1 1 0 0,-24 19-1 0 0,-58 51 901 0 0,58-43-821 0 0,-78 67 329 0 0,97-81-917 0 0,1 2 0 0 0,-31 42 0 0 0,47-50-1127 0 0,9-18 1212 0 0,0-1-1 0 0,0 0 1 0 0,0 1 0 0 0,-1-1-1 0 0,1 0 1 0 0,0 1-1 0 0,0-1 1 0 0,0 0 0 0 0,0 1-1 0 0,0-1 1 0 0,0 0-1 0 0,0 1 1 0 0,0-1 0 0 0,0 0-1 0 0,0 1 1 0 0,0-1-1 0 0,0 0 1 0 0,0 1-1 0 0,0-1 1 0 0,0 0 0 0 0,0 1-1 0 0,0-1 1 0 0,0 0-1 0 0,1 0 1 0 0,-1 1 0 0 0,0-1-1 0 0,0 0 1 0 0,0 1-1 0 0,1-1 1 0 0,-1 0 0 0 0,1 1-434 0 0,-1-1 433 0 0,1 1 1 0 0,-1-1-1 0 0,0 0 1 0 0,0 0-1 0 0,1 0 1 0 0,-1 0 0 0 0,0 0-1 0 0,1 0 1 0 0,-1 1-1 0 0,0-1 1 0 0,1 0 0 0 0,-1 0-1 0 0,0 0 1 0 0,1 0-1 0 0,-1 0 1 0 0,0 0 0 0 0,1 0-1 0 0,-1 0 1 0 0,0-1-1 0 0,1 1 1 0 0,-1 0 0 0 0,0 0-1 0 0,1 0 1 0 0,-1 0-1 0 0,16-4-4398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7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2708 0 0,'5'-18'20055'0'0,"-1"9"-18270"0"0,1 6-1776 0 0,1-1 0 0 0,0 1 0 0 0,0 1-1 0 0,1-1 1 0 0,-1 1 0 0 0,0 0 0 0 0,10-1 0 0 0,-6 0-10 0 0,1 0-196 0 0,133-31-2604 0 0,-95 25-1506 0 0,-1 2-3605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7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0 808 0 0,'-112'73'16704'0'0,"112"-73"-16665"0"0,0 0 1 0 0,0 0 0 0 0,0 0-1 0 0,-1 1 1 0 0,1-1 0 0 0,0 0 0 0 0,0 0-1 0 0,0 0 1 0 0,-1 0 0 0 0,1 0-1 0 0,0 0 1 0 0,0 0 0 0 0,0 0 0 0 0,0 0-1 0 0,-1 0 1 0 0,1 1 0 0 0,0-1-1 0 0,0 0 1 0 0,0 0 0 0 0,0 0 0 0 0,0 0-1 0 0,0 0 1 0 0,-1 1 0 0 0,1-1-1 0 0,0 0 1 0 0,0 0 0 0 0,0 0-1 0 0,0 0 1 0 0,0 1 0 0 0,0-1 0 0 0,0 0-1 0 0,0 0 1 0 0,0 0 0 0 0,0 1-1 0 0,0-1 1 0 0,0 0 0 0 0,0 0 0 0 0,0 0-1 0 0,0 1 1 0 0,0-1 0 0 0,0 0-1 0 0,0 0 1 0 0,0 0 0 0 0,0 1 0 0 0,11 1 378 0 0,17-4-396 0 0,128-35-2513 0 0,-51 10-6190 0 0,-69 18 2518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5:39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34 115 1652 0 0,'-22'-29'23457'0'0,"21"29"-23432"0"0,1 0 0 0 0,0-1 0 0 0,0 1 0 0 0,0 0 0 0 0,-1 0 0 0 0,1-1 0 0 0,0 1 1 0 0,0 0-1 0 0,0-1 0 0 0,0 1 0 0 0,0 0 0 0 0,0-1 0 0 0,0 1 0 0 0,0 0 0 0 0,0-1 0 0 0,0 1 0 0 0,0 0 0 0 0,0 0 0 0 0,0-1 0 0 0,0 1 0 0 0,0 0 0 0 0,0-1 1 0 0,0 1-1 0 0,0 0 0 0 0,0-1 0 0 0,0 1 0 0 0,0 0 0 0 0,0-1 0 0 0,1 1 0 0 0,-1 0 0 0 0,0 0 0 0 0,0-1 0 0 0,1 1 0 0 0,12-12 228 0 0,22-7-340 0 0,-30 17 152 0 0,13-6-116 0 0,-1 1-1 0 0,1 1 1 0 0,1 0-1 0 0,-1 2 1 0 0,1 0-1 0 0,0 1 1 0 0,37-1-1 0 0,-53 3 36 0 0,0 1 0 0 0,0 0 0 0 0,0 0 0 0 0,0 1 0 0 0,0-1 0 0 0,0 1 0 0 0,0-1 1 0 0,0 1-1 0 0,0 0 0 0 0,0 0 0 0 0,-1 0 0 0 0,1 0 0 0 0,0 1 0 0 0,0-1 0 0 0,-1 1 0 0 0,1 0 0 0 0,-1 0 0 0 0,1 0 0 0 0,-1 0 0 0 0,0 0 0 0 0,0 0 0 0 0,0 0 0 0 0,0 1 0 0 0,0-1 0 0 0,-1 1 0 0 0,1-1 0 0 0,-1 1 0 0 0,1 0 0 0 0,1 5 0 0 0,-2-2 4 0 0,0 1 0 0 0,0-1 0 0 0,-1 0 0 0 0,1 0 0 0 0,-2 1 0 0 0,1-1 0 0 0,0 0 0 0 0,-1 0 0 0 0,0 1 0 0 0,-1-1 0 0 0,1 0 1 0 0,-1 0-1 0 0,-4 7 0 0 0,-3 5 33 0 0,-1 0 0 0 0,-1-1 1 0 0,-1 0-1 0 0,-1-1 1 0 0,0 0-1 0 0,-26 23 1 0 0,38-38-28 0 0,1-1 10 0 0,-1 0 0 0 0,0 0 0 0 0,0 1 1 0 0,1-1-1 0 0,-1 0 0 0 0,0 1 0 0 0,1-1 0 0 0,-1 1 1 0 0,0-1-1 0 0,1 1 0 0 0,-1-1 0 0 0,0 1 1 0 0,1 0-1 0 0,-1-1 0 0 0,1 1 0 0 0,-1 1 1 0 0,-18 14 1051 0 0,15-13-362 0 0,9-3-496 0 0,-3-1-181 0 0,31-8-66 0 0,10 4 1 0 0,-40 5 17 0 0,0 0 32 0 0,4 0-13 0 0,0 0 0 0 0,0 1-1 0 0,0 0 1 0 0,0 0 0 0 0,0 1 0 0 0,-1 0 0 0 0,1 0 0 0 0,-1 0 0 0 0,1 1-1 0 0,-1 0 1 0 0,0 0 0 0 0,0 1 0 0 0,8 5 0 0 0,-8-4 21 0 0,-1 1 0 0 0,1 0 0 0 0,-1 0 0 0 0,-1 0 0 0 0,1 1 0 0 0,-1 0 0 0 0,0 0 0 0 0,-1 0 0 0 0,1 0 0 0 0,-1 0 0 0 0,-1 1 0 0 0,0-1 0 0 0,0 1 0 0 0,0 0 0 0 0,-1-1 0 0 0,0 1 0 0 0,0 11 0 0 0,-1-4 46 0 0,0 0-1 0 0,-1 0 1 0 0,-1 0-1 0 0,-1 0 1 0 0,0 0-1 0 0,-1 0 1 0 0,-9 24 0 0 0,8-28 118 0 0,1-1 1 0 0,-2-1 0 0 0,1 1 0 0 0,-1-1 0 0 0,0 0 0 0 0,-1 0-1 0 0,-11 11 1 0 0,12-15-53 0 0,0 0-1 0 0,0 0 0 0 0,0-1 0 0 0,-1 1 1 0 0,1-1-1 0 0,-1-1 0 0 0,0 1 1 0 0,-1-1-1 0 0,1-1 0 0 0,0 1 0 0 0,-14 2 1 0 0,17-4-103 0 0,-26 3 111 0 0,14-3-116 0 0,0-1 1 0 0,0 0-1 0 0,0-2 0 0 0,1 0 0 0 0,-1 0 1 0 0,0-1-1 0 0,1-1 0 0 0,0-1 1 0 0,-18-7-1 0 0,14 2-1116 0 0,3-1-3402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34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14 331 828 0 0,'-11'15'14302'0'0,"8"-10"-13161"0"0,17-6-1126 0 0,-1-1-1 0 0,1 0 1 0 0,20-7-1 0 0,12-1 4 0 0,531-72-62 0 0,6 26-29 0 0,-182 20 50 0 0,-375 33 23 0 0,1179-126 546 0 0,-1164 125-68 0 0,-19 2-129 0 0,0-1 0 0 0,24-6 0 0 0,-44 9-435 0 0,8-2-778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4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1296 0 0,'19'-48'14429'0'0,"-8"20"-3571"0"0,-12 28-10809 0 0,6 7 889 0 0,-1 15 64 0 0,-2-1 1 0 0,0 0-1 0 0,-3 41 1 0 0,0-19-289 0 0,-28 501-241 0 0,21-444-8488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4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93 84 0 0,'2'-7'3069'0'0,"0"0"0"0"0,0-1 0 0 0,-1 1 0 0 0,0 0 0 0 0,-1 0 0 0 0,0-13 0 0 0,-16 75 31 0 0,7-12-2391 0 0,1 0 0 0 0,3 1 1 0 0,2 0-1 0 0,1-1 0 0 0,7 74 1 0 0,-4-108-651 0 0,1 1 1 0 0,-1-1-1 0 0,2 0 1 0 0,-1 0-1 0 0,1 0 0 0 0,0-1 1 0 0,1 1-1 0 0,0-1 1 0 0,6 10-1 0 0,-8-16-32 0 0,0 1 0 0 0,0 0-1 0 0,0-1 1 0 0,1 0 0 0 0,-1 1-1 0 0,1-1 1 0 0,-1 0 0 0 0,1 0-1 0 0,0 0 1 0 0,-1-1 0 0 0,1 1-1 0 0,0-1 1 0 0,0 1 0 0 0,0-1-1 0 0,1 0 1 0 0,-1 0 0 0 0,0 0-1 0 0,0-1 1 0 0,0 1 0 0 0,1-1-1 0 0,-1 0 1 0 0,0 0 0 0 0,1 0-1 0 0,-1 0 1 0 0,0 0 0 0 0,1-1-1 0 0,-1 1 1 0 0,5-3 0 0 0,3-1 22 0 0,0 0 1 0 0,0-1-1 0 0,-1-1 1 0 0,0 0-1 0 0,0 0 0 0 0,-1-1 1 0 0,1 0-1 0 0,-1 0 1 0 0,-1-1-1 0 0,0-1 1 0 0,0 1-1 0 0,0-1 1 0 0,-1-1-1 0 0,6-10 0 0 0,3-6 8 0 0,0-2 0 0 0,-2 0 0 0 0,-2 0-1 0 0,10-32 1 0 0,-18 49-38 0 0,-1 1 0 0 0,-1 0 0 0 0,0-1 0 0 0,0 1 0 0 0,-1-1 0 0 0,0 0 0 0 0,-1 0 0 0 0,0 1 0 0 0,0-1 0 0 0,-4-14 0 0 0,3 19-59 0 0,-1 0 0 0 0,0 0 0 0 0,0 1 0 0 0,-1-1 0 0 0,1 0 0 0 0,-1 1 0 0 0,0 0 0 0 0,-1-1 0 0 0,0 1 0 0 0,1 1 0 0 0,-1-1 0 0 0,-1 1 0 0 0,1-1 0 0 0,-1 1 0 0 0,0 0 0 0 0,0 1 0 0 0,0-1 0 0 0,0 1 0 0 0,-6-3 0 0 0,-3 0-432 0 0,1 1 0 0 0,-1 0 0 0 0,1 1 0 0 0,-1 0 0 0 0,0 2 0 0 0,-1-1-1 0 0,1 2 1 0 0,0 0 0 0 0,-1 0 0 0 0,1 1 0 0 0,-1 1 0 0 0,-22 4 0 0 0,13 0-1561 0 0,0 1 0 0 0,-30 11 0 0 0,-42 26-7831 0 0,72-31 3643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64 1696 0 0,'6'-16'4972'0'0,"-3"-13"906"0"0,-3 24-4432 0 0,-2-8 3167 0 0,-6 27-3905 0 0,8-13-707 0 0,-174 367 2503 0 0,143-298-3009 0 0,13-24-2786 0 0,16-35-310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3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0 288 1112 0 0,'69'-174'12802'0'0,"-66"166"-12328"0"0,-2 6-317 0 0,0-1 19 0 0,0 0 0 0 0,0 0 0 0 0,0 0 0 0 0,0 1 0 0 0,1-1 1 0 0,-1 0-1 0 0,4-3 0 0 0,-5 6-159 0 0,0 0 0 0 0,0-1 0 0 0,1 1 0 0 0,-1 0 0 0 0,0 0 0 0 0,0 0 0 0 0,1 0 0 0 0,-1 0 0 0 0,0 0 0 0 0,0-1 0 0 0,1 1 0 0 0,-1 0 0 0 0,0 0 0 0 0,0 0 0 0 0,1 0 0 0 0,-1 0 0 0 0,0 0 0 0 0,1 0 0 0 0,-1 0 0 0 0,0 0 0 0 0,0 0 0 0 0,1 0 0 0 0,-1 0 0 0 0,0 0 0 0 0,1 1 0 0 0,-1-1 0 0 0,0 0 0 0 0,0 0 0 0 0,1 0 0 0 0,-1 0 0 0 0,0 0 0 0 0,1 1 0 0 0,9 16 597 0 0,13 47 603 0 0,-18-48-1079 0 0,0 0 1 0 0,1 0-1 0 0,1 0 1 0 0,1-1 0 0 0,10 18-1 0 0,-15-29-116 0 0,1 0 0 0 0,-1 0 1 0 0,0-1-1 0 0,1 1 0 0 0,0-1 0 0 0,0 0 0 0 0,0 0 0 0 0,0 0 1 0 0,0-1-1 0 0,1 1 0 0 0,-1-1 0 0 0,1 0 0 0 0,0 0 1 0 0,-1-1-1 0 0,1 1 0 0 0,0-1 0 0 0,0 0 0 0 0,0-1 0 0 0,0 1 1 0 0,0-1-1 0 0,0 0 0 0 0,7 0 0 0 0,-4-1-8 0 0,1 0 0 0 0,0-1 1 0 0,-1 0-1 0 0,1-1 0 0 0,-1 1 0 0 0,1-1 0 0 0,-1-1 0 0 0,0 0 1 0 0,-1 0-1 0 0,1 0 0 0 0,-1-1 0 0 0,0 0 0 0 0,0-1 0 0 0,0 0 1 0 0,0 0-1 0 0,-1 0 0 0 0,0-1 0 0 0,8-12 0 0 0,5-9 422 0 0,-2-1-1 0 0,-1-1 1 0 0,18-46-1 0 0,-34 76-434 0 0,25-64 2000 0 0,-25 62-1905 0 0,-1 4-45 0 0,-25 57 94 0 0,3 1 0 0 0,2 1 0 0 0,-17 82 1 0 0,34-125-106 0 0,1 0 1 0 0,1 0 0 0 0,-1 24-1 0 0,3-37-47 0 0,0 0-1 0 0,0 0 0 0 0,1 1 0 0 0,-1-1 0 0 0,1 0 0 0 0,0 0 0 0 0,1 0 0 0 0,-1 0 0 0 0,1 0 0 0 0,0 0 1 0 0,0-1-1 0 0,0 1 0 0 0,1-1 0 0 0,0 1 0 0 0,0-1 0 0 0,4 5 0 0 0,-3-6-241 0 0,1 0 0 0 0,-1 0 0 0 0,1 0-1 0 0,-1-1 1 0 0,1 0 0 0 0,0 0 0 0 0,0 0 0 0 0,0-1-1 0 0,0 0 1 0 0,0 0 0 0 0,0 0 0 0 0,1 0-1 0 0,-1-1 1 0 0,0 0 0 0 0,0 0 0 0 0,6-1 0 0 0,10-1-2024 0 0,-1-1 0 0 0,33-9 0 0 0,-11 0-2223 0 0,5-3-2005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3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34 1992 0 0,'-17'-7'18056'0'0,"23"8"-16296"0"0,33 3-1815 0 0,81-20 490 0 0,-68 6-3911 0 0,-20 5-2213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3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33 404 0 0,'-57'40'8437'0'0,"39"-28"-4627"0"0,0 1 1 0 0,-23 21 516 0 0,42-31-3558 0 0,-2-2-742 0 0,1-1-1 0 0,0 0 1 0 0,0 0 0 0 0,0 1-1 0 0,0-1 1 0 0,0 0 0 0 0,0 0-1 0 0,0 1 1 0 0,0-1 0 0 0,0 0 0 0 0,0 0-1 0 0,0 0 1 0 0,0 1 0 0 0,0-1-1 0 0,1 0 1 0 0,-1 0 0 0 0,0 1-1 0 0,0-1 1 0 0,0 0 0 0 0,0 0-1 0 0,0 0 1 0 0,0 1 0 0 0,0-1-1 0 0,1 0 1 0 0,-1 0 0 0 0,0 0 0 0 0,0 0-1 0 0,0 1 1 0 0,1-1 0 0 0,-1 0-1 0 0,0 0 1 0 0,0 0 0 0 0,11 1 303 0 0,-1-1 0 0 0,0 0 0 0 0,1-1 0 0 0,-1 0 0 0 0,0-1 0 0 0,18-5 0 0 0,62-24-175 0 0,-70 24-1223 0 0,-1-2 0 0 0,0 0 0 0 0,24-17 0 0 0,-32 19-1868 0 0,-1-1 0 0 0,0-1-1 0 0,16-17 1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4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36 3136 0 0,'-37'-34'22388'0'0,"34"32"-21640"0"0,1 9-391 0 0,0-1-1 0 0,0 1 0 0 0,0-1 0 0 0,1 1 0 0 0,0 0 0 0 0,1 0 0 0 0,-1-1 0 0 0,1 1 1 0 0,2 13-1 0 0,-2 15 411 0 0,-56 568 1399 0 0,25-368-2166 0 0,30-223 0 0 0,-1-4-187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15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47 184 1576 0 0,'-13'-5'5605'0'0,"2"-4"-2301"0"0,9 8-2238 0 0,-1-1 1 0 0,0 0-1 0 0,1 1 1 0 0,-1-1-1 0 0,0 1 1 0 0,-3-1-1 0 0,20-14-914 0 0,262-86 39 0 0,-215 82-168 0 0,-8 2-331 0 0,-52 18-196 0 0,4-3-188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1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30 1088 0 0,'8'-29'16697'0'0,"-12"122"-16179"0"0,-23 127 0 0 0,10-101-341 0 0,15-106-628 0 0,-23 162 568 0 0,9-103-10333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1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10 348 1772 0 0,'-9'-156'12765'0'0,"9"152"-12718"0"0,0-1-1 0 0,0 1 1 0 0,0-1-1 0 0,1 1 0 0 0,-1-1 1 0 0,1 1-1 0 0,0 0 1 0 0,0-1-1 0 0,1 1 1 0 0,0 0-1 0 0,-1 0 0 0 0,1 0 1 0 0,5-7-1 0 0,-3 5 64 0 0,1 1-1 0 0,0 0 0 0 0,0 0 0 0 0,0 0 0 0 0,0 0 1 0 0,1 1-1 0 0,0 0 0 0 0,6-4 0 0 0,9-2 149 0 0,0 0 0 0 0,1 2-1 0 0,0 0 1 0 0,29-5 0 0 0,71-11-1901 0 0,-106 22 1270 0 0,1 0 0 0 0,-1 1-1 0 0,0 1 1 0 0,1 1 0 0 0,26 5 0 0 0,-23 1-1809 0 0,-10 1-2106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1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 2116 0 0,'-57'42'3393'0'0,"-55"45"2074"0"0,98-69-4641 0 0,13-18-804 0 0,1 0 0 0 0,0 1 0 0 0,0-1 0 0 0,0 1 0 0 0,-1-1 0 0 0,1 0 0 0 0,0 1 0 0 0,0-1 0 0 0,0 1 0 0 0,0-1 0 0 0,0 0 0 0 0,0 1 0 0 0,-1-1 0 0 0,1 1 0 0 0,0-1-1 0 0,0 0 1 0 0,0 1 0 0 0,0-1 0 0 0,1 1 0 0 0,-1-1 0 0 0,0 1 0 0 0,0-1 0 0 0,0 0 0 0 0,0 1 0 0 0,0-1 0 0 0,0 1 0 0 0,1-1 0 0 0,-1 0 0 0 0,0 1 0 0 0,0-1 0 0 0,1 0 0 0 0,-1 1 0 0 0,0-1 0 0 0,1 0 0 0 0,-1 1 0 0 0,0-1 0 0 0,1 0 0 0 0,-1 0 0 0 0,0 1 0 0 0,1-1-1 0 0,-1 0 1 0 0,0 0 0 0 0,1 0 0 0 0,-1 0 0 0 0,1 1 0 0 0,-1-1 0 0 0,0 0 0 0 0,1 0 0 0 0,-1 0 0 0 0,1 0 0 0 0,-1 0 0 0 0,1 0 0 0 0,-1 0 0 0 0,0 0 0 0 0,1 0 0 0 0,0 0 0 0 0,29-1 149 0 0,-1-1 0 0 0,1-2 1 0 0,-1 0-1 0 0,34-11 0 0 0,-21 6-278 0 0,75-16-1387 0 0,-40 5-3307 0 0,-36 9-303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2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94 4 0 0,'-9'7'6699'0'0,"3"-5"-5934"0"0,0 0 1 0 0,0 1 0 0 0,0-1 0 0 0,0 1-1 0 0,0 0 1 0 0,1 1 0 0 0,-1-1 0 0 0,1 1 0 0 0,-9 8-1 0 0,6-3-238 0 0,0 0 1 0 0,0 0-1 0 0,1 1 0 0 0,-12 20 0 0 0,9-10-363 0 0,1 0-1 0 0,0 0 1 0 0,2 1-1 0 0,0 0 1 0 0,-5 34 0 0 0,11-49-130 0 0,0 1 0 0 0,0 0 0 0 0,1 0 0 0 0,0 0 0 0 0,0 0 0 0 0,1-1 0 0 0,0 1 0 0 0,0 0 0 0 0,0 0 0 0 0,1-1 0 0 0,3 9-1 0 0,-4-12-15 0 0,1 0-1 0 0,-1 0 0 0 0,1-1 0 0 0,0 1 0 0 0,0-1 0 0 0,0 0 0 0 0,0 1 0 0 0,0-1 0 0 0,0 0 0 0 0,1 0 0 0 0,-1-1 0 0 0,1 1 0 0 0,-1 0 0 0 0,1-1 0 0 0,0 1 0 0 0,0-1 0 0 0,0 0 1 0 0,0 0-1 0 0,-1 0 0 0 0,1 0 0 0 0,0-1 0 0 0,0 1 0 0 0,1-1 0 0 0,-1 0 0 0 0,0 0 0 0 0,0 0 0 0 0,3 0 0 0 0,3-1-3 0 0,-1 0 1 0 0,1 0-1 0 0,-1-1 1 0 0,0 0-1 0 0,0 0 0 0 0,0-1 1 0 0,0 0-1 0 0,0-1 0 0 0,0 1 1 0 0,-1-2-1 0 0,13-8 1 0 0,-10 5-8 0 0,-1 0 1 0 0,0-1 0 0 0,0 0-1 0 0,-1 0 1 0 0,-1-1 0 0 0,0 0 0 0 0,11-19-1 0 0,-11 15-4 0 0,0 0-1 0 0,-1 0 0 0 0,-1-1 1 0 0,0 0-1 0 0,-1 0 1 0 0,-1 0-1 0 0,0 0 1 0 0,-1 0-1 0 0,0-1 0 0 0,-2 1 1 0 0,0-1-1 0 0,0 0 1 0 0,-5-22-1 0 0,4 30 0 0 0,-1 1-1 0 0,-1-1 1 0 0,1 1 0 0 0,-1 0-1 0 0,0 0 1 0 0,-1 0 0 0 0,0 0-1 0 0,0 0 1 0 0,-8-9-1 0 0,10 13-1 0 0,-1 1-1 0 0,1-1 0 0 0,-1 1 0 0 0,0-1 0 0 0,0 1 0 0 0,0 0 0 0 0,0 0 0 0 0,0 1 0 0 0,-1-1 0 0 0,1 1 0 0 0,0-1 0 0 0,-1 1 1 0 0,1 0-1 0 0,-1 0 0 0 0,0 1 0 0 0,1-1 0 0 0,-1 1 0 0 0,1-1 0 0 0,-1 1 0 0 0,0 0 0 0 0,1 1 0 0 0,-7 0 0 0 0,1 1-4 0 0,0 1-1 0 0,0 0 1 0 0,1 1-1 0 0,-1-1 0 0 0,1 2 1 0 0,0-1-1 0 0,0 1 0 0 0,0 0 1 0 0,1 1-1 0 0,0 0 0 0 0,0 0 1 0 0,-7 8-1 0 0,8-8 0 0 0,1 0 1 0 0,-1 1-1 0 0,1-1 0 0 0,1 1 1 0 0,-1 1-1 0 0,1-1 0 0 0,0 0 1 0 0,1 1-1 0 0,0 0 0 0 0,0 0 1 0 0,1 0-1 0 0,0 0 0 0 0,-2 13 1 0 0,4-19 5 0 0,0 1 1 0 0,0-1 0 0 0,0 0 0 0 0,0 1-1 0 0,0-1 1 0 0,1 0 0 0 0,-1 1 0 0 0,1-1-1 0 0,-1 0 1 0 0,1 1 0 0 0,0-1 0 0 0,0 0-1 0 0,0 0 1 0 0,0 0 0 0 0,0 0 0 0 0,0 0-1 0 0,1 0 1 0 0,-1 0 0 0 0,1 0 0 0 0,3 3-1 0 0,-2-3 1 0 0,0 0-1 0 0,0-1 0 0 0,0 1 1 0 0,0-1-1 0 0,1 1 0 0 0,-1-1 0 0 0,1 0 1 0 0,-1 0-1 0 0,1-1 0 0 0,-1 1 0 0 0,1-1 1 0 0,5 0-1 0 0,4 0 1 0 0,1-1 0 0 0,-1-1 0 0 0,1 0-1 0 0,-1-1 1 0 0,0-1 0 0 0,14-5 0 0 0,92-45 23 0 0,-72 31-130 0 0,50-17 1 0 0,-93 40 89 0 0,-1 0 12 0 0,0 0 1 0 0,0 0 0 0 0,0 0-1 0 0,0 0 1 0 0,-1 1 0 0 0,1-1-1 0 0,0 1 1 0 0,0 0 0 0 0,-1 0 0 0 0,1 0-1 0 0,0 0 1 0 0,-1 0 0 0 0,1 0-1 0 0,-1 1 1 0 0,1-1 0 0 0,-1 1-1 0 0,0 0 1 0 0,0 0 0 0 0,0 0-1 0 0,0 0 1 0 0,0 0 0 0 0,0 0-1 0 0,0 1 1 0 0,-1-1 0 0 0,1 0-1 0 0,-1 1 1 0 0,0-1 0 0 0,2 5-1 0 0,2 2 11 0 0,1 4 21 0 0,0 0-1 0 0,-1 0 0 0 0,0 1 1 0 0,-1 0-1 0 0,0-1 0 0 0,-1 1 1 0 0,1 24-1 0 0,-2-3 1417 0 0,-4 68 0 0 0,-4-72 2472 0 0,5-29-3411 0 0,1-3-452 0 0,-1 1-1 0 0,1 0 0 0 0,-1-1 1 0 0,1 1-1 0 0,-1 0 1 0 0,1-1-1 0 0,-1 1 0 0 0,1-1 1 0 0,-1 1-1 0 0,1 0 0 0 0,-1-1 1 0 0,1 1-1 0 0,0-1 0 0 0,-1 0 1 0 0,1 1-1 0 0,0-1 0 0 0,0 1 1 0 0,-1-2-1 0 0,1-12 29 0 0,0-1 0 0 0,1 0-1 0 0,1 0 1 0 0,0 1 0 0 0,1-1 0 0 0,1 1-1 0 0,0 0 1 0 0,1 0 0 0 0,0 0 0 0 0,1 1-1 0 0,9-15 1 0 0,6-8-953 0 0,1 2-1 0 0,50-58 1 0 0,-53 69-1540 0 0,29-23-1 0 0,2 6-7283 0 0,-28 26 1040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3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6 110 420 0 0,'-1'-2'1991'0'0,"0"-4"-856"0"0,0 0 0 0 0,0 0 0 0 0,0 0 0 0 0,1 0 0 0 0,0 0 0 0 0,1-12 0 0 0,-1 16-1018 0 0,1 1 1 0 0,-1 0-1 0 0,0-1 1 0 0,1 1-1 0 0,-1 0 1 0 0,1-1-1 0 0,-1 1 1 0 0,1 0-1 0 0,0 0 1 0 0,0 0-1 0 0,-1 0 1 0 0,1 0-1 0 0,0 0 1 0 0,0 0-1 0 0,0 0 1 0 0,2-2-1 0 0,-1 2-64 0 0,0 1-1 0 0,0-1 1 0 0,-1 1 0 0 0,1-1 0 0 0,0 1-1 0 0,0-1 1 0 0,0 1 0 0 0,-1 0-1 0 0,1 0 1 0 0,0 0 0 0 0,0 0 0 0 0,0 0-1 0 0,0 0 1 0 0,-1 1 0 0 0,1-1-1 0 0,3 2 1 0 0,-2-1-33 0 0,0 0-1 0 0,0 0 1 0 0,0 0-1 0 0,-1 1 1 0 0,1-1-1 0 0,0 1 1 0 0,-1 0-1 0 0,1 0 1 0 0,-1 0-1 0 0,0 0 1 0 0,1 0-1 0 0,-1 0 1 0 0,0 0 0 0 0,2 4-1 0 0,0 0 37 0 0,-1 0 0 0 0,0 0 0 0 0,0 1 0 0 0,0-1 0 0 0,-1 1 1 0 0,2 7-1 0 0,0 7 184 0 0,-1 0 1 0 0,-1 0 0 0 0,0 28-1 0 0,-7 36 256 0 0,2-57-352 0 0,2-1-1 0 0,1 34 0 0 0,1-60-136 0 0,-1-1-1 0 0,0 1 0 0 0,0-1 0 0 0,1 1 0 0 0,-1 0 0 0 0,0-1 0 0 0,1 1 0 0 0,-1-1 1 0 0,1 1-1 0 0,-1 0 0 0 0,1-1 0 0 0,-1 1 0 0 0,1-1 0 0 0,-1 0 0 0 0,1 1 1 0 0,-1-1-1 0 0,1 1 0 0 0,0-1 0 0 0,-1 0 0 0 0,1 0 0 0 0,-1 1 0 0 0,1-1 0 0 0,0 0 1 0 0,-1 0-1 0 0,1 0 0 0 0,0 1 0 0 0,0-1 0 0 0,-1 0 0 0 0,1 0 0 0 0,0 0 0 0 0,-1 0 1 0 0,1 0-1 0 0,0-1 0 0 0,-1 1 0 0 0,1 0 0 0 0,1 0 0 0 0,24-8 66 0 0,-9-1-53 0 0,-1-2 0 0 0,0 0 0 0 0,0-1 0 0 0,-1 0 0 0 0,-1-1-1 0 0,0-1 1 0 0,19-25 0 0 0,-3 0 11 0 0,45-80 0 0 0,-63 96 323 0 0,-1-2-1 0 0,-1 1 0 0 0,13-50 0 0 0,-23 72-212 0 0,-11 15-74 0 0,3 7-67 0 0,0-1-1 0 0,2 1 0 0 0,0 1 1 0 0,1-1-1 0 0,1 1 0 0 0,1 0 1 0 0,1 0-1 0 0,1 0 1 0 0,1 0-1 0 0,5 41 0 0 0,-4-52-199 0 0,1 1-1 0 0,1-1 0 0 0,0 1 0 0 0,0-1 0 0 0,1 0 0 0 0,7 13 1 0 0,-9-20-164 0 0,0 1-1 0 0,1 0 1 0 0,0 0 0 0 0,0-1 0 0 0,0 0 0 0 0,0 1 0 0 0,6 3 0 0 0,-6-5-187 0 0,-1 0 0 0 0,1 0 0 0 0,0-1 0 0 0,0 0 0 0 0,0 1 0 0 0,0-1 0 0 0,1 0 0 0 0,-1 0 0 0 0,0-1 0 0 0,0 1 0 0 0,5 0 0 0 0,8-1-4017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4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2336 0 0,'6'-34'6455'0'0,"-5"22"-4364"0"0,1 0-1 0 0,1 0 1 0 0,4-13 0 0 0,-6 24-1931 0 0,0 1-142 0 0,0 0-1 0 0,0 1 1 0 0,0-1 0 0 0,0 0 0 0 0,0 1 0 0 0,0-1 0 0 0,0 1 0 0 0,0 0 0 0 0,0-1 0 0 0,-1 1 0 0 0,1 0 0 0 0,0-1 0 0 0,0 1 0 0 0,0 0 0 0 0,-1 0 0 0 0,1 0 0 0 0,0 0 0 0 0,-1 0 0 0 0,1 0 0 0 0,-1 0 0 0 0,1 1 0 0 0,11 27 22 0 0,-10-22-3 0 0,5 13 17 0 0,-1 0 1 0 0,-1 1 0 0 0,-1-1-1 0 0,-1 1 1 0 0,0 0 0 0 0,-2 0-1 0 0,-1 1 1 0 0,0-1 0 0 0,-1 0-1 0 0,-6 25 1 0 0,7-45-50 0 0,0-1 0 0 0,0 1 0 0 0,0-1 0 0 0,0 1 0 0 0,0-1 0 0 0,0 0-1 0 0,0 1 1 0 0,0-1 0 0 0,0 1 0 0 0,0-1 0 0 0,-1 1 0 0 0,1-1 0 0 0,0 0 0 0 0,0 1 0 0 0,0-1 0 0 0,-1 1 0 0 0,1-1 0 0 0,0 0 0 0 0,-1 1 0 0 0,1-1-1 0 0,0 0 1 0 0,-1 0 0 0 0,1 1 0 0 0,0-1 0 0 0,-1 1 0 0 0,-5-9 45 0 0,-1-18-16 0 0,7 15-30 0 0,0 0 1 0 0,1 0-1 0 0,0 1 1 0 0,1-1-1 0 0,0 0 0 0 0,1 1 1 0 0,0-1-1 0 0,0 1 1 0 0,1 0-1 0 0,1 0 1 0 0,10-18-1 0 0,-10 20-10 0 0,1-1 0 0 0,0 1 0 0 0,0 0-1 0 0,1 1 1 0 0,0-1 0 0 0,0 2 0 0 0,1-1 0 0 0,-1 1 0 0 0,2 0 0 0 0,-1 0 0 0 0,1 1-1 0 0,17-8 1 0 0,-23 12-2 0 0,0 0 0 0 0,0-1 0 0 0,1 2 0 0 0,-1-1 0 0 0,0 0-1 0 0,1 1 1 0 0,-1 0 0 0 0,1-1 0 0 0,-1 1 0 0 0,0 1 0 0 0,1-1 0 0 0,-1 0-1 0 0,0 1 1 0 0,1 0 0 0 0,-1-1 0 0 0,0 1 0 0 0,1 1 0 0 0,-1-1-1 0 0,0 0 1 0 0,0 1 0 0 0,0 0 0 0 0,0 0 0 0 0,-1-1 0 0 0,1 2 0 0 0,0-1-1 0 0,2 3 1 0 0,-1 0 8 0 0,0 0-1 0 0,0 0 0 0 0,-1 0 1 0 0,1 1-1 0 0,-1-1 1 0 0,0 1-1 0 0,-1 0 0 0 0,0 0 1 0 0,0 0-1 0 0,0 0 1 0 0,0 0-1 0 0,-1 1 0 0 0,0 7 1 0 0,3 45 34 0 0,3 31-373 0 0,-7-89 299 0 0,1 0 1 0 0,-1-1-1 0 0,0 1 1 0 0,0 0-1 0 0,0-1 1 0 0,0 1-1 0 0,1-1 1 0 0,-1 1-1 0 0,0 0 1 0 0,1-1-1 0 0,-1 1 1 0 0,0-1-1 0 0,1 1 1 0 0,-1-1-1 0 0,1 1 0 0 0,-1-1 1 0 0,1 0-1 0 0,-1 1 1 0 0,1-1-1 0 0,-1 1 1 0 0,1-1-1 0 0,-1 0 1 0 0,1 1-1 0 0,-1-1 1 0 0,1 0-1 0 0,0 0 1 0 0,-1 0-1 0 0,1 1 1 0 0,0-1-1 0 0,-1 0 1 0 0,1 0-1 0 0,-1 0 0 0 0,1 0 1 0 0,0 0-1 0 0,-1 0 1 0 0,1 0-1 0 0,0 0 1 0 0,-1 0-1 0 0,1-1 1 0 0,0 1-1 0 0,0 0 1 0 0,2-1-192 0 0,-1 0 1 0 0,1 0 0 0 0,0 0 0 0 0,0 0-1 0 0,-1-1 1 0 0,1 1 0 0 0,4-4 0 0 0,9-10-708 0 0,-1 0 1 0 0,0-1-1 0 0,0 0 0 0 0,14-24 1 0 0,42-78 1193 0 0,-54 85 4823 0 0,22-69 0 0 0,-38 100-4653 0 0,0 4-400 0 0,-1 0 0 0 0,1-1 0 0 0,0 1 0 0 0,-1 0 1 0 0,1 0-1 0 0,-1 0 0 0 0,0 0 0 0 0,1 0 1 0 0,-1 0-1 0 0,0 0 0 0 0,0 3 0 0 0,0 35 131 0 0,6 49-1 0 0,-5-78-137 0 0,1 0-1 0 0,0 0 1 0 0,1 0 0 0 0,0-1 0 0 0,1 0 0 0 0,0 1 0 0 0,1-1-1 0 0,0-1 1 0 0,10 15 0 0 0,-13-20-55 0 0,0-1 1 0 0,1 0 0 0 0,0-1-1 0 0,0 1 1 0 0,0 0-1 0 0,0-1 1 0 0,0 1-1 0 0,0-1 1 0 0,0 0-1 0 0,1 0 1 0 0,-1-1-1 0 0,1 1 1 0 0,0-1-1 0 0,-1 1 1 0 0,1-1-1 0 0,0 0 1 0 0,0 0-1 0 0,0-1 1 0 0,0 1-1 0 0,0-1 1 0 0,-1 0-1 0 0,1 0 1 0 0,8-1-1 0 0,-7 0-441 0 0,1-1 1 0 0,-1 1-1 0 0,0-1 0 0 0,1 0 0 0 0,-1 0 0 0 0,9-6 0 0 0,-8 4-780 0 0,0 0-1 0 0,0-1 1 0 0,-1 1-1 0 0,1-1 0 0 0,5-8 1 0 0,7-8-6108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73 2804 0 0,'-68'-44'10549'0'0,"23"18"-6698"0"0,42 25-3695 0 0,3 1-169 0 0,0 0 0 0 0,0 0 1 0 0,0 0-1 0 0,0 0 0 0 0,0 0 1 0 0,-1-1-1 0 0,1 1 0 0 0,0 0 1 0 0,0 0-1 0 0,0 0 0 0 0,0 0 1 0 0,-1 0-1 0 0,1 0 0 0 0,0 0 1 0 0,0 0-1 0 0,0 0 0 0 0,0 0 1 0 0,-1 0-1 0 0,1 0 0 0 0,0 0 1 0 0,0 0-1 0 0,0 0 0 0 0,-1 0 1 0 0,1 0-1 0 0,0 0 0 0 0,0 0 1 0 0,0 0-1 0 0,0 0 0 0 0,-1 0 1 0 0,1 0-1 0 0,0 1 0 0 0,0-1 1 0 0,0 0-1 0 0,0 0 0 0 0,-1 0 1 0 0,1 0-1 0 0,0 0 0 0 0,0 0 1 0 0,0 1-1 0 0,0-1 0 0 0,0 9-916 0 0,6 9-1029 0 0,11 3-3995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4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93 1364 0 0,'10'-21'10472'0'0,"-7"-6"-4594"0"0,-2 25-5701 0 0,-1 0 0 0 0,0 1 0 0 0,0-1 0 0 0,-1 0 0 0 0,1 1 0 0 0,0-1-1 0 0,0 0 1 0 0,-1 1 0 0 0,1-1 0 0 0,-1 0 0 0 0,1 1 0 0 0,-1-1 0 0 0,0 1 0 0 0,0-1 0 0 0,0 1 0 0 0,0-1 0 0 0,0 1 0 0 0,0 0 0 0 0,0-1 0 0 0,0 1 0 0 0,0 0-1 0 0,0 0 1 0 0,-1 0 0 0 0,1 0 0 0 0,-1 0 0 0 0,1 0 0 0 0,-4-1 0 0 0,2 1-122 0 0,-1 0 1 0 0,0 0-1 0 0,0 1 0 0 0,0 0 1 0 0,0 0-1 0 0,0 0 0 0 0,0 0 0 0 0,0 1 1 0 0,1-1-1 0 0,-1 1 0 0 0,0 0 1 0 0,-5 2-1 0 0,1 0 0 0 0,-1 1 1 0 0,1 0-1 0 0,0 0 0 0 0,-15 11 1 0 0,4 1-19 0 0,-1 1 1 0 0,-31 36 0 0 0,37-36-21 0 0,0 0-1 0 0,2 1 1 0 0,0 0 0 0 0,-13 26-1 0 0,22-38-21 0 0,0 1-1 0 0,0 0 0 0 0,1 0 0 0 0,-1 0 0 0 0,1 0 1 0 0,1 0-1 0 0,0 1 0 0 0,0-1 0 0 0,0 0 0 0 0,1 1 0 0 0,0-1 1 0 0,0 1-1 0 0,1-1 0 0 0,0 0 0 0 0,0 1 0 0 0,3 8 1 0 0,-3-12-18 0 0,1 0 0 0 0,0-1 1 0 0,0 1-1 0 0,0-1 1 0 0,0 0-1 0 0,1 1 0 0 0,-1-1 1 0 0,1 0-1 0 0,-1 0 1 0 0,1-1-1 0 0,0 1 1 0 0,1 0-1 0 0,-1-1 0 0 0,0 0 1 0 0,1 0-1 0 0,-1 0 1 0 0,1 0-1 0 0,-1-1 0 0 0,1 1 1 0 0,0-1-1 0 0,0 0 1 0 0,0 0-1 0 0,0 0 1 0 0,0 0-1 0 0,0-1 0 0 0,0 0 1 0 0,0 0-1 0 0,0 0 1 0 0,4-1-1 0 0,-1 1 2 0 0,1-1 0 0 0,0-1 0 0 0,-1 0 0 0 0,1 0 0 0 0,-1 0 0 0 0,1-1 0 0 0,-1 0 0 0 0,0 0 0 0 0,0-1 0 0 0,-1 0 0 0 0,1 0 0 0 0,-1-1 0 0 0,0 1 0 0 0,7-8 0 0 0,-3 1-20 0 0,-1 0 0 0 0,0-1 0 0 0,0-1 0 0 0,-1 1 0 0 0,12-28 0 0 0,-9 12 470 0 0,-1 0-1 0 0,7-31 1 0 0,-10 32 666 0 0,-8 47-727 0 0,-31 174 192 0 0,-18 166-1450 0 0,49-340-175 0 0,0 0 1 0 0,4 20-1 0 0,-3-34-210 0 0,1 1-1 0 0,1-1 1 0 0,-1 0-1 0 0,1 1 1 0 0,4 9-1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5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0 279 640 0 0,'8'-67'10611'0'0,"-4"39"-4602"0"0,1-31 1 0 0,-20 208-3825 0 0,15-147-2179 0 0,-1 35 75 0 0,3 42 0 0 0,-1-69-96 0 0,0 0 1 0 0,1 0-1 0 0,0-1 1 0 0,1 1-1 0 0,0-1 1 0 0,0 0-1 0 0,1 0 1 0 0,0 0-1 0 0,9 15 1 0 0,-12-23 7 0 0,0 0 1 0 0,-1 0 0 0 0,1 0 0 0 0,0 0-1 0 0,0 0 1 0 0,0-1 0 0 0,0 1 0 0 0,0 0-1 0 0,0 0 1 0 0,0-1 0 0 0,0 1 0 0 0,0 0-1 0 0,0-1 1 0 0,0 1 0 0 0,1-1-1 0 0,-1 0 1 0 0,0 1 0 0 0,0-1 0 0 0,1 0-1 0 0,-1 0 1 0 0,0 0 0 0 0,0 0 0 0 0,3 0-1 0 0,-1 0-7 0 0,0-1 0 0 0,-1 0-1 0 0,1 0 1 0 0,0 0-1 0 0,0 0 1 0 0,-1-1-1 0 0,1 1 1 0 0,-1-1 0 0 0,1 1-1 0 0,2-3 1 0 0,3-4-47 0 0,1 0 0 0 0,-1 0 0 0 0,0-1 0 0 0,9-13 0 0 0,13-27 148 0 0,-1 0 1 0 0,-2-2-1 0 0,-3 0 1 0 0,-2-2-1 0 0,21-78 1 0 0,-35 110 113 0 0,-3 18-294 0 0,-3 14 40 0 0,-2 24 98 0 0,6 43 1 0 0,-5-67-31 0 0,1 0 1 0 0,0-1-1 0 0,1 1 1 0 0,0 0-1 0 0,1-1 1 0 0,0 0-1 0 0,0 0 1 0 0,10 14-1 0 0,-11-19-17 0 0,1-1-1 0 0,-1 0 0 0 0,1 0 0 0 0,0-1 0 0 0,0 1 0 0 0,1-1 1 0 0,-1 0-1 0 0,1 0 0 0 0,-1 0 0 0 0,1-1 0 0 0,0 0 0 0 0,0 0 1 0 0,0 0-1 0 0,0 0 0 0 0,1-1 0 0 0,-1 0 0 0 0,0 0 0 0 0,1 0 1 0 0,-1-1-1 0 0,0 1 0 0 0,1-1 0 0 0,-1-1 0 0 0,0 1 1 0 0,1-1-1 0 0,5-1 0 0 0,-1 0-67 0 0,0-1 0 0 0,1 0-1 0 0,-1-1 1 0 0,0 1 0 0 0,-1-2 0 0 0,1 0 0 0 0,-1 0 0 0 0,0-1-1 0 0,0 0 1 0 0,0 0 0 0 0,12-13 0 0 0,-8 5-49 0 0,-1 0-1 0 0,-1 0 1 0 0,0-1-1 0 0,14-27 1 0 0,-20 35 116 0 0,-2-1 0 0 0,1 0 0 0 0,-1-1-1 0 0,-1 1 1 0 0,1 0 0 0 0,-1-1 0 0 0,-1 1 0 0 0,0-1 0 0 0,0 0-1 0 0,0 0 1 0 0,-1 1 0 0 0,-1-10 0 0 0,1 16 5 0 0,-1 1 0 0 0,1-1 1 0 0,0 0-1 0 0,0 1 0 0 0,-1-1 0 0 0,1 1 1 0 0,-1-1-1 0 0,0 1 0 0 0,1-1 0 0 0,-1 1 1 0 0,0-1-1 0 0,0 1 0 0 0,0 0 0 0 0,0-1 1 0 0,0 1-1 0 0,0 0 0 0 0,-2-2 0 0 0,2 3-5 0 0,0-1 0 0 0,0 1-1 0 0,0-1 1 0 0,0 1 0 0 0,0 0-1 0 0,0 0 1 0 0,0-1 0 0 0,0 1-1 0 0,0 0 1 0 0,0 0 0 0 0,0 0-1 0 0,0 0 1 0 0,0 0 0 0 0,0 0-1 0 0,0 1 1 0 0,0-1 0 0 0,0 0-1 0 0,0 0 1 0 0,0 1 0 0 0,-1 0-1 0 0,-3 1-6 0 0,1 0 0 0 0,0 1-1 0 0,0-1 1 0 0,1 1-1 0 0,-1 0 1 0 0,0 1 0 0 0,1-1-1 0 0,0 0 1 0 0,0 1-1 0 0,-4 5 1 0 0,2-2 27 0 0,1 1 0 0 0,0 1-1 0 0,0-1 1 0 0,1 0 0 0 0,0 1 0 0 0,0 0 0 0 0,1 0 0 0 0,0 0 0 0 0,1 0 0 0 0,-1 0-1 0 0,2 0 1 0 0,0 14 0 0 0,0-18-65 0 0,0 0 1 0 0,1 0-1 0 0,0 0 0 0 0,0 0 0 0 0,0 0 0 0 0,1-1 0 0 0,-1 1 1 0 0,1 0-1 0 0,0-1 0 0 0,1 1 0 0 0,-1-1 0 0 0,1 1 1 0 0,0-1-1 0 0,0 0 0 0 0,0 0 0 0 0,0-1 0 0 0,1 1 1 0 0,0-1-1 0 0,-1 1 0 0 0,1-1 0 0 0,0 0 0 0 0,1-1 1 0 0,8 5-1 0 0,-1-2-673 0 0,2 0 1 0 0,-1-2-1 0 0,0 1 1 0 0,1-2-1 0 0,27 2 1 0 0,-12-3-3465 0 0,51-5 0 0 0,-19-4-3767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5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58 536 0 0,'-1'-22'8385'0'0,"-7"-2"-3246"0"0,7 23-5052 0 0,1 0 0 0 0,-1 0 1 0 0,1 1-1 0 0,-1-1 0 0 0,1 0 1 0 0,-1 1-1 0 0,1-1 0 0 0,-1 0 0 0 0,0 1 1 0 0,1-1-1 0 0,-1 1 0 0 0,0-1 0 0 0,0 1 1 0 0,1 0-1 0 0,-1-1 0 0 0,0 1 0 0 0,0 0 1 0 0,0-1-1 0 0,0 1 0 0 0,1 0 0 0 0,-1 0 1 0 0,0 0-1 0 0,0 0 0 0 0,-1 0 0 0 0,-21 2 498 0 0,11 2-500 0 0,0-1 1 0 0,0 2 0 0 0,1 0 0 0 0,-1 0 0 0 0,1 1 0 0 0,0 0 0 0 0,1 1 0 0 0,-1 0 0 0 0,1 1 0 0 0,1 0 0 0 0,0 1 0 0 0,0 0-1 0 0,0 0 1 0 0,-9 15 0 0 0,16-22-81 0 0,1 0-1 0 0,0 0 1 0 0,0 0-1 0 0,0 0 1 0 0,0 0 0 0 0,1 0-1 0 0,-1 0 1 0 0,0 1-1 0 0,1-1 1 0 0,0 0-1 0 0,-1 0 1 0 0,1 1-1 0 0,0-1 1 0 0,0 0-1 0 0,0 1 1 0 0,1-1-1 0 0,-1 0 1 0 0,1 3 0 0 0,0-2-2 0 0,1 0 0 0 0,-1 0 0 0 0,1 0 0 0 0,0 0 0 0 0,-1 0 0 0 0,2 0 0 0 0,-1 0 1 0 0,0-1-1 0 0,0 1 0 0 0,1-1 0 0 0,2 3 0 0 0,8 4 0 0 0,1 0 0 0 0,0-1 1 0 0,0 0-1 0 0,19 7 0 0 0,-21-9 1 0 0,7 2 57 0 0,0 0-147 0 0,30 17-1 0 0,-46-23 138 0 0,1 1-1 0 0,0-1 1 0 0,-1 1-1 0 0,1 0 1 0 0,-1 0-1 0 0,0 0 1 0 0,0 0-1 0 0,0 0 1 0 0,-1 1 0 0 0,1-1-1 0 0,-1 1 1 0 0,0 0-1 0 0,4 7 1 0 0,-6-8 64 0 0,1 0 0 0 0,-1 0 1 0 0,0 0-1 0 0,0 0 0 0 0,0 0 0 0 0,0 0 1 0 0,-1 0-1 0 0,1 0 0 0 0,-1 0 0 0 0,0 0 1 0 0,0 0-1 0 0,0 0 0 0 0,0-1 0 0 0,0 1 1 0 0,-1 0-1 0 0,1-1 0 0 0,-1 1 0 0 0,0-1 1 0 0,0 1-1 0 0,0-1 0 0 0,0 0 1 0 0,0 0-1 0 0,0 1 0 0 0,-3 0 0 0 0,-6 6 201 0 0,0 0-1 0 0,0-1 1 0 0,-23 12-1 0 0,8-7 117 0 0,-47 17 0 0 0,59-25-374 0 0,-1-1-1 0 0,1-1 1 0 0,-1 0-1 0 0,1 0 1 0 0,-19-1-1 0 0,32-2-171 0 0,0 1 0 0 0,-1-1 0 0 0,1 0-1 0 0,0 0 1 0 0,0-1 0 0 0,-1 1 0 0 0,1 0 0 0 0,0 0-1 0 0,-1-1 1 0 0,1 1 0 0 0,0 0 0 0 0,0-1-1 0 0,-1 0 1 0 0,1 1 0 0 0,0-1 0 0 0,0 0 0 0 0,0 1-1 0 0,-1-2 1 0 0,2 1 9 0 0,-1 1 0 0 0,1-1 0 0 0,0 0-1 0 0,-1 1 1 0 0,1-1 0 0 0,0 0 0 0 0,0 1 0 0 0,0-1 0 0 0,0 0-1 0 0,0 1 1 0 0,0-1 0 0 0,0 0 0 0 0,0 0 0 0 0,0 1 0 0 0,0-1-1 0 0,0 0 1 0 0,0 1 0 0 0,0-1 0 0 0,0 0 0 0 0,1 1-1 0 0,-1-1 1 0 0,0 0 0 0 0,1 0 0 0 0,2-4-401 0 0,-1 1-1 0 0,2 0 1 0 0,-1-1-1 0 0,0 1 1 0 0,1 1-1 0 0,7-8 1 0 0,87-61-7005 0 0,-81 60 5829 0 0,21-14-2688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6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1 468 3280 0 0,'104'-76'14095'0'0,"-104"75"-14003"0"0,0 1 0 0 0,1 0 1 0 0,-1-1-1 0 0,0 1 0 0 0,1 0 0 0 0,-1 0 0 0 0,1-1 1 0 0,-1 1-1 0 0,0 0 0 0 0,1 0 0 0 0,-1-1 0 0 0,1 1 1 0 0,-1 0-1 0 0,0 0 0 0 0,1 0 0 0 0,-1 0 0 0 0,1 0 1 0 0,-1 0-1 0 0,1 0 0 0 0,-1 0 0 0 0,1 0 0 0 0,-1 0 1 0 0,1 0-1 0 0,-1 0 0 0 0,1 0 0 0 0,0 0 0 0 0,-1 11 977 0 0,-13 23-571 0 0,10-30-222 0 0,-7 20 17 0 0,1 0 0 0 0,1 0 0 0 0,-6 35-1 0 0,12-51-244 0 0,1 0 0 0 0,1 0 0 0 0,-1 0 0 0 0,2 1 0 0 0,-1-1 0 0 0,3 12 0 0 0,-2-16-22 0 0,0 0 0 0 0,0 0 0 0 0,1 0 0 0 0,-1 0 0 0 0,1 0 0 0 0,0 0 0 0 0,0 0 0 0 0,1 0 0 0 0,-1-1 0 0 0,1 1 0 0 0,0-1 0 0 0,-1 0 0 0 0,5 4-1 0 0,-4-5-10 0 0,0 1 0 0 0,0-1 0 0 0,1 0-1 0 0,-1 0 1 0 0,0 0 0 0 0,1 0-1 0 0,-1 0 1 0 0,1-1 0 0 0,0 0-1 0 0,-1 0 1 0 0,1 0 0 0 0,0 0-1 0 0,0 0 1 0 0,0-1 0 0 0,-1 1 0 0 0,9-2-1 0 0,-7 1-6 0 0,0-1 0 0 0,0-1-1 0 0,0 1 1 0 0,0-1-1 0 0,0 1 1 0 0,0-2 0 0 0,-1 1-1 0 0,1 0 1 0 0,0-1 0 0 0,-1 0-1 0 0,6-4 1 0 0,-2-1 0 0 0,0 0 1 0 0,0 0 0 0 0,0-1-1 0 0,-1 0 1 0 0,0 0-1 0 0,-1 0 1 0 0,0-1-1 0 0,-1 0 1 0 0,0 0-1 0 0,7-20 1 0 0,-9 22 21 0 0,-2-1 0 0 0,1 1 0 0 0,-1 0 0 0 0,0-1 0 0 0,0 0 1 0 0,-1 1-1 0 0,0-1 0 0 0,-1 1 0 0 0,0-1 0 0 0,-1 1 0 0 0,1 0 0 0 0,-1-1 0 0 0,-1 1 0 0 0,0 0 1 0 0,0 0-1 0 0,-5-9 0 0 0,5 12-17 0 0,0 0 1 0 0,0 0 0 0 0,-1 1-1 0 0,0-1 1 0 0,0 1 0 0 0,0 0-1 0 0,0 0 1 0 0,-1 0 0 0 0,0 0-1 0 0,1 1 1 0 0,-1 0-1 0 0,-1 0 1 0 0,1 0 0 0 0,0 1-1 0 0,-1 0 1 0 0,1 0 0 0 0,-1 0-1 0 0,1 0 1 0 0,-1 1-1 0 0,0 0 1 0 0,0 0 0 0 0,0 1-1 0 0,0 0 1 0 0,-6 0 0 0 0,3 1-37 0 0,0 0 1 0 0,0 1 0 0 0,0 1 0 0 0,0-1 0 0 0,0 1 0 0 0,1 1-1 0 0,-1 0 1 0 0,1 0 0 0 0,0 0 0 0 0,0 1 0 0 0,1 0 0 0 0,-11 9 0 0 0,14-10-16 0 0,1-1 1 0 0,-1 1 0 0 0,1 0 0 0 0,-1 0-1 0 0,1 0 1 0 0,0 1 0 0 0,1-1 0 0 0,-1 1-1 0 0,1-1 1 0 0,-3 8 0 0 0,4-8-22 0 0,0-1 1 0 0,1 0 0 0 0,-1 1 0 0 0,1-1-1 0 0,0 0 1 0 0,0 1 0 0 0,0-1-1 0 0,0 1 1 0 0,1-1 0 0 0,-1 0-1 0 0,1 1 1 0 0,0-1 0 0 0,0 0-1 0 0,0 0 1 0 0,0 0 0 0 0,1 1-1 0 0,2 2 1 0 0,-1 0-166 0 0,1-1-1 0 0,1-1 1 0 0,-1 1 0 0 0,1-1-1 0 0,-1 1 1 0 0,1-1 0 0 0,1 0-1 0 0,-1-1 1 0 0,0 0 0 0 0,1 1 0 0 0,0-2-1 0 0,0 1 1 0 0,-1-1 0 0 0,2 0-1 0 0,-1 0 1 0 0,0 0 0 0 0,0-1-1 0 0,1 0 1 0 0,10 0 0 0 0,1 0-317 0 0,0 0 1 0 0,-1-2-1 0 0,1 0 1 0 0,0-1 0 0 0,-1-1-1 0 0,19-5 1 0 0,-21 4 328 0 0,-1-1 0 0 0,0-1 0 0 0,0 0 0 0 0,-1-1 0 0 0,0 0 0 0 0,0-1 0 0 0,-1-1 0 0 0,23-19 0 0 0,-21 14 59 0 0,0-1-1 0 0,0-1 1 0 0,-1-1 0 0 0,-1 0-1 0 0,17-33 1 0 0,-13 17 964 0 0,-1 0-1 0 0,16-58 1 0 0,4-69 7339 0 0,-33 151-7672 0 0,2-18 1919 0 0,-5 23-1411 0 0,-5 14-755 0 0,-4 14-86 0 0,2 0 0 0 0,1 0 1 0 0,-8 48-1 0 0,8-33-119 0 0,-2 6-14 0 0,-3 69 0 0 0,11-88-25 0 0,1-1 0 0 0,1 1 1 0 0,1 0-1 0 0,8 30 1 0 0,-9-48-73 0 0,1-1 0 0 0,0 0 0 0 0,1 0 0 0 0,0 0 1 0 0,0-1-1 0 0,0 1 0 0 0,1-1 0 0 0,0 1 1 0 0,6 7-1 0 0,-8-12-11 0 0,1 0 0 0 0,-1 0 1 0 0,0 0-1 0 0,0 0 0 0 0,1 0 0 0 0,-1 0 1 0 0,1-1-1 0 0,0 0 0 0 0,-1 1 0 0 0,1-1 1 0 0,0 0-1 0 0,0 0 0 0 0,-1 0 0 0 0,1-1 1 0 0,0 1-1 0 0,0-1 0 0 0,0 0 0 0 0,0 1 1 0 0,0-1-1 0 0,0 0 0 0 0,0-1 0 0 0,0 1 1 0 0,0-1-1 0 0,0 1 0 0 0,4-2 1 0 0,5-3-143 0 0,-2 0 1 0 0,1 0 0 0 0,0 0 0 0 0,-1-2 0 0 0,0 1 0 0 0,-1-1 0 0 0,0-1-1 0 0,0 1 1 0 0,13-15 0 0 0,-5 2 190 0 0,0-1 0 0 0,-1 0 0 0 0,16-29 0 0 0,22-53 5206 0 0,-53 102-4955 0 0,-3 24-3 0 0,-3-3-185 0 0,1 1 0 0 0,-1 36 0 0 0,4-51-43 0 0,1 1 0 0 0,0-1-1 0 0,1 0 1 0 0,-1 0 0 0 0,1 0 0 0 0,1 0 0 0 0,-1 0 0 0 0,1 0 0 0 0,0 0 0 0 0,0 0 0 0 0,1-1-1 0 0,0 1 1 0 0,0-1 0 0 0,4 7 0 0 0,-5-10-27 0 0,0 1 0 0 0,1-1 0 0 0,-1 1 0 0 0,1-1 0 0 0,-1 0 0 0 0,1 0 0 0 0,0 0 0 0 0,0 0 0 0 0,-1 0 0 0 0,2-1 0 0 0,-1 1 0 0 0,0-1 0 0 0,0 0 0 0 0,0 0 0 0 0,1 0-1 0 0,-1 0 1 0 0,0 0 0 0 0,1-1 0 0 0,-1 0 0 0 0,0 0 0 0 0,1 0 0 0 0,-1 0 0 0 0,1 0 0 0 0,-1 0 0 0 0,0-1 0 0 0,1 0 0 0 0,-1 0 0 0 0,0 0 0 0 0,1 0 0 0 0,-1 0 0 0 0,0-1 0 0 0,0 1 0 0 0,0-1 0 0 0,5-4 0 0 0,4-2-86 0 0,-1-1 0 0 0,-1 0-1 0 0,1-1 1 0 0,-2 0 0 0 0,1 0 0 0 0,-1-1 0 0 0,8-13 0 0 0,-6 4 321 0 0,0-1 1 0 0,-1 0-1 0 0,-2 0 0 0 0,11-35 1 0 0,5-15 2691 0 0,-24 69-2662 0 0,-6 28-118 0 0,0-6-107 0 0,1 1 0 0 0,0 0 0 0 0,2 0-1 0 0,1 0 1 0 0,0 0 0 0 0,3 40 0 0 0,-1-56-200 0 0,2 0 0 0 0,-1 0 1 0 0,0 1-1 0 0,1-1 0 0 0,0 0 0 0 0,0 0 0 0 0,0 0 1 0 0,1 0-1 0 0,0-1 0 0 0,0 1 0 0 0,0-1 1 0 0,0 0-1 0 0,1 1 0 0 0,0-2 0 0 0,0 1 1 0 0,0 0-1 0 0,0-1 0 0 0,0 0 0 0 0,1 1 0 0 0,-1-2 1 0 0,1 1-1 0 0,0-1 0 0 0,8 4 0 0 0,-8-5-623 0 0,1 1-1 0 0,-1-1 1 0 0,1 0-1 0 0,0 0 0 0 0,0-1 1 0 0,-1 0-1 0 0,1 0 1 0 0,0 0-1 0 0,0 0 1 0 0,-1-1-1 0 0,1 0 0 0 0,0 0 1 0 0,-1-1-1 0 0,8-2 1 0 0,9-6-6609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7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49 203 2196 0 0,'-14'-200'18785'0'0,"14"198"-17949"0"0,-9 54 1343 0 0,7-19-1739 0 0,-17 272 1813 0 0,15 1-3334 0 0,9-225-1644 0 0,-3-72 1819 0 0,-1 0 0 0 0,1 1 1 0 0,1-1-1 0 0,0 0 0 0 0,0 0 1 0 0,6 11-1 0 0,-8-18 102 0 0,1 0 0 0 0,-1 0 1 0 0,1 0-1 0 0,-1 0 0 0 0,9 6-2411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7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2736 0 0,'36'-95'24671'0'0,"-36"97"-24449"0"0,1 7-134 0 0,0 0 0 0 0,-1 0 0 0 0,-1 1 0 0 0,0-1 0 0 0,0 0 0 0 0,0 0 0 0 0,-4 10 0 0 0,-2 21-38 0 0,4-19-186 0 0,0 1-861 0 0,1 0 1 0 0,1 28 0 0 0,1-45 269 0 0,0 0-1 0 0,1 0 1 0 0,-1 0 0 0 0,1 0 0 0 0,0 0-1 0 0,1 0 1 0 0,-1-1 0 0 0,1 1-1 0 0,0 0 1 0 0,0-1 0 0 0,0 1-1 0 0,1-1 1 0 0,0 0 0 0 0,0 0 0 0 0,5 7-1 0 0,4-4-3812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8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0 304 1960 0 0,'22'-62'21752'0'0,"-25"89"-21623"0"0,-1-8-62 0 0,1 0 0 0 0,1 0 0 0 0,1 0 0 0 0,2 28 0 0 0,-1-43-72 0 0,0 0 1 0 0,1 0-1 0 0,-1 0 0 0 0,1 0 0 0 0,0 0 1 0 0,1 0-1 0 0,-1 0 0 0 0,0 0 1 0 0,1-1-1 0 0,0 1 0 0 0,0-1 0 0 0,0 1 1 0 0,1-1-1 0 0,-1 0 0 0 0,1 0 0 0 0,-1 0 1 0 0,1 0-1 0 0,0 0 0 0 0,0 0 0 0 0,1-1 1 0 0,-1 0-1 0 0,0 1 0 0 0,1-1 0 0 0,-1-1 1 0 0,1 1-1 0 0,0 0 0 0 0,4 0 1 0 0,-5-1-7 0 0,0-1 0 0 0,0 1 1 0 0,0-1-1 0 0,1 0 0 0 0,-1 0 1 0 0,0-1-1 0 0,0 1 1 0 0,0-1-1 0 0,0 1 0 0 0,0-1 1 0 0,0 0-1 0 0,0 0 1 0 0,0 0-1 0 0,-1-1 0 0 0,1 1 1 0 0,0-1-1 0 0,-1 1 0 0 0,1-1 1 0 0,3-2-1 0 0,0-2-46 0 0,1 0 1 0 0,-1 1-1 0 0,-1-2 0 0 0,1 1 1 0 0,7-11-1 0 0,-8 7 35 0 0,1 1 1 0 0,-2-1-1 0 0,1 0 0 0 0,-1 0 1 0 0,-1-1-1 0 0,0 1 0 0 0,0-1 1 0 0,-1 1-1 0 0,-1-1 1 0 0,1 0-1 0 0,-2 0 0 0 0,0 0 1 0 0,-1-15-1 0 0,-1 12 46 0 0,0-1 1 0 0,-1 1-1 0 0,-1 0 1 0 0,0 0-1 0 0,-1 0 0 0 0,0 1 1 0 0,-2-1-1 0 0,1 1 1 0 0,-14-19-1 0 0,9 16-51 0 0,1 0-1 0 0,-15-32 0 0 0,25 47 24 0 0,0 0-1 0 0,0 1 0 0 0,0-1 0 0 0,0 0 0 0 0,1 1 0 0 0,-1-1 0 0 0,0 0 0 0 0,0 1 0 0 0,1-1 1 0 0,-1 1-1 0 0,1-1 0 0 0,-1 0 0 0 0,0 1 0 0 0,1-1 0 0 0,-1 1 0 0 0,1-1 0 0 0,-1 1 0 0 0,1-1 1 0 0,-1 1-1 0 0,1-1 0 0 0,0 1 0 0 0,-1 0 0 0 0,1-1 0 0 0,-1 1 0 0 0,1 0 0 0 0,0 0 0 0 0,-1-1 1 0 0,1 1-1 0 0,0 0 0 0 0,-1 0 0 0 0,1 0 0 0 0,0 0 0 0 0,0 0 0 0 0,-1 0 0 0 0,1 0 0 0 0,0 0 1 0 0,-1 0-1 0 0,2 0 0 0 0,47-2 107 0 0,77 5 1 0 0,-105-1-125 0 0,0 1 0 0 0,1 1 1 0 0,-1 1-1 0 0,-1 0 0 0 0,1 2 0 0 0,26 12 0 0 0,-42-16 34 0 0,0 0-1 0 0,0 0 0 0 0,1 0 0 0 0,-2 1 0 0 0,1 0 1 0 0,0 0-1 0 0,-1 0 0 0 0,0 1 0 0 0,0-1 0 0 0,0 1 1 0 0,-1 0-1 0 0,1 0 0 0 0,-1 1 0 0 0,0-1 0 0 0,-1 1 1 0 0,1-1-1 0 0,1 8 0 0 0,-2-5 62 0 0,0 0-1 0 0,-1 0 1 0 0,0 0 0 0 0,0 1 0 0 0,-1-1-1 0 0,0 0 1 0 0,-1 0 0 0 0,0 0-1 0 0,0 0 1 0 0,0 0 0 0 0,-1 0 0 0 0,-4 10-1 0 0,2-8-20 0 0,-13 48 2514 0 0,21-73-2276 0 0,9-14-242 0 0,2 0 0 0 0,1 1-1 0 0,1 0 1 0 0,1 2-1 0 0,2 0 1 0 0,0 1 0 0 0,27-24-1 0 0,-45 46-59 0 0,0 1 1 0 0,0 0-1 0 0,1 0 0 0 0,-1 0 0 0 0,0 0 0 0 0,1 1 1 0 0,-1-1-1 0 0,1 1 0 0 0,0-1 0 0 0,-1 1 0 0 0,1 0 0 0 0,0 0 1 0 0,0 0-1 0 0,0 0 0 0 0,-1 1 0 0 0,1-1 0 0 0,0 1 1 0 0,0 0-1 0 0,0 0 0 0 0,0 0 0 0 0,0 0 0 0 0,0 0 1 0 0,0 0-1 0 0,0 1 0 0 0,0 0 0 0 0,0-1 0 0 0,0 1 0 0 0,-1 0 1 0 0,1 1-1 0 0,0-1 0 0 0,-1 0 0 0 0,1 1 0 0 0,-1-1 1 0 0,1 1-1 0 0,-1 0 0 0 0,0 0 0 0 0,1 0 0 0 0,2 4 1 0 0,2 2-7 0 0,-1-1 0 0 0,0 1 0 0 0,0 0 1 0 0,-1 1-1 0 0,0-1 0 0 0,0 1 1 0 0,-1 0-1 0 0,0 0 0 0 0,-1 0 1 0 0,4 15-1 0 0,-5-13-407 0 0,-1-1 1 0 0,0 1 0 0 0,-1-1-1 0 0,-1 17 1 0 0,-6 7-3799 0 0,6-32 3362 0 0,0 1 0 0 0,0-1 1 0 0,-1 0-1 0 0,1 0 1 0 0,0 1-1 0 0,-1-1 1 0 0,1 0-1 0 0,-7 5-1721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8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167 121 1288 0 0,'-129'-91'17866'0'0,"107"74"-15823"0"0,7 5-3011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8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79 1636 0 0,'-181'22'17181'0'0,"166"-21"-15718"0"0,21-4-507 0 0,23-4-421 0 0,358-37-1068 0 0,-215 29-3024 0 0,-2-6-4436 0 0,-103 9 709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29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62 1264 0 0,'-1'-32'8840'0'0,"-6"3"-2839"0"0,2 48-5663 0 0,-21 126 25 0 0,9-56-1086 0 0,-8 121 0 0 0,23-179-957 0 0,0 9-5367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0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28 200 1920 0 0,'0'-1'127'0'0,"5"-24"2735"0"0,1 0 0 0 0,13-35 0 0 0,-17 54-2672 0 0,1 0 0 0 0,-1 0 0 0 0,1 1 0 0 0,0-1 0 0 0,0 1 0 0 0,1 0 0 0 0,0 0 0 0 0,0 0 0 0 0,0 1 0 0 0,0-1 0 0 0,1 1 1 0 0,0 0-1 0 0,-1 0 0 0 0,2 1 0 0 0,-1-1 0 0 0,7-2 0 0 0,-9 4-172 0 0,0 2 1 0 0,0-1-1 0 0,0 0 0 0 0,0 0 0 0 0,0 1 1 0 0,0 0-1 0 0,0 0 0 0 0,0 0 1 0 0,0 0-1 0 0,0 0 0 0 0,0 0 1 0 0,0 1-1 0 0,0-1 0 0 0,0 1 0 0 0,0 0 1 0 0,-1 0-1 0 0,1 0 0 0 0,0 0 1 0 0,0 1-1 0 0,-1-1 0 0 0,1 1 1 0 0,-1-1-1 0 0,1 1 0 0 0,-1 0 0 0 0,0 0 1 0 0,0 0-1 0 0,1 0 0 0 0,1 3 1 0 0,-1 0-12 0 0,0-1 0 0 0,0 1 1 0 0,0-1-1 0 0,0 1 1 0 0,-1 0-1 0 0,0 0 0 0 0,0 0 1 0 0,0 0-1 0 0,-1 0 0 0 0,1 0 1 0 0,-1 1-1 0 0,0-1 1 0 0,-1 0-1 0 0,1 1 0 0 0,-2 6 1 0 0,0-1 11 0 0,-1 1-1 0 0,-1-1 1 0 0,0 0 0 0 0,-1 0 0 0 0,0 0 0 0 0,-1 0 0 0 0,0-1-1 0 0,0 0 1 0 0,-1 0 0 0 0,-1 0 0 0 0,-10 12 0 0 0,-1 0 311 0 0,-1-2 1 0 0,-2 0-1 0 0,-34 26 0 0 0,-6-4 1214 0 0,60-41-1510 0 0,-1 6 6 0 0,1-6-38 0 0,1-1-1 0 0,0 1 0 0 0,0-1 1 0 0,0 1-1 0 0,0-1 0 0 0,-1 1 1 0 0,1 0-1 0 0,0-1 0 0 0,0 1 0 0 0,0-1 1 0 0,0 1-1 0 0,0-1 0 0 0,1 1 1 0 0,-1 0-1 0 0,0-1 0 0 0,0 1 1 0 0,0-1-1 0 0,0 1 0 0 0,1-1 1 0 0,-1 1-1 0 0,0-1 0 0 0,0 1 1 0 0,1-1-1 0 0,-1 1 0 0 0,0-1 0 0 0,1 1 1 0 0,-1-1-1 0 0,1 1 0 0 0,-1-1 1 0 0,1 0-1 0 0,-1 1 0 0 0,1 0 1 0 0,23 26-220 0 0,7 9 240 0 0,46 42 1 0 0,-64-67-931 0 0,2 1 0 0 0,20 11 0 0 0,-24-17-509 0 0,0 0-1 0 0,0-1 1 0 0,1-1 0 0 0,16 5 0 0 0,0-3-3918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0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328 147 1832 0 0,'-6'-23'4230'0'0,"-13"-29"0"0"0,15 43-3333 0 0,0 1 0 0 0,-1-1 0 0 0,1 1 0 0 0,-2 0 0 0 0,1 1 0 0 0,-8-9 1 0 0,12 15-845 0 0,0 0 0 0 0,1 1 0 0 0,-1-1 1 0 0,0 1-1 0 0,0-1 0 0 0,0 1 0 0 0,0-1 1 0 0,0 1-1 0 0,0 0 0 0 0,0-1 0 0 0,0 1 1 0 0,0 0-1 0 0,0 0 0 0 0,0 0 0 0 0,0-1 1 0 0,0 1-1 0 0,0 0 0 0 0,0 1 0 0 0,0-1 1 0 0,0 0-1 0 0,0 0 0 0 0,0 0 1 0 0,0 1-1 0 0,0-1 0 0 0,-2 1 0 0 0,0 0-5 0 0,0 1-1 0 0,0-1 0 0 0,1 1 0 0 0,-1 0 1 0 0,0 0-1 0 0,1 0 0 0 0,-3 3 0 0 0,-11 12 107 0 0,2 0-1 0 0,0 1 1 0 0,1 1-1 0 0,1 0 0 0 0,-17 39 1 0 0,-34 108 125 0 0,50-123-182 0 0,2-1-1 0 0,-11 88 0 0 0,20-103-178 0 0,0 0 0 0 0,3 0 0 0 0,0 0 0 0 0,1 0 0 0 0,2 0 0 0 0,7 28-1 0 0,-8-46-201 0 0,-1-1-1 0 0,1 0 0 0 0,1 0 1 0 0,-1 0-1 0 0,1 0 0 0 0,1-1 0 0 0,-1 0 1 0 0,8 9-1 0 0,-8-11-558 0 0,0-1-1 0 0,0-1 1 0 0,0 1 0 0 0,1 0-1 0 0,-1-1 1 0 0,1 0 0 0 0,0 0-1 0 0,8 3 1 0 0,7 0-5849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126 225 2548 0 0,'-4'-34'7827'0'0,"-10"-47"0"0"0,14 79-7088 0 0,-6 7-165 0 0,4 1-424 0 0,-1 0 0 0 0,1 0 0 0 0,1 0 0 0 0,-1 0 0 0 0,1 0 0 0 0,0 6 0 0 0,-3 11 210 0 0,-58 355 1122 0 0,44-250-1246 0 0,15-112-376 0 0,1-27-178 0 0,1-28-219 0 0,6-31 360 0 0,3 0 1 0 0,3 1-1 0 0,3 0 1 0 0,30-91-1 0 0,-2 52 74 0 0,-36 97 94 0 0,0 0 1 0 0,0 0 0 0 0,1 0 0 0 0,0 1 0 0 0,1 0 0 0 0,0 0 0 0 0,10-8 0 0 0,-16 16 3 0 0,0 0 1 0 0,0 1 0 0 0,0-1 0 0 0,0 1 0 0 0,0 0 0 0 0,0-1 0 0 0,0 1 0 0 0,0 0 0 0 0,1 0-1 0 0,-1 0 1 0 0,0 0 0 0 0,1 1 0 0 0,-1-1 0 0 0,1 1 0 0 0,-1-1 0 0 0,1 1 0 0 0,-1 0 0 0 0,1 0 0 0 0,-1 0-1 0 0,1 0 1 0 0,-1 1 0 0 0,1-1 0 0 0,3 2 0 0 0,-2 0 3 0 0,-1-1 0 0 0,1 2 1 0 0,0-1-1 0 0,-1 0 0 0 0,0 1 0 0 0,1-1 1 0 0,-1 1-1 0 0,0 0 0 0 0,0 0 0 0 0,-1 0 1 0 0,1 1-1 0 0,-1-1 0 0 0,4 7 0 0 0,1 4 12 0 0,-1 0 0 0 0,0-1 0 0 0,-1 2 0 0 0,-1-1 0 0 0,5 30 0 0 0,4 76 5 0 0,-8-58-430 0 0,3 40-2699 0 0,-10-35-5894 0 0,-1-53 3376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0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84 134 932 0 0,'-34'-16'9466'0'0,"4"2"-2500"0"0,12 4-5204 0 0,17 10-1467 0 0,24-15 280 0 0,96-15-1851 0 0,-50 13-1629 0 0,0-3-3468 0 0,-32 8-665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1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66 196 0 0,'-7'-24'5940'0'0,"4"18"-4415"0"0,1 1 0 0 0,1-1 0 0 0,-1 0 0 0 0,1 0 0 0 0,-1-7-1 0 0,21 26-606 0 0,-5 6-664 0 0,0 1-1 0 0,-1 0 1 0 0,0 1 0 0 0,-2 0 0 0 0,15 40-1 0 0,-11-19-87 0 0,-2 1 0 0 0,8 51 0 0 0,-15-57-3 0 0,-2 0-1 0 0,-2 1 1 0 0,-1 0-1 0 0,-2-1 1 0 0,-2 1-1 0 0,-1-1 1 0 0,-15 60 0 0 0,9-60-670 0 0,-1-1 1 0 0,-29 62 0 0 0,25-69-1647 0 0,-1 0 0 0 0,-2-2 0 0 0,-29 38 1 0 0,29-44-4838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1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0 1524 0 0,'-132'32'18189'0'0,"155"-38"-18712"0"0,0 1 0 0 0,40-4-1 0 0,9 4-9114 0 0,-57 5 3537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1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0 788 0 0,'-63'38'9178'0'0,"37"-21"-4379"0"0,-35 16 0 0 0,58-32-4203 0 0,15-1-456 0 0,22-2-1363 0 0,-4-4-3130 0 0,29-12 0 0 0,-21 7-3614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1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53 1644 0 0,'-3'-37'12612'0'0,"0"21"-7827"0"0,-2 27-3112 0 0,0 11-325 0 0,1 0 1 0 0,-1 33-1 0 0,-1 0-517 0 0,-5 25-329 0 0,-38 330-1283 0 0,50-348-2618 0 0,6-24-3378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25 211 700 0 0,'-6'-19'3383'0'0,"2"5"-1434"0"0,0 0 0 0 0,1 0 0 0 0,0 0 0 0 0,-1-19 0 0 0,4 30-1780 0 0,0-1-1 0 0,0 0 1 0 0,0 1-1 0 0,1-1 1 0 0,0 0 0 0 0,-1 1-1 0 0,1-1 1 0 0,0 1-1 0 0,1-1 1 0 0,-1 1-1 0 0,1-1 1 0 0,-1 1 0 0 0,1 0-1 0 0,0 0 1 0 0,0 0-1 0 0,0 0 1 0 0,1 0 0 0 0,-1 1-1 0 0,1-1 1 0 0,0 0-1 0 0,5-3 1 0 0,0 2-108 0 0,0 0 0 0 0,0 0 0 0 0,0 1 0 0 0,1 0 0 0 0,-1 0 0 0 0,1 1 0 0 0,0 0 0 0 0,-1 1 1 0 0,1 0-1 0 0,0 0 0 0 0,0 1 0 0 0,0 0 0 0 0,0 1 0 0 0,0 0 0 0 0,-1 0 0 0 0,11 3 0 0 0,-11-2-47 0 0,0 0 1 0 0,0 0-1 0 0,-1 1 1 0 0,1 0-1 0 0,-1 0 0 0 0,1 0 1 0 0,-1 1-1 0 0,-1 0 1 0 0,1 1-1 0 0,0 0 0 0 0,-1 0 1 0 0,0 0-1 0 0,0 1 0 0 0,-1-1 1 0 0,1 1-1 0 0,-1 1 1 0 0,0-1-1 0 0,3 8 0 0 0,-6-9 7 0 0,0 1 0 0 0,-1-1 0 0 0,1 0 0 0 0,-1 1-1 0 0,-1-1 1 0 0,1 1 0 0 0,-1 0 0 0 0,0-1 0 0 0,0 1-1 0 0,-1-1 1 0 0,0 1 0 0 0,0-1 0 0 0,0 1 0 0 0,0-1-1 0 0,-1 0 1 0 0,0 1 0 0 0,0-1 0 0 0,0 0 0 0 0,-1 0-1 0 0,-4 6 1 0 0,-1 2 19 0 0,-1 0-1 0 0,-1 0 1 0 0,0-1 0 0 0,-1 0-1 0 0,-23 20 1 0 0,14-17 46 0 0,-1 0 0 0 0,-26 12 1 0 0,13-8 649 0 0,-10 7 1581 0 0,43-25-2197 0 0,1 1-95 0 0,1 0 0 0 0,-1 0-1 0 0,0-1 1 0 0,1 1 0 0 0,0 0-1 0 0,0 0 1 0 0,-1 0-1 0 0,1-1 1 0 0,0 1 0 0 0,0-1-1 0 0,0 1 1 0 0,1-1 0 0 0,-1 1-1 0 0,2 1 1 0 0,28 24 82 0 0,-13-11-104 0 0,16 15-472 0 0,12 14 929 0 0,67 48 0 0 0,-93-79-1518 0 0,0-1 1 0 0,30 13-1 0 0,-35-19-907 0 0,0-1 1 0 0,1-1-1 0 0,0 0 0 0 0,21 3 1 0 0,-12-6-6522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435 184 268 0 0,'-8'-166'23050'0'0,"8"165"-22999"0"0,0 0 0 0 0,0 1-1 0 0,0-1 1 0 0,0 1 0 0 0,0-1 0 0 0,0 0 0 0 0,0 1-1 0 0,0-1 1 0 0,0 0 0 0 0,-1 1 0 0 0,1-1 0 0 0,0 0-1 0 0,0 1 1 0 0,-1-1 0 0 0,1 1 0 0 0,0-1-1 0 0,-1 1 1 0 0,1-1 0 0 0,-1 0 0 0 0,1 1 0 0 0,-1 0-1 0 0,1-1 1 0 0,-1 1 0 0 0,1-1 0 0 0,-1 1 0 0 0,1 0-1 0 0,-1-1 1 0 0,1 1 0 0 0,-1 0 0 0 0,0-1-1 0 0,1 1 1 0 0,-1 0 0 0 0,1 0 0 0 0,-1 0 0 0 0,0-1-1 0 0,1 1 1 0 0,-1 0 0 0 0,0 0 0 0 0,1 0 0 0 0,-1 0-1 0 0,0 0 1 0 0,1 0 0 0 0,-1 1 0 0 0,0-1-1 0 0,1 0 1 0 0,-1 0 0 0 0,0 0 0 0 0,1 1 0 0 0,-2-1-1 0 0,-3 3 17 0 0,0-1-1 0 0,0 1 0 0 0,0 0 1 0 0,-7 6-1 0 0,11-8-6 0 0,-32 25 146 0 0,2 2 0 0 0,1 1 0 0 0,1 1 0 0 0,-25 35 0 0 0,17-15-68 0 0,3 1 0 0 0,-30 60 0 0 0,53-91-106 0 0,2 0-1 0 0,1 0 1 0 0,0 1 0 0 0,2 0-1 0 0,-9 43 1 0 0,14-55-23 0 0,1 0 1 0 0,-1 0-1 0 0,2 0 0 0 0,-1 0 1 0 0,1-1-1 0 0,0 1 0 0 0,4 14 1 0 0,-3-17-1 0 0,0-1 1 0 0,1 1 0 0 0,-1-1-1 0 0,1 0 1 0 0,0 0 0 0 0,1 0-1 0 0,-1 0 1 0 0,1 0 0 0 0,0-1-1 0 0,0 1 1 0 0,0-1 0 0 0,7 5-1 0 0,2 0 7 0 0,1-1-1 0 0,-1-1 0 0 0,2 0 0 0 0,-1 0 1 0 0,1-1-1 0 0,0-1 0 0 0,0-1 1 0 0,0 0-1 0 0,0-1 0 0 0,20 1 0 0 0,-13-2-357 0 0,-1-1 0 0 0,0-1 0 0 0,0-1 0 0 0,0-1 0 0 0,0 0 0 0 0,0-2-1 0 0,23-7 1 0 0,-36 8-480 0 0,-1 0 0 0 0,1 0-1 0 0,-1 0 1 0 0,0-1 0 0 0,9-6-1 0 0,9-17-10734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5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166 130 1040 0 0,'-11'-32'16799'0'0,"8"30"-16337"0"0,2 2-400 0 0,1 0 0 0 0,-1 1 0 0 0,0-1-1 0 0,0 0 1 0 0,0 0 0 0 0,1 1 0 0 0,-1-1 0 0 0,0 0-1 0 0,0 1 1 0 0,1-1 0 0 0,-1 0 0 0 0,0 1 0 0 0,1-1-1 0 0,-1 1 1 0 0,0 0 0 0 0,1-1 0 0 0,-1 1 0 0 0,1-1-1 0 0,-1 1 1 0 0,1 0 0 0 0,-1-1 0 0 0,1 1-1 0 0,0 0 1 0 0,-1 0 0 0 0,1 0 0 0 0,-16 28 17 0 0,1 0 0 0 0,1 1 1 0 0,2 0-1 0 0,2 1 0 0 0,-14 60 0 0 0,11-17 27 0 0,-6 111-1 0 0,18-153-79 0 0,1 0 1 0 0,1 0-1 0 0,11 55 1 0 0,-8-67 1 0 0,1 0-1 0 0,0-1 1 0 0,2 0 0 0 0,0 0-1 0 0,1-1 1 0 0,1 1 0 0 0,13 18-1 0 0,-14-26 16 0 0,1 0 0 0 0,0 0 0 0 0,1 0-1 0 0,0-2 1 0 0,1 1 0 0 0,0-1 0 0 0,16 10-1 0 0,0-3 111 0 0,1-1 0 0 0,36 13-1 0 0,36 8 2427 0 0,-99-35-2047 0 0,27 10 6090 0 0,-43-20-6473 0 0,-14-11-124 0 0,1-1 0 0 0,1-1 0 0 0,1-1 0 0 0,-32-37 0 0 0,22 17-53 0 0,2-1 1 0 0,-30-50-1 0 0,54 76-39 0 0,0-1 0 0 0,1-1-1 0 0,1 1 1 0 0,1-1 0 0 0,1 0 0 0 0,1-1 0 0 0,0 0-1 0 0,2 0 1 0 0,0 0 0 0 0,2 0 0 0 0,0-31 0 0 0,4 13 29 0 0,1 0 0 0 0,2 1 1 0 0,2-1-1 0 0,2 1 0 0 0,17-47 1 0 0,-10 41 24 0 0,23-45 0 0 0,-31 73-19 0 0,0 0 0 0 0,1 1 0 0 0,1 0 1 0 0,0 0-1 0 0,24-23 0 0 0,-33 36 10 0 0,0-1-1 0 0,1 1 0 0 0,-1 0 1 0 0,1 0-1 0 0,0 0 1 0 0,0 1-1 0 0,0-1 1 0 0,0 1-1 0 0,0-1 1 0 0,0 1-1 0 0,0 0 1 0 0,0 0-1 0 0,0 0 1 0 0,1 1-1 0 0,-1-1 0 0 0,0 1 1 0 0,1 0-1 0 0,-1 0 1 0 0,0 0-1 0 0,0 0 1 0 0,1 0-1 0 0,-1 1 1 0 0,0 0-1 0 0,1-1 1 0 0,-1 1-1 0 0,5 2 1 0 0,-3 0-16 0 0,0 0 1 0 0,0 1 0 0 0,0-1 0 0 0,0 1-1 0 0,-1 0 1 0 0,1 0 0 0 0,-1 1 0 0 0,0-1-1 0 0,0 1 1 0 0,-1 0 0 0 0,1 0 0 0 0,-1 0-1 0 0,4 10 1 0 0,-2-3 17 0 0,-1 0 1 0 0,0 0-1 0 0,-1 0 0 0 0,0 1 0 0 0,-1-1 1 0 0,0 1-1 0 0,-1-1 0 0 0,-1 1 0 0 0,0 0 0 0 0,-1-1 1 0 0,0 1-1 0 0,-1 0 0 0 0,0-1 0 0 0,-1 1 1 0 0,-8 22-1 0 0,3-14 23 0 0,-1 0 0 0 0,-1-1-1 0 0,-1 0 1 0 0,-1-1 0 0 0,0 0 0 0 0,-2-1 0 0 0,0 0 0 0 0,-17 16-1 0 0,21-25 20 0 0,1-1 0 0 0,-1 0 0 0 0,0-1 0 0 0,-1 0-1 0 0,0 0 1 0 0,0-1 0 0 0,0-1 0 0 0,-1 0 0 0 0,1-1 0 0 0,-1 0-1 0 0,-1 0 1 0 0,1-1 0 0 0,0-1 0 0 0,-1 0 0 0 0,1-1 0 0 0,-1 0-1 0 0,1-1 1 0 0,-20-2 0 0 0,5-2-31 0 0,24 3-18 0 0,2 1-155 0 0,-13-2-381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6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34 1548 0 0,'19'-34'20292'0'0,"-35"64"-19532"0"0,-4 17-119 0 0,2 2 0 0 0,2-1 0 0 0,2 2 1 0 0,-7 56-1 0 0,9-25 26 0 0,-1 150 1 0 0,13-190-544 0 0,3 0 0 0 0,1-1 0 0 0,2 1 1 0 0,17 61-1 0 0,-16-78-8 0 0,1-1-1 0 0,1-1 0 0 0,1 0 1 0 0,1 0-1 0 0,1-1 0 0 0,0 0 1 0 0,2-1-1 0 0,32 36 1 0 0,-32-43-9 0 0,1-1 0 0 0,0 0 0 0 0,0-2 0 0 0,1 1 0 0 0,1-2 0 0 0,-1 0 0 0 0,2-1 0 0 0,-1-1 0 0 0,1-1 0 0 0,0 0 1 0 0,0-1-1 0 0,1-1 0 0 0,0-1 0 0 0,-1 0 0 0 0,1-2 0 0 0,0 0 0 0 0,22-2 0 0 0,-33 0-149 0 0,1 0-1 0 0,-1-1 1 0 0,0 0-1 0 0,-1-1 1 0 0,1 0-1 0 0,0 0 1 0 0,-1 0 0 0 0,1-1-1 0 0,-1 0 1 0 0,0-1-1 0 0,0 1 1 0 0,-1-2-1 0 0,1 1 1 0 0,-1 0-1 0 0,0-1 1 0 0,-1 0-1 0 0,0-1 1 0 0,0 1 0 0 0,0-1-1 0 0,6-12 1 0 0,-6 10-856 0 0,0-1 0 0 0,-1 0 0 0 0,-1 0-1 0 0,1 0 1 0 0,-2 0 0 0 0,4-19 0 0 0,-5 19-933 0 0,-1 0-1 0 0,0 0 1 0 0,0 0-1 0 0,-1 1 0 0 0,0-1 1 0 0,0 0-1 0 0,-5-13 0 0 0,0 5-4661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7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217 223 1452 0 0,'-10'-14'2143'0'0,"1"0"0"0"0,1-1 0 0 0,0 0 0 0 0,-8-22 0 0 0,14 33-1867 0 0,1 0-1 0 0,-1-1 1 0 0,1 1 0 0 0,0 0-1 0 0,0-1 1 0 0,1 1 0 0 0,-1-1 0 0 0,1 1-1 0 0,0-1 1 0 0,0 1 0 0 0,0-1 0 0 0,1 1-1 0 0,0-1 1 0 0,0 1 0 0 0,0 0 0 0 0,0-1-1 0 0,1 1 1 0 0,-1 0 0 0 0,1 0 0 0 0,0 0-1 0 0,4-6 1 0 0,-3 7-201 0 0,1 1-1 0 0,-1-1 1 0 0,0 1-1 0 0,1 0 1 0 0,-1-1 0 0 0,1 2-1 0 0,0-1 1 0 0,0 0-1 0 0,-1 1 1 0 0,1 0 0 0 0,0-1-1 0 0,0 2 1 0 0,0-1 0 0 0,1 0-1 0 0,-1 1 1 0 0,0 0-1 0 0,0 0 1 0 0,0 0 0 0 0,0 0-1 0 0,6 2 1 0 0,-2-1-40 0 0,-1 1 1 0 0,1 0-1 0 0,-1 1 1 0 0,1 0-1 0 0,-1 0 1 0 0,0 1-1 0 0,0-1 1 0 0,0 1-1 0 0,-1 1 1 0 0,1-1-1 0 0,6 7 1 0 0,-5-2 114 0 0,0-1 1 0 0,0 1-1 0 0,-1 0 1 0 0,-1 1 0 0 0,1 0-1 0 0,9 20 1 0 0,-8-11 246 0 0,-1 1 1 0 0,-1-1 0 0 0,0 1 0 0 0,-2 0 0 0 0,0 0 0 0 0,-1 1 0 0 0,-1-1-1 0 0,-1 27 1 0 0,-2-29 22 0 0,-1 0 0 0 0,-1-1 0 0 0,0 1 0 0 0,-2-1 0 0 0,0 0 0 0 0,0 0 0 0 0,-2 0 0 0 0,0-1 0 0 0,-1 0 0 0 0,0 0-1 0 0,-1-1 1 0 0,-1 0 0 0 0,-1-1 0 0 0,0 0 0 0 0,0 0 0 0 0,-2-1 0 0 0,-15 13 0 0 0,28-26-419 0 0,-6 5 34 0 0,-1-1-1 0 0,1 1 1 0 0,-1-1 0 0 0,1 0 0 0 0,-1-1-1 0 0,-1 0 1 0 0,1 0 0 0 0,0 0-1 0 0,-11 2 1 0 0,1-1-35 0 0,-1-2 0 0 0,2-1 0 0 0,1-1 0 0 0,-3-1 0 0 0,5-1 0 0 0,0-1 0 0 0,0 1 0 0 0,2 3 0 0 0,11 7 0 0 0,6 0 0 0 0,2-2 0 0 0,0 2 0 0 0,3 1 0 0 0,1-1 0 0 0,7 2 0 0 0,-17-8 0 0 0,1 0 0 0 0,0-1 0 0 0,0 1 0 0 0,0-1 0 0 0,0 0 0 0 0,0 0 0 0 0,0 0 0 0 0,0 0 0 0 0,0-1 0 0 0,0 1 0 0 0,1-1 0 0 0,3 0 0 0 0,9 2 0 0 0,-8-1 0 0 0,1-1 0 0 0,-1 1 0 0 0,0-2 0 0 0,0 1 0 0 0,1-1 0 0 0,-1 0 0 0 0,0-1 0 0 0,0 0 0 0 0,0 0 0 0 0,0-1 0 0 0,0 0 0 0 0,0 0 0 0 0,-1-1 0 0 0,0 0 0 0 0,1 0 0 0 0,-2 0 0 0 0,1-1 0 0 0,0 0 0 0 0,-1-1 0 0 0,0 0 0 0 0,0 0 0 0 0,-1 0 0 0 0,9-12 0 0 0,-3 0 0 0 0,-1-1 0 0 0,-1 0 0 0 0,0 0 0 0 0,-2-1 0 0 0,0 1 0 0 0,-1-2 0 0 0,4-27 0 0 0,-6 23-67 0 0,-1 1-1 0 0,-1-1 1 0 0,-1 0-1 0 0,-1 1 1 0 0,-1-1 0 0 0,-8-41-1 0 0,5 50 19 0 0,1-1 1 0 0,-2 1-1 0 0,0 0 0 0 0,-2 0 0 0 0,1 1 0 0 0,-2-1 0 0 0,0 2 1 0 0,0-1-1 0 0,-2 1 0 0 0,-17-21 0 0 0,23 30 28 0 0,0 1-1 0 0,0 1 0 0 0,-1-1 0 0 0,1 1 1 0 0,-1-1-1 0 0,0 1 0 0 0,0 1 0 0 0,0-1 1 0 0,0 1-1 0 0,0 0 0 0 0,0 0 0 0 0,-1 0 1 0 0,1 1-1 0 0,-1-1 0 0 0,1 1 0 0 0,-1 1 1 0 0,1-1-1 0 0,-1 1 0 0 0,0 0 0 0 0,-8 1 1 0 0,5 1 21 0 0,-1 0 1 0 0,1 1-1 0 0,0 0 1 0 0,0 0-1 0 0,1 1 1 0 0,-1 0-1 0 0,1 0 1 0 0,0 1-1 0 0,0 0 1 0 0,0 1-1 0 0,-11 10 1 0 0,3-1-33 0 0,1 0 0 0 0,0 1 0 0 0,1 1 0 0 0,1 1 0 0 0,1-1 0 0 0,1 2 0 0 0,0 0 1 0 0,-9 23-1 0 0,15-30-343 0 0,1 1 0 0 0,0 0 1 0 0,1 0-1 0 0,0 0 0 0 0,1 0 1 0 0,0 17-1 0 0,2-21-279 0 0,0 1 0 0 0,1 0 0 0 0,0 0 0 0 0,1-1 0 0 0,0 1 0 0 0,0 0 0 0 0,1-1-1 0 0,0 0 1 0 0,6 11 0 0 0,-5-14 16 0 0,-1 0-1 0 0,1 0 1 0 0,0 0-1 0 0,0-1 0 0 0,1 1 1 0 0,-1-1-1 0 0,1-1 0 0 0,7 6 1 0 0,-5-4-1154 0 0,0-2 0 0 0,0 1 0 0 0,13 5 0 0 0,7 1-4746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9 816 0 0,'20'-9'19423'0'0,"-35"20"-19222"0"0,0 1 0 0 0,1 0 0 0 0,1 1 1 0 0,0 1-1 0 0,-15 20 0 0 0,6-4-115 0 0,-30 57 0 0 0,42-67-69 0 0,0 0-1 0 0,2 0 1 0 0,-6 22-1 0 0,11-31 25 0 0,0 0-1 0 0,1-1 1 0 0,1 1-1 0 0,0 0 1 0 0,0 0-1 0 0,1 0 1 0 0,3 22-1 0 0,-2-30-32 0 0,0 0 1 0 0,0 1-1 0 0,0-1 0 0 0,1 1 1 0 0,-1-1-1 0 0,1 0 0 0 0,0 0 0 0 0,0 0 1 0 0,0 0-1 0 0,0 0 0 0 0,0 0 1 0 0,1-1-1 0 0,-1 1 0 0 0,1-1 1 0 0,0 0-1 0 0,0 0 0 0 0,0 0 1 0 0,0 0-1 0 0,0 0 0 0 0,0 0 1 0 0,6 1-1 0 0,1 1-58 0 0,0-1 0 0 0,1 0-1 0 0,-1-1 1 0 0,0 0 0 0 0,1 0 0 0 0,11-1 0 0 0,-7-1-667 0 0,0 0 0 0 0,0-1 0 0 0,-1-1 0 0 0,1 0 0 0 0,27-8-1 0 0,-31 6-1008 0 0,0 0-1 0 0,-1-1 1 0 0,0 0-1 0 0,18-12 1 0 0,-3-2-4775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8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366 158 3468 0 0,'-82'-158'22246'0'0,"83"160"-22105"0"0,1-1 0 0 0,0 0 0 0 0,0 0 0 0 0,0 1 0 0 0,-1-1 1 0 0,1 1-1 0 0,-1-1 0 0 0,1 1 0 0 0,-1 0 0 0 0,2 2 0 0 0,1 1 174 0 0,18 24 175 0 0,-2 1 1 0 0,-1 1-1 0 0,-1 1 0 0 0,-2 0 1 0 0,23 64-1 0 0,-28-61-328 0 0,-1 1 1 0 0,-1-1-1 0 0,-3 1 1 0 0,-1 1-1 0 0,-1-1 1 0 0,-2 41-1 0 0,-4-31-11 0 0,-1 0 0 0 0,-3 0 0 0 0,-2 0 0 0 0,-19 61 0 0 0,8-48-758 0 0,-3-2 1 0 0,-54 102-1 0 0,39-94-2688 0 0,-91 116 0 0 0,58-101-1652 0 0,19-31-2476 0 0,12-15-1808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9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66 136 1220 0 0,'-10'-5'5448'0'0,"-19"-12"4367"0"0,29 16-9615 0 0,-1 0-1 0 0,0 1 1 0 0,1-1 0 0 0,-1 0-1 0 0,0 1 1 0 0,0-1 0 0 0,1 1-1 0 0,-1-1 1 0 0,0 1 0 0 0,0-1 0 0 0,0 1-1 0 0,0 0 1 0 0,1-1 0 0 0,-1 1-1 0 0,0 0 1 0 0,-2-1 0 0 0,-9-4 1992 0 0,13 2-1844 0 0,9 0-798 0 0,174-53 676 0 0,-181 55-256 0 0,88-23-127 0 0,-34 13-3054 0 0,-55 10 2983 0 0,-1 1 0 0 0,1 0 0 0 0,-1 0 0 0 0,1 0 0 0 0,-1 0-1 0 0,1 0 1 0 0,-1 0 0 0 0,1 0 0 0 0,-1 1 0 0 0,1-1 0 0 0,-1 0 0 0 0,1 1-1 0 0,-1-1 1 0 0,1 1 0 0 0,1 1 0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39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32 1332 0 0,'-39'20'6526'0'0,"-48"18"0"0"0,-1 1 639 0 0,86-38-6946 0 0,2-1-201 0 0,-1 0 1 0 0,1 0-1 0 0,0 0 0 0 0,0 0 1 0 0,0 0-1 0 0,-1 0 0 0 0,1 0 1 0 0,0 1-1 0 0,0-1 1 0 0,0 0-1 0 0,-1 0 0 0 0,1 0 1 0 0,0 0-1 0 0,0 1 0 0 0,0-1 1 0 0,0 0-1 0 0,0 0 0 0 0,-1 0 1 0 0,1 0-1 0 0,0 1 0 0 0,0-1 1 0 0,0 0-1 0 0,0 0 1 0 0,0 0-1 0 0,0 1 0 0 0,0-1 1 0 0,0 0-1 0 0,0 0 0 0 0,0 1 1 0 0,0-1-1 0 0,0 0 0 0 0,0 0 1 0 0,0 1-1 0 0,0-1 0 0 0,0 0 1 0 0,0 1 12 0 0,1-1 0 0 0,-1 0-1 0 0,1 1 1 0 0,0-1 0 0 0,-1 0 0 0 0,1 1 0 0 0,-1-1 0 0 0,1 0 0 0 0,0 0-1 0 0,-1 0 1 0 0,1 1 0 0 0,0-1 0 0 0,-1 0 0 0 0,1 0 0 0 0,0 0 0 0 0,-1 0 0 0 0,1 0-1 0 0,0 0 1 0 0,0-1 0 0 0,431-63 1563 0 0,-383 54-1523 0 0,203-37 2201 0 0,-209 37-1362 0 0,-41 9-848 0 0,9-2-592 0 0,2-1-3010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41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117 128 952 0 0,'-16'-2'8047'0'0,"-7"-2"-2917"0"0,-1-5-406 0 0,24 8-4690 0 0,-1 1 0 0 0,1-1-1 0 0,0 1 1 0 0,-1-1 0 0 0,1 1 0 0 0,0-1 0 0 0,-1 1-1 0 0,1-1 1 0 0,0 0 0 0 0,0 1 0 0 0,0-1 0 0 0,-1 1 0 0 0,1-1-1 0 0,0 0 1 0 0,0 1 0 0 0,0-1 0 0 0,0 1 0 0 0,0-1-1 0 0,0 0 1 0 0,0 1 0 0 0,0-1 0 0 0,0 0 0 0 0,1 1-1 0 0,-1-1 1 0 0,0 1 0 0 0,1-2 0 0 0,13-18 310 0 0,25-10-189 0 0,-27 24-145 0 0,0-1 0 0 0,0 2 1 0 0,0-1-1 0 0,0 2 0 0 0,1-1 0 0 0,0 2 0 0 0,0 0 0 0 0,18-2 0 0 0,-26 4-35 0 0,-1 1-1 0 0,1-1 1 0 0,0 1-1 0 0,-1 1 1 0 0,1-1-1 0 0,0 1 1 0 0,-1-1-1 0 0,1 1 1 0 0,0 1 0 0 0,-1-1-1 0 0,1 1 1 0 0,-1-1-1 0 0,0 1 1 0 0,0 1-1 0 0,0-1 1 0 0,0 0-1 0 0,0 1 1 0 0,0 0-1 0 0,0 0 1 0 0,-1 0-1 0 0,0 0 1 0 0,1 1-1 0 0,-1-1 1 0 0,0 1-1 0 0,-1 0 1 0 0,5 8-1 0 0,-5-8 1 0 0,-1 1 0 0 0,1 0 0 0 0,-1-1 0 0 0,0 1 0 0 0,0 0 0 0 0,-1 0 0 0 0,1 0 0 0 0,-1 0 0 0 0,0 0 0 0 0,-1 0 0 0 0,1 0 0 0 0,-1 0 0 0 0,0 0 0 0 0,0-1 0 0 0,-1 1 0 0 0,1 0 0 0 0,-1-1-1 0 0,0 1 1 0 0,0-1 0 0 0,-4 7 0 0 0,-7 9 14 0 0,0 0 0 0 0,-32 35-1 0 0,30-37 12 0 0,2-3 96 0 0,-1 0 0 0 0,-21 17 0 0 0,34-31 80 0 0,35-7-178 0 0,-23 4 11 0 0,0 0 1 0 0,0 0 0 0 0,0 2 0 0 0,1-1-1 0 0,-1 1 1 0 0,0 1 0 0 0,0 0-1 0 0,0 0 1 0 0,0 1 0 0 0,0 1-1 0 0,-1 0 1 0 0,1 0 0 0 0,0 1-1 0 0,-1 1 1 0 0,0-1 0 0 0,0 2 0 0 0,-1-1-1 0 0,1 1 1 0 0,-1 1 0 0 0,0 0-1 0 0,-1 0 1 0 0,0 0 0 0 0,0 1-1 0 0,-1 1 1 0 0,11 14 0 0 0,-10-12 189 0 0,0 1 1 0 0,-1 0 0 0 0,-1 1-1 0 0,0-1 1 0 0,-1 1-1 0 0,0 0 1 0 0,-1 1-1 0 0,0-1 1 0 0,-1 1 0 0 0,-1 0-1 0 0,0 0 1 0 0,-1-1-1 0 0,0 17 1 0 0,-2-20 6 0 0,0-1 0 0 0,0 1 0 0 0,-1-1-1 0 0,0 0 1 0 0,0 0 0 0 0,-1 0 0 0 0,0 0 0 0 0,-1 0 0 0 0,0-1 0 0 0,-1 1 0 0 0,1-1 0 0 0,-1 0 0 0 0,-1-1-1 0 0,0 1 1 0 0,0-1 0 0 0,0 0 0 0 0,-1 0 0 0 0,0-1 0 0 0,0 0 0 0 0,-12 7 0 0 0,9-7-83 0 0,0-1-1 0 0,-1 0 1 0 0,1 0 0 0 0,-1-1 0 0 0,-1 0 0 0 0,1-1-1 0 0,0 0 1 0 0,-1-1 0 0 0,1-1 0 0 0,-1 0 0 0 0,0 0-1 0 0,-22-2 1 0 0,-4-4-968 0 0,-1-1 1 0 0,-55-17-1 0 0,80 20 164 0 0,-35-6-5510 0 0,16 8-2353 0 0,14 1 362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44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16 956 0 0,'16'-15'17188'0'0,"-19"15"-17187"0"0,0 1 1 0 0,-1 1-1 0 0,1-1 0 0 0,0 0 1 0 0,0 1-1 0 0,-1 0 1 0 0,1 0-1 0 0,1 0 1 0 0,-1 0-1 0 0,0 0 0 0 0,0 0 1 0 0,1 1-1 0 0,-4 4 1 0 0,-33 44 9 0 0,30-39-2 0 0,-22 33-317 0 0,2 2 0 0 0,2 1 1 0 0,-31 76-1 0 0,43-84-2485 0 0,2 1 0 0 0,-14 70 1 0 0,20-69-3379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4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0 464 0 0,'0'0'1372'0'0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6:46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 1348 0 0,'0'0'4080'0'0,"-3"-11"-2127"0"0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17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71 124 0 0,'32'-71'19798'0'0,"-29"77"-19668"0"0,-1 1 0 0 0,0-1 0 0 0,0 0 0 0 0,0 1 0 0 0,-1 0 0 0 0,0-1 0 0 0,0 1 0 0 0,-1 0 0 0 0,-1 11 0 0 0,3 16 241 0 0,10 149 724 0 0,-10-117-896 0 0,-2 91-261 0 0,0-155-299 0 0,0-1-1 0 0,0 1 0 0 0,0-1 0 0 0,-1 1 0 0 0,1-1 0 0 0,-1 1 0 0 0,1-1 0 0 0,-1 1 0 0 0,1-1 0 0 0,-1 0 0 0 0,0 1 1 0 0,0-1-1 0 0,0 0 0 0 0,0 0 0 0 0,0 1 0 0 0,0-1 0 0 0,0 0 0 0 0,0 0 0 0 0,0 0 0 0 0,0 0 0 0 0,-1-1 0 0 0,1 1 1 0 0,0 0-1 0 0,-1 0 0 0 0,-1 0 0 0 0,2 0-37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17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24 2252 0 0,'-9'-4'2645'0'0,"-1"-1"-1"0"0,1 1 1 0 0,-15-3 0 0 0,21 6-2452 0 0,0 0 0 0 0,-1 1 0 0 0,1-1 1 0 0,0 1-1 0 0,0 0 0 0 0,-1 0 0 0 0,1 0 1 0 0,0 1-1 0 0,0-1 0 0 0,-1 1 0 0 0,1-1 1 0 0,0 1-1 0 0,0 0 0 0 0,0 1 1 0 0,-4 1-1 0 0,-22 14 167 0 0,1 2 1 0 0,1 1-1 0 0,1 1 1 0 0,-44 47-1 0 0,69-67-372 0 0,-67 78-2342 0 0,65-72 807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17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82 2640 0 0,'-3'0'1967'0'0,"-11"-2"4328"0"0,8 3-6078 0 0,-7-1 5478 0 0,0 1-377 0 0,7-1-5621 0 0,4 0 1115 0 0,5 0-711 0 0,42-8 192 0 0,88-27 1 0 0,-69 16-238 0 0,-11 6 50 0 0,-51 12-84 0 0,13-4-1063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18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81 2872 0 0,'-1'-3'2449'0'0,"-22"-39"12531"0"0,23 40-14836 0 0,0 0 0 0 0,0 0 0 0 0,0 0 0 0 0,1 1 0 0 0,-1-1 0 0 0,1 0 0 0 0,-1 1 0 0 0,3-4 0 0 0,3 2-121 0 0,0 0 0 0 0,0 1-1 0 0,0 0 1 0 0,1 0-1 0 0,-1 1 1 0 0,1-1 0 0 0,-1 1-1 0 0,1 1 1 0 0,0-1-1 0 0,-1 1 1 0 0,1 0 0 0 0,-1 1-1 0 0,1 0 1 0 0,0 0-1 0 0,-1 0 1 0 0,1 1 0 0 0,-1 0-1 0 0,0 0 1 0 0,6 3-1 0 0,-8-3-24 0 0,1 0 0 0 0,-2 0-1 0 0,1 0 1 0 0,0 0 0 0 0,0 1-1 0 0,-1-1 1 0 0,1 1-1 0 0,-1 0 1 0 0,0 0 0 0 0,0 1-1 0 0,0-1 1 0 0,0 0 0 0 0,-1 1-1 0 0,4 7 1 0 0,-3-5 3 0 0,0 0 0 0 0,-1 1-1 0 0,0 0 1 0 0,0-1 0 0 0,-1 1 0 0 0,1 0 0 0 0,-2 0 0 0 0,1 12 0 0 0,-2-4 10 0 0,0 0 0 0 0,-1 0 1 0 0,0 0-1 0 0,-2 0 0 0 0,1-1 0 0 0,-2 0 1 0 0,0 1-1 0 0,-8 13 0 0 0,-4 6 26 0 0,-26 56 729 0 0,42-89-281 0 0,14-1-444 0 0,-1-2-1 0 0,20-3 1 0 0,-22 5-57 0 0,0 1 0 0 0,1 1 0 0 0,-1-1 1 0 0,0 2-1 0 0,0-1 0 0 0,13 7 0 0 0,-13-5 57 0 0,-1 1-1 0 0,0 0 1 0 0,0 1-1 0 0,-1 0 0 0 0,0 0 1 0 0,0 1-1 0 0,0 0 1 0 0,-1 0-1 0 0,0 1 1 0 0,0 0-1 0 0,-1 0 1 0 0,9 16-1 0 0,-12-19 200 0 0,0 0-1 0 0,-1 1 0 0 0,0-1 1 0 0,0 1-1 0 0,0-1 1 0 0,-1 1-1 0 0,0-1 1 0 0,0 1-1 0 0,0 0 1 0 0,-1 10-1 0 0,0-12 66 0 0,-1 0 0 0 0,1 0 0 0 0,-1 0 0 0 0,0 0 0 0 0,-1 0 0 0 0,1 0 0 0 0,-1-1 0 0 0,1 1 0 0 0,-1 0 0 0 0,0-1 0 0 0,-1 1 0 0 0,1-1 0 0 0,-1 0 0 0 0,1 1 0 0 0,-1-1 0 0 0,-4 3 0 0 0,3-3-256 0 0,-1 0 0 0 0,1 0-1 0 0,-1 0 1 0 0,0-1 0 0 0,0 1 0 0 0,0-1 0 0 0,0-1 0 0 0,0 1-1 0 0,-1-1 1 0 0,1 0 0 0 0,-7 1 0 0 0,-10 0 156 0 0,-29-1-1 0 0,45-1-199 0 0,-13 0-5 0 0,0-1 0 0 0,-19-5 0 0 0,-5 0 0 0 0,23 3 0 0 0,3 0 0 0 0,1 0 0 0 0,3-1 0 0 0,12 4-103 0 0,0 0 0 0 0,0-1-1 0 0,-1 1 1 0 0,1-1 0 0 0,0 1 0 0 0,0-1 0 0 0,-1 0 0 0 0,1 1-1 0 0,0-1 1 0 0,0 0 0 0 0,0 0 0 0 0,0 0 0 0 0,0 0-1 0 0,0 0 1 0 0,0 0 0 0 0,0 0 0 0 0,1 0 0 0 0,-1 0 0 0 0,0-2-1 0 0,0 2-137 0 0,1 1 0 0 0,0-1 0 0 0,0 0 0 0 0,0 0 0 0 0,0 0 0 0 0,0 0 0 0 0,0 0 0 0 0,1 0 0 0 0,-1 0 0 0 0,0 0-1 0 0,0 0 1 0 0,1 0 0 0 0,-1 0 0 0 0,0 1 0 0 0,1-1 0 0 0,-1 0 0 0 0,1 0 0 0 0,-1 0 0 0 0,2-1 0 0 0,3-3-1377 0 0,-1 1 1 0 0,1 0 0 0 0,0-1 0 0 0,1 2-1 0 0,6-5 1 0 0,-9 6 954 0 0,14-10-4524 0 0,5 0-2737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18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16 110 1508 0 0,'-16'-24'27547'0'0,"17"23"-27499"0"0,0 0 1 0 0,0 0-1 0 0,0 0 1 0 0,0 0 0 0 0,0 0-1 0 0,0 0 1 0 0,1 0-1 0 0,-1 1 1 0 0,0-1 0 0 0,0 0-1 0 0,1 1 1 0 0,-1-1-1 0 0,0 1 1 0 0,1 0-1 0 0,-1-1 1 0 0,3 1 0 0 0,31-5 126 0 0,-23 4-87 0 0,159-32 139 0 0,-78 13-3498 0 0,-1 5-7432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19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2752 0 0,'-35'16'4033'0'0,"-70"36"9295"0"0,92-47-11366 0 0,-3 3-23 0 0,16-7-1845 0 0,0-1 1 0 0,-1 0-1 0 0,1 1 1 0 0,0-1-1 0 0,-1 0 1 0 0,1 1-1 0 0,0-1 1 0 0,-1 0-1 0 0,1 1 1 0 0,0-1-1 0 0,0 1 1 0 0,-1-1 0 0 0,1 0-1 0 0,0 1 1 0 0,0-1-1 0 0,0 1 1 0 0,0-1-1 0 0,0 1 1 0 0,0-1-1 0 0,-1 1 1 0 0,1-1-1 0 0,0 1 1 0 0,0-1-1 0 0,1 1 1 0 0,-1-1-1 0 0,0 1 1 0 0,0-1-1 0 0,0 1 1 0 0,0 0-1 0 0,1 0-8 0 0,1-1-1 0 0,-1 1 1 0 0,0 0-1 0 0,1 0 1 0 0,-1-1 0 0 0,1 1-1 0 0,-1 0 1 0 0,1-1-1 0 0,-1 0 1 0 0,1 1-1 0 0,-1-1 1 0 0,1 0 0 0 0,0 0-1 0 0,-1 0 1 0 0,3 0-1 0 0,-2 1 76 0 0,37 2 324 0 0,0-2 0 0 0,0-1 0 0 0,74-11 0 0 0,37-19-3126 0 0,-139 26 1056 0 0,1 1-1 0 0,-1-1 1 0 0,11-6 0 0 0,-17 8-171 0 0,-1-1 1 0 0,18-15-7024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19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55 3472 0 0,'-67'-54'27608'0'0,"67"53"-27525"0"0,-1 1 1 0 0,1 0-1 0 0,0 0 1 0 0,0 0-1 0 0,0 0 1 0 0,-1 0-1 0 0,1 0 1 0 0,0 0-1 0 0,0 0 1 0 0,0 0-1 0 0,-1 0 1 0 0,1 0-1 0 0,0 0 1 0 0,0 0-1 0 0,-1 0 1 0 0,1 0-1 0 0,0 0 1 0 0,0 1-1 0 0,-1-1-80 0 0,0 0 0 0 0,1 0 0 0 0,-1 0-1 0 0,0 0 1 0 0,1 0 0 0 0,-1 1 0 0 0,1-1-1 0 0,-1 0 1 0 0,0 0 0 0 0,1 1 0 0 0,-1-1 0 0 0,1 1-1 0 0,-1-1 1 0 0,1 0 0 0 0,-1 1 0 0 0,1-1-1 0 0,-1 1 1 0 0,1-1 0 0 0,-1 1 0 0 0,1-1-1 0 0,0 1 1 0 0,-1 0 0 0 0,1-1 0 0 0,0 1-1 0 0,0-1 1 0 0,-1 1 0 0 0,1 0 0 0 0,0-1 0 0 0,0 1-1 0 0,0-1 1 0 0,0 1 0 0 0,0 0 0 0 0,0-1-1 0 0,0 1 1 0 0,0 0 0 0 0,0-1 0 0 0,0 2-1 0 0,0-1-6 0 0,-20 258 4 0 0,-22 144 0 0 0,24-295 0 0 0,16-95 0 0 0,0-2 0 0 0,0-1 0 0 0,0 0 0 0 0,1-2-401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0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87 1684 0 0,'23'-87'23781'0'0,"-25"88"-23399"0"0,-3 3-241 0 0,0 0 1 0 0,1 0-1 0 0,0 0 1 0 0,0 1-1 0 0,0 0 1 0 0,0-1-1 0 0,1 1 1 0 0,-5 9-1 0 0,-22 48 690 0 0,27-55-732 0 0,-87 231 1887 0 0,78-194-1745 0 0,1 1-1 0 0,2 0 0 0 0,-4 72 0 0 0,13-110-138 0 0,0-1 1 0 0,0 1-1 0 0,0 0 1 0 0,1-1-1 0 0,0 1 1 0 0,0-1-1 0 0,1 1 1 0 0,4 11-1 0 0,-5-16-76 0 0,0-1 0 0 0,0 1-1 0 0,0 0 1 0 0,0 0 0 0 0,0-1 0 0 0,1 1-1 0 0,-1-1 1 0 0,1 1 0 0 0,-1-1-1 0 0,1 0 1 0 0,-1 0 0 0 0,1 1-1 0 0,0-1 1 0 0,0 0 0 0 0,-1 0-1 0 0,1-1 1 0 0,0 1 0 0 0,0 0-1 0 0,0-1 1 0 0,0 1 0 0 0,0-1-1 0 0,0 1 1 0 0,0-1 0 0 0,0 0 0 0 0,0 0-1 0 0,0 0 1 0 0,0 0 0 0 0,1 0-1 0 0,-1-1 1 0 0,0 1 0 0 0,0 0-1 0 0,2-2 1 0 0,7-1-26 0 0,0-1 0 0 0,0-1 0 0 0,-1 1 0 0 0,1-2 0 0 0,-1 0 0 0 0,0 0 0 0 0,-1-1 0 0 0,1 0 0 0 0,-1 0 0 0 0,14-16 0 0 0,2-4 0 0 0,-2-1 0 0 0,23-36 0 0 0,-20 24 0 0 0,28-56 0 0 0,-46 80 0 0 0,0-2 0 0 0,-2 1 0 0 0,0-1 0 0 0,-1 1 0 0 0,-1-2 0 0 0,3-25 0 0 0,-6 38-70 0 0,-1 0 0 0 0,0 0 0 0 0,0 0 0 0 0,-1 0 0 0 0,0 0 1 0 0,0 0-1 0 0,0 0 0 0 0,-1 0 0 0 0,1 0 0 0 0,-1 0 0 0 0,-1 0 0 0 0,1 1 0 0 0,-1-1 0 0 0,0 1 0 0 0,-6-8 1 0 0,3 7-163 0 0,1 0 0 0 0,-1 0 1 0 0,0 1-1 0 0,-1 0 1 0 0,1 0-1 0 0,-1 1 0 0 0,0-1 1 0 0,0 1-1 0 0,-1 1 1 0 0,-11-5-1 0 0,1 3-222 0 0,0 0 1 0 0,0 1-1 0 0,0 1 1 0 0,-1 1-1 0 0,1 0 0 0 0,-1 2 1 0 0,1 0-1 0 0,-1 1 1 0 0,-28 5-1 0 0,31-2-1296 0 0,0 0 0 0 0,-23 9 1 0 0,-4 9-7489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0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22 996 0 0,'-50'17'15343'0'0,"30"-10"-8647"0"0,33-11-6267 0 0,136-29-2416 0 0,-121 29-3234 0 0,43 0 0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0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36 184 0 0,'-158'117'19176'0'0,"159"-118"-19139"0"0,-1 1 0 0 0,0 0 1 0 0,1 0-1 0 0,-1 0 0 0 0,0 0 0 0 0,1 0 1 0 0,-1 0-1 0 0,0 0 0 0 0,1 0 0 0 0,-1 0 1 0 0,0 0-1 0 0,1 0 0 0 0,-1 0 1 0 0,0 1-1 0 0,0-1 0 0 0,1 0 0 0 0,-1 0 1 0 0,0 0-1 0 0,1 0 0 0 0,-1 0 0 0 0,0 1 1 0 0,0-1-1 0 0,1 0 0 0 0,-1 0 0 0 0,0 1 1 0 0,0-1-1 0 0,1 0 0 0 0,-1 0 1 0 0,0 1-1 0 0,0-1 0 0 0,0 0 0 0 0,0 0 1 0 0,1 1-1 0 0,-1-1 0 0 0,0 0 0 0 0,0 1 1 0 0,0-1-1 0 0,0 0 0 0 0,0 1 0 0 0,0-1 1 0 0,0 0-1 0 0,0 0 0 0 0,0 1 0 0 0,0-1 1 0 0,0 0-1 0 0,0 1 0 0 0,0-1 1 0 0,0 0-1 0 0,0 1 0 0 0,0-1 0 0 0,0 0 1 0 0,-1 1-1 0 0,1-1 0 0 0,0 0 0 0 0,0 0 1 0 0,0 1-1 0 0,0-1 0 0 0,-1 0 0 0 0,1 1 1 0 0,0-1-1 0 0,0 0 0 0 0,0 0 1 0 0,-1 0-1 0 0,1 1 0 0 0,0-1 0 0 0,-1 0 1 0 0,61-5 165 0 0,-1-3 1 0 0,59-16 0 0 0,-72 11-2380 0 0,61-24 0 0 0,-90 30 356 0 0,-1-1 0 0 0,1-1 0 0 0,-2 0 0 0 0,18-14-1 0 0,-5 1-4790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1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93 700 0 0,'-106'-93'21141'0'0,"110"94"-20937"0"0,1 1 1 0 0,0-1-1 0 0,0 1 0 0 0,-1 0 0 0 0,1 0 0 0 0,-1 0 0 0 0,1 1 1 0 0,7 6-1 0 0,-3-3 56 0 0,23 14 17 0 0,-2 2-1 0 0,0 1 1 0 0,-1 1 0 0 0,-2 2-1 0 0,0 0 1 0 0,-2 2 0 0 0,-1 1 0 0 0,30 48-1 0 0,-43-59-203 0 0,0 1 0 0 0,-2 0 0 0 0,0 1 0 0 0,-1-1 0 0 0,-1 2 0 0 0,-1-1 0 0 0,-1 1-1 0 0,-1 0 1 0 0,0 0 0 0 0,-2 0 0 0 0,-1 0 0 0 0,0 1 0 0 0,-1-1 0 0 0,-2 0 0 0 0,0 1 0 0 0,-7 28 0 0 0,-4-4 65 0 0,-2 0 0 0 0,-41 83 1 0 0,7-38-2324 0 0,10-29-2839 0 0,-2-3-4186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1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10 123 2252 0 0,'-5'-61'10728'0'0,"0"1"-3778"0"0,5 59-6249 0 0,2 1-661 0 0,-1 1-1 0 0,1 0 1 0 0,-1 0-1 0 0,1 0 1 0 0,-1 1-1 0 0,0-1 1 0 0,1 0-1 0 0,-1 1 1 0 0,0-1 0 0 0,0 0-1 0 0,0 1 1 0 0,0-1-1 0 0,0 1 1 0 0,0 0-1 0 0,1 2 1 0 0,2 4 124 0 0,19 33 353 0 0,-2 1 0 0 0,-1 0-1 0 0,23 80 1 0 0,-35-99-425 0 0,99 308 129 0 0,-105-324-534 0 0,21 60-1872 0 0,-6-26-4475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1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38 1244 0 0,'-6'-15'5630'0'0,"6"14"-5361"0"0,-1 0 0 0 0,1 0 1 0 0,-1-1-1 0 0,1 1 0 0 0,-1 0 0 0 0,1 0 1 0 0,-1 0-1 0 0,0 0 0 0 0,0 0 0 0 0,0 0 1 0 0,0 0-1 0 0,0 0 0 0 0,1 0 0 0 0,-2 0 1 0 0,1 0-1 0 0,0 0 0 0 0,0 1 1 0 0,0-1-1 0 0,0 0 0 0 0,0 1 0 0 0,-1-1 1 0 0,1 1-1 0 0,0 0 0 0 0,-2-1 0 0 0,0 1-124 0 0,1 0 0 0 0,-1 1-1 0 0,1-1 1 0 0,-1 1 0 0 0,1 0 0 0 0,-1 0-1 0 0,1 0 1 0 0,0 0 0 0 0,-1 0 0 0 0,1 0-1 0 0,0 1 1 0 0,0-1 0 0 0,-4 4-1 0 0,-48 40 1332 0 0,-78 83 0 0 0,45-40-949 0 0,60-61-867 0 0,1 0-1 0 0,1 2 0 0 0,-22 34 1 0 0,46-61 31 0 0,0-1 0 0 0,0 1 0 0 0,0 0 0 0 0,0-1 0 0 0,1 1 0 0 0,-1 0 0 0 0,0-1 0 0 0,1 1 0 0 0,0 0 0 0 0,-1 3 0 0 0,1-5 64 0 0,0 1 0 0 0,0 0 1 0 0,0-1-1 0 0,0 1 0 0 0,0-1 0 0 0,1 1 0 0 0,-1 0 0 0 0,0-1 1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2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18 129 992 0 0,'-12'-29'18830'0'0,"6"12"-14478"0"0,15 10-3896 0 0,181-41-25 0 0,-61 24-7633 0 0,-113 23 5692 0 0,1 0-5750 0 0,1 0 575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2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44 2140 0 0,'-18'12'3839'0'0,"0"0"3264"0"0,-28 27 532 0 0,44-37-7006 0 0,2-2-605 0 0,1-1 1 0 0,-1 1-1 0 0,0 0 1 0 0,0 0-1 0 0,1 0 1 0 0,-1 0-1 0 0,0 0 0 0 0,0 0 1 0 0,1 0-1 0 0,-1 0 1 0 0,0 0-1 0 0,0 1 1 0 0,1-1-1 0 0,-1 0 1 0 0,0 0-1 0 0,0 0 1 0 0,1 0-1 0 0,-1 0 1 0 0,0 0-1 0 0,0 0 1 0 0,0 1-1 0 0,1-1 1 0 0,-1 0-1 0 0,0 0 1 0 0,0 0-1 0 0,0 0 1 0 0,0 1-1 0 0,1-1 1 0 0,-1 0-1 0 0,0 0 1 0 0,0 0-1 0 0,0 1 1 0 0,0-1-1 0 0,0 0 1 0 0,0 0-1 0 0,0 1 1 0 0,1-1-1 0 0,-1 0 1 0 0,0 0-1 0 0,0 1 1 0 0,0-1-1 0 0,0 0 0 0 0,0 0 1 0 0,0 1-1 0 0,0-1 1 0 0,0 0-1 0 0,0 0 1 0 0,-1 1-1 0 0,1-1 1 0 0,0 0-1 0 0,0 0 1 0 0,0 0-1 0 0,0 1 1 0 0,0-1-1 0 0,0 0 1 0 0,0 0-1 0 0,-1 1 1 0 0,1-1-1 0 0,0 0 1 0 0,0 0-1 0 0,0 0 1 0 0,0 0-1 0 0,-1 1 1 0 0,1-1-1 0 0,0 0 1 0 0,-1 0-1 0 0,36-4-80 0 0,-1-2 0 0 0,0-2 0 0 0,38-13 0 0 0,14-10-4055 0 0,-1-3-4830 0 0,-52 19 1635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3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321 138 1976 0 0,'-19'-9'3910'0'0,"-1"-1"0"0"0,1-1 0 0 0,-29-22 0 0 0,47 33-3840 0 0,0-1 0 0 0,1 0 0 0 0,-1 0 1 0 0,0 1-1 0 0,1-1 0 0 0,-1 0 0 0 0,1 0 1 0 0,-1 0-1 0 0,1 0 0 0 0,-1 1 1 0 0,1-1-1 0 0,-1 0 0 0 0,1 0 0 0 0,0 0 1 0 0,0 0-1 0 0,-1 0 0 0 0,1 0 0 0 0,0 0 1 0 0,0 0-1 0 0,0 0 0 0 0,0 0 0 0 0,0 0 1 0 0,0 0-1 0 0,1 0 0 0 0,-1 0 0 0 0,0 0 1 0 0,0 0-1 0 0,1 0 0 0 0,-1 0 1 0 0,0 0-1 0 0,1 0 0 0 0,-1 0 0 0 0,1 1 1 0 0,1-3-1 0 0,0 0-7 0 0,1-1-1 0 0,0 1 1 0 0,0 0 0 0 0,0 0-1 0 0,0 0 1 0 0,4-3 0 0 0,-2 3-39 0 0,-1 1 0 0 0,1 0 0 0 0,-1 0 0 0 0,1 0 0 0 0,0 1 0 0 0,0 0 0 0 0,0 0 0 0 0,-1 0 0 0 0,1 0 0 0 0,0 1 0 0 0,8 0 0 0 0,-5 0-22 0 0,-1 0-1 0 0,1 1 0 0 0,-1 0 0 0 0,1 0 1 0 0,-1 1-1 0 0,15 5 0 0 0,-13-3 14 0 0,0 1 0 0 0,0 0 1 0 0,0 0-1 0 0,-1 1 0 0 0,1 0 0 0 0,-1 0 0 0 0,-1 1 0 0 0,0 0 0 0 0,0 1 0 0 0,11 13 1 0 0,-15-15 7 0 0,0-1-1 0 0,0 0 1 0 0,0 1 0 0 0,-1 0 0 0 0,1 0 0 0 0,-2-1 0 0 0,1 1 0 0 0,0 1 0 0 0,-1-1 0 0 0,-1 0 0 0 0,1 0 0 0 0,-1 0 0 0 0,0 0 0 0 0,0 1 0 0 0,0-1-1 0 0,-1 0 1 0 0,0 0 0 0 0,-4 12 0 0 0,-3 2-20 0 0,0 1-1 0 0,-2-1 0 0 0,-1-1 1 0 0,0 0-1 0 0,-1-1 0 0 0,-1 0 1 0 0,-24 26-1 0 0,-30 25 2561 0 0,65-68-2142 0 0,-10 16 3401 0 0,12-17-3737 0 0,1 0-84 0 0,-1-1 0 0 0,1 1-1 0 0,-1 0 1 0 0,0-1 0 0 0,1 1 0 0 0,-1 0-1 0 0,1 0 1 0 0,-1 0 0 0 0,1 0 0 0 0,-1-1-1 0 0,1 1 1 0 0,-1 0 0 0 0,1 0 0 0 0,-1 0-1 0 0,1 0 1 0 0,-1 0 0 0 0,1 0 0 0 0,-1 0-1 0 0,1 0 1 0 0,-1 0 0 0 0,1 1 0 0 0,0-1-1 0 0,12 0 13 0 0,-3-1-15 0 0,-1-1 0 0 0,1 1 0 0 0,0 1 0 0 0,-1-1 1 0 0,1 2-1 0 0,13 1 0 0 0,-11-1-1 0 0,5 1 0 0 0,0 1 0 0 0,0 1 1 0 0,0 0-1 0 0,-1 1 1 0 0,1 0-1 0 0,-1 2 1 0 0,-1 0-1 0 0,1 0 1 0 0,-1 2-1 0 0,18 12 0 0 0,-25-15 39 0 0,0 1-1 0 0,-1 0 0 0 0,1 0 1 0 0,-1 0-1 0 0,-1 1 0 0 0,0 0 1 0 0,0 0-1 0 0,0 1 0 0 0,-1-1 1 0 0,0 1-1 0 0,-1 1 0 0 0,0-1 0 0 0,0 0 1 0 0,-1 1-1 0 0,-1 0 0 0 0,1 0 1 0 0,-2 0-1 0 0,2 19 0 0 0,-3-20 87 0 0,-1 1 0 0 0,0 0 0 0 0,-1 0 0 0 0,0-1 0 0 0,0 1 0 0 0,-1-1 0 0 0,-1 0-1 0 0,1 0 1 0 0,-2 0 0 0 0,1 0 0 0 0,-1 0 0 0 0,0-1 0 0 0,-1 0 0 0 0,0 0 0 0 0,-13 13 0 0 0,3-5 140 0 0,0-1 1 0 0,-1-1-1 0 0,0-1 1 0 0,-1 0-1 0 0,-1-1 1 0 0,-20 10-1 0 0,28-17-472 0 0,0 0 0 0 0,0-1 0 0 0,-1 0 0 0 0,0-1 0 0 0,1 0 0 0 0,-1-1 0 0 0,0 0 0 0 0,0-1 0 0 0,0 0 1 0 0,-1-1-1 0 0,1-1 0 0 0,0 0 0 0 0,-14-2 0 0 0,9-1-206 0 0,1-1-1 0 0,0 0 1 0 0,1-1 0 0 0,-1 0 0 0 0,1-2 0 0 0,0 0 0 0 0,1 0 0 0 0,-27-21-1 0 0,-39-39-8214 0 0,29 20-329 0 0,33 30 2873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25 1812 0 0,'-10'-25'19193'0'0,"9"32"-18886"0"0,1-1 1 0 0,-1 0 0 0 0,1 1 0 0 0,1-1 0 0 0,-1 0 0 0 0,1 0-1 0 0,0 1 1 0 0,3 6 0 0 0,1 17 633 0 0,11 514 3507 0 0,-16-456-4270 0 0,2 125 218 0 0,-2-211-360 0 0,0 7-275 0 0,8-50-11184 0 0,-2 10 2943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102 139 1440 0 0,'-27'-7'5081'0'0,"-21"-7"2715"0"0,21 6 845 0 0,27 8-8620 0 0,0-1-1 0 0,1 1 1 0 0,-1-1 0 0 0,0 1 0 0 0,0 0 0 0 0,0-1-1 0 0,0 1 1 0 0,1 0 0 0 0,-1-1 0 0 0,0 1 0 0 0,0 0-1 0 0,0-1 1 0 0,1 1 0 0 0,-1 0 0 0 0,0 0 0 0 0,1-1-1 0 0,-1 1 1 0 0,0 0 0 0 0,1 0 0 0 0,-1 0 0 0 0,0-1-1 0 0,1 1 1 0 0,-1 0 0 0 0,0 0 0 0 0,1 0 0 0 0,-1 0-1 0 0,1 0 1 0 0,29-12 162 0 0,0 1 0 0 0,1 2 0 0 0,42-8 0 0 0,100-7-84 0 0,47-5-1366 0 0,-218 29 876 0 0,-1 0 281 0 0,-1 0 0 0 0,1-1 0 0 0,0 1 0 0 0,-1 0 0 0 0,1 0 0 0 0,0 0 0 0 0,0 0 0 0 0,-1 0 0 0 0,1 0 0 0 0,0 1 0 0 0,-1-1 0 0 0,1 0 0 0 0,0 0 0 0 0,-1 0 0 0 0,1 1 0 0 0,0-1 0 0 0,-1 0 0 0 0,1 1 0 0 0,0-1-1 0 0,-1 0 1 0 0,1 1 0 0 0,-1-1 0 0 0,1 1 0 0 0,-1-1 0 0 0,1 1 0 0 0,-1-1 0 0 0,1 1 0 0 0,-1 0 0 0 0,1-1 0 0 0,-1 1 0 0 0,0-1 0 0 0,1 1 0 0 0,-1 0 0 0 0,0-1 0 0 0,0 1 0 0 0,0 0 0 0 0,1 0 0 0 0,-1-1 0 0 0,0 1 0 0 0,0 0-1 0 0,0-1 1 0 0,0 1 0 0 0,0 0 0 0 0,0 0 0 0 0,0-1 0 0 0,0 1 0 0 0,-1 0 0 0 0,1-1 0 0 0,0 1 0 0 0,0 0 0 0 0,0-1 0 0 0,-1 1 0 0 0,1 0 0 0 0,0-1 0 0 0,-2 2 0 0 0,0 3-1410 0 0,-1 0 0 0 0,0 0 0 0 0,0 0 1 0 0,-1 0-1 0 0,-7 7 0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7:24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44 740 0 0,'-19'11'4172'0'0,"1"0"0"0"0,0 1 1 0 0,-19 18-1 0 0,36-29-3705 0 0,0-1-287 0 0,0 0-1 0 0,0 1 1 0 0,1-1 0 0 0,-1 1 0 0 0,0-1 0 0 0,1 1 0 0 0,-1-1 0 0 0,1 1-1 0 0,-1-1 1 0 0,0 1 0 0 0,1 0 0 0 0,-1-1 0 0 0,1 1 0 0 0,-1 0 0 0 0,1-1 0 0 0,0 1-1 0 0,-1 1 1 0 0,191-31 933 0 0,-89 11-976 0 0,226-37 229 0 0,-295 49-352 0 0,-9 1-1449 0 0,-20 4 573 0 0,2-4-1194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27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29 178 924 0 0,'0'0'5914'0'0,"-13"13"-976"0"0,-1-3-1810 0 0,14-10-3101 0 0,0 0-1 0 0,-1 1 289 0 0,1-1-289 0 0,0 0 0 0 0,0 0 0 0 0,0 0 1 0 0,0 0-1 0 0,0 0 0 0 0,0 0 0 0 0,0 0 1 0 0,0 0-1 0 0,0 1 0 0 0,0-1 0 0 0,0 0 1 0 0,0 0-1 0 0,0 0 0 0 0,0 0 0 0 0,0 0 0 0 0,0 0 1 0 0,0 0-1 0 0,0 0 0 0 0,0 0 0 0 0,0 0 1 0 0,0 0-1 0 0,0 0 0 0 0,0 1 0 0 0,1-1 289 0 0,-1 0-289 0 0,0 0 1 0 0,0 0-1 0 0,0 0 0 0 0,0 0 0 0 0,0 1 1 0 0,0-1-1 0 0,0 0 0 0 0,0 0 0 0 0,0 0 1 0 0,0 0-1 0 0,0 0 0 0 0,0 0 0 0 0,1 0 1 0 0,-1 0-1 0 0,0 0 0 0 0,0 0 0 0 0,0 0 0 0 0,0 0 1 0 0,0 0-1 0 0,27-5 1192 0 0,-9 2-1119 0 0,969-105 489 0 0,-407 89-385 0 0,-235 9-28 0 0,-339 10-164 0 0,7 0-28 0 0,1 0 1 0 0,-1-1-1 0 0,0-1 1 0 0,1 0-1 0 0,-1-1 1 0 0,0 0-1 0 0,19-7 0 0 0,-32 9-31 0 0,1 1-1 0 0,-1 0 0 0 0,1 0 1 0 0,-1 0-1 0 0,1 0 0 0 0,-1-1 1 0 0,1 1-1 0 0,-1 0 0 0 0,1-1 1 0 0,-1 1-1 0 0,0 0 0 0 0,1-1 0 0 0,-1 1 1 0 0,1 0-1 0 0,-1-1 0 0 0,0 1 1 0 0,1-1-1 0 0,-1 1 0 0 0,0-1 1 0 0,0 1-1 0 0,1 0 0 0 0,-1-1 1 0 0,0 1-1 0 0,0-1 0 0 0,0 1 1 0 0,0-1-1 0 0,0 1 0 0 0,0-1 0 0 0,1 0 1 0 0,-1 0-1 0 0,-1 0-186 0 0,1 0 0 0 0,-1 0-1 0 0,1 1 1 0 0,-1-1 0 0 0,0 0-1 0 0,1 0 1 0 0,-1 1 0 0 0,0-1-1 0 0,1 0 1 0 0,-1 1 0 0 0,0-1-1 0 0,0 0 1 0 0,0 1 0 0 0,-1-1-1 0 0,-27-11-6408 0 0,14 9 1829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2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163 245 720 0 0,'-143'9'10321'0'0,"141"-9"-9934"0"0,-15 2 2685 0 0,21-4-2059 0 0,19-5-252 0 0,31-6-535 0 0,479-58 249 0 0,-391 57-458 0 0,1050-107 180 0 0,-1038 108 1087 0 0,-150 12-1365 0 0,1 1 0 0 0,0-1 0 0 0,-1 0 0 0 0,0 0 1 0 0,1-1-1 0 0,-1 1 0 0 0,0-1 0 0 0,6-3 0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9T06:28:3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36 488 1324 0 0,'-21'-7'13722'0'0,"20"7"-13622"0"0,-1 0 0 0 0,1 1-1 0 0,0-1 1 0 0,0 1 0 0 0,-1-1 0 0 0,1 1-1 0 0,0 0 1 0 0,0-1 0 0 0,0 1 0 0 0,-2 1-1 0 0,6-2-151 0 0,42-6 43 0 0,54-16 1 0 0,-2 1 3 0 0,627-86-14 0 0,2 27-14 0 0,-252 30 24 0 0,935-103-15 0 0,-1270 137 33 0 0,116-11 144 0 0,-231 24-514 0 0,6 1 569 0 0,-11 2-8562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C924-7B61-C739-70D7-5CE22EE79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93454-BAF8-FCE5-E2A1-2CFAD08BD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0B7B6-92F8-6D66-3291-150C8A77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B68EF-0B7B-54B9-2B8B-5A4759F2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97C23-7FC6-AA8F-A53A-4215E56C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5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9976-F799-8204-395B-7D511BB2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0FF5-2B41-5BB9-247E-2A0D47083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F319-D605-07A1-AD14-4561EF158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BD4DC-CD19-7A33-E98C-3814C9CE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81B33-7CB9-6075-BD88-FE6F539B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9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5DD3-C44E-E673-AFEB-34ED1FE5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821D7-629F-CA45-CAB5-740E139D9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64563-01DC-3920-8A9C-B96B12BC9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B838D-ADBE-CB9A-ABE3-B885A8D8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DCBB7-E268-E8C5-F38C-7BD35E77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6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CAC8-DCCB-581C-1B55-4F4F3866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CC4C7-36CD-72CC-CC57-9B232FADE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E83BA-6B13-C592-F302-EFB6F0BB9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1487E-E16F-7362-1279-3B57477D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BB146-87A4-8109-942B-5A2A89DE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55436-199C-7E41-B02F-A99F8D18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394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92176-B93C-DC30-3506-E799503A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26903-8DFA-A7A3-B2FB-B14CA144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1EEE4-DD1E-C928-4AB1-449BDE4D5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8C11B-CE05-72D5-9F70-D6FC2C686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19E85A-9700-6429-F41A-82325D695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E868F-067D-3618-9D1D-D78C53CD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94A24-0E02-6263-033F-3944F559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08EAE-2C44-95AD-67DC-DA58B26A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99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FCBD-B4FD-D35F-8AEB-5AA07A25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2A51F-7D7A-4525-E185-32971907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E0048-6D5A-2674-19B2-A1B06F1B0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A19F4-CAA7-4685-5115-961D9D60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53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D5134-F59F-D685-72DC-E4B0690B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17C2F-267E-1122-08B0-9B160D92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75C83-DEFE-07FD-BEFC-71056055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5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E1FE-C98F-EB7A-AE2A-B75C1449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22B31-5503-2299-69D2-F8B4E62B7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69A7E-1CDF-D0F3-9C81-13CCA3BDB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9CECA-96DF-E425-77AE-802CBAE2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A8EBE-E32C-14D7-48E6-F0CC0AED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C9E0B-44EE-5F87-6035-6CE18D48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A3A0-3D5E-870D-FF22-7A1C737F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54DFF-10B9-E903-D32E-79B13717F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3F995-8F4C-2A41-6084-2067095A8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BDC98-A730-AEE7-34C5-85B33557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4354-296E-B4B2-745A-1DBB1B14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7D02-3DA2-8DB9-2020-64090A67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564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5B9D-47A8-3854-3967-EA3945BA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E6901-1100-6B36-3E02-0DC796895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6EDB3-392D-F673-B365-39215DF3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315E-D0A9-B3F7-B7C2-F6B69197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D36B9-6801-66D0-2420-413F9A99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6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37A23-76AC-DDF4-A9BC-8796A2097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3D485-0053-EBDE-5886-25F580FE0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86CAC-7E63-4634-F417-C383A976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66D71-593D-01D0-BE99-6955D699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67863-E638-C009-1DA3-F23CADF7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54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AD938-03EC-CE00-7F72-3569B3EB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FDC07-606E-EDD0-FAC0-8C28744F1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5468F-03E7-150F-4F50-1E37977F3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259B8-14D6-49F2-B20E-8FCB375AE5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63CCF-D5A6-71C6-2566-33FE960E2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7FAE8-8620-F1EF-D116-86B1F0BE1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79D75-634D-4160-B2DD-16B0943F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50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208" Type="http://schemas.openxmlformats.org/officeDocument/2006/relationships/customXml" Target="../ink/ink104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2.png"/><Relationship Id="rId21" Type="http://schemas.openxmlformats.org/officeDocument/2006/relationships/image" Target="../media/image114.png"/><Relationship Id="rId42" Type="http://schemas.openxmlformats.org/officeDocument/2006/relationships/customXml" Target="../ink/ink125.xml"/><Relationship Id="rId63" Type="http://schemas.openxmlformats.org/officeDocument/2006/relationships/image" Target="../media/image135.png"/><Relationship Id="rId84" Type="http://schemas.openxmlformats.org/officeDocument/2006/relationships/customXml" Target="../ink/ink146.xml"/><Relationship Id="rId138" Type="http://schemas.openxmlformats.org/officeDocument/2006/relationships/customXml" Target="../ink/ink173.xml"/><Relationship Id="rId159" Type="http://schemas.openxmlformats.org/officeDocument/2006/relationships/image" Target="../media/image183.png"/><Relationship Id="rId170" Type="http://schemas.openxmlformats.org/officeDocument/2006/relationships/customXml" Target="../ink/ink189.xml"/><Relationship Id="rId191" Type="http://schemas.openxmlformats.org/officeDocument/2006/relationships/image" Target="../media/image199.png"/><Relationship Id="rId205" Type="http://schemas.openxmlformats.org/officeDocument/2006/relationships/image" Target="../media/image206.png"/><Relationship Id="rId107" Type="http://schemas.openxmlformats.org/officeDocument/2006/relationships/image" Target="../media/image157.png"/><Relationship Id="rId11" Type="http://schemas.openxmlformats.org/officeDocument/2006/relationships/image" Target="../media/image109.png"/><Relationship Id="rId32" Type="http://schemas.openxmlformats.org/officeDocument/2006/relationships/customXml" Target="../ink/ink120.xml"/><Relationship Id="rId53" Type="http://schemas.openxmlformats.org/officeDocument/2006/relationships/image" Target="../media/image130.png"/><Relationship Id="rId74" Type="http://schemas.openxmlformats.org/officeDocument/2006/relationships/customXml" Target="../ink/ink141.xml"/><Relationship Id="rId128" Type="http://schemas.openxmlformats.org/officeDocument/2006/relationships/customXml" Target="../ink/ink168.xml"/><Relationship Id="rId149" Type="http://schemas.openxmlformats.org/officeDocument/2006/relationships/image" Target="../media/image178.png"/><Relationship Id="rId5" Type="http://schemas.openxmlformats.org/officeDocument/2006/relationships/image" Target="../media/image106.png"/><Relationship Id="rId95" Type="http://schemas.openxmlformats.org/officeDocument/2006/relationships/image" Target="../media/image151.png"/><Relationship Id="rId160" Type="http://schemas.openxmlformats.org/officeDocument/2006/relationships/customXml" Target="../ink/ink184.xml"/><Relationship Id="rId181" Type="http://schemas.openxmlformats.org/officeDocument/2006/relationships/image" Target="../media/image194.png"/><Relationship Id="rId22" Type="http://schemas.openxmlformats.org/officeDocument/2006/relationships/customXml" Target="../ink/ink115.xml"/><Relationship Id="rId43" Type="http://schemas.openxmlformats.org/officeDocument/2006/relationships/image" Target="../media/image125.png"/><Relationship Id="rId64" Type="http://schemas.openxmlformats.org/officeDocument/2006/relationships/customXml" Target="../ink/ink136.xml"/><Relationship Id="rId118" Type="http://schemas.openxmlformats.org/officeDocument/2006/relationships/customXml" Target="../ink/ink163.xml"/><Relationship Id="rId139" Type="http://schemas.openxmlformats.org/officeDocument/2006/relationships/image" Target="../media/image173.png"/><Relationship Id="rId85" Type="http://schemas.openxmlformats.org/officeDocument/2006/relationships/image" Target="../media/image146.png"/><Relationship Id="rId150" Type="http://schemas.openxmlformats.org/officeDocument/2006/relationships/customXml" Target="../ink/ink179.xml"/><Relationship Id="rId171" Type="http://schemas.openxmlformats.org/officeDocument/2006/relationships/image" Target="../media/image189.png"/><Relationship Id="rId192" Type="http://schemas.openxmlformats.org/officeDocument/2006/relationships/customXml" Target="../ink/ink200.xml"/><Relationship Id="rId206" Type="http://schemas.openxmlformats.org/officeDocument/2006/relationships/customXml" Target="../ink/ink207.xml"/><Relationship Id="rId12" Type="http://schemas.openxmlformats.org/officeDocument/2006/relationships/customXml" Target="../ink/ink110.xml"/><Relationship Id="rId33" Type="http://schemas.openxmlformats.org/officeDocument/2006/relationships/image" Target="../media/image120.png"/><Relationship Id="rId108" Type="http://schemas.openxmlformats.org/officeDocument/2006/relationships/customXml" Target="../ink/ink158.xml"/><Relationship Id="rId129" Type="http://schemas.openxmlformats.org/officeDocument/2006/relationships/image" Target="../media/image168.png"/><Relationship Id="rId54" Type="http://schemas.openxmlformats.org/officeDocument/2006/relationships/customXml" Target="../ink/ink131.xml"/><Relationship Id="rId75" Type="http://schemas.openxmlformats.org/officeDocument/2006/relationships/image" Target="../media/image141.png"/><Relationship Id="rId96" Type="http://schemas.openxmlformats.org/officeDocument/2006/relationships/customXml" Target="../ink/ink152.xml"/><Relationship Id="rId140" Type="http://schemas.openxmlformats.org/officeDocument/2006/relationships/customXml" Target="../ink/ink174.xml"/><Relationship Id="rId161" Type="http://schemas.openxmlformats.org/officeDocument/2006/relationships/image" Target="../media/image184.png"/><Relationship Id="rId182" Type="http://schemas.openxmlformats.org/officeDocument/2006/relationships/customXml" Target="../ink/ink195.xml"/><Relationship Id="rId6" Type="http://schemas.openxmlformats.org/officeDocument/2006/relationships/customXml" Target="../ink/ink107.xml"/><Relationship Id="rId23" Type="http://schemas.openxmlformats.org/officeDocument/2006/relationships/image" Target="../media/image115.png"/><Relationship Id="rId119" Type="http://schemas.openxmlformats.org/officeDocument/2006/relationships/image" Target="../media/image163.png"/><Relationship Id="rId44" Type="http://schemas.openxmlformats.org/officeDocument/2006/relationships/customXml" Target="../ink/ink126.xml"/><Relationship Id="rId65" Type="http://schemas.openxmlformats.org/officeDocument/2006/relationships/image" Target="../media/image136.png"/><Relationship Id="rId86" Type="http://schemas.openxmlformats.org/officeDocument/2006/relationships/customXml" Target="../ink/ink147.xml"/><Relationship Id="rId130" Type="http://schemas.openxmlformats.org/officeDocument/2006/relationships/customXml" Target="../ink/ink169.xml"/><Relationship Id="rId151" Type="http://schemas.openxmlformats.org/officeDocument/2006/relationships/image" Target="../media/image179.png"/><Relationship Id="rId172" Type="http://schemas.openxmlformats.org/officeDocument/2006/relationships/customXml" Target="../ink/ink190.xml"/><Relationship Id="rId193" Type="http://schemas.openxmlformats.org/officeDocument/2006/relationships/image" Target="../media/image200.png"/><Relationship Id="rId207" Type="http://schemas.openxmlformats.org/officeDocument/2006/relationships/image" Target="../media/image207.png"/><Relationship Id="rId13" Type="http://schemas.openxmlformats.org/officeDocument/2006/relationships/image" Target="../media/image110.png"/><Relationship Id="rId109" Type="http://schemas.openxmlformats.org/officeDocument/2006/relationships/image" Target="../media/image158.png"/><Relationship Id="rId34" Type="http://schemas.openxmlformats.org/officeDocument/2006/relationships/customXml" Target="../ink/ink121.xml"/><Relationship Id="rId55" Type="http://schemas.openxmlformats.org/officeDocument/2006/relationships/image" Target="../media/image131.png"/><Relationship Id="rId76" Type="http://schemas.openxmlformats.org/officeDocument/2006/relationships/customXml" Target="../ink/ink142.xml"/><Relationship Id="rId97" Type="http://schemas.openxmlformats.org/officeDocument/2006/relationships/image" Target="../media/image152.png"/><Relationship Id="rId120" Type="http://schemas.openxmlformats.org/officeDocument/2006/relationships/customXml" Target="../ink/ink164.xml"/><Relationship Id="rId141" Type="http://schemas.openxmlformats.org/officeDocument/2006/relationships/image" Target="../media/image174.png"/><Relationship Id="rId7" Type="http://schemas.openxmlformats.org/officeDocument/2006/relationships/image" Target="../media/image107.png"/><Relationship Id="rId162" Type="http://schemas.openxmlformats.org/officeDocument/2006/relationships/customXml" Target="../ink/ink185.xml"/><Relationship Id="rId183" Type="http://schemas.openxmlformats.org/officeDocument/2006/relationships/image" Target="../media/image195.png"/><Relationship Id="rId24" Type="http://schemas.openxmlformats.org/officeDocument/2006/relationships/customXml" Target="../ink/ink116.xml"/><Relationship Id="rId45" Type="http://schemas.openxmlformats.org/officeDocument/2006/relationships/image" Target="../media/image126.png"/><Relationship Id="rId66" Type="http://schemas.openxmlformats.org/officeDocument/2006/relationships/customXml" Target="../ink/ink137.xml"/><Relationship Id="rId87" Type="http://schemas.openxmlformats.org/officeDocument/2006/relationships/image" Target="../media/image147.png"/><Relationship Id="rId110" Type="http://schemas.openxmlformats.org/officeDocument/2006/relationships/customXml" Target="../ink/ink159.xml"/><Relationship Id="rId131" Type="http://schemas.openxmlformats.org/officeDocument/2006/relationships/image" Target="../media/image169.png"/><Relationship Id="rId152" Type="http://schemas.openxmlformats.org/officeDocument/2006/relationships/customXml" Target="../ink/ink180.xml"/><Relationship Id="rId173" Type="http://schemas.openxmlformats.org/officeDocument/2006/relationships/image" Target="../media/image190.png"/><Relationship Id="rId194" Type="http://schemas.openxmlformats.org/officeDocument/2006/relationships/customXml" Target="../ink/ink201.xml"/><Relationship Id="rId208" Type="http://schemas.openxmlformats.org/officeDocument/2006/relationships/customXml" Target="../ink/ink208.xml"/><Relationship Id="rId19" Type="http://schemas.openxmlformats.org/officeDocument/2006/relationships/image" Target="../media/image113.png"/><Relationship Id="rId14" Type="http://schemas.openxmlformats.org/officeDocument/2006/relationships/customXml" Target="../ink/ink111.xml"/><Relationship Id="rId30" Type="http://schemas.openxmlformats.org/officeDocument/2006/relationships/customXml" Target="../ink/ink119.xml"/><Relationship Id="rId35" Type="http://schemas.openxmlformats.org/officeDocument/2006/relationships/image" Target="../media/image121.png"/><Relationship Id="rId56" Type="http://schemas.openxmlformats.org/officeDocument/2006/relationships/customXml" Target="../ink/ink132.xml"/><Relationship Id="rId77" Type="http://schemas.openxmlformats.org/officeDocument/2006/relationships/image" Target="../media/image142.png"/><Relationship Id="rId100" Type="http://schemas.openxmlformats.org/officeDocument/2006/relationships/customXml" Target="../ink/ink154.xml"/><Relationship Id="rId105" Type="http://schemas.openxmlformats.org/officeDocument/2006/relationships/image" Target="../media/image156.png"/><Relationship Id="rId126" Type="http://schemas.openxmlformats.org/officeDocument/2006/relationships/customXml" Target="../ink/ink167.xml"/><Relationship Id="rId147" Type="http://schemas.openxmlformats.org/officeDocument/2006/relationships/image" Target="../media/image177.png"/><Relationship Id="rId168" Type="http://schemas.openxmlformats.org/officeDocument/2006/relationships/customXml" Target="../ink/ink188.xml"/><Relationship Id="rId8" Type="http://schemas.openxmlformats.org/officeDocument/2006/relationships/customXml" Target="../ink/ink108.xml"/><Relationship Id="rId51" Type="http://schemas.openxmlformats.org/officeDocument/2006/relationships/image" Target="../media/image129.png"/><Relationship Id="rId72" Type="http://schemas.openxmlformats.org/officeDocument/2006/relationships/customXml" Target="../ink/ink140.xml"/><Relationship Id="rId93" Type="http://schemas.openxmlformats.org/officeDocument/2006/relationships/image" Target="../media/image150.png"/><Relationship Id="rId98" Type="http://schemas.openxmlformats.org/officeDocument/2006/relationships/customXml" Target="../ink/ink153.xml"/><Relationship Id="rId121" Type="http://schemas.openxmlformats.org/officeDocument/2006/relationships/image" Target="../media/image164.png"/><Relationship Id="rId142" Type="http://schemas.openxmlformats.org/officeDocument/2006/relationships/customXml" Target="../ink/ink175.xml"/><Relationship Id="rId163" Type="http://schemas.openxmlformats.org/officeDocument/2006/relationships/image" Target="../media/image185.png"/><Relationship Id="rId184" Type="http://schemas.openxmlformats.org/officeDocument/2006/relationships/customXml" Target="../ink/ink196.xml"/><Relationship Id="rId189" Type="http://schemas.openxmlformats.org/officeDocument/2006/relationships/image" Target="../media/image198.png"/><Relationship Id="rId3" Type="http://schemas.openxmlformats.org/officeDocument/2006/relationships/image" Target="../media/image105.png"/><Relationship Id="rId25" Type="http://schemas.openxmlformats.org/officeDocument/2006/relationships/image" Target="../media/image116.png"/><Relationship Id="rId46" Type="http://schemas.openxmlformats.org/officeDocument/2006/relationships/customXml" Target="../ink/ink127.xml"/><Relationship Id="rId67" Type="http://schemas.openxmlformats.org/officeDocument/2006/relationships/image" Target="../media/image137.png"/><Relationship Id="rId116" Type="http://schemas.openxmlformats.org/officeDocument/2006/relationships/customXml" Target="../ink/ink162.xml"/><Relationship Id="rId137" Type="http://schemas.openxmlformats.org/officeDocument/2006/relationships/image" Target="../media/image172.png"/><Relationship Id="rId158" Type="http://schemas.openxmlformats.org/officeDocument/2006/relationships/customXml" Target="../ink/ink183.xml"/><Relationship Id="rId20" Type="http://schemas.openxmlformats.org/officeDocument/2006/relationships/customXml" Target="../ink/ink114.xml"/><Relationship Id="rId41" Type="http://schemas.openxmlformats.org/officeDocument/2006/relationships/image" Target="../media/image124.png"/><Relationship Id="rId62" Type="http://schemas.openxmlformats.org/officeDocument/2006/relationships/customXml" Target="../ink/ink135.xml"/><Relationship Id="rId83" Type="http://schemas.openxmlformats.org/officeDocument/2006/relationships/image" Target="../media/image145.png"/><Relationship Id="rId88" Type="http://schemas.openxmlformats.org/officeDocument/2006/relationships/customXml" Target="../ink/ink148.xml"/><Relationship Id="rId111" Type="http://schemas.openxmlformats.org/officeDocument/2006/relationships/image" Target="../media/image159.png"/><Relationship Id="rId132" Type="http://schemas.openxmlformats.org/officeDocument/2006/relationships/customXml" Target="../ink/ink170.xml"/><Relationship Id="rId153" Type="http://schemas.openxmlformats.org/officeDocument/2006/relationships/image" Target="../media/image180.png"/><Relationship Id="rId174" Type="http://schemas.openxmlformats.org/officeDocument/2006/relationships/customXml" Target="../ink/ink191.xml"/><Relationship Id="rId179" Type="http://schemas.openxmlformats.org/officeDocument/2006/relationships/image" Target="../media/image193.png"/><Relationship Id="rId195" Type="http://schemas.openxmlformats.org/officeDocument/2006/relationships/image" Target="../media/image201.png"/><Relationship Id="rId209" Type="http://schemas.openxmlformats.org/officeDocument/2006/relationships/image" Target="../media/image208.png"/><Relationship Id="rId190" Type="http://schemas.openxmlformats.org/officeDocument/2006/relationships/customXml" Target="../ink/ink199.xml"/><Relationship Id="rId204" Type="http://schemas.openxmlformats.org/officeDocument/2006/relationships/customXml" Target="../ink/ink206.xml"/><Relationship Id="rId15" Type="http://schemas.openxmlformats.org/officeDocument/2006/relationships/image" Target="../media/image111.png"/><Relationship Id="rId36" Type="http://schemas.openxmlformats.org/officeDocument/2006/relationships/customXml" Target="../ink/ink122.xml"/><Relationship Id="rId57" Type="http://schemas.openxmlformats.org/officeDocument/2006/relationships/image" Target="../media/image132.png"/><Relationship Id="rId106" Type="http://schemas.openxmlformats.org/officeDocument/2006/relationships/customXml" Target="../ink/ink157.xml"/><Relationship Id="rId127" Type="http://schemas.openxmlformats.org/officeDocument/2006/relationships/image" Target="../media/image167.png"/><Relationship Id="rId10" Type="http://schemas.openxmlformats.org/officeDocument/2006/relationships/customXml" Target="../ink/ink109.xml"/><Relationship Id="rId31" Type="http://schemas.openxmlformats.org/officeDocument/2006/relationships/image" Target="../media/image119.png"/><Relationship Id="rId52" Type="http://schemas.openxmlformats.org/officeDocument/2006/relationships/customXml" Target="../ink/ink130.xml"/><Relationship Id="rId73" Type="http://schemas.openxmlformats.org/officeDocument/2006/relationships/image" Target="../media/image140.png"/><Relationship Id="rId78" Type="http://schemas.openxmlformats.org/officeDocument/2006/relationships/customXml" Target="../ink/ink143.xml"/><Relationship Id="rId94" Type="http://schemas.openxmlformats.org/officeDocument/2006/relationships/customXml" Target="../ink/ink151.xml"/><Relationship Id="rId99" Type="http://schemas.openxmlformats.org/officeDocument/2006/relationships/image" Target="../media/image153.png"/><Relationship Id="rId101" Type="http://schemas.openxmlformats.org/officeDocument/2006/relationships/image" Target="../media/image154.png"/><Relationship Id="rId122" Type="http://schemas.openxmlformats.org/officeDocument/2006/relationships/customXml" Target="../ink/ink165.xml"/><Relationship Id="rId143" Type="http://schemas.openxmlformats.org/officeDocument/2006/relationships/image" Target="../media/image175.png"/><Relationship Id="rId148" Type="http://schemas.openxmlformats.org/officeDocument/2006/relationships/customXml" Target="../ink/ink178.xml"/><Relationship Id="rId164" Type="http://schemas.openxmlformats.org/officeDocument/2006/relationships/customXml" Target="../ink/ink186.xml"/><Relationship Id="rId169" Type="http://schemas.openxmlformats.org/officeDocument/2006/relationships/image" Target="../media/image188.png"/><Relationship Id="rId185" Type="http://schemas.openxmlformats.org/officeDocument/2006/relationships/image" Target="../media/image196.png"/><Relationship Id="rId4" Type="http://schemas.openxmlformats.org/officeDocument/2006/relationships/customXml" Target="../ink/ink106.xml"/><Relationship Id="rId9" Type="http://schemas.openxmlformats.org/officeDocument/2006/relationships/image" Target="../media/image108.png"/><Relationship Id="rId180" Type="http://schemas.openxmlformats.org/officeDocument/2006/relationships/customXml" Target="../ink/ink194.xml"/><Relationship Id="rId210" Type="http://schemas.openxmlformats.org/officeDocument/2006/relationships/customXml" Target="../ink/ink209.xml"/><Relationship Id="rId26" Type="http://schemas.openxmlformats.org/officeDocument/2006/relationships/customXml" Target="../ink/ink117.xml"/><Relationship Id="rId47" Type="http://schemas.openxmlformats.org/officeDocument/2006/relationships/image" Target="../media/image127.png"/><Relationship Id="rId68" Type="http://schemas.openxmlformats.org/officeDocument/2006/relationships/customXml" Target="../ink/ink138.xml"/><Relationship Id="rId89" Type="http://schemas.openxmlformats.org/officeDocument/2006/relationships/image" Target="../media/image148.png"/><Relationship Id="rId112" Type="http://schemas.openxmlformats.org/officeDocument/2006/relationships/customXml" Target="../ink/ink160.xml"/><Relationship Id="rId133" Type="http://schemas.openxmlformats.org/officeDocument/2006/relationships/image" Target="../media/image170.png"/><Relationship Id="rId154" Type="http://schemas.openxmlformats.org/officeDocument/2006/relationships/customXml" Target="../ink/ink181.xml"/><Relationship Id="rId175" Type="http://schemas.openxmlformats.org/officeDocument/2006/relationships/image" Target="../media/image191.png"/><Relationship Id="rId196" Type="http://schemas.openxmlformats.org/officeDocument/2006/relationships/customXml" Target="../ink/ink202.xml"/><Relationship Id="rId200" Type="http://schemas.openxmlformats.org/officeDocument/2006/relationships/customXml" Target="../ink/ink204.xml"/><Relationship Id="rId16" Type="http://schemas.openxmlformats.org/officeDocument/2006/relationships/customXml" Target="../ink/ink112.xml"/><Relationship Id="rId37" Type="http://schemas.openxmlformats.org/officeDocument/2006/relationships/image" Target="../media/image122.png"/><Relationship Id="rId58" Type="http://schemas.openxmlformats.org/officeDocument/2006/relationships/customXml" Target="../ink/ink133.xml"/><Relationship Id="rId79" Type="http://schemas.openxmlformats.org/officeDocument/2006/relationships/image" Target="../media/image143.png"/><Relationship Id="rId102" Type="http://schemas.openxmlformats.org/officeDocument/2006/relationships/customXml" Target="../ink/ink155.xml"/><Relationship Id="rId123" Type="http://schemas.openxmlformats.org/officeDocument/2006/relationships/image" Target="../media/image165.png"/><Relationship Id="rId144" Type="http://schemas.openxmlformats.org/officeDocument/2006/relationships/customXml" Target="../ink/ink176.xml"/><Relationship Id="rId90" Type="http://schemas.openxmlformats.org/officeDocument/2006/relationships/customXml" Target="../ink/ink149.xml"/><Relationship Id="rId165" Type="http://schemas.openxmlformats.org/officeDocument/2006/relationships/image" Target="../media/image186.png"/><Relationship Id="rId186" Type="http://schemas.openxmlformats.org/officeDocument/2006/relationships/customXml" Target="../ink/ink197.xml"/><Relationship Id="rId211" Type="http://schemas.openxmlformats.org/officeDocument/2006/relationships/image" Target="../media/image209.png"/><Relationship Id="rId27" Type="http://schemas.openxmlformats.org/officeDocument/2006/relationships/image" Target="../media/image117.png"/><Relationship Id="rId48" Type="http://schemas.openxmlformats.org/officeDocument/2006/relationships/customXml" Target="../ink/ink128.xml"/><Relationship Id="rId69" Type="http://schemas.openxmlformats.org/officeDocument/2006/relationships/image" Target="../media/image138.png"/><Relationship Id="rId113" Type="http://schemas.openxmlformats.org/officeDocument/2006/relationships/image" Target="../media/image160.png"/><Relationship Id="rId134" Type="http://schemas.openxmlformats.org/officeDocument/2006/relationships/customXml" Target="../ink/ink171.xml"/><Relationship Id="rId80" Type="http://schemas.openxmlformats.org/officeDocument/2006/relationships/customXml" Target="../ink/ink144.xml"/><Relationship Id="rId155" Type="http://schemas.openxmlformats.org/officeDocument/2006/relationships/image" Target="../media/image181.png"/><Relationship Id="rId176" Type="http://schemas.openxmlformats.org/officeDocument/2006/relationships/customXml" Target="../ink/ink192.xml"/><Relationship Id="rId197" Type="http://schemas.openxmlformats.org/officeDocument/2006/relationships/image" Target="../media/image202.png"/><Relationship Id="rId201" Type="http://schemas.openxmlformats.org/officeDocument/2006/relationships/image" Target="../media/image204.png"/><Relationship Id="rId17" Type="http://schemas.openxmlformats.org/officeDocument/2006/relationships/image" Target="../media/image112.png"/><Relationship Id="rId38" Type="http://schemas.openxmlformats.org/officeDocument/2006/relationships/customXml" Target="../ink/ink123.xml"/><Relationship Id="rId59" Type="http://schemas.openxmlformats.org/officeDocument/2006/relationships/image" Target="../media/image133.png"/><Relationship Id="rId103" Type="http://schemas.openxmlformats.org/officeDocument/2006/relationships/image" Target="../media/image155.png"/><Relationship Id="rId124" Type="http://schemas.openxmlformats.org/officeDocument/2006/relationships/customXml" Target="../ink/ink166.xml"/><Relationship Id="rId70" Type="http://schemas.openxmlformats.org/officeDocument/2006/relationships/customXml" Target="../ink/ink139.xml"/><Relationship Id="rId91" Type="http://schemas.openxmlformats.org/officeDocument/2006/relationships/image" Target="../media/image149.png"/><Relationship Id="rId145" Type="http://schemas.openxmlformats.org/officeDocument/2006/relationships/image" Target="../media/image176.png"/><Relationship Id="rId166" Type="http://schemas.openxmlformats.org/officeDocument/2006/relationships/customXml" Target="../ink/ink187.xml"/><Relationship Id="rId187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0.xml"/><Relationship Id="rId28" Type="http://schemas.openxmlformats.org/officeDocument/2006/relationships/customXml" Target="../ink/ink118.xml"/><Relationship Id="rId49" Type="http://schemas.openxmlformats.org/officeDocument/2006/relationships/image" Target="../media/image128.png"/><Relationship Id="rId114" Type="http://schemas.openxmlformats.org/officeDocument/2006/relationships/customXml" Target="../ink/ink161.xml"/><Relationship Id="rId60" Type="http://schemas.openxmlformats.org/officeDocument/2006/relationships/customXml" Target="../ink/ink134.xml"/><Relationship Id="rId81" Type="http://schemas.openxmlformats.org/officeDocument/2006/relationships/image" Target="../media/image144.png"/><Relationship Id="rId135" Type="http://schemas.openxmlformats.org/officeDocument/2006/relationships/image" Target="../media/image171.png"/><Relationship Id="rId156" Type="http://schemas.openxmlformats.org/officeDocument/2006/relationships/customXml" Target="../ink/ink182.xml"/><Relationship Id="rId177" Type="http://schemas.openxmlformats.org/officeDocument/2006/relationships/image" Target="../media/image192.png"/><Relationship Id="rId198" Type="http://schemas.openxmlformats.org/officeDocument/2006/relationships/customXml" Target="../ink/ink203.xml"/><Relationship Id="rId202" Type="http://schemas.openxmlformats.org/officeDocument/2006/relationships/customXml" Target="../ink/ink205.xml"/><Relationship Id="rId18" Type="http://schemas.openxmlformats.org/officeDocument/2006/relationships/customXml" Target="../ink/ink113.xml"/><Relationship Id="rId39" Type="http://schemas.openxmlformats.org/officeDocument/2006/relationships/image" Target="../media/image123.png"/><Relationship Id="rId50" Type="http://schemas.openxmlformats.org/officeDocument/2006/relationships/customXml" Target="../ink/ink129.xml"/><Relationship Id="rId104" Type="http://schemas.openxmlformats.org/officeDocument/2006/relationships/customXml" Target="../ink/ink156.xml"/><Relationship Id="rId125" Type="http://schemas.openxmlformats.org/officeDocument/2006/relationships/image" Target="../media/image166.png"/><Relationship Id="rId146" Type="http://schemas.openxmlformats.org/officeDocument/2006/relationships/customXml" Target="../ink/ink177.xml"/><Relationship Id="rId167" Type="http://schemas.openxmlformats.org/officeDocument/2006/relationships/image" Target="../media/image187.png"/><Relationship Id="rId188" Type="http://schemas.openxmlformats.org/officeDocument/2006/relationships/customXml" Target="../ink/ink198.xml"/><Relationship Id="rId71" Type="http://schemas.openxmlformats.org/officeDocument/2006/relationships/image" Target="../media/image139.png"/><Relationship Id="rId92" Type="http://schemas.openxmlformats.org/officeDocument/2006/relationships/customXml" Target="../ink/ink150.xml"/><Relationship Id="rId213" Type="http://schemas.openxmlformats.org/officeDocument/2006/relationships/image" Target="../media/image210.png"/><Relationship Id="rId2" Type="http://schemas.openxmlformats.org/officeDocument/2006/relationships/customXml" Target="../ink/ink105.xml"/><Relationship Id="rId29" Type="http://schemas.openxmlformats.org/officeDocument/2006/relationships/image" Target="../media/image118.png"/><Relationship Id="rId40" Type="http://schemas.openxmlformats.org/officeDocument/2006/relationships/customXml" Target="../ink/ink124.xml"/><Relationship Id="rId115" Type="http://schemas.openxmlformats.org/officeDocument/2006/relationships/image" Target="../media/image161.png"/><Relationship Id="rId136" Type="http://schemas.openxmlformats.org/officeDocument/2006/relationships/customXml" Target="../ink/ink172.xml"/><Relationship Id="rId157" Type="http://schemas.openxmlformats.org/officeDocument/2006/relationships/image" Target="../media/image182.png"/><Relationship Id="rId178" Type="http://schemas.openxmlformats.org/officeDocument/2006/relationships/customXml" Target="../ink/ink193.xml"/><Relationship Id="rId61" Type="http://schemas.openxmlformats.org/officeDocument/2006/relationships/image" Target="../media/image134.png"/><Relationship Id="rId82" Type="http://schemas.openxmlformats.org/officeDocument/2006/relationships/customXml" Target="../ink/ink145.xml"/><Relationship Id="rId199" Type="http://schemas.openxmlformats.org/officeDocument/2006/relationships/image" Target="../media/image203.png"/><Relationship Id="rId203" Type="http://schemas.openxmlformats.org/officeDocument/2006/relationships/image" Target="../media/image205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8.png"/><Relationship Id="rId21" Type="http://schemas.openxmlformats.org/officeDocument/2006/relationships/image" Target="../media/image220.png"/><Relationship Id="rId42" Type="http://schemas.openxmlformats.org/officeDocument/2006/relationships/customXml" Target="../ink/ink231.xml"/><Relationship Id="rId63" Type="http://schemas.openxmlformats.org/officeDocument/2006/relationships/image" Target="../media/image241.png"/><Relationship Id="rId84" Type="http://schemas.openxmlformats.org/officeDocument/2006/relationships/customXml" Target="../ink/ink252.xml"/><Relationship Id="rId138" Type="http://schemas.openxmlformats.org/officeDocument/2006/relationships/customXml" Target="../ink/ink279.xml"/><Relationship Id="rId159" Type="http://schemas.openxmlformats.org/officeDocument/2006/relationships/image" Target="../media/image289.png"/><Relationship Id="rId170" Type="http://schemas.openxmlformats.org/officeDocument/2006/relationships/customXml" Target="../ink/ink295.xml"/><Relationship Id="rId191" Type="http://schemas.openxmlformats.org/officeDocument/2006/relationships/image" Target="../media/image305.png"/><Relationship Id="rId205" Type="http://schemas.openxmlformats.org/officeDocument/2006/relationships/image" Target="../media/image312.png"/><Relationship Id="rId107" Type="http://schemas.openxmlformats.org/officeDocument/2006/relationships/image" Target="../media/image263.png"/><Relationship Id="rId11" Type="http://schemas.openxmlformats.org/officeDocument/2006/relationships/image" Target="../media/image215.png"/><Relationship Id="rId32" Type="http://schemas.openxmlformats.org/officeDocument/2006/relationships/customXml" Target="../ink/ink226.xml"/><Relationship Id="rId53" Type="http://schemas.openxmlformats.org/officeDocument/2006/relationships/image" Target="../media/image236.png"/><Relationship Id="rId74" Type="http://schemas.openxmlformats.org/officeDocument/2006/relationships/customXml" Target="../ink/ink247.xml"/><Relationship Id="rId128" Type="http://schemas.openxmlformats.org/officeDocument/2006/relationships/customXml" Target="../ink/ink274.xml"/><Relationship Id="rId149" Type="http://schemas.openxmlformats.org/officeDocument/2006/relationships/image" Target="../media/image284.png"/><Relationship Id="rId5" Type="http://schemas.openxmlformats.org/officeDocument/2006/relationships/image" Target="../media/image212.png"/><Relationship Id="rId95" Type="http://schemas.openxmlformats.org/officeDocument/2006/relationships/image" Target="../media/image257.png"/><Relationship Id="rId160" Type="http://schemas.openxmlformats.org/officeDocument/2006/relationships/customXml" Target="../ink/ink290.xml"/><Relationship Id="rId181" Type="http://schemas.openxmlformats.org/officeDocument/2006/relationships/image" Target="../media/image300.png"/><Relationship Id="rId216" Type="http://schemas.openxmlformats.org/officeDocument/2006/relationships/customXml" Target="../ink/ink318.xml"/><Relationship Id="rId22" Type="http://schemas.openxmlformats.org/officeDocument/2006/relationships/customXml" Target="../ink/ink221.xml"/><Relationship Id="rId43" Type="http://schemas.openxmlformats.org/officeDocument/2006/relationships/image" Target="../media/image231.png"/><Relationship Id="rId64" Type="http://schemas.openxmlformats.org/officeDocument/2006/relationships/customXml" Target="../ink/ink242.xml"/><Relationship Id="rId118" Type="http://schemas.openxmlformats.org/officeDocument/2006/relationships/customXml" Target="../ink/ink269.xml"/><Relationship Id="rId139" Type="http://schemas.openxmlformats.org/officeDocument/2006/relationships/image" Target="../media/image279.png"/><Relationship Id="rId85" Type="http://schemas.openxmlformats.org/officeDocument/2006/relationships/image" Target="../media/image252.png"/><Relationship Id="rId150" Type="http://schemas.openxmlformats.org/officeDocument/2006/relationships/customXml" Target="../ink/ink285.xml"/><Relationship Id="rId171" Type="http://schemas.openxmlformats.org/officeDocument/2006/relationships/image" Target="../media/image295.png"/><Relationship Id="rId192" Type="http://schemas.openxmlformats.org/officeDocument/2006/relationships/customXml" Target="../ink/ink306.xml"/><Relationship Id="rId206" Type="http://schemas.openxmlformats.org/officeDocument/2006/relationships/customXml" Target="../ink/ink313.xml"/><Relationship Id="rId12" Type="http://schemas.openxmlformats.org/officeDocument/2006/relationships/customXml" Target="../ink/ink216.xml"/><Relationship Id="rId33" Type="http://schemas.openxmlformats.org/officeDocument/2006/relationships/image" Target="../media/image226.png"/><Relationship Id="rId108" Type="http://schemas.openxmlformats.org/officeDocument/2006/relationships/customXml" Target="../ink/ink264.xml"/><Relationship Id="rId129" Type="http://schemas.openxmlformats.org/officeDocument/2006/relationships/image" Target="../media/image274.png"/><Relationship Id="rId54" Type="http://schemas.openxmlformats.org/officeDocument/2006/relationships/customXml" Target="../ink/ink237.xml"/><Relationship Id="rId75" Type="http://schemas.openxmlformats.org/officeDocument/2006/relationships/image" Target="../media/image247.png"/><Relationship Id="rId96" Type="http://schemas.openxmlformats.org/officeDocument/2006/relationships/customXml" Target="../ink/ink258.xml"/><Relationship Id="rId140" Type="http://schemas.openxmlformats.org/officeDocument/2006/relationships/customXml" Target="../ink/ink280.xml"/><Relationship Id="rId161" Type="http://schemas.openxmlformats.org/officeDocument/2006/relationships/image" Target="../media/image290.png"/><Relationship Id="rId182" Type="http://schemas.openxmlformats.org/officeDocument/2006/relationships/customXml" Target="../ink/ink301.xml"/><Relationship Id="rId217" Type="http://schemas.openxmlformats.org/officeDocument/2006/relationships/image" Target="../media/image318.png"/><Relationship Id="rId6" Type="http://schemas.openxmlformats.org/officeDocument/2006/relationships/customXml" Target="../ink/ink213.xml"/><Relationship Id="rId23" Type="http://schemas.openxmlformats.org/officeDocument/2006/relationships/image" Target="../media/image221.png"/><Relationship Id="rId119" Type="http://schemas.openxmlformats.org/officeDocument/2006/relationships/image" Target="../media/image269.png"/><Relationship Id="rId44" Type="http://schemas.openxmlformats.org/officeDocument/2006/relationships/customXml" Target="../ink/ink232.xml"/><Relationship Id="rId65" Type="http://schemas.openxmlformats.org/officeDocument/2006/relationships/image" Target="../media/image242.png"/><Relationship Id="rId86" Type="http://schemas.openxmlformats.org/officeDocument/2006/relationships/customXml" Target="../ink/ink253.xml"/><Relationship Id="rId130" Type="http://schemas.openxmlformats.org/officeDocument/2006/relationships/customXml" Target="../ink/ink275.xml"/><Relationship Id="rId151" Type="http://schemas.openxmlformats.org/officeDocument/2006/relationships/image" Target="../media/image285.png"/><Relationship Id="rId172" Type="http://schemas.openxmlformats.org/officeDocument/2006/relationships/customXml" Target="../ink/ink296.xml"/><Relationship Id="rId193" Type="http://schemas.openxmlformats.org/officeDocument/2006/relationships/image" Target="../media/image306.png"/><Relationship Id="rId207" Type="http://schemas.openxmlformats.org/officeDocument/2006/relationships/image" Target="../media/image313.png"/><Relationship Id="rId13" Type="http://schemas.openxmlformats.org/officeDocument/2006/relationships/image" Target="../media/image216.png"/><Relationship Id="rId109" Type="http://schemas.openxmlformats.org/officeDocument/2006/relationships/image" Target="../media/image264.png"/><Relationship Id="rId34" Type="http://schemas.openxmlformats.org/officeDocument/2006/relationships/customXml" Target="../ink/ink227.xml"/><Relationship Id="rId55" Type="http://schemas.openxmlformats.org/officeDocument/2006/relationships/image" Target="../media/image237.png"/><Relationship Id="rId76" Type="http://schemas.openxmlformats.org/officeDocument/2006/relationships/customXml" Target="../ink/ink248.xml"/><Relationship Id="rId97" Type="http://schemas.openxmlformats.org/officeDocument/2006/relationships/image" Target="../media/image258.png"/><Relationship Id="rId120" Type="http://schemas.openxmlformats.org/officeDocument/2006/relationships/customXml" Target="../ink/ink270.xml"/><Relationship Id="rId141" Type="http://schemas.openxmlformats.org/officeDocument/2006/relationships/image" Target="../media/image280.png"/><Relationship Id="rId7" Type="http://schemas.openxmlformats.org/officeDocument/2006/relationships/image" Target="../media/image213.png"/><Relationship Id="rId162" Type="http://schemas.openxmlformats.org/officeDocument/2006/relationships/customXml" Target="../ink/ink291.xml"/><Relationship Id="rId183" Type="http://schemas.openxmlformats.org/officeDocument/2006/relationships/image" Target="../media/image301.png"/><Relationship Id="rId218" Type="http://schemas.openxmlformats.org/officeDocument/2006/relationships/customXml" Target="../ink/ink319.xml"/><Relationship Id="rId24" Type="http://schemas.openxmlformats.org/officeDocument/2006/relationships/customXml" Target="../ink/ink222.xml"/><Relationship Id="rId45" Type="http://schemas.openxmlformats.org/officeDocument/2006/relationships/image" Target="../media/image232.png"/><Relationship Id="rId66" Type="http://schemas.openxmlformats.org/officeDocument/2006/relationships/customXml" Target="../ink/ink243.xml"/><Relationship Id="rId87" Type="http://schemas.openxmlformats.org/officeDocument/2006/relationships/image" Target="../media/image253.png"/><Relationship Id="rId110" Type="http://schemas.openxmlformats.org/officeDocument/2006/relationships/customXml" Target="../ink/ink265.xml"/><Relationship Id="rId131" Type="http://schemas.openxmlformats.org/officeDocument/2006/relationships/image" Target="../media/image275.png"/><Relationship Id="rId152" Type="http://schemas.openxmlformats.org/officeDocument/2006/relationships/customXml" Target="../ink/ink286.xml"/><Relationship Id="rId173" Type="http://schemas.openxmlformats.org/officeDocument/2006/relationships/image" Target="../media/image296.png"/><Relationship Id="rId194" Type="http://schemas.openxmlformats.org/officeDocument/2006/relationships/customXml" Target="../ink/ink307.xml"/><Relationship Id="rId208" Type="http://schemas.openxmlformats.org/officeDocument/2006/relationships/customXml" Target="../ink/ink314.xml"/><Relationship Id="rId14" Type="http://schemas.openxmlformats.org/officeDocument/2006/relationships/customXml" Target="../ink/ink217.xml"/><Relationship Id="rId35" Type="http://schemas.openxmlformats.org/officeDocument/2006/relationships/image" Target="../media/image227.png"/><Relationship Id="rId56" Type="http://schemas.openxmlformats.org/officeDocument/2006/relationships/customXml" Target="../ink/ink238.xml"/><Relationship Id="rId77" Type="http://schemas.openxmlformats.org/officeDocument/2006/relationships/image" Target="../media/image248.png"/><Relationship Id="rId100" Type="http://schemas.openxmlformats.org/officeDocument/2006/relationships/customXml" Target="../ink/ink260.xml"/><Relationship Id="rId8" Type="http://schemas.openxmlformats.org/officeDocument/2006/relationships/customXml" Target="../ink/ink214.xml"/><Relationship Id="rId51" Type="http://schemas.openxmlformats.org/officeDocument/2006/relationships/image" Target="../media/image235.png"/><Relationship Id="rId72" Type="http://schemas.openxmlformats.org/officeDocument/2006/relationships/customXml" Target="../ink/ink246.xml"/><Relationship Id="rId93" Type="http://schemas.openxmlformats.org/officeDocument/2006/relationships/image" Target="../media/image256.png"/><Relationship Id="rId98" Type="http://schemas.openxmlformats.org/officeDocument/2006/relationships/customXml" Target="../ink/ink259.xml"/><Relationship Id="rId121" Type="http://schemas.openxmlformats.org/officeDocument/2006/relationships/image" Target="../media/image270.png"/><Relationship Id="rId142" Type="http://schemas.openxmlformats.org/officeDocument/2006/relationships/customXml" Target="../ink/ink281.xml"/><Relationship Id="rId163" Type="http://schemas.openxmlformats.org/officeDocument/2006/relationships/image" Target="../media/image291.png"/><Relationship Id="rId184" Type="http://schemas.openxmlformats.org/officeDocument/2006/relationships/customXml" Target="../ink/ink302.xml"/><Relationship Id="rId189" Type="http://schemas.openxmlformats.org/officeDocument/2006/relationships/image" Target="../media/image304.png"/><Relationship Id="rId219" Type="http://schemas.openxmlformats.org/officeDocument/2006/relationships/customXml" Target="../ink/ink320.xml"/><Relationship Id="rId3" Type="http://schemas.openxmlformats.org/officeDocument/2006/relationships/image" Target="../media/image211.png"/><Relationship Id="rId214" Type="http://schemas.openxmlformats.org/officeDocument/2006/relationships/customXml" Target="../ink/ink317.xml"/><Relationship Id="rId25" Type="http://schemas.openxmlformats.org/officeDocument/2006/relationships/image" Target="../media/image222.png"/><Relationship Id="rId46" Type="http://schemas.openxmlformats.org/officeDocument/2006/relationships/customXml" Target="../ink/ink233.xml"/><Relationship Id="rId67" Type="http://schemas.openxmlformats.org/officeDocument/2006/relationships/image" Target="../media/image243.png"/><Relationship Id="rId116" Type="http://schemas.openxmlformats.org/officeDocument/2006/relationships/customXml" Target="../ink/ink268.xml"/><Relationship Id="rId137" Type="http://schemas.openxmlformats.org/officeDocument/2006/relationships/image" Target="../media/image278.png"/><Relationship Id="rId158" Type="http://schemas.openxmlformats.org/officeDocument/2006/relationships/customXml" Target="../ink/ink289.xml"/><Relationship Id="rId20" Type="http://schemas.openxmlformats.org/officeDocument/2006/relationships/customXml" Target="../ink/ink220.xml"/><Relationship Id="rId41" Type="http://schemas.openxmlformats.org/officeDocument/2006/relationships/image" Target="../media/image230.png"/><Relationship Id="rId62" Type="http://schemas.openxmlformats.org/officeDocument/2006/relationships/customXml" Target="../ink/ink241.xml"/><Relationship Id="rId83" Type="http://schemas.openxmlformats.org/officeDocument/2006/relationships/image" Target="../media/image251.png"/><Relationship Id="rId88" Type="http://schemas.openxmlformats.org/officeDocument/2006/relationships/customXml" Target="../ink/ink254.xml"/><Relationship Id="rId111" Type="http://schemas.openxmlformats.org/officeDocument/2006/relationships/image" Target="../media/image265.png"/><Relationship Id="rId132" Type="http://schemas.openxmlformats.org/officeDocument/2006/relationships/customXml" Target="../ink/ink276.xml"/><Relationship Id="rId153" Type="http://schemas.openxmlformats.org/officeDocument/2006/relationships/image" Target="../media/image286.png"/><Relationship Id="rId174" Type="http://schemas.openxmlformats.org/officeDocument/2006/relationships/customXml" Target="../ink/ink297.xml"/><Relationship Id="rId179" Type="http://schemas.openxmlformats.org/officeDocument/2006/relationships/image" Target="../media/image299.png"/><Relationship Id="rId195" Type="http://schemas.openxmlformats.org/officeDocument/2006/relationships/image" Target="../media/image307.png"/><Relationship Id="rId209" Type="http://schemas.openxmlformats.org/officeDocument/2006/relationships/image" Target="../media/image314.png"/><Relationship Id="rId190" Type="http://schemas.openxmlformats.org/officeDocument/2006/relationships/customXml" Target="../ink/ink305.xml"/><Relationship Id="rId204" Type="http://schemas.openxmlformats.org/officeDocument/2006/relationships/customXml" Target="../ink/ink312.xml"/><Relationship Id="rId220" Type="http://schemas.openxmlformats.org/officeDocument/2006/relationships/customXml" Target="../ink/ink321.xml"/><Relationship Id="rId15" Type="http://schemas.openxmlformats.org/officeDocument/2006/relationships/image" Target="../media/image217.png"/><Relationship Id="rId36" Type="http://schemas.openxmlformats.org/officeDocument/2006/relationships/customXml" Target="../ink/ink228.xml"/><Relationship Id="rId57" Type="http://schemas.openxmlformats.org/officeDocument/2006/relationships/image" Target="../media/image238.png"/><Relationship Id="rId106" Type="http://schemas.openxmlformats.org/officeDocument/2006/relationships/customXml" Target="../ink/ink263.xml"/><Relationship Id="rId127" Type="http://schemas.openxmlformats.org/officeDocument/2006/relationships/image" Target="../media/image273.png"/><Relationship Id="rId10" Type="http://schemas.openxmlformats.org/officeDocument/2006/relationships/customXml" Target="../ink/ink215.xml"/><Relationship Id="rId31" Type="http://schemas.openxmlformats.org/officeDocument/2006/relationships/image" Target="../media/image225.png"/><Relationship Id="rId52" Type="http://schemas.openxmlformats.org/officeDocument/2006/relationships/customXml" Target="../ink/ink236.xml"/><Relationship Id="rId73" Type="http://schemas.openxmlformats.org/officeDocument/2006/relationships/image" Target="../media/image246.png"/><Relationship Id="rId78" Type="http://schemas.openxmlformats.org/officeDocument/2006/relationships/customXml" Target="../ink/ink249.xml"/><Relationship Id="rId94" Type="http://schemas.openxmlformats.org/officeDocument/2006/relationships/customXml" Target="../ink/ink257.xml"/><Relationship Id="rId99" Type="http://schemas.openxmlformats.org/officeDocument/2006/relationships/image" Target="../media/image259.png"/><Relationship Id="rId101" Type="http://schemas.openxmlformats.org/officeDocument/2006/relationships/image" Target="../media/image260.png"/><Relationship Id="rId122" Type="http://schemas.openxmlformats.org/officeDocument/2006/relationships/customXml" Target="../ink/ink271.xml"/><Relationship Id="rId143" Type="http://schemas.openxmlformats.org/officeDocument/2006/relationships/image" Target="../media/image281.png"/><Relationship Id="rId148" Type="http://schemas.openxmlformats.org/officeDocument/2006/relationships/customXml" Target="../ink/ink284.xml"/><Relationship Id="rId164" Type="http://schemas.openxmlformats.org/officeDocument/2006/relationships/customXml" Target="../ink/ink292.xml"/><Relationship Id="rId169" Type="http://schemas.openxmlformats.org/officeDocument/2006/relationships/image" Target="../media/image294.png"/><Relationship Id="rId185" Type="http://schemas.openxmlformats.org/officeDocument/2006/relationships/image" Target="../media/image302.png"/><Relationship Id="rId4" Type="http://schemas.openxmlformats.org/officeDocument/2006/relationships/customXml" Target="../ink/ink212.xml"/><Relationship Id="rId9" Type="http://schemas.openxmlformats.org/officeDocument/2006/relationships/image" Target="../media/image214.png"/><Relationship Id="rId180" Type="http://schemas.openxmlformats.org/officeDocument/2006/relationships/customXml" Target="../ink/ink300.xml"/><Relationship Id="rId210" Type="http://schemas.openxmlformats.org/officeDocument/2006/relationships/customXml" Target="../ink/ink315.xml"/><Relationship Id="rId215" Type="http://schemas.openxmlformats.org/officeDocument/2006/relationships/image" Target="../media/image317.png"/><Relationship Id="rId26" Type="http://schemas.openxmlformats.org/officeDocument/2006/relationships/customXml" Target="../ink/ink223.xml"/><Relationship Id="rId47" Type="http://schemas.openxmlformats.org/officeDocument/2006/relationships/image" Target="../media/image233.png"/><Relationship Id="rId68" Type="http://schemas.openxmlformats.org/officeDocument/2006/relationships/customXml" Target="../ink/ink244.xml"/><Relationship Id="rId89" Type="http://schemas.openxmlformats.org/officeDocument/2006/relationships/image" Target="../media/image254.png"/><Relationship Id="rId112" Type="http://schemas.openxmlformats.org/officeDocument/2006/relationships/customXml" Target="../ink/ink266.xml"/><Relationship Id="rId133" Type="http://schemas.openxmlformats.org/officeDocument/2006/relationships/image" Target="../media/image276.png"/><Relationship Id="rId154" Type="http://schemas.openxmlformats.org/officeDocument/2006/relationships/customXml" Target="../ink/ink287.xml"/><Relationship Id="rId175" Type="http://schemas.openxmlformats.org/officeDocument/2006/relationships/image" Target="../media/image297.png"/><Relationship Id="rId196" Type="http://schemas.openxmlformats.org/officeDocument/2006/relationships/customXml" Target="../ink/ink308.xml"/><Relationship Id="rId200" Type="http://schemas.openxmlformats.org/officeDocument/2006/relationships/customXml" Target="../ink/ink310.xml"/><Relationship Id="rId16" Type="http://schemas.openxmlformats.org/officeDocument/2006/relationships/customXml" Target="../ink/ink218.xml"/><Relationship Id="rId221" Type="http://schemas.openxmlformats.org/officeDocument/2006/relationships/image" Target="../media/image319.png"/><Relationship Id="rId37" Type="http://schemas.openxmlformats.org/officeDocument/2006/relationships/image" Target="../media/image228.png"/><Relationship Id="rId58" Type="http://schemas.openxmlformats.org/officeDocument/2006/relationships/customXml" Target="../ink/ink239.xml"/><Relationship Id="rId79" Type="http://schemas.openxmlformats.org/officeDocument/2006/relationships/image" Target="../media/image249.png"/><Relationship Id="rId102" Type="http://schemas.openxmlformats.org/officeDocument/2006/relationships/customXml" Target="../ink/ink261.xml"/><Relationship Id="rId123" Type="http://schemas.openxmlformats.org/officeDocument/2006/relationships/image" Target="../media/image271.png"/><Relationship Id="rId144" Type="http://schemas.openxmlformats.org/officeDocument/2006/relationships/customXml" Target="../ink/ink282.xml"/><Relationship Id="rId90" Type="http://schemas.openxmlformats.org/officeDocument/2006/relationships/customXml" Target="../ink/ink255.xml"/><Relationship Id="rId165" Type="http://schemas.openxmlformats.org/officeDocument/2006/relationships/image" Target="../media/image292.png"/><Relationship Id="rId186" Type="http://schemas.openxmlformats.org/officeDocument/2006/relationships/customXml" Target="../ink/ink303.xml"/><Relationship Id="rId211" Type="http://schemas.openxmlformats.org/officeDocument/2006/relationships/image" Target="../media/image315.png"/><Relationship Id="rId27" Type="http://schemas.openxmlformats.org/officeDocument/2006/relationships/image" Target="../media/image223.png"/><Relationship Id="rId48" Type="http://schemas.openxmlformats.org/officeDocument/2006/relationships/customXml" Target="../ink/ink234.xml"/><Relationship Id="rId69" Type="http://schemas.openxmlformats.org/officeDocument/2006/relationships/image" Target="../media/image244.png"/><Relationship Id="rId113" Type="http://schemas.openxmlformats.org/officeDocument/2006/relationships/image" Target="../media/image266.png"/><Relationship Id="rId134" Type="http://schemas.openxmlformats.org/officeDocument/2006/relationships/customXml" Target="../ink/ink277.xml"/><Relationship Id="rId80" Type="http://schemas.openxmlformats.org/officeDocument/2006/relationships/customXml" Target="../ink/ink250.xml"/><Relationship Id="rId155" Type="http://schemas.openxmlformats.org/officeDocument/2006/relationships/image" Target="../media/image287.png"/><Relationship Id="rId176" Type="http://schemas.openxmlformats.org/officeDocument/2006/relationships/customXml" Target="../ink/ink298.xml"/><Relationship Id="rId197" Type="http://schemas.openxmlformats.org/officeDocument/2006/relationships/image" Target="../media/image308.png"/><Relationship Id="rId201" Type="http://schemas.openxmlformats.org/officeDocument/2006/relationships/image" Target="../media/image310.png"/><Relationship Id="rId17" Type="http://schemas.openxmlformats.org/officeDocument/2006/relationships/image" Target="../media/image218.png"/><Relationship Id="rId38" Type="http://schemas.openxmlformats.org/officeDocument/2006/relationships/customXml" Target="../ink/ink229.xml"/><Relationship Id="rId59" Type="http://schemas.openxmlformats.org/officeDocument/2006/relationships/image" Target="../media/image239.png"/><Relationship Id="rId103" Type="http://schemas.openxmlformats.org/officeDocument/2006/relationships/image" Target="../media/image261.png"/><Relationship Id="rId124" Type="http://schemas.openxmlformats.org/officeDocument/2006/relationships/customXml" Target="../ink/ink272.xml"/><Relationship Id="rId70" Type="http://schemas.openxmlformats.org/officeDocument/2006/relationships/customXml" Target="../ink/ink245.xml"/><Relationship Id="rId91" Type="http://schemas.openxmlformats.org/officeDocument/2006/relationships/image" Target="../media/image255.png"/><Relationship Id="rId145" Type="http://schemas.openxmlformats.org/officeDocument/2006/relationships/image" Target="../media/image282.png"/><Relationship Id="rId166" Type="http://schemas.openxmlformats.org/officeDocument/2006/relationships/customXml" Target="../ink/ink293.xml"/><Relationship Id="rId187" Type="http://schemas.openxmlformats.org/officeDocument/2006/relationships/image" Target="../media/image30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16.xml"/><Relationship Id="rId28" Type="http://schemas.openxmlformats.org/officeDocument/2006/relationships/customXml" Target="../ink/ink224.xml"/><Relationship Id="rId49" Type="http://schemas.openxmlformats.org/officeDocument/2006/relationships/image" Target="../media/image234.png"/><Relationship Id="rId114" Type="http://schemas.openxmlformats.org/officeDocument/2006/relationships/customXml" Target="../ink/ink267.xml"/><Relationship Id="rId60" Type="http://schemas.openxmlformats.org/officeDocument/2006/relationships/customXml" Target="../ink/ink240.xml"/><Relationship Id="rId81" Type="http://schemas.openxmlformats.org/officeDocument/2006/relationships/image" Target="../media/image250.png"/><Relationship Id="rId135" Type="http://schemas.openxmlformats.org/officeDocument/2006/relationships/image" Target="../media/image277.png"/><Relationship Id="rId156" Type="http://schemas.openxmlformats.org/officeDocument/2006/relationships/customXml" Target="../ink/ink288.xml"/><Relationship Id="rId177" Type="http://schemas.openxmlformats.org/officeDocument/2006/relationships/image" Target="../media/image298.png"/><Relationship Id="rId198" Type="http://schemas.openxmlformats.org/officeDocument/2006/relationships/customXml" Target="../ink/ink309.xml"/><Relationship Id="rId202" Type="http://schemas.openxmlformats.org/officeDocument/2006/relationships/customXml" Target="../ink/ink311.xml"/><Relationship Id="rId18" Type="http://schemas.openxmlformats.org/officeDocument/2006/relationships/customXml" Target="../ink/ink219.xml"/><Relationship Id="rId39" Type="http://schemas.openxmlformats.org/officeDocument/2006/relationships/image" Target="../media/image229.png"/><Relationship Id="rId50" Type="http://schemas.openxmlformats.org/officeDocument/2006/relationships/customXml" Target="../ink/ink235.xml"/><Relationship Id="rId104" Type="http://schemas.openxmlformats.org/officeDocument/2006/relationships/customXml" Target="../ink/ink262.xml"/><Relationship Id="rId125" Type="http://schemas.openxmlformats.org/officeDocument/2006/relationships/image" Target="../media/image272.png"/><Relationship Id="rId146" Type="http://schemas.openxmlformats.org/officeDocument/2006/relationships/customXml" Target="../ink/ink283.xml"/><Relationship Id="rId167" Type="http://schemas.openxmlformats.org/officeDocument/2006/relationships/image" Target="../media/image293.png"/><Relationship Id="rId188" Type="http://schemas.openxmlformats.org/officeDocument/2006/relationships/customXml" Target="../ink/ink304.xml"/><Relationship Id="rId71" Type="http://schemas.openxmlformats.org/officeDocument/2006/relationships/image" Target="../media/image245.png"/><Relationship Id="rId92" Type="http://schemas.openxmlformats.org/officeDocument/2006/relationships/customXml" Target="../ink/ink256.xml"/><Relationship Id="rId213" Type="http://schemas.openxmlformats.org/officeDocument/2006/relationships/image" Target="../media/image316.png"/><Relationship Id="rId2" Type="http://schemas.openxmlformats.org/officeDocument/2006/relationships/customXml" Target="../ink/ink211.xml"/><Relationship Id="rId29" Type="http://schemas.openxmlformats.org/officeDocument/2006/relationships/image" Target="../media/image224.png"/><Relationship Id="rId40" Type="http://schemas.openxmlformats.org/officeDocument/2006/relationships/customXml" Target="../ink/ink230.xml"/><Relationship Id="rId115" Type="http://schemas.openxmlformats.org/officeDocument/2006/relationships/image" Target="../media/image267.png"/><Relationship Id="rId136" Type="http://schemas.openxmlformats.org/officeDocument/2006/relationships/customXml" Target="../ink/ink278.xml"/><Relationship Id="rId157" Type="http://schemas.openxmlformats.org/officeDocument/2006/relationships/image" Target="../media/image288.png"/><Relationship Id="rId178" Type="http://schemas.openxmlformats.org/officeDocument/2006/relationships/customXml" Target="../ink/ink299.xml"/><Relationship Id="rId61" Type="http://schemas.openxmlformats.org/officeDocument/2006/relationships/image" Target="../media/image240.png"/><Relationship Id="rId82" Type="http://schemas.openxmlformats.org/officeDocument/2006/relationships/customXml" Target="../ink/ink251.xml"/><Relationship Id="rId199" Type="http://schemas.openxmlformats.org/officeDocument/2006/relationships/image" Target="../media/image309.png"/><Relationship Id="rId203" Type="http://schemas.openxmlformats.org/officeDocument/2006/relationships/image" Target="../media/image311.png"/><Relationship Id="rId19" Type="http://schemas.openxmlformats.org/officeDocument/2006/relationships/image" Target="../media/image219.png"/><Relationship Id="rId30" Type="http://schemas.openxmlformats.org/officeDocument/2006/relationships/customXml" Target="../ink/ink225.xml"/><Relationship Id="rId105" Type="http://schemas.openxmlformats.org/officeDocument/2006/relationships/image" Target="../media/image262.png"/><Relationship Id="rId126" Type="http://schemas.openxmlformats.org/officeDocument/2006/relationships/customXml" Target="../ink/ink273.xml"/><Relationship Id="rId147" Type="http://schemas.openxmlformats.org/officeDocument/2006/relationships/image" Target="../media/image283.png"/><Relationship Id="rId168" Type="http://schemas.openxmlformats.org/officeDocument/2006/relationships/customXml" Target="../ink/ink29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6.png"/><Relationship Id="rId21" Type="http://schemas.openxmlformats.org/officeDocument/2006/relationships/image" Target="../media/image329.png"/><Relationship Id="rId42" Type="http://schemas.openxmlformats.org/officeDocument/2006/relationships/customXml" Target="../ink/ink342.xml"/><Relationship Id="rId63" Type="http://schemas.openxmlformats.org/officeDocument/2006/relationships/image" Target="../media/image349.png"/><Relationship Id="rId84" Type="http://schemas.openxmlformats.org/officeDocument/2006/relationships/customXml" Target="../ink/ink363.xml"/><Relationship Id="rId138" Type="http://schemas.openxmlformats.org/officeDocument/2006/relationships/customXml" Target="../ink/ink390.xml"/><Relationship Id="rId159" Type="http://schemas.openxmlformats.org/officeDocument/2006/relationships/image" Target="../media/image397.png"/><Relationship Id="rId170" Type="http://schemas.openxmlformats.org/officeDocument/2006/relationships/customXml" Target="../ink/ink406.xml"/><Relationship Id="rId107" Type="http://schemas.openxmlformats.org/officeDocument/2006/relationships/image" Target="../media/image371.png"/><Relationship Id="rId11" Type="http://schemas.openxmlformats.org/officeDocument/2006/relationships/image" Target="../media/image324.png"/><Relationship Id="rId32" Type="http://schemas.openxmlformats.org/officeDocument/2006/relationships/customXml" Target="../ink/ink337.xml"/><Relationship Id="rId53" Type="http://schemas.openxmlformats.org/officeDocument/2006/relationships/image" Target="../media/image344.png"/><Relationship Id="rId74" Type="http://schemas.openxmlformats.org/officeDocument/2006/relationships/customXml" Target="../ink/ink358.xml"/><Relationship Id="rId128" Type="http://schemas.openxmlformats.org/officeDocument/2006/relationships/customXml" Target="../ink/ink385.xml"/><Relationship Id="rId149" Type="http://schemas.openxmlformats.org/officeDocument/2006/relationships/image" Target="../media/image392.png"/><Relationship Id="rId5" Type="http://schemas.openxmlformats.org/officeDocument/2006/relationships/image" Target="../media/image321.png"/><Relationship Id="rId95" Type="http://schemas.openxmlformats.org/officeDocument/2006/relationships/image" Target="../media/image365.png"/><Relationship Id="rId160" Type="http://schemas.openxmlformats.org/officeDocument/2006/relationships/customXml" Target="../ink/ink401.xml"/><Relationship Id="rId181" Type="http://schemas.openxmlformats.org/officeDocument/2006/relationships/image" Target="../media/image408.png"/><Relationship Id="rId22" Type="http://schemas.openxmlformats.org/officeDocument/2006/relationships/customXml" Target="../ink/ink332.xml"/><Relationship Id="rId43" Type="http://schemas.openxmlformats.org/officeDocument/2006/relationships/image" Target="../media/image339.png"/><Relationship Id="rId64" Type="http://schemas.openxmlformats.org/officeDocument/2006/relationships/customXml" Target="../ink/ink353.xml"/><Relationship Id="rId118" Type="http://schemas.openxmlformats.org/officeDocument/2006/relationships/customXml" Target="../ink/ink380.xml"/><Relationship Id="rId139" Type="http://schemas.openxmlformats.org/officeDocument/2006/relationships/image" Target="../media/image387.png"/><Relationship Id="rId85" Type="http://schemas.openxmlformats.org/officeDocument/2006/relationships/image" Target="../media/image360.png"/><Relationship Id="rId150" Type="http://schemas.openxmlformats.org/officeDocument/2006/relationships/customXml" Target="../ink/ink396.xml"/><Relationship Id="rId171" Type="http://schemas.openxmlformats.org/officeDocument/2006/relationships/image" Target="../media/image403.png"/><Relationship Id="rId12" Type="http://schemas.openxmlformats.org/officeDocument/2006/relationships/customXml" Target="../ink/ink327.xml"/><Relationship Id="rId33" Type="http://schemas.openxmlformats.org/officeDocument/2006/relationships/image" Target="../media/image334.png"/><Relationship Id="rId108" Type="http://schemas.openxmlformats.org/officeDocument/2006/relationships/customXml" Target="../ink/ink375.xml"/><Relationship Id="rId129" Type="http://schemas.openxmlformats.org/officeDocument/2006/relationships/image" Target="../media/image382.png"/><Relationship Id="rId54" Type="http://schemas.openxmlformats.org/officeDocument/2006/relationships/customXml" Target="../ink/ink348.xml"/><Relationship Id="rId75" Type="http://schemas.openxmlformats.org/officeDocument/2006/relationships/image" Target="../media/image355.png"/><Relationship Id="rId96" Type="http://schemas.openxmlformats.org/officeDocument/2006/relationships/customXml" Target="../ink/ink369.xml"/><Relationship Id="rId140" Type="http://schemas.openxmlformats.org/officeDocument/2006/relationships/customXml" Target="../ink/ink391.xml"/><Relationship Id="rId161" Type="http://schemas.openxmlformats.org/officeDocument/2006/relationships/image" Target="../media/image398.png"/><Relationship Id="rId6" Type="http://schemas.openxmlformats.org/officeDocument/2006/relationships/customXml" Target="../ink/ink324.xml"/><Relationship Id="rId23" Type="http://schemas.openxmlformats.org/officeDocument/2006/relationships/image" Target="../media/image330.png"/><Relationship Id="rId119" Type="http://schemas.openxmlformats.org/officeDocument/2006/relationships/image" Target="../media/image377.png"/><Relationship Id="rId44" Type="http://schemas.openxmlformats.org/officeDocument/2006/relationships/customXml" Target="../ink/ink343.xml"/><Relationship Id="rId60" Type="http://schemas.openxmlformats.org/officeDocument/2006/relationships/customXml" Target="../ink/ink351.xml"/><Relationship Id="rId65" Type="http://schemas.openxmlformats.org/officeDocument/2006/relationships/image" Target="../media/image350.png"/><Relationship Id="rId81" Type="http://schemas.openxmlformats.org/officeDocument/2006/relationships/image" Target="../media/image358.png"/><Relationship Id="rId86" Type="http://schemas.openxmlformats.org/officeDocument/2006/relationships/customXml" Target="../ink/ink364.xml"/><Relationship Id="rId130" Type="http://schemas.openxmlformats.org/officeDocument/2006/relationships/customXml" Target="../ink/ink386.xml"/><Relationship Id="rId135" Type="http://schemas.openxmlformats.org/officeDocument/2006/relationships/image" Target="../media/image385.png"/><Relationship Id="rId151" Type="http://schemas.openxmlformats.org/officeDocument/2006/relationships/image" Target="../media/image393.png"/><Relationship Id="rId156" Type="http://schemas.openxmlformats.org/officeDocument/2006/relationships/customXml" Target="../ink/ink399.xml"/><Relationship Id="rId177" Type="http://schemas.openxmlformats.org/officeDocument/2006/relationships/image" Target="../media/image406.png"/><Relationship Id="rId172" Type="http://schemas.openxmlformats.org/officeDocument/2006/relationships/customXml" Target="../ink/ink407.xml"/><Relationship Id="rId13" Type="http://schemas.openxmlformats.org/officeDocument/2006/relationships/image" Target="../media/image325.png"/><Relationship Id="rId18" Type="http://schemas.openxmlformats.org/officeDocument/2006/relationships/customXml" Target="../ink/ink330.xml"/><Relationship Id="rId39" Type="http://schemas.openxmlformats.org/officeDocument/2006/relationships/image" Target="../media/image337.png"/><Relationship Id="rId109" Type="http://schemas.openxmlformats.org/officeDocument/2006/relationships/image" Target="../media/image372.png"/><Relationship Id="rId34" Type="http://schemas.openxmlformats.org/officeDocument/2006/relationships/customXml" Target="../ink/ink338.xml"/><Relationship Id="rId50" Type="http://schemas.openxmlformats.org/officeDocument/2006/relationships/customXml" Target="../ink/ink346.xml"/><Relationship Id="rId55" Type="http://schemas.openxmlformats.org/officeDocument/2006/relationships/image" Target="../media/image345.png"/><Relationship Id="rId76" Type="http://schemas.openxmlformats.org/officeDocument/2006/relationships/customXml" Target="../ink/ink359.xml"/><Relationship Id="rId97" Type="http://schemas.openxmlformats.org/officeDocument/2006/relationships/image" Target="../media/image366.png"/><Relationship Id="rId104" Type="http://schemas.openxmlformats.org/officeDocument/2006/relationships/customXml" Target="../ink/ink373.xml"/><Relationship Id="rId120" Type="http://schemas.openxmlformats.org/officeDocument/2006/relationships/customXml" Target="../ink/ink381.xml"/><Relationship Id="rId125" Type="http://schemas.openxmlformats.org/officeDocument/2006/relationships/image" Target="../media/image380.png"/><Relationship Id="rId141" Type="http://schemas.openxmlformats.org/officeDocument/2006/relationships/image" Target="../media/image388.png"/><Relationship Id="rId146" Type="http://schemas.openxmlformats.org/officeDocument/2006/relationships/customXml" Target="../ink/ink394.xml"/><Relationship Id="rId167" Type="http://schemas.openxmlformats.org/officeDocument/2006/relationships/image" Target="../media/image401.png"/><Relationship Id="rId7" Type="http://schemas.openxmlformats.org/officeDocument/2006/relationships/image" Target="../media/image322.png"/><Relationship Id="rId71" Type="http://schemas.openxmlformats.org/officeDocument/2006/relationships/image" Target="../media/image353.png"/><Relationship Id="rId92" Type="http://schemas.openxmlformats.org/officeDocument/2006/relationships/customXml" Target="../ink/ink367.xml"/><Relationship Id="rId162" Type="http://schemas.openxmlformats.org/officeDocument/2006/relationships/customXml" Target="../ink/ink402.xml"/><Relationship Id="rId2" Type="http://schemas.openxmlformats.org/officeDocument/2006/relationships/customXml" Target="../ink/ink322.xml"/><Relationship Id="rId29" Type="http://schemas.openxmlformats.org/officeDocument/2006/relationships/image" Target="../media/image332.png"/><Relationship Id="rId24" Type="http://schemas.openxmlformats.org/officeDocument/2006/relationships/customXml" Target="../ink/ink333.xml"/><Relationship Id="rId40" Type="http://schemas.openxmlformats.org/officeDocument/2006/relationships/customXml" Target="../ink/ink341.xml"/><Relationship Id="rId45" Type="http://schemas.openxmlformats.org/officeDocument/2006/relationships/image" Target="../media/image340.png"/><Relationship Id="rId66" Type="http://schemas.openxmlformats.org/officeDocument/2006/relationships/customXml" Target="../ink/ink354.xml"/><Relationship Id="rId87" Type="http://schemas.openxmlformats.org/officeDocument/2006/relationships/image" Target="../media/image361.png"/><Relationship Id="rId110" Type="http://schemas.openxmlformats.org/officeDocument/2006/relationships/customXml" Target="../ink/ink376.xml"/><Relationship Id="rId115" Type="http://schemas.openxmlformats.org/officeDocument/2006/relationships/image" Target="../media/image375.png"/><Relationship Id="rId131" Type="http://schemas.openxmlformats.org/officeDocument/2006/relationships/image" Target="../media/image383.png"/><Relationship Id="rId136" Type="http://schemas.openxmlformats.org/officeDocument/2006/relationships/customXml" Target="../ink/ink389.xml"/><Relationship Id="rId157" Type="http://schemas.openxmlformats.org/officeDocument/2006/relationships/image" Target="../media/image396.png"/><Relationship Id="rId178" Type="http://schemas.openxmlformats.org/officeDocument/2006/relationships/customXml" Target="../ink/ink410.xml"/><Relationship Id="rId61" Type="http://schemas.openxmlformats.org/officeDocument/2006/relationships/image" Target="../media/image348.png"/><Relationship Id="rId82" Type="http://schemas.openxmlformats.org/officeDocument/2006/relationships/customXml" Target="../ink/ink362.xml"/><Relationship Id="rId152" Type="http://schemas.openxmlformats.org/officeDocument/2006/relationships/customXml" Target="../ink/ink397.xml"/><Relationship Id="rId173" Type="http://schemas.openxmlformats.org/officeDocument/2006/relationships/image" Target="../media/image404.png"/><Relationship Id="rId19" Type="http://schemas.openxmlformats.org/officeDocument/2006/relationships/image" Target="../media/image328.png"/><Relationship Id="rId14" Type="http://schemas.openxmlformats.org/officeDocument/2006/relationships/customXml" Target="../ink/ink328.xml"/><Relationship Id="rId30" Type="http://schemas.openxmlformats.org/officeDocument/2006/relationships/customXml" Target="../ink/ink336.xml"/><Relationship Id="rId35" Type="http://schemas.openxmlformats.org/officeDocument/2006/relationships/image" Target="../media/image335.png"/><Relationship Id="rId56" Type="http://schemas.openxmlformats.org/officeDocument/2006/relationships/customXml" Target="../ink/ink349.xml"/><Relationship Id="rId77" Type="http://schemas.openxmlformats.org/officeDocument/2006/relationships/image" Target="../media/image356.png"/><Relationship Id="rId100" Type="http://schemas.openxmlformats.org/officeDocument/2006/relationships/customXml" Target="../ink/ink371.xml"/><Relationship Id="rId105" Type="http://schemas.openxmlformats.org/officeDocument/2006/relationships/image" Target="../media/image370.png"/><Relationship Id="rId126" Type="http://schemas.openxmlformats.org/officeDocument/2006/relationships/customXml" Target="../ink/ink384.xml"/><Relationship Id="rId147" Type="http://schemas.openxmlformats.org/officeDocument/2006/relationships/image" Target="../media/image391.png"/><Relationship Id="rId168" Type="http://schemas.openxmlformats.org/officeDocument/2006/relationships/customXml" Target="../ink/ink405.xml"/><Relationship Id="rId8" Type="http://schemas.openxmlformats.org/officeDocument/2006/relationships/customXml" Target="../ink/ink325.xml"/><Relationship Id="rId51" Type="http://schemas.openxmlformats.org/officeDocument/2006/relationships/image" Target="../media/image343.png"/><Relationship Id="rId72" Type="http://schemas.openxmlformats.org/officeDocument/2006/relationships/customXml" Target="../ink/ink357.xml"/><Relationship Id="rId93" Type="http://schemas.openxmlformats.org/officeDocument/2006/relationships/image" Target="../media/image364.png"/><Relationship Id="rId98" Type="http://schemas.openxmlformats.org/officeDocument/2006/relationships/customXml" Target="../ink/ink370.xml"/><Relationship Id="rId121" Type="http://schemas.openxmlformats.org/officeDocument/2006/relationships/image" Target="../media/image378.png"/><Relationship Id="rId142" Type="http://schemas.openxmlformats.org/officeDocument/2006/relationships/customXml" Target="../ink/ink392.xml"/><Relationship Id="rId163" Type="http://schemas.openxmlformats.org/officeDocument/2006/relationships/image" Target="../media/image399.png"/><Relationship Id="rId3" Type="http://schemas.openxmlformats.org/officeDocument/2006/relationships/image" Target="../media/image320.png"/><Relationship Id="rId25" Type="http://schemas.openxmlformats.org/officeDocument/2006/relationships/image" Target="../media/image331.png"/><Relationship Id="rId46" Type="http://schemas.openxmlformats.org/officeDocument/2006/relationships/customXml" Target="../ink/ink344.xml"/><Relationship Id="rId67" Type="http://schemas.openxmlformats.org/officeDocument/2006/relationships/image" Target="../media/image351.png"/><Relationship Id="rId116" Type="http://schemas.openxmlformats.org/officeDocument/2006/relationships/customXml" Target="../ink/ink379.xml"/><Relationship Id="rId137" Type="http://schemas.openxmlformats.org/officeDocument/2006/relationships/image" Target="../media/image386.png"/><Relationship Id="rId158" Type="http://schemas.openxmlformats.org/officeDocument/2006/relationships/customXml" Target="../ink/ink400.xml"/><Relationship Id="rId20" Type="http://schemas.openxmlformats.org/officeDocument/2006/relationships/customXml" Target="../ink/ink331.xml"/><Relationship Id="rId41" Type="http://schemas.openxmlformats.org/officeDocument/2006/relationships/image" Target="../media/image338.png"/><Relationship Id="rId62" Type="http://schemas.openxmlformats.org/officeDocument/2006/relationships/customXml" Target="../ink/ink352.xml"/><Relationship Id="rId83" Type="http://schemas.openxmlformats.org/officeDocument/2006/relationships/image" Target="../media/image359.png"/><Relationship Id="rId88" Type="http://schemas.openxmlformats.org/officeDocument/2006/relationships/customXml" Target="../ink/ink365.xml"/><Relationship Id="rId111" Type="http://schemas.openxmlformats.org/officeDocument/2006/relationships/image" Target="../media/image373.png"/><Relationship Id="rId132" Type="http://schemas.openxmlformats.org/officeDocument/2006/relationships/customXml" Target="../ink/ink387.xml"/><Relationship Id="rId153" Type="http://schemas.openxmlformats.org/officeDocument/2006/relationships/image" Target="../media/image394.png"/><Relationship Id="rId174" Type="http://schemas.openxmlformats.org/officeDocument/2006/relationships/customXml" Target="../ink/ink408.xml"/><Relationship Id="rId179" Type="http://schemas.openxmlformats.org/officeDocument/2006/relationships/image" Target="../media/image407.png"/><Relationship Id="rId15" Type="http://schemas.openxmlformats.org/officeDocument/2006/relationships/image" Target="../media/image326.png"/><Relationship Id="rId36" Type="http://schemas.openxmlformats.org/officeDocument/2006/relationships/customXml" Target="../ink/ink339.xml"/><Relationship Id="rId57" Type="http://schemas.openxmlformats.org/officeDocument/2006/relationships/image" Target="../media/image346.png"/><Relationship Id="rId106" Type="http://schemas.openxmlformats.org/officeDocument/2006/relationships/customXml" Target="../ink/ink374.xml"/><Relationship Id="rId127" Type="http://schemas.openxmlformats.org/officeDocument/2006/relationships/image" Target="../media/image381.png"/><Relationship Id="rId10" Type="http://schemas.openxmlformats.org/officeDocument/2006/relationships/customXml" Target="../ink/ink326.xml"/><Relationship Id="rId31" Type="http://schemas.openxmlformats.org/officeDocument/2006/relationships/image" Target="../media/image333.png"/><Relationship Id="rId52" Type="http://schemas.openxmlformats.org/officeDocument/2006/relationships/customXml" Target="../ink/ink347.xml"/><Relationship Id="rId73" Type="http://schemas.openxmlformats.org/officeDocument/2006/relationships/image" Target="../media/image354.png"/><Relationship Id="rId78" Type="http://schemas.openxmlformats.org/officeDocument/2006/relationships/customXml" Target="../ink/ink360.xml"/><Relationship Id="rId94" Type="http://schemas.openxmlformats.org/officeDocument/2006/relationships/customXml" Target="../ink/ink368.xml"/><Relationship Id="rId99" Type="http://schemas.openxmlformats.org/officeDocument/2006/relationships/image" Target="../media/image367.png"/><Relationship Id="rId101" Type="http://schemas.openxmlformats.org/officeDocument/2006/relationships/image" Target="../media/image368.png"/><Relationship Id="rId122" Type="http://schemas.openxmlformats.org/officeDocument/2006/relationships/customXml" Target="../ink/ink382.xml"/><Relationship Id="rId143" Type="http://schemas.openxmlformats.org/officeDocument/2006/relationships/image" Target="../media/image389.png"/><Relationship Id="rId148" Type="http://schemas.openxmlformats.org/officeDocument/2006/relationships/customXml" Target="../ink/ink395.xml"/><Relationship Id="rId164" Type="http://schemas.openxmlformats.org/officeDocument/2006/relationships/customXml" Target="../ink/ink403.xml"/><Relationship Id="rId169" Type="http://schemas.openxmlformats.org/officeDocument/2006/relationships/image" Target="../media/image402.png"/><Relationship Id="rId4" Type="http://schemas.openxmlformats.org/officeDocument/2006/relationships/customXml" Target="../ink/ink323.xml"/><Relationship Id="rId9" Type="http://schemas.openxmlformats.org/officeDocument/2006/relationships/image" Target="../media/image323.png"/><Relationship Id="rId180" Type="http://schemas.openxmlformats.org/officeDocument/2006/relationships/customXml" Target="../ink/ink411.xml"/><Relationship Id="rId26" Type="http://schemas.openxmlformats.org/officeDocument/2006/relationships/customXml" Target="../ink/ink334.xml"/><Relationship Id="rId47" Type="http://schemas.openxmlformats.org/officeDocument/2006/relationships/image" Target="../media/image341.png"/><Relationship Id="rId68" Type="http://schemas.openxmlformats.org/officeDocument/2006/relationships/customXml" Target="../ink/ink355.xml"/><Relationship Id="rId89" Type="http://schemas.openxmlformats.org/officeDocument/2006/relationships/image" Target="../media/image362.png"/><Relationship Id="rId112" Type="http://schemas.openxmlformats.org/officeDocument/2006/relationships/customXml" Target="../ink/ink377.xml"/><Relationship Id="rId133" Type="http://schemas.openxmlformats.org/officeDocument/2006/relationships/image" Target="../media/image384.png"/><Relationship Id="rId154" Type="http://schemas.openxmlformats.org/officeDocument/2006/relationships/customXml" Target="../ink/ink398.xml"/><Relationship Id="rId175" Type="http://schemas.openxmlformats.org/officeDocument/2006/relationships/image" Target="../media/image405.png"/><Relationship Id="rId16" Type="http://schemas.openxmlformats.org/officeDocument/2006/relationships/customXml" Target="../ink/ink329.xml"/><Relationship Id="rId37" Type="http://schemas.openxmlformats.org/officeDocument/2006/relationships/image" Target="../media/image336.png"/><Relationship Id="rId58" Type="http://schemas.openxmlformats.org/officeDocument/2006/relationships/customXml" Target="../ink/ink350.xml"/><Relationship Id="rId79" Type="http://schemas.openxmlformats.org/officeDocument/2006/relationships/image" Target="../media/image357.png"/><Relationship Id="rId102" Type="http://schemas.openxmlformats.org/officeDocument/2006/relationships/customXml" Target="../ink/ink372.xml"/><Relationship Id="rId123" Type="http://schemas.openxmlformats.org/officeDocument/2006/relationships/image" Target="../media/image379.png"/><Relationship Id="rId144" Type="http://schemas.openxmlformats.org/officeDocument/2006/relationships/customXml" Target="../ink/ink393.xml"/><Relationship Id="rId90" Type="http://schemas.openxmlformats.org/officeDocument/2006/relationships/customXml" Target="../ink/ink366.xml"/><Relationship Id="rId165" Type="http://schemas.openxmlformats.org/officeDocument/2006/relationships/image" Target="../media/image400.png"/><Relationship Id="rId27" Type="http://schemas.openxmlformats.org/officeDocument/2006/relationships/image" Target="../media/image271.png"/><Relationship Id="rId48" Type="http://schemas.openxmlformats.org/officeDocument/2006/relationships/customXml" Target="../ink/ink345.xml"/><Relationship Id="rId69" Type="http://schemas.openxmlformats.org/officeDocument/2006/relationships/image" Target="../media/image352.png"/><Relationship Id="rId113" Type="http://schemas.openxmlformats.org/officeDocument/2006/relationships/image" Target="../media/image374.png"/><Relationship Id="rId134" Type="http://schemas.openxmlformats.org/officeDocument/2006/relationships/customXml" Target="../ink/ink388.xml"/><Relationship Id="rId80" Type="http://schemas.openxmlformats.org/officeDocument/2006/relationships/customXml" Target="../ink/ink361.xml"/><Relationship Id="rId155" Type="http://schemas.openxmlformats.org/officeDocument/2006/relationships/image" Target="../media/image395.png"/><Relationship Id="rId176" Type="http://schemas.openxmlformats.org/officeDocument/2006/relationships/customXml" Target="../ink/ink409.xml"/><Relationship Id="rId17" Type="http://schemas.openxmlformats.org/officeDocument/2006/relationships/image" Target="../media/image327.png"/><Relationship Id="rId38" Type="http://schemas.openxmlformats.org/officeDocument/2006/relationships/customXml" Target="../ink/ink340.xml"/><Relationship Id="rId59" Type="http://schemas.openxmlformats.org/officeDocument/2006/relationships/image" Target="../media/image347.png"/><Relationship Id="rId103" Type="http://schemas.openxmlformats.org/officeDocument/2006/relationships/image" Target="../media/image369.png"/><Relationship Id="rId124" Type="http://schemas.openxmlformats.org/officeDocument/2006/relationships/customXml" Target="../ink/ink383.xml"/><Relationship Id="rId70" Type="http://schemas.openxmlformats.org/officeDocument/2006/relationships/customXml" Target="../ink/ink356.xml"/><Relationship Id="rId91" Type="http://schemas.openxmlformats.org/officeDocument/2006/relationships/image" Target="../media/image363.png"/><Relationship Id="rId145" Type="http://schemas.openxmlformats.org/officeDocument/2006/relationships/image" Target="../media/image390.png"/><Relationship Id="rId166" Type="http://schemas.openxmlformats.org/officeDocument/2006/relationships/customXml" Target="../ink/ink404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35.xml"/><Relationship Id="rId49" Type="http://schemas.openxmlformats.org/officeDocument/2006/relationships/image" Target="../media/image342.png"/><Relationship Id="rId114" Type="http://schemas.openxmlformats.org/officeDocument/2006/relationships/customXml" Target="../ink/ink378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6.png"/><Relationship Id="rId21" Type="http://schemas.openxmlformats.org/officeDocument/2006/relationships/image" Target="../media/image418.png"/><Relationship Id="rId42" Type="http://schemas.openxmlformats.org/officeDocument/2006/relationships/customXml" Target="../ink/ink432.xml"/><Relationship Id="rId63" Type="http://schemas.openxmlformats.org/officeDocument/2006/relationships/image" Target="../media/image439.png"/><Relationship Id="rId84" Type="http://schemas.openxmlformats.org/officeDocument/2006/relationships/customXml" Target="../ink/ink453.xml"/><Relationship Id="rId138" Type="http://schemas.openxmlformats.org/officeDocument/2006/relationships/customXml" Target="../ink/ink480.xml"/><Relationship Id="rId159" Type="http://schemas.openxmlformats.org/officeDocument/2006/relationships/image" Target="../media/image487.png"/><Relationship Id="rId170" Type="http://schemas.openxmlformats.org/officeDocument/2006/relationships/customXml" Target="../ink/ink496.xml"/><Relationship Id="rId191" Type="http://schemas.openxmlformats.org/officeDocument/2006/relationships/image" Target="../media/image503.png"/><Relationship Id="rId205" Type="http://schemas.openxmlformats.org/officeDocument/2006/relationships/image" Target="../media/image510.png"/><Relationship Id="rId226" Type="http://schemas.openxmlformats.org/officeDocument/2006/relationships/customXml" Target="../ink/ink524.xml"/><Relationship Id="rId107" Type="http://schemas.openxmlformats.org/officeDocument/2006/relationships/image" Target="../media/image461.png"/><Relationship Id="rId11" Type="http://schemas.openxmlformats.org/officeDocument/2006/relationships/image" Target="../media/image413.png"/><Relationship Id="rId32" Type="http://schemas.openxmlformats.org/officeDocument/2006/relationships/customXml" Target="../ink/ink427.xml"/><Relationship Id="rId53" Type="http://schemas.openxmlformats.org/officeDocument/2006/relationships/image" Target="../media/image434.png"/><Relationship Id="rId74" Type="http://schemas.openxmlformats.org/officeDocument/2006/relationships/customXml" Target="../ink/ink448.xml"/><Relationship Id="rId128" Type="http://schemas.openxmlformats.org/officeDocument/2006/relationships/customXml" Target="../ink/ink475.xml"/><Relationship Id="rId149" Type="http://schemas.openxmlformats.org/officeDocument/2006/relationships/image" Target="../media/image482.png"/><Relationship Id="rId5" Type="http://schemas.openxmlformats.org/officeDocument/2006/relationships/image" Target="../media/image410.png"/><Relationship Id="rId95" Type="http://schemas.openxmlformats.org/officeDocument/2006/relationships/image" Target="../media/image455.png"/><Relationship Id="rId160" Type="http://schemas.openxmlformats.org/officeDocument/2006/relationships/customXml" Target="../ink/ink491.xml"/><Relationship Id="rId181" Type="http://schemas.openxmlformats.org/officeDocument/2006/relationships/image" Target="../media/image498.png"/><Relationship Id="rId216" Type="http://schemas.openxmlformats.org/officeDocument/2006/relationships/customXml" Target="../ink/ink519.xml"/><Relationship Id="rId237" Type="http://schemas.openxmlformats.org/officeDocument/2006/relationships/image" Target="../media/image526.png"/><Relationship Id="rId22" Type="http://schemas.openxmlformats.org/officeDocument/2006/relationships/customXml" Target="../ink/ink422.xml"/><Relationship Id="rId43" Type="http://schemas.openxmlformats.org/officeDocument/2006/relationships/image" Target="../media/image429.png"/><Relationship Id="rId64" Type="http://schemas.openxmlformats.org/officeDocument/2006/relationships/customXml" Target="../ink/ink443.xml"/><Relationship Id="rId118" Type="http://schemas.openxmlformats.org/officeDocument/2006/relationships/customXml" Target="../ink/ink470.xml"/><Relationship Id="rId139" Type="http://schemas.openxmlformats.org/officeDocument/2006/relationships/image" Target="../media/image477.png"/><Relationship Id="rId85" Type="http://schemas.openxmlformats.org/officeDocument/2006/relationships/image" Target="../media/image450.png"/><Relationship Id="rId150" Type="http://schemas.openxmlformats.org/officeDocument/2006/relationships/customXml" Target="../ink/ink486.xml"/><Relationship Id="rId171" Type="http://schemas.openxmlformats.org/officeDocument/2006/relationships/image" Target="../media/image493.png"/><Relationship Id="rId192" Type="http://schemas.openxmlformats.org/officeDocument/2006/relationships/customXml" Target="../ink/ink507.xml"/><Relationship Id="rId206" Type="http://schemas.openxmlformats.org/officeDocument/2006/relationships/customXml" Target="../ink/ink514.xml"/><Relationship Id="rId227" Type="http://schemas.openxmlformats.org/officeDocument/2006/relationships/image" Target="../media/image521.png"/><Relationship Id="rId12" Type="http://schemas.openxmlformats.org/officeDocument/2006/relationships/customXml" Target="../ink/ink417.xml"/><Relationship Id="rId33" Type="http://schemas.openxmlformats.org/officeDocument/2006/relationships/image" Target="../media/image424.png"/><Relationship Id="rId108" Type="http://schemas.openxmlformats.org/officeDocument/2006/relationships/customXml" Target="../ink/ink465.xml"/><Relationship Id="rId129" Type="http://schemas.openxmlformats.org/officeDocument/2006/relationships/image" Target="../media/image472.png"/><Relationship Id="rId54" Type="http://schemas.openxmlformats.org/officeDocument/2006/relationships/customXml" Target="../ink/ink438.xml"/><Relationship Id="rId75" Type="http://schemas.openxmlformats.org/officeDocument/2006/relationships/image" Target="../media/image445.png"/><Relationship Id="rId96" Type="http://schemas.openxmlformats.org/officeDocument/2006/relationships/customXml" Target="../ink/ink459.xml"/><Relationship Id="rId140" Type="http://schemas.openxmlformats.org/officeDocument/2006/relationships/customXml" Target="../ink/ink481.xml"/><Relationship Id="rId161" Type="http://schemas.openxmlformats.org/officeDocument/2006/relationships/image" Target="../media/image488.png"/><Relationship Id="rId182" Type="http://schemas.openxmlformats.org/officeDocument/2006/relationships/customXml" Target="../ink/ink502.xml"/><Relationship Id="rId217" Type="http://schemas.openxmlformats.org/officeDocument/2006/relationships/image" Target="../media/image516.png"/><Relationship Id="rId6" Type="http://schemas.openxmlformats.org/officeDocument/2006/relationships/customXml" Target="../ink/ink414.xml"/><Relationship Id="rId23" Type="http://schemas.openxmlformats.org/officeDocument/2006/relationships/image" Target="../media/image419.png"/><Relationship Id="rId119" Type="http://schemas.openxmlformats.org/officeDocument/2006/relationships/image" Target="../media/image467.png"/><Relationship Id="rId44" Type="http://schemas.openxmlformats.org/officeDocument/2006/relationships/customXml" Target="../ink/ink433.xml"/><Relationship Id="rId65" Type="http://schemas.openxmlformats.org/officeDocument/2006/relationships/image" Target="../media/image440.png"/><Relationship Id="rId86" Type="http://schemas.openxmlformats.org/officeDocument/2006/relationships/customXml" Target="../ink/ink454.xml"/><Relationship Id="rId130" Type="http://schemas.openxmlformats.org/officeDocument/2006/relationships/customXml" Target="../ink/ink476.xml"/><Relationship Id="rId151" Type="http://schemas.openxmlformats.org/officeDocument/2006/relationships/image" Target="../media/image483.png"/><Relationship Id="rId172" Type="http://schemas.openxmlformats.org/officeDocument/2006/relationships/customXml" Target="../ink/ink497.xml"/><Relationship Id="rId193" Type="http://schemas.openxmlformats.org/officeDocument/2006/relationships/image" Target="../media/image504.png"/><Relationship Id="rId207" Type="http://schemas.openxmlformats.org/officeDocument/2006/relationships/image" Target="../media/image511.png"/><Relationship Id="rId228" Type="http://schemas.openxmlformats.org/officeDocument/2006/relationships/customXml" Target="../ink/ink525.xml"/><Relationship Id="rId13" Type="http://schemas.openxmlformats.org/officeDocument/2006/relationships/image" Target="../media/image414.png"/><Relationship Id="rId109" Type="http://schemas.openxmlformats.org/officeDocument/2006/relationships/image" Target="../media/image462.png"/><Relationship Id="rId34" Type="http://schemas.openxmlformats.org/officeDocument/2006/relationships/customXml" Target="../ink/ink428.xml"/><Relationship Id="rId55" Type="http://schemas.openxmlformats.org/officeDocument/2006/relationships/image" Target="../media/image435.png"/><Relationship Id="rId76" Type="http://schemas.openxmlformats.org/officeDocument/2006/relationships/customXml" Target="../ink/ink449.xml"/><Relationship Id="rId97" Type="http://schemas.openxmlformats.org/officeDocument/2006/relationships/image" Target="../media/image456.png"/><Relationship Id="rId120" Type="http://schemas.openxmlformats.org/officeDocument/2006/relationships/customXml" Target="../ink/ink471.xml"/><Relationship Id="rId141" Type="http://schemas.openxmlformats.org/officeDocument/2006/relationships/image" Target="../media/image478.png"/><Relationship Id="rId7" Type="http://schemas.openxmlformats.org/officeDocument/2006/relationships/image" Target="../media/image411.png"/><Relationship Id="rId162" Type="http://schemas.openxmlformats.org/officeDocument/2006/relationships/customXml" Target="../ink/ink492.xml"/><Relationship Id="rId183" Type="http://schemas.openxmlformats.org/officeDocument/2006/relationships/image" Target="../media/image499.png"/><Relationship Id="rId218" Type="http://schemas.openxmlformats.org/officeDocument/2006/relationships/customXml" Target="../ink/ink520.xml"/><Relationship Id="rId24" Type="http://schemas.openxmlformats.org/officeDocument/2006/relationships/customXml" Target="../ink/ink423.xml"/><Relationship Id="rId45" Type="http://schemas.openxmlformats.org/officeDocument/2006/relationships/image" Target="../media/image430.png"/><Relationship Id="rId66" Type="http://schemas.openxmlformats.org/officeDocument/2006/relationships/customXml" Target="../ink/ink444.xml"/><Relationship Id="rId87" Type="http://schemas.openxmlformats.org/officeDocument/2006/relationships/image" Target="../media/image451.png"/><Relationship Id="rId110" Type="http://schemas.openxmlformats.org/officeDocument/2006/relationships/customXml" Target="../ink/ink466.xml"/><Relationship Id="rId131" Type="http://schemas.openxmlformats.org/officeDocument/2006/relationships/image" Target="../media/image473.png"/><Relationship Id="rId152" Type="http://schemas.openxmlformats.org/officeDocument/2006/relationships/customXml" Target="../ink/ink487.xml"/><Relationship Id="rId173" Type="http://schemas.openxmlformats.org/officeDocument/2006/relationships/image" Target="../media/image494.png"/><Relationship Id="rId194" Type="http://schemas.openxmlformats.org/officeDocument/2006/relationships/customXml" Target="../ink/ink508.xml"/><Relationship Id="rId208" Type="http://schemas.openxmlformats.org/officeDocument/2006/relationships/customXml" Target="../ink/ink515.xml"/><Relationship Id="rId229" Type="http://schemas.openxmlformats.org/officeDocument/2006/relationships/image" Target="../media/image522.png"/><Relationship Id="rId14" Type="http://schemas.openxmlformats.org/officeDocument/2006/relationships/customXml" Target="../ink/ink418.xml"/><Relationship Id="rId35" Type="http://schemas.openxmlformats.org/officeDocument/2006/relationships/image" Target="../media/image425.png"/><Relationship Id="rId56" Type="http://schemas.openxmlformats.org/officeDocument/2006/relationships/customXml" Target="../ink/ink439.xml"/><Relationship Id="rId77" Type="http://schemas.openxmlformats.org/officeDocument/2006/relationships/image" Target="../media/image446.png"/><Relationship Id="rId100" Type="http://schemas.openxmlformats.org/officeDocument/2006/relationships/customXml" Target="../ink/ink461.xml"/><Relationship Id="rId8" Type="http://schemas.openxmlformats.org/officeDocument/2006/relationships/customXml" Target="../ink/ink415.xml"/><Relationship Id="rId98" Type="http://schemas.openxmlformats.org/officeDocument/2006/relationships/customXml" Target="../ink/ink460.xml"/><Relationship Id="rId121" Type="http://schemas.openxmlformats.org/officeDocument/2006/relationships/image" Target="../media/image468.png"/><Relationship Id="rId142" Type="http://schemas.openxmlformats.org/officeDocument/2006/relationships/customXml" Target="../ink/ink482.xml"/><Relationship Id="rId163" Type="http://schemas.openxmlformats.org/officeDocument/2006/relationships/image" Target="../media/image489.png"/><Relationship Id="rId184" Type="http://schemas.openxmlformats.org/officeDocument/2006/relationships/customXml" Target="../ink/ink503.xml"/><Relationship Id="rId219" Type="http://schemas.openxmlformats.org/officeDocument/2006/relationships/image" Target="../media/image517.png"/><Relationship Id="rId230" Type="http://schemas.openxmlformats.org/officeDocument/2006/relationships/customXml" Target="../ink/ink526.xml"/><Relationship Id="rId25" Type="http://schemas.openxmlformats.org/officeDocument/2006/relationships/image" Target="../media/image420.png"/><Relationship Id="rId46" Type="http://schemas.openxmlformats.org/officeDocument/2006/relationships/customXml" Target="../ink/ink434.xml"/><Relationship Id="rId67" Type="http://schemas.openxmlformats.org/officeDocument/2006/relationships/image" Target="../media/image441.png"/><Relationship Id="rId88" Type="http://schemas.openxmlformats.org/officeDocument/2006/relationships/customXml" Target="../ink/ink455.xml"/><Relationship Id="rId111" Type="http://schemas.openxmlformats.org/officeDocument/2006/relationships/image" Target="../media/image463.png"/><Relationship Id="rId132" Type="http://schemas.openxmlformats.org/officeDocument/2006/relationships/customXml" Target="../ink/ink477.xml"/><Relationship Id="rId153" Type="http://schemas.openxmlformats.org/officeDocument/2006/relationships/image" Target="../media/image484.png"/><Relationship Id="rId174" Type="http://schemas.openxmlformats.org/officeDocument/2006/relationships/customXml" Target="../ink/ink498.xml"/><Relationship Id="rId195" Type="http://schemas.openxmlformats.org/officeDocument/2006/relationships/image" Target="../media/image505.png"/><Relationship Id="rId209" Type="http://schemas.openxmlformats.org/officeDocument/2006/relationships/image" Target="../media/image512.png"/><Relationship Id="rId190" Type="http://schemas.openxmlformats.org/officeDocument/2006/relationships/customXml" Target="../ink/ink506.xml"/><Relationship Id="rId204" Type="http://schemas.openxmlformats.org/officeDocument/2006/relationships/customXml" Target="../ink/ink513.xml"/><Relationship Id="rId220" Type="http://schemas.openxmlformats.org/officeDocument/2006/relationships/customXml" Target="../ink/ink521.xml"/><Relationship Id="rId225" Type="http://schemas.openxmlformats.org/officeDocument/2006/relationships/image" Target="../media/image520.png"/><Relationship Id="rId15" Type="http://schemas.openxmlformats.org/officeDocument/2006/relationships/image" Target="../media/image415.png"/><Relationship Id="rId36" Type="http://schemas.openxmlformats.org/officeDocument/2006/relationships/customXml" Target="../ink/ink429.xml"/><Relationship Id="rId57" Type="http://schemas.openxmlformats.org/officeDocument/2006/relationships/image" Target="../media/image436.png"/><Relationship Id="rId106" Type="http://schemas.openxmlformats.org/officeDocument/2006/relationships/customXml" Target="../ink/ink464.xml"/><Relationship Id="rId127" Type="http://schemas.openxmlformats.org/officeDocument/2006/relationships/image" Target="../media/image471.png"/><Relationship Id="rId10" Type="http://schemas.openxmlformats.org/officeDocument/2006/relationships/customXml" Target="../ink/ink416.xml"/><Relationship Id="rId31" Type="http://schemas.openxmlformats.org/officeDocument/2006/relationships/image" Target="../media/image423.png"/><Relationship Id="rId52" Type="http://schemas.openxmlformats.org/officeDocument/2006/relationships/customXml" Target="../ink/ink437.xml"/><Relationship Id="rId73" Type="http://schemas.openxmlformats.org/officeDocument/2006/relationships/image" Target="../media/image444.png"/><Relationship Id="rId78" Type="http://schemas.openxmlformats.org/officeDocument/2006/relationships/customXml" Target="../ink/ink450.xml"/><Relationship Id="rId94" Type="http://schemas.openxmlformats.org/officeDocument/2006/relationships/customXml" Target="../ink/ink458.xml"/><Relationship Id="rId99" Type="http://schemas.openxmlformats.org/officeDocument/2006/relationships/image" Target="../media/image457.png"/><Relationship Id="rId101" Type="http://schemas.openxmlformats.org/officeDocument/2006/relationships/image" Target="../media/image458.png"/><Relationship Id="rId122" Type="http://schemas.openxmlformats.org/officeDocument/2006/relationships/customXml" Target="../ink/ink472.xml"/><Relationship Id="rId143" Type="http://schemas.openxmlformats.org/officeDocument/2006/relationships/image" Target="../media/image479.png"/><Relationship Id="rId148" Type="http://schemas.openxmlformats.org/officeDocument/2006/relationships/customXml" Target="../ink/ink485.xml"/><Relationship Id="rId164" Type="http://schemas.openxmlformats.org/officeDocument/2006/relationships/customXml" Target="../ink/ink493.xml"/><Relationship Id="rId169" Type="http://schemas.openxmlformats.org/officeDocument/2006/relationships/image" Target="../media/image492.png"/><Relationship Id="rId185" Type="http://schemas.openxmlformats.org/officeDocument/2006/relationships/image" Target="../media/image500.png"/><Relationship Id="rId4" Type="http://schemas.openxmlformats.org/officeDocument/2006/relationships/customXml" Target="../ink/ink413.xml"/><Relationship Id="rId9" Type="http://schemas.openxmlformats.org/officeDocument/2006/relationships/image" Target="../media/image412.png"/><Relationship Id="rId180" Type="http://schemas.openxmlformats.org/officeDocument/2006/relationships/customXml" Target="../ink/ink501.xml"/><Relationship Id="rId210" Type="http://schemas.openxmlformats.org/officeDocument/2006/relationships/customXml" Target="../ink/ink516.xml"/><Relationship Id="rId215" Type="http://schemas.openxmlformats.org/officeDocument/2006/relationships/image" Target="../media/image515.png"/><Relationship Id="rId236" Type="http://schemas.openxmlformats.org/officeDocument/2006/relationships/customXml" Target="../ink/ink529.xml"/><Relationship Id="rId26" Type="http://schemas.openxmlformats.org/officeDocument/2006/relationships/customXml" Target="../ink/ink424.xml"/><Relationship Id="rId231" Type="http://schemas.openxmlformats.org/officeDocument/2006/relationships/image" Target="../media/image523.png"/><Relationship Id="rId47" Type="http://schemas.openxmlformats.org/officeDocument/2006/relationships/image" Target="../media/image431.png"/><Relationship Id="rId68" Type="http://schemas.openxmlformats.org/officeDocument/2006/relationships/customXml" Target="../ink/ink445.xml"/><Relationship Id="rId89" Type="http://schemas.openxmlformats.org/officeDocument/2006/relationships/image" Target="../media/image452.png"/><Relationship Id="rId112" Type="http://schemas.openxmlformats.org/officeDocument/2006/relationships/customXml" Target="../ink/ink467.xml"/><Relationship Id="rId133" Type="http://schemas.openxmlformats.org/officeDocument/2006/relationships/image" Target="../media/image474.png"/><Relationship Id="rId154" Type="http://schemas.openxmlformats.org/officeDocument/2006/relationships/customXml" Target="../ink/ink488.xml"/><Relationship Id="rId175" Type="http://schemas.openxmlformats.org/officeDocument/2006/relationships/image" Target="../media/image495.png"/><Relationship Id="rId196" Type="http://schemas.openxmlformats.org/officeDocument/2006/relationships/customXml" Target="../ink/ink509.xml"/><Relationship Id="rId200" Type="http://schemas.openxmlformats.org/officeDocument/2006/relationships/customXml" Target="../ink/ink511.xml"/><Relationship Id="rId16" Type="http://schemas.openxmlformats.org/officeDocument/2006/relationships/customXml" Target="../ink/ink419.xml"/><Relationship Id="rId221" Type="http://schemas.openxmlformats.org/officeDocument/2006/relationships/image" Target="../media/image518.png"/><Relationship Id="rId37" Type="http://schemas.openxmlformats.org/officeDocument/2006/relationships/image" Target="../media/image426.png"/><Relationship Id="rId58" Type="http://schemas.openxmlformats.org/officeDocument/2006/relationships/customXml" Target="../ink/ink440.xml"/><Relationship Id="rId79" Type="http://schemas.openxmlformats.org/officeDocument/2006/relationships/image" Target="../media/image447.png"/><Relationship Id="rId102" Type="http://schemas.openxmlformats.org/officeDocument/2006/relationships/customXml" Target="../ink/ink462.xml"/><Relationship Id="rId123" Type="http://schemas.openxmlformats.org/officeDocument/2006/relationships/image" Target="../media/image469.png"/><Relationship Id="rId144" Type="http://schemas.openxmlformats.org/officeDocument/2006/relationships/customXml" Target="../ink/ink483.xml"/><Relationship Id="rId90" Type="http://schemas.openxmlformats.org/officeDocument/2006/relationships/customXml" Target="../ink/ink456.xml"/><Relationship Id="rId165" Type="http://schemas.openxmlformats.org/officeDocument/2006/relationships/image" Target="../media/image490.png"/><Relationship Id="rId186" Type="http://schemas.openxmlformats.org/officeDocument/2006/relationships/customXml" Target="../ink/ink504.xml"/><Relationship Id="rId211" Type="http://schemas.openxmlformats.org/officeDocument/2006/relationships/image" Target="../media/image513.png"/><Relationship Id="rId232" Type="http://schemas.openxmlformats.org/officeDocument/2006/relationships/customXml" Target="../ink/ink527.xml"/><Relationship Id="rId27" Type="http://schemas.openxmlformats.org/officeDocument/2006/relationships/image" Target="../media/image421.png"/><Relationship Id="rId48" Type="http://schemas.openxmlformats.org/officeDocument/2006/relationships/customXml" Target="../ink/ink435.xml"/><Relationship Id="rId69" Type="http://schemas.openxmlformats.org/officeDocument/2006/relationships/image" Target="../media/image442.png"/><Relationship Id="rId113" Type="http://schemas.openxmlformats.org/officeDocument/2006/relationships/image" Target="../media/image464.png"/><Relationship Id="rId134" Type="http://schemas.openxmlformats.org/officeDocument/2006/relationships/customXml" Target="../ink/ink478.xml"/><Relationship Id="rId80" Type="http://schemas.openxmlformats.org/officeDocument/2006/relationships/customXml" Target="../ink/ink451.xml"/><Relationship Id="rId155" Type="http://schemas.openxmlformats.org/officeDocument/2006/relationships/image" Target="../media/image485.png"/><Relationship Id="rId176" Type="http://schemas.openxmlformats.org/officeDocument/2006/relationships/customXml" Target="../ink/ink499.xml"/><Relationship Id="rId197" Type="http://schemas.openxmlformats.org/officeDocument/2006/relationships/image" Target="../media/image506.png"/><Relationship Id="rId201" Type="http://schemas.openxmlformats.org/officeDocument/2006/relationships/image" Target="../media/image508.png"/><Relationship Id="rId222" Type="http://schemas.openxmlformats.org/officeDocument/2006/relationships/customXml" Target="../ink/ink522.xml"/><Relationship Id="rId17" Type="http://schemas.openxmlformats.org/officeDocument/2006/relationships/image" Target="../media/image416.png"/><Relationship Id="rId38" Type="http://schemas.openxmlformats.org/officeDocument/2006/relationships/customXml" Target="../ink/ink430.xml"/><Relationship Id="rId59" Type="http://schemas.openxmlformats.org/officeDocument/2006/relationships/image" Target="../media/image437.png"/><Relationship Id="rId103" Type="http://schemas.openxmlformats.org/officeDocument/2006/relationships/image" Target="../media/image459.png"/><Relationship Id="rId124" Type="http://schemas.openxmlformats.org/officeDocument/2006/relationships/customXml" Target="../ink/ink473.xml"/><Relationship Id="rId70" Type="http://schemas.openxmlformats.org/officeDocument/2006/relationships/customXml" Target="../ink/ink446.xml"/><Relationship Id="rId91" Type="http://schemas.openxmlformats.org/officeDocument/2006/relationships/image" Target="../media/image453.png"/><Relationship Id="rId145" Type="http://schemas.openxmlformats.org/officeDocument/2006/relationships/image" Target="../media/image480.png"/><Relationship Id="rId166" Type="http://schemas.openxmlformats.org/officeDocument/2006/relationships/customXml" Target="../ink/ink494.xml"/><Relationship Id="rId187" Type="http://schemas.openxmlformats.org/officeDocument/2006/relationships/image" Target="../media/image50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17.xml"/><Relationship Id="rId233" Type="http://schemas.openxmlformats.org/officeDocument/2006/relationships/image" Target="../media/image524.png"/><Relationship Id="rId28" Type="http://schemas.openxmlformats.org/officeDocument/2006/relationships/customXml" Target="../ink/ink425.xml"/><Relationship Id="rId49" Type="http://schemas.openxmlformats.org/officeDocument/2006/relationships/image" Target="../media/image432.png"/><Relationship Id="rId114" Type="http://schemas.openxmlformats.org/officeDocument/2006/relationships/customXml" Target="../ink/ink468.xml"/><Relationship Id="rId60" Type="http://schemas.openxmlformats.org/officeDocument/2006/relationships/customXml" Target="../ink/ink441.xml"/><Relationship Id="rId81" Type="http://schemas.openxmlformats.org/officeDocument/2006/relationships/image" Target="../media/image448.png"/><Relationship Id="rId135" Type="http://schemas.openxmlformats.org/officeDocument/2006/relationships/image" Target="../media/image475.png"/><Relationship Id="rId156" Type="http://schemas.openxmlformats.org/officeDocument/2006/relationships/customXml" Target="../ink/ink489.xml"/><Relationship Id="rId177" Type="http://schemas.openxmlformats.org/officeDocument/2006/relationships/image" Target="../media/image496.png"/><Relationship Id="rId198" Type="http://schemas.openxmlformats.org/officeDocument/2006/relationships/customXml" Target="../ink/ink510.xml"/><Relationship Id="rId202" Type="http://schemas.openxmlformats.org/officeDocument/2006/relationships/customXml" Target="../ink/ink512.xml"/><Relationship Id="rId223" Type="http://schemas.openxmlformats.org/officeDocument/2006/relationships/image" Target="../media/image519.png"/><Relationship Id="rId18" Type="http://schemas.openxmlformats.org/officeDocument/2006/relationships/customXml" Target="../ink/ink420.xml"/><Relationship Id="rId39" Type="http://schemas.openxmlformats.org/officeDocument/2006/relationships/image" Target="../media/image427.png"/><Relationship Id="rId50" Type="http://schemas.openxmlformats.org/officeDocument/2006/relationships/customXml" Target="../ink/ink436.xml"/><Relationship Id="rId104" Type="http://schemas.openxmlformats.org/officeDocument/2006/relationships/customXml" Target="../ink/ink463.xml"/><Relationship Id="rId125" Type="http://schemas.openxmlformats.org/officeDocument/2006/relationships/image" Target="../media/image470.png"/><Relationship Id="rId146" Type="http://schemas.openxmlformats.org/officeDocument/2006/relationships/customXml" Target="../ink/ink484.xml"/><Relationship Id="rId167" Type="http://schemas.openxmlformats.org/officeDocument/2006/relationships/image" Target="../media/image491.png"/><Relationship Id="rId188" Type="http://schemas.openxmlformats.org/officeDocument/2006/relationships/customXml" Target="../ink/ink505.xml"/><Relationship Id="rId71" Type="http://schemas.openxmlformats.org/officeDocument/2006/relationships/image" Target="../media/image443.png"/><Relationship Id="rId92" Type="http://schemas.openxmlformats.org/officeDocument/2006/relationships/customXml" Target="../ink/ink457.xml"/><Relationship Id="rId213" Type="http://schemas.openxmlformats.org/officeDocument/2006/relationships/image" Target="../media/image514.png"/><Relationship Id="rId234" Type="http://schemas.openxmlformats.org/officeDocument/2006/relationships/customXml" Target="../ink/ink528.xml"/><Relationship Id="rId2" Type="http://schemas.openxmlformats.org/officeDocument/2006/relationships/customXml" Target="../ink/ink412.xml"/><Relationship Id="rId29" Type="http://schemas.openxmlformats.org/officeDocument/2006/relationships/image" Target="../media/image422.png"/><Relationship Id="rId40" Type="http://schemas.openxmlformats.org/officeDocument/2006/relationships/customXml" Target="../ink/ink431.xml"/><Relationship Id="rId115" Type="http://schemas.openxmlformats.org/officeDocument/2006/relationships/image" Target="../media/image465.png"/><Relationship Id="rId136" Type="http://schemas.openxmlformats.org/officeDocument/2006/relationships/customXml" Target="../ink/ink479.xml"/><Relationship Id="rId157" Type="http://schemas.openxmlformats.org/officeDocument/2006/relationships/image" Target="../media/image486.png"/><Relationship Id="rId178" Type="http://schemas.openxmlformats.org/officeDocument/2006/relationships/customXml" Target="../ink/ink500.xml"/><Relationship Id="rId61" Type="http://schemas.openxmlformats.org/officeDocument/2006/relationships/image" Target="../media/image438.png"/><Relationship Id="rId82" Type="http://schemas.openxmlformats.org/officeDocument/2006/relationships/customXml" Target="../ink/ink452.xml"/><Relationship Id="rId199" Type="http://schemas.openxmlformats.org/officeDocument/2006/relationships/image" Target="../media/image507.png"/><Relationship Id="rId203" Type="http://schemas.openxmlformats.org/officeDocument/2006/relationships/image" Target="../media/image509.png"/><Relationship Id="rId19" Type="http://schemas.openxmlformats.org/officeDocument/2006/relationships/image" Target="../media/image417.png"/><Relationship Id="rId224" Type="http://schemas.openxmlformats.org/officeDocument/2006/relationships/customXml" Target="../ink/ink523.xml"/><Relationship Id="rId30" Type="http://schemas.openxmlformats.org/officeDocument/2006/relationships/customXml" Target="../ink/ink426.xml"/><Relationship Id="rId105" Type="http://schemas.openxmlformats.org/officeDocument/2006/relationships/image" Target="../media/image460.png"/><Relationship Id="rId126" Type="http://schemas.openxmlformats.org/officeDocument/2006/relationships/customXml" Target="../ink/ink474.xml"/><Relationship Id="rId147" Type="http://schemas.openxmlformats.org/officeDocument/2006/relationships/image" Target="../media/image481.png"/><Relationship Id="rId168" Type="http://schemas.openxmlformats.org/officeDocument/2006/relationships/customXml" Target="../ink/ink495.xml"/><Relationship Id="rId51" Type="http://schemas.openxmlformats.org/officeDocument/2006/relationships/image" Target="../media/image433.png"/><Relationship Id="rId72" Type="http://schemas.openxmlformats.org/officeDocument/2006/relationships/customXml" Target="../ink/ink447.xml"/><Relationship Id="rId93" Type="http://schemas.openxmlformats.org/officeDocument/2006/relationships/image" Target="../media/image454.png"/><Relationship Id="rId189" Type="http://schemas.openxmlformats.org/officeDocument/2006/relationships/image" Target="../media/image502.png"/><Relationship Id="rId3" Type="http://schemas.openxmlformats.org/officeDocument/2006/relationships/image" Target="../media/image409.png"/><Relationship Id="rId214" Type="http://schemas.openxmlformats.org/officeDocument/2006/relationships/customXml" Target="../ink/ink518.xml"/><Relationship Id="rId235" Type="http://schemas.openxmlformats.org/officeDocument/2006/relationships/image" Target="../media/image525.png"/><Relationship Id="rId116" Type="http://schemas.openxmlformats.org/officeDocument/2006/relationships/customXml" Target="../ink/ink469.xml"/><Relationship Id="rId137" Type="http://schemas.openxmlformats.org/officeDocument/2006/relationships/image" Target="../media/image476.png"/><Relationship Id="rId158" Type="http://schemas.openxmlformats.org/officeDocument/2006/relationships/customXml" Target="../ink/ink490.xml"/><Relationship Id="rId20" Type="http://schemas.openxmlformats.org/officeDocument/2006/relationships/customXml" Target="../ink/ink421.xml"/><Relationship Id="rId41" Type="http://schemas.openxmlformats.org/officeDocument/2006/relationships/image" Target="../media/image428.png"/><Relationship Id="rId62" Type="http://schemas.openxmlformats.org/officeDocument/2006/relationships/customXml" Target="../ink/ink442.xml"/><Relationship Id="rId83" Type="http://schemas.openxmlformats.org/officeDocument/2006/relationships/image" Target="../media/image449.png"/><Relationship Id="rId179" Type="http://schemas.openxmlformats.org/officeDocument/2006/relationships/image" Target="../media/image497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4.png"/><Relationship Id="rId21" Type="http://schemas.openxmlformats.org/officeDocument/2006/relationships/image" Target="../media/image536.png"/><Relationship Id="rId42" Type="http://schemas.openxmlformats.org/officeDocument/2006/relationships/customXml" Target="../ink/ink550.xml"/><Relationship Id="rId63" Type="http://schemas.openxmlformats.org/officeDocument/2006/relationships/image" Target="../media/image557.png"/><Relationship Id="rId84" Type="http://schemas.openxmlformats.org/officeDocument/2006/relationships/customXml" Target="../ink/ink571.xml"/><Relationship Id="rId138" Type="http://schemas.openxmlformats.org/officeDocument/2006/relationships/customXml" Target="../ink/ink598.xml"/><Relationship Id="rId159" Type="http://schemas.openxmlformats.org/officeDocument/2006/relationships/image" Target="../media/image605.png"/><Relationship Id="rId170" Type="http://schemas.openxmlformats.org/officeDocument/2006/relationships/customXml" Target="../ink/ink614.xml"/><Relationship Id="rId191" Type="http://schemas.openxmlformats.org/officeDocument/2006/relationships/image" Target="../media/image621.png"/><Relationship Id="rId205" Type="http://schemas.openxmlformats.org/officeDocument/2006/relationships/image" Target="../media/image628.png"/><Relationship Id="rId226" Type="http://schemas.openxmlformats.org/officeDocument/2006/relationships/customXml" Target="../ink/ink642.xml"/><Relationship Id="rId107" Type="http://schemas.openxmlformats.org/officeDocument/2006/relationships/image" Target="../media/image579.png"/><Relationship Id="rId11" Type="http://schemas.openxmlformats.org/officeDocument/2006/relationships/image" Target="../media/image531.png"/><Relationship Id="rId32" Type="http://schemas.openxmlformats.org/officeDocument/2006/relationships/customXml" Target="../ink/ink545.xml"/><Relationship Id="rId53" Type="http://schemas.openxmlformats.org/officeDocument/2006/relationships/image" Target="../media/image552.png"/><Relationship Id="rId74" Type="http://schemas.openxmlformats.org/officeDocument/2006/relationships/customXml" Target="../ink/ink566.xml"/><Relationship Id="rId128" Type="http://schemas.openxmlformats.org/officeDocument/2006/relationships/customXml" Target="../ink/ink593.xml"/><Relationship Id="rId149" Type="http://schemas.openxmlformats.org/officeDocument/2006/relationships/image" Target="../media/image600.png"/><Relationship Id="rId5" Type="http://schemas.openxmlformats.org/officeDocument/2006/relationships/image" Target="../media/image528.png"/><Relationship Id="rId95" Type="http://schemas.openxmlformats.org/officeDocument/2006/relationships/image" Target="../media/image573.png"/><Relationship Id="rId160" Type="http://schemas.openxmlformats.org/officeDocument/2006/relationships/customXml" Target="../ink/ink609.xml"/><Relationship Id="rId181" Type="http://schemas.openxmlformats.org/officeDocument/2006/relationships/image" Target="../media/image616.png"/><Relationship Id="rId216" Type="http://schemas.openxmlformats.org/officeDocument/2006/relationships/customXml" Target="../ink/ink637.xml"/><Relationship Id="rId22" Type="http://schemas.openxmlformats.org/officeDocument/2006/relationships/customXml" Target="../ink/ink540.xml"/><Relationship Id="rId43" Type="http://schemas.openxmlformats.org/officeDocument/2006/relationships/image" Target="../media/image547.png"/><Relationship Id="rId64" Type="http://schemas.openxmlformats.org/officeDocument/2006/relationships/customXml" Target="../ink/ink561.xml"/><Relationship Id="rId118" Type="http://schemas.openxmlformats.org/officeDocument/2006/relationships/customXml" Target="../ink/ink588.xml"/><Relationship Id="rId139" Type="http://schemas.openxmlformats.org/officeDocument/2006/relationships/image" Target="../media/image595.png"/><Relationship Id="rId85" Type="http://schemas.openxmlformats.org/officeDocument/2006/relationships/image" Target="../media/image568.png"/><Relationship Id="rId150" Type="http://schemas.openxmlformats.org/officeDocument/2006/relationships/customXml" Target="../ink/ink604.xml"/><Relationship Id="rId171" Type="http://schemas.openxmlformats.org/officeDocument/2006/relationships/image" Target="../media/image611.png"/><Relationship Id="rId192" Type="http://schemas.openxmlformats.org/officeDocument/2006/relationships/customXml" Target="../ink/ink625.xml"/><Relationship Id="rId206" Type="http://schemas.openxmlformats.org/officeDocument/2006/relationships/customXml" Target="../ink/ink632.xml"/><Relationship Id="rId227" Type="http://schemas.openxmlformats.org/officeDocument/2006/relationships/image" Target="../media/image639.png"/><Relationship Id="rId12" Type="http://schemas.openxmlformats.org/officeDocument/2006/relationships/customXml" Target="../ink/ink535.xml"/><Relationship Id="rId33" Type="http://schemas.openxmlformats.org/officeDocument/2006/relationships/image" Target="../media/image542.png"/><Relationship Id="rId108" Type="http://schemas.openxmlformats.org/officeDocument/2006/relationships/customXml" Target="../ink/ink583.xml"/><Relationship Id="rId129" Type="http://schemas.openxmlformats.org/officeDocument/2006/relationships/image" Target="../media/image590.png"/><Relationship Id="rId54" Type="http://schemas.openxmlformats.org/officeDocument/2006/relationships/customXml" Target="../ink/ink556.xml"/><Relationship Id="rId75" Type="http://schemas.openxmlformats.org/officeDocument/2006/relationships/image" Target="../media/image563.png"/><Relationship Id="rId96" Type="http://schemas.openxmlformats.org/officeDocument/2006/relationships/customXml" Target="../ink/ink577.xml"/><Relationship Id="rId140" Type="http://schemas.openxmlformats.org/officeDocument/2006/relationships/customXml" Target="../ink/ink599.xml"/><Relationship Id="rId161" Type="http://schemas.openxmlformats.org/officeDocument/2006/relationships/image" Target="../media/image606.png"/><Relationship Id="rId182" Type="http://schemas.openxmlformats.org/officeDocument/2006/relationships/customXml" Target="../ink/ink620.xml"/><Relationship Id="rId217" Type="http://schemas.openxmlformats.org/officeDocument/2006/relationships/image" Target="../media/image634.png"/><Relationship Id="rId6" Type="http://schemas.openxmlformats.org/officeDocument/2006/relationships/customXml" Target="../ink/ink532.xml"/><Relationship Id="rId23" Type="http://schemas.openxmlformats.org/officeDocument/2006/relationships/image" Target="../media/image537.png"/><Relationship Id="rId119" Type="http://schemas.openxmlformats.org/officeDocument/2006/relationships/image" Target="../media/image585.png"/><Relationship Id="rId44" Type="http://schemas.openxmlformats.org/officeDocument/2006/relationships/customXml" Target="../ink/ink551.xml"/><Relationship Id="rId65" Type="http://schemas.openxmlformats.org/officeDocument/2006/relationships/image" Target="../media/image558.png"/><Relationship Id="rId86" Type="http://schemas.openxmlformats.org/officeDocument/2006/relationships/customXml" Target="../ink/ink572.xml"/><Relationship Id="rId130" Type="http://schemas.openxmlformats.org/officeDocument/2006/relationships/customXml" Target="../ink/ink594.xml"/><Relationship Id="rId151" Type="http://schemas.openxmlformats.org/officeDocument/2006/relationships/image" Target="../media/image601.png"/><Relationship Id="rId172" Type="http://schemas.openxmlformats.org/officeDocument/2006/relationships/customXml" Target="../ink/ink615.xml"/><Relationship Id="rId193" Type="http://schemas.openxmlformats.org/officeDocument/2006/relationships/image" Target="../media/image622.png"/><Relationship Id="rId207" Type="http://schemas.openxmlformats.org/officeDocument/2006/relationships/image" Target="../media/image629.png"/><Relationship Id="rId13" Type="http://schemas.openxmlformats.org/officeDocument/2006/relationships/image" Target="../media/image532.png"/><Relationship Id="rId109" Type="http://schemas.openxmlformats.org/officeDocument/2006/relationships/image" Target="../media/image580.png"/><Relationship Id="rId34" Type="http://schemas.openxmlformats.org/officeDocument/2006/relationships/customXml" Target="../ink/ink546.xml"/><Relationship Id="rId55" Type="http://schemas.openxmlformats.org/officeDocument/2006/relationships/image" Target="../media/image553.png"/><Relationship Id="rId76" Type="http://schemas.openxmlformats.org/officeDocument/2006/relationships/customXml" Target="../ink/ink567.xml"/><Relationship Id="rId97" Type="http://schemas.openxmlformats.org/officeDocument/2006/relationships/image" Target="../media/image574.png"/><Relationship Id="rId120" Type="http://schemas.openxmlformats.org/officeDocument/2006/relationships/customXml" Target="../ink/ink589.xml"/><Relationship Id="rId141" Type="http://schemas.openxmlformats.org/officeDocument/2006/relationships/image" Target="../media/image596.png"/><Relationship Id="rId7" Type="http://schemas.openxmlformats.org/officeDocument/2006/relationships/image" Target="../media/image529.png"/><Relationship Id="rId162" Type="http://schemas.openxmlformats.org/officeDocument/2006/relationships/customXml" Target="../ink/ink610.xml"/><Relationship Id="rId183" Type="http://schemas.openxmlformats.org/officeDocument/2006/relationships/image" Target="../media/image617.png"/><Relationship Id="rId218" Type="http://schemas.openxmlformats.org/officeDocument/2006/relationships/customXml" Target="../ink/ink638.xml"/><Relationship Id="rId24" Type="http://schemas.openxmlformats.org/officeDocument/2006/relationships/customXml" Target="../ink/ink541.xml"/><Relationship Id="rId45" Type="http://schemas.openxmlformats.org/officeDocument/2006/relationships/image" Target="../media/image548.png"/><Relationship Id="rId66" Type="http://schemas.openxmlformats.org/officeDocument/2006/relationships/customXml" Target="../ink/ink562.xml"/><Relationship Id="rId87" Type="http://schemas.openxmlformats.org/officeDocument/2006/relationships/image" Target="../media/image569.png"/><Relationship Id="rId110" Type="http://schemas.openxmlformats.org/officeDocument/2006/relationships/customXml" Target="../ink/ink584.xml"/><Relationship Id="rId131" Type="http://schemas.openxmlformats.org/officeDocument/2006/relationships/image" Target="../media/image591.png"/><Relationship Id="rId152" Type="http://schemas.openxmlformats.org/officeDocument/2006/relationships/customXml" Target="../ink/ink605.xml"/><Relationship Id="rId173" Type="http://schemas.openxmlformats.org/officeDocument/2006/relationships/image" Target="../media/image612.png"/><Relationship Id="rId194" Type="http://schemas.openxmlformats.org/officeDocument/2006/relationships/customXml" Target="../ink/ink626.xml"/><Relationship Id="rId208" Type="http://schemas.openxmlformats.org/officeDocument/2006/relationships/customXml" Target="../ink/ink633.xml"/><Relationship Id="rId14" Type="http://schemas.openxmlformats.org/officeDocument/2006/relationships/customXml" Target="../ink/ink536.xml"/><Relationship Id="rId35" Type="http://schemas.openxmlformats.org/officeDocument/2006/relationships/image" Target="../media/image543.png"/><Relationship Id="rId56" Type="http://schemas.openxmlformats.org/officeDocument/2006/relationships/customXml" Target="../ink/ink557.xml"/><Relationship Id="rId77" Type="http://schemas.openxmlformats.org/officeDocument/2006/relationships/image" Target="../media/image564.png"/><Relationship Id="rId100" Type="http://schemas.openxmlformats.org/officeDocument/2006/relationships/customXml" Target="../ink/ink579.xml"/><Relationship Id="rId8" Type="http://schemas.openxmlformats.org/officeDocument/2006/relationships/customXml" Target="../ink/ink533.xml"/><Relationship Id="rId98" Type="http://schemas.openxmlformats.org/officeDocument/2006/relationships/customXml" Target="../ink/ink578.xml"/><Relationship Id="rId121" Type="http://schemas.openxmlformats.org/officeDocument/2006/relationships/image" Target="../media/image586.png"/><Relationship Id="rId142" Type="http://schemas.openxmlformats.org/officeDocument/2006/relationships/customXml" Target="../ink/ink600.xml"/><Relationship Id="rId163" Type="http://schemas.openxmlformats.org/officeDocument/2006/relationships/image" Target="../media/image607.png"/><Relationship Id="rId184" Type="http://schemas.openxmlformats.org/officeDocument/2006/relationships/customXml" Target="../ink/ink621.xml"/><Relationship Id="rId219" Type="http://schemas.openxmlformats.org/officeDocument/2006/relationships/image" Target="../media/image635.png"/><Relationship Id="rId3" Type="http://schemas.openxmlformats.org/officeDocument/2006/relationships/image" Target="../media/image527.png"/><Relationship Id="rId214" Type="http://schemas.openxmlformats.org/officeDocument/2006/relationships/customXml" Target="../ink/ink636.xml"/><Relationship Id="rId25" Type="http://schemas.openxmlformats.org/officeDocument/2006/relationships/image" Target="../media/image538.png"/><Relationship Id="rId46" Type="http://schemas.openxmlformats.org/officeDocument/2006/relationships/customXml" Target="../ink/ink552.xml"/><Relationship Id="rId67" Type="http://schemas.openxmlformats.org/officeDocument/2006/relationships/image" Target="../media/image559.png"/><Relationship Id="rId116" Type="http://schemas.openxmlformats.org/officeDocument/2006/relationships/customXml" Target="../ink/ink587.xml"/><Relationship Id="rId137" Type="http://schemas.openxmlformats.org/officeDocument/2006/relationships/image" Target="../media/image594.png"/><Relationship Id="rId158" Type="http://schemas.openxmlformats.org/officeDocument/2006/relationships/customXml" Target="../ink/ink608.xml"/><Relationship Id="rId20" Type="http://schemas.openxmlformats.org/officeDocument/2006/relationships/customXml" Target="../ink/ink539.xml"/><Relationship Id="rId41" Type="http://schemas.openxmlformats.org/officeDocument/2006/relationships/image" Target="../media/image546.png"/><Relationship Id="rId62" Type="http://schemas.openxmlformats.org/officeDocument/2006/relationships/customXml" Target="../ink/ink560.xml"/><Relationship Id="rId83" Type="http://schemas.openxmlformats.org/officeDocument/2006/relationships/image" Target="../media/image567.png"/><Relationship Id="rId88" Type="http://schemas.openxmlformats.org/officeDocument/2006/relationships/customXml" Target="../ink/ink573.xml"/><Relationship Id="rId111" Type="http://schemas.openxmlformats.org/officeDocument/2006/relationships/image" Target="../media/image581.png"/><Relationship Id="rId132" Type="http://schemas.openxmlformats.org/officeDocument/2006/relationships/customXml" Target="../ink/ink595.xml"/><Relationship Id="rId153" Type="http://schemas.openxmlformats.org/officeDocument/2006/relationships/image" Target="../media/image602.png"/><Relationship Id="rId174" Type="http://schemas.openxmlformats.org/officeDocument/2006/relationships/customXml" Target="../ink/ink616.xml"/><Relationship Id="rId179" Type="http://schemas.openxmlformats.org/officeDocument/2006/relationships/image" Target="../media/image615.png"/><Relationship Id="rId195" Type="http://schemas.openxmlformats.org/officeDocument/2006/relationships/image" Target="../media/image623.png"/><Relationship Id="rId209" Type="http://schemas.openxmlformats.org/officeDocument/2006/relationships/image" Target="../media/image630.png"/><Relationship Id="rId190" Type="http://schemas.openxmlformats.org/officeDocument/2006/relationships/customXml" Target="../ink/ink624.xml"/><Relationship Id="rId204" Type="http://schemas.openxmlformats.org/officeDocument/2006/relationships/customXml" Target="../ink/ink631.xml"/><Relationship Id="rId220" Type="http://schemas.openxmlformats.org/officeDocument/2006/relationships/customXml" Target="../ink/ink639.xml"/><Relationship Id="rId225" Type="http://schemas.openxmlformats.org/officeDocument/2006/relationships/image" Target="../media/image638.png"/><Relationship Id="rId15" Type="http://schemas.openxmlformats.org/officeDocument/2006/relationships/image" Target="../media/image533.png"/><Relationship Id="rId36" Type="http://schemas.openxmlformats.org/officeDocument/2006/relationships/customXml" Target="../ink/ink547.xml"/><Relationship Id="rId57" Type="http://schemas.openxmlformats.org/officeDocument/2006/relationships/image" Target="../media/image554.png"/><Relationship Id="rId106" Type="http://schemas.openxmlformats.org/officeDocument/2006/relationships/customXml" Target="../ink/ink582.xml"/><Relationship Id="rId127" Type="http://schemas.openxmlformats.org/officeDocument/2006/relationships/image" Target="../media/image589.png"/><Relationship Id="rId10" Type="http://schemas.openxmlformats.org/officeDocument/2006/relationships/customXml" Target="../ink/ink534.xml"/><Relationship Id="rId31" Type="http://schemas.openxmlformats.org/officeDocument/2006/relationships/image" Target="../media/image541.png"/><Relationship Id="rId52" Type="http://schemas.openxmlformats.org/officeDocument/2006/relationships/customXml" Target="../ink/ink555.xml"/><Relationship Id="rId73" Type="http://schemas.openxmlformats.org/officeDocument/2006/relationships/image" Target="../media/image562.png"/><Relationship Id="rId78" Type="http://schemas.openxmlformats.org/officeDocument/2006/relationships/customXml" Target="../ink/ink568.xml"/><Relationship Id="rId94" Type="http://schemas.openxmlformats.org/officeDocument/2006/relationships/customXml" Target="../ink/ink576.xml"/><Relationship Id="rId99" Type="http://schemas.openxmlformats.org/officeDocument/2006/relationships/image" Target="../media/image575.png"/><Relationship Id="rId101" Type="http://schemas.openxmlformats.org/officeDocument/2006/relationships/image" Target="../media/image576.png"/><Relationship Id="rId122" Type="http://schemas.openxmlformats.org/officeDocument/2006/relationships/customXml" Target="../ink/ink590.xml"/><Relationship Id="rId143" Type="http://schemas.openxmlformats.org/officeDocument/2006/relationships/image" Target="../media/image597.png"/><Relationship Id="rId148" Type="http://schemas.openxmlformats.org/officeDocument/2006/relationships/customXml" Target="../ink/ink603.xml"/><Relationship Id="rId164" Type="http://schemas.openxmlformats.org/officeDocument/2006/relationships/customXml" Target="../ink/ink611.xml"/><Relationship Id="rId169" Type="http://schemas.openxmlformats.org/officeDocument/2006/relationships/image" Target="../media/image610.png"/><Relationship Id="rId185" Type="http://schemas.openxmlformats.org/officeDocument/2006/relationships/image" Target="../media/image618.png"/><Relationship Id="rId4" Type="http://schemas.openxmlformats.org/officeDocument/2006/relationships/customXml" Target="../ink/ink531.xml"/><Relationship Id="rId9" Type="http://schemas.openxmlformats.org/officeDocument/2006/relationships/image" Target="../media/image530.png"/><Relationship Id="rId180" Type="http://schemas.openxmlformats.org/officeDocument/2006/relationships/customXml" Target="../ink/ink619.xml"/><Relationship Id="rId210" Type="http://schemas.openxmlformats.org/officeDocument/2006/relationships/customXml" Target="../ink/ink634.xml"/><Relationship Id="rId215" Type="http://schemas.openxmlformats.org/officeDocument/2006/relationships/image" Target="../media/image633.png"/><Relationship Id="rId26" Type="http://schemas.openxmlformats.org/officeDocument/2006/relationships/customXml" Target="../ink/ink542.xml"/><Relationship Id="rId47" Type="http://schemas.openxmlformats.org/officeDocument/2006/relationships/image" Target="../media/image549.png"/><Relationship Id="rId68" Type="http://schemas.openxmlformats.org/officeDocument/2006/relationships/customXml" Target="../ink/ink563.xml"/><Relationship Id="rId89" Type="http://schemas.openxmlformats.org/officeDocument/2006/relationships/image" Target="../media/image570.png"/><Relationship Id="rId112" Type="http://schemas.openxmlformats.org/officeDocument/2006/relationships/customXml" Target="../ink/ink585.xml"/><Relationship Id="rId133" Type="http://schemas.openxmlformats.org/officeDocument/2006/relationships/image" Target="../media/image592.png"/><Relationship Id="rId154" Type="http://schemas.openxmlformats.org/officeDocument/2006/relationships/customXml" Target="../ink/ink606.xml"/><Relationship Id="rId175" Type="http://schemas.openxmlformats.org/officeDocument/2006/relationships/image" Target="../media/image613.png"/><Relationship Id="rId196" Type="http://schemas.openxmlformats.org/officeDocument/2006/relationships/customXml" Target="../ink/ink627.xml"/><Relationship Id="rId200" Type="http://schemas.openxmlformats.org/officeDocument/2006/relationships/customXml" Target="../ink/ink629.xml"/><Relationship Id="rId16" Type="http://schemas.openxmlformats.org/officeDocument/2006/relationships/customXml" Target="../ink/ink537.xml"/><Relationship Id="rId221" Type="http://schemas.openxmlformats.org/officeDocument/2006/relationships/image" Target="../media/image636.png"/><Relationship Id="rId37" Type="http://schemas.openxmlformats.org/officeDocument/2006/relationships/image" Target="../media/image544.png"/><Relationship Id="rId58" Type="http://schemas.openxmlformats.org/officeDocument/2006/relationships/customXml" Target="../ink/ink558.xml"/><Relationship Id="rId79" Type="http://schemas.openxmlformats.org/officeDocument/2006/relationships/image" Target="../media/image565.png"/><Relationship Id="rId102" Type="http://schemas.openxmlformats.org/officeDocument/2006/relationships/customXml" Target="../ink/ink580.xml"/><Relationship Id="rId123" Type="http://schemas.openxmlformats.org/officeDocument/2006/relationships/image" Target="../media/image587.png"/><Relationship Id="rId144" Type="http://schemas.openxmlformats.org/officeDocument/2006/relationships/customXml" Target="../ink/ink601.xml"/><Relationship Id="rId90" Type="http://schemas.openxmlformats.org/officeDocument/2006/relationships/customXml" Target="../ink/ink574.xml"/><Relationship Id="rId165" Type="http://schemas.openxmlformats.org/officeDocument/2006/relationships/image" Target="../media/image608.png"/><Relationship Id="rId186" Type="http://schemas.openxmlformats.org/officeDocument/2006/relationships/customXml" Target="../ink/ink622.xml"/><Relationship Id="rId211" Type="http://schemas.openxmlformats.org/officeDocument/2006/relationships/image" Target="../media/image631.png"/><Relationship Id="rId27" Type="http://schemas.openxmlformats.org/officeDocument/2006/relationships/image" Target="../media/image539.png"/><Relationship Id="rId48" Type="http://schemas.openxmlformats.org/officeDocument/2006/relationships/customXml" Target="../ink/ink553.xml"/><Relationship Id="rId69" Type="http://schemas.openxmlformats.org/officeDocument/2006/relationships/image" Target="../media/image560.png"/><Relationship Id="rId113" Type="http://schemas.openxmlformats.org/officeDocument/2006/relationships/image" Target="../media/image582.png"/><Relationship Id="rId134" Type="http://schemas.openxmlformats.org/officeDocument/2006/relationships/customXml" Target="../ink/ink596.xml"/><Relationship Id="rId80" Type="http://schemas.openxmlformats.org/officeDocument/2006/relationships/customXml" Target="../ink/ink569.xml"/><Relationship Id="rId155" Type="http://schemas.openxmlformats.org/officeDocument/2006/relationships/image" Target="../media/image603.png"/><Relationship Id="rId176" Type="http://schemas.openxmlformats.org/officeDocument/2006/relationships/customXml" Target="../ink/ink617.xml"/><Relationship Id="rId197" Type="http://schemas.openxmlformats.org/officeDocument/2006/relationships/image" Target="../media/image624.png"/><Relationship Id="rId201" Type="http://schemas.openxmlformats.org/officeDocument/2006/relationships/image" Target="../media/image626.png"/><Relationship Id="rId222" Type="http://schemas.openxmlformats.org/officeDocument/2006/relationships/customXml" Target="../ink/ink640.xml"/><Relationship Id="rId17" Type="http://schemas.openxmlformats.org/officeDocument/2006/relationships/image" Target="../media/image534.png"/><Relationship Id="rId38" Type="http://schemas.openxmlformats.org/officeDocument/2006/relationships/customXml" Target="../ink/ink548.xml"/><Relationship Id="rId59" Type="http://schemas.openxmlformats.org/officeDocument/2006/relationships/image" Target="../media/image555.png"/><Relationship Id="rId103" Type="http://schemas.openxmlformats.org/officeDocument/2006/relationships/image" Target="../media/image577.png"/><Relationship Id="rId124" Type="http://schemas.openxmlformats.org/officeDocument/2006/relationships/customXml" Target="../ink/ink591.xml"/><Relationship Id="rId70" Type="http://schemas.openxmlformats.org/officeDocument/2006/relationships/customXml" Target="../ink/ink564.xml"/><Relationship Id="rId91" Type="http://schemas.openxmlformats.org/officeDocument/2006/relationships/image" Target="../media/image571.png"/><Relationship Id="rId145" Type="http://schemas.openxmlformats.org/officeDocument/2006/relationships/image" Target="../media/image598.png"/><Relationship Id="rId166" Type="http://schemas.openxmlformats.org/officeDocument/2006/relationships/customXml" Target="../ink/ink612.xml"/><Relationship Id="rId187" Type="http://schemas.openxmlformats.org/officeDocument/2006/relationships/image" Target="../media/image6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35.xml"/><Relationship Id="rId28" Type="http://schemas.openxmlformats.org/officeDocument/2006/relationships/customXml" Target="../ink/ink543.xml"/><Relationship Id="rId49" Type="http://schemas.openxmlformats.org/officeDocument/2006/relationships/image" Target="../media/image550.png"/><Relationship Id="rId114" Type="http://schemas.openxmlformats.org/officeDocument/2006/relationships/customXml" Target="../ink/ink586.xml"/><Relationship Id="rId60" Type="http://schemas.openxmlformats.org/officeDocument/2006/relationships/customXml" Target="../ink/ink559.xml"/><Relationship Id="rId81" Type="http://schemas.openxmlformats.org/officeDocument/2006/relationships/image" Target="../media/image566.png"/><Relationship Id="rId135" Type="http://schemas.openxmlformats.org/officeDocument/2006/relationships/image" Target="../media/image593.png"/><Relationship Id="rId156" Type="http://schemas.openxmlformats.org/officeDocument/2006/relationships/customXml" Target="../ink/ink607.xml"/><Relationship Id="rId177" Type="http://schemas.openxmlformats.org/officeDocument/2006/relationships/image" Target="../media/image614.png"/><Relationship Id="rId198" Type="http://schemas.openxmlformats.org/officeDocument/2006/relationships/customXml" Target="../ink/ink628.xml"/><Relationship Id="rId202" Type="http://schemas.openxmlformats.org/officeDocument/2006/relationships/customXml" Target="../ink/ink630.xml"/><Relationship Id="rId223" Type="http://schemas.openxmlformats.org/officeDocument/2006/relationships/image" Target="../media/image637.png"/><Relationship Id="rId18" Type="http://schemas.openxmlformats.org/officeDocument/2006/relationships/customXml" Target="../ink/ink538.xml"/><Relationship Id="rId39" Type="http://schemas.openxmlformats.org/officeDocument/2006/relationships/image" Target="../media/image545.png"/><Relationship Id="rId50" Type="http://schemas.openxmlformats.org/officeDocument/2006/relationships/customXml" Target="../ink/ink554.xml"/><Relationship Id="rId104" Type="http://schemas.openxmlformats.org/officeDocument/2006/relationships/customXml" Target="../ink/ink581.xml"/><Relationship Id="rId125" Type="http://schemas.openxmlformats.org/officeDocument/2006/relationships/image" Target="../media/image588.png"/><Relationship Id="rId146" Type="http://schemas.openxmlformats.org/officeDocument/2006/relationships/customXml" Target="../ink/ink602.xml"/><Relationship Id="rId167" Type="http://schemas.openxmlformats.org/officeDocument/2006/relationships/image" Target="../media/image609.png"/><Relationship Id="rId188" Type="http://schemas.openxmlformats.org/officeDocument/2006/relationships/customXml" Target="../ink/ink623.xml"/><Relationship Id="rId71" Type="http://schemas.openxmlformats.org/officeDocument/2006/relationships/image" Target="../media/image561.png"/><Relationship Id="rId92" Type="http://schemas.openxmlformats.org/officeDocument/2006/relationships/customXml" Target="../ink/ink575.xml"/><Relationship Id="rId213" Type="http://schemas.openxmlformats.org/officeDocument/2006/relationships/image" Target="../media/image632.png"/><Relationship Id="rId2" Type="http://schemas.openxmlformats.org/officeDocument/2006/relationships/customXml" Target="../ink/ink530.xml"/><Relationship Id="rId29" Type="http://schemas.openxmlformats.org/officeDocument/2006/relationships/image" Target="../media/image540.png"/><Relationship Id="rId40" Type="http://schemas.openxmlformats.org/officeDocument/2006/relationships/customXml" Target="../ink/ink549.xml"/><Relationship Id="rId115" Type="http://schemas.openxmlformats.org/officeDocument/2006/relationships/image" Target="../media/image583.png"/><Relationship Id="rId136" Type="http://schemas.openxmlformats.org/officeDocument/2006/relationships/customXml" Target="../ink/ink597.xml"/><Relationship Id="rId157" Type="http://schemas.openxmlformats.org/officeDocument/2006/relationships/image" Target="../media/image604.png"/><Relationship Id="rId178" Type="http://schemas.openxmlformats.org/officeDocument/2006/relationships/customXml" Target="../ink/ink618.xml"/><Relationship Id="rId61" Type="http://schemas.openxmlformats.org/officeDocument/2006/relationships/image" Target="../media/image556.png"/><Relationship Id="rId82" Type="http://schemas.openxmlformats.org/officeDocument/2006/relationships/customXml" Target="../ink/ink570.xml"/><Relationship Id="rId199" Type="http://schemas.openxmlformats.org/officeDocument/2006/relationships/image" Target="../media/image625.png"/><Relationship Id="rId203" Type="http://schemas.openxmlformats.org/officeDocument/2006/relationships/image" Target="../media/image627.png"/><Relationship Id="rId19" Type="http://schemas.openxmlformats.org/officeDocument/2006/relationships/image" Target="../media/image535.png"/><Relationship Id="rId224" Type="http://schemas.openxmlformats.org/officeDocument/2006/relationships/customXml" Target="../ink/ink641.xml"/><Relationship Id="rId30" Type="http://schemas.openxmlformats.org/officeDocument/2006/relationships/customXml" Target="../ink/ink544.xml"/><Relationship Id="rId105" Type="http://schemas.openxmlformats.org/officeDocument/2006/relationships/image" Target="../media/image578.png"/><Relationship Id="rId126" Type="http://schemas.openxmlformats.org/officeDocument/2006/relationships/customXml" Target="../ink/ink592.xml"/><Relationship Id="rId147" Type="http://schemas.openxmlformats.org/officeDocument/2006/relationships/image" Target="../media/image599.png"/><Relationship Id="rId168" Type="http://schemas.openxmlformats.org/officeDocument/2006/relationships/customXml" Target="../ink/ink613.xml"/><Relationship Id="rId51" Type="http://schemas.openxmlformats.org/officeDocument/2006/relationships/image" Target="../media/image551.png"/><Relationship Id="rId72" Type="http://schemas.openxmlformats.org/officeDocument/2006/relationships/customXml" Target="../ink/ink565.xml"/><Relationship Id="rId93" Type="http://schemas.openxmlformats.org/officeDocument/2006/relationships/image" Target="../media/image572.png"/><Relationship Id="rId189" Type="http://schemas.openxmlformats.org/officeDocument/2006/relationships/image" Target="../media/image62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7.png"/><Relationship Id="rId21" Type="http://schemas.openxmlformats.org/officeDocument/2006/relationships/image" Target="../media/image649.png"/><Relationship Id="rId42" Type="http://schemas.openxmlformats.org/officeDocument/2006/relationships/customXml" Target="../ink/ink663.xml"/><Relationship Id="rId63" Type="http://schemas.openxmlformats.org/officeDocument/2006/relationships/image" Target="../media/image670.png"/><Relationship Id="rId84" Type="http://schemas.openxmlformats.org/officeDocument/2006/relationships/customXml" Target="../ink/ink684.xml"/><Relationship Id="rId138" Type="http://schemas.openxmlformats.org/officeDocument/2006/relationships/customXml" Target="../ink/ink711.xml"/><Relationship Id="rId107" Type="http://schemas.openxmlformats.org/officeDocument/2006/relationships/image" Target="../media/image692.png"/><Relationship Id="rId11" Type="http://schemas.openxmlformats.org/officeDocument/2006/relationships/image" Target="../media/image644.png"/><Relationship Id="rId32" Type="http://schemas.openxmlformats.org/officeDocument/2006/relationships/customXml" Target="../ink/ink658.xml"/><Relationship Id="rId53" Type="http://schemas.openxmlformats.org/officeDocument/2006/relationships/image" Target="../media/image665.png"/><Relationship Id="rId74" Type="http://schemas.openxmlformats.org/officeDocument/2006/relationships/customXml" Target="../ink/ink679.xml"/><Relationship Id="rId128" Type="http://schemas.openxmlformats.org/officeDocument/2006/relationships/customXml" Target="../ink/ink706.xml"/><Relationship Id="rId149" Type="http://schemas.openxmlformats.org/officeDocument/2006/relationships/image" Target="../media/image713.png"/><Relationship Id="rId5" Type="http://schemas.openxmlformats.org/officeDocument/2006/relationships/image" Target="../media/image641.png"/><Relationship Id="rId95" Type="http://schemas.openxmlformats.org/officeDocument/2006/relationships/image" Target="../media/image686.png"/><Relationship Id="rId22" Type="http://schemas.openxmlformats.org/officeDocument/2006/relationships/customXml" Target="../ink/ink653.xml"/><Relationship Id="rId27" Type="http://schemas.openxmlformats.org/officeDocument/2006/relationships/image" Target="../media/image652.png"/><Relationship Id="rId43" Type="http://schemas.openxmlformats.org/officeDocument/2006/relationships/image" Target="../media/image660.png"/><Relationship Id="rId48" Type="http://schemas.openxmlformats.org/officeDocument/2006/relationships/customXml" Target="../ink/ink666.xml"/><Relationship Id="rId64" Type="http://schemas.openxmlformats.org/officeDocument/2006/relationships/customXml" Target="../ink/ink674.xml"/><Relationship Id="rId69" Type="http://schemas.openxmlformats.org/officeDocument/2006/relationships/image" Target="../media/image673.png"/><Relationship Id="rId113" Type="http://schemas.openxmlformats.org/officeDocument/2006/relationships/image" Target="../media/image695.png"/><Relationship Id="rId118" Type="http://schemas.openxmlformats.org/officeDocument/2006/relationships/customXml" Target="../ink/ink701.xml"/><Relationship Id="rId134" Type="http://schemas.openxmlformats.org/officeDocument/2006/relationships/customXml" Target="../ink/ink709.xml"/><Relationship Id="rId139" Type="http://schemas.openxmlformats.org/officeDocument/2006/relationships/image" Target="../media/image708.png"/><Relationship Id="rId80" Type="http://schemas.openxmlformats.org/officeDocument/2006/relationships/customXml" Target="../ink/ink682.xml"/><Relationship Id="rId85" Type="http://schemas.openxmlformats.org/officeDocument/2006/relationships/image" Target="../media/image681.png"/><Relationship Id="rId150" Type="http://schemas.openxmlformats.org/officeDocument/2006/relationships/customXml" Target="../ink/ink717.xml"/><Relationship Id="rId12" Type="http://schemas.openxmlformats.org/officeDocument/2006/relationships/customXml" Target="../ink/ink648.xml"/><Relationship Id="rId17" Type="http://schemas.openxmlformats.org/officeDocument/2006/relationships/image" Target="../media/image647.png"/><Relationship Id="rId33" Type="http://schemas.openxmlformats.org/officeDocument/2006/relationships/image" Target="../media/image655.png"/><Relationship Id="rId38" Type="http://schemas.openxmlformats.org/officeDocument/2006/relationships/customXml" Target="../ink/ink661.xml"/><Relationship Id="rId59" Type="http://schemas.openxmlformats.org/officeDocument/2006/relationships/image" Target="../media/image668.png"/><Relationship Id="rId103" Type="http://schemas.openxmlformats.org/officeDocument/2006/relationships/image" Target="../media/image690.png"/><Relationship Id="rId108" Type="http://schemas.openxmlformats.org/officeDocument/2006/relationships/customXml" Target="../ink/ink696.xml"/><Relationship Id="rId124" Type="http://schemas.openxmlformats.org/officeDocument/2006/relationships/customXml" Target="../ink/ink704.xml"/><Relationship Id="rId129" Type="http://schemas.openxmlformats.org/officeDocument/2006/relationships/image" Target="../media/image703.png"/><Relationship Id="rId54" Type="http://schemas.openxmlformats.org/officeDocument/2006/relationships/customXml" Target="../ink/ink669.xml"/><Relationship Id="rId70" Type="http://schemas.openxmlformats.org/officeDocument/2006/relationships/customXml" Target="../ink/ink677.xml"/><Relationship Id="rId75" Type="http://schemas.openxmlformats.org/officeDocument/2006/relationships/image" Target="../media/image676.png"/><Relationship Id="rId91" Type="http://schemas.openxmlformats.org/officeDocument/2006/relationships/image" Target="../media/image684.png"/><Relationship Id="rId96" Type="http://schemas.openxmlformats.org/officeDocument/2006/relationships/customXml" Target="../ink/ink690.xml"/><Relationship Id="rId140" Type="http://schemas.openxmlformats.org/officeDocument/2006/relationships/customXml" Target="../ink/ink712.xml"/><Relationship Id="rId145" Type="http://schemas.openxmlformats.org/officeDocument/2006/relationships/image" Target="../media/image7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45.xml"/><Relationship Id="rId23" Type="http://schemas.openxmlformats.org/officeDocument/2006/relationships/image" Target="../media/image650.png"/><Relationship Id="rId28" Type="http://schemas.openxmlformats.org/officeDocument/2006/relationships/customXml" Target="../ink/ink656.xml"/><Relationship Id="rId49" Type="http://schemas.openxmlformats.org/officeDocument/2006/relationships/image" Target="../media/image663.png"/><Relationship Id="rId114" Type="http://schemas.openxmlformats.org/officeDocument/2006/relationships/customXml" Target="../ink/ink699.xml"/><Relationship Id="rId119" Type="http://schemas.openxmlformats.org/officeDocument/2006/relationships/image" Target="../media/image698.png"/><Relationship Id="rId44" Type="http://schemas.openxmlformats.org/officeDocument/2006/relationships/customXml" Target="../ink/ink664.xml"/><Relationship Id="rId60" Type="http://schemas.openxmlformats.org/officeDocument/2006/relationships/customXml" Target="../ink/ink672.xml"/><Relationship Id="rId65" Type="http://schemas.openxmlformats.org/officeDocument/2006/relationships/image" Target="../media/image671.png"/><Relationship Id="rId81" Type="http://schemas.openxmlformats.org/officeDocument/2006/relationships/image" Target="../media/image679.png"/><Relationship Id="rId86" Type="http://schemas.openxmlformats.org/officeDocument/2006/relationships/customXml" Target="../ink/ink685.xml"/><Relationship Id="rId130" Type="http://schemas.openxmlformats.org/officeDocument/2006/relationships/customXml" Target="../ink/ink707.xml"/><Relationship Id="rId135" Type="http://schemas.openxmlformats.org/officeDocument/2006/relationships/image" Target="../media/image706.png"/><Relationship Id="rId151" Type="http://schemas.openxmlformats.org/officeDocument/2006/relationships/image" Target="../media/image714.png"/><Relationship Id="rId13" Type="http://schemas.openxmlformats.org/officeDocument/2006/relationships/image" Target="../media/image645.png"/><Relationship Id="rId18" Type="http://schemas.openxmlformats.org/officeDocument/2006/relationships/customXml" Target="../ink/ink651.xml"/><Relationship Id="rId39" Type="http://schemas.openxmlformats.org/officeDocument/2006/relationships/image" Target="../media/image658.png"/><Relationship Id="rId109" Type="http://schemas.openxmlformats.org/officeDocument/2006/relationships/image" Target="../media/image693.png"/><Relationship Id="rId34" Type="http://schemas.openxmlformats.org/officeDocument/2006/relationships/customXml" Target="../ink/ink659.xml"/><Relationship Id="rId50" Type="http://schemas.openxmlformats.org/officeDocument/2006/relationships/customXml" Target="../ink/ink667.xml"/><Relationship Id="rId55" Type="http://schemas.openxmlformats.org/officeDocument/2006/relationships/image" Target="../media/image666.png"/><Relationship Id="rId76" Type="http://schemas.openxmlformats.org/officeDocument/2006/relationships/customXml" Target="../ink/ink680.xml"/><Relationship Id="rId97" Type="http://schemas.openxmlformats.org/officeDocument/2006/relationships/image" Target="../media/image687.png"/><Relationship Id="rId104" Type="http://schemas.openxmlformats.org/officeDocument/2006/relationships/customXml" Target="../ink/ink694.xml"/><Relationship Id="rId120" Type="http://schemas.openxmlformats.org/officeDocument/2006/relationships/customXml" Target="../ink/ink702.xml"/><Relationship Id="rId125" Type="http://schemas.openxmlformats.org/officeDocument/2006/relationships/image" Target="../media/image701.png"/><Relationship Id="rId141" Type="http://schemas.openxmlformats.org/officeDocument/2006/relationships/image" Target="../media/image709.png"/><Relationship Id="rId146" Type="http://schemas.openxmlformats.org/officeDocument/2006/relationships/customXml" Target="../ink/ink715.xml"/><Relationship Id="rId7" Type="http://schemas.openxmlformats.org/officeDocument/2006/relationships/image" Target="../media/image642.png"/><Relationship Id="rId71" Type="http://schemas.openxmlformats.org/officeDocument/2006/relationships/image" Target="../media/image674.png"/><Relationship Id="rId92" Type="http://schemas.openxmlformats.org/officeDocument/2006/relationships/customXml" Target="../ink/ink688.xml"/><Relationship Id="rId2" Type="http://schemas.openxmlformats.org/officeDocument/2006/relationships/customXml" Target="../ink/ink643.xml"/><Relationship Id="rId29" Type="http://schemas.openxmlformats.org/officeDocument/2006/relationships/image" Target="../media/image653.png"/><Relationship Id="rId24" Type="http://schemas.openxmlformats.org/officeDocument/2006/relationships/customXml" Target="../ink/ink654.xml"/><Relationship Id="rId40" Type="http://schemas.openxmlformats.org/officeDocument/2006/relationships/customXml" Target="../ink/ink662.xml"/><Relationship Id="rId45" Type="http://schemas.openxmlformats.org/officeDocument/2006/relationships/image" Target="../media/image661.png"/><Relationship Id="rId66" Type="http://schemas.openxmlformats.org/officeDocument/2006/relationships/customXml" Target="../ink/ink675.xml"/><Relationship Id="rId87" Type="http://schemas.openxmlformats.org/officeDocument/2006/relationships/image" Target="../media/image682.png"/><Relationship Id="rId110" Type="http://schemas.openxmlformats.org/officeDocument/2006/relationships/customXml" Target="../ink/ink697.xml"/><Relationship Id="rId115" Type="http://schemas.openxmlformats.org/officeDocument/2006/relationships/image" Target="../media/image696.png"/><Relationship Id="rId131" Type="http://schemas.openxmlformats.org/officeDocument/2006/relationships/image" Target="../media/image704.png"/><Relationship Id="rId136" Type="http://schemas.openxmlformats.org/officeDocument/2006/relationships/customXml" Target="../ink/ink710.xml"/><Relationship Id="rId61" Type="http://schemas.openxmlformats.org/officeDocument/2006/relationships/image" Target="../media/image669.png"/><Relationship Id="rId82" Type="http://schemas.openxmlformats.org/officeDocument/2006/relationships/customXml" Target="../ink/ink683.xml"/><Relationship Id="rId152" Type="http://schemas.openxmlformats.org/officeDocument/2006/relationships/customXml" Target="../ink/ink718.xml"/><Relationship Id="rId19" Type="http://schemas.openxmlformats.org/officeDocument/2006/relationships/image" Target="../media/image648.png"/><Relationship Id="rId14" Type="http://schemas.openxmlformats.org/officeDocument/2006/relationships/customXml" Target="../ink/ink649.xml"/><Relationship Id="rId30" Type="http://schemas.openxmlformats.org/officeDocument/2006/relationships/customXml" Target="../ink/ink657.xml"/><Relationship Id="rId35" Type="http://schemas.openxmlformats.org/officeDocument/2006/relationships/image" Target="../media/image656.png"/><Relationship Id="rId56" Type="http://schemas.openxmlformats.org/officeDocument/2006/relationships/customXml" Target="../ink/ink670.xml"/><Relationship Id="rId77" Type="http://schemas.openxmlformats.org/officeDocument/2006/relationships/image" Target="../media/image677.png"/><Relationship Id="rId100" Type="http://schemas.openxmlformats.org/officeDocument/2006/relationships/customXml" Target="../ink/ink692.xml"/><Relationship Id="rId105" Type="http://schemas.openxmlformats.org/officeDocument/2006/relationships/image" Target="../media/image691.png"/><Relationship Id="rId126" Type="http://schemas.openxmlformats.org/officeDocument/2006/relationships/customXml" Target="../ink/ink705.xml"/><Relationship Id="rId147" Type="http://schemas.openxmlformats.org/officeDocument/2006/relationships/image" Target="../media/image712.png"/><Relationship Id="rId8" Type="http://schemas.openxmlformats.org/officeDocument/2006/relationships/customXml" Target="../ink/ink646.xml"/><Relationship Id="rId51" Type="http://schemas.openxmlformats.org/officeDocument/2006/relationships/image" Target="../media/image664.png"/><Relationship Id="rId72" Type="http://schemas.openxmlformats.org/officeDocument/2006/relationships/customXml" Target="../ink/ink678.xml"/><Relationship Id="rId93" Type="http://schemas.openxmlformats.org/officeDocument/2006/relationships/image" Target="../media/image685.png"/><Relationship Id="rId98" Type="http://schemas.openxmlformats.org/officeDocument/2006/relationships/customXml" Target="../ink/ink691.xml"/><Relationship Id="rId121" Type="http://schemas.openxmlformats.org/officeDocument/2006/relationships/image" Target="../media/image699.png"/><Relationship Id="rId142" Type="http://schemas.openxmlformats.org/officeDocument/2006/relationships/customXml" Target="../ink/ink713.xml"/><Relationship Id="rId3" Type="http://schemas.openxmlformats.org/officeDocument/2006/relationships/image" Target="../media/image640.png"/><Relationship Id="rId25" Type="http://schemas.openxmlformats.org/officeDocument/2006/relationships/image" Target="../media/image651.png"/><Relationship Id="rId46" Type="http://schemas.openxmlformats.org/officeDocument/2006/relationships/customXml" Target="../ink/ink665.xml"/><Relationship Id="rId67" Type="http://schemas.openxmlformats.org/officeDocument/2006/relationships/image" Target="../media/image672.png"/><Relationship Id="rId116" Type="http://schemas.openxmlformats.org/officeDocument/2006/relationships/customXml" Target="../ink/ink700.xml"/><Relationship Id="rId137" Type="http://schemas.openxmlformats.org/officeDocument/2006/relationships/image" Target="../media/image707.png"/><Relationship Id="rId20" Type="http://schemas.openxmlformats.org/officeDocument/2006/relationships/customXml" Target="../ink/ink652.xml"/><Relationship Id="rId41" Type="http://schemas.openxmlformats.org/officeDocument/2006/relationships/image" Target="../media/image659.png"/><Relationship Id="rId62" Type="http://schemas.openxmlformats.org/officeDocument/2006/relationships/customXml" Target="../ink/ink673.xml"/><Relationship Id="rId83" Type="http://schemas.openxmlformats.org/officeDocument/2006/relationships/image" Target="../media/image680.png"/><Relationship Id="rId88" Type="http://schemas.openxmlformats.org/officeDocument/2006/relationships/customXml" Target="../ink/ink686.xml"/><Relationship Id="rId111" Type="http://schemas.openxmlformats.org/officeDocument/2006/relationships/image" Target="../media/image694.png"/><Relationship Id="rId132" Type="http://schemas.openxmlformats.org/officeDocument/2006/relationships/customXml" Target="../ink/ink708.xml"/><Relationship Id="rId153" Type="http://schemas.openxmlformats.org/officeDocument/2006/relationships/image" Target="../media/image715.png"/><Relationship Id="rId15" Type="http://schemas.openxmlformats.org/officeDocument/2006/relationships/image" Target="../media/image646.png"/><Relationship Id="rId36" Type="http://schemas.openxmlformats.org/officeDocument/2006/relationships/customXml" Target="../ink/ink660.xml"/><Relationship Id="rId57" Type="http://schemas.openxmlformats.org/officeDocument/2006/relationships/image" Target="../media/image667.png"/><Relationship Id="rId106" Type="http://schemas.openxmlformats.org/officeDocument/2006/relationships/customXml" Target="../ink/ink695.xml"/><Relationship Id="rId127" Type="http://schemas.openxmlformats.org/officeDocument/2006/relationships/image" Target="../media/image702.png"/><Relationship Id="rId10" Type="http://schemas.openxmlformats.org/officeDocument/2006/relationships/customXml" Target="../ink/ink647.xml"/><Relationship Id="rId31" Type="http://schemas.openxmlformats.org/officeDocument/2006/relationships/image" Target="../media/image654.png"/><Relationship Id="rId52" Type="http://schemas.openxmlformats.org/officeDocument/2006/relationships/customXml" Target="../ink/ink668.xml"/><Relationship Id="rId73" Type="http://schemas.openxmlformats.org/officeDocument/2006/relationships/image" Target="../media/image675.png"/><Relationship Id="rId78" Type="http://schemas.openxmlformats.org/officeDocument/2006/relationships/customXml" Target="../ink/ink681.xml"/><Relationship Id="rId94" Type="http://schemas.openxmlformats.org/officeDocument/2006/relationships/customXml" Target="../ink/ink689.xml"/><Relationship Id="rId99" Type="http://schemas.openxmlformats.org/officeDocument/2006/relationships/image" Target="../media/image688.png"/><Relationship Id="rId101" Type="http://schemas.openxmlformats.org/officeDocument/2006/relationships/image" Target="../media/image689.png"/><Relationship Id="rId122" Type="http://schemas.openxmlformats.org/officeDocument/2006/relationships/customXml" Target="../ink/ink703.xml"/><Relationship Id="rId143" Type="http://schemas.openxmlformats.org/officeDocument/2006/relationships/image" Target="../media/image710.png"/><Relationship Id="rId148" Type="http://schemas.openxmlformats.org/officeDocument/2006/relationships/customXml" Target="../ink/ink716.xml"/><Relationship Id="rId4" Type="http://schemas.openxmlformats.org/officeDocument/2006/relationships/customXml" Target="../ink/ink644.xml"/><Relationship Id="rId9" Type="http://schemas.openxmlformats.org/officeDocument/2006/relationships/image" Target="../media/image643.png"/><Relationship Id="rId26" Type="http://schemas.openxmlformats.org/officeDocument/2006/relationships/customXml" Target="../ink/ink655.xml"/><Relationship Id="rId47" Type="http://schemas.openxmlformats.org/officeDocument/2006/relationships/image" Target="../media/image662.png"/><Relationship Id="rId68" Type="http://schemas.openxmlformats.org/officeDocument/2006/relationships/customXml" Target="../ink/ink676.xml"/><Relationship Id="rId89" Type="http://schemas.openxmlformats.org/officeDocument/2006/relationships/image" Target="../media/image683.png"/><Relationship Id="rId112" Type="http://schemas.openxmlformats.org/officeDocument/2006/relationships/customXml" Target="../ink/ink698.xml"/><Relationship Id="rId133" Type="http://schemas.openxmlformats.org/officeDocument/2006/relationships/image" Target="../media/image705.png"/><Relationship Id="rId16" Type="http://schemas.openxmlformats.org/officeDocument/2006/relationships/customXml" Target="../ink/ink650.xml"/><Relationship Id="rId37" Type="http://schemas.openxmlformats.org/officeDocument/2006/relationships/image" Target="../media/image657.png"/><Relationship Id="rId58" Type="http://schemas.openxmlformats.org/officeDocument/2006/relationships/customXml" Target="../ink/ink671.xml"/><Relationship Id="rId79" Type="http://schemas.openxmlformats.org/officeDocument/2006/relationships/image" Target="../media/image678.png"/><Relationship Id="rId102" Type="http://schemas.openxmlformats.org/officeDocument/2006/relationships/customXml" Target="../ink/ink693.xml"/><Relationship Id="rId123" Type="http://schemas.openxmlformats.org/officeDocument/2006/relationships/image" Target="../media/image700.png"/><Relationship Id="rId144" Type="http://schemas.openxmlformats.org/officeDocument/2006/relationships/customXml" Target="../ink/ink714.xml"/><Relationship Id="rId90" Type="http://schemas.openxmlformats.org/officeDocument/2006/relationships/customXml" Target="../ink/ink687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1.png"/><Relationship Id="rId299" Type="http://schemas.openxmlformats.org/officeDocument/2006/relationships/customXml" Target="../ink/ink869.xml"/><Relationship Id="rId21" Type="http://schemas.openxmlformats.org/officeDocument/2006/relationships/image" Target="../media/image725.png"/><Relationship Id="rId63" Type="http://schemas.openxmlformats.org/officeDocument/2006/relationships/image" Target="../media/image746.png"/><Relationship Id="rId159" Type="http://schemas.openxmlformats.org/officeDocument/2006/relationships/image" Target="../media/image792.png"/><Relationship Id="rId324" Type="http://schemas.openxmlformats.org/officeDocument/2006/relationships/image" Target="../media/image873.png"/><Relationship Id="rId366" Type="http://schemas.openxmlformats.org/officeDocument/2006/relationships/customXml" Target="../ink/ink903.xml"/><Relationship Id="rId170" Type="http://schemas.openxmlformats.org/officeDocument/2006/relationships/customXml" Target="../ink/ink804.xml"/><Relationship Id="rId226" Type="http://schemas.openxmlformats.org/officeDocument/2006/relationships/customXml" Target="../ink/ink832.xml"/><Relationship Id="rId268" Type="http://schemas.openxmlformats.org/officeDocument/2006/relationships/customXml" Target="../ink/ink853.xml"/><Relationship Id="rId32" Type="http://schemas.openxmlformats.org/officeDocument/2006/relationships/customXml" Target="../ink/ink734.xml"/><Relationship Id="rId74" Type="http://schemas.openxmlformats.org/officeDocument/2006/relationships/customXml" Target="../ink/ink755.xml"/><Relationship Id="rId128" Type="http://schemas.openxmlformats.org/officeDocument/2006/relationships/customXml" Target="../ink/ink783.xml"/><Relationship Id="rId335" Type="http://schemas.openxmlformats.org/officeDocument/2006/relationships/image" Target="../media/image877.png"/><Relationship Id="rId377" Type="http://schemas.openxmlformats.org/officeDocument/2006/relationships/customXml" Target="../ink/ink909.xml"/><Relationship Id="rId5" Type="http://schemas.openxmlformats.org/officeDocument/2006/relationships/image" Target="../media/image717.png"/><Relationship Id="rId181" Type="http://schemas.openxmlformats.org/officeDocument/2006/relationships/image" Target="../media/image803.png"/><Relationship Id="rId237" Type="http://schemas.openxmlformats.org/officeDocument/2006/relationships/image" Target="../media/image831.png"/><Relationship Id="rId402" Type="http://schemas.openxmlformats.org/officeDocument/2006/relationships/image" Target="../media/image908.png"/><Relationship Id="rId279" Type="http://schemas.openxmlformats.org/officeDocument/2006/relationships/image" Target="../media/image852.png"/><Relationship Id="rId43" Type="http://schemas.openxmlformats.org/officeDocument/2006/relationships/image" Target="../media/image736.png"/><Relationship Id="rId139" Type="http://schemas.openxmlformats.org/officeDocument/2006/relationships/image" Target="../media/image782.png"/><Relationship Id="rId290" Type="http://schemas.openxmlformats.org/officeDocument/2006/relationships/image" Target="../media/image856.png"/><Relationship Id="rId304" Type="http://schemas.openxmlformats.org/officeDocument/2006/relationships/image" Target="../media/image863.png"/><Relationship Id="rId346" Type="http://schemas.openxmlformats.org/officeDocument/2006/relationships/customXml" Target="../ink/ink893.xml"/><Relationship Id="rId388" Type="http://schemas.openxmlformats.org/officeDocument/2006/relationships/image" Target="../media/image901.png"/><Relationship Id="rId85" Type="http://schemas.openxmlformats.org/officeDocument/2006/relationships/image" Target="../media/image756.png"/><Relationship Id="rId150" Type="http://schemas.openxmlformats.org/officeDocument/2006/relationships/customXml" Target="../ink/ink794.xml"/><Relationship Id="rId192" Type="http://schemas.openxmlformats.org/officeDocument/2006/relationships/customXml" Target="../ink/ink815.xml"/><Relationship Id="rId206" Type="http://schemas.openxmlformats.org/officeDocument/2006/relationships/customXml" Target="../ink/ink822.xml"/><Relationship Id="rId413" Type="http://schemas.openxmlformats.org/officeDocument/2006/relationships/customXml" Target="../ink/ink928.xml"/><Relationship Id="rId248" Type="http://schemas.openxmlformats.org/officeDocument/2006/relationships/customXml" Target="../ink/ink843.xml"/><Relationship Id="rId12" Type="http://schemas.openxmlformats.org/officeDocument/2006/relationships/customXml" Target="../ink/ink724.xml"/><Relationship Id="rId108" Type="http://schemas.openxmlformats.org/officeDocument/2006/relationships/customXml" Target="../ink/ink773.xml"/><Relationship Id="rId315" Type="http://schemas.openxmlformats.org/officeDocument/2006/relationships/customXml" Target="../ink/ink877.xml"/><Relationship Id="rId357" Type="http://schemas.openxmlformats.org/officeDocument/2006/relationships/image" Target="../media/image888.png"/><Relationship Id="rId54" Type="http://schemas.openxmlformats.org/officeDocument/2006/relationships/customXml" Target="../ink/ink745.xml"/><Relationship Id="rId96" Type="http://schemas.openxmlformats.org/officeDocument/2006/relationships/image" Target="../media/image761.png"/><Relationship Id="rId161" Type="http://schemas.openxmlformats.org/officeDocument/2006/relationships/image" Target="../media/image793.png"/><Relationship Id="rId217" Type="http://schemas.openxmlformats.org/officeDocument/2006/relationships/image" Target="../media/image821.png"/><Relationship Id="rId399" Type="http://schemas.openxmlformats.org/officeDocument/2006/relationships/customXml" Target="../ink/ink921.xml"/><Relationship Id="rId259" Type="http://schemas.openxmlformats.org/officeDocument/2006/relationships/image" Target="../media/image842.png"/><Relationship Id="rId23" Type="http://schemas.openxmlformats.org/officeDocument/2006/relationships/image" Target="../media/image726.png"/><Relationship Id="rId119" Type="http://schemas.openxmlformats.org/officeDocument/2006/relationships/image" Target="../media/image772.png"/><Relationship Id="rId270" Type="http://schemas.openxmlformats.org/officeDocument/2006/relationships/customXml" Target="../ink/ink854.xml"/><Relationship Id="rId326" Type="http://schemas.openxmlformats.org/officeDocument/2006/relationships/image" Target="../media/image874.png"/><Relationship Id="rId65" Type="http://schemas.openxmlformats.org/officeDocument/2006/relationships/image" Target="../media/image747.png"/><Relationship Id="rId130" Type="http://schemas.openxmlformats.org/officeDocument/2006/relationships/customXml" Target="../ink/ink784.xml"/><Relationship Id="rId368" Type="http://schemas.openxmlformats.org/officeDocument/2006/relationships/customXml" Target="../ink/ink904.xml"/><Relationship Id="rId172" Type="http://schemas.openxmlformats.org/officeDocument/2006/relationships/customXml" Target="../ink/ink805.xml"/><Relationship Id="rId228" Type="http://schemas.openxmlformats.org/officeDocument/2006/relationships/customXml" Target="../ink/ink833.xml"/><Relationship Id="rId281" Type="http://schemas.openxmlformats.org/officeDocument/2006/relationships/image" Target="../media/image853.png"/><Relationship Id="rId337" Type="http://schemas.openxmlformats.org/officeDocument/2006/relationships/image" Target="../media/image878.png"/><Relationship Id="rId34" Type="http://schemas.openxmlformats.org/officeDocument/2006/relationships/customXml" Target="../ink/ink735.xml"/><Relationship Id="rId76" Type="http://schemas.openxmlformats.org/officeDocument/2006/relationships/customXml" Target="../ink/ink756.xml"/><Relationship Id="rId141" Type="http://schemas.openxmlformats.org/officeDocument/2006/relationships/image" Target="../media/image783.png"/><Relationship Id="rId379" Type="http://schemas.openxmlformats.org/officeDocument/2006/relationships/customXml" Target="../ink/ink911.xml"/><Relationship Id="rId7" Type="http://schemas.openxmlformats.org/officeDocument/2006/relationships/image" Target="../media/image718.png"/><Relationship Id="rId183" Type="http://schemas.openxmlformats.org/officeDocument/2006/relationships/image" Target="../media/image804.png"/><Relationship Id="rId239" Type="http://schemas.openxmlformats.org/officeDocument/2006/relationships/image" Target="../media/image832.png"/><Relationship Id="rId390" Type="http://schemas.openxmlformats.org/officeDocument/2006/relationships/image" Target="../media/image902.png"/><Relationship Id="rId404" Type="http://schemas.openxmlformats.org/officeDocument/2006/relationships/image" Target="../media/image909.png"/><Relationship Id="rId250" Type="http://schemas.openxmlformats.org/officeDocument/2006/relationships/customXml" Target="../ink/ink844.xml"/><Relationship Id="rId292" Type="http://schemas.openxmlformats.org/officeDocument/2006/relationships/image" Target="../media/image857.png"/><Relationship Id="rId306" Type="http://schemas.openxmlformats.org/officeDocument/2006/relationships/image" Target="../media/image864.png"/><Relationship Id="rId45" Type="http://schemas.openxmlformats.org/officeDocument/2006/relationships/image" Target="../media/image737.png"/><Relationship Id="rId87" Type="http://schemas.openxmlformats.org/officeDocument/2006/relationships/image" Target="../media/image757.png"/><Relationship Id="rId110" Type="http://schemas.openxmlformats.org/officeDocument/2006/relationships/customXml" Target="../ink/ink774.xml"/><Relationship Id="rId348" Type="http://schemas.openxmlformats.org/officeDocument/2006/relationships/customXml" Target="../ink/ink894.xml"/><Relationship Id="rId152" Type="http://schemas.openxmlformats.org/officeDocument/2006/relationships/customXml" Target="../ink/ink795.xml"/><Relationship Id="rId194" Type="http://schemas.openxmlformats.org/officeDocument/2006/relationships/customXml" Target="../ink/ink816.xml"/><Relationship Id="rId208" Type="http://schemas.openxmlformats.org/officeDocument/2006/relationships/customXml" Target="../ink/ink823.xml"/><Relationship Id="rId415" Type="http://schemas.openxmlformats.org/officeDocument/2006/relationships/customXml" Target="../ink/ink929.xml"/><Relationship Id="rId261" Type="http://schemas.openxmlformats.org/officeDocument/2006/relationships/image" Target="../media/image843.png"/><Relationship Id="rId14" Type="http://schemas.openxmlformats.org/officeDocument/2006/relationships/customXml" Target="../ink/ink725.xml"/><Relationship Id="rId56" Type="http://schemas.openxmlformats.org/officeDocument/2006/relationships/customXml" Target="../ink/ink746.xml"/><Relationship Id="rId317" Type="http://schemas.openxmlformats.org/officeDocument/2006/relationships/customXml" Target="../ink/ink878.xml"/><Relationship Id="rId359" Type="http://schemas.openxmlformats.org/officeDocument/2006/relationships/image" Target="../media/image889.png"/><Relationship Id="rId98" Type="http://schemas.openxmlformats.org/officeDocument/2006/relationships/image" Target="../media/image762.png"/><Relationship Id="rId121" Type="http://schemas.openxmlformats.org/officeDocument/2006/relationships/image" Target="../media/image773.png"/><Relationship Id="rId163" Type="http://schemas.openxmlformats.org/officeDocument/2006/relationships/image" Target="../media/image794.png"/><Relationship Id="rId219" Type="http://schemas.openxmlformats.org/officeDocument/2006/relationships/image" Target="../media/image822.png"/><Relationship Id="rId370" Type="http://schemas.openxmlformats.org/officeDocument/2006/relationships/image" Target="../media/image894.png"/><Relationship Id="rId230" Type="http://schemas.openxmlformats.org/officeDocument/2006/relationships/customXml" Target="../ink/ink834.xml"/><Relationship Id="rId25" Type="http://schemas.openxmlformats.org/officeDocument/2006/relationships/image" Target="../media/image727.png"/><Relationship Id="rId67" Type="http://schemas.openxmlformats.org/officeDocument/2006/relationships/image" Target="../media/image748.png"/><Relationship Id="rId272" Type="http://schemas.openxmlformats.org/officeDocument/2006/relationships/customXml" Target="../ink/ink855.xml"/><Relationship Id="rId328" Type="http://schemas.openxmlformats.org/officeDocument/2006/relationships/customXml" Target="../ink/ink884.xml"/><Relationship Id="rId132" Type="http://schemas.openxmlformats.org/officeDocument/2006/relationships/customXml" Target="../ink/ink785.xml"/><Relationship Id="rId174" Type="http://schemas.openxmlformats.org/officeDocument/2006/relationships/customXml" Target="../ink/ink806.xml"/><Relationship Id="rId381" Type="http://schemas.openxmlformats.org/officeDocument/2006/relationships/customXml" Target="../ink/ink912.xml"/><Relationship Id="rId241" Type="http://schemas.openxmlformats.org/officeDocument/2006/relationships/image" Target="../media/image833.png"/><Relationship Id="rId36" Type="http://schemas.openxmlformats.org/officeDocument/2006/relationships/customXml" Target="../ink/ink736.xml"/><Relationship Id="rId283" Type="http://schemas.openxmlformats.org/officeDocument/2006/relationships/image" Target="../media/image854.png"/><Relationship Id="rId339" Type="http://schemas.openxmlformats.org/officeDocument/2006/relationships/image" Target="../media/image879.png"/><Relationship Id="rId78" Type="http://schemas.openxmlformats.org/officeDocument/2006/relationships/customXml" Target="../ink/ink757.xml"/><Relationship Id="rId101" Type="http://schemas.openxmlformats.org/officeDocument/2006/relationships/customXml" Target="../ink/ink769.xml"/><Relationship Id="rId143" Type="http://schemas.openxmlformats.org/officeDocument/2006/relationships/image" Target="../media/image784.png"/><Relationship Id="rId185" Type="http://schemas.openxmlformats.org/officeDocument/2006/relationships/image" Target="../media/image805.png"/><Relationship Id="rId350" Type="http://schemas.openxmlformats.org/officeDocument/2006/relationships/customXml" Target="../ink/ink895.xml"/><Relationship Id="rId406" Type="http://schemas.openxmlformats.org/officeDocument/2006/relationships/image" Target="../media/image910.png"/><Relationship Id="rId9" Type="http://schemas.openxmlformats.org/officeDocument/2006/relationships/image" Target="../media/image719.png"/><Relationship Id="rId210" Type="http://schemas.openxmlformats.org/officeDocument/2006/relationships/customXml" Target="../ink/ink824.xml"/><Relationship Id="rId392" Type="http://schemas.openxmlformats.org/officeDocument/2006/relationships/image" Target="../media/image903.png"/><Relationship Id="rId252" Type="http://schemas.openxmlformats.org/officeDocument/2006/relationships/customXml" Target="../ink/ink845.xml"/><Relationship Id="rId294" Type="http://schemas.openxmlformats.org/officeDocument/2006/relationships/image" Target="../media/image858.png"/><Relationship Id="rId308" Type="http://schemas.openxmlformats.org/officeDocument/2006/relationships/image" Target="../media/image865.png"/><Relationship Id="rId47" Type="http://schemas.openxmlformats.org/officeDocument/2006/relationships/image" Target="../media/image738.png"/><Relationship Id="rId89" Type="http://schemas.openxmlformats.org/officeDocument/2006/relationships/image" Target="../media/image758.png"/><Relationship Id="rId112" Type="http://schemas.openxmlformats.org/officeDocument/2006/relationships/customXml" Target="../ink/ink775.xml"/><Relationship Id="rId154" Type="http://schemas.openxmlformats.org/officeDocument/2006/relationships/customXml" Target="../ink/ink796.xml"/><Relationship Id="rId361" Type="http://schemas.openxmlformats.org/officeDocument/2006/relationships/image" Target="../media/image890.png"/><Relationship Id="rId196" Type="http://schemas.openxmlformats.org/officeDocument/2006/relationships/customXml" Target="../ink/ink817.xml"/><Relationship Id="rId417" Type="http://schemas.openxmlformats.org/officeDocument/2006/relationships/customXml" Target="../ink/ink930.xml"/><Relationship Id="rId16" Type="http://schemas.openxmlformats.org/officeDocument/2006/relationships/customXml" Target="../ink/ink726.xml"/><Relationship Id="rId221" Type="http://schemas.openxmlformats.org/officeDocument/2006/relationships/image" Target="../media/image823.png"/><Relationship Id="rId263" Type="http://schemas.openxmlformats.org/officeDocument/2006/relationships/image" Target="../media/image844.png"/><Relationship Id="rId319" Type="http://schemas.openxmlformats.org/officeDocument/2006/relationships/customXml" Target="../ink/ink879.xml"/><Relationship Id="rId58" Type="http://schemas.openxmlformats.org/officeDocument/2006/relationships/customXml" Target="../ink/ink747.xml"/><Relationship Id="rId123" Type="http://schemas.openxmlformats.org/officeDocument/2006/relationships/image" Target="../media/image774.png"/><Relationship Id="rId330" Type="http://schemas.openxmlformats.org/officeDocument/2006/relationships/customXml" Target="../ink/ink885.xml"/><Relationship Id="rId165" Type="http://schemas.openxmlformats.org/officeDocument/2006/relationships/image" Target="../media/image795.png"/><Relationship Id="rId372" Type="http://schemas.openxmlformats.org/officeDocument/2006/relationships/image" Target="../media/image271.png"/><Relationship Id="rId232" Type="http://schemas.openxmlformats.org/officeDocument/2006/relationships/customXml" Target="../ink/ink835.xml"/><Relationship Id="rId274" Type="http://schemas.openxmlformats.org/officeDocument/2006/relationships/customXml" Target="../ink/ink856.xml"/><Relationship Id="rId27" Type="http://schemas.openxmlformats.org/officeDocument/2006/relationships/image" Target="../media/image728.png"/><Relationship Id="rId69" Type="http://schemas.openxmlformats.org/officeDocument/2006/relationships/image" Target="../media/image749.png"/><Relationship Id="rId134" Type="http://schemas.openxmlformats.org/officeDocument/2006/relationships/customXml" Target="../ink/ink786.xml"/><Relationship Id="rId80" Type="http://schemas.openxmlformats.org/officeDocument/2006/relationships/customXml" Target="../ink/ink758.xml"/><Relationship Id="rId176" Type="http://schemas.openxmlformats.org/officeDocument/2006/relationships/customXml" Target="../ink/ink807.xml"/><Relationship Id="rId341" Type="http://schemas.openxmlformats.org/officeDocument/2006/relationships/image" Target="../media/image880.png"/><Relationship Id="rId383" Type="http://schemas.openxmlformats.org/officeDocument/2006/relationships/customXml" Target="../ink/ink913.xml"/><Relationship Id="rId201" Type="http://schemas.openxmlformats.org/officeDocument/2006/relationships/image" Target="../media/image813.png"/><Relationship Id="rId222" Type="http://schemas.openxmlformats.org/officeDocument/2006/relationships/customXml" Target="../ink/ink830.xml"/><Relationship Id="rId243" Type="http://schemas.openxmlformats.org/officeDocument/2006/relationships/image" Target="../media/image834.png"/><Relationship Id="rId264" Type="http://schemas.openxmlformats.org/officeDocument/2006/relationships/customXml" Target="../ink/ink851.xml"/><Relationship Id="rId285" Type="http://schemas.openxmlformats.org/officeDocument/2006/relationships/customXml" Target="../ink/ink862.xml"/><Relationship Id="rId17" Type="http://schemas.openxmlformats.org/officeDocument/2006/relationships/image" Target="../media/image723.png"/><Relationship Id="rId38" Type="http://schemas.openxmlformats.org/officeDocument/2006/relationships/customXml" Target="../ink/ink737.xml"/><Relationship Id="rId59" Type="http://schemas.openxmlformats.org/officeDocument/2006/relationships/image" Target="../media/image744.png"/><Relationship Id="rId103" Type="http://schemas.openxmlformats.org/officeDocument/2006/relationships/customXml" Target="../ink/ink770.xml"/><Relationship Id="rId124" Type="http://schemas.openxmlformats.org/officeDocument/2006/relationships/customXml" Target="../ink/ink781.xml"/><Relationship Id="rId310" Type="http://schemas.openxmlformats.org/officeDocument/2006/relationships/image" Target="../media/image866.png"/><Relationship Id="rId70" Type="http://schemas.openxmlformats.org/officeDocument/2006/relationships/customXml" Target="../ink/ink753.xml"/><Relationship Id="rId91" Type="http://schemas.openxmlformats.org/officeDocument/2006/relationships/customXml" Target="../ink/ink764.xml"/><Relationship Id="rId145" Type="http://schemas.openxmlformats.org/officeDocument/2006/relationships/image" Target="../media/image785.png"/><Relationship Id="rId166" Type="http://schemas.openxmlformats.org/officeDocument/2006/relationships/customXml" Target="../ink/ink802.xml"/><Relationship Id="rId187" Type="http://schemas.openxmlformats.org/officeDocument/2006/relationships/image" Target="../media/image806.png"/><Relationship Id="rId331" Type="http://schemas.openxmlformats.org/officeDocument/2006/relationships/image" Target="../media/image875.png"/><Relationship Id="rId352" Type="http://schemas.openxmlformats.org/officeDocument/2006/relationships/customXml" Target="../ink/ink896.xml"/><Relationship Id="rId373" Type="http://schemas.openxmlformats.org/officeDocument/2006/relationships/customXml" Target="../ink/ink907.xml"/><Relationship Id="rId394" Type="http://schemas.openxmlformats.org/officeDocument/2006/relationships/image" Target="../media/image904.png"/><Relationship Id="rId408" Type="http://schemas.openxmlformats.org/officeDocument/2006/relationships/image" Target="../media/image91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25.xml"/><Relationship Id="rId233" Type="http://schemas.openxmlformats.org/officeDocument/2006/relationships/image" Target="../media/image829.png"/><Relationship Id="rId254" Type="http://schemas.openxmlformats.org/officeDocument/2006/relationships/customXml" Target="../ink/ink846.xml"/><Relationship Id="rId28" Type="http://schemas.openxmlformats.org/officeDocument/2006/relationships/customXml" Target="../ink/ink732.xml"/><Relationship Id="rId49" Type="http://schemas.openxmlformats.org/officeDocument/2006/relationships/image" Target="../media/image739.png"/><Relationship Id="rId114" Type="http://schemas.openxmlformats.org/officeDocument/2006/relationships/customXml" Target="../ink/ink776.xml"/><Relationship Id="rId275" Type="http://schemas.openxmlformats.org/officeDocument/2006/relationships/image" Target="../media/image850.png"/><Relationship Id="rId296" Type="http://schemas.openxmlformats.org/officeDocument/2006/relationships/image" Target="../media/image859.png"/><Relationship Id="rId300" Type="http://schemas.openxmlformats.org/officeDocument/2006/relationships/image" Target="../media/image861.png"/><Relationship Id="rId60" Type="http://schemas.openxmlformats.org/officeDocument/2006/relationships/customXml" Target="../ink/ink748.xml"/><Relationship Id="rId81" Type="http://schemas.openxmlformats.org/officeDocument/2006/relationships/image" Target="../media/image754.png"/><Relationship Id="rId135" Type="http://schemas.openxmlformats.org/officeDocument/2006/relationships/image" Target="../media/image780.png"/><Relationship Id="rId156" Type="http://schemas.openxmlformats.org/officeDocument/2006/relationships/customXml" Target="../ink/ink797.xml"/><Relationship Id="rId177" Type="http://schemas.openxmlformats.org/officeDocument/2006/relationships/image" Target="../media/image801.png"/><Relationship Id="rId198" Type="http://schemas.openxmlformats.org/officeDocument/2006/relationships/customXml" Target="../ink/ink818.xml"/><Relationship Id="rId321" Type="http://schemas.openxmlformats.org/officeDocument/2006/relationships/customXml" Target="../ink/ink880.xml"/><Relationship Id="rId342" Type="http://schemas.openxmlformats.org/officeDocument/2006/relationships/customXml" Target="../ink/ink891.xml"/><Relationship Id="rId363" Type="http://schemas.openxmlformats.org/officeDocument/2006/relationships/image" Target="../media/image891.png"/><Relationship Id="rId384" Type="http://schemas.openxmlformats.org/officeDocument/2006/relationships/image" Target="../media/image899.png"/><Relationship Id="rId202" Type="http://schemas.openxmlformats.org/officeDocument/2006/relationships/customXml" Target="../ink/ink820.xml"/><Relationship Id="rId223" Type="http://schemas.openxmlformats.org/officeDocument/2006/relationships/image" Target="../media/image824.png"/><Relationship Id="rId244" Type="http://schemas.openxmlformats.org/officeDocument/2006/relationships/customXml" Target="../ink/ink841.xml"/><Relationship Id="rId18" Type="http://schemas.openxmlformats.org/officeDocument/2006/relationships/customXml" Target="../ink/ink727.xml"/><Relationship Id="rId39" Type="http://schemas.openxmlformats.org/officeDocument/2006/relationships/image" Target="../media/image734.png"/><Relationship Id="rId265" Type="http://schemas.openxmlformats.org/officeDocument/2006/relationships/image" Target="../media/image845.png"/><Relationship Id="rId286" Type="http://schemas.openxmlformats.org/officeDocument/2006/relationships/image" Target="../media/image311.png"/><Relationship Id="rId50" Type="http://schemas.openxmlformats.org/officeDocument/2006/relationships/customXml" Target="../ink/ink743.xml"/><Relationship Id="rId104" Type="http://schemas.openxmlformats.org/officeDocument/2006/relationships/image" Target="../media/image765.png"/><Relationship Id="rId125" Type="http://schemas.openxmlformats.org/officeDocument/2006/relationships/image" Target="../media/image775.png"/><Relationship Id="rId146" Type="http://schemas.openxmlformats.org/officeDocument/2006/relationships/customXml" Target="../ink/ink792.xml"/><Relationship Id="rId167" Type="http://schemas.openxmlformats.org/officeDocument/2006/relationships/image" Target="../media/image796.png"/><Relationship Id="rId188" Type="http://schemas.openxmlformats.org/officeDocument/2006/relationships/customXml" Target="../ink/ink813.xml"/><Relationship Id="rId311" Type="http://schemas.openxmlformats.org/officeDocument/2006/relationships/customXml" Target="../ink/ink875.xml"/><Relationship Id="rId332" Type="http://schemas.openxmlformats.org/officeDocument/2006/relationships/customXml" Target="../ink/ink886.xml"/><Relationship Id="rId353" Type="http://schemas.openxmlformats.org/officeDocument/2006/relationships/image" Target="../media/image886.png"/><Relationship Id="rId374" Type="http://schemas.openxmlformats.org/officeDocument/2006/relationships/image" Target="../media/image895.png"/><Relationship Id="rId395" Type="http://schemas.openxmlformats.org/officeDocument/2006/relationships/customXml" Target="../ink/ink919.xml"/><Relationship Id="rId409" Type="http://schemas.openxmlformats.org/officeDocument/2006/relationships/customXml" Target="../ink/ink926.xml"/><Relationship Id="rId71" Type="http://schemas.openxmlformats.org/officeDocument/2006/relationships/image" Target="../media/image750.png"/><Relationship Id="rId92" Type="http://schemas.openxmlformats.org/officeDocument/2006/relationships/image" Target="../media/image759.png"/><Relationship Id="rId213" Type="http://schemas.openxmlformats.org/officeDocument/2006/relationships/image" Target="../media/image819.png"/><Relationship Id="rId234" Type="http://schemas.openxmlformats.org/officeDocument/2006/relationships/customXml" Target="../ink/ink836.xml"/><Relationship Id="rId2" Type="http://schemas.openxmlformats.org/officeDocument/2006/relationships/customXml" Target="../ink/ink719.xml"/><Relationship Id="rId29" Type="http://schemas.openxmlformats.org/officeDocument/2006/relationships/image" Target="../media/image729.png"/><Relationship Id="rId255" Type="http://schemas.openxmlformats.org/officeDocument/2006/relationships/image" Target="../media/image840.png"/><Relationship Id="rId276" Type="http://schemas.openxmlformats.org/officeDocument/2006/relationships/customXml" Target="../ink/ink857.xml"/><Relationship Id="rId297" Type="http://schemas.openxmlformats.org/officeDocument/2006/relationships/customXml" Target="../ink/ink868.xml"/><Relationship Id="rId40" Type="http://schemas.openxmlformats.org/officeDocument/2006/relationships/customXml" Target="../ink/ink738.xml"/><Relationship Id="rId115" Type="http://schemas.openxmlformats.org/officeDocument/2006/relationships/image" Target="../media/image770.png"/><Relationship Id="rId136" Type="http://schemas.openxmlformats.org/officeDocument/2006/relationships/customXml" Target="../ink/ink787.xml"/><Relationship Id="rId157" Type="http://schemas.openxmlformats.org/officeDocument/2006/relationships/image" Target="../media/image791.png"/><Relationship Id="rId178" Type="http://schemas.openxmlformats.org/officeDocument/2006/relationships/customXml" Target="../ink/ink808.xml"/><Relationship Id="rId301" Type="http://schemas.openxmlformats.org/officeDocument/2006/relationships/customXml" Target="../ink/ink870.xml"/><Relationship Id="rId322" Type="http://schemas.openxmlformats.org/officeDocument/2006/relationships/image" Target="../media/image872.png"/><Relationship Id="rId343" Type="http://schemas.openxmlformats.org/officeDocument/2006/relationships/image" Target="../media/image881.png"/><Relationship Id="rId364" Type="http://schemas.openxmlformats.org/officeDocument/2006/relationships/customXml" Target="../ink/ink902.xml"/><Relationship Id="rId61" Type="http://schemas.openxmlformats.org/officeDocument/2006/relationships/image" Target="../media/image745.png"/><Relationship Id="rId82" Type="http://schemas.openxmlformats.org/officeDocument/2006/relationships/customXml" Target="../ink/ink759.xml"/><Relationship Id="rId199" Type="http://schemas.openxmlformats.org/officeDocument/2006/relationships/image" Target="../media/image812.png"/><Relationship Id="rId203" Type="http://schemas.openxmlformats.org/officeDocument/2006/relationships/image" Target="../media/image814.png"/><Relationship Id="rId385" Type="http://schemas.openxmlformats.org/officeDocument/2006/relationships/customXml" Target="../ink/ink914.xml"/><Relationship Id="rId19" Type="http://schemas.openxmlformats.org/officeDocument/2006/relationships/image" Target="../media/image724.png"/><Relationship Id="rId224" Type="http://schemas.openxmlformats.org/officeDocument/2006/relationships/customXml" Target="../ink/ink831.xml"/><Relationship Id="rId245" Type="http://schemas.openxmlformats.org/officeDocument/2006/relationships/image" Target="../media/image835.png"/><Relationship Id="rId266" Type="http://schemas.openxmlformats.org/officeDocument/2006/relationships/customXml" Target="../ink/ink852.xml"/><Relationship Id="rId287" Type="http://schemas.openxmlformats.org/officeDocument/2006/relationships/customXml" Target="../ink/ink863.xml"/><Relationship Id="rId410" Type="http://schemas.openxmlformats.org/officeDocument/2006/relationships/image" Target="../media/image912.png"/><Relationship Id="rId30" Type="http://schemas.openxmlformats.org/officeDocument/2006/relationships/customXml" Target="../ink/ink733.xml"/><Relationship Id="rId105" Type="http://schemas.openxmlformats.org/officeDocument/2006/relationships/customXml" Target="../ink/ink771.xml"/><Relationship Id="rId126" Type="http://schemas.openxmlformats.org/officeDocument/2006/relationships/customXml" Target="../ink/ink782.xml"/><Relationship Id="rId147" Type="http://schemas.openxmlformats.org/officeDocument/2006/relationships/image" Target="../media/image786.png"/><Relationship Id="rId168" Type="http://schemas.openxmlformats.org/officeDocument/2006/relationships/customXml" Target="../ink/ink803.xml"/><Relationship Id="rId312" Type="http://schemas.openxmlformats.org/officeDocument/2006/relationships/image" Target="../media/image867.png"/><Relationship Id="rId333" Type="http://schemas.openxmlformats.org/officeDocument/2006/relationships/image" Target="../media/image876.png"/><Relationship Id="rId354" Type="http://schemas.openxmlformats.org/officeDocument/2006/relationships/customXml" Target="../ink/ink897.xml"/><Relationship Id="rId51" Type="http://schemas.openxmlformats.org/officeDocument/2006/relationships/image" Target="../media/image740.png"/><Relationship Id="rId72" Type="http://schemas.openxmlformats.org/officeDocument/2006/relationships/customXml" Target="../ink/ink754.xml"/><Relationship Id="rId93" Type="http://schemas.openxmlformats.org/officeDocument/2006/relationships/customXml" Target="../ink/ink765.xml"/><Relationship Id="rId189" Type="http://schemas.openxmlformats.org/officeDocument/2006/relationships/image" Target="../media/image807.png"/><Relationship Id="rId375" Type="http://schemas.openxmlformats.org/officeDocument/2006/relationships/customXml" Target="../ink/ink908.xml"/><Relationship Id="rId396" Type="http://schemas.openxmlformats.org/officeDocument/2006/relationships/image" Target="../media/image905.png"/><Relationship Id="rId3" Type="http://schemas.openxmlformats.org/officeDocument/2006/relationships/image" Target="../media/image716.png"/><Relationship Id="rId214" Type="http://schemas.openxmlformats.org/officeDocument/2006/relationships/customXml" Target="../ink/ink826.xml"/><Relationship Id="rId235" Type="http://schemas.openxmlformats.org/officeDocument/2006/relationships/image" Target="../media/image830.png"/><Relationship Id="rId256" Type="http://schemas.openxmlformats.org/officeDocument/2006/relationships/customXml" Target="../ink/ink847.xml"/><Relationship Id="rId277" Type="http://schemas.openxmlformats.org/officeDocument/2006/relationships/image" Target="../media/image851.png"/><Relationship Id="rId298" Type="http://schemas.openxmlformats.org/officeDocument/2006/relationships/image" Target="../media/image860.png"/><Relationship Id="rId400" Type="http://schemas.openxmlformats.org/officeDocument/2006/relationships/image" Target="../media/image907.png"/><Relationship Id="rId116" Type="http://schemas.openxmlformats.org/officeDocument/2006/relationships/customXml" Target="../ink/ink777.xml"/><Relationship Id="rId137" Type="http://schemas.openxmlformats.org/officeDocument/2006/relationships/image" Target="../media/image781.png"/><Relationship Id="rId158" Type="http://schemas.openxmlformats.org/officeDocument/2006/relationships/customXml" Target="../ink/ink798.xml"/><Relationship Id="rId302" Type="http://schemas.openxmlformats.org/officeDocument/2006/relationships/image" Target="../media/image862.png"/><Relationship Id="rId323" Type="http://schemas.openxmlformats.org/officeDocument/2006/relationships/customXml" Target="../ink/ink881.xml"/><Relationship Id="rId344" Type="http://schemas.openxmlformats.org/officeDocument/2006/relationships/customXml" Target="../ink/ink892.xml"/><Relationship Id="rId20" Type="http://schemas.openxmlformats.org/officeDocument/2006/relationships/customXml" Target="../ink/ink728.xml"/><Relationship Id="rId41" Type="http://schemas.openxmlformats.org/officeDocument/2006/relationships/image" Target="../media/image735.png"/><Relationship Id="rId62" Type="http://schemas.openxmlformats.org/officeDocument/2006/relationships/customXml" Target="../ink/ink749.xml"/><Relationship Id="rId83" Type="http://schemas.openxmlformats.org/officeDocument/2006/relationships/image" Target="../media/image755.png"/><Relationship Id="rId179" Type="http://schemas.openxmlformats.org/officeDocument/2006/relationships/image" Target="../media/image802.png"/><Relationship Id="rId365" Type="http://schemas.openxmlformats.org/officeDocument/2006/relationships/image" Target="../media/image892.png"/><Relationship Id="rId386" Type="http://schemas.openxmlformats.org/officeDocument/2006/relationships/image" Target="../media/image900.png"/><Relationship Id="rId190" Type="http://schemas.openxmlformats.org/officeDocument/2006/relationships/customXml" Target="../ink/ink814.xml"/><Relationship Id="rId204" Type="http://schemas.openxmlformats.org/officeDocument/2006/relationships/customXml" Target="../ink/ink821.xml"/><Relationship Id="rId225" Type="http://schemas.openxmlformats.org/officeDocument/2006/relationships/image" Target="../media/image825.png"/><Relationship Id="rId246" Type="http://schemas.openxmlformats.org/officeDocument/2006/relationships/customXml" Target="../ink/ink842.xml"/><Relationship Id="rId267" Type="http://schemas.openxmlformats.org/officeDocument/2006/relationships/image" Target="../media/image846.png"/><Relationship Id="rId288" Type="http://schemas.openxmlformats.org/officeDocument/2006/relationships/image" Target="../media/image855.png"/><Relationship Id="rId411" Type="http://schemas.openxmlformats.org/officeDocument/2006/relationships/customXml" Target="../ink/ink927.xml"/><Relationship Id="rId106" Type="http://schemas.openxmlformats.org/officeDocument/2006/relationships/image" Target="../media/image766.png"/><Relationship Id="rId127" Type="http://schemas.openxmlformats.org/officeDocument/2006/relationships/image" Target="../media/image776.png"/><Relationship Id="rId313" Type="http://schemas.openxmlformats.org/officeDocument/2006/relationships/customXml" Target="../ink/ink876.xml"/><Relationship Id="rId10" Type="http://schemas.openxmlformats.org/officeDocument/2006/relationships/customXml" Target="../ink/ink723.xml"/><Relationship Id="rId31" Type="http://schemas.openxmlformats.org/officeDocument/2006/relationships/image" Target="../media/image730.png"/><Relationship Id="rId52" Type="http://schemas.openxmlformats.org/officeDocument/2006/relationships/customXml" Target="../ink/ink744.xml"/><Relationship Id="rId73" Type="http://schemas.openxmlformats.org/officeDocument/2006/relationships/image" Target="../media/image751.png"/><Relationship Id="rId94" Type="http://schemas.openxmlformats.org/officeDocument/2006/relationships/image" Target="../media/image760.png"/><Relationship Id="rId148" Type="http://schemas.openxmlformats.org/officeDocument/2006/relationships/customXml" Target="../ink/ink793.xml"/><Relationship Id="rId169" Type="http://schemas.openxmlformats.org/officeDocument/2006/relationships/image" Target="../media/image797.png"/><Relationship Id="rId334" Type="http://schemas.openxmlformats.org/officeDocument/2006/relationships/customXml" Target="../ink/ink887.xml"/><Relationship Id="rId355" Type="http://schemas.openxmlformats.org/officeDocument/2006/relationships/image" Target="../media/image887.png"/><Relationship Id="rId376" Type="http://schemas.openxmlformats.org/officeDocument/2006/relationships/image" Target="../media/image896.png"/><Relationship Id="rId397" Type="http://schemas.openxmlformats.org/officeDocument/2006/relationships/customXml" Target="../ink/ink920.xml"/><Relationship Id="rId4" Type="http://schemas.openxmlformats.org/officeDocument/2006/relationships/customXml" Target="../ink/ink720.xml"/><Relationship Id="rId180" Type="http://schemas.openxmlformats.org/officeDocument/2006/relationships/customXml" Target="../ink/ink809.xml"/><Relationship Id="rId215" Type="http://schemas.openxmlformats.org/officeDocument/2006/relationships/image" Target="../media/image820.png"/><Relationship Id="rId236" Type="http://schemas.openxmlformats.org/officeDocument/2006/relationships/customXml" Target="../ink/ink837.xml"/><Relationship Id="rId257" Type="http://schemas.openxmlformats.org/officeDocument/2006/relationships/image" Target="../media/image841.png"/><Relationship Id="rId278" Type="http://schemas.openxmlformats.org/officeDocument/2006/relationships/customXml" Target="../ink/ink858.xml"/><Relationship Id="rId401" Type="http://schemas.openxmlformats.org/officeDocument/2006/relationships/customXml" Target="../ink/ink922.xml"/><Relationship Id="rId303" Type="http://schemas.openxmlformats.org/officeDocument/2006/relationships/customXml" Target="../ink/ink871.xml"/><Relationship Id="rId42" Type="http://schemas.openxmlformats.org/officeDocument/2006/relationships/customXml" Target="../ink/ink739.xml"/><Relationship Id="rId84" Type="http://schemas.openxmlformats.org/officeDocument/2006/relationships/customXml" Target="../ink/ink760.xml"/><Relationship Id="rId138" Type="http://schemas.openxmlformats.org/officeDocument/2006/relationships/customXml" Target="../ink/ink788.xml"/><Relationship Id="rId345" Type="http://schemas.openxmlformats.org/officeDocument/2006/relationships/image" Target="../media/image882.png"/><Relationship Id="rId387" Type="http://schemas.openxmlformats.org/officeDocument/2006/relationships/customXml" Target="../ink/ink915.xml"/><Relationship Id="rId191" Type="http://schemas.openxmlformats.org/officeDocument/2006/relationships/image" Target="../media/image808.png"/><Relationship Id="rId205" Type="http://schemas.openxmlformats.org/officeDocument/2006/relationships/image" Target="../media/image815.png"/><Relationship Id="rId247" Type="http://schemas.openxmlformats.org/officeDocument/2006/relationships/image" Target="../media/image836.png"/><Relationship Id="rId412" Type="http://schemas.openxmlformats.org/officeDocument/2006/relationships/image" Target="../media/image913.png"/><Relationship Id="rId107" Type="http://schemas.openxmlformats.org/officeDocument/2006/relationships/customXml" Target="../ink/ink772.xml"/><Relationship Id="rId289" Type="http://schemas.openxmlformats.org/officeDocument/2006/relationships/customXml" Target="../ink/ink864.xml"/><Relationship Id="rId11" Type="http://schemas.openxmlformats.org/officeDocument/2006/relationships/image" Target="../media/image720.png"/><Relationship Id="rId53" Type="http://schemas.openxmlformats.org/officeDocument/2006/relationships/image" Target="../media/image741.png"/><Relationship Id="rId149" Type="http://schemas.openxmlformats.org/officeDocument/2006/relationships/image" Target="../media/image787.png"/><Relationship Id="rId314" Type="http://schemas.openxmlformats.org/officeDocument/2006/relationships/image" Target="../media/image868.png"/><Relationship Id="rId356" Type="http://schemas.openxmlformats.org/officeDocument/2006/relationships/customXml" Target="../ink/ink898.xml"/><Relationship Id="rId398" Type="http://schemas.openxmlformats.org/officeDocument/2006/relationships/image" Target="../media/image906.png"/><Relationship Id="rId95" Type="http://schemas.openxmlformats.org/officeDocument/2006/relationships/customXml" Target="../ink/ink766.xml"/><Relationship Id="rId160" Type="http://schemas.openxmlformats.org/officeDocument/2006/relationships/customXml" Target="../ink/ink799.xml"/><Relationship Id="rId216" Type="http://schemas.openxmlformats.org/officeDocument/2006/relationships/customXml" Target="../ink/ink827.xml"/><Relationship Id="rId258" Type="http://schemas.openxmlformats.org/officeDocument/2006/relationships/customXml" Target="../ink/ink848.xml"/><Relationship Id="rId22" Type="http://schemas.openxmlformats.org/officeDocument/2006/relationships/customXml" Target="../ink/ink729.xml"/><Relationship Id="rId64" Type="http://schemas.openxmlformats.org/officeDocument/2006/relationships/customXml" Target="../ink/ink750.xml"/><Relationship Id="rId118" Type="http://schemas.openxmlformats.org/officeDocument/2006/relationships/customXml" Target="../ink/ink778.xml"/><Relationship Id="rId325" Type="http://schemas.openxmlformats.org/officeDocument/2006/relationships/customXml" Target="../ink/ink882.xml"/><Relationship Id="rId367" Type="http://schemas.openxmlformats.org/officeDocument/2006/relationships/image" Target="../media/image893.png"/><Relationship Id="rId171" Type="http://schemas.openxmlformats.org/officeDocument/2006/relationships/image" Target="../media/image798.png"/><Relationship Id="rId227" Type="http://schemas.openxmlformats.org/officeDocument/2006/relationships/image" Target="../media/image826.png"/><Relationship Id="rId269" Type="http://schemas.openxmlformats.org/officeDocument/2006/relationships/image" Target="../media/image847.png"/><Relationship Id="rId33" Type="http://schemas.openxmlformats.org/officeDocument/2006/relationships/image" Target="../media/image731.png"/><Relationship Id="rId129" Type="http://schemas.openxmlformats.org/officeDocument/2006/relationships/image" Target="../media/image777.png"/><Relationship Id="rId280" Type="http://schemas.openxmlformats.org/officeDocument/2006/relationships/customXml" Target="../ink/ink859.xml"/><Relationship Id="rId336" Type="http://schemas.openxmlformats.org/officeDocument/2006/relationships/customXml" Target="../ink/ink888.xml"/><Relationship Id="rId75" Type="http://schemas.openxmlformats.org/officeDocument/2006/relationships/image" Target="../media/image752.png"/><Relationship Id="rId140" Type="http://schemas.openxmlformats.org/officeDocument/2006/relationships/customXml" Target="../ink/ink789.xml"/><Relationship Id="rId182" Type="http://schemas.openxmlformats.org/officeDocument/2006/relationships/customXml" Target="../ink/ink810.xml"/><Relationship Id="rId378" Type="http://schemas.openxmlformats.org/officeDocument/2006/relationships/customXml" Target="../ink/ink910.xml"/><Relationship Id="rId403" Type="http://schemas.openxmlformats.org/officeDocument/2006/relationships/customXml" Target="../ink/ink923.xml"/><Relationship Id="rId6" Type="http://schemas.openxmlformats.org/officeDocument/2006/relationships/customXml" Target="../ink/ink721.xml"/><Relationship Id="rId238" Type="http://schemas.openxmlformats.org/officeDocument/2006/relationships/customXml" Target="../ink/ink838.xml"/><Relationship Id="rId291" Type="http://schemas.openxmlformats.org/officeDocument/2006/relationships/customXml" Target="../ink/ink865.xml"/><Relationship Id="rId305" Type="http://schemas.openxmlformats.org/officeDocument/2006/relationships/customXml" Target="../ink/ink872.xml"/><Relationship Id="rId347" Type="http://schemas.openxmlformats.org/officeDocument/2006/relationships/image" Target="../media/image883.png"/><Relationship Id="rId44" Type="http://schemas.openxmlformats.org/officeDocument/2006/relationships/customXml" Target="../ink/ink740.xml"/><Relationship Id="rId86" Type="http://schemas.openxmlformats.org/officeDocument/2006/relationships/customXml" Target="../ink/ink761.xml"/><Relationship Id="rId151" Type="http://schemas.openxmlformats.org/officeDocument/2006/relationships/image" Target="../media/image788.png"/><Relationship Id="rId389" Type="http://schemas.openxmlformats.org/officeDocument/2006/relationships/customXml" Target="../ink/ink916.xml"/><Relationship Id="rId193" Type="http://schemas.openxmlformats.org/officeDocument/2006/relationships/image" Target="../media/image809.png"/><Relationship Id="rId207" Type="http://schemas.openxmlformats.org/officeDocument/2006/relationships/image" Target="../media/image816.png"/><Relationship Id="rId249" Type="http://schemas.openxmlformats.org/officeDocument/2006/relationships/image" Target="../media/image837.png"/><Relationship Id="rId414" Type="http://schemas.openxmlformats.org/officeDocument/2006/relationships/image" Target="../media/image914.png"/><Relationship Id="rId13" Type="http://schemas.openxmlformats.org/officeDocument/2006/relationships/image" Target="../media/image721.png"/><Relationship Id="rId109" Type="http://schemas.openxmlformats.org/officeDocument/2006/relationships/image" Target="../media/image767.png"/><Relationship Id="rId260" Type="http://schemas.openxmlformats.org/officeDocument/2006/relationships/customXml" Target="../ink/ink849.xml"/><Relationship Id="rId316" Type="http://schemas.openxmlformats.org/officeDocument/2006/relationships/image" Target="../media/image869.png"/><Relationship Id="rId55" Type="http://schemas.openxmlformats.org/officeDocument/2006/relationships/image" Target="../media/image742.png"/><Relationship Id="rId97" Type="http://schemas.openxmlformats.org/officeDocument/2006/relationships/customXml" Target="../ink/ink767.xml"/><Relationship Id="rId120" Type="http://schemas.openxmlformats.org/officeDocument/2006/relationships/customXml" Target="../ink/ink779.xml"/><Relationship Id="rId358" Type="http://schemas.openxmlformats.org/officeDocument/2006/relationships/customXml" Target="../ink/ink899.xml"/><Relationship Id="rId162" Type="http://schemas.openxmlformats.org/officeDocument/2006/relationships/customXml" Target="../ink/ink800.xml"/><Relationship Id="rId218" Type="http://schemas.openxmlformats.org/officeDocument/2006/relationships/customXml" Target="../ink/ink828.xml"/><Relationship Id="rId271" Type="http://schemas.openxmlformats.org/officeDocument/2006/relationships/image" Target="../media/image848.png"/><Relationship Id="rId24" Type="http://schemas.openxmlformats.org/officeDocument/2006/relationships/customXml" Target="../ink/ink730.xml"/><Relationship Id="rId66" Type="http://schemas.openxmlformats.org/officeDocument/2006/relationships/customXml" Target="../ink/ink751.xml"/><Relationship Id="rId131" Type="http://schemas.openxmlformats.org/officeDocument/2006/relationships/image" Target="../media/image778.png"/><Relationship Id="rId327" Type="http://schemas.openxmlformats.org/officeDocument/2006/relationships/customXml" Target="../ink/ink883.xml"/><Relationship Id="rId369" Type="http://schemas.openxmlformats.org/officeDocument/2006/relationships/customXml" Target="../ink/ink905.xml"/><Relationship Id="rId173" Type="http://schemas.openxmlformats.org/officeDocument/2006/relationships/image" Target="../media/image799.png"/><Relationship Id="rId229" Type="http://schemas.openxmlformats.org/officeDocument/2006/relationships/image" Target="../media/image827.png"/><Relationship Id="rId380" Type="http://schemas.openxmlformats.org/officeDocument/2006/relationships/image" Target="../media/image897.png"/><Relationship Id="rId240" Type="http://schemas.openxmlformats.org/officeDocument/2006/relationships/customXml" Target="../ink/ink839.xml"/><Relationship Id="rId35" Type="http://schemas.openxmlformats.org/officeDocument/2006/relationships/image" Target="../media/image732.png"/><Relationship Id="rId77" Type="http://schemas.openxmlformats.org/officeDocument/2006/relationships/image" Target="../media/image504.png"/><Relationship Id="rId100" Type="http://schemas.openxmlformats.org/officeDocument/2006/relationships/image" Target="../media/image763.png"/><Relationship Id="rId282" Type="http://schemas.openxmlformats.org/officeDocument/2006/relationships/customXml" Target="../ink/ink860.xml"/><Relationship Id="rId338" Type="http://schemas.openxmlformats.org/officeDocument/2006/relationships/customXml" Target="../ink/ink889.xml"/><Relationship Id="rId8" Type="http://schemas.openxmlformats.org/officeDocument/2006/relationships/customXml" Target="../ink/ink722.xml"/><Relationship Id="rId142" Type="http://schemas.openxmlformats.org/officeDocument/2006/relationships/customXml" Target="../ink/ink790.xml"/><Relationship Id="rId184" Type="http://schemas.openxmlformats.org/officeDocument/2006/relationships/customXml" Target="../ink/ink811.xml"/><Relationship Id="rId391" Type="http://schemas.openxmlformats.org/officeDocument/2006/relationships/customXml" Target="../ink/ink917.xml"/><Relationship Id="rId405" Type="http://schemas.openxmlformats.org/officeDocument/2006/relationships/customXml" Target="../ink/ink924.xml"/><Relationship Id="rId251" Type="http://schemas.openxmlformats.org/officeDocument/2006/relationships/image" Target="../media/image838.png"/><Relationship Id="rId46" Type="http://schemas.openxmlformats.org/officeDocument/2006/relationships/customXml" Target="../ink/ink741.xml"/><Relationship Id="rId293" Type="http://schemas.openxmlformats.org/officeDocument/2006/relationships/customXml" Target="../ink/ink866.xml"/><Relationship Id="rId307" Type="http://schemas.openxmlformats.org/officeDocument/2006/relationships/customXml" Target="../ink/ink873.xml"/><Relationship Id="rId349" Type="http://schemas.openxmlformats.org/officeDocument/2006/relationships/image" Target="../media/image884.png"/><Relationship Id="rId88" Type="http://schemas.openxmlformats.org/officeDocument/2006/relationships/customXml" Target="../ink/ink762.xml"/><Relationship Id="rId111" Type="http://schemas.openxmlformats.org/officeDocument/2006/relationships/image" Target="../media/image768.png"/><Relationship Id="rId153" Type="http://schemas.openxmlformats.org/officeDocument/2006/relationships/image" Target="../media/image789.png"/><Relationship Id="rId195" Type="http://schemas.openxmlformats.org/officeDocument/2006/relationships/image" Target="../media/image810.png"/><Relationship Id="rId209" Type="http://schemas.openxmlformats.org/officeDocument/2006/relationships/image" Target="../media/image817.png"/><Relationship Id="rId360" Type="http://schemas.openxmlformats.org/officeDocument/2006/relationships/customXml" Target="../ink/ink900.xml"/><Relationship Id="rId416" Type="http://schemas.openxmlformats.org/officeDocument/2006/relationships/image" Target="../media/image915.png"/><Relationship Id="rId220" Type="http://schemas.openxmlformats.org/officeDocument/2006/relationships/customXml" Target="../ink/ink829.xml"/><Relationship Id="rId15" Type="http://schemas.openxmlformats.org/officeDocument/2006/relationships/image" Target="../media/image722.png"/><Relationship Id="rId57" Type="http://schemas.openxmlformats.org/officeDocument/2006/relationships/image" Target="../media/image743.png"/><Relationship Id="rId262" Type="http://schemas.openxmlformats.org/officeDocument/2006/relationships/customXml" Target="../ink/ink850.xml"/><Relationship Id="rId318" Type="http://schemas.openxmlformats.org/officeDocument/2006/relationships/image" Target="../media/image870.png"/><Relationship Id="rId99" Type="http://schemas.openxmlformats.org/officeDocument/2006/relationships/customXml" Target="../ink/ink768.xml"/><Relationship Id="rId122" Type="http://schemas.openxmlformats.org/officeDocument/2006/relationships/customXml" Target="../ink/ink780.xml"/><Relationship Id="rId164" Type="http://schemas.openxmlformats.org/officeDocument/2006/relationships/customXml" Target="../ink/ink801.xml"/><Relationship Id="rId371" Type="http://schemas.openxmlformats.org/officeDocument/2006/relationships/customXml" Target="../ink/ink906.xml"/><Relationship Id="rId26" Type="http://schemas.openxmlformats.org/officeDocument/2006/relationships/customXml" Target="../ink/ink731.xml"/><Relationship Id="rId231" Type="http://schemas.openxmlformats.org/officeDocument/2006/relationships/image" Target="../media/image828.png"/><Relationship Id="rId273" Type="http://schemas.openxmlformats.org/officeDocument/2006/relationships/image" Target="../media/image849.png"/><Relationship Id="rId329" Type="http://schemas.openxmlformats.org/officeDocument/2006/relationships/image" Target="../media/image118.png"/><Relationship Id="rId68" Type="http://schemas.openxmlformats.org/officeDocument/2006/relationships/customXml" Target="../ink/ink752.xml"/><Relationship Id="rId133" Type="http://schemas.openxmlformats.org/officeDocument/2006/relationships/image" Target="../media/image779.png"/><Relationship Id="rId175" Type="http://schemas.openxmlformats.org/officeDocument/2006/relationships/image" Target="../media/image800.png"/><Relationship Id="rId340" Type="http://schemas.openxmlformats.org/officeDocument/2006/relationships/customXml" Target="../ink/ink890.xml"/><Relationship Id="rId200" Type="http://schemas.openxmlformats.org/officeDocument/2006/relationships/customXml" Target="../ink/ink819.xml"/><Relationship Id="rId382" Type="http://schemas.openxmlformats.org/officeDocument/2006/relationships/image" Target="../media/image898.png"/><Relationship Id="rId242" Type="http://schemas.openxmlformats.org/officeDocument/2006/relationships/customXml" Target="../ink/ink840.xml"/><Relationship Id="rId284" Type="http://schemas.openxmlformats.org/officeDocument/2006/relationships/customXml" Target="../ink/ink861.xml"/><Relationship Id="rId37" Type="http://schemas.openxmlformats.org/officeDocument/2006/relationships/image" Target="../media/image733.png"/><Relationship Id="rId79" Type="http://schemas.openxmlformats.org/officeDocument/2006/relationships/image" Target="../media/image753.png"/><Relationship Id="rId102" Type="http://schemas.openxmlformats.org/officeDocument/2006/relationships/image" Target="../media/image764.png"/><Relationship Id="rId144" Type="http://schemas.openxmlformats.org/officeDocument/2006/relationships/customXml" Target="../ink/ink791.xml"/><Relationship Id="rId90" Type="http://schemas.openxmlformats.org/officeDocument/2006/relationships/customXml" Target="../ink/ink763.xml"/><Relationship Id="rId186" Type="http://schemas.openxmlformats.org/officeDocument/2006/relationships/customXml" Target="../ink/ink812.xml"/><Relationship Id="rId351" Type="http://schemas.openxmlformats.org/officeDocument/2006/relationships/image" Target="../media/image885.png"/><Relationship Id="rId393" Type="http://schemas.openxmlformats.org/officeDocument/2006/relationships/customXml" Target="../ink/ink918.xml"/><Relationship Id="rId407" Type="http://schemas.openxmlformats.org/officeDocument/2006/relationships/customXml" Target="../ink/ink925.xml"/><Relationship Id="rId211" Type="http://schemas.openxmlformats.org/officeDocument/2006/relationships/image" Target="../media/image818.png"/><Relationship Id="rId253" Type="http://schemas.openxmlformats.org/officeDocument/2006/relationships/image" Target="../media/image839.png"/><Relationship Id="rId295" Type="http://schemas.openxmlformats.org/officeDocument/2006/relationships/customXml" Target="../ink/ink867.xml"/><Relationship Id="rId309" Type="http://schemas.openxmlformats.org/officeDocument/2006/relationships/customXml" Target="../ink/ink874.xml"/><Relationship Id="rId48" Type="http://schemas.openxmlformats.org/officeDocument/2006/relationships/customXml" Target="../ink/ink742.xml"/><Relationship Id="rId113" Type="http://schemas.openxmlformats.org/officeDocument/2006/relationships/image" Target="../media/image769.png"/><Relationship Id="rId320" Type="http://schemas.openxmlformats.org/officeDocument/2006/relationships/image" Target="../media/image871.png"/><Relationship Id="rId155" Type="http://schemas.openxmlformats.org/officeDocument/2006/relationships/image" Target="../media/image790.png"/><Relationship Id="rId197" Type="http://schemas.openxmlformats.org/officeDocument/2006/relationships/image" Target="../media/image811.png"/><Relationship Id="rId362" Type="http://schemas.openxmlformats.org/officeDocument/2006/relationships/customXml" Target="../ink/ink901.xml"/><Relationship Id="rId418" Type="http://schemas.openxmlformats.org/officeDocument/2006/relationships/image" Target="../media/image91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73.png"/><Relationship Id="rId21" Type="http://schemas.openxmlformats.org/officeDocument/2006/relationships/image" Target="../media/image926.png"/><Relationship Id="rId324" Type="http://schemas.openxmlformats.org/officeDocument/2006/relationships/customXml" Target="../ink/ink1092.xml"/><Relationship Id="rId531" Type="http://schemas.openxmlformats.org/officeDocument/2006/relationships/customXml" Target="../ink/ink1197.xml"/><Relationship Id="rId170" Type="http://schemas.openxmlformats.org/officeDocument/2006/relationships/customXml" Target="../ink/ink1015.xml"/><Relationship Id="rId268" Type="http://schemas.openxmlformats.org/officeDocument/2006/relationships/customXml" Target="../ink/ink1064.xml"/><Relationship Id="rId475" Type="http://schemas.openxmlformats.org/officeDocument/2006/relationships/customXml" Target="../ink/ink1169.xml"/><Relationship Id="rId32" Type="http://schemas.openxmlformats.org/officeDocument/2006/relationships/customXml" Target="../ink/ink946.xml"/><Relationship Id="rId128" Type="http://schemas.openxmlformats.org/officeDocument/2006/relationships/customXml" Target="../ink/ink994.xml"/><Relationship Id="rId335" Type="http://schemas.openxmlformats.org/officeDocument/2006/relationships/image" Target="../media/image1080.png"/><Relationship Id="rId542" Type="http://schemas.openxmlformats.org/officeDocument/2006/relationships/image" Target="../media/image1180.png"/><Relationship Id="rId181" Type="http://schemas.openxmlformats.org/officeDocument/2006/relationships/image" Target="../media/image1005.png"/><Relationship Id="rId402" Type="http://schemas.openxmlformats.org/officeDocument/2006/relationships/image" Target="../media/image1113.png"/><Relationship Id="rId279" Type="http://schemas.openxmlformats.org/officeDocument/2006/relationships/image" Target="../media/image1052.png"/><Relationship Id="rId486" Type="http://schemas.openxmlformats.org/officeDocument/2006/relationships/image" Target="../media/image1152.png"/><Relationship Id="rId43" Type="http://schemas.openxmlformats.org/officeDocument/2006/relationships/image" Target="../media/image937.png"/><Relationship Id="rId139" Type="http://schemas.openxmlformats.org/officeDocument/2006/relationships/image" Target="../media/image984.png"/><Relationship Id="rId346" Type="http://schemas.openxmlformats.org/officeDocument/2006/relationships/customXml" Target="../ink/ink1103.xml"/><Relationship Id="rId553" Type="http://schemas.openxmlformats.org/officeDocument/2006/relationships/customXml" Target="../ink/ink1208.xml"/><Relationship Id="rId192" Type="http://schemas.openxmlformats.org/officeDocument/2006/relationships/customXml" Target="../ink/ink1026.xml"/><Relationship Id="rId206" Type="http://schemas.openxmlformats.org/officeDocument/2006/relationships/customXml" Target="../ink/ink1033.xml"/><Relationship Id="rId413" Type="http://schemas.openxmlformats.org/officeDocument/2006/relationships/customXml" Target="../ink/ink1137.xml"/><Relationship Id="rId497" Type="http://schemas.openxmlformats.org/officeDocument/2006/relationships/customXml" Target="../ink/ink1180.xml"/><Relationship Id="rId357" Type="http://schemas.openxmlformats.org/officeDocument/2006/relationships/customXml" Target="../ink/ink1109.xml"/><Relationship Id="rId54" Type="http://schemas.openxmlformats.org/officeDocument/2006/relationships/customXml" Target="../ink/ink957.xml"/><Relationship Id="rId217" Type="http://schemas.openxmlformats.org/officeDocument/2006/relationships/image" Target="../media/image1023.png"/><Relationship Id="rId564" Type="http://schemas.openxmlformats.org/officeDocument/2006/relationships/image" Target="../media/image1191.png"/><Relationship Id="rId424" Type="http://schemas.openxmlformats.org/officeDocument/2006/relationships/image" Target="../media/image1123.png"/><Relationship Id="rId270" Type="http://schemas.openxmlformats.org/officeDocument/2006/relationships/customXml" Target="../ink/ink1065.xml"/><Relationship Id="rId65" Type="http://schemas.openxmlformats.org/officeDocument/2006/relationships/image" Target="../media/image948.png"/><Relationship Id="rId130" Type="http://schemas.openxmlformats.org/officeDocument/2006/relationships/customXml" Target="../ink/ink995.xml"/><Relationship Id="rId368" Type="http://schemas.openxmlformats.org/officeDocument/2006/relationships/image" Target="../media/image1096.png"/><Relationship Id="rId172" Type="http://schemas.openxmlformats.org/officeDocument/2006/relationships/customXml" Target="../ink/ink1016.xml"/><Relationship Id="rId228" Type="http://schemas.openxmlformats.org/officeDocument/2006/relationships/customXml" Target="../ink/ink1044.xml"/><Relationship Id="rId435" Type="http://schemas.openxmlformats.org/officeDocument/2006/relationships/customXml" Target="../ink/ink1148.xml"/><Relationship Id="rId477" Type="http://schemas.openxmlformats.org/officeDocument/2006/relationships/customXml" Target="../ink/ink1170.xml"/><Relationship Id="rId281" Type="http://schemas.openxmlformats.org/officeDocument/2006/relationships/image" Target="../media/image1053.png"/><Relationship Id="rId337" Type="http://schemas.openxmlformats.org/officeDocument/2006/relationships/image" Target="../media/image1081.png"/><Relationship Id="rId502" Type="http://schemas.openxmlformats.org/officeDocument/2006/relationships/image" Target="../media/image1160.png"/><Relationship Id="rId34" Type="http://schemas.openxmlformats.org/officeDocument/2006/relationships/customXml" Target="../ink/ink947.xml"/><Relationship Id="rId76" Type="http://schemas.openxmlformats.org/officeDocument/2006/relationships/customXml" Target="../ink/ink968.xml"/><Relationship Id="rId141" Type="http://schemas.openxmlformats.org/officeDocument/2006/relationships/image" Target="../media/image985.png"/><Relationship Id="rId379" Type="http://schemas.openxmlformats.org/officeDocument/2006/relationships/customXml" Target="../ink/ink1120.xml"/><Relationship Id="rId544" Type="http://schemas.openxmlformats.org/officeDocument/2006/relationships/image" Target="../media/image1181.png"/><Relationship Id="rId7" Type="http://schemas.openxmlformats.org/officeDocument/2006/relationships/image" Target="../media/image919.png"/><Relationship Id="rId183" Type="http://schemas.openxmlformats.org/officeDocument/2006/relationships/image" Target="../media/image1006.png"/><Relationship Id="rId239" Type="http://schemas.openxmlformats.org/officeDocument/2006/relationships/image" Target="../media/image1033.png"/><Relationship Id="rId390" Type="http://schemas.openxmlformats.org/officeDocument/2006/relationships/image" Target="../media/image1107.png"/><Relationship Id="rId404" Type="http://schemas.openxmlformats.org/officeDocument/2006/relationships/image" Target="../media/image1114.png"/><Relationship Id="rId446" Type="http://schemas.openxmlformats.org/officeDocument/2006/relationships/image" Target="../media/image1134.png"/><Relationship Id="rId250" Type="http://schemas.openxmlformats.org/officeDocument/2006/relationships/customXml" Target="../ink/ink1055.xml"/><Relationship Id="rId292" Type="http://schemas.openxmlformats.org/officeDocument/2006/relationships/customXml" Target="../ink/ink1076.xml"/><Relationship Id="rId306" Type="http://schemas.openxmlformats.org/officeDocument/2006/relationships/customXml" Target="../ink/ink1083.xml"/><Relationship Id="rId488" Type="http://schemas.openxmlformats.org/officeDocument/2006/relationships/image" Target="../media/image1153.png"/><Relationship Id="rId45" Type="http://schemas.openxmlformats.org/officeDocument/2006/relationships/image" Target="../media/image938.png"/><Relationship Id="rId87" Type="http://schemas.openxmlformats.org/officeDocument/2006/relationships/image" Target="../media/image959.png"/><Relationship Id="rId110" Type="http://schemas.openxmlformats.org/officeDocument/2006/relationships/customXml" Target="../ink/ink985.xml"/><Relationship Id="rId348" Type="http://schemas.openxmlformats.org/officeDocument/2006/relationships/image" Target="../media/image1086.png"/><Relationship Id="rId513" Type="http://schemas.openxmlformats.org/officeDocument/2006/relationships/customXml" Target="../ink/ink1188.xml"/><Relationship Id="rId555" Type="http://schemas.openxmlformats.org/officeDocument/2006/relationships/customXml" Target="../ink/ink1209.xml"/><Relationship Id="rId152" Type="http://schemas.openxmlformats.org/officeDocument/2006/relationships/customXml" Target="../ink/ink1006.xml"/><Relationship Id="rId194" Type="http://schemas.openxmlformats.org/officeDocument/2006/relationships/customXml" Target="../ink/ink1027.xml"/><Relationship Id="rId208" Type="http://schemas.openxmlformats.org/officeDocument/2006/relationships/customXml" Target="../ink/ink1034.xml"/><Relationship Id="rId415" Type="http://schemas.openxmlformats.org/officeDocument/2006/relationships/customXml" Target="../ink/ink1138.xml"/><Relationship Id="rId457" Type="http://schemas.openxmlformats.org/officeDocument/2006/relationships/customXml" Target="../ink/ink1159.xml"/><Relationship Id="rId261" Type="http://schemas.openxmlformats.org/officeDocument/2006/relationships/image" Target="../media/image1043.png"/><Relationship Id="rId499" Type="http://schemas.openxmlformats.org/officeDocument/2006/relationships/customXml" Target="../ink/ink1181.xml"/><Relationship Id="rId14" Type="http://schemas.openxmlformats.org/officeDocument/2006/relationships/customXml" Target="../ink/ink937.xml"/><Relationship Id="rId56" Type="http://schemas.openxmlformats.org/officeDocument/2006/relationships/customXml" Target="../ink/ink958.xml"/><Relationship Id="rId317" Type="http://schemas.openxmlformats.org/officeDocument/2006/relationships/image" Target="../media/image1071.png"/><Relationship Id="rId359" Type="http://schemas.openxmlformats.org/officeDocument/2006/relationships/customXml" Target="../ink/ink1110.xml"/><Relationship Id="rId524" Type="http://schemas.openxmlformats.org/officeDocument/2006/relationships/image" Target="../media/image1171.png"/><Relationship Id="rId566" Type="http://schemas.openxmlformats.org/officeDocument/2006/relationships/image" Target="../media/image1192.png"/><Relationship Id="rId98" Type="http://schemas.openxmlformats.org/officeDocument/2006/relationships/customXml" Target="../ink/ink979.xml"/><Relationship Id="rId121" Type="http://schemas.openxmlformats.org/officeDocument/2006/relationships/image" Target="../media/image975.png"/><Relationship Id="rId163" Type="http://schemas.openxmlformats.org/officeDocument/2006/relationships/image" Target="../media/image996.png"/><Relationship Id="rId219" Type="http://schemas.openxmlformats.org/officeDocument/2006/relationships/image" Target="../media/image1024.png"/><Relationship Id="rId370" Type="http://schemas.openxmlformats.org/officeDocument/2006/relationships/image" Target="../media/image1097.png"/><Relationship Id="rId426" Type="http://schemas.openxmlformats.org/officeDocument/2006/relationships/image" Target="../media/image1124.png"/><Relationship Id="rId230" Type="http://schemas.openxmlformats.org/officeDocument/2006/relationships/customXml" Target="../ink/ink1045.xml"/><Relationship Id="rId468" Type="http://schemas.openxmlformats.org/officeDocument/2006/relationships/image" Target="../media/image1145.png"/><Relationship Id="rId25" Type="http://schemas.openxmlformats.org/officeDocument/2006/relationships/image" Target="../media/image928.png"/><Relationship Id="rId67" Type="http://schemas.openxmlformats.org/officeDocument/2006/relationships/image" Target="../media/image949.png"/><Relationship Id="rId272" Type="http://schemas.openxmlformats.org/officeDocument/2006/relationships/customXml" Target="../ink/ink1066.xml"/><Relationship Id="rId328" Type="http://schemas.openxmlformats.org/officeDocument/2006/relationships/customXml" Target="../ink/ink1094.xml"/><Relationship Id="rId535" Type="http://schemas.openxmlformats.org/officeDocument/2006/relationships/customXml" Target="../ink/ink1199.xml"/><Relationship Id="rId132" Type="http://schemas.openxmlformats.org/officeDocument/2006/relationships/customXml" Target="../ink/ink996.xml"/><Relationship Id="rId174" Type="http://schemas.openxmlformats.org/officeDocument/2006/relationships/customXml" Target="../ink/ink1017.xml"/><Relationship Id="rId381" Type="http://schemas.openxmlformats.org/officeDocument/2006/relationships/customXml" Target="../ink/ink1121.xml"/><Relationship Id="rId241" Type="http://schemas.openxmlformats.org/officeDocument/2006/relationships/image" Target="../media/image1034.png"/><Relationship Id="rId437" Type="http://schemas.openxmlformats.org/officeDocument/2006/relationships/customXml" Target="../ink/ink1149.xml"/><Relationship Id="rId479" Type="http://schemas.openxmlformats.org/officeDocument/2006/relationships/customXml" Target="../ink/ink1171.xml"/><Relationship Id="rId36" Type="http://schemas.openxmlformats.org/officeDocument/2006/relationships/customXml" Target="../ink/ink948.xml"/><Relationship Id="rId283" Type="http://schemas.openxmlformats.org/officeDocument/2006/relationships/image" Target="../media/image1054.png"/><Relationship Id="rId339" Type="http://schemas.openxmlformats.org/officeDocument/2006/relationships/image" Target="../media/image1082.png"/><Relationship Id="rId490" Type="http://schemas.openxmlformats.org/officeDocument/2006/relationships/image" Target="../media/image1154.png"/><Relationship Id="rId504" Type="http://schemas.openxmlformats.org/officeDocument/2006/relationships/image" Target="../media/image1161.png"/><Relationship Id="rId546" Type="http://schemas.openxmlformats.org/officeDocument/2006/relationships/image" Target="../media/image1182.png"/><Relationship Id="rId78" Type="http://schemas.openxmlformats.org/officeDocument/2006/relationships/customXml" Target="../ink/ink969.xml"/><Relationship Id="rId101" Type="http://schemas.openxmlformats.org/officeDocument/2006/relationships/image" Target="../media/image965.png"/><Relationship Id="rId143" Type="http://schemas.openxmlformats.org/officeDocument/2006/relationships/image" Target="../media/image986.png"/><Relationship Id="rId185" Type="http://schemas.openxmlformats.org/officeDocument/2006/relationships/image" Target="../media/image1007.png"/><Relationship Id="rId350" Type="http://schemas.openxmlformats.org/officeDocument/2006/relationships/image" Target="../media/image1087.png"/><Relationship Id="rId406" Type="http://schemas.openxmlformats.org/officeDocument/2006/relationships/image" Target="../media/image1115.png"/><Relationship Id="rId9" Type="http://schemas.openxmlformats.org/officeDocument/2006/relationships/image" Target="../media/image920.png"/><Relationship Id="rId210" Type="http://schemas.openxmlformats.org/officeDocument/2006/relationships/customXml" Target="../ink/ink1035.xml"/><Relationship Id="rId392" Type="http://schemas.openxmlformats.org/officeDocument/2006/relationships/image" Target="../media/image1108.png"/><Relationship Id="rId448" Type="http://schemas.openxmlformats.org/officeDocument/2006/relationships/image" Target="../media/image1135.png"/><Relationship Id="rId252" Type="http://schemas.openxmlformats.org/officeDocument/2006/relationships/customXml" Target="../ink/ink1056.xml"/><Relationship Id="rId294" Type="http://schemas.openxmlformats.org/officeDocument/2006/relationships/customXml" Target="../ink/ink1077.xml"/><Relationship Id="rId308" Type="http://schemas.openxmlformats.org/officeDocument/2006/relationships/customXml" Target="../ink/ink1084.xml"/><Relationship Id="rId515" Type="http://schemas.openxmlformats.org/officeDocument/2006/relationships/customXml" Target="../ink/ink1189.xml"/><Relationship Id="rId47" Type="http://schemas.openxmlformats.org/officeDocument/2006/relationships/image" Target="../media/image939.png"/><Relationship Id="rId89" Type="http://schemas.openxmlformats.org/officeDocument/2006/relationships/image" Target="../media/image960.png"/><Relationship Id="rId112" Type="http://schemas.openxmlformats.org/officeDocument/2006/relationships/customXml" Target="../ink/ink986.xml"/><Relationship Id="rId154" Type="http://schemas.openxmlformats.org/officeDocument/2006/relationships/customXml" Target="../ink/ink1007.xml"/><Relationship Id="rId361" Type="http://schemas.openxmlformats.org/officeDocument/2006/relationships/customXml" Target="../ink/ink1111.xml"/><Relationship Id="rId557" Type="http://schemas.openxmlformats.org/officeDocument/2006/relationships/customXml" Target="../ink/ink1210.xml"/><Relationship Id="rId196" Type="http://schemas.openxmlformats.org/officeDocument/2006/relationships/customXml" Target="../ink/ink1028.xml"/><Relationship Id="rId417" Type="http://schemas.openxmlformats.org/officeDocument/2006/relationships/customXml" Target="../ink/ink1139.xml"/><Relationship Id="rId459" Type="http://schemas.openxmlformats.org/officeDocument/2006/relationships/customXml" Target="../ink/ink1160.xml"/><Relationship Id="rId16" Type="http://schemas.openxmlformats.org/officeDocument/2006/relationships/customXml" Target="../ink/ink938.xml"/><Relationship Id="rId221" Type="http://schemas.openxmlformats.org/officeDocument/2006/relationships/image" Target="../media/image1025.png"/><Relationship Id="rId263" Type="http://schemas.openxmlformats.org/officeDocument/2006/relationships/image" Target="../media/image1044.png"/><Relationship Id="rId319" Type="http://schemas.openxmlformats.org/officeDocument/2006/relationships/image" Target="../media/image1072.png"/><Relationship Id="rId470" Type="http://schemas.openxmlformats.org/officeDocument/2006/relationships/customXml" Target="../ink/ink1166.xml"/><Relationship Id="rId526" Type="http://schemas.openxmlformats.org/officeDocument/2006/relationships/image" Target="../media/image1172.png"/><Relationship Id="rId58" Type="http://schemas.openxmlformats.org/officeDocument/2006/relationships/customXml" Target="../ink/ink959.xml"/><Relationship Id="rId123" Type="http://schemas.openxmlformats.org/officeDocument/2006/relationships/image" Target="../media/image976.png"/><Relationship Id="rId330" Type="http://schemas.openxmlformats.org/officeDocument/2006/relationships/customXml" Target="../ink/ink1095.xml"/><Relationship Id="rId165" Type="http://schemas.openxmlformats.org/officeDocument/2006/relationships/image" Target="../media/image997.png"/><Relationship Id="rId372" Type="http://schemas.openxmlformats.org/officeDocument/2006/relationships/image" Target="../media/image1098.png"/><Relationship Id="rId428" Type="http://schemas.openxmlformats.org/officeDocument/2006/relationships/image" Target="../media/image1125.png"/><Relationship Id="rId232" Type="http://schemas.openxmlformats.org/officeDocument/2006/relationships/customXml" Target="../ink/ink1046.xml"/><Relationship Id="rId274" Type="http://schemas.openxmlformats.org/officeDocument/2006/relationships/customXml" Target="../ink/ink1067.xml"/><Relationship Id="rId481" Type="http://schemas.openxmlformats.org/officeDocument/2006/relationships/customXml" Target="../ink/ink1172.xml"/><Relationship Id="rId27" Type="http://schemas.openxmlformats.org/officeDocument/2006/relationships/image" Target="../media/image929.png"/><Relationship Id="rId69" Type="http://schemas.openxmlformats.org/officeDocument/2006/relationships/image" Target="../media/image950.png"/><Relationship Id="rId134" Type="http://schemas.openxmlformats.org/officeDocument/2006/relationships/customXml" Target="../ink/ink997.xml"/><Relationship Id="rId537" Type="http://schemas.openxmlformats.org/officeDocument/2006/relationships/customXml" Target="../ink/ink1200.xml"/><Relationship Id="rId80" Type="http://schemas.openxmlformats.org/officeDocument/2006/relationships/customXml" Target="../ink/ink970.xml"/><Relationship Id="rId176" Type="http://schemas.openxmlformats.org/officeDocument/2006/relationships/customXml" Target="../ink/ink1018.xml"/><Relationship Id="rId341" Type="http://schemas.openxmlformats.org/officeDocument/2006/relationships/image" Target="../media/image1083.png"/><Relationship Id="rId383" Type="http://schemas.openxmlformats.org/officeDocument/2006/relationships/customXml" Target="../ink/ink1122.xml"/><Relationship Id="rId439" Type="http://schemas.openxmlformats.org/officeDocument/2006/relationships/customXml" Target="../ink/ink1150.xml"/><Relationship Id="rId201" Type="http://schemas.openxmlformats.org/officeDocument/2006/relationships/image" Target="../media/image1015.png"/><Relationship Id="rId243" Type="http://schemas.openxmlformats.org/officeDocument/2006/relationships/image" Target="../media/image1035.png"/><Relationship Id="rId285" Type="http://schemas.openxmlformats.org/officeDocument/2006/relationships/image" Target="../media/image1055.png"/><Relationship Id="rId450" Type="http://schemas.openxmlformats.org/officeDocument/2006/relationships/image" Target="../media/image1136.png"/><Relationship Id="rId506" Type="http://schemas.openxmlformats.org/officeDocument/2006/relationships/image" Target="../media/image1162.png"/><Relationship Id="rId38" Type="http://schemas.openxmlformats.org/officeDocument/2006/relationships/customXml" Target="../ink/ink949.xml"/><Relationship Id="rId103" Type="http://schemas.openxmlformats.org/officeDocument/2006/relationships/image" Target="../media/image966.png"/><Relationship Id="rId310" Type="http://schemas.openxmlformats.org/officeDocument/2006/relationships/customXml" Target="../ink/ink1085.xml"/><Relationship Id="rId492" Type="http://schemas.openxmlformats.org/officeDocument/2006/relationships/image" Target="../media/image1155.png"/><Relationship Id="rId548" Type="http://schemas.openxmlformats.org/officeDocument/2006/relationships/image" Target="../media/image1183.png"/><Relationship Id="rId91" Type="http://schemas.openxmlformats.org/officeDocument/2006/relationships/image" Target="../media/image504.png"/><Relationship Id="rId145" Type="http://schemas.openxmlformats.org/officeDocument/2006/relationships/image" Target="../media/image987.png"/><Relationship Id="rId187" Type="http://schemas.openxmlformats.org/officeDocument/2006/relationships/image" Target="../media/image1008.png"/><Relationship Id="rId352" Type="http://schemas.openxmlformats.org/officeDocument/2006/relationships/image" Target="../media/image1088.png"/><Relationship Id="rId394" Type="http://schemas.openxmlformats.org/officeDocument/2006/relationships/image" Target="../media/image1109.png"/><Relationship Id="rId408" Type="http://schemas.openxmlformats.org/officeDocument/2006/relationships/image" Target="../media/image1116.png"/><Relationship Id="rId212" Type="http://schemas.openxmlformats.org/officeDocument/2006/relationships/customXml" Target="../ink/ink1036.xml"/><Relationship Id="rId254" Type="http://schemas.openxmlformats.org/officeDocument/2006/relationships/customXml" Target="../ink/ink1057.xml"/><Relationship Id="rId49" Type="http://schemas.openxmlformats.org/officeDocument/2006/relationships/image" Target="../media/image940.png"/><Relationship Id="rId114" Type="http://schemas.openxmlformats.org/officeDocument/2006/relationships/customXml" Target="../ink/ink987.xml"/><Relationship Id="rId296" Type="http://schemas.openxmlformats.org/officeDocument/2006/relationships/customXml" Target="../ink/ink1078.xml"/><Relationship Id="rId461" Type="http://schemas.openxmlformats.org/officeDocument/2006/relationships/customXml" Target="../ink/ink1161.xml"/><Relationship Id="rId517" Type="http://schemas.openxmlformats.org/officeDocument/2006/relationships/customXml" Target="../ink/ink1190.xml"/><Relationship Id="rId559" Type="http://schemas.openxmlformats.org/officeDocument/2006/relationships/customXml" Target="../ink/ink1211.xml"/><Relationship Id="rId60" Type="http://schemas.openxmlformats.org/officeDocument/2006/relationships/customXml" Target="../ink/ink960.xml"/><Relationship Id="rId156" Type="http://schemas.openxmlformats.org/officeDocument/2006/relationships/customXml" Target="../ink/ink1008.xml"/><Relationship Id="rId198" Type="http://schemas.openxmlformats.org/officeDocument/2006/relationships/customXml" Target="../ink/ink1029.xml"/><Relationship Id="rId321" Type="http://schemas.openxmlformats.org/officeDocument/2006/relationships/image" Target="../media/image1073.png"/><Relationship Id="rId363" Type="http://schemas.openxmlformats.org/officeDocument/2006/relationships/customXml" Target="../ink/ink1112.xml"/><Relationship Id="rId419" Type="http://schemas.openxmlformats.org/officeDocument/2006/relationships/customXml" Target="../ink/ink1140.xml"/><Relationship Id="rId223" Type="http://schemas.openxmlformats.org/officeDocument/2006/relationships/image" Target="../media/image1026.png"/><Relationship Id="rId430" Type="http://schemas.openxmlformats.org/officeDocument/2006/relationships/image" Target="../media/image1126.png"/><Relationship Id="rId18" Type="http://schemas.openxmlformats.org/officeDocument/2006/relationships/customXml" Target="../ink/ink939.xml"/><Relationship Id="rId265" Type="http://schemas.openxmlformats.org/officeDocument/2006/relationships/image" Target="../media/image1045.png"/><Relationship Id="rId472" Type="http://schemas.openxmlformats.org/officeDocument/2006/relationships/image" Target="../media/image1146.png"/><Relationship Id="rId528" Type="http://schemas.openxmlformats.org/officeDocument/2006/relationships/image" Target="../media/image1173.png"/><Relationship Id="rId125" Type="http://schemas.openxmlformats.org/officeDocument/2006/relationships/image" Target="../media/image977.png"/><Relationship Id="rId167" Type="http://schemas.openxmlformats.org/officeDocument/2006/relationships/image" Target="../media/image998.png"/><Relationship Id="rId332" Type="http://schemas.openxmlformats.org/officeDocument/2006/relationships/customXml" Target="../ink/ink1096.xml"/><Relationship Id="rId374" Type="http://schemas.openxmlformats.org/officeDocument/2006/relationships/image" Target="../media/image1099.png"/><Relationship Id="rId71" Type="http://schemas.openxmlformats.org/officeDocument/2006/relationships/image" Target="../media/image951.png"/><Relationship Id="rId234" Type="http://schemas.openxmlformats.org/officeDocument/2006/relationships/customXml" Target="../ink/ink1047.xml"/><Relationship Id="rId2" Type="http://schemas.openxmlformats.org/officeDocument/2006/relationships/customXml" Target="../ink/ink931.xml"/><Relationship Id="rId29" Type="http://schemas.openxmlformats.org/officeDocument/2006/relationships/image" Target="../media/image930.png"/><Relationship Id="rId276" Type="http://schemas.openxmlformats.org/officeDocument/2006/relationships/customXml" Target="../ink/ink1068.xml"/><Relationship Id="rId441" Type="http://schemas.openxmlformats.org/officeDocument/2006/relationships/customXml" Target="../ink/ink1151.xml"/><Relationship Id="rId483" Type="http://schemas.openxmlformats.org/officeDocument/2006/relationships/customXml" Target="../ink/ink1173.xml"/><Relationship Id="rId539" Type="http://schemas.openxmlformats.org/officeDocument/2006/relationships/customXml" Target="../ink/ink1201.xml"/><Relationship Id="rId40" Type="http://schemas.openxmlformats.org/officeDocument/2006/relationships/customXml" Target="../ink/ink950.xml"/><Relationship Id="rId136" Type="http://schemas.openxmlformats.org/officeDocument/2006/relationships/customXml" Target="../ink/ink998.xml"/><Relationship Id="rId178" Type="http://schemas.openxmlformats.org/officeDocument/2006/relationships/customXml" Target="../ink/ink1019.xml"/><Relationship Id="rId301" Type="http://schemas.openxmlformats.org/officeDocument/2006/relationships/image" Target="../media/image1063.png"/><Relationship Id="rId343" Type="http://schemas.openxmlformats.org/officeDocument/2006/relationships/image" Target="../media/image1084.png"/><Relationship Id="rId550" Type="http://schemas.openxmlformats.org/officeDocument/2006/relationships/image" Target="../media/image1184.png"/><Relationship Id="rId82" Type="http://schemas.openxmlformats.org/officeDocument/2006/relationships/customXml" Target="../ink/ink971.xml"/><Relationship Id="rId203" Type="http://schemas.openxmlformats.org/officeDocument/2006/relationships/image" Target="../media/image1016.png"/><Relationship Id="rId385" Type="http://schemas.openxmlformats.org/officeDocument/2006/relationships/customXml" Target="../ink/ink1123.xml"/><Relationship Id="rId245" Type="http://schemas.openxmlformats.org/officeDocument/2006/relationships/image" Target="../media/image1036.png"/><Relationship Id="rId287" Type="http://schemas.openxmlformats.org/officeDocument/2006/relationships/image" Target="../media/image1056.png"/><Relationship Id="rId410" Type="http://schemas.openxmlformats.org/officeDocument/2006/relationships/image" Target="../media/image1117.png"/><Relationship Id="rId452" Type="http://schemas.openxmlformats.org/officeDocument/2006/relationships/image" Target="../media/image1137.png"/><Relationship Id="rId494" Type="http://schemas.openxmlformats.org/officeDocument/2006/relationships/image" Target="../media/image1156.png"/><Relationship Id="rId508" Type="http://schemas.openxmlformats.org/officeDocument/2006/relationships/image" Target="../media/image1163.png"/><Relationship Id="rId105" Type="http://schemas.openxmlformats.org/officeDocument/2006/relationships/image" Target="../media/image967.png"/><Relationship Id="rId147" Type="http://schemas.openxmlformats.org/officeDocument/2006/relationships/image" Target="../media/image988.png"/><Relationship Id="rId312" Type="http://schemas.openxmlformats.org/officeDocument/2006/relationships/customXml" Target="../ink/ink1086.xml"/><Relationship Id="rId354" Type="http://schemas.openxmlformats.org/officeDocument/2006/relationships/image" Target="../media/image1089.png"/><Relationship Id="rId51" Type="http://schemas.openxmlformats.org/officeDocument/2006/relationships/image" Target="../media/image941.png"/><Relationship Id="rId93" Type="http://schemas.openxmlformats.org/officeDocument/2006/relationships/image" Target="../media/image961.png"/><Relationship Id="rId189" Type="http://schemas.openxmlformats.org/officeDocument/2006/relationships/image" Target="../media/image1009.png"/><Relationship Id="rId396" Type="http://schemas.openxmlformats.org/officeDocument/2006/relationships/image" Target="../media/image1110.png"/><Relationship Id="rId561" Type="http://schemas.openxmlformats.org/officeDocument/2006/relationships/customXml" Target="../ink/ink1212.xml"/><Relationship Id="rId214" Type="http://schemas.openxmlformats.org/officeDocument/2006/relationships/customXml" Target="../ink/ink1037.xml"/><Relationship Id="rId256" Type="http://schemas.openxmlformats.org/officeDocument/2006/relationships/customXml" Target="../ink/ink1058.xml"/><Relationship Id="rId298" Type="http://schemas.openxmlformats.org/officeDocument/2006/relationships/customXml" Target="../ink/ink1079.xml"/><Relationship Id="rId421" Type="http://schemas.openxmlformats.org/officeDocument/2006/relationships/customXml" Target="../ink/ink1141.xml"/><Relationship Id="rId463" Type="http://schemas.openxmlformats.org/officeDocument/2006/relationships/customXml" Target="../ink/ink1162.xml"/><Relationship Id="rId519" Type="http://schemas.openxmlformats.org/officeDocument/2006/relationships/customXml" Target="../ink/ink1191.xml"/><Relationship Id="rId116" Type="http://schemas.openxmlformats.org/officeDocument/2006/relationships/customXml" Target="../ink/ink988.xml"/><Relationship Id="rId158" Type="http://schemas.openxmlformats.org/officeDocument/2006/relationships/customXml" Target="../ink/ink1009.xml"/><Relationship Id="rId323" Type="http://schemas.openxmlformats.org/officeDocument/2006/relationships/image" Target="../media/image1074.png"/><Relationship Id="rId530" Type="http://schemas.openxmlformats.org/officeDocument/2006/relationships/image" Target="../media/image1174.png"/><Relationship Id="rId20" Type="http://schemas.openxmlformats.org/officeDocument/2006/relationships/customXml" Target="../ink/ink940.xml"/><Relationship Id="rId62" Type="http://schemas.openxmlformats.org/officeDocument/2006/relationships/customXml" Target="../ink/ink961.xml"/><Relationship Id="rId365" Type="http://schemas.openxmlformats.org/officeDocument/2006/relationships/customXml" Target="../ink/ink1113.xml"/><Relationship Id="rId225" Type="http://schemas.openxmlformats.org/officeDocument/2006/relationships/image" Target="../media/image1027.png"/><Relationship Id="rId267" Type="http://schemas.openxmlformats.org/officeDocument/2006/relationships/image" Target="../media/image1046.png"/><Relationship Id="rId432" Type="http://schemas.openxmlformats.org/officeDocument/2006/relationships/image" Target="../media/image1127.png"/><Relationship Id="rId474" Type="http://schemas.openxmlformats.org/officeDocument/2006/relationships/image" Target="../media/image1147.png"/><Relationship Id="rId127" Type="http://schemas.openxmlformats.org/officeDocument/2006/relationships/image" Target="../media/image978.png"/><Relationship Id="rId31" Type="http://schemas.openxmlformats.org/officeDocument/2006/relationships/image" Target="../media/image931.png"/><Relationship Id="rId73" Type="http://schemas.openxmlformats.org/officeDocument/2006/relationships/image" Target="../media/image952.png"/><Relationship Id="rId169" Type="http://schemas.openxmlformats.org/officeDocument/2006/relationships/image" Target="../media/image999.png"/><Relationship Id="rId334" Type="http://schemas.openxmlformats.org/officeDocument/2006/relationships/customXml" Target="../ink/ink1097.xml"/><Relationship Id="rId376" Type="http://schemas.openxmlformats.org/officeDocument/2006/relationships/image" Target="../media/image1100.png"/><Relationship Id="rId541" Type="http://schemas.openxmlformats.org/officeDocument/2006/relationships/customXml" Target="../ink/ink1202.xml"/><Relationship Id="rId4" Type="http://schemas.openxmlformats.org/officeDocument/2006/relationships/customXml" Target="../ink/ink932.xml"/><Relationship Id="rId180" Type="http://schemas.openxmlformats.org/officeDocument/2006/relationships/customXml" Target="../ink/ink1020.xml"/><Relationship Id="rId236" Type="http://schemas.openxmlformats.org/officeDocument/2006/relationships/customXml" Target="../ink/ink1048.xml"/><Relationship Id="rId278" Type="http://schemas.openxmlformats.org/officeDocument/2006/relationships/customXml" Target="../ink/ink1069.xml"/><Relationship Id="rId401" Type="http://schemas.openxmlformats.org/officeDocument/2006/relationships/customXml" Target="../ink/ink1131.xml"/><Relationship Id="rId443" Type="http://schemas.openxmlformats.org/officeDocument/2006/relationships/customXml" Target="../ink/ink1152.xml"/><Relationship Id="rId303" Type="http://schemas.openxmlformats.org/officeDocument/2006/relationships/image" Target="../media/image1064.png"/><Relationship Id="rId485" Type="http://schemas.openxmlformats.org/officeDocument/2006/relationships/customXml" Target="../ink/ink1174.xml"/><Relationship Id="rId42" Type="http://schemas.openxmlformats.org/officeDocument/2006/relationships/customXml" Target="../ink/ink951.xml"/><Relationship Id="rId84" Type="http://schemas.openxmlformats.org/officeDocument/2006/relationships/customXml" Target="../ink/ink972.xml"/><Relationship Id="rId138" Type="http://schemas.openxmlformats.org/officeDocument/2006/relationships/customXml" Target="../ink/ink999.xml"/><Relationship Id="rId345" Type="http://schemas.openxmlformats.org/officeDocument/2006/relationships/image" Target="../media/image1085.png"/><Relationship Id="rId387" Type="http://schemas.openxmlformats.org/officeDocument/2006/relationships/customXml" Target="../ink/ink1124.xml"/><Relationship Id="rId510" Type="http://schemas.openxmlformats.org/officeDocument/2006/relationships/image" Target="../media/image1164.png"/><Relationship Id="rId552" Type="http://schemas.openxmlformats.org/officeDocument/2006/relationships/image" Target="../media/image1185.png"/><Relationship Id="rId191" Type="http://schemas.openxmlformats.org/officeDocument/2006/relationships/image" Target="../media/image1010.png"/><Relationship Id="rId205" Type="http://schemas.openxmlformats.org/officeDocument/2006/relationships/image" Target="../media/image1017.png"/><Relationship Id="rId247" Type="http://schemas.openxmlformats.org/officeDocument/2006/relationships/image" Target="../media/image1037.png"/><Relationship Id="rId412" Type="http://schemas.openxmlformats.org/officeDocument/2006/relationships/image" Target="../media/image1118.png"/><Relationship Id="rId107" Type="http://schemas.openxmlformats.org/officeDocument/2006/relationships/image" Target="../media/image968.png"/><Relationship Id="rId289" Type="http://schemas.openxmlformats.org/officeDocument/2006/relationships/image" Target="../media/image1057.png"/><Relationship Id="rId454" Type="http://schemas.openxmlformats.org/officeDocument/2006/relationships/image" Target="../media/image1138.png"/><Relationship Id="rId496" Type="http://schemas.openxmlformats.org/officeDocument/2006/relationships/image" Target="../media/image1157.png"/><Relationship Id="rId11" Type="http://schemas.openxmlformats.org/officeDocument/2006/relationships/image" Target="../media/image921.png"/><Relationship Id="rId53" Type="http://schemas.openxmlformats.org/officeDocument/2006/relationships/image" Target="../media/image942.png"/><Relationship Id="rId149" Type="http://schemas.openxmlformats.org/officeDocument/2006/relationships/image" Target="../media/image989.png"/><Relationship Id="rId314" Type="http://schemas.openxmlformats.org/officeDocument/2006/relationships/customXml" Target="../ink/ink1087.xml"/><Relationship Id="rId356" Type="http://schemas.openxmlformats.org/officeDocument/2006/relationships/image" Target="../media/image1090.png"/><Relationship Id="rId398" Type="http://schemas.openxmlformats.org/officeDocument/2006/relationships/image" Target="../media/image1111.png"/><Relationship Id="rId521" Type="http://schemas.openxmlformats.org/officeDocument/2006/relationships/customXml" Target="../ink/ink1192.xml"/><Relationship Id="rId563" Type="http://schemas.openxmlformats.org/officeDocument/2006/relationships/customXml" Target="../ink/ink1213.xml"/><Relationship Id="rId95" Type="http://schemas.openxmlformats.org/officeDocument/2006/relationships/image" Target="../media/image962.png"/><Relationship Id="rId160" Type="http://schemas.openxmlformats.org/officeDocument/2006/relationships/customXml" Target="../ink/ink1010.xml"/><Relationship Id="rId216" Type="http://schemas.openxmlformats.org/officeDocument/2006/relationships/customXml" Target="../ink/ink1038.xml"/><Relationship Id="rId423" Type="http://schemas.openxmlformats.org/officeDocument/2006/relationships/customXml" Target="../ink/ink1142.xml"/><Relationship Id="rId258" Type="http://schemas.openxmlformats.org/officeDocument/2006/relationships/customXml" Target="../ink/ink1059.xml"/><Relationship Id="rId465" Type="http://schemas.openxmlformats.org/officeDocument/2006/relationships/customXml" Target="../ink/ink1163.xml"/><Relationship Id="rId22" Type="http://schemas.openxmlformats.org/officeDocument/2006/relationships/customXml" Target="../ink/ink941.xml"/><Relationship Id="rId64" Type="http://schemas.openxmlformats.org/officeDocument/2006/relationships/customXml" Target="../ink/ink962.xml"/><Relationship Id="rId118" Type="http://schemas.openxmlformats.org/officeDocument/2006/relationships/customXml" Target="../ink/ink989.xml"/><Relationship Id="rId325" Type="http://schemas.openxmlformats.org/officeDocument/2006/relationships/image" Target="../media/image1075.png"/><Relationship Id="rId367" Type="http://schemas.openxmlformats.org/officeDocument/2006/relationships/customXml" Target="../ink/ink1114.xml"/><Relationship Id="rId532" Type="http://schemas.openxmlformats.org/officeDocument/2006/relationships/image" Target="../media/image1175.png"/><Relationship Id="rId171" Type="http://schemas.openxmlformats.org/officeDocument/2006/relationships/image" Target="../media/image1000.png"/><Relationship Id="rId227" Type="http://schemas.openxmlformats.org/officeDocument/2006/relationships/image" Target="../media/image1028.png"/><Relationship Id="rId269" Type="http://schemas.openxmlformats.org/officeDocument/2006/relationships/image" Target="../media/image1047.png"/><Relationship Id="rId434" Type="http://schemas.openxmlformats.org/officeDocument/2006/relationships/image" Target="../media/image1128.png"/><Relationship Id="rId476" Type="http://schemas.openxmlformats.org/officeDocument/2006/relationships/image" Target="../media/image318.png"/><Relationship Id="rId33" Type="http://schemas.openxmlformats.org/officeDocument/2006/relationships/image" Target="../media/image932.png"/><Relationship Id="rId129" Type="http://schemas.openxmlformats.org/officeDocument/2006/relationships/image" Target="../media/image979.png"/><Relationship Id="rId280" Type="http://schemas.openxmlformats.org/officeDocument/2006/relationships/customXml" Target="../ink/ink1070.xml"/><Relationship Id="rId336" Type="http://schemas.openxmlformats.org/officeDocument/2006/relationships/customXml" Target="../ink/ink1098.xml"/><Relationship Id="rId501" Type="http://schemas.openxmlformats.org/officeDocument/2006/relationships/customXml" Target="../ink/ink1182.xml"/><Relationship Id="rId543" Type="http://schemas.openxmlformats.org/officeDocument/2006/relationships/customXml" Target="../ink/ink1203.xml"/><Relationship Id="rId75" Type="http://schemas.openxmlformats.org/officeDocument/2006/relationships/image" Target="../media/image953.png"/><Relationship Id="rId140" Type="http://schemas.openxmlformats.org/officeDocument/2006/relationships/customXml" Target="../ink/ink1000.xml"/><Relationship Id="rId182" Type="http://schemas.openxmlformats.org/officeDocument/2006/relationships/customXml" Target="../ink/ink1021.xml"/><Relationship Id="rId378" Type="http://schemas.openxmlformats.org/officeDocument/2006/relationships/image" Target="../media/image1101.png"/><Relationship Id="rId403" Type="http://schemas.openxmlformats.org/officeDocument/2006/relationships/customXml" Target="../ink/ink1132.xml"/><Relationship Id="rId6" Type="http://schemas.openxmlformats.org/officeDocument/2006/relationships/customXml" Target="../ink/ink933.xml"/><Relationship Id="rId238" Type="http://schemas.openxmlformats.org/officeDocument/2006/relationships/customXml" Target="../ink/ink1049.xml"/><Relationship Id="rId445" Type="http://schemas.openxmlformats.org/officeDocument/2006/relationships/customXml" Target="../ink/ink1153.xml"/><Relationship Id="rId487" Type="http://schemas.openxmlformats.org/officeDocument/2006/relationships/customXml" Target="../ink/ink1175.xml"/><Relationship Id="rId291" Type="http://schemas.openxmlformats.org/officeDocument/2006/relationships/image" Target="../media/image1058.png"/><Relationship Id="rId305" Type="http://schemas.openxmlformats.org/officeDocument/2006/relationships/image" Target="../media/image1065.png"/><Relationship Id="rId347" Type="http://schemas.openxmlformats.org/officeDocument/2006/relationships/customXml" Target="../ink/ink1104.xml"/><Relationship Id="rId512" Type="http://schemas.openxmlformats.org/officeDocument/2006/relationships/image" Target="../media/image1165.png"/><Relationship Id="rId44" Type="http://schemas.openxmlformats.org/officeDocument/2006/relationships/customXml" Target="../ink/ink952.xml"/><Relationship Id="rId86" Type="http://schemas.openxmlformats.org/officeDocument/2006/relationships/customXml" Target="../ink/ink973.xml"/><Relationship Id="rId151" Type="http://schemas.openxmlformats.org/officeDocument/2006/relationships/image" Target="../media/image990.png"/><Relationship Id="rId389" Type="http://schemas.openxmlformats.org/officeDocument/2006/relationships/customXml" Target="../ink/ink1125.xml"/><Relationship Id="rId554" Type="http://schemas.openxmlformats.org/officeDocument/2006/relationships/image" Target="../media/image1186.png"/><Relationship Id="rId193" Type="http://schemas.openxmlformats.org/officeDocument/2006/relationships/image" Target="../media/image1011.png"/><Relationship Id="rId207" Type="http://schemas.openxmlformats.org/officeDocument/2006/relationships/image" Target="../media/image1018.png"/><Relationship Id="rId249" Type="http://schemas.openxmlformats.org/officeDocument/2006/relationships/image" Target="../media/image1038.png"/><Relationship Id="rId414" Type="http://schemas.openxmlformats.org/officeDocument/2006/relationships/image" Target="../media/image1119.png"/><Relationship Id="rId456" Type="http://schemas.openxmlformats.org/officeDocument/2006/relationships/image" Target="../media/image1139.png"/><Relationship Id="rId498" Type="http://schemas.openxmlformats.org/officeDocument/2006/relationships/image" Target="../media/image1158.png"/><Relationship Id="rId13" Type="http://schemas.openxmlformats.org/officeDocument/2006/relationships/image" Target="../media/image922.png"/><Relationship Id="rId109" Type="http://schemas.openxmlformats.org/officeDocument/2006/relationships/image" Target="../media/image969.png"/><Relationship Id="rId260" Type="http://schemas.openxmlformats.org/officeDocument/2006/relationships/customXml" Target="../ink/ink1060.xml"/><Relationship Id="rId316" Type="http://schemas.openxmlformats.org/officeDocument/2006/relationships/customXml" Target="../ink/ink1088.xml"/><Relationship Id="rId523" Type="http://schemas.openxmlformats.org/officeDocument/2006/relationships/customXml" Target="../ink/ink1193.xml"/><Relationship Id="rId55" Type="http://schemas.openxmlformats.org/officeDocument/2006/relationships/image" Target="../media/image943.png"/><Relationship Id="rId97" Type="http://schemas.openxmlformats.org/officeDocument/2006/relationships/image" Target="../media/image963.png"/><Relationship Id="rId120" Type="http://schemas.openxmlformats.org/officeDocument/2006/relationships/customXml" Target="../ink/ink990.xml"/><Relationship Id="rId358" Type="http://schemas.openxmlformats.org/officeDocument/2006/relationships/image" Target="../media/image1091.png"/><Relationship Id="rId565" Type="http://schemas.openxmlformats.org/officeDocument/2006/relationships/customXml" Target="../ink/ink1214.xml"/><Relationship Id="rId162" Type="http://schemas.openxmlformats.org/officeDocument/2006/relationships/customXml" Target="../ink/ink1011.xml"/><Relationship Id="rId218" Type="http://schemas.openxmlformats.org/officeDocument/2006/relationships/customXml" Target="../ink/ink1039.xml"/><Relationship Id="rId425" Type="http://schemas.openxmlformats.org/officeDocument/2006/relationships/customXml" Target="../ink/ink1143.xml"/><Relationship Id="rId467" Type="http://schemas.openxmlformats.org/officeDocument/2006/relationships/customXml" Target="../ink/ink1164.xml"/><Relationship Id="rId271" Type="http://schemas.openxmlformats.org/officeDocument/2006/relationships/image" Target="../media/image1048.png"/><Relationship Id="rId24" Type="http://schemas.openxmlformats.org/officeDocument/2006/relationships/customXml" Target="../ink/ink942.xml"/><Relationship Id="rId66" Type="http://schemas.openxmlformats.org/officeDocument/2006/relationships/customXml" Target="../ink/ink963.xml"/><Relationship Id="rId131" Type="http://schemas.openxmlformats.org/officeDocument/2006/relationships/image" Target="../media/image980.png"/><Relationship Id="rId327" Type="http://schemas.openxmlformats.org/officeDocument/2006/relationships/image" Target="../media/image1076.png"/><Relationship Id="rId369" Type="http://schemas.openxmlformats.org/officeDocument/2006/relationships/customXml" Target="../ink/ink1115.xml"/><Relationship Id="rId534" Type="http://schemas.openxmlformats.org/officeDocument/2006/relationships/image" Target="../media/image1176.png"/><Relationship Id="rId173" Type="http://schemas.openxmlformats.org/officeDocument/2006/relationships/image" Target="../media/image1001.png"/><Relationship Id="rId229" Type="http://schemas.openxmlformats.org/officeDocument/2006/relationships/image" Target="../media/image1029.png"/><Relationship Id="rId380" Type="http://schemas.openxmlformats.org/officeDocument/2006/relationships/image" Target="../media/image1102.png"/><Relationship Id="rId436" Type="http://schemas.openxmlformats.org/officeDocument/2006/relationships/image" Target="../media/image1129.png"/><Relationship Id="rId240" Type="http://schemas.openxmlformats.org/officeDocument/2006/relationships/customXml" Target="../ink/ink1050.xml"/><Relationship Id="rId478" Type="http://schemas.openxmlformats.org/officeDocument/2006/relationships/image" Target="../media/image1148.png"/><Relationship Id="rId35" Type="http://schemas.openxmlformats.org/officeDocument/2006/relationships/image" Target="../media/image933.png"/><Relationship Id="rId77" Type="http://schemas.openxmlformats.org/officeDocument/2006/relationships/image" Target="../media/image954.png"/><Relationship Id="rId100" Type="http://schemas.openxmlformats.org/officeDocument/2006/relationships/customXml" Target="../ink/ink980.xml"/><Relationship Id="rId282" Type="http://schemas.openxmlformats.org/officeDocument/2006/relationships/customXml" Target="../ink/ink1071.xml"/><Relationship Id="rId338" Type="http://schemas.openxmlformats.org/officeDocument/2006/relationships/customXml" Target="../ink/ink1099.xml"/><Relationship Id="rId503" Type="http://schemas.openxmlformats.org/officeDocument/2006/relationships/customXml" Target="../ink/ink1183.xml"/><Relationship Id="rId545" Type="http://schemas.openxmlformats.org/officeDocument/2006/relationships/customXml" Target="../ink/ink1204.xml"/><Relationship Id="rId8" Type="http://schemas.openxmlformats.org/officeDocument/2006/relationships/customXml" Target="../ink/ink934.xml"/><Relationship Id="rId142" Type="http://schemas.openxmlformats.org/officeDocument/2006/relationships/customXml" Target="../ink/ink1001.xml"/><Relationship Id="rId184" Type="http://schemas.openxmlformats.org/officeDocument/2006/relationships/customXml" Target="../ink/ink1022.xml"/><Relationship Id="rId391" Type="http://schemas.openxmlformats.org/officeDocument/2006/relationships/customXml" Target="../ink/ink1126.xml"/><Relationship Id="rId405" Type="http://schemas.openxmlformats.org/officeDocument/2006/relationships/customXml" Target="../ink/ink1133.xml"/><Relationship Id="rId447" Type="http://schemas.openxmlformats.org/officeDocument/2006/relationships/customXml" Target="../ink/ink1154.xml"/><Relationship Id="rId251" Type="http://schemas.openxmlformats.org/officeDocument/2006/relationships/image" Target="../media/image1039.png"/><Relationship Id="rId489" Type="http://schemas.openxmlformats.org/officeDocument/2006/relationships/customXml" Target="../ink/ink1176.xml"/><Relationship Id="rId46" Type="http://schemas.openxmlformats.org/officeDocument/2006/relationships/customXml" Target="../ink/ink953.xml"/><Relationship Id="rId293" Type="http://schemas.openxmlformats.org/officeDocument/2006/relationships/image" Target="../media/image1059.png"/><Relationship Id="rId307" Type="http://schemas.openxmlformats.org/officeDocument/2006/relationships/image" Target="../media/image1066.png"/><Relationship Id="rId349" Type="http://schemas.openxmlformats.org/officeDocument/2006/relationships/customXml" Target="../ink/ink1105.xml"/><Relationship Id="rId514" Type="http://schemas.openxmlformats.org/officeDocument/2006/relationships/image" Target="../media/image1166.png"/><Relationship Id="rId556" Type="http://schemas.openxmlformats.org/officeDocument/2006/relationships/image" Target="../media/image1187.png"/><Relationship Id="rId88" Type="http://schemas.openxmlformats.org/officeDocument/2006/relationships/customXml" Target="../ink/ink974.xml"/><Relationship Id="rId111" Type="http://schemas.openxmlformats.org/officeDocument/2006/relationships/image" Target="../media/image970.png"/><Relationship Id="rId153" Type="http://schemas.openxmlformats.org/officeDocument/2006/relationships/image" Target="../media/image991.png"/><Relationship Id="rId195" Type="http://schemas.openxmlformats.org/officeDocument/2006/relationships/image" Target="../media/image1012.png"/><Relationship Id="rId209" Type="http://schemas.openxmlformats.org/officeDocument/2006/relationships/image" Target="../media/image1019.png"/><Relationship Id="rId360" Type="http://schemas.openxmlformats.org/officeDocument/2006/relationships/image" Target="../media/image1092.png"/><Relationship Id="rId416" Type="http://schemas.openxmlformats.org/officeDocument/2006/relationships/image" Target="../media/image1120.png"/><Relationship Id="rId220" Type="http://schemas.openxmlformats.org/officeDocument/2006/relationships/customXml" Target="../ink/ink1040.xml"/><Relationship Id="rId458" Type="http://schemas.openxmlformats.org/officeDocument/2006/relationships/image" Target="../media/image1140.png"/><Relationship Id="rId15" Type="http://schemas.openxmlformats.org/officeDocument/2006/relationships/image" Target="../media/image923.png"/><Relationship Id="rId57" Type="http://schemas.openxmlformats.org/officeDocument/2006/relationships/image" Target="../media/image944.png"/><Relationship Id="rId262" Type="http://schemas.openxmlformats.org/officeDocument/2006/relationships/customXml" Target="../ink/ink1061.xml"/><Relationship Id="rId318" Type="http://schemas.openxmlformats.org/officeDocument/2006/relationships/customXml" Target="../ink/ink1089.xml"/><Relationship Id="rId525" Type="http://schemas.openxmlformats.org/officeDocument/2006/relationships/customXml" Target="../ink/ink1194.xml"/><Relationship Id="rId99" Type="http://schemas.openxmlformats.org/officeDocument/2006/relationships/image" Target="../media/image964.png"/><Relationship Id="rId122" Type="http://schemas.openxmlformats.org/officeDocument/2006/relationships/customXml" Target="../ink/ink991.xml"/><Relationship Id="rId164" Type="http://schemas.openxmlformats.org/officeDocument/2006/relationships/customXml" Target="../ink/ink1012.xml"/><Relationship Id="rId371" Type="http://schemas.openxmlformats.org/officeDocument/2006/relationships/customXml" Target="../ink/ink1116.xml"/><Relationship Id="rId427" Type="http://schemas.openxmlformats.org/officeDocument/2006/relationships/customXml" Target="../ink/ink1144.xml"/><Relationship Id="rId469" Type="http://schemas.openxmlformats.org/officeDocument/2006/relationships/customXml" Target="../ink/ink1165.xml"/><Relationship Id="rId26" Type="http://schemas.openxmlformats.org/officeDocument/2006/relationships/customXml" Target="../ink/ink943.xml"/><Relationship Id="rId231" Type="http://schemas.openxmlformats.org/officeDocument/2006/relationships/image" Target="../media/image1030.png"/><Relationship Id="rId273" Type="http://schemas.openxmlformats.org/officeDocument/2006/relationships/image" Target="../media/image1049.png"/><Relationship Id="rId329" Type="http://schemas.openxmlformats.org/officeDocument/2006/relationships/image" Target="../media/image1077.png"/><Relationship Id="rId480" Type="http://schemas.openxmlformats.org/officeDocument/2006/relationships/image" Target="../media/image1149.png"/><Relationship Id="rId536" Type="http://schemas.openxmlformats.org/officeDocument/2006/relationships/image" Target="../media/image1177.png"/><Relationship Id="rId68" Type="http://schemas.openxmlformats.org/officeDocument/2006/relationships/customXml" Target="../ink/ink964.xml"/><Relationship Id="rId133" Type="http://schemas.openxmlformats.org/officeDocument/2006/relationships/image" Target="../media/image981.png"/><Relationship Id="rId175" Type="http://schemas.openxmlformats.org/officeDocument/2006/relationships/image" Target="../media/image1002.png"/><Relationship Id="rId340" Type="http://schemas.openxmlformats.org/officeDocument/2006/relationships/customXml" Target="../ink/ink1100.xml"/><Relationship Id="rId200" Type="http://schemas.openxmlformats.org/officeDocument/2006/relationships/customXml" Target="../ink/ink1030.xml"/><Relationship Id="rId382" Type="http://schemas.openxmlformats.org/officeDocument/2006/relationships/image" Target="../media/image1103.png"/><Relationship Id="rId438" Type="http://schemas.openxmlformats.org/officeDocument/2006/relationships/image" Target="../media/image1130.png"/><Relationship Id="rId242" Type="http://schemas.openxmlformats.org/officeDocument/2006/relationships/customXml" Target="../ink/ink1051.xml"/><Relationship Id="rId284" Type="http://schemas.openxmlformats.org/officeDocument/2006/relationships/customXml" Target="../ink/ink1072.xml"/><Relationship Id="rId491" Type="http://schemas.openxmlformats.org/officeDocument/2006/relationships/customXml" Target="../ink/ink1177.xml"/><Relationship Id="rId505" Type="http://schemas.openxmlformats.org/officeDocument/2006/relationships/customXml" Target="../ink/ink1184.xml"/><Relationship Id="rId37" Type="http://schemas.openxmlformats.org/officeDocument/2006/relationships/image" Target="../media/image934.png"/><Relationship Id="rId79" Type="http://schemas.openxmlformats.org/officeDocument/2006/relationships/image" Target="../media/image955.png"/><Relationship Id="rId102" Type="http://schemas.openxmlformats.org/officeDocument/2006/relationships/customXml" Target="../ink/ink981.xml"/><Relationship Id="rId144" Type="http://schemas.openxmlformats.org/officeDocument/2006/relationships/customXml" Target="../ink/ink1002.xml"/><Relationship Id="rId547" Type="http://schemas.openxmlformats.org/officeDocument/2006/relationships/customXml" Target="../ink/ink1205.xml"/><Relationship Id="rId90" Type="http://schemas.openxmlformats.org/officeDocument/2006/relationships/customXml" Target="../ink/ink975.xml"/><Relationship Id="rId186" Type="http://schemas.openxmlformats.org/officeDocument/2006/relationships/customXml" Target="../ink/ink1023.xml"/><Relationship Id="rId351" Type="http://schemas.openxmlformats.org/officeDocument/2006/relationships/customXml" Target="../ink/ink1106.xml"/><Relationship Id="rId393" Type="http://schemas.openxmlformats.org/officeDocument/2006/relationships/customXml" Target="../ink/ink1127.xml"/><Relationship Id="rId407" Type="http://schemas.openxmlformats.org/officeDocument/2006/relationships/customXml" Target="../ink/ink1134.xml"/><Relationship Id="rId449" Type="http://schemas.openxmlformats.org/officeDocument/2006/relationships/customXml" Target="../ink/ink1155.xml"/><Relationship Id="rId211" Type="http://schemas.openxmlformats.org/officeDocument/2006/relationships/image" Target="../media/image1020.png"/><Relationship Id="rId253" Type="http://schemas.openxmlformats.org/officeDocument/2006/relationships/image" Target="../media/image1040.png"/><Relationship Id="rId295" Type="http://schemas.openxmlformats.org/officeDocument/2006/relationships/image" Target="../media/image1060.png"/><Relationship Id="rId309" Type="http://schemas.openxmlformats.org/officeDocument/2006/relationships/image" Target="../media/image1067.png"/><Relationship Id="rId460" Type="http://schemas.openxmlformats.org/officeDocument/2006/relationships/image" Target="../media/image1141.png"/><Relationship Id="rId516" Type="http://schemas.openxmlformats.org/officeDocument/2006/relationships/image" Target="../media/image1167.png"/><Relationship Id="rId48" Type="http://schemas.openxmlformats.org/officeDocument/2006/relationships/customXml" Target="../ink/ink954.xml"/><Relationship Id="rId113" Type="http://schemas.openxmlformats.org/officeDocument/2006/relationships/image" Target="../media/image971.png"/><Relationship Id="rId320" Type="http://schemas.openxmlformats.org/officeDocument/2006/relationships/customXml" Target="../ink/ink1090.xml"/><Relationship Id="rId558" Type="http://schemas.openxmlformats.org/officeDocument/2006/relationships/image" Target="../media/image1188.png"/><Relationship Id="rId155" Type="http://schemas.openxmlformats.org/officeDocument/2006/relationships/image" Target="../media/image992.png"/><Relationship Id="rId197" Type="http://schemas.openxmlformats.org/officeDocument/2006/relationships/image" Target="../media/image1013.png"/><Relationship Id="rId362" Type="http://schemas.openxmlformats.org/officeDocument/2006/relationships/image" Target="../media/image1093.png"/><Relationship Id="rId418" Type="http://schemas.openxmlformats.org/officeDocument/2006/relationships/image" Target="../media/image1121.png"/><Relationship Id="rId222" Type="http://schemas.openxmlformats.org/officeDocument/2006/relationships/customXml" Target="../ink/ink1041.xml"/><Relationship Id="rId264" Type="http://schemas.openxmlformats.org/officeDocument/2006/relationships/customXml" Target="../ink/ink1062.xml"/><Relationship Id="rId471" Type="http://schemas.openxmlformats.org/officeDocument/2006/relationships/customXml" Target="../ink/ink1167.xml"/><Relationship Id="rId17" Type="http://schemas.openxmlformats.org/officeDocument/2006/relationships/image" Target="../media/image924.png"/><Relationship Id="rId59" Type="http://schemas.openxmlformats.org/officeDocument/2006/relationships/image" Target="../media/image945.png"/><Relationship Id="rId124" Type="http://schemas.openxmlformats.org/officeDocument/2006/relationships/customXml" Target="../ink/ink992.xml"/><Relationship Id="rId527" Type="http://schemas.openxmlformats.org/officeDocument/2006/relationships/customXml" Target="../ink/ink1195.xml"/><Relationship Id="rId70" Type="http://schemas.openxmlformats.org/officeDocument/2006/relationships/customXml" Target="../ink/ink965.xml"/><Relationship Id="rId166" Type="http://schemas.openxmlformats.org/officeDocument/2006/relationships/customXml" Target="../ink/ink1013.xml"/><Relationship Id="rId331" Type="http://schemas.openxmlformats.org/officeDocument/2006/relationships/image" Target="../media/image1078.png"/><Relationship Id="rId373" Type="http://schemas.openxmlformats.org/officeDocument/2006/relationships/customXml" Target="../ink/ink1117.xml"/><Relationship Id="rId429" Type="http://schemas.openxmlformats.org/officeDocument/2006/relationships/customXml" Target="../ink/ink114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791.png"/><Relationship Id="rId440" Type="http://schemas.openxmlformats.org/officeDocument/2006/relationships/image" Target="../media/image1131.png"/><Relationship Id="rId28" Type="http://schemas.openxmlformats.org/officeDocument/2006/relationships/customXml" Target="../ink/ink944.xml"/><Relationship Id="rId275" Type="http://schemas.openxmlformats.org/officeDocument/2006/relationships/image" Target="../media/image1050.png"/><Relationship Id="rId300" Type="http://schemas.openxmlformats.org/officeDocument/2006/relationships/customXml" Target="../ink/ink1080.xml"/><Relationship Id="rId482" Type="http://schemas.openxmlformats.org/officeDocument/2006/relationships/image" Target="../media/image1150.png"/><Relationship Id="rId538" Type="http://schemas.openxmlformats.org/officeDocument/2006/relationships/image" Target="../media/image1178.png"/><Relationship Id="rId81" Type="http://schemas.openxmlformats.org/officeDocument/2006/relationships/image" Target="../media/image956.png"/><Relationship Id="rId135" Type="http://schemas.openxmlformats.org/officeDocument/2006/relationships/image" Target="../media/image982.png"/><Relationship Id="rId177" Type="http://schemas.openxmlformats.org/officeDocument/2006/relationships/image" Target="../media/image1003.png"/><Relationship Id="rId342" Type="http://schemas.openxmlformats.org/officeDocument/2006/relationships/customXml" Target="../ink/ink1101.xml"/><Relationship Id="rId384" Type="http://schemas.openxmlformats.org/officeDocument/2006/relationships/image" Target="../media/image1104.png"/><Relationship Id="rId202" Type="http://schemas.openxmlformats.org/officeDocument/2006/relationships/customXml" Target="../ink/ink1031.xml"/><Relationship Id="rId244" Type="http://schemas.openxmlformats.org/officeDocument/2006/relationships/customXml" Target="../ink/ink1052.xml"/><Relationship Id="rId39" Type="http://schemas.openxmlformats.org/officeDocument/2006/relationships/image" Target="../media/image935.png"/><Relationship Id="rId286" Type="http://schemas.openxmlformats.org/officeDocument/2006/relationships/customXml" Target="../ink/ink1073.xml"/><Relationship Id="rId451" Type="http://schemas.openxmlformats.org/officeDocument/2006/relationships/customXml" Target="../ink/ink1156.xml"/><Relationship Id="rId493" Type="http://schemas.openxmlformats.org/officeDocument/2006/relationships/customXml" Target="../ink/ink1178.xml"/><Relationship Id="rId507" Type="http://schemas.openxmlformats.org/officeDocument/2006/relationships/customXml" Target="../ink/ink1185.xml"/><Relationship Id="rId549" Type="http://schemas.openxmlformats.org/officeDocument/2006/relationships/customXml" Target="../ink/ink1206.xml"/><Relationship Id="rId50" Type="http://schemas.openxmlformats.org/officeDocument/2006/relationships/customXml" Target="../ink/ink955.xml"/><Relationship Id="rId104" Type="http://schemas.openxmlformats.org/officeDocument/2006/relationships/customXml" Target="../ink/ink982.xml"/><Relationship Id="rId146" Type="http://schemas.openxmlformats.org/officeDocument/2006/relationships/customXml" Target="../ink/ink1003.xml"/><Relationship Id="rId188" Type="http://schemas.openxmlformats.org/officeDocument/2006/relationships/customXml" Target="../ink/ink1024.xml"/><Relationship Id="rId311" Type="http://schemas.openxmlformats.org/officeDocument/2006/relationships/image" Target="../media/image1068.png"/><Relationship Id="rId353" Type="http://schemas.openxmlformats.org/officeDocument/2006/relationships/customXml" Target="../ink/ink1107.xml"/><Relationship Id="rId395" Type="http://schemas.openxmlformats.org/officeDocument/2006/relationships/customXml" Target="../ink/ink1128.xml"/><Relationship Id="rId409" Type="http://schemas.openxmlformats.org/officeDocument/2006/relationships/customXml" Target="../ink/ink1135.xml"/><Relationship Id="rId560" Type="http://schemas.openxmlformats.org/officeDocument/2006/relationships/image" Target="../media/image1189.png"/><Relationship Id="rId92" Type="http://schemas.openxmlformats.org/officeDocument/2006/relationships/customXml" Target="../ink/ink976.xml"/><Relationship Id="rId213" Type="http://schemas.openxmlformats.org/officeDocument/2006/relationships/image" Target="../media/image1021.png"/><Relationship Id="rId420" Type="http://schemas.openxmlformats.org/officeDocument/2006/relationships/image" Target="../media/image311.png"/><Relationship Id="rId255" Type="http://schemas.openxmlformats.org/officeDocument/2006/relationships/image" Target="../media/image66.png"/><Relationship Id="rId297" Type="http://schemas.openxmlformats.org/officeDocument/2006/relationships/image" Target="../media/image1061.png"/><Relationship Id="rId462" Type="http://schemas.openxmlformats.org/officeDocument/2006/relationships/image" Target="../media/image1142.png"/><Relationship Id="rId518" Type="http://schemas.openxmlformats.org/officeDocument/2006/relationships/image" Target="../media/image1168.png"/><Relationship Id="rId115" Type="http://schemas.openxmlformats.org/officeDocument/2006/relationships/image" Target="../media/image972.png"/><Relationship Id="rId157" Type="http://schemas.openxmlformats.org/officeDocument/2006/relationships/image" Target="../media/image993.png"/><Relationship Id="rId322" Type="http://schemas.openxmlformats.org/officeDocument/2006/relationships/customXml" Target="../ink/ink1091.xml"/><Relationship Id="rId364" Type="http://schemas.openxmlformats.org/officeDocument/2006/relationships/image" Target="../media/image1094.png"/><Relationship Id="rId61" Type="http://schemas.openxmlformats.org/officeDocument/2006/relationships/image" Target="../media/image946.png"/><Relationship Id="rId199" Type="http://schemas.openxmlformats.org/officeDocument/2006/relationships/image" Target="../media/image1014.png"/><Relationship Id="rId19" Type="http://schemas.openxmlformats.org/officeDocument/2006/relationships/image" Target="../media/image925.png"/><Relationship Id="rId224" Type="http://schemas.openxmlformats.org/officeDocument/2006/relationships/customXml" Target="../ink/ink1042.xml"/><Relationship Id="rId266" Type="http://schemas.openxmlformats.org/officeDocument/2006/relationships/customXml" Target="../ink/ink1063.xml"/><Relationship Id="rId431" Type="http://schemas.openxmlformats.org/officeDocument/2006/relationships/customXml" Target="../ink/ink1146.xml"/><Relationship Id="rId473" Type="http://schemas.openxmlformats.org/officeDocument/2006/relationships/customXml" Target="../ink/ink1168.xml"/><Relationship Id="rId529" Type="http://schemas.openxmlformats.org/officeDocument/2006/relationships/customXml" Target="../ink/ink1196.xml"/><Relationship Id="rId30" Type="http://schemas.openxmlformats.org/officeDocument/2006/relationships/customXml" Target="../ink/ink945.xml"/><Relationship Id="rId126" Type="http://schemas.openxmlformats.org/officeDocument/2006/relationships/customXml" Target="../ink/ink993.xml"/><Relationship Id="rId168" Type="http://schemas.openxmlformats.org/officeDocument/2006/relationships/customXml" Target="../ink/ink1014.xml"/><Relationship Id="rId333" Type="http://schemas.openxmlformats.org/officeDocument/2006/relationships/image" Target="../media/image1079.png"/><Relationship Id="rId540" Type="http://schemas.openxmlformats.org/officeDocument/2006/relationships/image" Target="../media/image1179.png"/><Relationship Id="rId72" Type="http://schemas.openxmlformats.org/officeDocument/2006/relationships/customXml" Target="../ink/ink966.xml"/><Relationship Id="rId375" Type="http://schemas.openxmlformats.org/officeDocument/2006/relationships/customXml" Target="../ink/ink1118.xml"/><Relationship Id="rId3" Type="http://schemas.openxmlformats.org/officeDocument/2006/relationships/image" Target="../media/image917.png"/><Relationship Id="rId235" Type="http://schemas.openxmlformats.org/officeDocument/2006/relationships/image" Target="../media/image1031.png"/><Relationship Id="rId277" Type="http://schemas.openxmlformats.org/officeDocument/2006/relationships/image" Target="../media/image1051.png"/><Relationship Id="rId400" Type="http://schemas.openxmlformats.org/officeDocument/2006/relationships/image" Target="../media/image1112.png"/><Relationship Id="rId442" Type="http://schemas.openxmlformats.org/officeDocument/2006/relationships/image" Target="../media/image1132.png"/><Relationship Id="rId484" Type="http://schemas.openxmlformats.org/officeDocument/2006/relationships/image" Target="../media/image1151.png"/><Relationship Id="rId137" Type="http://schemas.openxmlformats.org/officeDocument/2006/relationships/image" Target="../media/image983.png"/><Relationship Id="rId302" Type="http://schemas.openxmlformats.org/officeDocument/2006/relationships/customXml" Target="../ink/ink1081.xml"/><Relationship Id="rId344" Type="http://schemas.openxmlformats.org/officeDocument/2006/relationships/customXml" Target="../ink/ink1102.xml"/><Relationship Id="rId41" Type="http://schemas.openxmlformats.org/officeDocument/2006/relationships/image" Target="../media/image936.png"/><Relationship Id="rId83" Type="http://schemas.openxmlformats.org/officeDocument/2006/relationships/image" Target="../media/image957.png"/><Relationship Id="rId179" Type="http://schemas.openxmlformats.org/officeDocument/2006/relationships/image" Target="../media/image1004.png"/><Relationship Id="rId386" Type="http://schemas.openxmlformats.org/officeDocument/2006/relationships/image" Target="../media/image1105.png"/><Relationship Id="rId551" Type="http://schemas.openxmlformats.org/officeDocument/2006/relationships/customXml" Target="../ink/ink1207.xml"/><Relationship Id="rId190" Type="http://schemas.openxmlformats.org/officeDocument/2006/relationships/customXml" Target="../ink/ink1025.xml"/><Relationship Id="rId204" Type="http://schemas.openxmlformats.org/officeDocument/2006/relationships/customXml" Target="../ink/ink1032.xml"/><Relationship Id="rId246" Type="http://schemas.openxmlformats.org/officeDocument/2006/relationships/customXml" Target="../ink/ink1053.xml"/><Relationship Id="rId288" Type="http://schemas.openxmlformats.org/officeDocument/2006/relationships/customXml" Target="../ink/ink1074.xml"/><Relationship Id="rId411" Type="http://schemas.openxmlformats.org/officeDocument/2006/relationships/customXml" Target="../ink/ink1136.xml"/><Relationship Id="rId453" Type="http://schemas.openxmlformats.org/officeDocument/2006/relationships/customXml" Target="../ink/ink1157.xml"/><Relationship Id="rId509" Type="http://schemas.openxmlformats.org/officeDocument/2006/relationships/customXml" Target="../ink/ink1186.xml"/><Relationship Id="rId106" Type="http://schemas.openxmlformats.org/officeDocument/2006/relationships/customXml" Target="../ink/ink983.xml"/><Relationship Id="rId313" Type="http://schemas.openxmlformats.org/officeDocument/2006/relationships/image" Target="../media/image1069.png"/><Relationship Id="rId495" Type="http://schemas.openxmlformats.org/officeDocument/2006/relationships/customXml" Target="../ink/ink1179.xml"/><Relationship Id="rId10" Type="http://schemas.openxmlformats.org/officeDocument/2006/relationships/customXml" Target="../ink/ink935.xml"/><Relationship Id="rId52" Type="http://schemas.openxmlformats.org/officeDocument/2006/relationships/customXml" Target="../ink/ink956.xml"/><Relationship Id="rId94" Type="http://schemas.openxmlformats.org/officeDocument/2006/relationships/customXml" Target="../ink/ink977.xml"/><Relationship Id="rId148" Type="http://schemas.openxmlformats.org/officeDocument/2006/relationships/customXml" Target="../ink/ink1004.xml"/><Relationship Id="rId355" Type="http://schemas.openxmlformats.org/officeDocument/2006/relationships/customXml" Target="../ink/ink1108.xml"/><Relationship Id="rId397" Type="http://schemas.openxmlformats.org/officeDocument/2006/relationships/customXml" Target="../ink/ink1129.xml"/><Relationship Id="rId520" Type="http://schemas.openxmlformats.org/officeDocument/2006/relationships/image" Target="../media/image1169.png"/><Relationship Id="rId562" Type="http://schemas.openxmlformats.org/officeDocument/2006/relationships/image" Target="../media/image1190.png"/><Relationship Id="rId215" Type="http://schemas.openxmlformats.org/officeDocument/2006/relationships/image" Target="../media/image1022.png"/><Relationship Id="rId257" Type="http://schemas.openxmlformats.org/officeDocument/2006/relationships/image" Target="../media/image1041.png"/><Relationship Id="rId422" Type="http://schemas.openxmlformats.org/officeDocument/2006/relationships/image" Target="../media/image1122.png"/><Relationship Id="rId464" Type="http://schemas.openxmlformats.org/officeDocument/2006/relationships/image" Target="../media/image1143.png"/><Relationship Id="rId299" Type="http://schemas.openxmlformats.org/officeDocument/2006/relationships/image" Target="../media/image1062.png"/><Relationship Id="rId63" Type="http://schemas.openxmlformats.org/officeDocument/2006/relationships/image" Target="../media/image947.png"/><Relationship Id="rId159" Type="http://schemas.openxmlformats.org/officeDocument/2006/relationships/image" Target="../media/image994.png"/><Relationship Id="rId366" Type="http://schemas.openxmlformats.org/officeDocument/2006/relationships/image" Target="../media/image1095.png"/><Relationship Id="rId226" Type="http://schemas.openxmlformats.org/officeDocument/2006/relationships/customXml" Target="../ink/ink1043.xml"/><Relationship Id="rId433" Type="http://schemas.openxmlformats.org/officeDocument/2006/relationships/customXml" Target="../ink/ink1147.xml"/><Relationship Id="rId74" Type="http://schemas.openxmlformats.org/officeDocument/2006/relationships/customXml" Target="../ink/ink967.xml"/><Relationship Id="rId377" Type="http://schemas.openxmlformats.org/officeDocument/2006/relationships/customXml" Target="../ink/ink1119.xml"/><Relationship Id="rId500" Type="http://schemas.openxmlformats.org/officeDocument/2006/relationships/image" Target="../media/image1159.png"/><Relationship Id="rId5" Type="http://schemas.openxmlformats.org/officeDocument/2006/relationships/image" Target="../media/image918.png"/><Relationship Id="rId237" Type="http://schemas.openxmlformats.org/officeDocument/2006/relationships/image" Target="../media/image1032.png"/><Relationship Id="rId444" Type="http://schemas.openxmlformats.org/officeDocument/2006/relationships/image" Target="../media/image1133.png"/><Relationship Id="rId290" Type="http://schemas.openxmlformats.org/officeDocument/2006/relationships/customXml" Target="../ink/ink1075.xml"/><Relationship Id="rId304" Type="http://schemas.openxmlformats.org/officeDocument/2006/relationships/customXml" Target="../ink/ink1082.xml"/><Relationship Id="rId388" Type="http://schemas.openxmlformats.org/officeDocument/2006/relationships/image" Target="../media/image1106.png"/><Relationship Id="rId511" Type="http://schemas.openxmlformats.org/officeDocument/2006/relationships/customXml" Target="../ink/ink1187.xml"/><Relationship Id="rId85" Type="http://schemas.openxmlformats.org/officeDocument/2006/relationships/image" Target="../media/image958.png"/><Relationship Id="rId150" Type="http://schemas.openxmlformats.org/officeDocument/2006/relationships/customXml" Target="../ink/ink1005.xml"/><Relationship Id="rId248" Type="http://schemas.openxmlformats.org/officeDocument/2006/relationships/customXml" Target="../ink/ink1054.xml"/><Relationship Id="rId455" Type="http://schemas.openxmlformats.org/officeDocument/2006/relationships/customXml" Target="../ink/ink1158.xml"/><Relationship Id="rId12" Type="http://schemas.openxmlformats.org/officeDocument/2006/relationships/customXml" Target="../ink/ink936.xml"/><Relationship Id="rId108" Type="http://schemas.openxmlformats.org/officeDocument/2006/relationships/customXml" Target="../ink/ink984.xml"/><Relationship Id="rId315" Type="http://schemas.openxmlformats.org/officeDocument/2006/relationships/image" Target="../media/image1070.png"/><Relationship Id="rId522" Type="http://schemas.openxmlformats.org/officeDocument/2006/relationships/image" Target="../media/image1170.png"/><Relationship Id="rId96" Type="http://schemas.openxmlformats.org/officeDocument/2006/relationships/customXml" Target="../ink/ink978.xml"/><Relationship Id="rId161" Type="http://schemas.openxmlformats.org/officeDocument/2006/relationships/image" Target="../media/image995.png"/><Relationship Id="rId399" Type="http://schemas.openxmlformats.org/officeDocument/2006/relationships/customXml" Target="../ink/ink1130.xml"/><Relationship Id="rId259" Type="http://schemas.openxmlformats.org/officeDocument/2006/relationships/image" Target="../media/image1042.png"/><Relationship Id="rId466" Type="http://schemas.openxmlformats.org/officeDocument/2006/relationships/image" Target="../media/image1144.png"/><Relationship Id="rId23" Type="http://schemas.openxmlformats.org/officeDocument/2006/relationships/image" Target="../media/image927.png"/><Relationship Id="rId119" Type="http://schemas.openxmlformats.org/officeDocument/2006/relationships/image" Target="../media/image974.png"/><Relationship Id="rId326" Type="http://schemas.openxmlformats.org/officeDocument/2006/relationships/customXml" Target="../ink/ink1093.xml"/><Relationship Id="rId533" Type="http://schemas.openxmlformats.org/officeDocument/2006/relationships/customXml" Target="../ink/ink1198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9.png"/><Relationship Id="rId299" Type="http://schemas.openxmlformats.org/officeDocument/2006/relationships/image" Target="../media/image1340.png"/><Relationship Id="rId21" Type="http://schemas.openxmlformats.org/officeDocument/2006/relationships/image" Target="../media/image1202.png"/><Relationship Id="rId63" Type="http://schemas.openxmlformats.org/officeDocument/2006/relationships/image" Target="../media/image1222.png"/><Relationship Id="rId159" Type="http://schemas.openxmlformats.org/officeDocument/2006/relationships/image" Target="../media/image1270.png"/><Relationship Id="rId324" Type="http://schemas.openxmlformats.org/officeDocument/2006/relationships/customXml" Target="../ink/ink1376.xml"/><Relationship Id="rId170" Type="http://schemas.openxmlformats.org/officeDocument/2006/relationships/customXml" Target="../ink/ink1299.xml"/><Relationship Id="rId226" Type="http://schemas.openxmlformats.org/officeDocument/2006/relationships/customXml" Target="../ink/ink1327.xml"/><Relationship Id="rId268" Type="http://schemas.openxmlformats.org/officeDocument/2006/relationships/customXml" Target="../ink/ink1348.xml"/><Relationship Id="rId32" Type="http://schemas.openxmlformats.org/officeDocument/2006/relationships/customXml" Target="../ink/ink1230.xml"/><Relationship Id="rId74" Type="http://schemas.openxmlformats.org/officeDocument/2006/relationships/customXml" Target="../ink/ink1251.xml"/><Relationship Id="rId128" Type="http://schemas.openxmlformats.org/officeDocument/2006/relationships/customXml" Target="../ink/ink1278.xml"/><Relationship Id="rId5" Type="http://schemas.openxmlformats.org/officeDocument/2006/relationships/image" Target="../media/image1194.png"/><Relationship Id="rId181" Type="http://schemas.openxmlformats.org/officeDocument/2006/relationships/image" Target="../media/image1281.png"/><Relationship Id="rId237" Type="http://schemas.openxmlformats.org/officeDocument/2006/relationships/image" Target="../media/image1309.png"/><Relationship Id="rId279" Type="http://schemas.openxmlformats.org/officeDocument/2006/relationships/image" Target="../media/image1330.png"/><Relationship Id="rId43" Type="http://schemas.openxmlformats.org/officeDocument/2006/relationships/image" Target="../media/image1212.png"/><Relationship Id="rId139" Type="http://schemas.openxmlformats.org/officeDocument/2006/relationships/image" Target="../media/image1260.png"/><Relationship Id="rId290" Type="http://schemas.openxmlformats.org/officeDocument/2006/relationships/customXml" Target="../ink/ink1359.xml"/><Relationship Id="rId304" Type="http://schemas.openxmlformats.org/officeDocument/2006/relationships/customXml" Target="../ink/ink1366.xml"/><Relationship Id="rId85" Type="http://schemas.openxmlformats.org/officeDocument/2006/relationships/image" Target="../media/image1233.png"/><Relationship Id="rId150" Type="http://schemas.openxmlformats.org/officeDocument/2006/relationships/customXml" Target="../ink/ink1289.xml"/><Relationship Id="rId192" Type="http://schemas.openxmlformats.org/officeDocument/2006/relationships/customXml" Target="../ink/ink1310.xml"/><Relationship Id="rId206" Type="http://schemas.openxmlformats.org/officeDocument/2006/relationships/customXml" Target="../ink/ink1317.xml"/><Relationship Id="rId248" Type="http://schemas.openxmlformats.org/officeDocument/2006/relationships/customXml" Target="../ink/ink1338.xml"/><Relationship Id="rId12" Type="http://schemas.openxmlformats.org/officeDocument/2006/relationships/customXml" Target="../ink/ink1220.xml"/><Relationship Id="rId108" Type="http://schemas.openxmlformats.org/officeDocument/2006/relationships/customXml" Target="../ink/ink1268.xml"/><Relationship Id="rId315" Type="http://schemas.openxmlformats.org/officeDocument/2006/relationships/image" Target="../media/image1348.png"/><Relationship Id="rId54" Type="http://schemas.openxmlformats.org/officeDocument/2006/relationships/customXml" Target="../ink/ink1241.xml"/><Relationship Id="rId96" Type="http://schemas.openxmlformats.org/officeDocument/2006/relationships/customXml" Target="../ink/ink1262.xml"/><Relationship Id="rId161" Type="http://schemas.openxmlformats.org/officeDocument/2006/relationships/image" Target="../media/image1271.png"/><Relationship Id="rId217" Type="http://schemas.openxmlformats.org/officeDocument/2006/relationships/image" Target="../media/image1299.png"/><Relationship Id="rId259" Type="http://schemas.openxmlformats.org/officeDocument/2006/relationships/image" Target="../media/image1320.png"/><Relationship Id="rId23" Type="http://schemas.openxmlformats.org/officeDocument/2006/relationships/image" Target="../media/image1203.png"/><Relationship Id="rId119" Type="http://schemas.openxmlformats.org/officeDocument/2006/relationships/image" Target="../media/image1250.png"/><Relationship Id="rId270" Type="http://schemas.openxmlformats.org/officeDocument/2006/relationships/customXml" Target="../ink/ink1349.xml"/><Relationship Id="rId326" Type="http://schemas.openxmlformats.org/officeDocument/2006/relationships/customXml" Target="../ink/ink1377.xml"/><Relationship Id="rId65" Type="http://schemas.openxmlformats.org/officeDocument/2006/relationships/image" Target="../media/image1223.png"/><Relationship Id="rId130" Type="http://schemas.openxmlformats.org/officeDocument/2006/relationships/customXml" Target="../ink/ink1279.xml"/><Relationship Id="rId172" Type="http://schemas.openxmlformats.org/officeDocument/2006/relationships/customXml" Target="../ink/ink1300.xml"/><Relationship Id="rId228" Type="http://schemas.openxmlformats.org/officeDocument/2006/relationships/customXml" Target="../ink/ink1328.xml"/><Relationship Id="rId281" Type="http://schemas.openxmlformats.org/officeDocument/2006/relationships/image" Target="../media/image1331.png"/><Relationship Id="rId34" Type="http://schemas.openxmlformats.org/officeDocument/2006/relationships/customXml" Target="../ink/ink1231.xml"/><Relationship Id="rId76" Type="http://schemas.openxmlformats.org/officeDocument/2006/relationships/customXml" Target="../ink/ink1252.xml"/><Relationship Id="rId141" Type="http://schemas.openxmlformats.org/officeDocument/2006/relationships/image" Target="../media/image1261.png"/><Relationship Id="rId7" Type="http://schemas.openxmlformats.org/officeDocument/2006/relationships/image" Target="../media/image1195.png"/><Relationship Id="rId183" Type="http://schemas.openxmlformats.org/officeDocument/2006/relationships/image" Target="../media/image1282.png"/><Relationship Id="rId239" Type="http://schemas.openxmlformats.org/officeDocument/2006/relationships/image" Target="../media/image1310.png"/><Relationship Id="rId250" Type="http://schemas.openxmlformats.org/officeDocument/2006/relationships/customXml" Target="../ink/ink1339.xml"/><Relationship Id="rId271" Type="http://schemas.openxmlformats.org/officeDocument/2006/relationships/image" Target="../media/image1326.png"/><Relationship Id="rId292" Type="http://schemas.openxmlformats.org/officeDocument/2006/relationships/customXml" Target="../ink/ink1360.xml"/><Relationship Id="rId306" Type="http://schemas.openxmlformats.org/officeDocument/2006/relationships/customXml" Target="../ink/ink1367.xml"/><Relationship Id="rId24" Type="http://schemas.openxmlformats.org/officeDocument/2006/relationships/customXml" Target="../ink/ink1226.xml"/><Relationship Id="rId45" Type="http://schemas.openxmlformats.org/officeDocument/2006/relationships/image" Target="../media/image1213.png"/><Relationship Id="rId66" Type="http://schemas.openxmlformats.org/officeDocument/2006/relationships/customXml" Target="../ink/ink1247.xml"/><Relationship Id="rId87" Type="http://schemas.openxmlformats.org/officeDocument/2006/relationships/image" Target="../media/image1234.png"/><Relationship Id="rId110" Type="http://schemas.openxmlformats.org/officeDocument/2006/relationships/customXml" Target="../ink/ink1269.xml"/><Relationship Id="rId131" Type="http://schemas.openxmlformats.org/officeDocument/2006/relationships/image" Target="../media/image1256.png"/><Relationship Id="rId327" Type="http://schemas.openxmlformats.org/officeDocument/2006/relationships/image" Target="../media/image1354.png"/><Relationship Id="rId152" Type="http://schemas.openxmlformats.org/officeDocument/2006/relationships/customXml" Target="../ink/ink1290.xml"/><Relationship Id="rId173" Type="http://schemas.openxmlformats.org/officeDocument/2006/relationships/image" Target="../media/image1277.png"/><Relationship Id="rId194" Type="http://schemas.openxmlformats.org/officeDocument/2006/relationships/customXml" Target="../ink/ink1311.xml"/><Relationship Id="rId208" Type="http://schemas.openxmlformats.org/officeDocument/2006/relationships/customXml" Target="../ink/ink1318.xml"/><Relationship Id="rId229" Type="http://schemas.openxmlformats.org/officeDocument/2006/relationships/image" Target="../media/image1305.png"/><Relationship Id="rId240" Type="http://schemas.openxmlformats.org/officeDocument/2006/relationships/customXml" Target="../ink/ink1334.xml"/><Relationship Id="rId261" Type="http://schemas.openxmlformats.org/officeDocument/2006/relationships/image" Target="../media/image1321.png"/><Relationship Id="rId14" Type="http://schemas.openxmlformats.org/officeDocument/2006/relationships/customXml" Target="../ink/ink1221.xml"/><Relationship Id="rId35" Type="http://schemas.openxmlformats.org/officeDocument/2006/relationships/image" Target="../media/image1208.png"/><Relationship Id="rId56" Type="http://schemas.openxmlformats.org/officeDocument/2006/relationships/customXml" Target="../ink/ink1242.xml"/><Relationship Id="rId77" Type="http://schemas.openxmlformats.org/officeDocument/2006/relationships/image" Target="../media/image1229.png"/><Relationship Id="rId100" Type="http://schemas.openxmlformats.org/officeDocument/2006/relationships/customXml" Target="../ink/ink1264.xml"/><Relationship Id="rId282" Type="http://schemas.openxmlformats.org/officeDocument/2006/relationships/customXml" Target="../ink/ink1355.xml"/><Relationship Id="rId317" Type="http://schemas.openxmlformats.org/officeDocument/2006/relationships/image" Target="../media/image1349.png"/><Relationship Id="rId8" Type="http://schemas.openxmlformats.org/officeDocument/2006/relationships/customXml" Target="../ink/ink1218.xml"/><Relationship Id="rId98" Type="http://schemas.openxmlformats.org/officeDocument/2006/relationships/customXml" Target="../ink/ink1263.xml"/><Relationship Id="rId121" Type="http://schemas.openxmlformats.org/officeDocument/2006/relationships/image" Target="../media/image1251.png"/><Relationship Id="rId142" Type="http://schemas.openxmlformats.org/officeDocument/2006/relationships/customXml" Target="../ink/ink1285.xml"/><Relationship Id="rId163" Type="http://schemas.openxmlformats.org/officeDocument/2006/relationships/image" Target="../media/image1272.png"/><Relationship Id="rId184" Type="http://schemas.openxmlformats.org/officeDocument/2006/relationships/customXml" Target="../ink/ink1306.xml"/><Relationship Id="rId219" Type="http://schemas.openxmlformats.org/officeDocument/2006/relationships/image" Target="../media/image1300.png"/><Relationship Id="rId230" Type="http://schemas.openxmlformats.org/officeDocument/2006/relationships/customXml" Target="../ink/ink1329.xml"/><Relationship Id="rId251" Type="http://schemas.openxmlformats.org/officeDocument/2006/relationships/image" Target="../media/image1316.png"/><Relationship Id="rId25" Type="http://schemas.openxmlformats.org/officeDocument/2006/relationships/image" Target="../media/image737.png"/><Relationship Id="rId46" Type="http://schemas.openxmlformats.org/officeDocument/2006/relationships/customXml" Target="../ink/ink1237.xml"/><Relationship Id="rId67" Type="http://schemas.openxmlformats.org/officeDocument/2006/relationships/image" Target="../media/image1224.png"/><Relationship Id="rId272" Type="http://schemas.openxmlformats.org/officeDocument/2006/relationships/customXml" Target="../ink/ink1350.xml"/><Relationship Id="rId293" Type="http://schemas.openxmlformats.org/officeDocument/2006/relationships/image" Target="../media/image1337.png"/><Relationship Id="rId307" Type="http://schemas.openxmlformats.org/officeDocument/2006/relationships/image" Target="../media/image1344.png"/><Relationship Id="rId328" Type="http://schemas.openxmlformats.org/officeDocument/2006/relationships/customXml" Target="../ink/ink1378.xml"/><Relationship Id="rId88" Type="http://schemas.openxmlformats.org/officeDocument/2006/relationships/customXml" Target="../ink/ink1258.xml"/><Relationship Id="rId111" Type="http://schemas.openxmlformats.org/officeDocument/2006/relationships/image" Target="../media/image1246.png"/><Relationship Id="rId132" Type="http://schemas.openxmlformats.org/officeDocument/2006/relationships/customXml" Target="../ink/ink1280.xml"/><Relationship Id="rId153" Type="http://schemas.openxmlformats.org/officeDocument/2006/relationships/image" Target="../media/image1267.png"/><Relationship Id="rId174" Type="http://schemas.openxmlformats.org/officeDocument/2006/relationships/customXml" Target="../ink/ink1301.xml"/><Relationship Id="rId195" Type="http://schemas.openxmlformats.org/officeDocument/2006/relationships/image" Target="../media/image1288.png"/><Relationship Id="rId209" Type="http://schemas.openxmlformats.org/officeDocument/2006/relationships/image" Target="../media/image1295.png"/><Relationship Id="rId220" Type="http://schemas.openxmlformats.org/officeDocument/2006/relationships/customXml" Target="../ink/ink1324.xml"/><Relationship Id="rId241" Type="http://schemas.openxmlformats.org/officeDocument/2006/relationships/image" Target="../media/image1311.png"/><Relationship Id="rId15" Type="http://schemas.openxmlformats.org/officeDocument/2006/relationships/image" Target="../media/image1199.png"/><Relationship Id="rId36" Type="http://schemas.openxmlformats.org/officeDocument/2006/relationships/customXml" Target="../ink/ink1232.xml"/><Relationship Id="rId57" Type="http://schemas.openxmlformats.org/officeDocument/2006/relationships/image" Target="../media/image1219.png"/><Relationship Id="rId262" Type="http://schemas.openxmlformats.org/officeDocument/2006/relationships/customXml" Target="../ink/ink1345.xml"/><Relationship Id="rId283" Type="http://schemas.openxmlformats.org/officeDocument/2006/relationships/image" Target="../media/image1332.png"/><Relationship Id="rId318" Type="http://schemas.openxmlformats.org/officeDocument/2006/relationships/customXml" Target="../ink/ink1373.xml"/><Relationship Id="rId78" Type="http://schemas.openxmlformats.org/officeDocument/2006/relationships/customXml" Target="../ink/ink1253.xml"/><Relationship Id="rId99" Type="http://schemas.openxmlformats.org/officeDocument/2006/relationships/image" Target="../media/image1240.png"/><Relationship Id="rId101" Type="http://schemas.openxmlformats.org/officeDocument/2006/relationships/image" Target="../media/image1241.png"/><Relationship Id="rId122" Type="http://schemas.openxmlformats.org/officeDocument/2006/relationships/customXml" Target="../ink/ink1275.xml"/><Relationship Id="rId143" Type="http://schemas.openxmlformats.org/officeDocument/2006/relationships/image" Target="../media/image1262.png"/><Relationship Id="rId164" Type="http://schemas.openxmlformats.org/officeDocument/2006/relationships/customXml" Target="../ink/ink1296.xml"/><Relationship Id="rId185" Type="http://schemas.openxmlformats.org/officeDocument/2006/relationships/image" Target="../media/image1283.png"/><Relationship Id="rId9" Type="http://schemas.openxmlformats.org/officeDocument/2006/relationships/image" Target="../media/image1196.png"/><Relationship Id="rId210" Type="http://schemas.openxmlformats.org/officeDocument/2006/relationships/customXml" Target="../ink/ink1319.xml"/><Relationship Id="rId26" Type="http://schemas.openxmlformats.org/officeDocument/2006/relationships/customXml" Target="../ink/ink1227.xml"/><Relationship Id="rId231" Type="http://schemas.openxmlformats.org/officeDocument/2006/relationships/image" Target="../media/image1306.png"/><Relationship Id="rId252" Type="http://schemas.openxmlformats.org/officeDocument/2006/relationships/customXml" Target="../ink/ink1340.xml"/><Relationship Id="rId273" Type="http://schemas.openxmlformats.org/officeDocument/2006/relationships/image" Target="../media/image1327.png"/><Relationship Id="rId294" Type="http://schemas.openxmlformats.org/officeDocument/2006/relationships/customXml" Target="../ink/ink1361.xml"/><Relationship Id="rId308" Type="http://schemas.openxmlformats.org/officeDocument/2006/relationships/customXml" Target="../ink/ink1368.xml"/><Relationship Id="rId329" Type="http://schemas.openxmlformats.org/officeDocument/2006/relationships/image" Target="../media/image1355.png"/><Relationship Id="rId47" Type="http://schemas.openxmlformats.org/officeDocument/2006/relationships/image" Target="../media/image1214.png"/><Relationship Id="rId68" Type="http://schemas.openxmlformats.org/officeDocument/2006/relationships/customXml" Target="../ink/ink1248.xml"/><Relationship Id="rId89" Type="http://schemas.openxmlformats.org/officeDocument/2006/relationships/image" Target="../media/image1235.png"/><Relationship Id="rId112" Type="http://schemas.openxmlformats.org/officeDocument/2006/relationships/customXml" Target="../ink/ink1270.xml"/><Relationship Id="rId133" Type="http://schemas.openxmlformats.org/officeDocument/2006/relationships/image" Target="../media/image1257.png"/><Relationship Id="rId154" Type="http://schemas.openxmlformats.org/officeDocument/2006/relationships/customXml" Target="../ink/ink1291.xml"/><Relationship Id="rId175" Type="http://schemas.openxmlformats.org/officeDocument/2006/relationships/image" Target="../media/image1278.png"/><Relationship Id="rId196" Type="http://schemas.openxmlformats.org/officeDocument/2006/relationships/customXml" Target="../ink/ink1312.xml"/><Relationship Id="rId200" Type="http://schemas.openxmlformats.org/officeDocument/2006/relationships/customXml" Target="../ink/ink1314.xml"/><Relationship Id="rId16" Type="http://schemas.openxmlformats.org/officeDocument/2006/relationships/customXml" Target="../ink/ink1222.xml"/><Relationship Id="rId221" Type="http://schemas.openxmlformats.org/officeDocument/2006/relationships/image" Target="../media/image1301.png"/><Relationship Id="rId242" Type="http://schemas.openxmlformats.org/officeDocument/2006/relationships/customXml" Target="../ink/ink1335.xml"/><Relationship Id="rId263" Type="http://schemas.openxmlformats.org/officeDocument/2006/relationships/image" Target="../media/image1322.png"/><Relationship Id="rId284" Type="http://schemas.openxmlformats.org/officeDocument/2006/relationships/customXml" Target="../ink/ink1356.xml"/><Relationship Id="rId319" Type="http://schemas.openxmlformats.org/officeDocument/2006/relationships/image" Target="../media/image1350.png"/><Relationship Id="rId37" Type="http://schemas.openxmlformats.org/officeDocument/2006/relationships/image" Target="../media/image1209.png"/><Relationship Id="rId58" Type="http://schemas.openxmlformats.org/officeDocument/2006/relationships/customXml" Target="../ink/ink1243.xml"/><Relationship Id="rId79" Type="http://schemas.openxmlformats.org/officeDocument/2006/relationships/image" Target="../media/image1230.png"/><Relationship Id="rId102" Type="http://schemas.openxmlformats.org/officeDocument/2006/relationships/customXml" Target="../ink/ink1265.xml"/><Relationship Id="rId123" Type="http://schemas.openxmlformats.org/officeDocument/2006/relationships/image" Target="../media/image1252.png"/><Relationship Id="rId144" Type="http://schemas.openxmlformats.org/officeDocument/2006/relationships/customXml" Target="../ink/ink1286.xml"/><Relationship Id="rId90" Type="http://schemas.openxmlformats.org/officeDocument/2006/relationships/customXml" Target="../ink/ink1259.xml"/><Relationship Id="rId165" Type="http://schemas.openxmlformats.org/officeDocument/2006/relationships/image" Target="../media/image1273.png"/><Relationship Id="rId186" Type="http://schemas.openxmlformats.org/officeDocument/2006/relationships/customXml" Target="../ink/ink1307.xml"/><Relationship Id="rId211" Type="http://schemas.openxmlformats.org/officeDocument/2006/relationships/image" Target="../media/image1296.png"/><Relationship Id="rId232" Type="http://schemas.openxmlformats.org/officeDocument/2006/relationships/customXml" Target="../ink/ink1330.xml"/><Relationship Id="rId253" Type="http://schemas.openxmlformats.org/officeDocument/2006/relationships/image" Target="../media/image1317.png"/><Relationship Id="rId274" Type="http://schemas.openxmlformats.org/officeDocument/2006/relationships/customXml" Target="../ink/ink1351.xml"/><Relationship Id="rId295" Type="http://schemas.openxmlformats.org/officeDocument/2006/relationships/image" Target="../media/image1338.png"/><Relationship Id="rId309" Type="http://schemas.openxmlformats.org/officeDocument/2006/relationships/image" Target="../media/image1345.png"/><Relationship Id="rId27" Type="http://schemas.openxmlformats.org/officeDocument/2006/relationships/image" Target="../media/image1204.png"/><Relationship Id="rId48" Type="http://schemas.openxmlformats.org/officeDocument/2006/relationships/customXml" Target="../ink/ink1238.xml"/><Relationship Id="rId69" Type="http://schemas.openxmlformats.org/officeDocument/2006/relationships/image" Target="../media/image1225.png"/><Relationship Id="rId113" Type="http://schemas.openxmlformats.org/officeDocument/2006/relationships/image" Target="../media/image1247.png"/><Relationship Id="rId134" Type="http://schemas.openxmlformats.org/officeDocument/2006/relationships/customXml" Target="../ink/ink1281.xml"/><Relationship Id="rId320" Type="http://schemas.openxmlformats.org/officeDocument/2006/relationships/customXml" Target="../ink/ink1374.xml"/><Relationship Id="rId80" Type="http://schemas.openxmlformats.org/officeDocument/2006/relationships/customXml" Target="../ink/ink1254.xml"/><Relationship Id="rId155" Type="http://schemas.openxmlformats.org/officeDocument/2006/relationships/image" Target="../media/image1268.png"/><Relationship Id="rId176" Type="http://schemas.openxmlformats.org/officeDocument/2006/relationships/customXml" Target="../ink/ink1302.xml"/><Relationship Id="rId197" Type="http://schemas.openxmlformats.org/officeDocument/2006/relationships/image" Target="../media/image1289.png"/><Relationship Id="rId201" Type="http://schemas.openxmlformats.org/officeDocument/2006/relationships/image" Target="../media/image1291.png"/><Relationship Id="rId222" Type="http://schemas.openxmlformats.org/officeDocument/2006/relationships/customXml" Target="../ink/ink1325.xml"/><Relationship Id="rId243" Type="http://schemas.openxmlformats.org/officeDocument/2006/relationships/image" Target="../media/image1312.png"/><Relationship Id="rId264" Type="http://schemas.openxmlformats.org/officeDocument/2006/relationships/customXml" Target="../ink/ink1346.xml"/><Relationship Id="rId285" Type="http://schemas.openxmlformats.org/officeDocument/2006/relationships/image" Target="../media/image1333.png"/><Relationship Id="rId17" Type="http://schemas.openxmlformats.org/officeDocument/2006/relationships/image" Target="../media/image1200.png"/><Relationship Id="rId38" Type="http://schemas.openxmlformats.org/officeDocument/2006/relationships/customXml" Target="../ink/ink1233.xml"/><Relationship Id="rId59" Type="http://schemas.openxmlformats.org/officeDocument/2006/relationships/image" Target="../media/image1220.png"/><Relationship Id="rId103" Type="http://schemas.openxmlformats.org/officeDocument/2006/relationships/image" Target="../media/image1242.png"/><Relationship Id="rId124" Type="http://schemas.openxmlformats.org/officeDocument/2006/relationships/customXml" Target="../ink/ink1276.xml"/><Relationship Id="rId310" Type="http://schemas.openxmlformats.org/officeDocument/2006/relationships/customXml" Target="../ink/ink1369.xml"/><Relationship Id="rId70" Type="http://schemas.openxmlformats.org/officeDocument/2006/relationships/customXml" Target="../ink/ink1249.xml"/><Relationship Id="rId91" Type="http://schemas.openxmlformats.org/officeDocument/2006/relationships/image" Target="../media/image1236.png"/><Relationship Id="rId145" Type="http://schemas.openxmlformats.org/officeDocument/2006/relationships/image" Target="../media/image1263.png"/><Relationship Id="rId166" Type="http://schemas.openxmlformats.org/officeDocument/2006/relationships/customXml" Target="../ink/ink1297.xml"/><Relationship Id="rId187" Type="http://schemas.openxmlformats.org/officeDocument/2006/relationships/image" Target="../media/image128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20.xml"/><Relationship Id="rId233" Type="http://schemas.openxmlformats.org/officeDocument/2006/relationships/image" Target="../media/image1307.png"/><Relationship Id="rId254" Type="http://schemas.openxmlformats.org/officeDocument/2006/relationships/customXml" Target="../ink/ink1341.xml"/><Relationship Id="rId28" Type="http://schemas.openxmlformats.org/officeDocument/2006/relationships/customXml" Target="../ink/ink1228.xml"/><Relationship Id="rId49" Type="http://schemas.openxmlformats.org/officeDocument/2006/relationships/image" Target="../media/image1215.png"/><Relationship Id="rId114" Type="http://schemas.openxmlformats.org/officeDocument/2006/relationships/customXml" Target="../ink/ink1271.xml"/><Relationship Id="rId275" Type="http://schemas.openxmlformats.org/officeDocument/2006/relationships/image" Target="../media/image1328.png"/><Relationship Id="rId296" Type="http://schemas.openxmlformats.org/officeDocument/2006/relationships/customXml" Target="../ink/ink1362.xml"/><Relationship Id="rId300" Type="http://schemas.openxmlformats.org/officeDocument/2006/relationships/customXml" Target="../ink/ink1364.xml"/><Relationship Id="rId60" Type="http://schemas.openxmlformats.org/officeDocument/2006/relationships/customXml" Target="../ink/ink1244.xml"/><Relationship Id="rId81" Type="http://schemas.openxmlformats.org/officeDocument/2006/relationships/image" Target="../media/image1231.png"/><Relationship Id="rId135" Type="http://schemas.openxmlformats.org/officeDocument/2006/relationships/image" Target="../media/image1258.png"/><Relationship Id="rId156" Type="http://schemas.openxmlformats.org/officeDocument/2006/relationships/customXml" Target="../ink/ink1292.xml"/><Relationship Id="rId177" Type="http://schemas.openxmlformats.org/officeDocument/2006/relationships/image" Target="../media/image1279.png"/><Relationship Id="rId198" Type="http://schemas.openxmlformats.org/officeDocument/2006/relationships/customXml" Target="../ink/ink1313.xml"/><Relationship Id="rId321" Type="http://schemas.openxmlformats.org/officeDocument/2006/relationships/image" Target="../media/image1351.png"/><Relationship Id="rId202" Type="http://schemas.openxmlformats.org/officeDocument/2006/relationships/customXml" Target="../ink/ink1315.xml"/><Relationship Id="rId223" Type="http://schemas.openxmlformats.org/officeDocument/2006/relationships/image" Target="../media/image1302.png"/><Relationship Id="rId244" Type="http://schemas.openxmlformats.org/officeDocument/2006/relationships/customXml" Target="../ink/ink1336.xml"/><Relationship Id="rId18" Type="http://schemas.openxmlformats.org/officeDocument/2006/relationships/customXml" Target="../ink/ink1223.xml"/><Relationship Id="rId39" Type="http://schemas.openxmlformats.org/officeDocument/2006/relationships/image" Target="../media/image1210.png"/><Relationship Id="rId265" Type="http://schemas.openxmlformats.org/officeDocument/2006/relationships/image" Target="../media/image1323.png"/><Relationship Id="rId286" Type="http://schemas.openxmlformats.org/officeDocument/2006/relationships/customXml" Target="../ink/ink1357.xml"/><Relationship Id="rId50" Type="http://schemas.openxmlformats.org/officeDocument/2006/relationships/customXml" Target="../ink/ink1239.xml"/><Relationship Id="rId104" Type="http://schemas.openxmlformats.org/officeDocument/2006/relationships/customXml" Target="../ink/ink1266.xml"/><Relationship Id="rId125" Type="http://schemas.openxmlformats.org/officeDocument/2006/relationships/image" Target="../media/image1253.png"/><Relationship Id="rId146" Type="http://schemas.openxmlformats.org/officeDocument/2006/relationships/customXml" Target="../ink/ink1287.xml"/><Relationship Id="rId167" Type="http://schemas.openxmlformats.org/officeDocument/2006/relationships/image" Target="../media/image1274.png"/><Relationship Id="rId188" Type="http://schemas.openxmlformats.org/officeDocument/2006/relationships/customXml" Target="../ink/ink1308.xml"/><Relationship Id="rId311" Type="http://schemas.openxmlformats.org/officeDocument/2006/relationships/image" Target="../media/image1346.png"/><Relationship Id="rId71" Type="http://schemas.openxmlformats.org/officeDocument/2006/relationships/image" Target="../media/image1226.png"/><Relationship Id="rId92" Type="http://schemas.openxmlformats.org/officeDocument/2006/relationships/customXml" Target="../ink/ink1260.xml"/><Relationship Id="rId213" Type="http://schemas.openxmlformats.org/officeDocument/2006/relationships/image" Target="../media/image1297.png"/><Relationship Id="rId234" Type="http://schemas.openxmlformats.org/officeDocument/2006/relationships/customXml" Target="../ink/ink1331.xml"/><Relationship Id="rId2" Type="http://schemas.openxmlformats.org/officeDocument/2006/relationships/customXml" Target="../ink/ink1215.xml"/><Relationship Id="rId29" Type="http://schemas.openxmlformats.org/officeDocument/2006/relationships/image" Target="../media/image1205.png"/><Relationship Id="rId255" Type="http://schemas.openxmlformats.org/officeDocument/2006/relationships/image" Target="../media/image1318.png"/><Relationship Id="rId276" Type="http://schemas.openxmlformats.org/officeDocument/2006/relationships/customXml" Target="../ink/ink1352.xml"/><Relationship Id="rId297" Type="http://schemas.openxmlformats.org/officeDocument/2006/relationships/image" Target="../media/image1339.png"/><Relationship Id="rId40" Type="http://schemas.openxmlformats.org/officeDocument/2006/relationships/customXml" Target="../ink/ink1234.xml"/><Relationship Id="rId115" Type="http://schemas.openxmlformats.org/officeDocument/2006/relationships/image" Target="../media/image1248.png"/><Relationship Id="rId136" Type="http://schemas.openxmlformats.org/officeDocument/2006/relationships/customXml" Target="../ink/ink1282.xml"/><Relationship Id="rId157" Type="http://schemas.openxmlformats.org/officeDocument/2006/relationships/image" Target="../media/image1269.png"/><Relationship Id="rId178" Type="http://schemas.openxmlformats.org/officeDocument/2006/relationships/customXml" Target="../ink/ink1303.xml"/><Relationship Id="rId301" Type="http://schemas.openxmlformats.org/officeDocument/2006/relationships/image" Target="../media/image1341.png"/><Relationship Id="rId322" Type="http://schemas.openxmlformats.org/officeDocument/2006/relationships/customXml" Target="../ink/ink1375.xml"/><Relationship Id="rId61" Type="http://schemas.openxmlformats.org/officeDocument/2006/relationships/image" Target="../media/image1221.png"/><Relationship Id="rId82" Type="http://schemas.openxmlformats.org/officeDocument/2006/relationships/customXml" Target="../ink/ink1255.xml"/><Relationship Id="rId199" Type="http://schemas.openxmlformats.org/officeDocument/2006/relationships/image" Target="../media/image1290.png"/><Relationship Id="rId203" Type="http://schemas.openxmlformats.org/officeDocument/2006/relationships/image" Target="../media/image1292.png"/><Relationship Id="rId19" Type="http://schemas.openxmlformats.org/officeDocument/2006/relationships/image" Target="../media/image1201.png"/><Relationship Id="rId224" Type="http://schemas.openxmlformats.org/officeDocument/2006/relationships/customXml" Target="../ink/ink1326.xml"/><Relationship Id="rId245" Type="http://schemas.openxmlformats.org/officeDocument/2006/relationships/image" Target="../media/image1313.png"/><Relationship Id="rId266" Type="http://schemas.openxmlformats.org/officeDocument/2006/relationships/customXml" Target="../ink/ink1347.xml"/><Relationship Id="rId287" Type="http://schemas.openxmlformats.org/officeDocument/2006/relationships/image" Target="../media/image1334.png"/><Relationship Id="rId30" Type="http://schemas.openxmlformats.org/officeDocument/2006/relationships/customXml" Target="../ink/ink1229.xml"/><Relationship Id="rId105" Type="http://schemas.openxmlformats.org/officeDocument/2006/relationships/image" Target="../media/image1243.png"/><Relationship Id="rId126" Type="http://schemas.openxmlformats.org/officeDocument/2006/relationships/customXml" Target="../ink/ink1277.xml"/><Relationship Id="rId147" Type="http://schemas.openxmlformats.org/officeDocument/2006/relationships/image" Target="../media/image1264.png"/><Relationship Id="rId168" Type="http://schemas.openxmlformats.org/officeDocument/2006/relationships/customXml" Target="../ink/ink1298.xml"/><Relationship Id="rId312" Type="http://schemas.openxmlformats.org/officeDocument/2006/relationships/customXml" Target="../ink/ink1370.xml"/><Relationship Id="rId51" Type="http://schemas.openxmlformats.org/officeDocument/2006/relationships/image" Target="../media/image1216.png"/><Relationship Id="rId72" Type="http://schemas.openxmlformats.org/officeDocument/2006/relationships/customXml" Target="../ink/ink1250.xml"/><Relationship Id="rId93" Type="http://schemas.openxmlformats.org/officeDocument/2006/relationships/image" Target="../media/image1237.png"/><Relationship Id="rId189" Type="http://schemas.openxmlformats.org/officeDocument/2006/relationships/image" Target="../media/image1285.png"/><Relationship Id="rId3" Type="http://schemas.openxmlformats.org/officeDocument/2006/relationships/image" Target="../media/image1193.png"/><Relationship Id="rId214" Type="http://schemas.openxmlformats.org/officeDocument/2006/relationships/customXml" Target="../ink/ink1321.xml"/><Relationship Id="rId235" Type="http://schemas.openxmlformats.org/officeDocument/2006/relationships/image" Target="../media/image1308.png"/><Relationship Id="rId256" Type="http://schemas.openxmlformats.org/officeDocument/2006/relationships/customXml" Target="../ink/ink1342.xml"/><Relationship Id="rId277" Type="http://schemas.openxmlformats.org/officeDocument/2006/relationships/image" Target="../media/image1329.png"/><Relationship Id="rId298" Type="http://schemas.openxmlformats.org/officeDocument/2006/relationships/customXml" Target="../ink/ink1363.xml"/><Relationship Id="rId116" Type="http://schemas.openxmlformats.org/officeDocument/2006/relationships/customXml" Target="../ink/ink1272.xml"/><Relationship Id="rId137" Type="http://schemas.openxmlformats.org/officeDocument/2006/relationships/image" Target="../media/image1259.png"/><Relationship Id="rId158" Type="http://schemas.openxmlformats.org/officeDocument/2006/relationships/customXml" Target="../ink/ink1293.xml"/><Relationship Id="rId302" Type="http://schemas.openxmlformats.org/officeDocument/2006/relationships/customXml" Target="../ink/ink1365.xml"/><Relationship Id="rId323" Type="http://schemas.openxmlformats.org/officeDocument/2006/relationships/image" Target="../media/image1352.png"/><Relationship Id="rId20" Type="http://schemas.openxmlformats.org/officeDocument/2006/relationships/customXml" Target="../ink/ink1224.xml"/><Relationship Id="rId41" Type="http://schemas.openxmlformats.org/officeDocument/2006/relationships/image" Target="../media/image1211.png"/><Relationship Id="rId62" Type="http://schemas.openxmlformats.org/officeDocument/2006/relationships/customXml" Target="../ink/ink1245.xml"/><Relationship Id="rId83" Type="http://schemas.openxmlformats.org/officeDocument/2006/relationships/image" Target="../media/image1232.png"/><Relationship Id="rId179" Type="http://schemas.openxmlformats.org/officeDocument/2006/relationships/image" Target="../media/image1280.png"/><Relationship Id="rId190" Type="http://schemas.openxmlformats.org/officeDocument/2006/relationships/customXml" Target="../ink/ink1309.xml"/><Relationship Id="rId204" Type="http://schemas.openxmlformats.org/officeDocument/2006/relationships/customXml" Target="../ink/ink1316.xml"/><Relationship Id="rId225" Type="http://schemas.openxmlformats.org/officeDocument/2006/relationships/image" Target="../media/image1303.png"/><Relationship Id="rId246" Type="http://schemas.openxmlformats.org/officeDocument/2006/relationships/customXml" Target="../ink/ink1337.xml"/><Relationship Id="rId267" Type="http://schemas.openxmlformats.org/officeDocument/2006/relationships/image" Target="../media/image1324.png"/><Relationship Id="rId288" Type="http://schemas.openxmlformats.org/officeDocument/2006/relationships/customXml" Target="../ink/ink1358.xml"/><Relationship Id="rId106" Type="http://schemas.openxmlformats.org/officeDocument/2006/relationships/customXml" Target="../ink/ink1267.xml"/><Relationship Id="rId127" Type="http://schemas.openxmlformats.org/officeDocument/2006/relationships/image" Target="../media/image1254.png"/><Relationship Id="rId313" Type="http://schemas.openxmlformats.org/officeDocument/2006/relationships/image" Target="../media/image1347.png"/><Relationship Id="rId10" Type="http://schemas.openxmlformats.org/officeDocument/2006/relationships/customXml" Target="../ink/ink1219.xml"/><Relationship Id="rId31" Type="http://schemas.openxmlformats.org/officeDocument/2006/relationships/image" Target="../media/image1206.png"/><Relationship Id="rId52" Type="http://schemas.openxmlformats.org/officeDocument/2006/relationships/customXml" Target="../ink/ink1240.xml"/><Relationship Id="rId73" Type="http://schemas.openxmlformats.org/officeDocument/2006/relationships/image" Target="../media/image1227.png"/><Relationship Id="rId94" Type="http://schemas.openxmlformats.org/officeDocument/2006/relationships/customXml" Target="../ink/ink1261.xml"/><Relationship Id="rId148" Type="http://schemas.openxmlformats.org/officeDocument/2006/relationships/customXml" Target="../ink/ink1288.xml"/><Relationship Id="rId169" Type="http://schemas.openxmlformats.org/officeDocument/2006/relationships/image" Target="../media/image1275.png"/><Relationship Id="rId4" Type="http://schemas.openxmlformats.org/officeDocument/2006/relationships/customXml" Target="../ink/ink1216.xml"/><Relationship Id="rId180" Type="http://schemas.openxmlformats.org/officeDocument/2006/relationships/customXml" Target="../ink/ink1304.xml"/><Relationship Id="rId215" Type="http://schemas.openxmlformats.org/officeDocument/2006/relationships/image" Target="../media/image1298.png"/><Relationship Id="rId236" Type="http://schemas.openxmlformats.org/officeDocument/2006/relationships/customXml" Target="../ink/ink1332.xml"/><Relationship Id="rId257" Type="http://schemas.openxmlformats.org/officeDocument/2006/relationships/image" Target="../media/image1319.png"/><Relationship Id="rId278" Type="http://schemas.openxmlformats.org/officeDocument/2006/relationships/customXml" Target="../ink/ink1353.xml"/><Relationship Id="rId303" Type="http://schemas.openxmlformats.org/officeDocument/2006/relationships/image" Target="../media/image1342.png"/><Relationship Id="rId42" Type="http://schemas.openxmlformats.org/officeDocument/2006/relationships/customXml" Target="../ink/ink1235.xml"/><Relationship Id="rId84" Type="http://schemas.openxmlformats.org/officeDocument/2006/relationships/customXml" Target="../ink/ink1256.xml"/><Relationship Id="rId138" Type="http://schemas.openxmlformats.org/officeDocument/2006/relationships/customXml" Target="../ink/ink1283.xml"/><Relationship Id="rId191" Type="http://schemas.openxmlformats.org/officeDocument/2006/relationships/image" Target="../media/image1286.png"/><Relationship Id="rId205" Type="http://schemas.openxmlformats.org/officeDocument/2006/relationships/image" Target="../media/image1293.png"/><Relationship Id="rId247" Type="http://schemas.openxmlformats.org/officeDocument/2006/relationships/image" Target="../media/image1314.png"/><Relationship Id="rId107" Type="http://schemas.openxmlformats.org/officeDocument/2006/relationships/image" Target="../media/image1244.png"/><Relationship Id="rId289" Type="http://schemas.openxmlformats.org/officeDocument/2006/relationships/image" Target="../media/image1335.png"/><Relationship Id="rId11" Type="http://schemas.openxmlformats.org/officeDocument/2006/relationships/image" Target="../media/image1197.png"/><Relationship Id="rId53" Type="http://schemas.openxmlformats.org/officeDocument/2006/relationships/image" Target="../media/image1217.png"/><Relationship Id="rId149" Type="http://schemas.openxmlformats.org/officeDocument/2006/relationships/image" Target="../media/image1265.png"/><Relationship Id="rId314" Type="http://schemas.openxmlformats.org/officeDocument/2006/relationships/customXml" Target="../ink/ink1371.xml"/><Relationship Id="rId95" Type="http://schemas.openxmlformats.org/officeDocument/2006/relationships/image" Target="../media/image1238.png"/><Relationship Id="rId160" Type="http://schemas.openxmlformats.org/officeDocument/2006/relationships/customXml" Target="../ink/ink1294.xml"/><Relationship Id="rId216" Type="http://schemas.openxmlformats.org/officeDocument/2006/relationships/customXml" Target="../ink/ink1322.xml"/><Relationship Id="rId258" Type="http://schemas.openxmlformats.org/officeDocument/2006/relationships/customXml" Target="../ink/ink1343.xml"/><Relationship Id="rId22" Type="http://schemas.openxmlformats.org/officeDocument/2006/relationships/customXml" Target="../ink/ink1225.xml"/><Relationship Id="rId64" Type="http://schemas.openxmlformats.org/officeDocument/2006/relationships/customXml" Target="../ink/ink1246.xml"/><Relationship Id="rId118" Type="http://schemas.openxmlformats.org/officeDocument/2006/relationships/customXml" Target="../ink/ink1273.xml"/><Relationship Id="rId325" Type="http://schemas.openxmlformats.org/officeDocument/2006/relationships/image" Target="../media/image1353.png"/><Relationship Id="rId171" Type="http://schemas.openxmlformats.org/officeDocument/2006/relationships/image" Target="../media/image1276.png"/><Relationship Id="rId227" Type="http://schemas.openxmlformats.org/officeDocument/2006/relationships/image" Target="../media/image1304.png"/><Relationship Id="rId269" Type="http://schemas.openxmlformats.org/officeDocument/2006/relationships/image" Target="../media/image1325.png"/><Relationship Id="rId33" Type="http://schemas.openxmlformats.org/officeDocument/2006/relationships/image" Target="../media/image1207.png"/><Relationship Id="rId129" Type="http://schemas.openxmlformats.org/officeDocument/2006/relationships/image" Target="../media/image1255.png"/><Relationship Id="rId280" Type="http://schemas.openxmlformats.org/officeDocument/2006/relationships/customXml" Target="../ink/ink1354.xml"/><Relationship Id="rId75" Type="http://schemas.openxmlformats.org/officeDocument/2006/relationships/image" Target="../media/image1228.png"/><Relationship Id="rId140" Type="http://schemas.openxmlformats.org/officeDocument/2006/relationships/customXml" Target="../ink/ink1284.xml"/><Relationship Id="rId182" Type="http://schemas.openxmlformats.org/officeDocument/2006/relationships/customXml" Target="../ink/ink1305.xml"/><Relationship Id="rId6" Type="http://schemas.openxmlformats.org/officeDocument/2006/relationships/customXml" Target="../ink/ink1217.xml"/><Relationship Id="rId238" Type="http://schemas.openxmlformats.org/officeDocument/2006/relationships/customXml" Target="../ink/ink1333.xml"/><Relationship Id="rId291" Type="http://schemas.openxmlformats.org/officeDocument/2006/relationships/image" Target="../media/image1336.png"/><Relationship Id="rId305" Type="http://schemas.openxmlformats.org/officeDocument/2006/relationships/image" Target="../media/image1343.png"/><Relationship Id="rId44" Type="http://schemas.openxmlformats.org/officeDocument/2006/relationships/customXml" Target="../ink/ink1236.xml"/><Relationship Id="rId86" Type="http://schemas.openxmlformats.org/officeDocument/2006/relationships/customXml" Target="../ink/ink1257.xml"/><Relationship Id="rId151" Type="http://schemas.openxmlformats.org/officeDocument/2006/relationships/image" Target="../media/image1266.png"/><Relationship Id="rId193" Type="http://schemas.openxmlformats.org/officeDocument/2006/relationships/image" Target="../media/image1287.png"/><Relationship Id="rId207" Type="http://schemas.openxmlformats.org/officeDocument/2006/relationships/image" Target="../media/image1294.png"/><Relationship Id="rId249" Type="http://schemas.openxmlformats.org/officeDocument/2006/relationships/image" Target="../media/image1315.png"/><Relationship Id="rId13" Type="http://schemas.openxmlformats.org/officeDocument/2006/relationships/image" Target="../media/image1198.png"/><Relationship Id="rId109" Type="http://schemas.openxmlformats.org/officeDocument/2006/relationships/image" Target="../media/image1245.png"/><Relationship Id="rId260" Type="http://schemas.openxmlformats.org/officeDocument/2006/relationships/customXml" Target="../ink/ink1344.xml"/><Relationship Id="rId316" Type="http://schemas.openxmlformats.org/officeDocument/2006/relationships/customXml" Target="../ink/ink1372.xml"/><Relationship Id="rId55" Type="http://schemas.openxmlformats.org/officeDocument/2006/relationships/image" Target="../media/image1218.png"/><Relationship Id="rId97" Type="http://schemas.openxmlformats.org/officeDocument/2006/relationships/image" Target="../media/image1239.png"/><Relationship Id="rId120" Type="http://schemas.openxmlformats.org/officeDocument/2006/relationships/customXml" Target="../ink/ink1274.xml"/><Relationship Id="rId162" Type="http://schemas.openxmlformats.org/officeDocument/2006/relationships/customXml" Target="../ink/ink1295.xml"/><Relationship Id="rId218" Type="http://schemas.openxmlformats.org/officeDocument/2006/relationships/customXml" Target="../ink/ink1323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13.png"/><Relationship Id="rId299" Type="http://schemas.openxmlformats.org/officeDocument/2006/relationships/image" Target="../media/image1499.png"/><Relationship Id="rId21" Type="http://schemas.openxmlformats.org/officeDocument/2006/relationships/image" Target="../media/image1365.png"/><Relationship Id="rId63" Type="http://schemas.openxmlformats.org/officeDocument/2006/relationships/image" Target="../media/image1386.png"/><Relationship Id="rId159" Type="http://schemas.openxmlformats.org/officeDocument/2006/relationships/image" Target="../media/image1432.png"/><Relationship Id="rId324" Type="http://schemas.openxmlformats.org/officeDocument/2006/relationships/customXml" Target="../ink/ink1540.xml"/><Relationship Id="rId366" Type="http://schemas.openxmlformats.org/officeDocument/2006/relationships/customXml" Target="../ink/ink1561.xml"/><Relationship Id="rId170" Type="http://schemas.openxmlformats.org/officeDocument/2006/relationships/customXml" Target="../ink/ink1463.xml"/><Relationship Id="rId226" Type="http://schemas.openxmlformats.org/officeDocument/2006/relationships/customXml" Target="../ink/ink1491.xml"/><Relationship Id="rId433" Type="http://schemas.openxmlformats.org/officeDocument/2006/relationships/image" Target="../media/image1564.png"/><Relationship Id="rId268" Type="http://schemas.openxmlformats.org/officeDocument/2006/relationships/customXml" Target="../ink/ink1512.xml"/><Relationship Id="rId475" Type="http://schemas.openxmlformats.org/officeDocument/2006/relationships/image" Target="../media/image1585.png"/><Relationship Id="rId32" Type="http://schemas.openxmlformats.org/officeDocument/2006/relationships/customXml" Target="../ink/ink1394.xml"/><Relationship Id="rId74" Type="http://schemas.openxmlformats.org/officeDocument/2006/relationships/customXml" Target="../ink/ink1415.xml"/><Relationship Id="rId128" Type="http://schemas.openxmlformats.org/officeDocument/2006/relationships/customXml" Target="../ink/ink1442.xml"/><Relationship Id="rId335" Type="http://schemas.openxmlformats.org/officeDocument/2006/relationships/image" Target="../media/image1517.png"/><Relationship Id="rId377" Type="http://schemas.openxmlformats.org/officeDocument/2006/relationships/image" Target="../media/image1537.png"/><Relationship Id="rId500" Type="http://schemas.openxmlformats.org/officeDocument/2006/relationships/customXml" Target="../ink/ink1629.xml"/><Relationship Id="rId5" Type="http://schemas.openxmlformats.org/officeDocument/2006/relationships/image" Target="../media/image1357.png"/><Relationship Id="rId181" Type="http://schemas.openxmlformats.org/officeDocument/2006/relationships/image" Target="../media/image1443.png"/><Relationship Id="rId237" Type="http://schemas.openxmlformats.org/officeDocument/2006/relationships/image" Target="../media/image1149.png"/><Relationship Id="rId402" Type="http://schemas.openxmlformats.org/officeDocument/2006/relationships/customXml" Target="../ink/ink1579.xml"/><Relationship Id="rId279" Type="http://schemas.openxmlformats.org/officeDocument/2006/relationships/image" Target="../media/image1490.png"/><Relationship Id="rId444" Type="http://schemas.openxmlformats.org/officeDocument/2006/relationships/customXml" Target="../ink/ink1601.xml"/><Relationship Id="rId486" Type="http://schemas.openxmlformats.org/officeDocument/2006/relationships/customXml" Target="../ink/ink1622.xml"/><Relationship Id="rId43" Type="http://schemas.openxmlformats.org/officeDocument/2006/relationships/image" Target="../media/image1376.png"/><Relationship Id="rId139" Type="http://schemas.openxmlformats.org/officeDocument/2006/relationships/image" Target="../media/image1422.png"/><Relationship Id="rId290" Type="http://schemas.openxmlformats.org/officeDocument/2006/relationships/customXml" Target="../ink/ink1523.xml"/><Relationship Id="rId304" Type="http://schemas.openxmlformats.org/officeDocument/2006/relationships/customXml" Target="../ink/ink1530.xml"/><Relationship Id="rId346" Type="http://schemas.openxmlformats.org/officeDocument/2006/relationships/customXml" Target="../ink/ink1551.xml"/><Relationship Id="rId388" Type="http://schemas.openxmlformats.org/officeDocument/2006/relationships/customXml" Target="../ink/ink1572.xml"/><Relationship Id="rId85" Type="http://schemas.openxmlformats.org/officeDocument/2006/relationships/image" Target="../media/image1397.png"/><Relationship Id="rId150" Type="http://schemas.openxmlformats.org/officeDocument/2006/relationships/customXml" Target="../ink/ink1453.xml"/><Relationship Id="rId192" Type="http://schemas.openxmlformats.org/officeDocument/2006/relationships/customXml" Target="../ink/ink1474.xml"/><Relationship Id="rId206" Type="http://schemas.openxmlformats.org/officeDocument/2006/relationships/customXml" Target="../ink/ink1481.xml"/><Relationship Id="rId413" Type="http://schemas.openxmlformats.org/officeDocument/2006/relationships/image" Target="../media/image1555.png"/><Relationship Id="rId248" Type="http://schemas.openxmlformats.org/officeDocument/2006/relationships/customXml" Target="../ink/ink1502.xml"/><Relationship Id="rId455" Type="http://schemas.openxmlformats.org/officeDocument/2006/relationships/image" Target="../media/image1575.png"/><Relationship Id="rId497" Type="http://schemas.openxmlformats.org/officeDocument/2006/relationships/image" Target="../media/image1596.png"/><Relationship Id="rId12" Type="http://schemas.openxmlformats.org/officeDocument/2006/relationships/customXml" Target="../ink/ink1384.xml"/><Relationship Id="rId108" Type="http://schemas.openxmlformats.org/officeDocument/2006/relationships/customXml" Target="../ink/ink1432.xml"/><Relationship Id="rId315" Type="http://schemas.openxmlformats.org/officeDocument/2006/relationships/image" Target="../media/image1507.png"/><Relationship Id="rId357" Type="http://schemas.openxmlformats.org/officeDocument/2006/relationships/image" Target="../media/image1527.png"/><Relationship Id="rId54" Type="http://schemas.openxmlformats.org/officeDocument/2006/relationships/customXml" Target="../ink/ink1405.xml"/><Relationship Id="rId96" Type="http://schemas.openxmlformats.org/officeDocument/2006/relationships/customXml" Target="../ink/ink1426.xml"/><Relationship Id="rId161" Type="http://schemas.openxmlformats.org/officeDocument/2006/relationships/image" Target="../media/image1433.png"/><Relationship Id="rId217" Type="http://schemas.openxmlformats.org/officeDocument/2006/relationships/image" Target="../media/image1461.png"/><Relationship Id="rId399" Type="http://schemas.openxmlformats.org/officeDocument/2006/relationships/image" Target="../media/image1548.png"/><Relationship Id="rId259" Type="http://schemas.openxmlformats.org/officeDocument/2006/relationships/image" Target="../media/image1480.png"/><Relationship Id="rId424" Type="http://schemas.openxmlformats.org/officeDocument/2006/relationships/customXml" Target="../ink/ink1590.xml"/><Relationship Id="rId466" Type="http://schemas.openxmlformats.org/officeDocument/2006/relationships/customXml" Target="../ink/ink1612.xml"/><Relationship Id="rId23" Type="http://schemas.openxmlformats.org/officeDocument/2006/relationships/image" Target="../media/image1366.png"/><Relationship Id="rId119" Type="http://schemas.openxmlformats.org/officeDocument/2006/relationships/image" Target="../media/image1414.png"/><Relationship Id="rId270" Type="http://schemas.openxmlformats.org/officeDocument/2006/relationships/customXml" Target="../ink/ink1513.xml"/><Relationship Id="rId326" Type="http://schemas.openxmlformats.org/officeDocument/2006/relationships/customXml" Target="../ink/ink1541.xml"/><Relationship Id="rId65" Type="http://schemas.openxmlformats.org/officeDocument/2006/relationships/image" Target="../media/image1387.png"/><Relationship Id="rId130" Type="http://schemas.openxmlformats.org/officeDocument/2006/relationships/customXml" Target="../ink/ink1443.xml"/><Relationship Id="rId368" Type="http://schemas.openxmlformats.org/officeDocument/2006/relationships/customXml" Target="../ink/ink1562.xml"/><Relationship Id="rId172" Type="http://schemas.openxmlformats.org/officeDocument/2006/relationships/customXml" Target="../ink/ink1464.xml"/><Relationship Id="rId228" Type="http://schemas.openxmlformats.org/officeDocument/2006/relationships/customXml" Target="../ink/ink1492.xml"/><Relationship Id="rId435" Type="http://schemas.openxmlformats.org/officeDocument/2006/relationships/image" Target="../media/image1565.png"/><Relationship Id="rId477" Type="http://schemas.openxmlformats.org/officeDocument/2006/relationships/image" Target="../media/image1586.png"/><Relationship Id="rId281" Type="http://schemas.openxmlformats.org/officeDocument/2006/relationships/image" Target="../media/image1491.png"/><Relationship Id="rId337" Type="http://schemas.openxmlformats.org/officeDocument/2006/relationships/image" Target="../media/image1518.png"/><Relationship Id="rId502" Type="http://schemas.openxmlformats.org/officeDocument/2006/relationships/customXml" Target="../ink/ink1631.xml"/><Relationship Id="rId34" Type="http://schemas.openxmlformats.org/officeDocument/2006/relationships/customXml" Target="../ink/ink1395.xml"/><Relationship Id="rId76" Type="http://schemas.openxmlformats.org/officeDocument/2006/relationships/customXml" Target="../ink/ink1416.xml"/><Relationship Id="rId141" Type="http://schemas.openxmlformats.org/officeDocument/2006/relationships/image" Target="../media/image1423.png"/><Relationship Id="rId379" Type="http://schemas.openxmlformats.org/officeDocument/2006/relationships/image" Target="../media/image1538.png"/><Relationship Id="rId7" Type="http://schemas.openxmlformats.org/officeDocument/2006/relationships/image" Target="../media/image1358.png"/><Relationship Id="rId183" Type="http://schemas.openxmlformats.org/officeDocument/2006/relationships/image" Target="../media/image1444.png"/><Relationship Id="rId239" Type="http://schemas.openxmlformats.org/officeDocument/2006/relationships/image" Target="../media/image1470.png"/><Relationship Id="rId390" Type="http://schemas.openxmlformats.org/officeDocument/2006/relationships/customXml" Target="../ink/ink1573.xml"/><Relationship Id="rId404" Type="http://schemas.openxmlformats.org/officeDocument/2006/relationships/customXml" Target="../ink/ink1580.xml"/><Relationship Id="rId446" Type="http://schemas.openxmlformats.org/officeDocument/2006/relationships/customXml" Target="../ink/ink1602.xml"/><Relationship Id="rId250" Type="http://schemas.openxmlformats.org/officeDocument/2006/relationships/customXml" Target="../ink/ink1503.xml"/><Relationship Id="rId292" Type="http://schemas.openxmlformats.org/officeDocument/2006/relationships/customXml" Target="../ink/ink1524.xml"/><Relationship Id="rId306" Type="http://schemas.openxmlformats.org/officeDocument/2006/relationships/customXml" Target="../ink/ink1531.xml"/><Relationship Id="rId488" Type="http://schemas.openxmlformats.org/officeDocument/2006/relationships/customXml" Target="../ink/ink1623.xml"/><Relationship Id="rId45" Type="http://schemas.openxmlformats.org/officeDocument/2006/relationships/image" Target="../media/image1377.png"/><Relationship Id="rId87" Type="http://schemas.openxmlformats.org/officeDocument/2006/relationships/image" Target="../media/image1398.png"/><Relationship Id="rId110" Type="http://schemas.openxmlformats.org/officeDocument/2006/relationships/customXml" Target="../ink/ink1433.xml"/><Relationship Id="rId348" Type="http://schemas.openxmlformats.org/officeDocument/2006/relationships/customXml" Target="../ink/ink1552.xml"/><Relationship Id="rId152" Type="http://schemas.openxmlformats.org/officeDocument/2006/relationships/customXml" Target="../ink/ink1454.xml"/><Relationship Id="rId194" Type="http://schemas.openxmlformats.org/officeDocument/2006/relationships/customXml" Target="../ink/ink1475.xml"/><Relationship Id="rId208" Type="http://schemas.openxmlformats.org/officeDocument/2006/relationships/customXml" Target="../ink/ink1482.xml"/><Relationship Id="rId415" Type="http://schemas.openxmlformats.org/officeDocument/2006/relationships/image" Target="../media/image1556.png"/><Relationship Id="rId457" Type="http://schemas.openxmlformats.org/officeDocument/2006/relationships/image" Target="../media/image1576.png"/><Relationship Id="rId261" Type="http://schemas.openxmlformats.org/officeDocument/2006/relationships/image" Target="../media/image1481.png"/><Relationship Id="rId499" Type="http://schemas.openxmlformats.org/officeDocument/2006/relationships/image" Target="../media/image1597.png"/><Relationship Id="rId14" Type="http://schemas.openxmlformats.org/officeDocument/2006/relationships/customXml" Target="../ink/ink1385.xml"/><Relationship Id="rId56" Type="http://schemas.openxmlformats.org/officeDocument/2006/relationships/customXml" Target="../ink/ink1406.xml"/><Relationship Id="rId317" Type="http://schemas.openxmlformats.org/officeDocument/2006/relationships/image" Target="../media/image1508.png"/><Relationship Id="rId359" Type="http://schemas.openxmlformats.org/officeDocument/2006/relationships/image" Target="../media/image1528.png"/><Relationship Id="rId98" Type="http://schemas.openxmlformats.org/officeDocument/2006/relationships/customXml" Target="../ink/ink1427.xml"/><Relationship Id="rId121" Type="http://schemas.openxmlformats.org/officeDocument/2006/relationships/image" Target="../media/image1415.png"/><Relationship Id="rId163" Type="http://schemas.openxmlformats.org/officeDocument/2006/relationships/image" Target="../media/image1434.png"/><Relationship Id="rId219" Type="http://schemas.openxmlformats.org/officeDocument/2006/relationships/image" Target="../media/image1462.png"/><Relationship Id="rId370" Type="http://schemas.openxmlformats.org/officeDocument/2006/relationships/customXml" Target="../ink/ink1563.xml"/><Relationship Id="rId426" Type="http://schemas.openxmlformats.org/officeDocument/2006/relationships/customXml" Target="../ink/ink1591.xml"/><Relationship Id="rId230" Type="http://schemas.openxmlformats.org/officeDocument/2006/relationships/customXml" Target="../ink/ink1493.xml"/><Relationship Id="rId468" Type="http://schemas.openxmlformats.org/officeDocument/2006/relationships/customXml" Target="../ink/ink1613.xml"/><Relationship Id="rId25" Type="http://schemas.openxmlformats.org/officeDocument/2006/relationships/image" Target="../media/image1367.png"/><Relationship Id="rId67" Type="http://schemas.openxmlformats.org/officeDocument/2006/relationships/image" Target="../media/image1388.png"/><Relationship Id="rId272" Type="http://schemas.openxmlformats.org/officeDocument/2006/relationships/customXml" Target="../ink/ink1514.xml"/><Relationship Id="rId328" Type="http://schemas.openxmlformats.org/officeDocument/2006/relationships/customXml" Target="../ink/ink1542.xml"/><Relationship Id="rId132" Type="http://schemas.openxmlformats.org/officeDocument/2006/relationships/customXml" Target="../ink/ink1444.xml"/><Relationship Id="rId174" Type="http://schemas.openxmlformats.org/officeDocument/2006/relationships/customXml" Target="../ink/ink1465.xml"/><Relationship Id="rId381" Type="http://schemas.openxmlformats.org/officeDocument/2006/relationships/image" Target="../media/image1539.png"/><Relationship Id="rId241" Type="http://schemas.openxmlformats.org/officeDocument/2006/relationships/image" Target="../media/image1471.png"/><Relationship Id="rId437" Type="http://schemas.openxmlformats.org/officeDocument/2006/relationships/image" Target="../media/image1566.png"/><Relationship Id="rId479" Type="http://schemas.openxmlformats.org/officeDocument/2006/relationships/image" Target="../media/image1587.png"/><Relationship Id="rId36" Type="http://schemas.openxmlformats.org/officeDocument/2006/relationships/customXml" Target="../ink/ink1396.xml"/><Relationship Id="rId283" Type="http://schemas.openxmlformats.org/officeDocument/2006/relationships/image" Target="../media/image1492.png"/><Relationship Id="rId339" Type="http://schemas.openxmlformats.org/officeDocument/2006/relationships/image" Target="../media/image1519.png"/><Relationship Id="rId490" Type="http://schemas.openxmlformats.org/officeDocument/2006/relationships/customXml" Target="../ink/ink1624.xml"/><Relationship Id="rId78" Type="http://schemas.openxmlformats.org/officeDocument/2006/relationships/customXml" Target="../ink/ink1417.xml"/><Relationship Id="rId101" Type="http://schemas.openxmlformats.org/officeDocument/2006/relationships/image" Target="../media/image1405.png"/><Relationship Id="rId143" Type="http://schemas.openxmlformats.org/officeDocument/2006/relationships/image" Target="../media/image1424.png"/><Relationship Id="rId185" Type="http://schemas.openxmlformats.org/officeDocument/2006/relationships/image" Target="../media/image1445.png"/><Relationship Id="rId350" Type="http://schemas.openxmlformats.org/officeDocument/2006/relationships/customXml" Target="../ink/ink1553.xml"/><Relationship Id="rId406" Type="http://schemas.openxmlformats.org/officeDocument/2006/relationships/customXml" Target="../ink/ink1581.xml"/><Relationship Id="rId9" Type="http://schemas.openxmlformats.org/officeDocument/2006/relationships/image" Target="../media/image1359.png"/><Relationship Id="rId210" Type="http://schemas.openxmlformats.org/officeDocument/2006/relationships/customXml" Target="../ink/ink1483.xml"/><Relationship Id="rId392" Type="http://schemas.openxmlformats.org/officeDocument/2006/relationships/customXml" Target="../ink/ink1574.xml"/><Relationship Id="rId448" Type="http://schemas.openxmlformats.org/officeDocument/2006/relationships/customXml" Target="../ink/ink1603.xml"/><Relationship Id="rId252" Type="http://schemas.openxmlformats.org/officeDocument/2006/relationships/customXml" Target="../ink/ink1504.xml"/><Relationship Id="rId294" Type="http://schemas.openxmlformats.org/officeDocument/2006/relationships/customXml" Target="../ink/ink1525.xml"/><Relationship Id="rId308" Type="http://schemas.openxmlformats.org/officeDocument/2006/relationships/customXml" Target="../ink/ink1532.xml"/><Relationship Id="rId47" Type="http://schemas.openxmlformats.org/officeDocument/2006/relationships/image" Target="../media/image1378.png"/><Relationship Id="rId89" Type="http://schemas.openxmlformats.org/officeDocument/2006/relationships/image" Target="../media/image1399.png"/><Relationship Id="rId112" Type="http://schemas.openxmlformats.org/officeDocument/2006/relationships/customXml" Target="../ink/ink1434.xml"/><Relationship Id="rId154" Type="http://schemas.openxmlformats.org/officeDocument/2006/relationships/customXml" Target="../ink/ink1455.xml"/><Relationship Id="rId361" Type="http://schemas.openxmlformats.org/officeDocument/2006/relationships/image" Target="../media/image1529.png"/><Relationship Id="rId196" Type="http://schemas.openxmlformats.org/officeDocument/2006/relationships/customXml" Target="../ink/ink1476.xml"/><Relationship Id="rId417" Type="http://schemas.openxmlformats.org/officeDocument/2006/relationships/image" Target="../media/image1557.png"/><Relationship Id="rId459" Type="http://schemas.openxmlformats.org/officeDocument/2006/relationships/image" Target="../media/image1577.png"/><Relationship Id="rId16" Type="http://schemas.openxmlformats.org/officeDocument/2006/relationships/customXml" Target="../ink/ink1386.xml"/><Relationship Id="rId221" Type="http://schemas.openxmlformats.org/officeDocument/2006/relationships/image" Target="../media/image1463.png"/><Relationship Id="rId263" Type="http://schemas.openxmlformats.org/officeDocument/2006/relationships/image" Target="../media/image1482.png"/><Relationship Id="rId319" Type="http://schemas.openxmlformats.org/officeDocument/2006/relationships/image" Target="../media/image1509.png"/><Relationship Id="rId470" Type="http://schemas.openxmlformats.org/officeDocument/2006/relationships/customXml" Target="../ink/ink1614.xml"/><Relationship Id="rId58" Type="http://schemas.openxmlformats.org/officeDocument/2006/relationships/customXml" Target="../ink/ink1407.xml"/><Relationship Id="rId123" Type="http://schemas.openxmlformats.org/officeDocument/2006/relationships/image" Target="../media/image1416.png"/><Relationship Id="rId330" Type="http://schemas.openxmlformats.org/officeDocument/2006/relationships/customXml" Target="../ink/ink1543.xml"/><Relationship Id="rId165" Type="http://schemas.openxmlformats.org/officeDocument/2006/relationships/image" Target="../media/image1435.png"/><Relationship Id="rId372" Type="http://schemas.openxmlformats.org/officeDocument/2006/relationships/customXml" Target="../ink/ink1564.xml"/><Relationship Id="rId428" Type="http://schemas.openxmlformats.org/officeDocument/2006/relationships/customXml" Target="../ink/ink1592.xml"/><Relationship Id="rId232" Type="http://schemas.openxmlformats.org/officeDocument/2006/relationships/customXml" Target="../ink/ink1494.xml"/><Relationship Id="rId274" Type="http://schemas.openxmlformats.org/officeDocument/2006/relationships/customXml" Target="../ink/ink1515.xml"/><Relationship Id="rId481" Type="http://schemas.openxmlformats.org/officeDocument/2006/relationships/image" Target="../media/image1588.png"/><Relationship Id="rId27" Type="http://schemas.openxmlformats.org/officeDocument/2006/relationships/image" Target="../media/image1368.png"/><Relationship Id="rId69" Type="http://schemas.openxmlformats.org/officeDocument/2006/relationships/image" Target="../media/image1389.png"/><Relationship Id="rId134" Type="http://schemas.openxmlformats.org/officeDocument/2006/relationships/customXml" Target="../ink/ink1445.xml"/><Relationship Id="rId80" Type="http://schemas.openxmlformats.org/officeDocument/2006/relationships/customXml" Target="../ink/ink1418.xml"/><Relationship Id="rId176" Type="http://schemas.openxmlformats.org/officeDocument/2006/relationships/customXml" Target="../ink/ink1466.xml"/><Relationship Id="rId341" Type="http://schemas.openxmlformats.org/officeDocument/2006/relationships/image" Target="../media/image1520.png"/><Relationship Id="rId383" Type="http://schemas.openxmlformats.org/officeDocument/2006/relationships/image" Target="../media/image1540.png"/><Relationship Id="rId439" Type="http://schemas.openxmlformats.org/officeDocument/2006/relationships/image" Target="../media/image1567.png"/><Relationship Id="rId201" Type="http://schemas.openxmlformats.org/officeDocument/2006/relationships/image" Target="../media/image1453.png"/><Relationship Id="rId243" Type="http://schemas.openxmlformats.org/officeDocument/2006/relationships/image" Target="../media/image1472.png"/><Relationship Id="rId285" Type="http://schemas.openxmlformats.org/officeDocument/2006/relationships/image" Target="../media/image1493.png"/><Relationship Id="rId450" Type="http://schemas.openxmlformats.org/officeDocument/2006/relationships/customXml" Target="../ink/ink1604.xml"/><Relationship Id="rId38" Type="http://schemas.openxmlformats.org/officeDocument/2006/relationships/customXml" Target="../ink/ink1397.xml"/><Relationship Id="rId103" Type="http://schemas.openxmlformats.org/officeDocument/2006/relationships/image" Target="../media/image1406.png"/><Relationship Id="rId310" Type="http://schemas.openxmlformats.org/officeDocument/2006/relationships/customXml" Target="../ink/ink1533.xml"/><Relationship Id="rId492" Type="http://schemas.openxmlformats.org/officeDocument/2006/relationships/customXml" Target="../ink/ink1625.xml"/><Relationship Id="rId91" Type="http://schemas.openxmlformats.org/officeDocument/2006/relationships/image" Target="../media/image1400.png"/><Relationship Id="rId145" Type="http://schemas.openxmlformats.org/officeDocument/2006/relationships/image" Target="../media/image1425.png"/><Relationship Id="rId187" Type="http://schemas.openxmlformats.org/officeDocument/2006/relationships/image" Target="../media/image1446.png"/><Relationship Id="rId352" Type="http://schemas.openxmlformats.org/officeDocument/2006/relationships/customXml" Target="../ink/ink1554.xml"/><Relationship Id="rId394" Type="http://schemas.openxmlformats.org/officeDocument/2006/relationships/customXml" Target="../ink/ink1575.xml"/><Relationship Id="rId408" Type="http://schemas.openxmlformats.org/officeDocument/2006/relationships/customXml" Target="../ink/ink1582.xml"/><Relationship Id="rId212" Type="http://schemas.openxmlformats.org/officeDocument/2006/relationships/customXml" Target="../ink/ink1484.xml"/><Relationship Id="rId254" Type="http://schemas.openxmlformats.org/officeDocument/2006/relationships/customXml" Target="../ink/ink1505.xml"/><Relationship Id="rId49" Type="http://schemas.openxmlformats.org/officeDocument/2006/relationships/image" Target="../media/image1379.png"/><Relationship Id="rId114" Type="http://schemas.openxmlformats.org/officeDocument/2006/relationships/customXml" Target="../ink/ink1435.xml"/><Relationship Id="rId296" Type="http://schemas.openxmlformats.org/officeDocument/2006/relationships/customXml" Target="../ink/ink1526.xml"/><Relationship Id="rId461" Type="http://schemas.openxmlformats.org/officeDocument/2006/relationships/image" Target="../media/image1578.png"/><Relationship Id="rId60" Type="http://schemas.openxmlformats.org/officeDocument/2006/relationships/customXml" Target="../ink/ink1408.xml"/><Relationship Id="rId156" Type="http://schemas.openxmlformats.org/officeDocument/2006/relationships/customXml" Target="../ink/ink1456.xml"/><Relationship Id="rId198" Type="http://schemas.openxmlformats.org/officeDocument/2006/relationships/customXml" Target="../ink/ink1477.xml"/><Relationship Id="rId321" Type="http://schemas.openxmlformats.org/officeDocument/2006/relationships/image" Target="../media/image1510.png"/><Relationship Id="rId363" Type="http://schemas.openxmlformats.org/officeDocument/2006/relationships/image" Target="../media/image1530.png"/><Relationship Id="rId419" Type="http://schemas.openxmlformats.org/officeDocument/2006/relationships/image" Target="../media/image1558.png"/><Relationship Id="rId223" Type="http://schemas.openxmlformats.org/officeDocument/2006/relationships/image" Target="../media/image1464.png"/><Relationship Id="rId430" Type="http://schemas.openxmlformats.org/officeDocument/2006/relationships/customXml" Target="../ink/ink1593.xml"/><Relationship Id="rId18" Type="http://schemas.openxmlformats.org/officeDocument/2006/relationships/customXml" Target="../ink/ink1387.xml"/><Relationship Id="rId265" Type="http://schemas.openxmlformats.org/officeDocument/2006/relationships/image" Target="../media/image1483.png"/><Relationship Id="rId472" Type="http://schemas.openxmlformats.org/officeDocument/2006/relationships/customXml" Target="../ink/ink1615.xml"/><Relationship Id="rId125" Type="http://schemas.openxmlformats.org/officeDocument/2006/relationships/image" Target="../media/image1417.png"/><Relationship Id="rId167" Type="http://schemas.openxmlformats.org/officeDocument/2006/relationships/image" Target="../media/image1436.png"/><Relationship Id="rId332" Type="http://schemas.openxmlformats.org/officeDocument/2006/relationships/customXml" Target="../ink/ink1544.xml"/><Relationship Id="rId374" Type="http://schemas.openxmlformats.org/officeDocument/2006/relationships/customXml" Target="../ink/ink1565.xml"/><Relationship Id="rId71" Type="http://schemas.openxmlformats.org/officeDocument/2006/relationships/image" Target="../media/image1390.png"/><Relationship Id="rId234" Type="http://schemas.openxmlformats.org/officeDocument/2006/relationships/customXml" Target="../ink/ink1495.xml"/><Relationship Id="rId2" Type="http://schemas.openxmlformats.org/officeDocument/2006/relationships/customXml" Target="../ink/ink1379.xml"/><Relationship Id="rId29" Type="http://schemas.openxmlformats.org/officeDocument/2006/relationships/image" Target="../media/image1369.png"/><Relationship Id="rId276" Type="http://schemas.openxmlformats.org/officeDocument/2006/relationships/customXml" Target="../ink/ink1516.xml"/><Relationship Id="rId441" Type="http://schemas.openxmlformats.org/officeDocument/2006/relationships/image" Target="../media/image1568.png"/><Relationship Id="rId483" Type="http://schemas.openxmlformats.org/officeDocument/2006/relationships/image" Target="../media/image1589.png"/><Relationship Id="rId40" Type="http://schemas.openxmlformats.org/officeDocument/2006/relationships/customXml" Target="../ink/ink1398.xml"/><Relationship Id="rId136" Type="http://schemas.openxmlformats.org/officeDocument/2006/relationships/customXml" Target="../ink/ink1446.xml"/><Relationship Id="rId178" Type="http://schemas.openxmlformats.org/officeDocument/2006/relationships/customXml" Target="../ink/ink1467.xml"/><Relationship Id="rId301" Type="http://schemas.openxmlformats.org/officeDocument/2006/relationships/image" Target="../media/image1500.png"/><Relationship Id="rId343" Type="http://schemas.openxmlformats.org/officeDocument/2006/relationships/image" Target="../media/image504.png"/><Relationship Id="rId82" Type="http://schemas.openxmlformats.org/officeDocument/2006/relationships/customXml" Target="../ink/ink1419.xml"/><Relationship Id="rId203" Type="http://schemas.openxmlformats.org/officeDocument/2006/relationships/image" Target="../media/image1454.png"/><Relationship Id="rId385" Type="http://schemas.openxmlformats.org/officeDocument/2006/relationships/image" Target="../media/image1541.png"/><Relationship Id="rId245" Type="http://schemas.openxmlformats.org/officeDocument/2006/relationships/image" Target="../media/image1473.png"/><Relationship Id="rId287" Type="http://schemas.openxmlformats.org/officeDocument/2006/relationships/image" Target="../media/image1494.png"/><Relationship Id="rId410" Type="http://schemas.openxmlformats.org/officeDocument/2006/relationships/customXml" Target="../ink/ink1583.xml"/><Relationship Id="rId452" Type="http://schemas.openxmlformats.org/officeDocument/2006/relationships/customXml" Target="../ink/ink1605.xml"/><Relationship Id="rId494" Type="http://schemas.openxmlformats.org/officeDocument/2006/relationships/customXml" Target="../ink/ink1626.xml"/><Relationship Id="rId105" Type="http://schemas.openxmlformats.org/officeDocument/2006/relationships/image" Target="../media/image1407.png"/><Relationship Id="rId147" Type="http://schemas.openxmlformats.org/officeDocument/2006/relationships/image" Target="../media/image1426.png"/><Relationship Id="rId312" Type="http://schemas.openxmlformats.org/officeDocument/2006/relationships/customXml" Target="../ink/ink1534.xml"/><Relationship Id="rId354" Type="http://schemas.openxmlformats.org/officeDocument/2006/relationships/customXml" Target="../ink/ink1555.xml"/><Relationship Id="rId51" Type="http://schemas.openxmlformats.org/officeDocument/2006/relationships/image" Target="../media/image1380.png"/><Relationship Id="rId93" Type="http://schemas.openxmlformats.org/officeDocument/2006/relationships/image" Target="../media/image1401.png"/><Relationship Id="rId189" Type="http://schemas.openxmlformats.org/officeDocument/2006/relationships/image" Target="../media/image1447.png"/><Relationship Id="rId396" Type="http://schemas.openxmlformats.org/officeDocument/2006/relationships/customXml" Target="../ink/ink1576.xml"/><Relationship Id="rId214" Type="http://schemas.openxmlformats.org/officeDocument/2006/relationships/customXml" Target="../ink/ink1485.xml"/><Relationship Id="rId256" Type="http://schemas.openxmlformats.org/officeDocument/2006/relationships/customXml" Target="../ink/ink1506.xml"/><Relationship Id="rId298" Type="http://schemas.openxmlformats.org/officeDocument/2006/relationships/customXml" Target="../ink/ink1527.xml"/><Relationship Id="rId421" Type="http://schemas.openxmlformats.org/officeDocument/2006/relationships/image" Target="../media/image1559.png"/><Relationship Id="rId463" Type="http://schemas.openxmlformats.org/officeDocument/2006/relationships/image" Target="../media/image1579.png"/><Relationship Id="rId116" Type="http://schemas.openxmlformats.org/officeDocument/2006/relationships/customXml" Target="../ink/ink1436.xml"/><Relationship Id="rId158" Type="http://schemas.openxmlformats.org/officeDocument/2006/relationships/customXml" Target="../ink/ink1457.xml"/><Relationship Id="rId323" Type="http://schemas.openxmlformats.org/officeDocument/2006/relationships/image" Target="../media/image1511.png"/><Relationship Id="rId20" Type="http://schemas.openxmlformats.org/officeDocument/2006/relationships/customXml" Target="../ink/ink1388.xml"/><Relationship Id="rId62" Type="http://schemas.openxmlformats.org/officeDocument/2006/relationships/customXml" Target="../ink/ink1409.xml"/><Relationship Id="rId365" Type="http://schemas.openxmlformats.org/officeDocument/2006/relationships/image" Target="../media/image1531.png"/><Relationship Id="rId225" Type="http://schemas.openxmlformats.org/officeDocument/2006/relationships/image" Target="../media/image1465.png"/><Relationship Id="rId267" Type="http://schemas.openxmlformats.org/officeDocument/2006/relationships/image" Target="../media/image1484.png"/><Relationship Id="rId432" Type="http://schemas.openxmlformats.org/officeDocument/2006/relationships/customXml" Target="../ink/ink1595.xml"/><Relationship Id="rId474" Type="http://schemas.openxmlformats.org/officeDocument/2006/relationships/customXml" Target="../ink/ink1616.xml"/><Relationship Id="rId127" Type="http://schemas.openxmlformats.org/officeDocument/2006/relationships/image" Target="../media/image1418.png"/><Relationship Id="rId10" Type="http://schemas.openxmlformats.org/officeDocument/2006/relationships/customXml" Target="../ink/ink1383.xml"/><Relationship Id="rId31" Type="http://schemas.openxmlformats.org/officeDocument/2006/relationships/image" Target="../media/image1370.png"/><Relationship Id="rId52" Type="http://schemas.openxmlformats.org/officeDocument/2006/relationships/customXml" Target="../ink/ink1404.xml"/><Relationship Id="rId73" Type="http://schemas.openxmlformats.org/officeDocument/2006/relationships/image" Target="../media/image1391.png"/><Relationship Id="rId94" Type="http://schemas.openxmlformats.org/officeDocument/2006/relationships/customXml" Target="../ink/ink1425.xml"/><Relationship Id="rId148" Type="http://schemas.openxmlformats.org/officeDocument/2006/relationships/customXml" Target="../ink/ink1452.xml"/><Relationship Id="rId169" Type="http://schemas.openxmlformats.org/officeDocument/2006/relationships/image" Target="../media/image1437.png"/><Relationship Id="rId334" Type="http://schemas.openxmlformats.org/officeDocument/2006/relationships/customXml" Target="../ink/ink1545.xml"/><Relationship Id="rId355" Type="http://schemas.openxmlformats.org/officeDocument/2006/relationships/image" Target="../media/image1526.png"/><Relationship Id="rId376" Type="http://schemas.openxmlformats.org/officeDocument/2006/relationships/customXml" Target="../ink/ink1566.xml"/><Relationship Id="rId397" Type="http://schemas.openxmlformats.org/officeDocument/2006/relationships/image" Target="../media/image1547.png"/><Relationship Id="rId4" Type="http://schemas.openxmlformats.org/officeDocument/2006/relationships/customXml" Target="../ink/ink1380.xml"/><Relationship Id="rId180" Type="http://schemas.openxmlformats.org/officeDocument/2006/relationships/customXml" Target="../ink/ink1468.xml"/><Relationship Id="rId215" Type="http://schemas.openxmlformats.org/officeDocument/2006/relationships/image" Target="../media/image1460.png"/><Relationship Id="rId236" Type="http://schemas.openxmlformats.org/officeDocument/2006/relationships/customXml" Target="../ink/ink1496.xml"/><Relationship Id="rId257" Type="http://schemas.openxmlformats.org/officeDocument/2006/relationships/image" Target="../media/image1479.png"/><Relationship Id="rId278" Type="http://schemas.openxmlformats.org/officeDocument/2006/relationships/customXml" Target="../ink/ink1517.xml"/><Relationship Id="rId401" Type="http://schemas.openxmlformats.org/officeDocument/2006/relationships/image" Target="../media/image1549.png"/><Relationship Id="rId422" Type="http://schemas.openxmlformats.org/officeDocument/2006/relationships/customXml" Target="../ink/ink1589.xml"/><Relationship Id="rId443" Type="http://schemas.openxmlformats.org/officeDocument/2006/relationships/image" Target="../media/image1569.png"/><Relationship Id="rId464" Type="http://schemas.openxmlformats.org/officeDocument/2006/relationships/customXml" Target="../ink/ink1611.xml"/><Relationship Id="rId303" Type="http://schemas.openxmlformats.org/officeDocument/2006/relationships/image" Target="../media/image1501.png"/><Relationship Id="rId485" Type="http://schemas.openxmlformats.org/officeDocument/2006/relationships/image" Target="../media/image1590.png"/><Relationship Id="rId42" Type="http://schemas.openxmlformats.org/officeDocument/2006/relationships/customXml" Target="../ink/ink1399.xml"/><Relationship Id="rId84" Type="http://schemas.openxmlformats.org/officeDocument/2006/relationships/customXml" Target="../ink/ink1420.xml"/><Relationship Id="rId138" Type="http://schemas.openxmlformats.org/officeDocument/2006/relationships/customXml" Target="../ink/ink1447.xml"/><Relationship Id="rId345" Type="http://schemas.openxmlformats.org/officeDocument/2006/relationships/image" Target="../media/image1521.png"/><Relationship Id="rId387" Type="http://schemas.openxmlformats.org/officeDocument/2006/relationships/image" Target="../media/image1542.png"/><Relationship Id="rId191" Type="http://schemas.openxmlformats.org/officeDocument/2006/relationships/image" Target="../media/image1448.png"/><Relationship Id="rId205" Type="http://schemas.openxmlformats.org/officeDocument/2006/relationships/image" Target="../media/image1455.png"/><Relationship Id="rId247" Type="http://schemas.openxmlformats.org/officeDocument/2006/relationships/image" Target="../media/image1474.png"/><Relationship Id="rId412" Type="http://schemas.openxmlformats.org/officeDocument/2006/relationships/customXml" Target="../ink/ink1584.xml"/><Relationship Id="rId107" Type="http://schemas.openxmlformats.org/officeDocument/2006/relationships/image" Target="../media/image1408.png"/><Relationship Id="rId289" Type="http://schemas.openxmlformats.org/officeDocument/2006/relationships/image" Target="../media/image271.png"/><Relationship Id="rId454" Type="http://schemas.openxmlformats.org/officeDocument/2006/relationships/customXml" Target="../ink/ink1606.xml"/><Relationship Id="rId496" Type="http://schemas.openxmlformats.org/officeDocument/2006/relationships/customXml" Target="../ink/ink1627.xml"/><Relationship Id="rId11" Type="http://schemas.openxmlformats.org/officeDocument/2006/relationships/image" Target="../media/image1360.png"/><Relationship Id="rId53" Type="http://schemas.openxmlformats.org/officeDocument/2006/relationships/image" Target="../media/image1381.png"/><Relationship Id="rId149" Type="http://schemas.openxmlformats.org/officeDocument/2006/relationships/image" Target="../media/image1427.png"/><Relationship Id="rId314" Type="http://schemas.openxmlformats.org/officeDocument/2006/relationships/customXml" Target="../ink/ink1535.xml"/><Relationship Id="rId356" Type="http://schemas.openxmlformats.org/officeDocument/2006/relationships/customXml" Target="../ink/ink1556.xml"/><Relationship Id="rId398" Type="http://schemas.openxmlformats.org/officeDocument/2006/relationships/customXml" Target="../ink/ink1577.xml"/><Relationship Id="rId95" Type="http://schemas.openxmlformats.org/officeDocument/2006/relationships/image" Target="../media/image1402.png"/><Relationship Id="rId160" Type="http://schemas.openxmlformats.org/officeDocument/2006/relationships/customXml" Target="../ink/ink1458.xml"/><Relationship Id="rId216" Type="http://schemas.openxmlformats.org/officeDocument/2006/relationships/customXml" Target="../ink/ink1486.xml"/><Relationship Id="rId423" Type="http://schemas.openxmlformats.org/officeDocument/2006/relationships/image" Target="../media/image1560.png"/><Relationship Id="rId258" Type="http://schemas.openxmlformats.org/officeDocument/2006/relationships/customXml" Target="../ink/ink1507.xml"/><Relationship Id="rId465" Type="http://schemas.openxmlformats.org/officeDocument/2006/relationships/image" Target="../media/image1580.png"/><Relationship Id="rId22" Type="http://schemas.openxmlformats.org/officeDocument/2006/relationships/customXml" Target="../ink/ink1389.xml"/><Relationship Id="rId64" Type="http://schemas.openxmlformats.org/officeDocument/2006/relationships/customXml" Target="../ink/ink1410.xml"/><Relationship Id="rId118" Type="http://schemas.openxmlformats.org/officeDocument/2006/relationships/customXml" Target="../ink/ink1437.xml"/><Relationship Id="rId325" Type="http://schemas.openxmlformats.org/officeDocument/2006/relationships/image" Target="../media/image1512.png"/><Relationship Id="rId367" Type="http://schemas.openxmlformats.org/officeDocument/2006/relationships/image" Target="../media/image1532.png"/><Relationship Id="rId171" Type="http://schemas.openxmlformats.org/officeDocument/2006/relationships/image" Target="../media/image1438.png"/><Relationship Id="rId227" Type="http://schemas.openxmlformats.org/officeDocument/2006/relationships/image" Target="../media/image1466.png"/><Relationship Id="rId269" Type="http://schemas.openxmlformats.org/officeDocument/2006/relationships/image" Target="../media/image1485.png"/><Relationship Id="rId434" Type="http://schemas.openxmlformats.org/officeDocument/2006/relationships/customXml" Target="../ink/ink1596.xml"/><Relationship Id="rId476" Type="http://schemas.openxmlformats.org/officeDocument/2006/relationships/customXml" Target="../ink/ink1617.xml"/><Relationship Id="rId33" Type="http://schemas.openxmlformats.org/officeDocument/2006/relationships/image" Target="../media/image1371.png"/><Relationship Id="rId129" Type="http://schemas.openxmlformats.org/officeDocument/2006/relationships/image" Target="../media/image1419.png"/><Relationship Id="rId280" Type="http://schemas.openxmlformats.org/officeDocument/2006/relationships/customXml" Target="../ink/ink1518.xml"/><Relationship Id="rId336" Type="http://schemas.openxmlformats.org/officeDocument/2006/relationships/customXml" Target="../ink/ink1546.xml"/><Relationship Id="rId501" Type="http://schemas.openxmlformats.org/officeDocument/2006/relationships/customXml" Target="../ink/ink1630.xml"/><Relationship Id="rId75" Type="http://schemas.openxmlformats.org/officeDocument/2006/relationships/image" Target="../media/image1392.png"/><Relationship Id="rId140" Type="http://schemas.openxmlformats.org/officeDocument/2006/relationships/customXml" Target="../ink/ink1448.xml"/><Relationship Id="rId182" Type="http://schemas.openxmlformats.org/officeDocument/2006/relationships/customXml" Target="../ink/ink1469.xml"/><Relationship Id="rId378" Type="http://schemas.openxmlformats.org/officeDocument/2006/relationships/customXml" Target="../ink/ink1567.xml"/><Relationship Id="rId403" Type="http://schemas.openxmlformats.org/officeDocument/2006/relationships/image" Target="../media/image1550.png"/><Relationship Id="rId6" Type="http://schemas.openxmlformats.org/officeDocument/2006/relationships/customXml" Target="../ink/ink1381.xml"/><Relationship Id="rId238" Type="http://schemas.openxmlformats.org/officeDocument/2006/relationships/customXml" Target="../ink/ink1497.xml"/><Relationship Id="rId445" Type="http://schemas.openxmlformats.org/officeDocument/2006/relationships/image" Target="../media/image1570.png"/><Relationship Id="rId487" Type="http://schemas.openxmlformats.org/officeDocument/2006/relationships/image" Target="../media/image1591.png"/><Relationship Id="rId291" Type="http://schemas.openxmlformats.org/officeDocument/2006/relationships/image" Target="../media/image1495.png"/><Relationship Id="rId305" Type="http://schemas.openxmlformats.org/officeDocument/2006/relationships/image" Target="../media/image1502.png"/><Relationship Id="rId347" Type="http://schemas.openxmlformats.org/officeDocument/2006/relationships/image" Target="../media/image1522.png"/><Relationship Id="rId44" Type="http://schemas.openxmlformats.org/officeDocument/2006/relationships/customXml" Target="../ink/ink1400.xml"/><Relationship Id="rId86" Type="http://schemas.openxmlformats.org/officeDocument/2006/relationships/customXml" Target="../ink/ink1421.xml"/><Relationship Id="rId151" Type="http://schemas.openxmlformats.org/officeDocument/2006/relationships/image" Target="../media/image1428.png"/><Relationship Id="rId389" Type="http://schemas.openxmlformats.org/officeDocument/2006/relationships/image" Target="../media/image1543.png"/><Relationship Id="rId193" Type="http://schemas.openxmlformats.org/officeDocument/2006/relationships/image" Target="../media/image1449.png"/><Relationship Id="rId207" Type="http://schemas.openxmlformats.org/officeDocument/2006/relationships/image" Target="../media/image1456.png"/><Relationship Id="rId249" Type="http://schemas.openxmlformats.org/officeDocument/2006/relationships/image" Target="../media/image1475.png"/><Relationship Id="rId414" Type="http://schemas.openxmlformats.org/officeDocument/2006/relationships/customXml" Target="../ink/ink1585.xml"/><Relationship Id="rId456" Type="http://schemas.openxmlformats.org/officeDocument/2006/relationships/customXml" Target="../ink/ink1607.xml"/><Relationship Id="rId498" Type="http://schemas.openxmlformats.org/officeDocument/2006/relationships/customXml" Target="../ink/ink1628.xml"/><Relationship Id="rId13" Type="http://schemas.openxmlformats.org/officeDocument/2006/relationships/image" Target="../media/image1361.png"/><Relationship Id="rId109" Type="http://schemas.openxmlformats.org/officeDocument/2006/relationships/image" Target="../media/image1409.png"/><Relationship Id="rId260" Type="http://schemas.openxmlformats.org/officeDocument/2006/relationships/customXml" Target="../ink/ink1508.xml"/><Relationship Id="rId316" Type="http://schemas.openxmlformats.org/officeDocument/2006/relationships/customXml" Target="../ink/ink1536.xml"/><Relationship Id="rId55" Type="http://schemas.openxmlformats.org/officeDocument/2006/relationships/image" Target="../media/image1382.png"/><Relationship Id="rId97" Type="http://schemas.openxmlformats.org/officeDocument/2006/relationships/image" Target="../media/image1403.png"/><Relationship Id="rId120" Type="http://schemas.openxmlformats.org/officeDocument/2006/relationships/customXml" Target="../ink/ink1438.xml"/><Relationship Id="rId358" Type="http://schemas.openxmlformats.org/officeDocument/2006/relationships/customXml" Target="../ink/ink1557.xml"/><Relationship Id="rId162" Type="http://schemas.openxmlformats.org/officeDocument/2006/relationships/customXml" Target="../ink/ink1459.xml"/><Relationship Id="rId218" Type="http://schemas.openxmlformats.org/officeDocument/2006/relationships/customXml" Target="../ink/ink1487.xml"/><Relationship Id="rId425" Type="http://schemas.openxmlformats.org/officeDocument/2006/relationships/image" Target="../media/image1561.png"/><Relationship Id="rId467" Type="http://schemas.openxmlformats.org/officeDocument/2006/relationships/image" Target="../media/image1581.png"/><Relationship Id="rId271" Type="http://schemas.openxmlformats.org/officeDocument/2006/relationships/image" Target="../media/image1486.png"/><Relationship Id="rId24" Type="http://schemas.openxmlformats.org/officeDocument/2006/relationships/customXml" Target="../ink/ink1390.xml"/><Relationship Id="rId66" Type="http://schemas.openxmlformats.org/officeDocument/2006/relationships/customXml" Target="../ink/ink1411.xml"/><Relationship Id="rId131" Type="http://schemas.openxmlformats.org/officeDocument/2006/relationships/image" Target="../media/image1082.png"/><Relationship Id="rId327" Type="http://schemas.openxmlformats.org/officeDocument/2006/relationships/image" Target="../media/image1513.png"/><Relationship Id="rId369" Type="http://schemas.openxmlformats.org/officeDocument/2006/relationships/image" Target="../media/image1533.png"/><Relationship Id="rId173" Type="http://schemas.openxmlformats.org/officeDocument/2006/relationships/image" Target="../media/image1439.png"/><Relationship Id="rId229" Type="http://schemas.openxmlformats.org/officeDocument/2006/relationships/image" Target="../media/image1467.png"/><Relationship Id="rId380" Type="http://schemas.openxmlformats.org/officeDocument/2006/relationships/customXml" Target="../ink/ink1568.xml"/><Relationship Id="rId436" Type="http://schemas.openxmlformats.org/officeDocument/2006/relationships/customXml" Target="../ink/ink1597.xml"/><Relationship Id="rId240" Type="http://schemas.openxmlformats.org/officeDocument/2006/relationships/customXml" Target="../ink/ink1498.xml"/><Relationship Id="rId478" Type="http://schemas.openxmlformats.org/officeDocument/2006/relationships/customXml" Target="../ink/ink1618.xml"/><Relationship Id="rId35" Type="http://schemas.openxmlformats.org/officeDocument/2006/relationships/image" Target="../media/image1372.png"/><Relationship Id="rId77" Type="http://schemas.openxmlformats.org/officeDocument/2006/relationships/image" Target="../media/image1393.png"/><Relationship Id="rId100" Type="http://schemas.openxmlformats.org/officeDocument/2006/relationships/customXml" Target="../ink/ink1428.xml"/><Relationship Id="rId282" Type="http://schemas.openxmlformats.org/officeDocument/2006/relationships/customXml" Target="../ink/ink1519.xml"/><Relationship Id="rId338" Type="http://schemas.openxmlformats.org/officeDocument/2006/relationships/customXml" Target="../ink/ink1547.xml"/><Relationship Id="rId503" Type="http://schemas.openxmlformats.org/officeDocument/2006/relationships/image" Target="../media/image1598.png"/><Relationship Id="rId8" Type="http://schemas.openxmlformats.org/officeDocument/2006/relationships/customXml" Target="../ink/ink1382.xml"/><Relationship Id="rId142" Type="http://schemas.openxmlformats.org/officeDocument/2006/relationships/customXml" Target="../ink/ink1449.xml"/><Relationship Id="rId184" Type="http://schemas.openxmlformats.org/officeDocument/2006/relationships/customXml" Target="../ink/ink1470.xml"/><Relationship Id="rId391" Type="http://schemas.openxmlformats.org/officeDocument/2006/relationships/image" Target="../media/image1544.png"/><Relationship Id="rId405" Type="http://schemas.openxmlformats.org/officeDocument/2006/relationships/image" Target="../media/image1551.png"/><Relationship Id="rId447" Type="http://schemas.openxmlformats.org/officeDocument/2006/relationships/image" Target="../media/image1571.png"/><Relationship Id="rId251" Type="http://schemas.openxmlformats.org/officeDocument/2006/relationships/image" Target="../media/image1476.png"/><Relationship Id="rId489" Type="http://schemas.openxmlformats.org/officeDocument/2006/relationships/image" Target="../media/image1592.png"/><Relationship Id="rId46" Type="http://schemas.openxmlformats.org/officeDocument/2006/relationships/customXml" Target="../ink/ink1401.xml"/><Relationship Id="rId293" Type="http://schemas.openxmlformats.org/officeDocument/2006/relationships/image" Target="../media/image1496.png"/><Relationship Id="rId307" Type="http://schemas.openxmlformats.org/officeDocument/2006/relationships/image" Target="../media/image1503.png"/><Relationship Id="rId349" Type="http://schemas.openxmlformats.org/officeDocument/2006/relationships/image" Target="../media/image1523.png"/><Relationship Id="rId88" Type="http://schemas.openxmlformats.org/officeDocument/2006/relationships/customXml" Target="../ink/ink1422.xml"/><Relationship Id="rId111" Type="http://schemas.openxmlformats.org/officeDocument/2006/relationships/image" Target="../media/image1410.png"/><Relationship Id="rId153" Type="http://schemas.openxmlformats.org/officeDocument/2006/relationships/image" Target="../media/image1429.png"/><Relationship Id="rId195" Type="http://schemas.openxmlformats.org/officeDocument/2006/relationships/image" Target="../media/image1450.png"/><Relationship Id="rId209" Type="http://schemas.openxmlformats.org/officeDocument/2006/relationships/image" Target="../media/image1457.png"/><Relationship Id="rId360" Type="http://schemas.openxmlformats.org/officeDocument/2006/relationships/customXml" Target="../ink/ink1558.xml"/><Relationship Id="rId416" Type="http://schemas.openxmlformats.org/officeDocument/2006/relationships/customXml" Target="../ink/ink1586.xml"/><Relationship Id="rId220" Type="http://schemas.openxmlformats.org/officeDocument/2006/relationships/customXml" Target="../ink/ink1488.xml"/><Relationship Id="rId458" Type="http://schemas.openxmlformats.org/officeDocument/2006/relationships/customXml" Target="../ink/ink1608.xml"/><Relationship Id="rId15" Type="http://schemas.openxmlformats.org/officeDocument/2006/relationships/image" Target="../media/image1362.png"/><Relationship Id="rId57" Type="http://schemas.openxmlformats.org/officeDocument/2006/relationships/image" Target="../media/image1383.png"/><Relationship Id="rId262" Type="http://schemas.openxmlformats.org/officeDocument/2006/relationships/customXml" Target="../ink/ink1509.xml"/><Relationship Id="rId318" Type="http://schemas.openxmlformats.org/officeDocument/2006/relationships/customXml" Target="../ink/ink1537.xml"/><Relationship Id="rId99" Type="http://schemas.openxmlformats.org/officeDocument/2006/relationships/image" Target="../media/image1404.png"/><Relationship Id="rId122" Type="http://schemas.openxmlformats.org/officeDocument/2006/relationships/customXml" Target="../ink/ink1439.xml"/><Relationship Id="rId164" Type="http://schemas.openxmlformats.org/officeDocument/2006/relationships/customXml" Target="../ink/ink1460.xml"/><Relationship Id="rId371" Type="http://schemas.openxmlformats.org/officeDocument/2006/relationships/image" Target="../media/image1534.png"/><Relationship Id="rId427" Type="http://schemas.openxmlformats.org/officeDocument/2006/relationships/image" Target="../media/image1562.png"/><Relationship Id="rId469" Type="http://schemas.openxmlformats.org/officeDocument/2006/relationships/image" Target="../media/image1582.png"/><Relationship Id="rId26" Type="http://schemas.openxmlformats.org/officeDocument/2006/relationships/customXml" Target="../ink/ink1391.xml"/><Relationship Id="rId231" Type="http://schemas.openxmlformats.org/officeDocument/2006/relationships/image" Target="../media/image1468.png"/><Relationship Id="rId273" Type="http://schemas.openxmlformats.org/officeDocument/2006/relationships/image" Target="../media/image1487.png"/><Relationship Id="rId329" Type="http://schemas.openxmlformats.org/officeDocument/2006/relationships/image" Target="../media/image1514.png"/><Relationship Id="rId480" Type="http://schemas.openxmlformats.org/officeDocument/2006/relationships/customXml" Target="../ink/ink1619.xml"/><Relationship Id="rId68" Type="http://schemas.openxmlformats.org/officeDocument/2006/relationships/customXml" Target="../ink/ink1412.xml"/><Relationship Id="rId133" Type="http://schemas.openxmlformats.org/officeDocument/2006/relationships/image" Target="../media/image984.png"/><Relationship Id="rId175" Type="http://schemas.openxmlformats.org/officeDocument/2006/relationships/image" Target="../media/image1440.png"/><Relationship Id="rId340" Type="http://schemas.openxmlformats.org/officeDocument/2006/relationships/customXml" Target="../ink/ink1548.xml"/><Relationship Id="rId200" Type="http://schemas.openxmlformats.org/officeDocument/2006/relationships/customXml" Target="../ink/ink1478.xml"/><Relationship Id="rId382" Type="http://schemas.openxmlformats.org/officeDocument/2006/relationships/customXml" Target="../ink/ink1569.xml"/><Relationship Id="rId438" Type="http://schemas.openxmlformats.org/officeDocument/2006/relationships/customXml" Target="../ink/ink1598.xml"/><Relationship Id="rId242" Type="http://schemas.openxmlformats.org/officeDocument/2006/relationships/customXml" Target="../ink/ink1499.xml"/><Relationship Id="rId284" Type="http://schemas.openxmlformats.org/officeDocument/2006/relationships/customXml" Target="../ink/ink1520.xml"/><Relationship Id="rId491" Type="http://schemas.openxmlformats.org/officeDocument/2006/relationships/image" Target="../media/image1593.png"/><Relationship Id="rId37" Type="http://schemas.openxmlformats.org/officeDocument/2006/relationships/image" Target="../media/image1373.png"/><Relationship Id="rId79" Type="http://schemas.openxmlformats.org/officeDocument/2006/relationships/image" Target="../media/image1394.png"/><Relationship Id="rId102" Type="http://schemas.openxmlformats.org/officeDocument/2006/relationships/customXml" Target="../ink/ink1429.xml"/><Relationship Id="rId144" Type="http://schemas.openxmlformats.org/officeDocument/2006/relationships/customXml" Target="../ink/ink1450.xml"/><Relationship Id="rId90" Type="http://schemas.openxmlformats.org/officeDocument/2006/relationships/customXml" Target="../ink/ink1423.xml"/><Relationship Id="rId186" Type="http://schemas.openxmlformats.org/officeDocument/2006/relationships/customXml" Target="../ink/ink1471.xml"/><Relationship Id="rId351" Type="http://schemas.openxmlformats.org/officeDocument/2006/relationships/image" Target="../media/image1524.png"/><Relationship Id="rId393" Type="http://schemas.openxmlformats.org/officeDocument/2006/relationships/image" Target="../media/image1545.png"/><Relationship Id="rId407" Type="http://schemas.openxmlformats.org/officeDocument/2006/relationships/image" Target="../media/image1552.png"/><Relationship Id="rId449" Type="http://schemas.openxmlformats.org/officeDocument/2006/relationships/image" Target="../media/image1572.png"/><Relationship Id="rId211" Type="http://schemas.openxmlformats.org/officeDocument/2006/relationships/image" Target="../media/image1458.png"/><Relationship Id="rId253" Type="http://schemas.openxmlformats.org/officeDocument/2006/relationships/image" Target="../media/image1477.png"/><Relationship Id="rId295" Type="http://schemas.openxmlformats.org/officeDocument/2006/relationships/image" Target="../media/image1497.png"/><Relationship Id="rId309" Type="http://schemas.openxmlformats.org/officeDocument/2006/relationships/image" Target="../media/image1504.png"/><Relationship Id="rId460" Type="http://schemas.openxmlformats.org/officeDocument/2006/relationships/customXml" Target="../ink/ink1609.xml"/><Relationship Id="rId48" Type="http://schemas.openxmlformats.org/officeDocument/2006/relationships/customXml" Target="../ink/ink1402.xml"/><Relationship Id="rId113" Type="http://schemas.openxmlformats.org/officeDocument/2006/relationships/image" Target="../media/image1411.png"/><Relationship Id="rId320" Type="http://schemas.openxmlformats.org/officeDocument/2006/relationships/customXml" Target="../ink/ink1538.xml"/><Relationship Id="rId155" Type="http://schemas.openxmlformats.org/officeDocument/2006/relationships/image" Target="../media/image1430.png"/><Relationship Id="rId197" Type="http://schemas.openxmlformats.org/officeDocument/2006/relationships/image" Target="../media/image1451.png"/><Relationship Id="rId362" Type="http://schemas.openxmlformats.org/officeDocument/2006/relationships/customXml" Target="../ink/ink1559.xml"/><Relationship Id="rId418" Type="http://schemas.openxmlformats.org/officeDocument/2006/relationships/customXml" Target="../ink/ink1587.xml"/><Relationship Id="rId222" Type="http://schemas.openxmlformats.org/officeDocument/2006/relationships/customXml" Target="../ink/ink1489.xml"/><Relationship Id="rId264" Type="http://schemas.openxmlformats.org/officeDocument/2006/relationships/customXml" Target="../ink/ink1510.xml"/><Relationship Id="rId471" Type="http://schemas.openxmlformats.org/officeDocument/2006/relationships/image" Target="../media/image1583.png"/><Relationship Id="rId17" Type="http://schemas.openxmlformats.org/officeDocument/2006/relationships/image" Target="../media/image1363.png"/><Relationship Id="rId59" Type="http://schemas.openxmlformats.org/officeDocument/2006/relationships/image" Target="../media/image1384.png"/><Relationship Id="rId124" Type="http://schemas.openxmlformats.org/officeDocument/2006/relationships/customXml" Target="../ink/ink1440.xml"/><Relationship Id="rId70" Type="http://schemas.openxmlformats.org/officeDocument/2006/relationships/customXml" Target="../ink/ink1413.xml"/><Relationship Id="rId166" Type="http://schemas.openxmlformats.org/officeDocument/2006/relationships/customXml" Target="../ink/ink1461.xml"/><Relationship Id="rId331" Type="http://schemas.openxmlformats.org/officeDocument/2006/relationships/image" Target="../media/image1515.png"/><Relationship Id="rId373" Type="http://schemas.openxmlformats.org/officeDocument/2006/relationships/image" Target="../media/image1535.png"/><Relationship Id="rId429" Type="http://schemas.openxmlformats.org/officeDocument/2006/relationships/image" Target="../media/image1563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11.png"/><Relationship Id="rId440" Type="http://schemas.openxmlformats.org/officeDocument/2006/relationships/customXml" Target="../ink/ink1599.xml"/><Relationship Id="rId28" Type="http://schemas.openxmlformats.org/officeDocument/2006/relationships/customXml" Target="../ink/ink1392.xml"/><Relationship Id="rId275" Type="http://schemas.openxmlformats.org/officeDocument/2006/relationships/image" Target="../media/image1488.png"/><Relationship Id="rId300" Type="http://schemas.openxmlformats.org/officeDocument/2006/relationships/customXml" Target="../ink/ink1528.xml"/><Relationship Id="rId482" Type="http://schemas.openxmlformats.org/officeDocument/2006/relationships/customXml" Target="../ink/ink1620.xml"/><Relationship Id="rId81" Type="http://schemas.openxmlformats.org/officeDocument/2006/relationships/image" Target="../media/image1395.png"/><Relationship Id="rId135" Type="http://schemas.openxmlformats.org/officeDocument/2006/relationships/image" Target="../media/image1420.png"/><Relationship Id="rId177" Type="http://schemas.openxmlformats.org/officeDocument/2006/relationships/image" Target="../media/image1441.png"/><Relationship Id="rId342" Type="http://schemas.openxmlformats.org/officeDocument/2006/relationships/customXml" Target="../ink/ink1549.xml"/><Relationship Id="rId384" Type="http://schemas.openxmlformats.org/officeDocument/2006/relationships/customXml" Target="../ink/ink1570.xml"/><Relationship Id="rId202" Type="http://schemas.openxmlformats.org/officeDocument/2006/relationships/customXml" Target="../ink/ink1479.xml"/><Relationship Id="rId244" Type="http://schemas.openxmlformats.org/officeDocument/2006/relationships/customXml" Target="../ink/ink1500.xml"/><Relationship Id="rId39" Type="http://schemas.openxmlformats.org/officeDocument/2006/relationships/image" Target="../media/image1374.png"/><Relationship Id="rId286" Type="http://schemas.openxmlformats.org/officeDocument/2006/relationships/customXml" Target="../ink/ink1521.xml"/><Relationship Id="rId451" Type="http://schemas.openxmlformats.org/officeDocument/2006/relationships/image" Target="../media/image1573.png"/><Relationship Id="rId493" Type="http://schemas.openxmlformats.org/officeDocument/2006/relationships/image" Target="../media/image1594.png"/><Relationship Id="rId50" Type="http://schemas.openxmlformats.org/officeDocument/2006/relationships/customXml" Target="../ink/ink1403.xml"/><Relationship Id="rId104" Type="http://schemas.openxmlformats.org/officeDocument/2006/relationships/customXml" Target="../ink/ink1430.xml"/><Relationship Id="rId146" Type="http://schemas.openxmlformats.org/officeDocument/2006/relationships/customXml" Target="../ink/ink1451.xml"/><Relationship Id="rId188" Type="http://schemas.openxmlformats.org/officeDocument/2006/relationships/customXml" Target="../ink/ink1472.xml"/><Relationship Id="rId311" Type="http://schemas.openxmlformats.org/officeDocument/2006/relationships/image" Target="../media/image1505.png"/><Relationship Id="rId353" Type="http://schemas.openxmlformats.org/officeDocument/2006/relationships/image" Target="../media/image1525.png"/><Relationship Id="rId395" Type="http://schemas.openxmlformats.org/officeDocument/2006/relationships/image" Target="../media/image1546.png"/><Relationship Id="rId409" Type="http://schemas.openxmlformats.org/officeDocument/2006/relationships/image" Target="../media/image1553.png"/><Relationship Id="rId92" Type="http://schemas.openxmlformats.org/officeDocument/2006/relationships/customXml" Target="../ink/ink1424.xml"/><Relationship Id="rId213" Type="http://schemas.openxmlformats.org/officeDocument/2006/relationships/image" Target="../media/image1459.png"/><Relationship Id="rId420" Type="http://schemas.openxmlformats.org/officeDocument/2006/relationships/customXml" Target="../ink/ink1588.xml"/><Relationship Id="rId255" Type="http://schemas.openxmlformats.org/officeDocument/2006/relationships/image" Target="../media/image1478.png"/><Relationship Id="rId297" Type="http://schemas.openxmlformats.org/officeDocument/2006/relationships/image" Target="../media/image1498.png"/><Relationship Id="rId462" Type="http://schemas.openxmlformats.org/officeDocument/2006/relationships/customXml" Target="../ink/ink1610.xml"/><Relationship Id="rId115" Type="http://schemas.openxmlformats.org/officeDocument/2006/relationships/image" Target="../media/image1412.png"/><Relationship Id="rId157" Type="http://schemas.openxmlformats.org/officeDocument/2006/relationships/image" Target="../media/image1431.png"/><Relationship Id="rId322" Type="http://schemas.openxmlformats.org/officeDocument/2006/relationships/customXml" Target="../ink/ink1539.xml"/><Relationship Id="rId364" Type="http://schemas.openxmlformats.org/officeDocument/2006/relationships/customXml" Target="../ink/ink1560.xml"/><Relationship Id="rId61" Type="http://schemas.openxmlformats.org/officeDocument/2006/relationships/image" Target="../media/image1385.png"/><Relationship Id="rId199" Type="http://schemas.openxmlformats.org/officeDocument/2006/relationships/image" Target="../media/image1452.png"/><Relationship Id="rId19" Type="http://schemas.openxmlformats.org/officeDocument/2006/relationships/image" Target="../media/image1364.png"/><Relationship Id="rId224" Type="http://schemas.openxmlformats.org/officeDocument/2006/relationships/customXml" Target="../ink/ink1490.xml"/><Relationship Id="rId266" Type="http://schemas.openxmlformats.org/officeDocument/2006/relationships/customXml" Target="../ink/ink1511.xml"/><Relationship Id="rId431" Type="http://schemas.openxmlformats.org/officeDocument/2006/relationships/customXml" Target="../ink/ink1594.xml"/><Relationship Id="rId473" Type="http://schemas.openxmlformats.org/officeDocument/2006/relationships/image" Target="../media/image1584.png"/><Relationship Id="rId30" Type="http://schemas.openxmlformats.org/officeDocument/2006/relationships/customXml" Target="../ink/ink1393.xml"/><Relationship Id="rId126" Type="http://schemas.openxmlformats.org/officeDocument/2006/relationships/customXml" Target="../ink/ink1441.xml"/><Relationship Id="rId168" Type="http://schemas.openxmlformats.org/officeDocument/2006/relationships/customXml" Target="../ink/ink1462.xml"/><Relationship Id="rId333" Type="http://schemas.openxmlformats.org/officeDocument/2006/relationships/image" Target="../media/image1516.png"/><Relationship Id="rId72" Type="http://schemas.openxmlformats.org/officeDocument/2006/relationships/customXml" Target="../ink/ink1414.xml"/><Relationship Id="rId375" Type="http://schemas.openxmlformats.org/officeDocument/2006/relationships/image" Target="../media/image1536.png"/><Relationship Id="rId3" Type="http://schemas.openxmlformats.org/officeDocument/2006/relationships/image" Target="../media/image1356.png"/><Relationship Id="rId235" Type="http://schemas.openxmlformats.org/officeDocument/2006/relationships/image" Target="../media/image1469.png"/><Relationship Id="rId277" Type="http://schemas.openxmlformats.org/officeDocument/2006/relationships/image" Target="../media/image1489.png"/><Relationship Id="rId400" Type="http://schemas.openxmlformats.org/officeDocument/2006/relationships/customXml" Target="../ink/ink1578.xml"/><Relationship Id="rId442" Type="http://schemas.openxmlformats.org/officeDocument/2006/relationships/customXml" Target="../ink/ink1600.xml"/><Relationship Id="rId484" Type="http://schemas.openxmlformats.org/officeDocument/2006/relationships/customXml" Target="../ink/ink1621.xml"/><Relationship Id="rId137" Type="http://schemas.openxmlformats.org/officeDocument/2006/relationships/image" Target="../media/image1421.png"/><Relationship Id="rId302" Type="http://schemas.openxmlformats.org/officeDocument/2006/relationships/customXml" Target="../ink/ink1529.xml"/><Relationship Id="rId344" Type="http://schemas.openxmlformats.org/officeDocument/2006/relationships/customXml" Target="../ink/ink1550.xml"/><Relationship Id="rId41" Type="http://schemas.openxmlformats.org/officeDocument/2006/relationships/image" Target="../media/image1375.png"/><Relationship Id="rId83" Type="http://schemas.openxmlformats.org/officeDocument/2006/relationships/image" Target="../media/image1396.png"/><Relationship Id="rId179" Type="http://schemas.openxmlformats.org/officeDocument/2006/relationships/image" Target="../media/image1442.png"/><Relationship Id="rId386" Type="http://schemas.openxmlformats.org/officeDocument/2006/relationships/customXml" Target="../ink/ink1571.xml"/><Relationship Id="rId190" Type="http://schemas.openxmlformats.org/officeDocument/2006/relationships/customXml" Target="../ink/ink1473.xml"/><Relationship Id="rId204" Type="http://schemas.openxmlformats.org/officeDocument/2006/relationships/customXml" Target="../ink/ink1480.xml"/><Relationship Id="rId246" Type="http://schemas.openxmlformats.org/officeDocument/2006/relationships/customXml" Target="../ink/ink1501.xml"/><Relationship Id="rId288" Type="http://schemas.openxmlformats.org/officeDocument/2006/relationships/customXml" Target="../ink/ink1522.xml"/><Relationship Id="rId411" Type="http://schemas.openxmlformats.org/officeDocument/2006/relationships/image" Target="../media/image1554.png"/><Relationship Id="rId453" Type="http://schemas.openxmlformats.org/officeDocument/2006/relationships/image" Target="../media/image1574.png"/><Relationship Id="rId106" Type="http://schemas.openxmlformats.org/officeDocument/2006/relationships/customXml" Target="../ink/ink1431.xml"/><Relationship Id="rId313" Type="http://schemas.openxmlformats.org/officeDocument/2006/relationships/image" Target="../media/image1506.png"/><Relationship Id="rId495" Type="http://schemas.openxmlformats.org/officeDocument/2006/relationships/image" Target="../media/image1595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56.png"/><Relationship Id="rId21" Type="http://schemas.openxmlformats.org/officeDocument/2006/relationships/image" Target="../media/image1608.png"/><Relationship Id="rId63" Type="http://schemas.openxmlformats.org/officeDocument/2006/relationships/image" Target="../media/image1629.png"/><Relationship Id="rId159" Type="http://schemas.openxmlformats.org/officeDocument/2006/relationships/image" Target="../media/image1676.png"/><Relationship Id="rId170" Type="http://schemas.openxmlformats.org/officeDocument/2006/relationships/customXml" Target="../ink/ink1716.xml"/><Relationship Id="rId226" Type="http://schemas.openxmlformats.org/officeDocument/2006/relationships/customXml" Target="../ink/ink1744.xml"/><Relationship Id="rId268" Type="http://schemas.openxmlformats.org/officeDocument/2006/relationships/customXml" Target="../ink/ink1765.xml"/><Relationship Id="rId32" Type="http://schemas.openxmlformats.org/officeDocument/2006/relationships/customXml" Target="../ink/ink1647.xml"/><Relationship Id="rId74" Type="http://schemas.openxmlformats.org/officeDocument/2006/relationships/customXml" Target="../ink/ink1668.xml"/><Relationship Id="rId128" Type="http://schemas.openxmlformats.org/officeDocument/2006/relationships/customXml" Target="../ink/ink1695.xml"/><Relationship Id="rId5" Type="http://schemas.openxmlformats.org/officeDocument/2006/relationships/image" Target="../media/image1600.png"/><Relationship Id="rId181" Type="http://schemas.openxmlformats.org/officeDocument/2006/relationships/image" Target="../media/image1687.png"/><Relationship Id="rId237" Type="http://schemas.openxmlformats.org/officeDocument/2006/relationships/image" Target="../media/image1715.png"/><Relationship Id="rId279" Type="http://schemas.openxmlformats.org/officeDocument/2006/relationships/image" Target="../media/image1736.png"/><Relationship Id="rId43" Type="http://schemas.openxmlformats.org/officeDocument/2006/relationships/image" Target="../media/image1619.png"/><Relationship Id="rId139" Type="http://schemas.openxmlformats.org/officeDocument/2006/relationships/image" Target="../media/image1667.png"/><Relationship Id="rId290" Type="http://schemas.openxmlformats.org/officeDocument/2006/relationships/customXml" Target="../ink/ink1776.xml"/><Relationship Id="rId85" Type="http://schemas.openxmlformats.org/officeDocument/2006/relationships/image" Target="../media/image1640.png"/><Relationship Id="rId150" Type="http://schemas.openxmlformats.org/officeDocument/2006/relationships/customXml" Target="../ink/ink1706.xml"/><Relationship Id="rId192" Type="http://schemas.openxmlformats.org/officeDocument/2006/relationships/customXml" Target="../ink/ink1727.xml"/><Relationship Id="rId206" Type="http://schemas.openxmlformats.org/officeDocument/2006/relationships/customXml" Target="../ink/ink1734.xml"/><Relationship Id="rId248" Type="http://schemas.openxmlformats.org/officeDocument/2006/relationships/customXml" Target="../ink/ink1755.xml"/><Relationship Id="rId12" Type="http://schemas.openxmlformats.org/officeDocument/2006/relationships/customXml" Target="../ink/ink1637.xml"/><Relationship Id="rId108" Type="http://schemas.openxmlformats.org/officeDocument/2006/relationships/customXml" Target="../ink/ink1685.xml"/><Relationship Id="rId54" Type="http://schemas.openxmlformats.org/officeDocument/2006/relationships/customXml" Target="../ink/ink1658.xml"/><Relationship Id="rId75" Type="http://schemas.openxmlformats.org/officeDocument/2006/relationships/image" Target="../media/image1635.png"/><Relationship Id="rId96" Type="http://schemas.openxmlformats.org/officeDocument/2006/relationships/customXml" Target="../ink/ink1679.xml"/><Relationship Id="rId140" Type="http://schemas.openxmlformats.org/officeDocument/2006/relationships/customXml" Target="../ink/ink1701.xml"/><Relationship Id="rId161" Type="http://schemas.openxmlformats.org/officeDocument/2006/relationships/image" Target="../media/image1677.png"/><Relationship Id="rId182" Type="http://schemas.openxmlformats.org/officeDocument/2006/relationships/customXml" Target="../ink/ink1722.xml"/><Relationship Id="rId217" Type="http://schemas.openxmlformats.org/officeDocument/2006/relationships/image" Target="../media/image1705.png"/><Relationship Id="rId6" Type="http://schemas.openxmlformats.org/officeDocument/2006/relationships/customXml" Target="../ink/ink1634.xml"/><Relationship Id="rId238" Type="http://schemas.openxmlformats.org/officeDocument/2006/relationships/customXml" Target="../ink/ink1750.xml"/><Relationship Id="rId259" Type="http://schemas.openxmlformats.org/officeDocument/2006/relationships/image" Target="../media/image1726.png"/><Relationship Id="rId23" Type="http://schemas.openxmlformats.org/officeDocument/2006/relationships/image" Target="../media/image1609.png"/><Relationship Id="rId119" Type="http://schemas.openxmlformats.org/officeDocument/2006/relationships/image" Target="../media/image1657.png"/><Relationship Id="rId270" Type="http://schemas.openxmlformats.org/officeDocument/2006/relationships/customXml" Target="../ink/ink1766.xml"/><Relationship Id="rId291" Type="http://schemas.openxmlformats.org/officeDocument/2006/relationships/image" Target="../media/image1742.png"/><Relationship Id="rId44" Type="http://schemas.openxmlformats.org/officeDocument/2006/relationships/customXml" Target="../ink/ink1653.xml"/><Relationship Id="rId65" Type="http://schemas.openxmlformats.org/officeDocument/2006/relationships/image" Target="../media/image1630.png"/><Relationship Id="rId86" Type="http://schemas.openxmlformats.org/officeDocument/2006/relationships/customXml" Target="../ink/ink1674.xml"/><Relationship Id="rId130" Type="http://schemas.openxmlformats.org/officeDocument/2006/relationships/customXml" Target="../ink/ink1696.xml"/><Relationship Id="rId151" Type="http://schemas.openxmlformats.org/officeDocument/2006/relationships/image" Target="../media/image1672.png"/><Relationship Id="rId172" Type="http://schemas.openxmlformats.org/officeDocument/2006/relationships/customXml" Target="../ink/ink1717.xml"/><Relationship Id="rId193" Type="http://schemas.openxmlformats.org/officeDocument/2006/relationships/image" Target="../media/image1693.png"/><Relationship Id="rId207" Type="http://schemas.openxmlformats.org/officeDocument/2006/relationships/image" Target="../media/image1700.png"/><Relationship Id="rId228" Type="http://schemas.openxmlformats.org/officeDocument/2006/relationships/customXml" Target="../ink/ink1745.xml"/><Relationship Id="rId249" Type="http://schemas.openxmlformats.org/officeDocument/2006/relationships/image" Target="../media/image1721.png"/><Relationship Id="rId13" Type="http://schemas.openxmlformats.org/officeDocument/2006/relationships/image" Target="../media/image1604.png"/><Relationship Id="rId109" Type="http://schemas.openxmlformats.org/officeDocument/2006/relationships/image" Target="../media/image1652.png"/><Relationship Id="rId260" Type="http://schemas.openxmlformats.org/officeDocument/2006/relationships/customXml" Target="../ink/ink1761.xml"/><Relationship Id="rId281" Type="http://schemas.openxmlformats.org/officeDocument/2006/relationships/image" Target="../media/image1737.png"/><Relationship Id="rId34" Type="http://schemas.openxmlformats.org/officeDocument/2006/relationships/customXml" Target="../ink/ink1648.xml"/><Relationship Id="rId55" Type="http://schemas.openxmlformats.org/officeDocument/2006/relationships/image" Target="../media/image1625.png"/><Relationship Id="rId76" Type="http://schemas.openxmlformats.org/officeDocument/2006/relationships/customXml" Target="../ink/ink1669.xml"/><Relationship Id="rId97" Type="http://schemas.openxmlformats.org/officeDocument/2006/relationships/image" Target="../media/image1646.png"/><Relationship Id="rId120" Type="http://schemas.openxmlformats.org/officeDocument/2006/relationships/customXml" Target="../ink/ink1691.xml"/><Relationship Id="rId141" Type="http://schemas.openxmlformats.org/officeDocument/2006/relationships/image" Target="../media/image1668.png"/><Relationship Id="rId7" Type="http://schemas.openxmlformats.org/officeDocument/2006/relationships/image" Target="../media/image1601.png"/><Relationship Id="rId162" Type="http://schemas.openxmlformats.org/officeDocument/2006/relationships/customXml" Target="../ink/ink1712.xml"/><Relationship Id="rId183" Type="http://schemas.openxmlformats.org/officeDocument/2006/relationships/image" Target="../media/image1688.png"/><Relationship Id="rId218" Type="http://schemas.openxmlformats.org/officeDocument/2006/relationships/customXml" Target="../ink/ink1740.xml"/><Relationship Id="rId239" Type="http://schemas.openxmlformats.org/officeDocument/2006/relationships/image" Target="../media/image1716.png"/><Relationship Id="rId250" Type="http://schemas.openxmlformats.org/officeDocument/2006/relationships/customXml" Target="../ink/ink1756.xml"/><Relationship Id="rId271" Type="http://schemas.openxmlformats.org/officeDocument/2006/relationships/image" Target="../media/image1732.png"/><Relationship Id="rId292" Type="http://schemas.openxmlformats.org/officeDocument/2006/relationships/customXml" Target="../ink/ink1777.xml"/><Relationship Id="rId24" Type="http://schemas.openxmlformats.org/officeDocument/2006/relationships/customXml" Target="../ink/ink1643.xml"/><Relationship Id="rId45" Type="http://schemas.openxmlformats.org/officeDocument/2006/relationships/image" Target="../media/image1620.png"/><Relationship Id="rId66" Type="http://schemas.openxmlformats.org/officeDocument/2006/relationships/customXml" Target="../ink/ink1664.xml"/><Relationship Id="rId87" Type="http://schemas.openxmlformats.org/officeDocument/2006/relationships/image" Target="../media/image1641.png"/><Relationship Id="rId110" Type="http://schemas.openxmlformats.org/officeDocument/2006/relationships/customXml" Target="../ink/ink1686.xml"/><Relationship Id="rId131" Type="http://schemas.openxmlformats.org/officeDocument/2006/relationships/image" Target="../media/image1663.png"/><Relationship Id="rId152" Type="http://schemas.openxmlformats.org/officeDocument/2006/relationships/customXml" Target="../ink/ink1707.xml"/><Relationship Id="rId173" Type="http://schemas.openxmlformats.org/officeDocument/2006/relationships/image" Target="../media/image1683.png"/><Relationship Id="rId194" Type="http://schemas.openxmlformats.org/officeDocument/2006/relationships/customXml" Target="../ink/ink1728.xml"/><Relationship Id="rId208" Type="http://schemas.openxmlformats.org/officeDocument/2006/relationships/customXml" Target="../ink/ink1735.xml"/><Relationship Id="rId229" Type="http://schemas.openxmlformats.org/officeDocument/2006/relationships/image" Target="../media/image1711.png"/><Relationship Id="rId240" Type="http://schemas.openxmlformats.org/officeDocument/2006/relationships/customXml" Target="../ink/ink1751.xml"/><Relationship Id="rId261" Type="http://schemas.openxmlformats.org/officeDocument/2006/relationships/image" Target="../media/image1727.png"/><Relationship Id="rId14" Type="http://schemas.openxmlformats.org/officeDocument/2006/relationships/customXml" Target="../ink/ink1638.xml"/><Relationship Id="rId35" Type="http://schemas.openxmlformats.org/officeDocument/2006/relationships/image" Target="../media/image1615.png"/><Relationship Id="rId56" Type="http://schemas.openxmlformats.org/officeDocument/2006/relationships/customXml" Target="../ink/ink1659.xml"/><Relationship Id="rId77" Type="http://schemas.openxmlformats.org/officeDocument/2006/relationships/image" Target="../media/image1636.png"/><Relationship Id="rId100" Type="http://schemas.openxmlformats.org/officeDocument/2006/relationships/customXml" Target="../ink/ink1681.xml"/><Relationship Id="rId282" Type="http://schemas.openxmlformats.org/officeDocument/2006/relationships/customXml" Target="../ink/ink1772.xml"/><Relationship Id="rId8" Type="http://schemas.openxmlformats.org/officeDocument/2006/relationships/customXml" Target="../ink/ink1635.xml"/><Relationship Id="rId98" Type="http://schemas.openxmlformats.org/officeDocument/2006/relationships/customXml" Target="../ink/ink1680.xml"/><Relationship Id="rId121" Type="http://schemas.openxmlformats.org/officeDocument/2006/relationships/image" Target="../media/image1658.png"/><Relationship Id="rId142" Type="http://schemas.openxmlformats.org/officeDocument/2006/relationships/customXml" Target="../ink/ink1702.xml"/><Relationship Id="rId163" Type="http://schemas.openxmlformats.org/officeDocument/2006/relationships/image" Target="../media/image1678.png"/><Relationship Id="rId184" Type="http://schemas.openxmlformats.org/officeDocument/2006/relationships/customXml" Target="../ink/ink1723.xml"/><Relationship Id="rId219" Type="http://schemas.openxmlformats.org/officeDocument/2006/relationships/image" Target="../media/image1706.png"/><Relationship Id="rId230" Type="http://schemas.openxmlformats.org/officeDocument/2006/relationships/customXml" Target="../ink/ink1746.xml"/><Relationship Id="rId251" Type="http://schemas.openxmlformats.org/officeDocument/2006/relationships/image" Target="../media/image1722.png"/><Relationship Id="rId25" Type="http://schemas.openxmlformats.org/officeDocument/2006/relationships/image" Target="../media/image1610.png"/><Relationship Id="rId46" Type="http://schemas.openxmlformats.org/officeDocument/2006/relationships/customXml" Target="../ink/ink1654.xml"/><Relationship Id="rId67" Type="http://schemas.openxmlformats.org/officeDocument/2006/relationships/image" Target="../media/image1631.png"/><Relationship Id="rId272" Type="http://schemas.openxmlformats.org/officeDocument/2006/relationships/customXml" Target="../ink/ink1767.xml"/><Relationship Id="rId293" Type="http://schemas.openxmlformats.org/officeDocument/2006/relationships/image" Target="../media/image1743.png"/><Relationship Id="rId88" Type="http://schemas.openxmlformats.org/officeDocument/2006/relationships/customXml" Target="../ink/ink1675.xml"/><Relationship Id="rId111" Type="http://schemas.openxmlformats.org/officeDocument/2006/relationships/image" Target="../media/image1653.png"/><Relationship Id="rId132" Type="http://schemas.openxmlformats.org/officeDocument/2006/relationships/customXml" Target="../ink/ink1697.xml"/><Relationship Id="rId153" Type="http://schemas.openxmlformats.org/officeDocument/2006/relationships/image" Target="../media/image1673.png"/><Relationship Id="rId174" Type="http://schemas.openxmlformats.org/officeDocument/2006/relationships/customXml" Target="../ink/ink1718.xml"/><Relationship Id="rId195" Type="http://schemas.openxmlformats.org/officeDocument/2006/relationships/image" Target="../media/image1694.png"/><Relationship Id="rId209" Type="http://schemas.openxmlformats.org/officeDocument/2006/relationships/image" Target="../media/image1701.png"/><Relationship Id="rId220" Type="http://schemas.openxmlformats.org/officeDocument/2006/relationships/customXml" Target="../ink/ink1741.xml"/><Relationship Id="rId241" Type="http://schemas.openxmlformats.org/officeDocument/2006/relationships/image" Target="../media/image1717.png"/><Relationship Id="rId15" Type="http://schemas.openxmlformats.org/officeDocument/2006/relationships/image" Target="../media/image1605.png"/><Relationship Id="rId36" Type="http://schemas.openxmlformats.org/officeDocument/2006/relationships/customXml" Target="../ink/ink1649.xml"/><Relationship Id="rId57" Type="http://schemas.openxmlformats.org/officeDocument/2006/relationships/image" Target="../media/image1626.png"/><Relationship Id="rId262" Type="http://schemas.openxmlformats.org/officeDocument/2006/relationships/customXml" Target="../ink/ink1762.xml"/><Relationship Id="rId283" Type="http://schemas.openxmlformats.org/officeDocument/2006/relationships/image" Target="../media/image1738.png"/><Relationship Id="rId78" Type="http://schemas.openxmlformats.org/officeDocument/2006/relationships/customXml" Target="../ink/ink1670.xml"/><Relationship Id="rId99" Type="http://schemas.openxmlformats.org/officeDocument/2006/relationships/image" Target="../media/image1647.png"/><Relationship Id="rId101" Type="http://schemas.openxmlformats.org/officeDocument/2006/relationships/image" Target="../media/image1648.png"/><Relationship Id="rId122" Type="http://schemas.openxmlformats.org/officeDocument/2006/relationships/customXml" Target="../ink/ink1692.xml"/><Relationship Id="rId143" Type="http://schemas.openxmlformats.org/officeDocument/2006/relationships/image" Target="../media/image271.png"/><Relationship Id="rId164" Type="http://schemas.openxmlformats.org/officeDocument/2006/relationships/customXml" Target="../ink/ink1713.xml"/><Relationship Id="rId185" Type="http://schemas.openxmlformats.org/officeDocument/2006/relationships/image" Target="../media/image1689.png"/><Relationship Id="rId9" Type="http://schemas.openxmlformats.org/officeDocument/2006/relationships/image" Target="../media/image1602.png"/><Relationship Id="rId210" Type="http://schemas.openxmlformats.org/officeDocument/2006/relationships/customXml" Target="../ink/ink1736.xml"/><Relationship Id="rId26" Type="http://schemas.openxmlformats.org/officeDocument/2006/relationships/customXml" Target="../ink/ink1644.xml"/><Relationship Id="rId231" Type="http://schemas.openxmlformats.org/officeDocument/2006/relationships/image" Target="../media/image1712.png"/><Relationship Id="rId252" Type="http://schemas.openxmlformats.org/officeDocument/2006/relationships/customXml" Target="../ink/ink1757.xml"/><Relationship Id="rId273" Type="http://schemas.openxmlformats.org/officeDocument/2006/relationships/image" Target="../media/image1733.png"/><Relationship Id="rId294" Type="http://schemas.openxmlformats.org/officeDocument/2006/relationships/customXml" Target="../ink/ink1778.xml"/><Relationship Id="rId47" Type="http://schemas.openxmlformats.org/officeDocument/2006/relationships/image" Target="../media/image1621.png"/><Relationship Id="rId68" Type="http://schemas.openxmlformats.org/officeDocument/2006/relationships/customXml" Target="../ink/ink1665.xml"/><Relationship Id="rId89" Type="http://schemas.openxmlformats.org/officeDocument/2006/relationships/image" Target="../media/image1642.png"/><Relationship Id="rId112" Type="http://schemas.openxmlformats.org/officeDocument/2006/relationships/customXml" Target="../ink/ink1687.xml"/><Relationship Id="rId133" Type="http://schemas.openxmlformats.org/officeDocument/2006/relationships/image" Target="../media/image1664.png"/><Relationship Id="rId154" Type="http://schemas.openxmlformats.org/officeDocument/2006/relationships/customXml" Target="../ink/ink1708.xml"/><Relationship Id="rId175" Type="http://schemas.openxmlformats.org/officeDocument/2006/relationships/image" Target="../media/image1684.png"/><Relationship Id="rId196" Type="http://schemas.openxmlformats.org/officeDocument/2006/relationships/customXml" Target="../ink/ink1729.xml"/><Relationship Id="rId200" Type="http://schemas.openxmlformats.org/officeDocument/2006/relationships/customXml" Target="../ink/ink1731.xml"/><Relationship Id="rId16" Type="http://schemas.openxmlformats.org/officeDocument/2006/relationships/customXml" Target="../ink/ink1639.xml"/><Relationship Id="rId221" Type="http://schemas.openxmlformats.org/officeDocument/2006/relationships/image" Target="../media/image1707.png"/><Relationship Id="rId242" Type="http://schemas.openxmlformats.org/officeDocument/2006/relationships/customXml" Target="../ink/ink1752.xml"/><Relationship Id="rId263" Type="http://schemas.openxmlformats.org/officeDocument/2006/relationships/image" Target="../media/image1728.png"/><Relationship Id="rId284" Type="http://schemas.openxmlformats.org/officeDocument/2006/relationships/customXml" Target="../ink/ink1773.xml"/><Relationship Id="rId37" Type="http://schemas.openxmlformats.org/officeDocument/2006/relationships/image" Target="../media/image1616.png"/><Relationship Id="rId58" Type="http://schemas.openxmlformats.org/officeDocument/2006/relationships/customXml" Target="../ink/ink1660.xml"/><Relationship Id="rId79" Type="http://schemas.openxmlformats.org/officeDocument/2006/relationships/image" Target="../media/image1637.png"/><Relationship Id="rId102" Type="http://schemas.openxmlformats.org/officeDocument/2006/relationships/customXml" Target="../ink/ink1682.xml"/><Relationship Id="rId123" Type="http://schemas.openxmlformats.org/officeDocument/2006/relationships/image" Target="../media/image1659.png"/><Relationship Id="rId144" Type="http://schemas.openxmlformats.org/officeDocument/2006/relationships/customXml" Target="../ink/ink1703.xml"/><Relationship Id="rId90" Type="http://schemas.openxmlformats.org/officeDocument/2006/relationships/customXml" Target="../ink/ink1676.xml"/><Relationship Id="rId165" Type="http://schemas.openxmlformats.org/officeDocument/2006/relationships/image" Target="../media/image1679.png"/><Relationship Id="rId186" Type="http://schemas.openxmlformats.org/officeDocument/2006/relationships/customXml" Target="../ink/ink1724.xml"/><Relationship Id="rId211" Type="http://schemas.openxmlformats.org/officeDocument/2006/relationships/image" Target="../media/image1702.png"/><Relationship Id="rId232" Type="http://schemas.openxmlformats.org/officeDocument/2006/relationships/customXml" Target="../ink/ink1747.xml"/><Relationship Id="rId253" Type="http://schemas.openxmlformats.org/officeDocument/2006/relationships/image" Target="../media/image1723.png"/><Relationship Id="rId274" Type="http://schemas.openxmlformats.org/officeDocument/2006/relationships/customXml" Target="../ink/ink1768.xml"/><Relationship Id="rId295" Type="http://schemas.openxmlformats.org/officeDocument/2006/relationships/image" Target="../media/image1744.png"/><Relationship Id="rId27" Type="http://schemas.openxmlformats.org/officeDocument/2006/relationships/image" Target="../media/image1611.png"/><Relationship Id="rId48" Type="http://schemas.openxmlformats.org/officeDocument/2006/relationships/customXml" Target="../ink/ink1655.xml"/><Relationship Id="rId69" Type="http://schemas.openxmlformats.org/officeDocument/2006/relationships/image" Target="../media/image1632.png"/><Relationship Id="rId113" Type="http://schemas.openxmlformats.org/officeDocument/2006/relationships/image" Target="../media/image1654.png"/><Relationship Id="rId134" Type="http://schemas.openxmlformats.org/officeDocument/2006/relationships/customXml" Target="../ink/ink1698.xml"/><Relationship Id="rId80" Type="http://schemas.openxmlformats.org/officeDocument/2006/relationships/customXml" Target="../ink/ink1671.xml"/><Relationship Id="rId155" Type="http://schemas.openxmlformats.org/officeDocument/2006/relationships/image" Target="../media/image1674.png"/><Relationship Id="rId176" Type="http://schemas.openxmlformats.org/officeDocument/2006/relationships/customXml" Target="../ink/ink1719.xml"/><Relationship Id="rId197" Type="http://schemas.openxmlformats.org/officeDocument/2006/relationships/image" Target="../media/image1695.png"/><Relationship Id="rId201" Type="http://schemas.openxmlformats.org/officeDocument/2006/relationships/image" Target="../media/image1697.png"/><Relationship Id="rId222" Type="http://schemas.openxmlformats.org/officeDocument/2006/relationships/customXml" Target="../ink/ink1742.xml"/><Relationship Id="rId243" Type="http://schemas.openxmlformats.org/officeDocument/2006/relationships/image" Target="../media/image1718.png"/><Relationship Id="rId264" Type="http://schemas.openxmlformats.org/officeDocument/2006/relationships/customXml" Target="../ink/ink1763.xml"/><Relationship Id="rId285" Type="http://schemas.openxmlformats.org/officeDocument/2006/relationships/image" Target="../media/image1739.png"/><Relationship Id="rId17" Type="http://schemas.openxmlformats.org/officeDocument/2006/relationships/image" Target="../media/image1606.png"/><Relationship Id="rId38" Type="http://schemas.openxmlformats.org/officeDocument/2006/relationships/customXml" Target="../ink/ink1650.xml"/><Relationship Id="rId59" Type="http://schemas.openxmlformats.org/officeDocument/2006/relationships/image" Target="../media/image1627.png"/><Relationship Id="rId103" Type="http://schemas.openxmlformats.org/officeDocument/2006/relationships/image" Target="../media/image1649.png"/><Relationship Id="rId124" Type="http://schemas.openxmlformats.org/officeDocument/2006/relationships/customXml" Target="../ink/ink1693.xml"/><Relationship Id="rId70" Type="http://schemas.openxmlformats.org/officeDocument/2006/relationships/customXml" Target="../ink/ink1666.xml"/><Relationship Id="rId91" Type="http://schemas.openxmlformats.org/officeDocument/2006/relationships/image" Target="../media/image1643.png"/><Relationship Id="rId145" Type="http://schemas.openxmlformats.org/officeDocument/2006/relationships/image" Target="../media/image1669.png"/><Relationship Id="rId166" Type="http://schemas.openxmlformats.org/officeDocument/2006/relationships/customXml" Target="../ink/ink1714.xml"/><Relationship Id="rId187" Type="http://schemas.openxmlformats.org/officeDocument/2006/relationships/image" Target="../media/image169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37.xml"/><Relationship Id="rId233" Type="http://schemas.openxmlformats.org/officeDocument/2006/relationships/image" Target="../media/image1713.png"/><Relationship Id="rId254" Type="http://schemas.openxmlformats.org/officeDocument/2006/relationships/customXml" Target="../ink/ink1758.xml"/><Relationship Id="rId28" Type="http://schemas.openxmlformats.org/officeDocument/2006/relationships/customXml" Target="../ink/ink1645.xml"/><Relationship Id="rId49" Type="http://schemas.openxmlformats.org/officeDocument/2006/relationships/image" Target="../media/image1622.png"/><Relationship Id="rId114" Type="http://schemas.openxmlformats.org/officeDocument/2006/relationships/customXml" Target="../ink/ink1688.xml"/><Relationship Id="rId275" Type="http://schemas.openxmlformats.org/officeDocument/2006/relationships/image" Target="../media/image1734.png"/><Relationship Id="rId296" Type="http://schemas.openxmlformats.org/officeDocument/2006/relationships/customXml" Target="../ink/ink1779.xml"/><Relationship Id="rId60" Type="http://schemas.openxmlformats.org/officeDocument/2006/relationships/customXml" Target="../ink/ink1661.xml"/><Relationship Id="rId81" Type="http://schemas.openxmlformats.org/officeDocument/2006/relationships/image" Target="../media/image1638.png"/><Relationship Id="rId135" Type="http://schemas.openxmlformats.org/officeDocument/2006/relationships/image" Target="../media/image1665.png"/><Relationship Id="rId156" Type="http://schemas.openxmlformats.org/officeDocument/2006/relationships/customXml" Target="../ink/ink1709.xml"/><Relationship Id="rId177" Type="http://schemas.openxmlformats.org/officeDocument/2006/relationships/image" Target="../media/image1685.png"/><Relationship Id="rId198" Type="http://schemas.openxmlformats.org/officeDocument/2006/relationships/customXml" Target="../ink/ink1730.xml"/><Relationship Id="rId202" Type="http://schemas.openxmlformats.org/officeDocument/2006/relationships/customXml" Target="../ink/ink1732.xml"/><Relationship Id="rId223" Type="http://schemas.openxmlformats.org/officeDocument/2006/relationships/image" Target="../media/image1708.png"/><Relationship Id="rId244" Type="http://schemas.openxmlformats.org/officeDocument/2006/relationships/customXml" Target="../ink/ink1753.xml"/><Relationship Id="rId18" Type="http://schemas.openxmlformats.org/officeDocument/2006/relationships/customXml" Target="../ink/ink1640.xml"/><Relationship Id="rId39" Type="http://schemas.openxmlformats.org/officeDocument/2006/relationships/image" Target="../media/image1617.png"/><Relationship Id="rId265" Type="http://schemas.openxmlformats.org/officeDocument/2006/relationships/image" Target="../media/image1729.png"/><Relationship Id="rId286" Type="http://schemas.openxmlformats.org/officeDocument/2006/relationships/customXml" Target="../ink/ink1774.xml"/><Relationship Id="rId50" Type="http://schemas.openxmlformats.org/officeDocument/2006/relationships/customXml" Target="../ink/ink1656.xml"/><Relationship Id="rId104" Type="http://schemas.openxmlformats.org/officeDocument/2006/relationships/customXml" Target="../ink/ink1683.xml"/><Relationship Id="rId125" Type="http://schemas.openxmlformats.org/officeDocument/2006/relationships/image" Target="../media/image1660.png"/><Relationship Id="rId146" Type="http://schemas.openxmlformats.org/officeDocument/2006/relationships/customXml" Target="../ink/ink1704.xml"/><Relationship Id="rId167" Type="http://schemas.openxmlformats.org/officeDocument/2006/relationships/image" Target="../media/image1680.png"/><Relationship Id="rId188" Type="http://schemas.openxmlformats.org/officeDocument/2006/relationships/customXml" Target="../ink/ink1725.xml"/><Relationship Id="rId71" Type="http://schemas.openxmlformats.org/officeDocument/2006/relationships/image" Target="../media/image1633.png"/><Relationship Id="rId92" Type="http://schemas.openxmlformats.org/officeDocument/2006/relationships/customXml" Target="../ink/ink1677.xml"/><Relationship Id="rId213" Type="http://schemas.openxmlformats.org/officeDocument/2006/relationships/image" Target="../media/image1703.png"/><Relationship Id="rId234" Type="http://schemas.openxmlformats.org/officeDocument/2006/relationships/customXml" Target="../ink/ink1748.xml"/><Relationship Id="rId2" Type="http://schemas.openxmlformats.org/officeDocument/2006/relationships/customXml" Target="../ink/ink1632.xml"/><Relationship Id="rId29" Type="http://schemas.openxmlformats.org/officeDocument/2006/relationships/image" Target="../media/image1612.png"/><Relationship Id="rId255" Type="http://schemas.openxmlformats.org/officeDocument/2006/relationships/image" Target="../media/image1724.png"/><Relationship Id="rId276" Type="http://schemas.openxmlformats.org/officeDocument/2006/relationships/customXml" Target="../ink/ink1769.xml"/><Relationship Id="rId297" Type="http://schemas.openxmlformats.org/officeDocument/2006/relationships/customXml" Target="../ink/ink1780.xml"/><Relationship Id="rId40" Type="http://schemas.openxmlformats.org/officeDocument/2006/relationships/customXml" Target="../ink/ink1651.xml"/><Relationship Id="rId115" Type="http://schemas.openxmlformats.org/officeDocument/2006/relationships/image" Target="../media/image1655.png"/><Relationship Id="rId136" Type="http://schemas.openxmlformats.org/officeDocument/2006/relationships/customXml" Target="../ink/ink1699.xml"/><Relationship Id="rId157" Type="http://schemas.openxmlformats.org/officeDocument/2006/relationships/image" Target="../media/image1675.png"/><Relationship Id="rId178" Type="http://schemas.openxmlformats.org/officeDocument/2006/relationships/customXml" Target="../ink/ink1720.xml"/><Relationship Id="rId61" Type="http://schemas.openxmlformats.org/officeDocument/2006/relationships/image" Target="../media/image1628.png"/><Relationship Id="rId82" Type="http://schemas.openxmlformats.org/officeDocument/2006/relationships/customXml" Target="../ink/ink1672.xml"/><Relationship Id="rId199" Type="http://schemas.openxmlformats.org/officeDocument/2006/relationships/image" Target="../media/image1696.png"/><Relationship Id="rId203" Type="http://schemas.openxmlformats.org/officeDocument/2006/relationships/image" Target="../media/image1698.png"/><Relationship Id="rId19" Type="http://schemas.openxmlformats.org/officeDocument/2006/relationships/image" Target="../media/image1607.png"/><Relationship Id="rId224" Type="http://schemas.openxmlformats.org/officeDocument/2006/relationships/customXml" Target="../ink/ink1743.xml"/><Relationship Id="rId245" Type="http://schemas.openxmlformats.org/officeDocument/2006/relationships/image" Target="../media/image1719.png"/><Relationship Id="rId266" Type="http://schemas.openxmlformats.org/officeDocument/2006/relationships/customXml" Target="../ink/ink1764.xml"/><Relationship Id="rId287" Type="http://schemas.openxmlformats.org/officeDocument/2006/relationships/image" Target="../media/image1740.png"/><Relationship Id="rId30" Type="http://schemas.openxmlformats.org/officeDocument/2006/relationships/customXml" Target="../ink/ink1646.xml"/><Relationship Id="rId105" Type="http://schemas.openxmlformats.org/officeDocument/2006/relationships/image" Target="../media/image1650.png"/><Relationship Id="rId126" Type="http://schemas.openxmlformats.org/officeDocument/2006/relationships/customXml" Target="../ink/ink1694.xml"/><Relationship Id="rId147" Type="http://schemas.openxmlformats.org/officeDocument/2006/relationships/image" Target="../media/image1670.png"/><Relationship Id="rId168" Type="http://schemas.openxmlformats.org/officeDocument/2006/relationships/customXml" Target="../ink/ink1715.xml"/><Relationship Id="rId51" Type="http://schemas.openxmlformats.org/officeDocument/2006/relationships/image" Target="../media/image1623.png"/><Relationship Id="rId72" Type="http://schemas.openxmlformats.org/officeDocument/2006/relationships/customXml" Target="../ink/ink1667.xml"/><Relationship Id="rId93" Type="http://schemas.openxmlformats.org/officeDocument/2006/relationships/image" Target="../media/image1644.png"/><Relationship Id="rId189" Type="http://schemas.openxmlformats.org/officeDocument/2006/relationships/image" Target="../media/image1691.png"/><Relationship Id="rId3" Type="http://schemas.openxmlformats.org/officeDocument/2006/relationships/image" Target="../media/image1599.png"/><Relationship Id="rId214" Type="http://schemas.openxmlformats.org/officeDocument/2006/relationships/customXml" Target="../ink/ink1738.xml"/><Relationship Id="rId235" Type="http://schemas.openxmlformats.org/officeDocument/2006/relationships/image" Target="../media/image1714.png"/><Relationship Id="rId256" Type="http://schemas.openxmlformats.org/officeDocument/2006/relationships/customXml" Target="../ink/ink1759.xml"/><Relationship Id="rId277" Type="http://schemas.openxmlformats.org/officeDocument/2006/relationships/image" Target="../media/image1735.png"/><Relationship Id="rId298" Type="http://schemas.openxmlformats.org/officeDocument/2006/relationships/image" Target="../media/image1745.png"/><Relationship Id="rId116" Type="http://schemas.openxmlformats.org/officeDocument/2006/relationships/customXml" Target="../ink/ink1689.xml"/><Relationship Id="rId137" Type="http://schemas.openxmlformats.org/officeDocument/2006/relationships/image" Target="../media/image1666.png"/><Relationship Id="rId158" Type="http://schemas.openxmlformats.org/officeDocument/2006/relationships/customXml" Target="../ink/ink1710.xml"/><Relationship Id="rId20" Type="http://schemas.openxmlformats.org/officeDocument/2006/relationships/customXml" Target="../ink/ink1641.xml"/><Relationship Id="rId41" Type="http://schemas.openxmlformats.org/officeDocument/2006/relationships/image" Target="../media/image1618.png"/><Relationship Id="rId62" Type="http://schemas.openxmlformats.org/officeDocument/2006/relationships/customXml" Target="../ink/ink1662.xml"/><Relationship Id="rId83" Type="http://schemas.openxmlformats.org/officeDocument/2006/relationships/image" Target="../media/image1639.png"/><Relationship Id="rId179" Type="http://schemas.openxmlformats.org/officeDocument/2006/relationships/image" Target="../media/image1686.png"/><Relationship Id="rId190" Type="http://schemas.openxmlformats.org/officeDocument/2006/relationships/customXml" Target="../ink/ink1726.xml"/><Relationship Id="rId204" Type="http://schemas.openxmlformats.org/officeDocument/2006/relationships/customXml" Target="../ink/ink1733.xml"/><Relationship Id="rId225" Type="http://schemas.openxmlformats.org/officeDocument/2006/relationships/image" Target="../media/image1709.png"/><Relationship Id="rId246" Type="http://schemas.openxmlformats.org/officeDocument/2006/relationships/customXml" Target="../ink/ink1754.xml"/><Relationship Id="rId267" Type="http://schemas.openxmlformats.org/officeDocument/2006/relationships/image" Target="../media/image1730.png"/><Relationship Id="rId288" Type="http://schemas.openxmlformats.org/officeDocument/2006/relationships/customXml" Target="../ink/ink1775.xml"/><Relationship Id="rId106" Type="http://schemas.openxmlformats.org/officeDocument/2006/relationships/customXml" Target="../ink/ink1684.xml"/><Relationship Id="rId127" Type="http://schemas.openxmlformats.org/officeDocument/2006/relationships/image" Target="../media/image1661.png"/><Relationship Id="rId10" Type="http://schemas.openxmlformats.org/officeDocument/2006/relationships/customXml" Target="../ink/ink1636.xml"/><Relationship Id="rId31" Type="http://schemas.openxmlformats.org/officeDocument/2006/relationships/image" Target="../media/image1613.png"/><Relationship Id="rId52" Type="http://schemas.openxmlformats.org/officeDocument/2006/relationships/customXml" Target="../ink/ink1657.xml"/><Relationship Id="rId73" Type="http://schemas.openxmlformats.org/officeDocument/2006/relationships/image" Target="../media/image1634.png"/><Relationship Id="rId94" Type="http://schemas.openxmlformats.org/officeDocument/2006/relationships/customXml" Target="../ink/ink1678.xml"/><Relationship Id="rId148" Type="http://schemas.openxmlformats.org/officeDocument/2006/relationships/customXml" Target="../ink/ink1705.xml"/><Relationship Id="rId169" Type="http://schemas.openxmlformats.org/officeDocument/2006/relationships/image" Target="../media/image1681.png"/><Relationship Id="rId4" Type="http://schemas.openxmlformats.org/officeDocument/2006/relationships/customXml" Target="../ink/ink1633.xml"/><Relationship Id="rId180" Type="http://schemas.openxmlformats.org/officeDocument/2006/relationships/customXml" Target="../ink/ink1721.xml"/><Relationship Id="rId215" Type="http://schemas.openxmlformats.org/officeDocument/2006/relationships/image" Target="../media/image1704.png"/><Relationship Id="rId236" Type="http://schemas.openxmlformats.org/officeDocument/2006/relationships/customXml" Target="../ink/ink1749.xml"/><Relationship Id="rId257" Type="http://schemas.openxmlformats.org/officeDocument/2006/relationships/image" Target="../media/image1725.png"/><Relationship Id="rId278" Type="http://schemas.openxmlformats.org/officeDocument/2006/relationships/customXml" Target="../ink/ink1770.xml"/><Relationship Id="rId42" Type="http://schemas.openxmlformats.org/officeDocument/2006/relationships/customXml" Target="../ink/ink1652.xml"/><Relationship Id="rId84" Type="http://schemas.openxmlformats.org/officeDocument/2006/relationships/customXml" Target="../ink/ink1673.xml"/><Relationship Id="rId138" Type="http://schemas.openxmlformats.org/officeDocument/2006/relationships/customXml" Target="../ink/ink1700.xml"/><Relationship Id="rId191" Type="http://schemas.openxmlformats.org/officeDocument/2006/relationships/image" Target="../media/image1692.png"/><Relationship Id="rId205" Type="http://schemas.openxmlformats.org/officeDocument/2006/relationships/image" Target="../media/image1699.png"/><Relationship Id="rId247" Type="http://schemas.openxmlformats.org/officeDocument/2006/relationships/image" Target="../media/image1720.png"/><Relationship Id="rId107" Type="http://schemas.openxmlformats.org/officeDocument/2006/relationships/image" Target="../media/image1651.png"/><Relationship Id="rId289" Type="http://schemas.openxmlformats.org/officeDocument/2006/relationships/image" Target="../media/image1741.png"/><Relationship Id="rId11" Type="http://schemas.openxmlformats.org/officeDocument/2006/relationships/image" Target="../media/image1603.png"/><Relationship Id="rId53" Type="http://schemas.openxmlformats.org/officeDocument/2006/relationships/image" Target="../media/image1624.png"/><Relationship Id="rId149" Type="http://schemas.openxmlformats.org/officeDocument/2006/relationships/image" Target="../media/image1671.png"/><Relationship Id="rId95" Type="http://schemas.openxmlformats.org/officeDocument/2006/relationships/image" Target="../media/image1645.png"/><Relationship Id="rId160" Type="http://schemas.openxmlformats.org/officeDocument/2006/relationships/customXml" Target="../ink/ink1711.xml"/><Relationship Id="rId216" Type="http://schemas.openxmlformats.org/officeDocument/2006/relationships/customXml" Target="../ink/ink1739.xml"/><Relationship Id="rId258" Type="http://schemas.openxmlformats.org/officeDocument/2006/relationships/customXml" Target="../ink/ink1760.xml"/><Relationship Id="rId22" Type="http://schemas.openxmlformats.org/officeDocument/2006/relationships/customXml" Target="../ink/ink1642.xml"/><Relationship Id="rId64" Type="http://schemas.openxmlformats.org/officeDocument/2006/relationships/customXml" Target="../ink/ink1663.xml"/><Relationship Id="rId118" Type="http://schemas.openxmlformats.org/officeDocument/2006/relationships/customXml" Target="../ink/ink1690.xml"/><Relationship Id="rId171" Type="http://schemas.openxmlformats.org/officeDocument/2006/relationships/image" Target="../media/image1682.png"/><Relationship Id="rId227" Type="http://schemas.openxmlformats.org/officeDocument/2006/relationships/image" Target="../media/image1710.png"/><Relationship Id="rId269" Type="http://schemas.openxmlformats.org/officeDocument/2006/relationships/image" Target="../media/image1731.png"/><Relationship Id="rId33" Type="http://schemas.openxmlformats.org/officeDocument/2006/relationships/image" Target="../media/image1614.png"/><Relationship Id="rId129" Type="http://schemas.openxmlformats.org/officeDocument/2006/relationships/image" Target="../media/image1662.png"/><Relationship Id="rId280" Type="http://schemas.openxmlformats.org/officeDocument/2006/relationships/customXml" Target="../ink/ink1771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02.png"/><Relationship Id="rId21" Type="http://schemas.openxmlformats.org/officeDocument/2006/relationships/image" Target="../media/image1754.png"/><Relationship Id="rId324" Type="http://schemas.openxmlformats.org/officeDocument/2006/relationships/customXml" Target="../ink/ink1942.xml"/><Relationship Id="rId531" Type="http://schemas.openxmlformats.org/officeDocument/2006/relationships/image" Target="../media/image2001.png"/><Relationship Id="rId170" Type="http://schemas.openxmlformats.org/officeDocument/2006/relationships/customXml" Target="../ink/ink1865.xml"/><Relationship Id="rId268" Type="http://schemas.openxmlformats.org/officeDocument/2006/relationships/customXml" Target="../ink/ink1914.xml"/><Relationship Id="rId475" Type="http://schemas.openxmlformats.org/officeDocument/2006/relationships/image" Target="../media/image1979.png"/><Relationship Id="rId32" Type="http://schemas.openxmlformats.org/officeDocument/2006/relationships/customXml" Target="../ink/ink1796.xml"/><Relationship Id="rId128" Type="http://schemas.openxmlformats.org/officeDocument/2006/relationships/customXml" Target="../ink/ink1844.xml"/><Relationship Id="rId335" Type="http://schemas.openxmlformats.org/officeDocument/2006/relationships/image" Target="../media/image1910.png"/><Relationship Id="rId542" Type="http://schemas.openxmlformats.org/officeDocument/2006/relationships/image" Target="../media/image2003.png"/><Relationship Id="rId181" Type="http://schemas.openxmlformats.org/officeDocument/2006/relationships/image" Target="../media/image1834.png"/><Relationship Id="rId402" Type="http://schemas.openxmlformats.org/officeDocument/2006/relationships/customXml" Target="../ink/ink1981.xml"/><Relationship Id="rId279" Type="http://schemas.openxmlformats.org/officeDocument/2006/relationships/image" Target="../media/image1883.png"/><Relationship Id="rId486" Type="http://schemas.openxmlformats.org/officeDocument/2006/relationships/customXml" Target="../ink/ink2023.xml"/><Relationship Id="rId43" Type="http://schemas.openxmlformats.org/officeDocument/2006/relationships/image" Target="../media/image1765.png"/><Relationship Id="rId139" Type="http://schemas.openxmlformats.org/officeDocument/2006/relationships/image" Target="../media/image1813.png"/><Relationship Id="rId346" Type="http://schemas.openxmlformats.org/officeDocument/2006/relationships/customXml" Target="../ink/ink1953.xml"/><Relationship Id="rId192" Type="http://schemas.openxmlformats.org/officeDocument/2006/relationships/customXml" Target="../ink/ink1876.xml"/><Relationship Id="rId206" Type="http://schemas.openxmlformats.org/officeDocument/2006/relationships/customXml" Target="../ink/ink1883.xml"/><Relationship Id="rId413" Type="http://schemas.openxmlformats.org/officeDocument/2006/relationships/image" Target="../media/image1948.png"/><Relationship Id="rId497" Type="http://schemas.openxmlformats.org/officeDocument/2006/relationships/image" Target="../media/image899.png"/><Relationship Id="rId12" Type="http://schemas.openxmlformats.org/officeDocument/2006/relationships/customXml" Target="../ink/ink1786.xml"/><Relationship Id="rId108" Type="http://schemas.openxmlformats.org/officeDocument/2006/relationships/customXml" Target="../ink/ink1834.xml"/><Relationship Id="rId315" Type="http://schemas.openxmlformats.org/officeDocument/2006/relationships/image" Target="../media/image1900.png"/><Relationship Id="rId357" Type="http://schemas.openxmlformats.org/officeDocument/2006/relationships/image" Target="../media/image1920.png"/><Relationship Id="rId522" Type="http://schemas.openxmlformats.org/officeDocument/2006/relationships/customXml" Target="../ink/ink2041.xml"/><Relationship Id="rId54" Type="http://schemas.openxmlformats.org/officeDocument/2006/relationships/customXml" Target="../ink/ink1807.xml"/><Relationship Id="rId96" Type="http://schemas.openxmlformats.org/officeDocument/2006/relationships/customXml" Target="../ink/ink1828.xml"/><Relationship Id="rId161" Type="http://schemas.openxmlformats.org/officeDocument/2006/relationships/image" Target="../media/image1824.png"/><Relationship Id="rId217" Type="http://schemas.openxmlformats.org/officeDocument/2006/relationships/image" Target="../media/image1852.png"/><Relationship Id="rId399" Type="http://schemas.openxmlformats.org/officeDocument/2006/relationships/image" Target="../media/image1941.png"/><Relationship Id="rId259" Type="http://schemas.openxmlformats.org/officeDocument/2006/relationships/image" Target="../media/image1873.png"/><Relationship Id="rId424" Type="http://schemas.openxmlformats.org/officeDocument/2006/relationships/customXml" Target="../ink/ink1992.xml"/><Relationship Id="rId466" Type="http://schemas.openxmlformats.org/officeDocument/2006/relationships/customXml" Target="../ink/ink2013.xml"/><Relationship Id="rId23" Type="http://schemas.openxmlformats.org/officeDocument/2006/relationships/image" Target="../media/image1755.png"/><Relationship Id="rId119" Type="http://schemas.openxmlformats.org/officeDocument/2006/relationships/image" Target="../media/image1803.png"/><Relationship Id="rId270" Type="http://schemas.openxmlformats.org/officeDocument/2006/relationships/customXml" Target="../ink/ink1915.xml"/><Relationship Id="rId326" Type="http://schemas.openxmlformats.org/officeDocument/2006/relationships/customXml" Target="../ink/ink1943.xml"/><Relationship Id="rId533" Type="http://schemas.openxmlformats.org/officeDocument/2006/relationships/image" Target="../media/image2002.png"/><Relationship Id="rId65" Type="http://schemas.openxmlformats.org/officeDocument/2006/relationships/image" Target="../media/image1776.png"/><Relationship Id="rId130" Type="http://schemas.openxmlformats.org/officeDocument/2006/relationships/customXml" Target="../ink/ink1845.xml"/><Relationship Id="rId368" Type="http://schemas.openxmlformats.org/officeDocument/2006/relationships/customXml" Target="../ink/ink1964.xml"/><Relationship Id="rId172" Type="http://schemas.openxmlformats.org/officeDocument/2006/relationships/customXml" Target="../ink/ink1866.xml"/><Relationship Id="rId228" Type="http://schemas.openxmlformats.org/officeDocument/2006/relationships/customXml" Target="../ink/ink1894.xml"/><Relationship Id="rId435" Type="http://schemas.openxmlformats.org/officeDocument/2006/relationships/image" Target="../media/image1959.png"/><Relationship Id="rId477" Type="http://schemas.openxmlformats.org/officeDocument/2006/relationships/image" Target="../media/image1980.png"/><Relationship Id="rId281" Type="http://schemas.openxmlformats.org/officeDocument/2006/relationships/image" Target="../media/image1884.png"/><Relationship Id="rId337" Type="http://schemas.openxmlformats.org/officeDocument/2006/relationships/image" Target="../media/image118.png"/><Relationship Id="rId502" Type="http://schemas.openxmlformats.org/officeDocument/2006/relationships/customXml" Target="../ink/ink2031.xml"/><Relationship Id="rId34" Type="http://schemas.openxmlformats.org/officeDocument/2006/relationships/customXml" Target="../ink/ink1797.xml"/><Relationship Id="rId76" Type="http://schemas.openxmlformats.org/officeDocument/2006/relationships/customXml" Target="../ink/ink1818.xml"/><Relationship Id="rId141" Type="http://schemas.openxmlformats.org/officeDocument/2006/relationships/image" Target="../media/image1814.png"/><Relationship Id="rId379" Type="http://schemas.openxmlformats.org/officeDocument/2006/relationships/image" Target="../media/image1931.png"/><Relationship Id="rId544" Type="http://schemas.openxmlformats.org/officeDocument/2006/relationships/customXml" Target="../ink/ink2055.xml"/><Relationship Id="rId7" Type="http://schemas.openxmlformats.org/officeDocument/2006/relationships/image" Target="../media/image271.png"/><Relationship Id="rId183" Type="http://schemas.openxmlformats.org/officeDocument/2006/relationships/image" Target="../media/image1835.png"/><Relationship Id="rId239" Type="http://schemas.openxmlformats.org/officeDocument/2006/relationships/image" Target="../media/image1863.png"/><Relationship Id="rId390" Type="http://schemas.openxmlformats.org/officeDocument/2006/relationships/customXml" Target="../ink/ink1975.xml"/><Relationship Id="rId404" Type="http://schemas.openxmlformats.org/officeDocument/2006/relationships/customXml" Target="../ink/ink1982.xml"/><Relationship Id="rId446" Type="http://schemas.openxmlformats.org/officeDocument/2006/relationships/customXml" Target="../ink/ink2003.xml"/><Relationship Id="rId250" Type="http://schemas.openxmlformats.org/officeDocument/2006/relationships/customXml" Target="../ink/ink1905.xml"/><Relationship Id="rId292" Type="http://schemas.openxmlformats.org/officeDocument/2006/relationships/customXml" Target="../ink/ink1926.xml"/><Relationship Id="rId306" Type="http://schemas.openxmlformats.org/officeDocument/2006/relationships/customXml" Target="../ink/ink1933.xml"/><Relationship Id="rId488" Type="http://schemas.openxmlformats.org/officeDocument/2006/relationships/customXml" Target="../ink/ink2024.xml"/><Relationship Id="rId45" Type="http://schemas.openxmlformats.org/officeDocument/2006/relationships/image" Target="../media/image1766.png"/><Relationship Id="rId87" Type="http://schemas.openxmlformats.org/officeDocument/2006/relationships/image" Target="../media/image1787.png"/><Relationship Id="rId110" Type="http://schemas.openxmlformats.org/officeDocument/2006/relationships/customXml" Target="../ink/ink1835.xml"/><Relationship Id="rId348" Type="http://schemas.openxmlformats.org/officeDocument/2006/relationships/customXml" Target="../ink/ink1954.xml"/><Relationship Id="rId513" Type="http://schemas.openxmlformats.org/officeDocument/2006/relationships/image" Target="../media/image1996.png"/><Relationship Id="rId152" Type="http://schemas.openxmlformats.org/officeDocument/2006/relationships/customXml" Target="../ink/ink1856.xml"/><Relationship Id="rId194" Type="http://schemas.openxmlformats.org/officeDocument/2006/relationships/customXml" Target="../ink/ink1877.xml"/><Relationship Id="rId208" Type="http://schemas.openxmlformats.org/officeDocument/2006/relationships/customXml" Target="../ink/ink1884.xml"/><Relationship Id="rId415" Type="http://schemas.openxmlformats.org/officeDocument/2006/relationships/image" Target="../media/image1949.png"/><Relationship Id="rId457" Type="http://schemas.openxmlformats.org/officeDocument/2006/relationships/image" Target="../media/image1970.png"/><Relationship Id="rId261" Type="http://schemas.openxmlformats.org/officeDocument/2006/relationships/image" Target="../media/image1874.png"/><Relationship Id="rId499" Type="http://schemas.openxmlformats.org/officeDocument/2006/relationships/image" Target="../media/image1492.png"/><Relationship Id="rId14" Type="http://schemas.openxmlformats.org/officeDocument/2006/relationships/customXml" Target="../ink/ink1787.xml"/><Relationship Id="rId56" Type="http://schemas.openxmlformats.org/officeDocument/2006/relationships/customXml" Target="../ink/ink1808.xml"/><Relationship Id="rId317" Type="http://schemas.openxmlformats.org/officeDocument/2006/relationships/image" Target="../media/image1901.png"/><Relationship Id="rId359" Type="http://schemas.openxmlformats.org/officeDocument/2006/relationships/image" Target="../media/image1921.png"/><Relationship Id="rId524" Type="http://schemas.openxmlformats.org/officeDocument/2006/relationships/customXml" Target="../ink/ink2042.xml"/><Relationship Id="rId98" Type="http://schemas.openxmlformats.org/officeDocument/2006/relationships/customXml" Target="../ink/ink1829.xml"/><Relationship Id="rId121" Type="http://schemas.openxmlformats.org/officeDocument/2006/relationships/image" Target="../media/image1804.png"/><Relationship Id="rId163" Type="http://schemas.openxmlformats.org/officeDocument/2006/relationships/image" Target="../media/image1825.png"/><Relationship Id="rId219" Type="http://schemas.openxmlformats.org/officeDocument/2006/relationships/image" Target="../media/image1853.png"/><Relationship Id="rId370" Type="http://schemas.openxmlformats.org/officeDocument/2006/relationships/customXml" Target="../ink/ink1965.xml"/><Relationship Id="rId426" Type="http://schemas.openxmlformats.org/officeDocument/2006/relationships/customXml" Target="../ink/ink1993.xml"/><Relationship Id="rId230" Type="http://schemas.openxmlformats.org/officeDocument/2006/relationships/customXml" Target="../ink/ink1895.xml"/><Relationship Id="rId468" Type="http://schemas.openxmlformats.org/officeDocument/2006/relationships/customXml" Target="../ink/ink2014.xml"/><Relationship Id="rId25" Type="http://schemas.openxmlformats.org/officeDocument/2006/relationships/image" Target="../media/image1756.png"/><Relationship Id="rId67" Type="http://schemas.openxmlformats.org/officeDocument/2006/relationships/image" Target="../media/image1777.png"/><Relationship Id="rId272" Type="http://schemas.openxmlformats.org/officeDocument/2006/relationships/customXml" Target="../ink/ink1916.xml"/><Relationship Id="rId328" Type="http://schemas.openxmlformats.org/officeDocument/2006/relationships/customXml" Target="../ink/ink1944.xml"/><Relationship Id="rId535" Type="http://schemas.openxmlformats.org/officeDocument/2006/relationships/image" Target="../media/image318.png"/><Relationship Id="rId132" Type="http://schemas.openxmlformats.org/officeDocument/2006/relationships/customXml" Target="../ink/ink1846.xml"/><Relationship Id="rId174" Type="http://schemas.openxmlformats.org/officeDocument/2006/relationships/customXml" Target="../ink/ink1867.xml"/><Relationship Id="rId381" Type="http://schemas.openxmlformats.org/officeDocument/2006/relationships/image" Target="../media/image1932.png"/><Relationship Id="rId241" Type="http://schemas.openxmlformats.org/officeDocument/2006/relationships/image" Target="../media/image1864.png"/><Relationship Id="rId437" Type="http://schemas.openxmlformats.org/officeDocument/2006/relationships/image" Target="../media/image1960.png"/><Relationship Id="rId479" Type="http://schemas.openxmlformats.org/officeDocument/2006/relationships/image" Target="../media/image1981.png"/><Relationship Id="rId36" Type="http://schemas.openxmlformats.org/officeDocument/2006/relationships/customXml" Target="../ink/ink1798.xml"/><Relationship Id="rId283" Type="http://schemas.openxmlformats.org/officeDocument/2006/relationships/image" Target="../media/image1885.png"/><Relationship Id="rId339" Type="http://schemas.openxmlformats.org/officeDocument/2006/relationships/image" Target="../media/image1911.png"/><Relationship Id="rId490" Type="http://schemas.openxmlformats.org/officeDocument/2006/relationships/customXml" Target="../ink/ink2025.xml"/><Relationship Id="rId504" Type="http://schemas.openxmlformats.org/officeDocument/2006/relationships/customXml" Target="../ink/ink2032.xml"/><Relationship Id="rId546" Type="http://schemas.openxmlformats.org/officeDocument/2006/relationships/customXml" Target="../ink/ink2056.xml"/><Relationship Id="rId78" Type="http://schemas.openxmlformats.org/officeDocument/2006/relationships/customXml" Target="../ink/ink1819.xml"/><Relationship Id="rId101" Type="http://schemas.openxmlformats.org/officeDocument/2006/relationships/image" Target="../media/image1794.png"/><Relationship Id="rId143" Type="http://schemas.openxmlformats.org/officeDocument/2006/relationships/image" Target="../media/image1815.png"/><Relationship Id="rId185" Type="http://schemas.openxmlformats.org/officeDocument/2006/relationships/image" Target="../media/image1836.png"/><Relationship Id="rId350" Type="http://schemas.openxmlformats.org/officeDocument/2006/relationships/customXml" Target="../ink/ink1955.xml"/><Relationship Id="rId406" Type="http://schemas.openxmlformats.org/officeDocument/2006/relationships/customXml" Target="../ink/ink1983.xml"/><Relationship Id="rId9" Type="http://schemas.openxmlformats.org/officeDocument/2006/relationships/image" Target="../media/image1748.png"/><Relationship Id="rId210" Type="http://schemas.openxmlformats.org/officeDocument/2006/relationships/customXml" Target="../ink/ink1885.xml"/><Relationship Id="rId392" Type="http://schemas.openxmlformats.org/officeDocument/2006/relationships/customXml" Target="../ink/ink1976.xml"/><Relationship Id="rId448" Type="http://schemas.openxmlformats.org/officeDocument/2006/relationships/customXml" Target="../ink/ink2004.xml"/><Relationship Id="rId252" Type="http://schemas.openxmlformats.org/officeDocument/2006/relationships/customXml" Target="../ink/ink1906.xml"/><Relationship Id="rId294" Type="http://schemas.openxmlformats.org/officeDocument/2006/relationships/customXml" Target="../ink/ink1927.xml"/><Relationship Id="rId308" Type="http://schemas.openxmlformats.org/officeDocument/2006/relationships/customXml" Target="../ink/ink1934.xml"/><Relationship Id="rId515" Type="http://schemas.openxmlformats.org/officeDocument/2006/relationships/image" Target="../media/image1997.png"/><Relationship Id="rId47" Type="http://schemas.openxmlformats.org/officeDocument/2006/relationships/image" Target="../media/image1767.png"/><Relationship Id="rId89" Type="http://schemas.openxmlformats.org/officeDocument/2006/relationships/image" Target="../media/image1788.png"/><Relationship Id="rId112" Type="http://schemas.openxmlformats.org/officeDocument/2006/relationships/customXml" Target="../ink/ink1836.xml"/><Relationship Id="rId154" Type="http://schemas.openxmlformats.org/officeDocument/2006/relationships/customXml" Target="../ink/ink1857.xml"/><Relationship Id="rId361" Type="http://schemas.openxmlformats.org/officeDocument/2006/relationships/image" Target="../media/image1922.png"/><Relationship Id="rId196" Type="http://schemas.openxmlformats.org/officeDocument/2006/relationships/customXml" Target="../ink/ink1878.xml"/><Relationship Id="rId417" Type="http://schemas.openxmlformats.org/officeDocument/2006/relationships/image" Target="../media/image1950.png"/><Relationship Id="rId459" Type="http://schemas.openxmlformats.org/officeDocument/2006/relationships/image" Target="../media/image1971.png"/><Relationship Id="rId16" Type="http://schemas.openxmlformats.org/officeDocument/2006/relationships/customXml" Target="../ink/ink1788.xml"/><Relationship Id="rId221" Type="http://schemas.openxmlformats.org/officeDocument/2006/relationships/image" Target="../media/image1854.png"/><Relationship Id="rId263" Type="http://schemas.openxmlformats.org/officeDocument/2006/relationships/image" Target="../media/image1875.png"/><Relationship Id="rId319" Type="http://schemas.openxmlformats.org/officeDocument/2006/relationships/image" Target="../media/image1902.png"/><Relationship Id="rId470" Type="http://schemas.openxmlformats.org/officeDocument/2006/relationships/customXml" Target="../ink/ink2015.xml"/><Relationship Id="rId526" Type="http://schemas.openxmlformats.org/officeDocument/2006/relationships/customXml" Target="../ink/ink2043.xml"/><Relationship Id="rId58" Type="http://schemas.openxmlformats.org/officeDocument/2006/relationships/customXml" Target="../ink/ink1809.xml"/><Relationship Id="rId123" Type="http://schemas.openxmlformats.org/officeDocument/2006/relationships/image" Target="../media/image1805.png"/><Relationship Id="rId330" Type="http://schemas.openxmlformats.org/officeDocument/2006/relationships/customXml" Target="../ink/ink1945.xml"/><Relationship Id="rId165" Type="http://schemas.openxmlformats.org/officeDocument/2006/relationships/image" Target="../media/image1826.png"/><Relationship Id="rId372" Type="http://schemas.openxmlformats.org/officeDocument/2006/relationships/customXml" Target="../ink/ink1966.xml"/><Relationship Id="rId428" Type="http://schemas.openxmlformats.org/officeDocument/2006/relationships/customXml" Target="../ink/ink1994.xml"/><Relationship Id="rId232" Type="http://schemas.openxmlformats.org/officeDocument/2006/relationships/customXml" Target="../ink/ink1896.xml"/><Relationship Id="rId274" Type="http://schemas.openxmlformats.org/officeDocument/2006/relationships/customXml" Target="../ink/ink1917.xml"/><Relationship Id="rId481" Type="http://schemas.openxmlformats.org/officeDocument/2006/relationships/image" Target="../media/image1982.png"/><Relationship Id="rId27" Type="http://schemas.openxmlformats.org/officeDocument/2006/relationships/image" Target="../media/image1757.png"/><Relationship Id="rId69" Type="http://schemas.openxmlformats.org/officeDocument/2006/relationships/image" Target="../media/image1778.png"/><Relationship Id="rId134" Type="http://schemas.openxmlformats.org/officeDocument/2006/relationships/customXml" Target="../ink/ink1847.xml"/><Relationship Id="rId537" Type="http://schemas.openxmlformats.org/officeDocument/2006/relationships/image" Target="../media/image1148.png"/><Relationship Id="rId80" Type="http://schemas.openxmlformats.org/officeDocument/2006/relationships/customXml" Target="../ink/ink1820.xml"/><Relationship Id="rId176" Type="http://schemas.openxmlformats.org/officeDocument/2006/relationships/customXml" Target="../ink/ink1868.xml"/><Relationship Id="rId341" Type="http://schemas.openxmlformats.org/officeDocument/2006/relationships/image" Target="../media/image1912.png"/><Relationship Id="rId383" Type="http://schemas.openxmlformats.org/officeDocument/2006/relationships/image" Target="../media/image1933.png"/><Relationship Id="rId439" Type="http://schemas.openxmlformats.org/officeDocument/2006/relationships/image" Target="../media/image1961.png"/><Relationship Id="rId201" Type="http://schemas.openxmlformats.org/officeDocument/2006/relationships/image" Target="../media/image1844.png"/><Relationship Id="rId243" Type="http://schemas.openxmlformats.org/officeDocument/2006/relationships/image" Target="../media/image1865.png"/><Relationship Id="rId285" Type="http://schemas.openxmlformats.org/officeDocument/2006/relationships/image" Target="../media/image1886.png"/><Relationship Id="rId450" Type="http://schemas.openxmlformats.org/officeDocument/2006/relationships/customXml" Target="../ink/ink2005.xml"/><Relationship Id="rId506" Type="http://schemas.openxmlformats.org/officeDocument/2006/relationships/customXml" Target="../ink/ink2033.xml"/><Relationship Id="rId38" Type="http://schemas.openxmlformats.org/officeDocument/2006/relationships/customXml" Target="../ink/ink1799.xml"/><Relationship Id="rId103" Type="http://schemas.openxmlformats.org/officeDocument/2006/relationships/image" Target="../media/image1795.png"/><Relationship Id="rId310" Type="http://schemas.openxmlformats.org/officeDocument/2006/relationships/customXml" Target="../ink/ink1935.xml"/><Relationship Id="rId492" Type="http://schemas.openxmlformats.org/officeDocument/2006/relationships/customXml" Target="../ink/ink2026.xml"/><Relationship Id="rId548" Type="http://schemas.openxmlformats.org/officeDocument/2006/relationships/customXml" Target="../ink/ink2057.xml"/><Relationship Id="rId91" Type="http://schemas.openxmlformats.org/officeDocument/2006/relationships/image" Target="../media/image1789.png"/><Relationship Id="rId145" Type="http://schemas.openxmlformats.org/officeDocument/2006/relationships/image" Target="../media/image1816.png"/><Relationship Id="rId187" Type="http://schemas.openxmlformats.org/officeDocument/2006/relationships/image" Target="../media/image1837.png"/><Relationship Id="rId352" Type="http://schemas.openxmlformats.org/officeDocument/2006/relationships/customXml" Target="../ink/ink1956.xml"/><Relationship Id="rId394" Type="http://schemas.openxmlformats.org/officeDocument/2006/relationships/customXml" Target="../ink/ink1977.xml"/><Relationship Id="rId408" Type="http://schemas.openxmlformats.org/officeDocument/2006/relationships/customXml" Target="../ink/ink1984.xml"/><Relationship Id="rId212" Type="http://schemas.openxmlformats.org/officeDocument/2006/relationships/customXml" Target="../ink/ink1886.xml"/><Relationship Id="rId254" Type="http://schemas.openxmlformats.org/officeDocument/2006/relationships/customXml" Target="../ink/ink1907.xml"/><Relationship Id="rId49" Type="http://schemas.openxmlformats.org/officeDocument/2006/relationships/image" Target="../media/image1768.png"/><Relationship Id="rId114" Type="http://schemas.openxmlformats.org/officeDocument/2006/relationships/customXml" Target="../ink/ink1837.xml"/><Relationship Id="rId296" Type="http://schemas.openxmlformats.org/officeDocument/2006/relationships/customXml" Target="../ink/ink1928.xml"/><Relationship Id="rId461" Type="http://schemas.openxmlformats.org/officeDocument/2006/relationships/image" Target="../media/image1972.png"/><Relationship Id="rId517" Type="http://schemas.openxmlformats.org/officeDocument/2006/relationships/image" Target="../media/image1998.png"/><Relationship Id="rId60" Type="http://schemas.openxmlformats.org/officeDocument/2006/relationships/customXml" Target="../ink/ink1810.xml"/><Relationship Id="rId156" Type="http://schemas.openxmlformats.org/officeDocument/2006/relationships/customXml" Target="../ink/ink1858.xml"/><Relationship Id="rId198" Type="http://schemas.openxmlformats.org/officeDocument/2006/relationships/customXml" Target="../ink/ink1879.xml"/><Relationship Id="rId321" Type="http://schemas.openxmlformats.org/officeDocument/2006/relationships/image" Target="../media/image1903.png"/><Relationship Id="rId363" Type="http://schemas.openxmlformats.org/officeDocument/2006/relationships/image" Target="../media/image1923.png"/><Relationship Id="rId419" Type="http://schemas.openxmlformats.org/officeDocument/2006/relationships/image" Target="../media/image1951.png"/><Relationship Id="rId223" Type="http://schemas.openxmlformats.org/officeDocument/2006/relationships/image" Target="../media/image1855.png"/><Relationship Id="rId430" Type="http://schemas.openxmlformats.org/officeDocument/2006/relationships/customXml" Target="../ink/ink1995.xml"/><Relationship Id="rId18" Type="http://schemas.openxmlformats.org/officeDocument/2006/relationships/customXml" Target="../ink/ink1789.xml"/><Relationship Id="rId265" Type="http://schemas.openxmlformats.org/officeDocument/2006/relationships/image" Target="../media/image1876.png"/><Relationship Id="rId472" Type="http://schemas.openxmlformats.org/officeDocument/2006/relationships/customXml" Target="../ink/ink2016.xml"/><Relationship Id="rId528" Type="http://schemas.openxmlformats.org/officeDocument/2006/relationships/image" Target="../media/image311.png"/><Relationship Id="rId125" Type="http://schemas.openxmlformats.org/officeDocument/2006/relationships/image" Target="../media/image1806.png"/><Relationship Id="rId167" Type="http://schemas.openxmlformats.org/officeDocument/2006/relationships/image" Target="../media/image1827.png"/><Relationship Id="rId332" Type="http://schemas.openxmlformats.org/officeDocument/2006/relationships/customXml" Target="../ink/ink1946.xml"/><Relationship Id="rId374" Type="http://schemas.openxmlformats.org/officeDocument/2006/relationships/customXml" Target="../ink/ink1967.xml"/><Relationship Id="rId71" Type="http://schemas.openxmlformats.org/officeDocument/2006/relationships/image" Target="../media/image1779.png"/><Relationship Id="rId234" Type="http://schemas.openxmlformats.org/officeDocument/2006/relationships/customXml" Target="../ink/ink1897.xml"/><Relationship Id="rId2" Type="http://schemas.openxmlformats.org/officeDocument/2006/relationships/customXml" Target="../ink/ink1781.xml"/><Relationship Id="rId29" Type="http://schemas.openxmlformats.org/officeDocument/2006/relationships/image" Target="../media/image1758.png"/><Relationship Id="rId276" Type="http://schemas.openxmlformats.org/officeDocument/2006/relationships/customXml" Target="../ink/ink1918.xml"/><Relationship Id="rId441" Type="http://schemas.openxmlformats.org/officeDocument/2006/relationships/image" Target="../media/image1962.png"/><Relationship Id="rId483" Type="http://schemas.openxmlformats.org/officeDocument/2006/relationships/image" Target="../media/image1983.png"/><Relationship Id="rId539" Type="http://schemas.openxmlformats.org/officeDocument/2006/relationships/customXml" Target="../ink/ink2051.xml"/><Relationship Id="rId40" Type="http://schemas.openxmlformats.org/officeDocument/2006/relationships/customXml" Target="../ink/ink1800.xml"/><Relationship Id="rId136" Type="http://schemas.openxmlformats.org/officeDocument/2006/relationships/customXml" Target="../ink/ink1848.xml"/><Relationship Id="rId178" Type="http://schemas.openxmlformats.org/officeDocument/2006/relationships/customXml" Target="../ink/ink1869.xml"/><Relationship Id="rId301" Type="http://schemas.openxmlformats.org/officeDocument/2006/relationships/image" Target="../media/image1894.png"/><Relationship Id="rId343" Type="http://schemas.openxmlformats.org/officeDocument/2006/relationships/image" Target="../media/image1913.png"/><Relationship Id="rId82" Type="http://schemas.openxmlformats.org/officeDocument/2006/relationships/customXml" Target="../ink/ink1821.xml"/><Relationship Id="rId203" Type="http://schemas.openxmlformats.org/officeDocument/2006/relationships/image" Target="../media/image1845.png"/><Relationship Id="rId385" Type="http://schemas.openxmlformats.org/officeDocument/2006/relationships/image" Target="../media/image1934.png"/><Relationship Id="rId245" Type="http://schemas.openxmlformats.org/officeDocument/2006/relationships/image" Target="../media/image1866.png"/><Relationship Id="rId287" Type="http://schemas.openxmlformats.org/officeDocument/2006/relationships/image" Target="../media/image1887.png"/><Relationship Id="rId410" Type="http://schemas.openxmlformats.org/officeDocument/2006/relationships/customXml" Target="../ink/ink1985.xml"/><Relationship Id="rId452" Type="http://schemas.openxmlformats.org/officeDocument/2006/relationships/customXml" Target="../ink/ink2006.xml"/><Relationship Id="rId494" Type="http://schemas.openxmlformats.org/officeDocument/2006/relationships/customXml" Target="../ink/ink2027.xml"/><Relationship Id="rId508" Type="http://schemas.openxmlformats.org/officeDocument/2006/relationships/customXml" Target="../ink/ink2034.xml"/><Relationship Id="rId105" Type="http://schemas.openxmlformats.org/officeDocument/2006/relationships/image" Target="../media/image1796.png"/><Relationship Id="rId147" Type="http://schemas.openxmlformats.org/officeDocument/2006/relationships/image" Target="../media/image1817.png"/><Relationship Id="rId312" Type="http://schemas.openxmlformats.org/officeDocument/2006/relationships/customXml" Target="../ink/ink1936.xml"/><Relationship Id="rId354" Type="http://schemas.openxmlformats.org/officeDocument/2006/relationships/customXml" Target="../ink/ink1957.xml"/><Relationship Id="rId51" Type="http://schemas.openxmlformats.org/officeDocument/2006/relationships/image" Target="../media/image1769.png"/><Relationship Id="rId93" Type="http://schemas.openxmlformats.org/officeDocument/2006/relationships/image" Target="../media/image1790.png"/><Relationship Id="rId189" Type="http://schemas.openxmlformats.org/officeDocument/2006/relationships/image" Target="../media/image1838.png"/><Relationship Id="rId396" Type="http://schemas.openxmlformats.org/officeDocument/2006/relationships/customXml" Target="../ink/ink1978.xml"/><Relationship Id="rId214" Type="http://schemas.openxmlformats.org/officeDocument/2006/relationships/customXml" Target="../ink/ink1887.xml"/><Relationship Id="rId256" Type="http://schemas.openxmlformats.org/officeDocument/2006/relationships/customXml" Target="../ink/ink1908.xml"/><Relationship Id="rId298" Type="http://schemas.openxmlformats.org/officeDocument/2006/relationships/customXml" Target="../ink/ink1929.xml"/><Relationship Id="rId421" Type="http://schemas.openxmlformats.org/officeDocument/2006/relationships/image" Target="../media/image1952.png"/><Relationship Id="rId463" Type="http://schemas.openxmlformats.org/officeDocument/2006/relationships/image" Target="../media/image1973.png"/><Relationship Id="rId519" Type="http://schemas.openxmlformats.org/officeDocument/2006/relationships/image" Target="../media/image1999.png"/><Relationship Id="rId116" Type="http://schemas.openxmlformats.org/officeDocument/2006/relationships/customXml" Target="../ink/ink1838.xml"/><Relationship Id="rId158" Type="http://schemas.openxmlformats.org/officeDocument/2006/relationships/customXml" Target="../ink/ink1859.xml"/><Relationship Id="rId323" Type="http://schemas.openxmlformats.org/officeDocument/2006/relationships/image" Target="../media/image1904.png"/><Relationship Id="rId530" Type="http://schemas.openxmlformats.org/officeDocument/2006/relationships/customXml" Target="../ink/ink2046.xml"/><Relationship Id="rId20" Type="http://schemas.openxmlformats.org/officeDocument/2006/relationships/customXml" Target="../ink/ink1790.xml"/><Relationship Id="rId62" Type="http://schemas.openxmlformats.org/officeDocument/2006/relationships/customXml" Target="../ink/ink1811.xml"/><Relationship Id="rId365" Type="http://schemas.openxmlformats.org/officeDocument/2006/relationships/image" Target="../media/image1924.png"/><Relationship Id="rId225" Type="http://schemas.openxmlformats.org/officeDocument/2006/relationships/image" Target="../media/image1856.png"/><Relationship Id="rId267" Type="http://schemas.openxmlformats.org/officeDocument/2006/relationships/image" Target="../media/image1877.png"/><Relationship Id="rId432" Type="http://schemas.openxmlformats.org/officeDocument/2006/relationships/customXml" Target="../ink/ink1996.xml"/><Relationship Id="rId474" Type="http://schemas.openxmlformats.org/officeDocument/2006/relationships/customXml" Target="../ink/ink2017.xml"/><Relationship Id="rId127" Type="http://schemas.openxmlformats.org/officeDocument/2006/relationships/image" Target="../media/image1807.png"/><Relationship Id="rId31" Type="http://schemas.openxmlformats.org/officeDocument/2006/relationships/image" Target="../media/image1759.png"/><Relationship Id="rId73" Type="http://schemas.openxmlformats.org/officeDocument/2006/relationships/image" Target="../media/image1780.png"/><Relationship Id="rId169" Type="http://schemas.openxmlformats.org/officeDocument/2006/relationships/image" Target="../media/image1828.png"/><Relationship Id="rId334" Type="http://schemas.openxmlformats.org/officeDocument/2006/relationships/customXml" Target="../ink/ink1947.xml"/><Relationship Id="rId376" Type="http://schemas.openxmlformats.org/officeDocument/2006/relationships/customXml" Target="../ink/ink1968.xml"/><Relationship Id="rId541" Type="http://schemas.openxmlformats.org/officeDocument/2006/relationships/customXml" Target="../ink/ink2053.xml"/><Relationship Id="rId4" Type="http://schemas.openxmlformats.org/officeDocument/2006/relationships/customXml" Target="../ink/ink1782.xml"/><Relationship Id="rId180" Type="http://schemas.openxmlformats.org/officeDocument/2006/relationships/customXml" Target="../ink/ink1870.xml"/><Relationship Id="rId236" Type="http://schemas.openxmlformats.org/officeDocument/2006/relationships/customXml" Target="../ink/ink1898.xml"/><Relationship Id="rId278" Type="http://schemas.openxmlformats.org/officeDocument/2006/relationships/customXml" Target="../ink/ink1919.xml"/><Relationship Id="rId401" Type="http://schemas.openxmlformats.org/officeDocument/2006/relationships/image" Target="../media/image1942.png"/><Relationship Id="rId443" Type="http://schemas.openxmlformats.org/officeDocument/2006/relationships/image" Target="../media/image1963.png"/><Relationship Id="rId303" Type="http://schemas.openxmlformats.org/officeDocument/2006/relationships/image" Target="../media/image1895.png"/><Relationship Id="rId485" Type="http://schemas.openxmlformats.org/officeDocument/2006/relationships/image" Target="../media/image1984.png"/><Relationship Id="rId42" Type="http://schemas.openxmlformats.org/officeDocument/2006/relationships/customXml" Target="../ink/ink1801.xml"/><Relationship Id="rId84" Type="http://schemas.openxmlformats.org/officeDocument/2006/relationships/customXml" Target="../ink/ink1822.xml"/><Relationship Id="rId138" Type="http://schemas.openxmlformats.org/officeDocument/2006/relationships/customXml" Target="../ink/ink1849.xml"/><Relationship Id="rId345" Type="http://schemas.openxmlformats.org/officeDocument/2006/relationships/image" Target="../media/image1914.png"/><Relationship Id="rId387" Type="http://schemas.openxmlformats.org/officeDocument/2006/relationships/image" Target="../media/image1935.png"/><Relationship Id="rId510" Type="http://schemas.openxmlformats.org/officeDocument/2006/relationships/customXml" Target="../ink/ink2035.xml"/><Relationship Id="rId191" Type="http://schemas.openxmlformats.org/officeDocument/2006/relationships/image" Target="../media/image1839.png"/><Relationship Id="rId205" Type="http://schemas.openxmlformats.org/officeDocument/2006/relationships/image" Target="../media/image1846.png"/><Relationship Id="rId247" Type="http://schemas.openxmlformats.org/officeDocument/2006/relationships/image" Target="../media/image1867.png"/><Relationship Id="rId412" Type="http://schemas.openxmlformats.org/officeDocument/2006/relationships/customXml" Target="../ink/ink1986.xml"/><Relationship Id="rId107" Type="http://schemas.openxmlformats.org/officeDocument/2006/relationships/image" Target="../media/image1797.png"/><Relationship Id="rId289" Type="http://schemas.openxmlformats.org/officeDocument/2006/relationships/image" Target="../media/image1888.png"/><Relationship Id="rId454" Type="http://schemas.openxmlformats.org/officeDocument/2006/relationships/customXml" Target="../ink/ink2007.xml"/><Relationship Id="rId496" Type="http://schemas.openxmlformats.org/officeDocument/2006/relationships/customXml" Target="../ink/ink2028.xml"/><Relationship Id="rId11" Type="http://schemas.openxmlformats.org/officeDocument/2006/relationships/image" Target="../media/image1749.png"/><Relationship Id="rId53" Type="http://schemas.openxmlformats.org/officeDocument/2006/relationships/image" Target="../media/image1770.png"/><Relationship Id="rId149" Type="http://schemas.openxmlformats.org/officeDocument/2006/relationships/image" Target="../media/image1818.png"/><Relationship Id="rId314" Type="http://schemas.openxmlformats.org/officeDocument/2006/relationships/customXml" Target="../ink/ink1937.xml"/><Relationship Id="rId356" Type="http://schemas.openxmlformats.org/officeDocument/2006/relationships/customXml" Target="../ink/ink1958.xml"/><Relationship Id="rId398" Type="http://schemas.openxmlformats.org/officeDocument/2006/relationships/customXml" Target="../ink/ink1979.xml"/><Relationship Id="rId521" Type="http://schemas.openxmlformats.org/officeDocument/2006/relationships/image" Target="../media/image2000.png"/><Relationship Id="rId95" Type="http://schemas.openxmlformats.org/officeDocument/2006/relationships/image" Target="../media/image1791.png"/><Relationship Id="rId160" Type="http://schemas.openxmlformats.org/officeDocument/2006/relationships/customXml" Target="../ink/ink1860.xml"/><Relationship Id="rId216" Type="http://schemas.openxmlformats.org/officeDocument/2006/relationships/customXml" Target="../ink/ink1888.xml"/><Relationship Id="rId423" Type="http://schemas.openxmlformats.org/officeDocument/2006/relationships/image" Target="../media/image1953.png"/><Relationship Id="rId258" Type="http://schemas.openxmlformats.org/officeDocument/2006/relationships/customXml" Target="../ink/ink1909.xml"/><Relationship Id="rId465" Type="http://schemas.openxmlformats.org/officeDocument/2006/relationships/image" Target="../media/image1974.png"/><Relationship Id="rId22" Type="http://schemas.openxmlformats.org/officeDocument/2006/relationships/customXml" Target="../ink/ink1791.xml"/><Relationship Id="rId64" Type="http://schemas.openxmlformats.org/officeDocument/2006/relationships/customXml" Target="../ink/ink1812.xml"/><Relationship Id="rId118" Type="http://schemas.openxmlformats.org/officeDocument/2006/relationships/customXml" Target="../ink/ink1839.xml"/><Relationship Id="rId325" Type="http://schemas.openxmlformats.org/officeDocument/2006/relationships/image" Target="../media/image1905.png"/><Relationship Id="rId367" Type="http://schemas.openxmlformats.org/officeDocument/2006/relationships/image" Target="../media/image1925.png"/><Relationship Id="rId532" Type="http://schemas.openxmlformats.org/officeDocument/2006/relationships/customXml" Target="../ink/ink2047.xml"/><Relationship Id="rId171" Type="http://schemas.openxmlformats.org/officeDocument/2006/relationships/image" Target="../media/image1829.png"/><Relationship Id="rId227" Type="http://schemas.openxmlformats.org/officeDocument/2006/relationships/image" Target="../media/image1857.png"/><Relationship Id="rId269" Type="http://schemas.openxmlformats.org/officeDocument/2006/relationships/image" Target="../media/image1878.png"/><Relationship Id="rId434" Type="http://schemas.openxmlformats.org/officeDocument/2006/relationships/customXml" Target="../ink/ink1997.xml"/><Relationship Id="rId476" Type="http://schemas.openxmlformats.org/officeDocument/2006/relationships/customXml" Target="../ink/ink2018.xml"/><Relationship Id="rId33" Type="http://schemas.openxmlformats.org/officeDocument/2006/relationships/image" Target="../media/image1760.png"/><Relationship Id="rId129" Type="http://schemas.openxmlformats.org/officeDocument/2006/relationships/image" Target="../media/image1808.png"/><Relationship Id="rId280" Type="http://schemas.openxmlformats.org/officeDocument/2006/relationships/customXml" Target="../ink/ink1920.xml"/><Relationship Id="rId336" Type="http://schemas.openxmlformats.org/officeDocument/2006/relationships/customXml" Target="../ink/ink1948.xml"/><Relationship Id="rId501" Type="http://schemas.openxmlformats.org/officeDocument/2006/relationships/image" Target="../media/image1990.png"/><Relationship Id="rId543" Type="http://schemas.openxmlformats.org/officeDocument/2006/relationships/customXml" Target="../ink/ink2054.xml"/><Relationship Id="rId75" Type="http://schemas.openxmlformats.org/officeDocument/2006/relationships/image" Target="../media/image1781.png"/><Relationship Id="rId140" Type="http://schemas.openxmlformats.org/officeDocument/2006/relationships/customXml" Target="../ink/ink1850.xml"/><Relationship Id="rId182" Type="http://schemas.openxmlformats.org/officeDocument/2006/relationships/customXml" Target="../ink/ink1871.xml"/><Relationship Id="rId378" Type="http://schemas.openxmlformats.org/officeDocument/2006/relationships/customXml" Target="../ink/ink1969.xml"/><Relationship Id="rId403" Type="http://schemas.openxmlformats.org/officeDocument/2006/relationships/image" Target="../media/image1943.png"/><Relationship Id="rId6" Type="http://schemas.openxmlformats.org/officeDocument/2006/relationships/customXml" Target="../ink/ink1783.xml"/><Relationship Id="rId238" Type="http://schemas.openxmlformats.org/officeDocument/2006/relationships/customXml" Target="../ink/ink1899.xml"/><Relationship Id="rId445" Type="http://schemas.openxmlformats.org/officeDocument/2006/relationships/image" Target="../media/image1964.png"/><Relationship Id="rId487" Type="http://schemas.openxmlformats.org/officeDocument/2006/relationships/image" Target="../media/image1985.png"/><Relationship Id="rId291" Type="http://schemas.openxmlformats.org/officeDocument/2006/relationships/image" Target="../media/image1889.png"/><Relationship Id="rId305" Type="http://schemas.openxmlformats.org/officeDocument/2006/relationships/image" Target="../media/image1896.png"/><Relationship Id="rId347" Type="http://schemas.openxmlformats.org/officeDocument/2006/relationships/image" Target="../media/image1915.png"/><Relationship Id="rId512" Type="http://schemas.openxmlformats.org/officeDocument/2006/relationships/customXml" Target="../ink/ink2036.xml"/><Relationship Id="rId44" Type="http://schemas.openxmlformats.org/officeDocument/2006/relationships/customXml" Target="../ink/ink1802.xml"/><Relationship Id="rId86" Type="http://schemas.openxmlformats.org/officeDocument/2006/relationships/customXml" Target="../ink/ink1823.xml"/><Relationship Id="rId151" Type="http://schemas.openxmlformats.org/officeDocument/2006/relationships/image" Target="../media/image1819.png"/><Relationship Id="rId389" Type="http://schemas.openxmlformats.org/officeDocument/2006/relationships/image" Target="../media/image1936.png"/><Relationship Id="rId193" Type="http://schemas.openxmlformats.org/officeDocument/2006/relationships/image" Target="../media/image1840.png"/><Relationship Id="rId207" Type="http://schemas.openxmlformats.org/officeDocument/2006/relationships/image" Target="../media/image1847.png"/><Relationship Id="rId249" Type="http://schemas.openxmlformats.org/officeDocument/2006/relationships/image" Target="../media/image1868.png"/><Relationship Id="rId414" Type="http://schemas.openxmlformats.org/officeDocument/2006/relationships/customXml" Target="../ink/ink1987.xml"/><Relationship Id="rId456" Type="http://schemas.openxmlformats.org/officeDocument/2006/relationships/customXml" Target="../ink/ink2008.xml"/><Relationship Id="rId498" Type="http://schemas.openxmlformats.org/officeDocument/2006/relationships/customXml" Target="../ink/ink2029.xml"/><Relationship Id="rId13" Type="http://schemas.openxmlformats.org/officeDocument/2006/relationships/image" Target="../media/image1750.png"/><Relationship Id="rId109" Type="http://schemas.openxmlformats.org/officeDocument/2006/relationships/image" Target="../media/image1798.png"/><Relationship Id="rId260" Type="http://schemas.openxmlformats.org/officeDocument/2006/relationships/customXml" Target="../ink/ink1910.xml"/><Relationship Id="rId316" Type="http://schemas.openxmlformats.org/officeDocument/2006/relationships/customXml" Target="../ink/ink1938.xml"/><Relationship Id="rId523" Type="http://schemas.openxmlformats.org/officeDocument/2006/relationships/image" Target="../media/image839.png"/><Relationship Id="rId55" Type="http://schemas.openxmlformats.org/officeDocument/2006/relationships/image" Target="../media/image1771.png"/><Relationship Id="rId97" Type="http://schemas.openxmlformats.org/officeDocument/2006/relationships/image" Target="../media/image1792.png"/><Relationship Id="rId120" Type="http://schemas.openxmlformats.org/officeDocument/2006/relationships/customXml" Target="../ink/ink1840.xml"/><Relationship Id="rId358" Type="http://schemas.openxmlformats.org/officeDocument/2006/relationships/customXml" Target="../ink/ink1959.xml"/><Relationship Id="rId162" Type="http://schemas.openxmlformats.org/officeDocument/2006/relationships/customXml" Target="../ink/ink1861.xml"/><Relationship Id="rId218" Type="http://schemas.openxmlformats.org/officeDocument/2006/relationships/customXml" Target="../ink/ink1889.xml"/><Relationship Id="rId425" Type="http://schemas.openxmlformats.org/officeDocument/2006/relationships/image" Target="../media/image1954.png"/><Relationship Id="rId467" Type="http://schemas.openxmlformats.org/officeDocument/2006/relationships/image" Target="../media/image1975.png"/><Relationship Id="rId271" Type="http://schemas.openxmlformats.org/officeDocument/2006/relationships/image" Target="../media/image1879.png"/><Relationship Id="rId24" Type="http://schemas.openxmlformats.org/officeDocument/2006/relationships/customXml" Target="../ink/ink1792.xml"/><Relationship Id="rId66" Type="http://schemas.openxmlformats.org/officeDocument/2006/relationships/customXml" Target="../ink/ink1813.xml"/><Relationship Id="rId131" Type="http://schemas.openxmlformats.org/officeDocument/2006/relationships/image" Target="../media/image1809.png"/><Relationship Id="rId327" Type="http://schemas.openxmlformats.org/officeDocument/2006/relationships/image" Target="../media/image1906.png"/><Relationship Id="rId369" Type="http://schemas.openxmlformats.org/officeDocument/2006/relationships/image" Target="../media/image1926.png"/><Relationship Id="rId534" Type="http://schemas.openxmlformats.org/officeDocument/2006/relationships/customXml" Target="../ink/ink2048.xml"/><Relationship Id="rId173" Type="http://schemas.openxmlformats.org/officeDocument/2006/relationships/image" Target="../media/image1830.png"/><Relationship Id="rId229" Type="http://schemas.openxmlformats.org/officeDocument/2006/relationships/image" Target="../media/image1858.png"/><Relationship Id="rId380" Type="http://schemas.openxmlformats.org/officeDocument/2006/relationships/customXml" Target="../ink/ink1970.xml"/><Relationship Id="rId436" Type="http://schemas.openxmlformats.org/officeDocument/2006/relationships/customXml" Target="../ink/ink1998.xml"/><Relationship Id="rId240" Type="http://schemas.openxmlformats.org/officeDocument/2006/relationships/customXml" Target="../ink/ink1900.xml"/><Relationship Id="rId478" Type="http://schemas.openxmlformats.org/officeDocument/2006/relationships/customXml" Target="../ink/ink2019.xml"/><Relationship Id="rId35" Type="http://schemas.openxmlformats.org/officeDocument/2006/relationships/image" Target="../media/image1761.png"/><Relationship Id="rId77" Type="http://schemas.openxmlformats.org/officeDocument/2006/relationships/image" Target="../media/image1782.png"/><Relationship Id="rId100" Type="http://schemas.openxmlformats.org/officeDocument/2006/relationships/customXml" Target="../ink/ink1830.xml"/><Relationship Id="rId282" Type="http://schemas.openxmlformats.org/officeDocument/2006/relationships/customXml" Target="../ink/ink1921.xml"/><Relationship Id="rId338" Type="http://schemas.openxmlformats.org/officeDocument/2006/relationships/customXml" Target="../ink/ink1949.xml"/><Relationship Id="rId503" Type="http://schemas.openxmlformats.org/officeDocument/2006/relationships/image" Target="../media/image1991.png"/><Relationship Id="rId545" Type="http://schemas.openxmlformats.org/officeDocument/2006/relationships/image" Target="../media/image2004.png"/><Relationship Id="rId8" Type="http://schemas.openxmlformats.org/officeDocument/2006/relationships/customXml" Target="../ink/ink1784.xml"/><Relationship Id="rId142" Type="http://schemas.openxmlformats.org/officeDocument/2006/relationships/customXml" Target="../ink/ink1851.xml"/><Relationship Id="rId184" Type="http://schemas.openxmlformats.org/officeDocument/2006/relationships/customXml" Target="../ink/ink1872.xml"/><Relationship Id="rId391" Type="http://schemas.openxmlformats.org/officeDocument/2006/relationships/image" Target="../media/image1937.png"/><Relationship Id="rId405" Type="http://schemas.openxmlformats.org/officeDocument/2006/relationships/image" Target="../media/image1944.png"/><Relationship Id="rId447" Type="http://schemas.openxmlformats.org/officeDocument/2006/relationships/image" Target="../media/image1965.png"/><Relationship Id="rId251" Type="http://schemas.openxmlformats.org/officeDocument/2006/relationships/image" Target="../media/image1869.png"/><Relationship Id="rId489" Type="http://schemas.openxmlformats.org/officeDocument/2006/relationships/image" Target="../media/image1986.png"/><Relationship Id="rId46" Type="http://schemas.openxmlformats.org/officeDocument/2006/relationships/customXml" Target="../ink/ink1803.xml"/><Relationship Id="rId293" Type="http://schemas.openxmlformats.org/officeDocument/2006/relationships/image" Target="../media/image1890.png"/><Relationship Id="rId307" Type="http://schemas.openxmlformats.org/officeDocument/2006/relationships/image" Target="../media/image1897.png"/><Relationship Id="rId349" Type="http://schemas.openxmlformats.org/officeDocument/2006/relationships/image" Target="../media/image1916.png"/><Relationship Id="rId514" Type="http://schemas.openxmlformats.org/officeDocument/2006/relationships/customXml" Target="../ink/ink2037.xml"/><Relationship Id="rId88" Type="http://schemas.openxmlformats.org/officeDocument/2006/relationships/customXml" Target="../ink/ink1824.xml"/><Relationship Id="rId111" Type="http://schemas.openxmlformats.org/officeDocument/2006/relationships/image" Target="../media/image1799.png"/><Relationship Id="rId153" Type="http://schemas.openxmlformats.org/officeDocument/2006/relationships/image" Target="../media/image1820.png"/><Relationship Id="rId195" Type="http://schemas.openxmlformats.org/officeDocument/2006/relationships/image" Target="../media/image1841.png"/><Relationship Id="rId209" Type="http://schemas.openxmlformats.org/officeDocument/2006/relationships/image" Target="../media/image1848.png"/><Relationship Id="rId360" Type="http://schemas.openxmlformats.org/officeDocument/2006/relationships/customXml" Target="../ink/ink1960.xml"/><Relationship Id="rId416" Type="http://schemas.openxmlformats.org/officeDocument/2006/relationships/customXml" Target="../ink/ink1988.xml"/><Relationship Id="rId220" Type="http://schemas.openxmlformats.org/officeDocument/2006/relationships/customXml" Target="../ink/ink1890.xml"/><Relationship Id="rId458" Type="http://schemas.openxmlformats.org/officeDocument/2006/relationships/customXml" Target="../ink/ink2009.xml"/><Relationship Id="rId15" Type="http://schemas.openxmlformats.org/officeDocument/2006/relationships/image" Target="../media/image1751.png"/><Relationship Id="rId57" Type="http://schemas.openxmlformats.org/officeDocument/2006/relationships/image" Target="../media/image1772.png"/><Relationship Id="rId262" Type="http://schemas.openxmlformats.org/officeDocument/2006/relationships/customXml" Target="../ink/ink1911.xml"/><Relationship Id="rId318" Type="http://schemas.openxmlformats.org/officeDocument/2006/relationships/customXml" Target="../ink/ink1939.xml"/><Relationship Id="rId525" Type="http://schemas.openxmlformats.org/officeDocument/2006/relationships/image" Target="../media/image504.png"/><Relationship Id="rId99" Type="http://schemas.openxmlformats.org/officeDocument/2006/relationships/image" Target="../media/image1793.png"/><Relationship Id="rId122" Type="http://schemas.openxmlformats.org/officeDocument/2006/relationships/customXml" Target="../ink/ink1841.xml"/><Relationship Id="rId164" Type="http://schemas.openxmlformats.org/officeDocument/2006/relationships/customXml" Target="../ink/ink1862.xml"/><Relationship Id="rId371" Type="http://schemas.openxmlformats.org/officeDocument/2006/relationships/image" Target="../media/image1927.png"/><Relationship Id="rId427" Type="http://schemas.openxmlformats.org/officeDocument/2006/relationships/image" Target="../media/image1955.png"/><Relationship Id="rId469" Type="http://schemas.openxmlformats.org/officeDocument/2006/relationships/image" Target="../media/image1976.png"/><Relationship Id="rId26" Type="http://schemas.openxmlformats.org/officeDocument/2006/relationships/customXml" Target="../ink/ink1793.xml"/><Relationship Id="rId231" Type="http://schemas.openxmlformats.org/officeDocument/2006/relationships/image" Target="../media/image1859.png"/><Relationship Id="rId273" Type="http://schemas.openxmlformats.org/officeDocument/2006/relationships/image" Target="../media/image1880.png"/><Relationship Id="rId329" Type="http://schemas.openxmlformats.org/officeDocument/2006/relationships/image" Target="../media/image1907.png"/><Relationship Id="rId480" Type="http://schemas.openxmlformats.org/officeDocument/2006/relationships/customXml" Target="../ink/ink2020.xml"/><Relationship Id="rId536" Type="http://schemas.openxmlformats.org/officeDocument/2006/relationships/customXml" Target="../ink/ink2049.xml"/><Relationship Id="rId68" Type="http://schemas.openxmlformats.org/officeDocument/2006/relationships/customXml" Target="../ink/ink1814.xml"/><Relationship Id="rId133" Type="http://schemas.openxmlformats.org/officeDocument/2006/relationships/image" Target="../media/image1810.png"/><Relationship Id="rId175" Type="http://schemas.openxmlformats.org/officeDocument/2006/relationships/image" Target="../media/image1831.png"/><Relationship Id="rId340" Type="http://schemas.openxmlformats.org/officeDocument/2006/relationships/customXml" Target="../ink/ink1950.xml"/><Relationship Id="rId200" Type="http://schemas.openxmlformats.org/officeDocument/2006/relationships/customXml" Target="../ink/ink1880.xml"/><Relationship Id="rId382" Type="http://schemas.openxmlformats.org/officeDocument/2006/relationships/customXml" Target="../ink/ink1971.xml"/><Relationship Id="rId438" Type="http://schemas.openxmlformats.org/officeDocument/2006/relationships/customXml" Target="../ink/ink1999.xml"/><Relationship Id="rId242" Type="http://schemas.openxmlformats.org/officeDocument/2006/relationships/customXml" Target="../ink/ink1901.xml"/><Relationship Id="rId284" Type="http://schemas.openxmlformats.org/officeDocument/2006/relationships/customXml" Target="../ink/ink1922.xml"/><Relationship Id="rId491" Type="http://schemas.openxmlformats.org/officeDocument/2006/relationships/image" Target="../media/image1987.png"/><Relationship Id="rId505" Type="http://schemas.openxmlformats.org/officeDocument/2006/relationships/image" Target="../media/image1992.png"/><Relationship Id="rId37" Type="http://schemas.openxmlformats.org/officeDocument/2006/relationships/image" Target="../media/image1762.png"/><Relationship Id="rId79" Type="http://schemas.openxmlformats.org/officeDocument/2006/relationships/image" Target="../media/image1783.png"/><Relationship Id="rId102" Type="http://schemas.openxmlformats.org/officeDocument/2006/relationships/customXml" Target="../ink/ink1831.xml"/><Relationship Id="rId144" Type="http://schemas.openxmlformats.org/officeDocument/2006/relationships/customXml" Target="../ink/ink1852.xml"/><Relationship Id="rId547" Type="http://schemas.openxmlformats.org/officeDocument/2006/relationships/image" Target="../media/image1358.png"/><Relationship Id="rId90" Type="http://schemas.openxmlformats.org/officeDocument/2006/relationships/customXml" Target="../ink/ink1825.xml"/><Relationship Id="rId186" Type="http://schemas.openxmlformats.org/officeDocument/2006/relationships/customXml" Target="../ink/ink1873.xml"/><Relationship Id="rId351" Type="http://schemas.openxmlformats.org/officeDocument/2006/relationships/image" Target="../media/image1917.png"/><Relationship Id="rId393" Type="http://schemas.openxmlformats.org/officeDocument/2006/relationships/image" Target="../media/image1938.png"/><Relationship Id="rId407" Type="http://schemas.openxmlformats.org/officeDocument/2006/relationships/image" Target="../media/image1945.png"/><Relationship Id="rId449" Type="http://schemas.openxmlformats.org/officeDocument/2006/relationships/image" Target="../media/image1966.png"/><Relationship Id="rId211" Type="http://schemas.openxmlformats.org/officeDocument/2006/relationships/image" Target="../media/image1849.png"/><Relationship Id="rId253" Type="http://schemas.openxmlformats.org/officeDocument/2006/relationships/image" Target="../media/image1870.png"/><Relationship Id="rId295" Type="http://schemas.openxmlformats.org/officeDocument/2006/relationships/image" Target="../media/image1891.png"/><Relationship Id="rId309" Type="http://schemas.openxmlformats.org/officeDocument/2006/relationships/image" Target="../media/image1082.png"/><Relationship Id="rId460" Type="http://schemas.openxmlformats.org/officeDocument/2006/relationships/customXml" Target="../ink/ink2010.xml"/><Relationship Id="rId516" Type="http://schemas.openxmlformats.org/officeDocument/2006/relationships/customXml" Target="../ink/ink2038.xml"/><Relationship Id="rId48" Type="http://schemas.openxmlformats.org/officeDocument/2006/relationships/customXml" Target="../ink/ink1804.xml"/><Relationship Id="rId113" Type="http://schemas.openxmlformats.org/officeDocument/2006/relationships/image" Target="../media/image1800.png"/><Relationship Id="rId320" Type="http://schemas.openxmlformats.org/officeDocument/2006/relationships/customXml" Target="../ink/ink1940.xml"/><Relationship Id="rId155" Type="http://schemas.openxmlformats.org/officeDocument/2006/relationships/image" Target="../media/image1821.png"/><Relationship Id="rId197" Type="http://schemas.openxmlformats.org/officeDocument/2006/relationships/image" Target="../media/image1842.png"/><Relationship Id="rId362" Type="http://schemas.openxmlformats.org/officeDocument/2006/relationships/customXml" Target="../ink/ink1961.xml"/><Relationship Id="rId418" Type="http://schemas.openxmlformats.org/officeDocument/2006/relationships/customXml" Target="../ink/ink1989.xml"/><Relationship Id="rId222" Type="http://schemas.openxmlformats.org/officeDocument/2006/relationships/customXml" Target="../ink/ink1891.xml"/><Relationship Id="rId264" Type="http://schemas.openxmlformats.org/officeDocument/2006/relationships/customXml" Target="../ink/ink1912.xml"/><Relationship Id="rId471" Type="http://schemas.openxmlformats.org/officeDocument/2006/relationships/image" Target="../media/image1977.png"/><Relationship Id="rId17" Type="http://schemas.openxmlformats.org/officeDocument/2006/relationships/image" Target="../media/image1752.png"/><Relationship Id="rId59" Type="http://schemas.openxmlformats.org/officeDocument/2006/relationships/image" Target="../media/image1773.png"/><Relationship Id="rId124" Type="http://schemas.openxmlformats.org/officeDocument/2006/relationships/customXml" Target="../ink/ink1842.xml"/><Relationship Id="rId527" Type="http://schemas.openxmlformats.org/officeDocument/2006/relationships/customXml" Target="../ink/ink2044.xml"/><Relationship Id="rId70" Type="http://schemas.openxmlformats.org/officeDocument/2006/relationships/customXml" Target="../ink/ink1815.xml"/><Relationship Id="rId166" Type="http://schemas.openxmlformats.org/officeDocument/2006/relationships/customXml" Target="../ink/ink1863.xml"/><Relationship Id="rId331" Type="http://schemas.openxmlformats.org/officeDocument/2006/relationships/image" Target="../media/image1908.png"/><Relationship Id="rId373" Type="http://schemas.openxmlformats.org/officeDocument/2006/relationships/image" Target="../media/image1928.png"/><Relationship Id="rId429" Type="http://schemas.openxmlformats.org/officeDocument/2006/relationships/image" Target="../media/image195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860.png"/><Relationship Id="rId440" Type="http://schemas.openxmlformats.org/officeDocument/2006/relationships/customXml" Target="../ink/ink2000.xml"/><Relationship Id="rId28" Type="http://schemas.openxmlformats.org/officeDocument/2006/relationships/customXml" Target="../ink/ink1794.xml"/><Relationship Id="rId275" Type="http://schemas.openxmlformats.org/officeDocument/2006/relationships/image" Target="../media/image1881.png"/><Relationship Id="rId300" Type="http://schemas.openxmlformats.org/officeDocument/2006/relationships/customXml" Target="../ink/ink1930.xml"/><Relationship Id="rId482" Type="http://schemas.openxmlformats.org/officeDocument/2006/relationships/customXml" Target="../ink/ink2021.xml"/><Relationship Id="rId538" Type="http://schemas.openxmlformats.org/officeDocument/2006/relationships/customXml" Target="../ink/ink2050.xml"/><Relationship Id="rId81" Type="http://schemas.openxmlformats.org/officeDocument/2006/relationships/image" Target="../media/image1784.png"/><Relationship Id="rId135" Type="http://schemas.openxmlformats.org/officeDocument/2006/relationships/image" Target="../media/image1811.png"/><Relationship Id="rId177" Type="http://schemas.openxmlformats.org/officeDocument/2006/relationships/image" Target="../media/image1832.png"/><Relationship Id="rId342" Type="http://schemas.openxmlformats.org/officeDocument/2006/relationships/customXml" Target="../ink/ink1951.xml"/><Relationship Id="rId384" Type="http://schemas.openxmlformats.org/officeDocument/2006/relationships/customXml" Target="../ink/ink1972.xml"/><Relationship Id="rId202" Type="http://schemas.openxmlformats.org/officeDocument/2006/relationships/customXml" Target="../ink/ink1881.xml"/><Relationship Id="rId244" Type="http://schemas.openxmlformats.org/officeDocument/2006/relationships/customXml" Target="../ink/ink1902.xml"/><Relationship Id="rId39" Type="http://schemas.openxmlformats.org/officeDocument/2006/relationships/image" Target="../media/image1763.png"/><Relationship Id="rId286" Type="http://schemas.openxmlformats.org/officeDocument/2006/relationships/customXml" Target="../ink/ink1923.xml"/><Relationship Id="rId451" Type="http://schemas.openxmlformats.org/officeDocument/2006/relationships/image" Target="../media/image1967.png"/><Relationship Id="rId493" Type="http://schemas.openxmlformats.org/officeDocument/2006/relationships/image" Target="../media/image1988.png"/><Relationship Id="rId507" Type="http://schemas.openxmlformats.org/officeDocument/2006/relationships/image" Target="../media/image1993.png"/><Relationship Id="rId549" Type="http://schemas.openxmlformats.org/officeDocument/2006/relationships/image" Target="../media/image2005.png"/><Relationship Id="rId50" Type="http://schemas.openxmlformats.org/officeDocument/2006/relationships/customXml" Target="../ink/ink1805.xml"/><Relationship Id="rId104" Type="http://schemas.openxmlformats.org/officeDocument/2006/relationships/customXml" Target="../ink/ink1832.xml"/><Relationship Id="rId146" Type="http://schemas.openxmlformats.org/officeDocument/2006/relationships/customXml" Target="../ink/ink1853.xml"/><Relationship Id="rId188" Type="http://schemas.openxmlformats.org/officeDocument/2006/relationships/customXml" Target="../ink/ink1874.xml"/><Relationship Id="rId311" Type="http://schemas.openxmlformats.org/officeDocument/2006/relationships/image" Target="../media/image1898.png"/><Relationship Id="rId353" Type="http://schemas.openxmlformats.org/officeDocument/2006/relationships/image" Target="../media/image1918.png"/><Relationship Id="rId395" Type="http://schemas.openxmlformats.org/officeDocument/2006/relationships/image" Target="../media/image1939.png"/><Relationship Id="rId409" Type="http://schemas.openxmlformats.org/officeDocument/2006/relationships/image" Target="../media/image1946.png"/><Relationship Id="rId92" Type="http://schemas.openxmlformats.org/officeDocument/2006/relationships/customXml" Target="../ink/ink1826.xml"/><Relationship Id="rId213" Type="http://schemas.openxmlformats.org/officeDocument/2006/relationships/image" Target="../media/image1850.png"/><Relationship Id="rId420" Type="http://schemas.openxmlformats.org/officeDocument/2006/relationships/customXml" Target="../ink/ink1990.xml"/><Relationship Id="rId255" Type="http://schemas.openxmlformats.org/officeDocument/2006/relationships/image" Target="../media/image1871.png"/><Relationship Id="rId297" Type="http://schemas.openxmlformats.org/officeDocument/2006/relationships/image" Target="../media/image1892.png"/><Relationship Id="rId462" Type="http://schemas.openxmlformats.org/officeDocument/2006/relationships/customXml" Target="../ink/ink2011.xml"/><Relationship Id="rId518" Type="http://schemas.openxmlformats.org/officeDocument/2006/relationships/customXml" Target="../ink/ink2039.xml"/><Relationship Id="rId115" Type="http://schemas.openxmlformats.org/officeDocument/2006/relationships/image" Target="../media/image1801.png"/><Relationship Id="rId157" Type="http://schemas.openxmlformats.org/officeDocument/2006/relationships/image" Target="../media/image1822.png"/><Relationship Id="rId322" Type="http://schemas.openxmlformats.org/officeDocument/2006/relationships/customXml" Target="../ink/ink1941.xml"/><Relationship Id="rId364" Type="http://schemas.openxmlformats.org/officeDocument/2006/relationships/customXml" Target="../ink/ink1962.xml"/><Relationship Id="rId61" Type="http://schemas.openxmlformats.org/officeDocument/2006/relationships/image" Target="../media/image1774.png"/><Relationship Id="rId199" Type="http://schemas.openxmlformats.org/officeDocument/2006/relationships/image" Target="../media/image1843.png"/><Relationship Id="rId19" Type="http://schemas.openxmlformats.org/officeDocument/2006/relationships/image" Target="../media/image1753.png"/><Relationship Id="rId224" Type="http://schemas.openxmlformats.org/officeDocument/2006/relationships/customXml" Target="../ink/ink1892.xml"/><Relationship Id="rId266" Type="http://schemas.openxmlformats.org/officeDocument/2006/relationships/customXml" Target="../ink/ink1913.xml"/><Relationship Id="rId431" Type="http://schemas.openxmlformats.org/officeDocument/2006/relationships/image" Target="../media/image1957.png"/><Relationship Id="rId473" Type="http://schemas.openxmlformats.org/officeDocument/2006/relationships/image" Target="../media/image1978.png"/><Relationship Id="rId529" Type="http://schemas.openxmlformats.org/officeDocument/2006/relationships/customXml" Target="../ink/ink2045.xml"/><Relationship Id="rId30" Type="http://schemas.openxmlformats.org/officeDocument/2006/relationships/customXml" Target="../ink/ink1795.xml"/><Relationship Id="rId126" Type="http://schemas.openxmlformats.org/officeDocument/2006/relationships/customXml" Target="../ink/ink1843.xml"/><Relationship Id="rId168" Type="http://schemas.openxmlformats.org/officeDocument/2006/relationships/customXml" Target="../ink/ink1864.xml"/><Relationship Id="rId333" Type="http://schemas.openxmlformats.org/officeDocument/2006/relationships/image" Target="../media/image1909.png"/><Relationship Id="rId540" Type="http://schemas.openxmlformats.org/officeDocument/2006/relationships/customXml" Target="../ink/ink2052.xml"/><Relationship Id="rId72" Type="http://schemas.openxmlformats.org/officeDocument/2006/relationships/customXml" Target="../ink/ink1816.xml"/><Relationship Id="rId375" Type="http://schemas.openxmlformats.org/officeDocument/2006/relationships/image" Target="../media/image1929.png"/><Relationship Id="rId3" Type="http://schemas.openxmlformats.org/officeDocument/2006/relationships/image" Target="../media/image1746.png"/><Relationship Id="rId235" Type="http://schemas.openxmlformats.org/officeDocument/2006/relationships/image" Target="../media/image1861.png"/><Relationship Id="rId277" Type="http://schemas.openxmlformats.org/officeDocument/2006/relationships/image" Target="../media/image1882.png"/><Relationship Id="rId400" Type="http://schemas.openxmlformats.org/officeDocument/2006/relationships/customXml" Target="../ink/ink1980.xml"/><Relationship Id="rId442" Type="http://schemas.openxmlformats.org/officeDocument/2006/relationships/customXml" Target="../ink/ink2001.xml"/><Relationship Id="rId484" Type="http://schemas.openxmlformats.org/officeDocument/2006/relationships/customXml" Target="../ink/ink2022.xml"/><Relationship Id="rId137" Type="http://schemas.openxmlformats.org/officeDocument/2006/relationships/image" Target="../media/image1812.png"/><Relationship Id="rId302" Type="http://schemas.openxmlformats.org/officeDocument/2006/relationships/customXml" Target="../ink/ink1931.xml"/><Relationship Id="rId344" Type="http://schemas.openxmlformats.org/officeDocument/2006/relationships/customXml" Target="../ink/ink1952.xml"/><Relationship Id="rId41" Type="http://schemas.openxmlformats.org/officeDocument/2006/relationships/image" Target="../media/image1764.png"/><Relationship Id="rId83" Type="http://schemas.openxmlformats.org/officeDocument/2006/relationships/image" Target="../media/image1785.png"/><Relationship Id="rId179" Type="http://schemas.openxmlformats.org/officeDocument/2006/relationships/image" Target="../media/image1833.png"/><Relationship Id="rId386" Type="http://schemas.openxmlformats.org/officeDocument/2006/relationships/customXml" Target="../ink/ink1973.xml"/><Relationship Id="rId190" Type="http://schemas.openxmlformats.org/officeDocument/2006/relationships/customXml" Target="../ink/ink1875.xml"/><Relationship Id="rId204" Type="http://schemas.openxmlformats.org/officeDocument/2006/relationships/customXml" Target="../ink/ink1882.xml"/><Relationship Id="rId246" Type="http://schemas.openxmlformats.org/officeDocument/2006/relationships/customXml" Target="../ink/ink1903.xml"/><Relationship Id="rId288" Type="http://schemas.openxmlformats.org/officeDocument/2006/relationships/customXml" Target="../ink/ink1924.xml"/><Relationship Id="rId411" Type="http://schemas.openxmlformats.org/officeDocument/2006/relationships/image" Target="../media/image1947.png"/><Relationship Id="rId453" Type="http://schemas.openxmlformats.org/officeDocument/2006/relationships/image" Target="../media/image1968.png"/><Relationship Id="rId509" Type="http://schemas.openxmlformats.org/officeDocument/2006/relationships/image" Target="../media/image1994.png"/><Relationship Id="rId106" Type="http://schemas.openxmlformats.org/officeDocument/2006/relationships/customXml" Target="../ink/ink1833.xml"/><Relationship Id="rId313" Type="http://schemas.openxmlformats.org/officeDocument/2006/relationships/image" Target="../media/image1899.png"/><Relationship Id="rId495" Type="http://schemas.openxmlformats.org/officeDocument/2006/relationships/image" Target="../media/image1989.png"/><Relationship Id="rId10" Type="http://schemas.openxmlformats.org/officeDocument/2006/relationships/customXml" Target="../ink/ink1785.xml"/><Relationship Id="rId52" Type="http://schemas.openxmlformats.org/officeDocument/2006/relationships/customXml" Target="../ink/ink1806.xml"/><Relationship Id="rId94" Type="http://schemas.openxmlformats.org/officeDocument/2006/relationships/customXml" Target="../ink/ink1827.xml"/><Relationship Id="rId148" Type="http://schemas.openxmlformats.org/officeDocument/2006/relationships/customXml" Target="../ink/ink1854.xml"/><Relationship Id="rId355" Type="http://schemas.openxmlformats.org/officeDocument/2006/relationships/image" Target="../media/image1919.png"/><Relationship Id="rId397" Type="http://schemas.openxmlformats.org/officeDocument/2006/relationships/image" Target="../media/image1940.png"/><Relationship Id="rId520" Type="http://schemas.openxmlformats.org/officeDocument/2006/relationships/customXml" Target="../ink/ink2040.xml"/><Relationship Id="rId215" Type="http://schemas.openxmlformats.org/officeDocument/2006/relationships/image" Target="../media/image1851.png"/><Relationship Id="rId257" Type="http://schemas.openxmlformats.org/officeDocument/2006/relationships/image" Target="../media/image1872.png"/><Relationship Id="rId422" Type="http://schemas.openxmlformats.org/officeDocument/2006/relationships/customXml" Target="../ink/ink1991.xml"/><Relationship Id="rId464" Type="http://schemas.openxmlformats.org/officeDocument/2006/relationships/customXml" Target="../ink/ink2012.xml"/><Relationship Id="rId299" Type="http://schemas.openxmlformats.org/officeDocument/2006/relationships/image" Target="../media/image1893.png"/><Relationship Id="rId63" Type="http://schemas.openxmlformats.org/officeDocument/2006/relationships/image" Target="../media/image1775.png"/><Relationship Id="rId159" Type="http://schemas.openxmlformats.org/officeDocument/2006/relationships/image" Target="../media/image1823.png"/><Relationship Id="rId366" Type="http://schemas.openxmlformats.org/officeDocument/2006/relationships/customXml" Target="../ink/ink1963.xml"/><Relationship Id="rId226" Type="http://schemas.openxmlformats.org/officeDocument/2006/relationships/customXml" Target="../ink/ink1893.xml"/><Relationship Id="rId433" Type="http://schemas.openxmlformats.org/officeDocument/2006/relationships/image" Target="../media/image1958.png"/><Relationship Id="rId74" Type="http://schemas.openxmlformats.org/officeDocument/2006/relationships/customXml" Target="../ink/ink1817.xml"/><Relationship Id="rId377" Type="http://schemas.openxmlformats.org/officeDocument/2006/relationships/image" Target="../media/image1930.png"/><Relationship Id="rId500" Type="http://schemas.openxmlformats.org/officeDocument/2006/relationships/customXml" Target="../ink/ink2030.xml"/><Relationship Id="rId5" Type="http://schemas.openxmlformats.org/officeDocument/2006/relationships/image" Target="../media/image1747.png"/><Relationship Id="rId237" Type="http://schemas.openxmlformats.org/officeDocument/2006/relationships/image" Target="../media/image1862.png"/><Relationship Id="rId444" Type="http://schemas.openxmlformats.org/officeDocument/2006/relationships/customXml" Target="../ink/ink2002.xml"/><Relationship Id="rId290" Type="http://schemas.openxmlformats.org/officeDocument/2006/relationships/customXml" Target="../ink/ink1925.xml"/><Relationship Id="rId304" Type="http://schemas.openxmlformats.org/officeDocument/2006/relationships/customXml" Target="../ink/ink1932.xml"/><Relationship Id="rId388" Type="http://schemas.openxmlformats.org/officeDocument/2006/relationships/customXml" Target="../ink/ink1974.xml"/><Relationship Id="rId511" Type="http://schemas.openxmlformats.org/officeDocument/2006/relationships/image" Target="../media/image1995.png"/><Relationship Id="rId85" Type="http://schemas.openxmlformats.org/officeDocument/2006/relationships/image" Target="../media/image1786.png"/><Relationship Id="rId150" Type="http://schemas.openxmlformats.org/officeDocument/2006/relationships/customXml" Target="../ink/ink1855.xml"/><Relationship Id="rId248" Type="http://schemas.openxmlformats.org/officeDocument/2006/relationships/customXml" Target="../ink/ink1904.xml"/><Relationship Id="rId455" Type="http://schemas.openxmlformats.org/officeDocument/2006/relationships/image" Target="../media/image1969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63.png"/><Relationship Id="rId299" Type="http://schemas.openxmlformats.org/officeDocument/2006/relationships/image" Target="../media/image2154.png"/><Relationship Id="rId21" Type="http://schemas.openxmlformats.org/officeDocument/2006/relationships/image" Target="../media/image2015.png"/><Relationship Id="rId63" Type="http://schemas.openxmlformats.org/officeDocument/2006/relationships/image" Target="../media/image2036.png"/><Relationship Id="rId159" Type="http://schemas.openxmlformats.org/officeDocument/2006/relationships/image" Target="../media/image2084.png"/><Relationship Id="rId324" Type="http://schemas.openxmlformats.org/officeDocument/2006/relationships/customXml" Target="../ink/ink2219.xml"/><Relationship Id="rId366" Type="http://schemas.openxmlformats.org/officeDocument/2006/relationships/customXml" Target="../ink/ink2240.xml"/><Relationship Id="rId170" Type="http://schemas.openxmlformats.org/officeDocument/2006/relationships/customXml" Target="../ink/ink2142.xml"/><Relationship Id="rId226" Type="http://schemas.openxmlformats.org/officeDocument/2006/relationships/customXml" Target="../ink/ink2170.xml"/><Relationship Id="rId268" Type="http://schemas.openxmlformats.org/officeDocument/2006/relationships/customXml" Target="../ink/ink2191.xml"/><Relationship Id="rId32" Type="http://schemas.openxmlformats.org/officeDocument/2006/relationships/customXml" Target="../ink/ink2073.xml"/><Relationship Id="rId74" Type="http://schemas.openxmlformats.org/officeDocument/2006/relationships/customXml" Target="../ink/ink2094.xml"/><Relationship Id="rId128" Type="http://schemas.openxmlformats.org/officeDocument/2006/relationships/customXml" Target="../ink/ink2121.xml"/><Relationship Id="rId335" Type="http://schemas.openxmlformats.org/officeDocument/2006/relationships/image" Target="../media/image2171.png"/><Relationship Id="rId377" Type="http://schemas.openxmlformats.org/officeDocument/2006/relationships/image" Target="../media/image2192.png"/><Relationship Id="rId5" Type="http://schemas.openxmlformats.org/officeDocument/2006/relationships/image" Target="../media/image2007.png"/><Relationship Id="rId181" Type="http://schemas.openxmlformats.org/officeDocument/2006/relationships/image" Target="../media/image2095.png"/><Relationship Id="rId237" Type="http://schemas.openxmlformats.org/officeDocument/2006/relationships/image" Target="../media/image2123.png"/><Relationship Id="rId402" Type="http://schemas.openxmlformats.org/officeDocument/2006/relationships/customXml" Target="../ink/ink2258.xml"/><Relationship Id="rId279" Type="http://schemas.openxmlformats.org/officeDocument/2006/relationships/image" Target="../media/image2144.png"/><Relationship Id="rId43" Type="http://schemas.openxmlformats.org/officeDocument/2006/relationships/image" Target="../media/image2026.png"/><Relationship Id="rId139" Type="http://schemas.openxmlformats.org/officeDocument/2006/relationships/image" Target="../media/image2074.png"/><Relationship Id="rId290" Type="http://schemas.openxmlformats.org/officeDocument/2006/relationships/customXml" Target="../ink/ink2202.xml"/><Relationship Id="rId304" Type="http://schemas.openxmlformats.org/officeDocument/2006/relationships/customXml" Target="../ink/ink2209.xml"/><Relationship Id="rId346" Type="http://schemas.openxmlformats.org/officeDocument/2006/relationships/customXml" Target="../ink/ink2230.xml"/><Relationship Id="rId388" Type="http://schemas.openxmlformats.org/officeDocument/2006/relationships/customXml" Target="../ink/ink2251.xml"/><Relationship Id="rId85" Type="http://schemas.openxmlformats.org/officeDocument/2006/relationships/image" Target="../media/image2047.png"/><Relationship Id="rId150" Type="http://schemas.openxmlformats.org/officeDocument/2006/relationships/customXml" Target="../ink/ink2132.xml"/><Relationship Id="rId192" Type="http://schemas.openxmlformats.org/officeDocument/2006/relationships/customXml" Target="../ink/ink2153.xml"/><Relationship Id="rId206" Type="http://schemas.openxmlformats.org/officeDocument/2006/relationships/customXml" Target="../ink/ink2160.xml"/><Relationship Id="rId413" Type="http://schemas.openxmlformats.org/officeDocument/2006/relationships/image" Target="../media/image2210.png"/><Relationship Id="rId248" Type="http://schemas.openxmlformats.org/officeDocument/2006/relationships/customXml" Target="../ink/ink2181.xml"/><Relationship Id="rId12" Type="http://schemas.openxmlformats.org/officeDocument/2006/relationships/customXml" Target="../ink/ink2063.xml"/><Relationship Id="rId108" Type="http://schemas.openxmlformats.org/officeDocument/2006/relationships/customXml" Target="../ink/ink2111.xml"/><Relationship Id="rId315" Type="http://schemas.openxmlformats.org/officeDocument/2006/relationships/image" Target="../media/image2162.png"/><Relationship Id="rId357" Type="http://schemas.openxmlformats.org/officeDocument/2006/relationships/image" Target="../media/image2182.png"/><Relationship Id="rId54" Type="http://schemas.openxmlformats.org/officeDocument/2006/relationships/customXml" Target="../ink/ink2084.xml"/><Relationship Id="rId96" Type="http://schemas.openxmlformats.org/officeDocument/2006/relationships/customXml" Target="../ink/ink2105.xml"/><Relationship Id="rId161" Type="http://schemas.openxmlformats.org/officeDocument/2006/relationships/image" Target="../media/image2085.png"/><Relationship Id="rId217" Type="http://schemas.openxmlformats.org/officeDocument/2006/relationships/image" Target="../media/image2113.png"/><Relationship Id="rId399" Type="http://schemas.openxmlformats.org/officeDocument/2006/relationships/image" Target="../media/image2203.png"/><Relationship Id="rId259" Type="http://schemas.openxmlformats.org/officeDocument/2006/relationships/image" Target="../media/image2134.png"/><Relationship Id="rId424" Type="http://schemas.openxmlformats.org/officeDocument/2006/relationships/customXml" Target="../ink/ink2269.xml"/><Relationship Id="rId23" Type="http://schemas.openxmlformats.org/officeDocument/2006/relationships/image" Target="../media/image2016.png"/><Relationship Id="rId119" Type="http://schemas.openxmlformats.org/officeDocument/2006/relationships/image" Target="../media/image2064.png"/><Relationship Id="rId270" Type="http://schemas.openxmlformats.org/officeDocument/2006/relationships/customXml" Target="../ink/ink2192.xml"/><Relationship Id="rId326" Type="http://schemas.openxmlformats.org/officeDocument/2006/relationships/customXml" Target="../ink/ink2220.xml"/><Relationship Id="rId65" Type="http://schemas.openxmlformats.org/officeDocument/2006/relationships/image" Target="../media/image2037.png"/><Relationship Id="rId130" Type="http://schemas.openxmlformats.org/officeDocument/2006/relationships/customXml" Target="../ink/ink2122.xml"/><Relationship Id="rId368" Type="http://schemas.openxmlformats.org/officeDocument/2006/relationships/customXml" Target="../ink/ink2241.xml"/><Relationship Id="rId172" Type="http://schemas.openxmlformats.org/officeDocument/2006/relationships/customXml" Target="../ink/ink2143.xml"/><Relationship Id="rId228" Type="http://schemas.openxmlformats.org/officeDocument/2006/relationships/customXml" Target="../ink/ink2171.xml"/><Relationship Id="rId281" Type="http://schemas.openxmlformats.org/officeDocument/2006/relationships/image" Target="../media/image2145.png"/><Relationship Id="rId337" Type="http://schemas.openxmlformats.org/officeDocument/2006/relationships/image" Target="../media/image2172.png"/><Relationship Id="rId34" Type="http://schemas.openxmlformats.org/officeDocument/2006/relationships/customXml" Target="../ink/ink2074.xml"/><Relationship Id="rId76" Type="http://schemas.openxmlformats.org/officeDocument/2006/relationships/customXml" Target="../ink/ink2095.xml"/><Relationship Id="rId141" Type="http://schemas.openxmlformats.org/officeDocument/2006/relationships/image" Target="../media/image2075.png"/><Relationship Id="rId379" Type="http://schemas.openxmlformats.org/officeDocument/2006/relationships/image" Target="../media/image2193.png"/><Relationship Id="rId7" Type="http://schemas.openxmlformats.org/officeDocument/2006/relationships/image" Target="../media/image2008.png"/><Relationship Id="rId183" Type="http://schemas.openxmlformats.org/officeDocument/2006/relationships/image" Target="../media/image2096.png"/><Relationship Id="rId239" Type="http://schemas.openxmlformats.org/officeDocument/2006/relationships/image" Target="../media/image2124.png"/><Relationship Id="rId390" Type="http://schemas.openxmlformats.org/officeDocument/2006/relationships/customXml" Target="../ink/ink2252.xml"/><Relationship Id="rId404" Type="http://schemas.openxmlformats.org/officeDocument/2006/relationships/customXml" Target="../ink/ink2259.xml"/><Relationship Id="rId250" Type="http://schemas.openxmlformats.org/officeDocument/2006/relationships/customXml" Target="../ink/ink2182.xml"/><Relationship Id="rId292" Type="http://schemas.openxmlformats.org/officeDocument/2006/relationships/customXml" Target="../ink/ink2203.xml"/><Relationship Id="rId306" Type="http://schemas.openxmlformats.org/officeDocument/2006/relationships/customXml" Target="../ink/ink2210.xml"/><Relationship Id="rId45" Type="http://schemas.openxmlformats.org/officeDocument/2006/relationships/image" Target="../media/image2027.png"/><Relationship Id="rId87" Type="http://schemas.openxmlformats.org/officeDocument/2006/relationships/image" Target="../media/image2048.png"/><Relationship Id="rId110" Type="http://schemas.openxmlformats.org/officeDocument/2006/relationships/customXml" Target="../ink/ink2112.xml"/><Relationship Id="rId348" Type="http://schemas.openxmlformats.org/officeDocument/2006/relationships/customXml" Target="../ink/ink2231.xml"/><Relationship Id="rId152" Type="http://schemas.openxmlformats.org/officeDocument/2006/relationships/customXml" Target="../ink/ink2133.xml"/><Relationship Id="rId194" Type="http://schemas.openxmlformats.org/officeDocument/2006/relationships/customXml" Target="../ink/ink2154.xml"/><Relationship Id="rId208" Type="http://schemas.openxmlformats.org/officeDocument/2006/relationships/customXml" Target="../ink/ink2161.xml"/><Relationship Id="rId415" Type="http://schemas.openxmlformats.org/officeDocument/2006/relationships/image" Target="../media/image2211.png"/><Relationship Id="rId261" Type="http://schemas.openxmlformats.org/officeDocument/2006/relationships/image" Target="../media/image2135.png"/><Relationship Id="rId14" Type="http://schemas.openxmlformats.org/officeDocument/2006/relationships/customXml" Target="../ink/ink2064.xml"/><Relationship Id="rId56" Type="http://schemas.openxmlformats.org/officeDocument/2006/relationships/customXml" Target="../ink/ink2085.xml"/><Relationship Id="rId317" Type="http://schemas.openxmlformats.org/officeDocument/2006/relationships/image" Target="../media/image2163.png"/><Relationship Id="rId359" Type="http://schemas.openxmlformats.org/officeDocument/2006/relationships/image" Target="../media/image2183.png"/><Relationship Id="rId98" Type="http://schemas.openxmlformats.org/officeDocument/2006/relationships/customXml" Target="../ink/ink2106.xml"/><Relationship Id="rId121" Type="http://schemas.openxmlformats.org/officeDocument/2006/relationships/image" Target="../media/image2065.png"/><Relationship Id="rId163" Type="http://schemas.openxmlformats.org/officeDocument/2006/relationships/image" Target="../media/image2086.png"/><Relationship Id="rId219" Type="http://schemas.openxmlformats.org/officeDocument/2006/relationships/image" Target="../media/image2114.png"/><Relationship Id="rId370" Type="http://schemas.openxmlformats.org/officeDocument/2006/relationships/customXml" Target="../ink/ink2242.xml"/><Relationship Id="rId426" Type="http://schemas.openxmlformats.org/officeDocument/2006/relationships/customXml" Target="../ink/ink2270.xml"/><Relationship Id="rId230" Type="http://schemas.openxmlformats.org/officeDocument/2006/relationships/customXml" Target="../ink/ink2172.xml"/><Relationship Id="rId25" Type="http://schemas.openxmlformats.org/officeDocument/2006/relationships/image" Target="../media/image2017.png"/><Relationship Id="rId67" Type="http://schemas.openxmlformats.org/officeDocument/2006/relationships/image" Target="../media/image2038.png"/><Relationship Id="rId272" Type="http://schemas.openxmlformats.org/officeDocument/2006/relationships/customXml" Target="../ink/ink2193.xml"/><Relationship Id="rId328" Type="http://schemas.openxmlformats.org/officeDocument/2006/relationships/customXml" Target="../ink/ink2221.xml"/><Relationship Id="rId132" Type="http://schemas.openxmlformats.org/officeDocument/2006/relationships/customXml" Target="../ink/ink2123.xml"/><Relationship Id="rId174" Type="http://schemas.openxmlformats.org/officeDocument/2006/relationships/customXml" Target="../ink/ink2144.xml"/><Relationship Id="rId381" Type="http://schemas.openxmlformats.org/officeDocument/2006/relationships/image" Target="../media/image2194.png"/><Relationship Id="rId241" Type="http://schemas.openxmlformats.org/officeDocument/2006/relationships/image" Target="../media/image2125.png"/><Relationship Id="rId36" Type="http://schemas.openxmlformats.org/officeDocument/2006/relationships/customXml" Target="../ink/ink2075.xml"/><Relationship Id="rId283" Type="http://schemas.openxmlformats.org/officeDocument/2006/relationships/image" Target="../media/image2146.png"/><Relationship Id="rId339" Type="http://schemas.openxmlformats.org/officeDocument/2006/relationships/image" Target="../media/image2173.png"/><Relationship Id="rId78" Type="http://schemas.openxmlformats.org/officeDocument/2006/relationships/customXml" Target="../ink/ink2096.xml"/><Relationship Id="rId101" Type="http://schemas.openxmlformats.org/officeDocument/2006/relationships/image" Target="../media/image2055.png"/><Relationship Id="rId143" Type="http://schemas.openxmlformats.org/officeDocument/2006/relationships/image" Target="../media/image2076.png"/><Relationship Id="rId185" Type="http://schemas.openxmlformats.org/officeDocument/2006/relationships/image" Target="../media/image2097.png"/><Relationship Id="rId350" Type="http://schemas.openxmlformats.org/officeDocument/2006/relationships/customXml" Target="../ink/ink2232.xml"/><Relationship Id="rId406" Type="http://schemas.openxmlformats.org/officeDocument/2006/relationships/customXml" Target="../ink/ink2260.xml"/><Relationship Id="rId9" Type="http://schemas.openxmlformats.org/officeDocument/2006/relationships/image" Target="../media/image2009.png"/><Relationship Id="rId210" Type="http://schemas.openxmlformats.org/officeDocument/2006/relationships/customXml" Target="../ink/ink2162.xml"/><Relationship Id="rId392" Type="http://schemas.openxmlformats.org/officeDocument/2006/relationships/customXml" Target="../ink/ink2253.xml"/><Relationship Id="rId252" Type="http://schemas.openxmlformats.org/officeDocument/2006/relationships/customXml" Target="../ink/ink2183.xml"/><Relationship Id="rId294" Type="http://schemas.openxmlformats.org/officeDocument/2006/relationships/customXml" Target="../ink/ink2204.xml"/><Relationship Id="rId308" Type="http://schemas.openxmlformats.org/officeDocument/2006/relationships/customXml" Target="../ink/ink2211.xml"/><Relationship Id="rId47" Type="http://schemas.openxmlformats.org/officeDocument/2006/relationships/image" Target="../media/image2028.png"/><Relationship Id="rId89" Type="http://schemas.openxmlformats.org/officeDocument/2006/relationships/image" Target="../media/image2049.png"/><Relationship Id="rId112" Type="http://schemas.openxmlformats.org/officeDocument/2006/relationships/customXml" Target="../ink/ink2113.xml"/><Relationship Id="rId154" Type="http://schemas.openxmlformats.org/officeDocument/2006/relationships/customXml" Target="../ink/ink2134.xml"/><Relationship Id="rId361" Type="http://schemas.openxmlformats.org/officeDocument/2006/relationships/image" Target="../media/image2184.png"/><Relationship Id="rId196" Type="http://schemas.openxmlformats.org/officeDocument/2006/relationships/customXml" Target="../ink/ink2155.xml"/><Relationship Id="rId417" Type="http://schemas.openxmlformats.org/officeDocument/2006/relationships/image" Target="../media/image2212.png"/><Relationship Id="rId16" Type="http://schemas.openxmlformats.org/officeDocument/2006/relationships/customXml" Target="../ink/ink2065.xml"/><Relationship Id="rId221" Type="http://schemas.openxmlformats.org/officeDocument/2006/relationships/image" Target="../media/image2115.png"/><Relationship Id="rId263" Type="http://schemas.openxmlformats.org/officeDocument/2006/relationships/image" Target="../media/image2136.png"/><Relationship Id="rId319" Type="http://schemas.openxmlformats.org/officeDocument/2006/relationships/image" Target="../media/image2164.png"/><Relationship Id="rId58" Type="http://schemas.openxmlformats.org/officeDocument/2006/relationships/customXml" Target="../ink/ink2086.xml"/><Relationship Id="rId123" Type="http://schemas.openxmlformats.org/officeDocument/2006/relationships/image" Target="../media/image2066.png"/><Relationship Id="rId330" Type="http://schemas.openxmlformats.org/officeDocument/2006/relationships/customXml" Target="../ink/ink2222.xml"/><Relationship Id="rId165" Type="http://schemas.openxmlformats.org/officeDocument/2006/relationships/image" Target="../media/image2087.png"/><Relationship Id="rId372" Type="http://schemas.openxmlformats.org/officeDocument/2006/relationships/customXml" Target="../ink/ink2243.xml"/><Relationship Id="rId428" Type="http://schemas.openxmlformats.org/officeDocument/2006/relationships/customXml" Target="../ink/ink2271.xml"/><Relationship Id="rId232" Type="http://schemas.openxmlformats.org/officeDocument/2006/relationships/customXml" Target="../ink/ink2173.xml"/><Relationship Id="rId274" Type="http://schemas.openxmlformats.org/officeDocument/2006/relationships/customXml" Target="../ink/ink2194.xml"/><Relationship Id="rId27" Type="http://schemas.openxmlformats.org/officeDocument/2006/relationships/image" Target="../media/image2018.png"/><Relationship Id="rId69" Type="http://schemas.openxmlformats.org/officeDocument/2006/relationships/image" Target="../media/image2039.png"/><Relationship Id="rId134" Type="http://schemas.openxmlformats.org/officeDocument/2006/relationships/customXml" Target="../ink/ink2124.xml"/><Relationship Id="rId80" Type="http://schemas.openxmlformats.org/officeDocument/2006/relationships/customXml" Target="../ink/ink2097.xml"/><Relationship Id="rId176" Type="http://schemas.openxmlformats.org/officeDocument/2006/relationships/customXml" Target="../ink/ink2145.xml"/><Relationship Id="rId341" Type="http://schemas.openxmlformats.org/officeDocument/2006/relationships/image" Target="../media/image2174.png"/><Relationship Id="rId383" Type="http://schemas.openxmlformats.org/officeDocument/2006/relationships/image" Target="../media/image2195.png"/><Relationship Id="rId201" Type="http://schemas.openxmlformats.org/officeDocument/2006/relationships/image" Target="../media/image2105.png"/><Relationship Id="rId243" Type="http://schemas.openxmlformats.org/officeDocument/2006/relationships/image" Target="../media/image2126.png"/><Relationship Id="rId285" Type="http://schemas.openxmlformats.org/officeDocument/2006/relationships/image" Target="../media/image2147.png"/><Relationship Id="rId38" Type="http://schemas.openxmlformats.org/officeDocument/2006/relationships/customXml" Target="../ink/ink2076.xml"/><Relationship Id="rId103" Type="http://schemas.openxmlformats.org/officeDocument/2006/relationships/image" Target="../media/image2056.png"/><Relationship Id="rId310" Type="http://schemas.openxmlformats.org/officeDocument/2006/relationships/customXml" Target="../ink/ink2212.xml"/><Relationship Id="rId91" Type="http://schemas.openxmlformats.org/officeDocument/2006/relationships/image" Target="../media/image2050.png"/><Relationship Id="rId145" Type="http://schemas.openxmlformats.org/officeDocument/2006/relationships/image" Target="../media/image2077.png"/><Relationship Id="rId187" Type="http://schemas.openxmlformats.org/officeDocument/2006/relationships/image" Target="../media/image2098.png"/><Relationship Id="rId352" Type="http://schemas.openxmlformats.org/officeDocument/2006/relationships/customXml" Target="../ink/ink2233.xml"/><Relationship Id="rId394" Type="http://schemas.openxmlformats.org/officeDocument/2006/relationships/customXml" Target="../ink/ink2254.xml"/><Relationship Id="rId408" Type="http://schemas.openxmlformats.org/officeDocument/2006/relationships/customXml" Target="../ink/ink2261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63.xml"/><Relationship Id="rId233" Type="http://schemas.openxmlformats.org/officeDocument/2006/relationships/image" Target="../media/image2121.png"/><Relationship Id="rId254" Type="http://schemas.openxmlformats.org/officeDocument/2006/relationships/customXml" Target="../ink/ink2184.xml"/><Relationship Id="rId28" Type="http://schemas.openxmlformats.org/officeDocument/2006/relationships/customXml" Target="../ink/ink2071.xml"/><Relationship Id="rId49" Type="http://schemas.openxmlformats.org/officeDocument/2006/relationships/image" Target="../media/image2029.png"/><Relationship Id="rId114" Type="http://schemas.openxmlformats.org/officeDocument/2006/relationships/customXml" Target="../ink/ink2114.xml"/><Relationship Id="rId275" Type="http://schemas.openxmlformats.org/officeDocument/2006/relationships/image" Target="../media/image2142.png"/><Relationship Id="rId296" Type="http://schemas.openxmlformats.org/officeDocument/2006/relationships/customXml" Target="../ink/ink2205.xml"/><Relationship Id="rId300" Type="http://schemas.openxmlformats.org/officeDocument/2006/relationships/customXml" Target="../ink/ink2207.xml"/><Relationship Id="rId60" Type="http://schemas.openxmlformats.org/officeDocument/2006/relationships/customXml" Target="../ink/ink2087.xml"/><Relationship Id="rId81" Type="http://schemas.openxmlformats.org/officeDocument/2006/relationships/image" Target="../media/image2045.png"/><Relationship Id="rId135" Type="http://schemas.openxmlformats.org/officeDocument/2006/relationships/image" Target="../media/image2072.png"/><Relationship Id="rId156" Type="http://schemas.openxmlformats.org/officeDocument/2006/relationships/customXml" Target="../ink/ink2135.xml"/><Relationship Id="rId177" Type="http://schemas.openxmlformats.org/officeDocument/2006/relationships/image" Target="../media/image2093.png"/><Relationship Id="rId198" Type="http://schemas.openxmlformats.org/officeDocument/2006/relationships/customXml" Target="../ink/ink2156.xml"/><Relationship Id="rId321" Type="http://schemas.openxmlformats.org/officeDocument/2006/relationships/image" Target="../media/image2165.png"/><Relationship Id="rId342" Type="http://schemas.openxmlformats.org/officeDocument/2006/relationships/customXml" Target="../ink/ink2228.xml"/><Relationship Id="rId363" Type="http://schemas.openxmlformats.org/officeDocument/2006/relationships/image" Target="../media/image2185.png"/><Relationship Id="rId384" Type="http://schemas.openxmlformats.org/officeDocument/2006/relationships/customXml" Target="../ink/ink2249.xml"/><Relationship Id="rId419" Type="http://schemas.openxmlformats.org/officeDocument/2006/relationships/image" Target="../media/image2213.png"/><Relationship Id="rId202" Type="http://schemas.openxmlformats.org/officeDocument/2006/relationships/customXml" Target="../ink/ink2158.xml"/><Relationship Id="rId223" Type="http://schemas.openxmlformats.org/officeDocument/2006/relationships/image" Target="../media/image2116.png"/><Relationship Id="rId244" Type="http://schemas.openxmlformats.org/officeDocument/2006/relationships/customXml" Target="../ink/ink2179.xml"/><Relationship Id="rId18" Type="http://schemas.openxmlformats.org/officeDocument/2006/relationships/customXml" Target="../ink/ink2066.xml"/><Relationship Id="rId39" Type="http://schemas.openxmlformats.org/officeDocument/2006/relationships/image" Target="../media/image2024.png"/><Relationship Id="rId265" Type="http://schemas.openxmlformats.org/officeDocument/2006/relationships/image" Target="../media/image2137.png"/><Relationship Id="rId286" Type="http://schemas.openxmlformats.org/officeDocument/2006/relationships/customXml" Target="../ink/ink2200.xml"/><Relationship Id="rId50" Type="http://schemas.openxmlformats.org/officeDocument/2006/relationships/customXml" Target="../ink/ink2082.xml"/><Relationship Id="rId104" Type="http://schemas.openxmlformats.org/officeDocument/2006/relationships/customXml" Target="../ink/ink2109.xml"/><Relationship Id="rId125" Type="http://schemas.openxmlformats.org/officeDocument/2006/relationships/image" Target="../media/image2067.png"/><Relationship Id="rId146" Type="http://schemas.openxmlformats.org/officeDocument/2006/relationships/customXml" Target="../ink/ink2130.xml"/><Relationship Id="rId167" Type="http://schemas.openxmlformats.org/officeDocument/2006/relationships/image" Target="../media/image2088.png"/><Relationship Id="rId188" Type="http://schemas.openxmlformats.org/officeDocument/2006/relationships/customXml" Target="../ink/ink2151.xml"/><Relationship Id="rId311" Type="http://schemas.openxmlformats.org/officeDocument/2006/relationships/image" Target="../media/image2160.png"/><Relationship Id="rId332" Type="http://schemas.openxmlformats.org/officeDocument/2006/relationships/customXml" Target="../ink/ink2223.xml"/><Relationship Id="rId353" Type="http://schemas.openxmlformats.org/officeDocument/2006/relationships/image" Target="../media/image2180.png"/><Relationship Id="rId374" Type="http://schemas.openxmlformats.org/officeDocument/2006/relationships/customXml" Target="../ink/ink2244.xml"/><Relationship Id="rId395" Type="http://schemas.openxmlformats.org/officeDocument/2006/relationships/image" Target="../media/image2201.png"/><Relationship Id="rId409" Type="http://schemas.openxmlformats.org/officeDocument/2006/relationships/image" Target="../media/image2208.png"/><Relationship Id="rId71" Type="http://schemas.openxmlformats.org/officeDocument/2006/relationships/image" Target="../media/image2040.png"/><Relationship Id="rId92" Type="http://schemas.openxmlformats.org/officeDocument/2006/relationships/customXml" Target="../ink/ink2103.xml"/><Relationship Id="rId213" Type="http://schemas.openxmlformats.org/officeDocument/2006/relationships/image" Target="../media/image2111.png"/><Relationship Id="rId234" Type="http://schemas.openxmlformats.org/officeDocument/2006/relationships/customXml" Target="../ink/ink2174.xml"/><Relationship Id="rId420" Type="http://schemas.openxmlformats.org/officeDocument/2006/relationships/customXml" Target="../ink/ink2267.xml"/><Relationship Id="rId2" Type="http://schemas.openxmlformats.org/officeDocument/2006/relationships/customXml" Target="../ink/ink2058.xml"/><Relationship Id="rId29" Type="http://schemas.openxmlformats.org/officeDocument/2006/relationships/image" Target="../media/image2019.png"/><Relationship Id="rId255" Type="http://schemas.openxmlformats.org/officeDocument/2006/relationships/image" Target="../media/image2132.png"/><Relationship Id="rId276" Type="http://schemas.openxmlformats.org/officeDocument/2006/relationships/customXml" Target="../ink/ink2195.xml"/><Relationship Id="rId297" Type="http://schemas.openxmlformats.org/officeDocument/2006/relationships/image" Target="../media/image2153.png"/><Relationship Id="rId40" Type="http://schemas.openxmlformats.org/officeDocument/2006/relationships/customXml" Target="../ink/ink2077.xml"/><Relationship Id="rId115" Type="http://schemas.openxmlformats.org/officeDocument/2006/relationships/image" Target="../media/image2062.png"/><Relationship Id="rId136" Type="http://schemas.openxmlformats.org/officeDocument/2006/relationships/customXml" Target="../ink/ink2125.xml"/><Relationship Id="rId157" Type="http://schemas.openxmlformats.org/officeDocument/2006/relationships/image" Target="../media/image2083.png"/><Relationship Id="rId178" Type="http://schemas.openxmlformats.org/officeDocument/2006/relationships/customXml" Target="../ink/ink2146.xml"/><Relationship Id="rId301" Type="http://schemas.openxmlformats.org/officeDocument/2006/relationships/image" Target="../media/image2155.png"/><Relationship Id="rId322" Type="http://schemas.openxmlformats.org/officeDocument/2006/relationships/customXml" Target="../ink/ink2218.xml"/><Relationship Id="rId343" Type="http://schemas.openxmlformats.org/officeDocument/2006/relationships/image" Target="../media/image2175.png"/><Relationship Id="rId364" Type="http://schemas.openxmlformats.org/officeDocument/2006/relationships/customXml" Target="../ink/ink2239.xml"/><Relationship Id="rId61" Type="http://schemas.openxmlformats.org/officeDocument/2006/relationships/image" Target="../media/image2035.png"/><Relationship Id="rId82" Type="http://schemas.openxmlformats.org/officeDocument/2006/relationships/customXml" Target="../ink/ink2098.xml"/><Relationship Id="rId199" Type="http://schemas.openxmlformats.org/officeDocument/2006/relationships/image" Target="../media/image2104.png"/><Relationship Id="rId203" Type="http://schemas.openxmlformats.org/officeDocument/2006/relationships/image" Target="../media/image2106.png"/><Relationship Id="rId385" Type="http://schemas.openxmlformats.org/officeDocument/2006/relationships/image" Target="../media/image2196.png"/><Relationship Id="rId19" Type="http://schemas.openxmlformats.org/officeDocument/2006/relationships/image" Target="../media/image2014.png"/><Relationship Id="rId224" Type="http://schemas.openxmlformats.org/officeDocument/2006/relationships/customXml" Target="../ink/ink2169.xml"/><Relationship Id="rId245" Type="http://schemas.openxmlformats.org/officeDocument/2006/relationships/image" Target="../media/image2127.png"/><Relationship Id="rId266" Type="http://schemas.openxmlformats.org/officeDocument/2006/relationships/customXml" Target="../ink/ink2190.xml"/><Relationship Id="rId287" Type="http://schemas.openxmlformats.org/officeDocument/2006/relationships/image" Target="../media/image2148.png"/><Relationship Id="rId410" Type="http://schemas.openxmlformats.org/officeDocument/2006/relationships/customXml" Target="../ink/ink2262.xml"/><Relationship Id="rId30" Type="http://schemas.openxmlformats.org/officeDocument/2006/relationships/customXml" Target="../ink/ink2072.xml"/><Relationship Id="rId105" Type="http://schemas.openxmlformats.org/officeDocument/2006/relationships/image" Target="../media/image2057.png"/><Relationship Id="rId126" Type="http://schemas.openxmlformats.org/officeDocument/2006/relationships/customXml" Target="../ink/ink2120.xml"/><Relationship Id="rId147" Type="http://schemas.openxmlformats.org/officeDocument/2006/relationships/image" Target="../media/image2078.png"/><Relationship Id="rId168" Type="http://schemas.openxmlformats.org/officeDocument/2006/relationships/customXml" Target="../ink/ink2141.xml"/><Relationship Id="rId312" Type="http://schemas.openxmlformats.org/officeDocument/2006/relationships/customXml" Target="../ink/ink2213.xml"/><Relationship Id="rId333" Type="http://schemas.openxmlformats.org/officeDocument/2006/relationships/image" Target="../media/image2170.png"/><Relationship Id="rId354" Type="http://schemas.openxmlformats.org/officeDocument/2006/relationships/customXml" Target="../ink/ink2234.xml"/><Relationship Id="rId51" Type="http://schemas.openxmlformats.org/officeDocument/2006/relationships/image" Target="../media/image2030.png"/><Relationship Id="rId72" Type="http://schemas.openxmlformats.org/officeDocument/2006/relationships/customXml" Target="../ink/ink2093.xml"/><Relationship Id="rId93" Type="http://schemas.openxmlformats.org/officeDocument/2006/relationships/image" Target="../media/image2051.png"/><Relationship Id="rId189" Type="http://schemas.openxmlformats.org/officeDocument/2006/relationships/image" Target="../media/image2099.png"/><Relationship Id="rId375" Type="http://schemas.openxmlformats.org/officeDocument/2006/relationships/image" Target="../media/image2191.png"/><Relationship Id="rId396" Type="http://schemas.openxmlformats.org/officeDocument/2006/relationships/customXml" Target="../ink/ink2255.xml"/><Relationship Id="rId3" Type="http://schemas.openxmlformats.org/officeDocument/2006/relationships/image" Target="../media/image2006.png"/><Relationship Id="rId214" Type="http://schemas.openxmlformats.org/officeDocument/2006/relationships/customXml" Target="../ink/ink2164.xml"/><Relationship Id="rId235" Type="http://schemas.openxmlformats.org/officeDocument/2006/relationships/image" Target="../media/image2122.png"/><Relationship Id="rId256" Type="http://schemas.openxmlformats.org/officeDocument/2006/relationships/customXml" Target="../ink/ink2185.xml"/><Relationship Id="rId277" Type="http://schemas.openxmlformats.org/officeDocument/2006/relationships/image" Target="../media/image2143.png"/><Relationship Id="rId298" Type="http://schemas.openxmlformats.org/officeDocument/2006/relationships/customXml" Target="../ink/ink2206.xml"/><Relationship Id="rId400" Type="http://schemas.openxmlformats.org/officeDocument/2006/relationships/customXml" Target="../ink/ink2257.xml"/><Relationship Id="rId421" Type="http://schemas.openxmlformats.org/officeDocument/2006/relationships/image" Target="../media/image2214.png"/><Relationship Id="rId116" Type="http://schemas.openxmlformats.org/officeDocument/2006/relationships/customXml" Target="../ink/ink2115.xml"/><Relationship Id="rId137" Type="http://schemas.openxmlformats.org/officeDocument/2006/relationships/image" Target="../media/image2073.png"/><Relationship Id="rId158" Type="http://schemas.openxmlformats.org/officeDocument/2006/relationships/customXml" Target="../ink/ink2136.xml"/><Relationship Id="rId302" Type="http://schemas.openxmlformats.org/officeDocument/2006/relationships/customXml" Target="../ink/ink2208.xml"/><Relationship Id="rId323" Type="http://schemas.openxmlformats.org/officeDocument/2006/relationships/image" Target="../media/image2166.png"/><Relationship Id="rId344" Type="http://schemas.openxmlformats.org/officeDocument/2006/relationships/customXml" Target="../ink/ink2229.xml"/><Relationship Id="rId20" Type="http://schemas.openxmlformats.org/officeDocument/2006/relationships/customXml" Target="../ink/ink2067.xml"/><Relationship Id="rId41" Type="http://schemas.openxmlformats.org/officeDocument/2006/relationships/image" Target="../media/image2025.png"/><Relationship Id="rId62" Type="http://schemas.openxmlformats.org/officeDocument/2006/relationships/customXml" Target="../ink/ink2088.xml"/><Relationship Id="rId83" Type="http://schemas.openxmlformats.org/officeDocument/2006/relationships/image" Target="../media/image2046.png"/><Relationship Id="rId179" Type="http://schemas.openxmlformats.org/officeDocument/2006/relationships/image" Target="../media/image2094.png"/><Relationship Id="rId365" Type="http://schemas.openxmlformats.org/officeDocument/2006/relationships/image" Target="../media/image2186.png"/><Relationship Id="rId386" Type="http://schemas.openxmlformats.org/officeDocument/2006/relationships/customXml" Target="../ink/ink2250.xml"/><Relationship Id="rId190" Type="http://schemas.openxmlformats.org/officeDocument/2006/relationships/customXml" Target="../ink/ink2152.xml"/><Relationship Id="rId204" Type="http://schemas.openxmlformats.org/officeDocument/2006/relationships/customXml" Target="../ink/ink2159.xml"/><Relationship Id="rId225" Type="http://schemas.openxmlformats.org/officeDocument/2006/relationships/image" Target="../media/image2117.png"/><Relationship Id="rId246" Type="http://schemas.openxmlformats.org/officeDocument/2006/relationships/customXml" Target="../ink/ink2180.xml"/><Relationship Id="rId267" Type="http://schemas.openxmlformats.org/officeDocument/2006/relationships/image" Target="../media/image2138.png"/><Relationship Id="rId288" Type="http://schemas.openxmlformats.org/officeDocument/2006/relationships/customXml" Target="../ink/ink2201.xml"/><Relationship Id="rId411" Type="http://schemas.openxmlformats.org/officeDocument/2006/relationships/image" Target="../media/image2209.png"/><Relationship Id="rId106" Type="http://schemas.openxmlformats.org/officeDocument/2006/relationships/customXml" Target="../ink/ink2110.xml"/><Relationship Id="rId127" Type="http://schemas.openxmlformats.org/officeDocument/2006/relationships/image" Target="../media/image2068.png"/><Relationship Id="rId313" Type="http://schemas.openxmlformats.org/officeDocument/2006/relationships/image" Target="../media/image2161.png"/><Relationship Id="rId10" Type="http://schemas.openxmlformats.org/officeDocument/2006/relationships/customXml" Target="../ink/ink2062.xml"/><Relationship Id="rId31" Type="http://schemas.openxmlformats.org/officeDocument/2006/relationships/image" Target="../media/image2020.png"/><Relationship Id="rId52" Type="http://schemas.openxmlformats.org/officeDocument/2006/relationships/customXml" Target="../ink/ink2083.xml"/><Relationship Id="rId73" Type="http://schemas.openxmlformats.org/officeDocument/2006/relationships/image" Target="../media/image2041.png"/><Relationship Id="rId94" Type="http://schemas.openxmlformats.org/officeDocument/2006/relationships/customXml" Target="../ink/ink2104.xml"/><Relationship Id="rId148" Type="http://schemas.openxmlformats.org/officeDocument/2006/relationships/customXml" Target="../ink/ink2131.xml"/><Relationship Id="rId169" Type="http://schemas.openxmlformats.org/officeDocument/2006/relationships/image" Target="../media/image2089.png"/><Relationship Id="rId334" Type="http://schemas.openxmlformats.org/officeDocument/2006/relationships/customXml" Target="../ink/ink2224.xml"/><Relationship Id="rId355" Type="http://schemas.openxmlformats.org/officeDocument/2006/relationships/image" Target="../media/image2181.png"/><Relationship Id="rId376" Type="http://schemas.openxmlformats.org/officeDocument/2006/relationships/customXml" Target="../ink/ink2245.xml"/><Relationship Id="rId397" Type="http://schemas.openxmlformats.org/officeDocument/2006/relationships/image" Target="../media/image2202.png"/><Relationship Id="rId4" Type="http://schemas.openxmlformats.org/officeDocument/2006/relationships/customXml" Target="../ink/ink2059.xml"/><Relationship Id="rId180" Type="http://schemas.openxmlformats.org/officeDocument/2006/relationships/customXml" Target="../ink/ink2147.xml"/><Relationship Id="rId215" Type="http://schemas.openxmlformats.org/officeDocument/2006/relationships/image" Target="../media/image2112.png"/><Relationship Id="rId236" Type="http://schemas.openxmlformats.org/officeDocument/2006/relationships/customXml" Target="../ink/ink2175.xml"/><Relationship Id="rId257" Type="http://schemas.openxmlformats.org/officeDocument/2006/relationships/image" Target="../media/image2133.png"/><Relationship Id="rId278" Type="http://schemas.openxmlformats.org/officeDocument/2006/relationships/customXml" Target="../ink/ink2196.xml"/><Relationship Id="rId401" Type="http://schemas.openxmlformats.org/officeDocument/2006/relationships/image" Target="../media/image2204.png"/><Relationship Id="rId422" Type="http://schemas.openxmlformats.org/officeDocument/2006/relationships/customXml" Target="../ink/ink2268.xml"/><Relationship Id="rId303" Type="http://schemas.openxmlformats.org/officeDocument/2006/relationships/image" Target="../media/image2156.png"/><Relationship Id="rId42" Type="http://schemas.openxmlformats.org/officeDocument/2006/relationships/customXml" Target="../ink/ink2078.xml"/><Relationship Id="rId84" Type="http://schemas.openxmlformats.org/officeDocument/2006/relationships/customXml" Target="../ink/ink2099.xml"/><Relationship Id="rId138" Type="http://schemas.openxmlformats.org/officeDocument/2006/relationships/customXml" Target="../ink/ink2126.xml"/><Relationship Id="rId345" Type="http://schemas.openxmlformats.org/officeDocument/2006/relationships/image" Target="../media/image2176.png"/><Relationship Id="rId387" Type="http://schemas.openxmlformats.org/officeDocument/2006/relationships/image" Target="../media/image2197.png"/><Relationship Id="rId191" Type="http://schemas.openxmlformats.org/officeDocument/2006/relationships/image" Target="../media/image2100.png"/><Relationship Id="rId205" Type="http://schemas.openxmlformats.org/officeDocument/2006/relationships/image" Target="../media/image2107.png"/><Relationship Id="rId247" Type="http://schemas.openxmlformats.org/officeDocument/2006/relationships/image" Target="../media/image2128.png"/><Relationship Id="rId412" Type="http://schemas.openxmlformats.org/officeDocument/2006/relationships/customXml" Target="../ink/ink2263.xml"/><Relationship Id="rId107" Type="http://schemas.openxmlformats.org/officeDocument/2006/relationships/image" Target="../media/image2058.png"/><Relationship Id="rId289" Type="http://schemas.openxmlformats.org/officeDocument/2006/relationships/image" Target="../media/image2149.png"/><Relationship Id="rId11" Type="http://schemas.openxmlformats.org/officeDocument/2006/relationships/image" Target="../media/image2010.png"/><Relationship Id="rId53" Type="http://schemas.openxmlformats.org/officeDocument/2006/relationships/image" Target="../media/image2031.png"/><Relationship Id="rId149" Type="http://schemas.openxmlformats.org/officeDocument/2006/relationships/image" Target="../media/image2079.png"/><Relationship Id="rId314" Type="http://schemas.openxmlformats.org/officeDocument/2006/relationships/customXml" Target="../ink/ink2214.xml"/><Relationship Id="rId356" Type="http://schemas.openxmlformats.org/officeDocument/2006/relationships/customXml" Target="../ink/ink2235.xml"/><Relationship Id="rId398" Type="http://schemas.openxmlformats.org/officeDocument/2006/relationships/customXml" Target="../ink/ink2256.xml"/><Relationship Id="rId95" Type="http://schemas.openxmlformats.org/officeDocument/2006/relationships/image" Target="../media/image2052.png"/><Relationship Id="rId160" Type="http://schemas.openxmlformats.org/officeDocument/2006/relationships/customXml" Target="../ink/ink2137.xml"/><Relationship Id="rId216" Type="http://schemas.openxmlformats.org/officeDocument/2006/relationships/customXml" Target="../ink/ink2165.xml"/><Relationship Id="rId423" Type="http://schemas.openxmlformats.org/officeDocument/2006/relationships/image" Target="../media/image2215.png"/><Relationship Id="rId258" Type="http://schemas.openxmlformats.org/officeDocument/2006/relationships/customXml" Target="../ink/ink2186.xml"/><Relationship Id="rId22" Type="http://schemas.openxmlformats.org/officeDocument/2006/relationships/customXml" Target="../ink/ink2068.xml"/><Relationship Id="rId64" Type="http://schemas.openxmlformats.org/officeDocument/2006/relationships/customXml" Target="../ink/ink2089.xml"/><Relationship Id="rId118" Type="http://schemas.openxmlformats.org/officeDocument/2006/relationships/customXml" Target="../ink/ink2116.xml"/><Relationship Id="rId325" Type="http://schemas.openxmlformats.org/officeDocument/2006/relationships/image" Target="../media/image2167.png"/><Relationship Id="rId367" Type="http://schemas.openxmlformats.org/officeDocument/2006/relationships/image" Target="../media/image2187.png"/><Relationship Id="rId171" Type="http://schemas.openxmlformats.org/officeDocument/2006/relationships/image" Target="../media/image2090.png"/><Relationship Id="rId227" Type="http://schemas.openxmlformats.org/officeDocument/2006/relationships/image" Target="../media/image2118.png"/><Relationship Id="rId269" Type="http://schemas.openxmlformats.org/officeDocument/2006/relationships/image" Target="../media/image2139.png"/><Relationship Id="rId33" Type="http://schemas.openxmlformats.org/officeDocument/2006/relationships/image" Target="../media/image2021.png"/><Relationship Id="rId129" Type="http://schemas.openxmlformats.org/officeDocument/2006/relationships/image" Target="../media/image2069.png"/><Relationship Id="rId280" Type="http://schemas.openxmlformats.org/officeDocument/2006/relationships/customXml" Target="../ink/ink2197.xml"/><Relationship Id="rId336" Type="http://schemas.openxmlformats.org/officeDocument/2006/relationships/customXml" Target="../ink/ink2225.xml"/><Relationship Id="rId75" Type="http://schemas.openxmlformats.org/officeDocument/2006/relationships/image" Target="../media/image2042.png"/><Relationship Id="rId140" Type="http://schemas.openxmlformats.org/officeDocument/2006/relationships/customXml" Target="../ink/ink2127.xml"/><Relationship Id="rId182" Type="http://schemas.openxmlformats.org/officeDocument/2006/relationships/customXml" Target="../ink/ink2148.xml"/><Relationship Id="rId378" Type="http://schemas.openxmlformats.org/officeDocument/2006/relationships/customXml" Target="../ink/ink2246.xml"/><Relationship Id="rId403" Type="http://schemas.openxmlformats.org/officeDocument/2006/relationships/image" Target="../media/image2205.png"/><Relationship Id="rId6" Type="http://schemas.openxmlformats.org/officeDocument/2006/relationships/customXml" Target="../ink/ink2060.xml"/><Relationship Id="rId238" Type="http://schemas.openxmlformats.org/officeDocument/2006/relationships/customXml" Target="../ink/ink2176.xml"/><Relationship Id="rId291" Type="http://schemas.openxmlformats.org/officeDocument/2006/relationships/image" Target="../media/image2150.png"/><Relationship Id="rId305" Type="http://schemas.openxmlformats.org/officeDocument/2006/relationships/image" Target="../media/image2157.png"/><Relationship Id="rId347" Type="http://schemas.openxmlformats.org/officeDocument/2006/relationships/image" Target="../media/image2177.png"/><Relationship Id="rId44" Type="http://schemas.openxmlformats.org/officeDocument/2006/relationships/customXml" Target="../ink/ink2079.xml"/><Relationship Id="rId86" Type="http://schemas.openxmlformats.org/officeDocument/2006/relationships/customXml" Target="../ink/ink2100.xml"/><Relationship Id="rId151" Type="http://schemas.openxmlformats.org/officeDocument/2006/relationships/image" Target="../media/image2080.png"/><Relationship Id="rId389" Type="http://schemas.openxmlformats.org/officeDocument/2006/relationships/image" Target="../media/image2198.png"/><Relationship Id="rId193" Type="http://schemas.openxmlformats.org/officeDocument/2006/relationships/image" Target="../media/image2101.png"/><Relationship Id="rId207" Type="http://schemas.openxmlformats.org/officeDocument/2006/relationships/image" Target="../media/image2108.png"/><Relationship Id="rId249" Type="http://schemas.openxmlformats.org/officeDocument/2006/relationships/image" Target="../media/image2129.png"/><Relationship Id="rId414" Type="http://schemas.openxmlformats.org/officeDocument/2006/relationships/customXml" Target="../ink/ink2264.xml"/><Relationship Id="rId13" Type="http://schemas.openxmlformats.org/officeDocument/2006/relationships/image" Target="../media/image2011.png"/><Relationship Id="rId109" Type="http://schemas.openxmlformats.org/officeDocument/2006/relationships/image" Target="../media/image2059.png"/><Relationship Id="rId260" Type="http://schemas.openxmlformats.org/officeDocument/2006/relationships/customXml" Target="../ink/ink2187.xml"/><Relationship Id="rId316" Type="http://schemas.openxmlformats.org/officeDocument/2006/relationships/customXml" Target="../ink/ink2215.xml"/><Relationship Id="rId55" Type="http://schemas.openxmlformats.org/officeDocument/2006/relationships/image" Target="../media/image2032.png"/><Relationship Id="rId97" Type="http://schemas.openxmlformats.org/officeDocument/2006/relationships/image" Target="../media/image2053.png"/><Relationship Id="rId120" Type="http://schemas.openxmlformats.org/officeDocument/2006/relationships/customXml" Target="../ink/ink2117.xml"/><Relationship Id="rId358" Type="http://schemas.openxmlformats.org/officeDocument/2006/relationships/customXml" Target="../ink/ink2236.xml"/><Relationship Id="rId162" Type="http://schemas.openxmlformats.org/officeDocument/2006/relationships/customXml" Target="../ink/ink2138.xml"/><Relationship Id="rId218" Type="http://schemas.openxmlformats.org/officeDocument/2006/relationships/customXml" Target="../ink/ink2166.xml"/><Relationship Id="rId425" Type="http://schemas.openxmlformats.org/officeDocument/2006/relationships/image" Target="../media/image2216.png"/><Relationship Id="rId271" Type="http://schemas.openxmlformats.org/officeDocument/2006/relationships/image" Target="../media/image2140.png"/><Relationship Id="rId24" Type="http://schemas.openxmlformats.org/officeDocument/2006/relationships/customXml" Target="../ink/ink2069.xml"/><Relationship Id="rId66" Type="http://schemas.openxmlformats.org/officeDocument/2006/relationships/customXml" Target="../ink/ink2090.xml"/><Relationship Id="rId131" Type="http://schemas.openxmlformats.org/officeDocument/2006/relationships/image" Target="../media/image2070.png"/><Relationship Id="rId327" Type="http://schemas.openxmlformats.org/officeDocument/2006/relationships/image" Target="../media/image1120.png"/><Relationship Id="rId369" Type="http://schemas.openxmlformats.org/officeDocument/2006/relationships/image" Target="../media/image2188.png"/><Relationship Id="rId173" Type="http://schemas.openxmlformats.org/officeDocument/2006/relationships/image" Target="../media/image2091.png"/><Relationship Id="rId229" Type="http://schemas.openxmlformats.org/officeDocument/2006/relationships/image" Target="../media/image2119.png"/><Relationship Id="rId380" Type="http://schemas.openxmlformats.org/officeDocument/2006/relationships/customXml" Target="../ink/ink2247.xml"/><Relationship Id="rId240" Type="http://schemas.openxmlformats.org/officeDocument/2006/relationships/customXml" Target="../ink/ink2177.xml"/><Relationship Id="rId35" Type="http://schemas.openxmlformats.org/officeDocument/2006/relationships/image" Target="../media/image2022.png"/><Relationship Id="rId77" Type="http://schemas.openxmlformats.org/officeDocument/2006/relationships/image" Target="../media/image2043.png"/><Relationship Id="rId100" Type="http://schemas.openxmlformats.org/officeDocument/2006/relationships/customXml" Target="../ink/ink2107.xml"/><Relationship Id="rId282" Type="http://schemas.openxmlformats.org/officeDocument/2006/relationships/customXml" Target="../ink/ink2198.xml"/><Relationship Id="rId338" Type="http://schemas.openxmlformats.org/officeDocument/2006/relationships/customXml" Target="../ink/ink2226.xml"/><Relationship Id="rId8" Type="http://schemas.openxmlformats.org/officeDocument/2006/relationships/customXml" Target="../ink/ink2061.xml"/><Relationship Id="rId142" Type="http://schemas.openxmlformats.org/officeDocument/2006/relationships/customXml" Target="../ink/ink2128.xml"/><Relationship Id="rId184" Type="http://schemas.openxmlformats.org/officeDocument/2006/relationships/customXml" Target="../ink/ink2149.xml"/><Relationship Id="rId391" Type="http://schemas.openxmlformats.org/officeDocument/2006/relationships/image" Target="../media/image2199.png"/><Relationship Id="rId405" Type="http://schemas.openxmlformats.org/officeDocument/2006/relationships/image" Target="../media/image2206.png"/><Relationship Id="rId251" Type="http://schemas.openxmlformats.org/officeDocument/2006/relationships/image" Target="../media/image2130.png"/><Relationship Id="rId46" Type="http://schemas.openxmlformats.org/officeDocument/2006/relationships/customXml" Target="../ink/ink2080.xml"/><Relationship Id="rId293" Type="http://schemas.openxmlformats.org/officeDocument/2006/relationships/image" Target="../media/image2151.png"/><Relationship Id="rId307" Type="http://schemas.openxmlformats.org/officeDocument/2006/relationships/image" Target="../media/image2158.png"/><Relationship Id="rId349" Type="http://schemas.openxmlformats.org/officeDocument/2006/relationships/image" Target="../media/image2178.png"/><Relationship Id="rId88" Type="http://schemas.openxmlformats.org/officeDocument/2006/relationships/customXml" Target="../ink/ink2101.xml"/><Relationship Id="rId111" Type="http://schemas.openxmlformats.org/officeDocument/2006/relationships/image" Target="../media/image2060.png"/><Relationship Id="rId153" Type="http://schemas.openxmlformats.org/officeDocument/2006/relationships/image" Target="../media/image2081.png"/><Relationship Id="rId195" Type="http://schemas.openxmlformats.org/officeDocument/2006/relationships/image" Target="../media/image2102.png"/><Relationship Id="rId209" Type="http://schemas.openxmlformats.org/officeDocument/2006/relationships/image" Target="../media/image2109.png"/><Relationship Id="rId360" Type="http://schemas.openxmlformats.org/officeDocument/2006/relationships/customXml" Target="../ink/ink2237.xml"/><Relationship Id="rId416" Type="http://schemas.openxmlformats.org/officeDocument/2006/relationships/customXml" Target="../ink/ink2265.xml"/><Relationship Id="rId220" Type="http://schemas.openxmlformats.org/officeDocument/2006/relationships/customXml" Target="../ink/ink2167.xml"/><Relationship Id="rId15" Type="http://schemas.openxmlformats.org/officeDocument/2006/relationships/image" Target="../media/image2012.png"/><Relationship Id="rId57" Type="http://schemas.openxmlformats.org/officeDocument/2006/relationships/image" Target="../media/image2033.png"/><Relationship Id="rId262" Type="http://schemas.openxmlformats.org/officeDocument/2006/relationships/customXml" Target="../ink/ink2188.xml"/><Relationship Id="rId318" Type="http://schemas.openxmlformats.org/officeDocument/2006/relationships/customXml" Target="../ink/ink2216.xml"/><Relationship Id="rId99" Type="http://schemas.openxmlformats.org/officeDocument/2006/relationships/image" Target="../media/image2054.png"/><Relationship Id="rId122" Type="http://schemas.openxmlformats.org/officeDocument/2006/relationships/customXml" Target="../ink/ink2118.xml"/><Relationship Id="rId164" Type="http://schemas.openxmlformats.org/officeDocument/2006/relationships/customXml" Target="../ink/ink2139.xml"/><Relationship Id="rId371" Type="http://schemas.openxmlformats.org/officeDocument/2006/relationships/image" Target="../media/image2189.png"/><Relationship Id="rId427" Type="http://schemas.openxmlformats.org/officeDocument/2006/relationships/image" Target="../media/image2217.png"/><Relationship Id="rId26" Type="http://schemas.openxmlformats.org/officeDocument/2006/relationships/customXml" Target="../ink/ink2070.xml"/><Relationship Id="rId231" Type="http://schemas.openxmlformats.org/officeDocument/2006/relationships/image" Target="../media/image2120.png"/><Relationship Id="rId273" Type="http://schemas.openxmlformats.org/officeDocument/2006/relationships/image" Target="../media/image2141.png"/><Relationship Id="rId329" Type="http://schemas.openxmlformats.org/officeDocument/2006/relationships/image" Target="../media/image2168.png"/><Relationship Id="rId68" Type="http://schemas.openxmlformats.org/officeDocument/2006/relationships/customXml" Target="../ink/ink2091.xml"/><Relationship Id="rId133" Type="http://schemas.openxmlformats.org/officeDocument/2006/relationships/image" Target="../media/image2071.png"/><Relationship Id="rId175" Type="http://schemas.openxmlformats.org/officeDocument/2006/relationships/image" Target="../media/image2092.png"/><Relationship Id="rId340" Type="http://schemas.openxmlformats.org/officeDocument/2006/relationships/customXml" Target="../ink/ink2227.xml"/><Relationship Id="rId200" Type="http://schemas.openxmlformats.org/officeDocument/2006/relationships/customXml" Target="../ink/ink2157.xml"/><Relationship Id="rId382" Type="http://schemas.openxmlformats.org/officeDocument/2006/relationships/customXml" Target="../ink/ink2248.xml"/><Relationship Id="rId242" Type="http://schemas.openxmlformats.org/officeDocument/2006/relationships/customXml" Target="../ink/ink2178.xml"/><Relationship Id="rId284" Type="http://schemas.openxmlformats.org/officeDocument/2006/relationships/customXml" Target="../ink/ink2199.xml"/><Relationship Id="rId37" Type="http://schemas.openxmlformats.org/officeDocument/2006/relationships/image" Target="../media/image2023.png"/><Relationship Id="rId79" Type="http://schemas.openxmlformats.org/officeDocument/2006/relationships/image" Target="../media/image2044.png"/><Relationship Id="rId102" Type="http://schemas.openxmlformats.org/officeDocument/2006/relationships/customXml" Target="../ink/ink2108.xml"/><Relationship Id="rId144" Type="http://schemas.openxmlformats.org/officeDocument/2006/relationships/customXml" Target="../ink/ink2129.xml"/><Relationship Id="rId90" Type="http://schemas.openxmlformats.org/officeDocument/2006/relationships/customXml" Target="../ink/ink2102.xml"/><Relationship Id="rId186" Type="http://schemas.openxmlformats.org/officeDocument/2006/relationships/customXml" Target="../ink/ink2150.xml"/><Relationship Id="rId351" Type="http://schemas.openxmlformats.org/officeDocument/2006/relationships/image" Target="../media/image2179.png"/><Relationship Id="rId393" Type="http://schemas.openxmlformats.org/officeDocument/2006/relationships/image" Target="../media/image2200.png"/><Relationship Id="rId407" Type="http://schemas.openxmlformats.org/officeDocument/2006/relationships/image" Target="../media/image2207.png"/><Relationship Id="rId211" Type="http://schemas.openxmlformats.org/officeDocument/2006/relationships/image" Target="../media/image2110.png"/><Relationship Id="rId253" Type="http://schemas.openxmlformats.org/officeDocument/2006/relationships/image" Target="../media/image2131.png"/><Relationship Id="rId295" Type="http://schemas.openxmlformats.org/officeDocument/2006/relationships/image" Target="../media/image2152.png"/><Relationship Id="rId309" Type="http://schemas.openxmlformats.org/officeDocument/2006/relationships/image" Target="../media/image2159.png"/><Relationship Id="rId48" Type="http://schemas.openxmlformats.org/officeDocument/2006/relationships/customXml" Target="../ink/ink2081.xml"/><Relationship Id="rId113" Type="http://schemas.openxmlformats.org/officeDocument/2006/relationships/image" Target="../media/image2061.png"/><Relationship Id="rId320" Type="http://schemas.openxmlformats.org/officeDocument/2006/relationships/customXml" Target="../ink/ink2217.xml"/><Relationship Id="rId155" Type="http://schemas.openxmlformats.org/officeDocument/2006/relationships/image" Target="../media/image2082.png"/><Relationship Id="rId197" Type="http://schemas.openxmlformats.org/officeDocument/2006/relationships/image" Target="../media/image2103.png"/><Relationship Id="rId362" Type="http://schemas.openxmlformats.org/officeDocument/2006/relationships/customXml" Target="../ink/ink2238.xml"/><Relationship Id="rId418" Type="http://schemas.openxmlformats.org/officeDocument/2006/relationships/customXml" Target="../ink/ink2266.xml"/><Relationship Id="rId222" Type="http://schemas.openxmlformats.org/officeDocument/2006/relationships/customXml" Target="../ink/ink2168.xml"/><Relationship Id="rId264" Type="http://schemas.openxmlformats.org/officeDocument/2006/relationships/customXml" Target="../ink/ink2189.xml"/><Relationship Id="rId17" Type="http://schemas.openxmlformats.org/officeDocument/2006/relationships/image" Target="../media/image2013.png"/><Relationship Id="rId59" Type="http://schemas.openxmlformats.org/officeDocument/2006/relationships/image" Target="../media/image2034.png"/><Relationship Id="rId124" Type="http://schemas.openxmlformats.org/officeDocument/2006/relationships/customXml" Target="../ink/ink2119.xml"/><Relationship Id="rId70" Type="http://schemas.openxmlformats.org/officeDocument/2006/relationships/customXml" Target="../ink/ink2092.xml"/><Relationship Id="rId166" Type="http://schemas.openxmlformats.org/officeDocument/2006/relationships/customXml" Target="../ink/ink2140.xml"/><Relationship Id="rId331" Type="http://schemas.openxmlformats.org/officeDocument/2006/relationships/image" Target="../media/image2169.png"/><Relationship Id="rId373" Type="http://schemas.openxmlformats.org/officeDocument/2006/relationships/image" Target="../media/image2190.png"/><Relationship Id="rId429" Type="http://schemas.openxmlformats.org/officeDocument/2006/relationships/image" Target="../media/image2218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75.png"/><Relationship Id="rId299" Type="http://schemas.openxmlformats.org/officeDocument/2006/relationships/image" Target="../media/image2365.png"/><Relationship Id="rId21" Type="http://schemas.openxmlformats.org/officeDocument/2006/relationships/image" Target="../media/image2227.png"/><Relationship Id="rId63" Type="http://schemas.openxmlformats.org/officeDocument/2006/relationships/image" Target="../media/image2248.png"/><Relationship Id="rId159" Type="http://schemas.openxmlformats.org/officeDocument/2006/relationships/image" Target="../media/image2296.png"/><Relationship Id="rId324" Type="http://schemas.openxmlformats.org/officeDocument/2006/relationships/customXml" Target="../ink/ink2433.xml"/><Relationship Id="rId170" Type="http://schemas.openxmlformats.org/officeDocument/2006/relationships/customXml" Target="../ink/ink2356.xml"/><Relationship Id="rId226" Type="http://schemas.openxmlformats.org/officeDocument/2006/relationships/customXml" Target="../ink/ink2384.xml"/><Relationship Id="rId268" Type="http://schemas.openxmlformats.org/officeDocument/2006/relationships/customXml" Target="../ink/ink2405.xml"/><Relationship Id="rId32" Type="http://schemas.openxmlformats.org/officeDocument/2006/relationships/customXml" Target="../ink/ink2287.xml"/><Relationship Id="rId74" Type="http://schemas.openxmlformats.org/officeDocument/2006/relationships/customXml" Target="../ink/ink2308.xml"/><Relationship Id="rId128" Type="http://schemas.openxmlformats.org/officeDocument/2006/relationships/customXml" Target="../ink/ink2335.xml"/><Relationship Id="rId335" Type="http://schemas.openxmlformats.org/officeDocument/2006/relationships/image" Target="../media/image2383.png"/><Relationship Id="rId5" Type="http://schemas.openxmlformats.org/officeDocument/2006/relationships/image" Target="../media/image1120.png"/><Relationship Id="rId181" Type="http://schemas.openxmlformats.org/officeDocument/2006/relationships/image" Target="../media/image2307.png"/><Relationship Id="rId237" Type="http://schemas.openxmlformats.org/officeDocument/2006/relationships/image" Target="../media/image2334.png"/><Relationship Id="rId279" Type="http://schemas.openxmlformats.org/officeDocument/2006/relationships/image" Target="../media/image2355.png"/><Relationship Id="rId43" Type="http://schemas.openxmlformats.org/officeDocument/2006/relationships/image" Target="../media/image2238.png"/><Relationship Id="rId139" Type="http://schemas.openxmlformats.org/officeDocument/2006/relationships/image" Target="../media/image2286.png"/><Relationship Id="rId290" Type="http://schemas.openxmlformats.org/officeDocument/2006/relationships/customXml" Target="../ink/ink2416.xml"/><Relationship Id="rId304" Type="http://schemas.openxmlformats.org/officeDocument/2006/relationships/customXml" Target="../ink/ink2423.xml"/><Relationship Id="rId346" Type="http://schemas.openxmlformats.org/officeDocument/2006/relationships/customXml" Target="../ink/ink2444.xml"/><Relationship Id="rId85" Type="http://schemas.openxmlformats.org/officeDocument/2006/relationships/image" Target="../media/image2259.png"/><Relationship Id="rId150" Type="http://schemas.openxmlformats.org/officeDocument/2006/relationships/customXml" Target="../ink/ink2346.xml"/><Relationship Id="rId192" Type="http://schemas.openxmlformats.org/officeDocument/2006/relationships/customXml" Target="../ink/ink2367.xml"/><Relationship Id="rId206" Type="http://schemas.openxmlformats.org/officeDocument/2006/relationships/customXml" Target="../ink/ink2374.xml"/><Relationship Id="rId248" Type="http://schemas.openxmlformats.org/officeDocument/2006/relationships/customXml" Target="../ink/ink2395.xml"/><Relationship Id="rId12" Type="http://schemas.openxmlformats.org/officeDocument/2006/relationships/customXml" Target="../ink/ink2277.xml"/><Relationship Id="rId108" Type="http://schemas.openxmlformats.org/officeDocument/2006/relationships/customXml" Target="../ink/ink2325.xml"/><Relationship Id="rId315" Type="http://schemas.openxmlformats.org/officeDocument/2006/relationships/image" Target="../media/image2373.png"/><Relationship Id="rId357" Type="http://schemas.openxmlformats.org/officeDocument/2006/relationships/image" Target="../media/image2394.png"/><Relationship Id="rId54" Type="http://schemas.openxmlformats.org/officeDocument/2006/relationships/customXml" Target="../ink/ink2298.xml"/><Relationship Id="rId96" Type="http://schemas.openxmlformats.org/officeDocument/2006/relationships/customXml" Target="../ink/ink2319.xml"/><Relationship Id="rId161" Type="http://schemas.openxmlformats.org/officeDocument/2006/relationships/image" Target="../media/image2297.png"/><Relationship Id="rId217" Type="http://schemas.openxmlformats.org/officeDocument/2006/relationships/image" Target="../media/image2324.png"/><Relationship Id="rId259" Type="http://schemas.openxmlformats.org/officeDocument/2006/relationships/image" Target="../media/image2345.png"/><Relationship Id="rId23" Type="http://schemas.openxmlformats.org/officeDocument/2006/relationships/image" Target="../media/image2228.png"/><Relationship Id="rId119" Type="http://schemas.openxmlformats.org/officeDocument/2006/relationships/image" Target="../media/image2276.png"/><Relationship Id="rId270" Type="http://schemas.openxmlformats.org/officeDocument/2006/relationships/customXml" Target="../ink/ink2406.xml"/><Relationship Id="rId326" Type="http://schemas.openxmlformats.org/officeDocument/2006/relationships/customXml" Target="../ink/ink2434.xml"/><Relationship Id="rId65" Type="http://schemas.openxmlformats.org/officeDocument/2006/relationships/image" Target="../media/image2249.png"/><Relationship Id="rId130" Type="http://schemas.openxmlformats.org/officeDocument/2006/relationships/customXml" Target="../ink/ink2336.xml"/><Relationship Id="rId172" Type="http://schemas.openxmlformats.org/officeDocument/2006/relationships/customXml" Target="../ink/ink2357.xml"/><Relationship Id="rId228" Type="http://schemas.openxmlformats.org/officeDocument/2006/relationships/customXml" Target="../ink/ink2385.xml"/><Relationship Id="rId281" Type="http://schemas.openxmlformats.org/officeDocument/2006/relationships/image" Target="../media/image2356.png"/><Relationship Id="rId337" Type="http://schemas.openxmlformats.org/officeDocument/2006/relationships/image" Target="../media/image2384.png"/><Relationship Id="rId34" Type="http://schemas.openxmlformats.org/officeDocument/2006/relationships/customXml" Target="../ink/ink2288.xml"/><Relationship Id="rId76" Type="http://schemas.openxmlformats.org/officeDocument/2006/relationships/customXml" Target="../ink/ink2309.xml"/><Relationship Id="rId141" Type="http://schemas.openxmlformats.org/officeDocument/2006/relationships/image" Target="../media/image2287.png"/><Relationship Id="rId7" Type="http://schemas.openxmlformats.org/officeDocument/2006/relationships/image" Target="../media/image2220.png"/><Relationship Id="rId183" Type="http://schemas.openxmlformats.org/officeDocument/2006/relationships/image" Target="../media/image2308.png"/><Relationship Id="rId239" Type="http://schemas.openxmlformats.org/officeDocument/2006/relationships/image" Target="../media/image2335.png"/><Relationship Id="rId250" Type="http://schemas.openxmlformats.org/officeDocument/2006/relationships/customXml" Target="../ink/ink2396.xml"/><Relationship Id="rId292" Type="http://schemas.openxmlformats.org/officeDocument/2006/relationships/customXml" Target="../ink/ink2417.xml"/><Relationship Id="rId306" Type="http://schemas.openxmlformats.org/officeDocument/2006/relationships/customXml" Target="../ink/ink2424.xml"/><Relationship Id="rId45" Type="http://schemas.openxmlformats.org/officeDocument/2006/relationships/image" Target="../media/image2239.png"/><Relationship Id="rId87" Type="http://schemas.openxmlformats.org/officeDocument/2006/relationships/image" Target="../media/image2260.png"/><Relationship Id="rId110" Type="http://schemas.openxmlformats.org/officeDocument/2006/relationships/customXml" Target="../ink/ink2326.xml"/><Relationship Id="rId348" Type="http://schemas.openxmlformats.org/officeDocument/2006/relationships/customXml" Target="../ink/ink2445.xml"/><Relationship Id="rId152" Type="http://schemas.openxmlformats.org/officeDocument/2006/relationships/customXml" Target="../ink/ink2347.xml"/><Relationship Id="rId194" Type="http://schemas.openxmlformats.org/officeDocument/2006/relationships/customXml" Target="../ink/ink2368.xml"/><Relationship Id="rId208" Type="http://schemas.openxmlformats.org/officeDocument/2006/relationships/customXml" Target="../ink/ink2375.xml"/><Relationship Id="rId261" Type="http://schemas.openxmlformats.org/officeDocument/2006/relationships/image" Target="../media/image2346.png"/><Relationship Id="rId14" Type="http://schemas.openxmlformats.org/officeDocument/2006/relationships/customXml" Target="../ink/ink2278.xml"/><Relationship Id="rId56" Type="http://schemas.openxmlformats.org/officeDocument/2006/relationships/customXml" Target="../ink/ink2299.xml"/><Relationship Id="rId317" Type="http://schemas.openxmlformats.org/officeDocument/2006/relationships/image" Target="../media/image2374.png"/><Relationship Id="rId359" Type="http://schemas.openxmlformats.org/officeDocument/2006/relationships/image" Target="../media/image2395.png"/><Relationship Id="rId98" Type="http://schemas.openxmlformats.org/officeDocument/2006/relationships/customXml" Target="../ink/ink2320.xml"/><Relationship Id="rId121" Type="http://schemas.openxmlformats.org/officeDocument/2006/relationships/image" Target="../media/image2277.png"/><Relationship Id="rId163" Type="http://schemas.openxmlformats.org/officeDocument/2006/relationships/image" Target="../media/image2298.png"/><Relationship Id="rId219" Type="http://schemas.openxmlformats.org/officeDocument/2006/relationships/image" Target="../media/image2325.png"/><Relationship Id="rId230" Type="http://schemas.openxmlformats.org/officeDocument/2006/relationships/customXml" Target="../ink/ink2386.xml"/><Relationship Id="rId25" Type="http://schemas.openxmlformats.org/officeDocument/2006/relationships/image" Target="../media/image2229.png"/><Relationship Id="rId46" Type="http://schemas.openxmlformats.org/officeDocument/2006/relationships/customXml" Target="../ink/ink2294.xml"/><Relationship Id="rId67" Type="http://schemas.openxmlformats.org/officeDocument/2006/relationships/image" Target="../media/image2250.png"/><Relationship Id="rId272" Type="http://schemas.openxmlformats.org/officeDocument/2006/relationships/customXml" Target="../ink/ink2407.xml"/><Relationship Id="rId293" Type="http://schemas.openxmlformats.org/officeDocument/2006/relationships/image" Target="../media/image2362.png"/><Relationship Id="rId307" Type="http://schemas.openxmlformats.org/officeDocument/2006/relationships/image" Target="../media/image2369.png"/><Relationship Id="rId328" Type="http://schemas.openxmlformats.org/officeDocument/2006/relationships/customXml" Target="../ink/ink2435.xml"/><Relationship Id="rId349" Type="http://schemas.openxmlformats.org/officeDocument/2006/relationships/image" Target="../media/image2390.png"/><Relationship Id="rId88" Type="http://schemas.openxmlformats.org/officeDocument/2006/relationships/customXml" Target="../ink/ink2315.xml"/><Relationship Id="rId111" Type="http://schemas.openxmlformats.org/officeDocument/2006/relationships/image" Target="../media/image2272.png"/><Relationship Id="rId132" Type="http://schemas.openxmlformats.org/officeDocument/2006/relationships/customXml" Target="../ink/ink2337.xml"/><Relationship Id="rId153" Type="http://schemas.openxmlformats.org/officeDocument/2006/relationships/image" Target="../media/image2293.png"/><Relationship Id="rId174" Type="http://schemas.openxmlformats.org/officeDocument/2006/relationships/customXml" Target="../ink/ink2358.xml"/><Relationship Id="rId195" Type="http://schemas.openxmlformats.org/officeDocument/2006/relationships/image" Target="../media/image2314.png"/><Relationship Id="rId209" Type="http://schemas.openxmlformats.org/officeDocument/2006/relationships/image" Target="../media/image2321.png"/><Relationship Id="rId220" Type="http://schemas.openxmlformats.org/officeDocument/2006/relationships/customXml" Target="../ink/ink2381.xml"/><Relationship Id="rId241" Type="http://schemas.openxmlformats.org/officeDocument/2006/relationships/image" Target="../media/image2336.png"/><Relationship Id="rId15" Type="http://schemas.openxmlformats.org/officeDocument/2006/relationships/image" Target="../media/image2224.png"/><Relationship Id="rId36" Type="http://schemas.openxmlformats.org/officeDocument/2006/relationships/customXml" Target="../ink/ink2289.xml"/><Relationship Id="rId57" Type="http://schemas.openxmlformats.org/officeDocument/2006/relationships/image" Target="../media/image2245.png"/><Relationship Id="rId262" Type="http://schemas.openxmlformats.org/officeDocument/2006/relationships/customXml" Target="../ink/ink2402.xml"/><Relationship Id="rId283" Type="http://schemas.openxmlformats.org/officeDocument/2006/relationships/image" Target="../media/image2357.png"/><Relationship Id="rId318" Type="http://schemas.openxmlformats.org/officeDocument/2006/relationships/customXml" Target="../ink/ink2430.xml"/><Relationship Id="rId339" Type="http://schemas.openxmlformats.org/officeDocument/2006/relationships/image" Target="../media/image2385.png"/><Relationship Id="rId78" Type="http://schemas.openxmlformats.org/officeDocument/2006/relationships/customXml" Target="../ink/ink2310.xml"/><Relationship Id="rId99" Type="http://schemas.openxmlformats.org/officeDocument/2006/relationships/image" Target="../media/image2266.png"/><Relationship Id="rId101" Type="http://schemas.openxmlformats.org/officeDocument/2006/relationships/image" Target="../media/image2267.png"/><Relationship Id="rId122" Type="http://schemas.openxmlformats.org/officeDocument/2006/relationships/customXml" Target="../ink/ink2332.xml"/><Relationship Id="rId143" Type="http://schemas.openxmlformats.org/officeDocument/2006/relationships/image" Target="../media/image2288.png"/><Relationship Id="rId164" Type="http://schemas.openxmlformats.org/officeDocument/2006/relationships/customXml" Target="../ink/ink2353.xml"/><Relationship Id="rId185" Type="http://schemas.openxmlformats.org/officeDocument/2006/relationships/image" Target="../media/image2309.png"/><Relationship Id="rId350" Type="http://schemas.openxmlformats.org/officeDocument/2006/relationships/customXml" Target="../ink/ink2446.xml"/><Relationship Id="rId9" Type="http://schemas.openxmlformats.org/officeDocument/2006/relationships/image" Target="../media/image2221.png"/><Relationship Id="rId210" Type="http://schemas.openxmlformats.org/officeDocument/2006/relationships/customXml" Target="../ink/ink2376.xml"/><Relationship Id="rId26" Type="http://schemas.openxmlformats.org/officeDocument/2006/relationships/customXml" Target="../ink/ink2284.xml"/><Relationship Id="rId231" Type="http://schemas.openxmlformats.org/officeDocument/2006/relationships/image" Target="../media/image2331.png"/><Relationship Id="rId252" Type="http://schemas.openxmlformats.org/officeDocument/2006/relationships/customXml" Target="../ink/ink2397.xml"/><Relationship Id="rId273" Type="http://schemas.openxmlformats.org/officeDocument/2006/relationships/image" Target="../media/image2352.png"/><Relationship Id="rId294" Type="http://schemas.openxmlformats.org/officeDocument/2006/relationships/customXml" Target="../ink/ink2418.xml"/><Relationship Id="rId308" Type="http://schemas.openxmlformats.org/officeDocument/2006/relationships/customXml" Target="../ink/ink2425.xml"/><Relationship Id="rId329" Type="http://schemas.openxmlformats.org/officeDocument/2006/relationships/image" Target="../media/image2380.png"/><Relationship Id="rId47" Type="http://schemas.openxmlformats.org/officeDocument/2006/relationships/image" Target="../media/image2240.png"/><Relationship Id="rId68" Type="http://schemas.openxmlformats.org/officeDocument/2006/relationships/customXml" Target="../ink/ink2305.xml"/><Relationship Id="rId89" Type="http://schemas.openxmlformats.org/officeDocument/2006/relationships/image" Target="../media/image2261.png"/><Relationship Id="rId112" Type="http://schemas.openxmlformats.org/officeDocument/2006/relationships/customXml" Target="../ink/ink2327.xml"/><Relationship Id="rId133" Type="http://schemas.openxmlformats.org/officeDocument/2006/relationships/image" Target="../media/image2283.png"/><Relationship Id="rId154" Type="http://schemas.openxmlformats.org/officeDocument/2006/relationships/customXml" Target="../ink/ink2348.xml"/><Relationship Id="rId175" Type="http://schemas.openxmlformats.org/officeDocument/2006/relationships/image" Target="../media/image2304.png"/><Relationship Id="rId340" Type="http://schemas.openxmlformats.org/officeDocument/2006/relationships/customXml" Target="../ink/ink2441.xml"/><Relationship Id="rId196" Type="http://schemas.openxmlformats.org/officeDocument/2006/relationships/customXml" Target="../ink/ink2369.xml"/><Relationship Id="rId200" Type="http://schemas.openxmlformats.org/officeDocument/2006/relationships/customXml" Target="../ink/ink2371.xml"/><Relationship Id="rId16" Type="http://schemas.openxmlformats.org/officeDocument/2006/relationships/customXml" Target="../ink/ink2279.xml"/><Relationship Id="rId221" Type="http://schemas.openxmlformats.org/officeDocument/2006/relationships/image" Target="../media/image2326.png"/><Relationship Id="rId242" Type="http://schemas.openxmlformats.org/officeDocument/2006/relationships/customXml" Target="../ink/ink2392.xml"/><Relationship Id="rId263" Type="http://schemas.openxmlformats.org/officeDocument/2006/relationships/image" Target="../media/image2347.png"/><Relationship Id="rId284" Type="http://schemas.openxmlformats.org/officeDocument/2006/relationships/customXml" Target="../ink/ink2413.xml"/><Relationship Id="rId319" Type="http://schemas.openxmlformats.org/officeDocument/2006/relationships/image" Target="../media/image2375.png"/><Relationship Id="rId37" Type="http://schemas.openxmlformats.org/officeDocument/2006/relationships/image" Target="../media/image2235.png"/><Relationship Id="rId58" Type="http://schemas.openxmlformats.org/officeDocument/2006/relationships/customXml" Target="../ink/ink2300.xml"/><Relationship Id="rId79" Type="http://schemas.openxmlformats.org/officeDocument/2006/relationships/image" Target="../media/image2256.png"/><Relationship Id="rId102" Type="http://schemas.openxmlformats.org/officeDocument/2006/relationships/customXml" Target="../ink/ink2322.xml"/><Relationship Id="rId123" Type="http://schemas.openxmlformats.org/officeDocument/2006/relationships/image" Target="../media/image2278.png"/><Relationship Id="rId144" Type="http://schemas.openxmlformats.org/officeDocument/2006/relationships/customXml" Target="../ink/ink2343.xml"/><Relationship Id="rId330" Type="http://schemas.openxmlformats.org/officeDocument/2006/relationships/customXml" Target="../ink/ink2436.xml"/><Relationship Id="rId90" Type="http://schemas.openxmlformats.org/officeDocument/2006/relationships/customXml" Target="../ink/ink2316.xml"/><Relationship Id="rId165" Type="http://schemas.openxmlformats.org/officeDocument/2006/relationships/image" Target="../media/image2299.png"/><Relationship Id="rId186" Type="http://schemas.openxmlformats.org/officeDocument/2006/relationships/customXml" Target="../ink/ink2364.xml"/><Relationship Id="rId351" Type="http://schemas.openxmlformats.org/officeDocument/2006/relationships/image" Target="../media/image2391.png"/><Relationship Id="rId211" Type="http://schemas.openxmlformats.org/officeDocument/2006/relationships/image" Target="../media/image504.png"/><Relationship Id="rId232" Type="http://schemas.openxmlformats.org/officeDocument/2006/relationships/customXml" Target="../ink/ink2387.xml"/><Relationship Id="rId253" Type="http://schemas.openxmlformats.org/officeDocument/2006/relationships/image" Target="../media/image2342.png"/><Relationship Id="rId274" Type="http://schemas.openxmlformats.org/officeDocument/2006/relationships/customXml" Target="../ink/ink2408.xml"/><Relationship Id="rId295" Type="http://schemas.openxmlformats.org/officeDocument/2006/relationships/image" Target="../media/image2363.png"/><Relationship Id="rId309" Type="http://schemas.openxmlformats.org/officeDocument/2006/relationships/image" Target="../media/image2370.png"/><Relationship Id="rId27" Type="http://schemas.openxmlformats.org/officeDocument/2006/relationships/image" Target="../media/image2230.png"/><Relationship Id="rId48" Type="http://schemas.openxmlformats.org/officeDocument/2006/relationships/customXml" Target="../ink/ink2295.xml"/><Relationship Id="rId69" Type="http://schemas.openxmlformats.org/officeDocument/2006/relationships/image" Target="../media/image2251.png"/><Relationship Id="rId113" Type="http://schemas.openxmlformats.org/officeDocument/2006/relationships/image" Target="../media/image2273.png"/><Relationship Id="rId134" Type="http://schemas.openxmlformats.org/officeDocument/2006/relationships/customXml" Target="../ink/ink2338.xml"/><Relationship Id="rId320" Type="http://schemas.openxmlformats.org/officeDocument/2006/relationships/customXml" Target="../ink/ink2431.xml"/><Relationship Id="rId80" Type="http://schemas.openxmlformats.org/officeDocument/2006/relationships/customXml" Target="../ink/ink2311.xml"/><Relationship Id="rId155" Type="http://schemas.openxmlformats.org/officeDocument/2006/relationships/image" Target="../media/image2294.png"/><Relationship Id="rId176" Type="http://schemas.openxmlformats.org/officeDocument/2006/relationships/customXml" Target="../ink/ink2359.xml"/><Relationship Id="rId197" Type="http://schemas.openxmlformats.org/officeDocument/2006/relationships/image" Target="../media/image2315.png"/><Relationship Id="rId341" Type="http://schemas.openxmlformats.org/officeDocument/2006/relationships/image" Target="../media/image2386.png"/><Relationship Id="rId201" Type="http://schemas.openxmlformats.org/officeDocument/2006/relationships/image" Target="../media/image2317.png"/><Relationship Id="rId222" Type="http://schemas.openxmlformats.org/officeDocument/2006/relationships/customXml" Target="../ink/ink2382.xml"/><Relationship Id="rId243" Type="http://schemas.openxmlformats.org/officeDocument/2006/relationships/image" Target="../media/image2337.png"/><Relationship Id="rId264" Type="http://schemas.openxmlformats.org/officeDocument/2006/relationships/customXml" Target="../ink/ink2403.xml"/><Relationship Id="rId285" Type="http://schemas.openxmlformats.org/officeDocument/2006/relationships/image" Target="../media/image2358.png"/><Relationship Id="rId17" Type="http://schemas.openxmlformats.org/officeDocument/2006/relationships/image" Target="../media/image2225.png"/><Relationship Id="rId38" Type="http://schemas.openxmlformats.org/officeDocument/2006/relationships/customXml" Target="../ink/ink2290.xml"/><Relationship Id="rId59" Type="http://schemas.openxmlformats.org/officeDocument/2006/relationships/image" Target="../media/image2246.png"/><Relationship Id="rId103" Type="http://schemas.openxmlformats.org/officeDocument/2006/relationships/image" Target="../media/image2268.png"/><Relationship Id="rId124" Type="http://schemas.openxmlformats.org/officeDocument/2006/relationships/customXml" Target="../ink/ink2333.xml"/><Relationship Id="rId310" Type="http://schemas.openxmlformats.org/officeDocument/2006/relationships/customXml" Target="../ink/ink2426.xml"/><Relationship Id="rId70" Type="http://schemas.openxmlformats.org/officeDocument/2006/relationships/customXml" Target="../ink/ink2306.xml"/><Relationship Id="rId91" Type="http://schemas.openxmlformats.org/officeDocument/2006/relationships/image" Target="../media/image2262.png"/><Relationship Id="rId145" Type="http://schemas.openxmlformats.org/officeDocument/2006/relationships/image" Target="../media/image2289.png"/><Relationship Id="rId166" Type="http://schemas.openxmlformats.org/officeDocument/2006/relationships/customXml" Target="../ink/ink2354.xml"/><Relationship Id="rId187" Type="http://schemas.openxmlformats.org/officeDocument/2006/relationships/image" Target="../media/image2310.png"/><Relationship Id="rId331" Type="http://schemas.openxmlformats.org/officeDocument/2006/relationships/image" Target="../media/image2381.png"/><Relationship Id="rId352" Type="http://schemas.openxmlformats.org/officeDocument/2006/relationships/customXml" Target="../ink/ink244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77.xml"/><Relationship Id="rId233" Type="http://schemas.openxmlformats.org/officeDocument/2006/relationships/image" Target="../media/image2332.png"/><Relationship Id="rId254" Type="http://schemas.openxmlformats.org/officeDocument/2006/relationships/customXml" Target="../ink/ink2398.xml"/><Relationship Id="rId28" Type="http://schemas.openxmlformats.org/officeDocument/2006/relationships/customXml" Target="../ink/ink2285.xml"/><Relationship Id="rId49" Type="http://schemas.openxmlformats.org/officeDocument/2006/relationships/image" Target="../media/image2241.png"/><Relationship Id="rId114" Type="http://schemas.openxmlformats.org/officeDocument/2006/relationships/customXml" Target="../ink/ink2328.xml"/><Relationship Id="rId275" Type="http://schemas.openxmlformats.org/officeDocument/2006/relationships/image" Target="../media/image2353.png"/><Relationship Id="rId296" Type="http://schemas.openxmlformats.org/officeDocument/2006/relationships/customXml" Target="../ink/ink2419.xml"/><Relationship Id="rId300" Type="http://schemas.openxmlformats.org/officeDocument/2006/relationships/customXml" Target="../ink/ink2421.xml"/><Relationship Id="rId60" Type="http://schemas.openxmlformats.org/officeDocument/2006/relationships/customXml" Target="../ink/ink2301.xml"/><Relationship Id="rId81" Type="http://schemas.openxmlformats.org/officeDocument/2006/relationships/image" Target="../media/image2257.png"/><Relationship Id="rId135" Type="http://schemas.openxmlformats.org/officeDocument/2006/relationships/image" Target="../media/image2284.png"/><Relationship Id="rId156" Type="http://schemas.openxmlformats.org/officeDocument/2006/relationships/customXml" Target="../ink/ink2349.xml"/><Relationship Id="rId177" Type="http://schemas.openxmlformats.org/officeDocument/2006/relationships/image" Target="../media/image2305.png"/><Relationship Id="rId198" Type="http://schemas.openxmlformats.org/officeDocument/2006/relationships/customXml" Target="../ink/ink2370.xml"/><Relationship Id="rId321" Type="http://schemas.openxmlformats.org/officeDocument/2006/relationships/image" Target="../media/image2376.png"/><Relationship Id="rId342" Type="http://schemas.openxmlformats.org/officeDocument/2006/relationships/customXml" Target="../ink/ink2442.xml"/><Relationship Id="rId202" Type="http://schemas.openxmlformats.org/officeDocument/2006/relationships/customXml" Target="../ink/ink2372.xml"/><Relationship Id="rId223" Type="http://schemas.openxmlformats.org/officeDocument/2006/relationships/image" Target="../media/image2327.png"/><Relationship Id="rId244" Type="http://schemas.openxmlformats.org/officeDocument/2006/relationships/customXml" Target="../ink/ink2393.xml"/><Relationship Id="rId18" Type="http://schemas.openxmlformats.org/officeDocument/2006/relationships/customXml" Target="../ink/ink2280.xml"/><Relationship Id="rId39" Type="http://schemas.openxmlformats.org/officeDocument/2006/relationships/image" Target="../media/image2236.png"/><Relationship Id="rId265" Type="http://schemas.openxmlformats.org/officeDocument/2006/relationships/image" Target="../media/image2348.png"/><Relationship Id="rId286" Type="http://schemas.openxmlformats.org/officeDocument/2006/relationships/customXml" Target="../ink/ink2414.xml"/><Relationship Id="rId50" Type="http://schemas.openxmlformats.org/officeDocument/2006/relationships/customXml" Target="../ink/ink2296.xml"/><Relationship Id="rId104" Type="http://schemas.openxmlformats.org/officeDocument/2006/relationships/customXml" Target="../ink/ink2323.xml"/><Relationship Id="rId125" Type="http://schemas.openxmlformats.org/officeDocument/2006/relationships/image" Target="../media/image2279.png"/><Relationship Id="rId146" Type="http://schemas.openxmlformats.org/officeDocument/2006/relationships/customXml" Target="../ink/ink2344.xml"/><Relationship Id="rId167" Type="http://schemas.openxmlformats.org/officeDocument/2006/relationships/image" Target="../media/image2300.png"/><Relationship Id="rId188" Type="http://schemas.openxmlformats.org/officeDocument/2006/relationships/customXml" Target="../ink/ink2365.xml"/><Relationship Id="rId311" Type="http://schemas.openxmlformats.org/officeDocument/2006/relationships/image" Target="../media/image2371.png"/><Relationship Id="rId332" Type="http://schemas.openxmlformats.org/officeDocument/2006/relationships/customXml" Target="../ink/ink2437.xml"/><Relationship Id="rId353" Type="http://schemas.openxmlformats.org/officeDocument/2006/relationships/image" Target="../media/image2392.png"/><Relationship Id="rId71" Type="http://schemas.openxmlformats.org/officeDocument/2006/relationships/image" Target="../media/image2252.png"/><Relationship Id="rId92" Type="http://schemas.openxmlformats.org/officeDocument/2006/relationships/customXml" Target="../ink/ink2317.xml"/><Relationship Id="rId213" Type="http://schemas.openxmlformats.org/officeDocument/2006/relationships/image" Target="../media/image2322.png"/><Relationship Id="rId234" Type="http://schemas.openxmlformats.org/officeDocument/2006/relationships/customXml" Target="../ink/ink2388.xml"/><Relationship Id="rId2" Type="http://schemas.openxmlformats.org/officeDocument/2006/relationships/customXml" Target="../ink/ink2272.xml"/><Relationship Id="rId29" Type="http://schemas.openxmlformats.org/officeDocument/2006/relationships/image" Target="../media/image2231.png"/><Relationship Id="rId255" Type="http://schemas.openxmlformats.org/officeDocument/2006/relationships/image" Target="../media/image2343.png"/><Relationship Id="rId276" Type="http://schemas.openxmlformats.org/officeDocument/2006/relationships/customXml" Target="../ink/ink2409.xml"/><Relationship Id="rId297" Type="http://schemas.openxmlformats.org/officeDocument/2006/relationships/image" Target="../media/image2364.png"/><Relationship Id="rId40" Type="http://schemas.openxmlformats.org/officeDocument/2006/relationships/customXml" Target="../ink/ink2291.xml"/><Relationship Id="rId115" Type="http://schemas.openxmlformats.org/officeDocument/2006/relationships/image" Target="../media/image2274.png"/><Relationship Id="rId136" Type="http://schemas.openxmlformats.org/officeDocument/2006/relationships/customXml" Target="../ink/ink2339.xml"/><Relationship Id="rId157" Type="http://schemas.openxmlformats.org/officeDocument/2006/relationships/image" Target="../media/image2295.png"/><Relationship Id="rId178" Type="http://schemas.openxmlformats.org/officeDocument/2006/relationships/customXml" Target="../ink/ink2360.xml"/><Relationship Id="rId301" Type="http://schemas.openxmlformats.org/officeDocument/2006/relationships/image" Target="../media/image2366.png"/><Relationship Id="rId322" Type="http://schemas.openxmlformats.org/officeDocument/2006/relationships/customXml" Target="../ink/ink2432.xml"/><Relationship Id="rId343" Type="http://schemas.openxmlformats.org/officeDocument/2006/relationships/image" Target="../media/image2387.png"/><Relationship Id="rId61" Type="http://schemas.openxmlformats.org/officeDocument/2006/relationships/image" Target="../media/image2247.png"/><Relationship Id="rId82" Type="http://schemas.openxmlformats.org/officeDocument/2006/relationships/customXml" Target="../ink/ink2312.xml"/><Relationship Id="rId199" Type="http://schemas.openxmlformats.org/officeDocument/2006/relationships/image" Target="../media/image2316.png"/><Relationship Id="rId203" Type="http://schemas.openxmlformats.org/officeDocument/2006/relationships/image" Target="../media/image2318.png"/><Relationship Id="rId19" Type="http://schemas.openxmlformats.org/officeDocument/2006/relationships/image" Target="../media/image2226.png"/><Relationship Id="rId224" Type="http://schemas.openxmlformats.org/officeDocument/2006/relationships/customXml" Target="../ink/ink2383.xml"/><Relationship Id="rId245" Type="http://schemas.openxmlformats.org/officeDocument/2006/relationships/image" Target="../media/image2338.png"/><Relationship Id="rId266" Type="http://schemas.openxmlformats.org/officeDocument/2006/relationships/customXml" Target="../ink/ink2404.xml"/><Relationship Id="rId287" Type="http://schemas.openxmlformats.org/officeDocument/2006/relationships/image" Target="../media/image2359.png"/><Relationship Id="rId30" Type="http://schemas.openxmlformats.org/officeDocument/2006/relationships/customXml" Target="../ink/ink2286.xml"/><Relationship Id="rId105" Type="http://schemas.openxmlformats.org/officeDocument/2006/relationships/image" Target="../media/image2269.png"/><Relationship Id="rId126" Type="http://schemas.openxmlformats.org/officeDocument/2006/relationships/customXml" Target="../ink/ink2334.xml"/><Relationship Id="rId147" Type="http://schemas.openxmlformats.org/officeDocument/2006/relationships/image" Target="../media/image2290.png"/><Relationship Id="rId168" Type="http://schemas.openxmlformats.org/officeDocument/2006/relationships/customXml" Target="../ink/ink2355.xml"/><Relationship Id="rId312" Type="http://schemas.openxmlformats.org/officeDocument/2006/relationships/customXml" Target="../ink/ink2427.xml"/><Relationship Id="rId333" Type="http://schemas.openxmlformats.org/officeDocument/2006/relationships/image" Target="../media/image2382.png"/><Relationship Id="rId354" Type="http://schemas.openxmlformats.org/officeDocument/2006/relationships/customXml" Target="../ink/ink2448.xml"/><Relationship Id="rId51" Type="http://schemas.openxmlformats.org/officeDocument/2006/relationships/image" Target="../media/image2242.png"/><Relationship Id="rId72" Type="http://schemas.openxmlformats.org/officeDocument/2006/relationships/customXml" Target="../ink/ink2307.xml"/><Relationship Id="rId93" Type="http://schemas.openxmlformats.org/officeDocument/2006/relationships/image" Target="../media/image2263.png"/><Relationship Id="rId189" Type="http://schemas.openxmlformats.org/officeDocument/2006/relationships/image" Target="../media/image2311.png"/><Relationship Id="rId3" Type="http://schemas.openxmlformats.org/officeDocument/2006/relationships/image" Target="../media/image2219.png"/><Relationship Id="rId214" Type="http://schemas.openxmlformats.org/officeDocument/2006/relationships/customXml" Target="../ink/ink2378.xml"/><Relationship Id="rId235" Type="http://schemas.openxmlformats.org/officeDocument/2006/relationships/image" Target="../media/image2333.png"/><Relationship Id="rId256" Type="http://schemas.openxmlformats.org/officeDocument/2006/relationships/customXml" Target="../ink/ink2399.xml"/><Relationship Id="rId277" Type="http://schemas.openxmlformats.org/officeDocument/2006/relationships/image" Target="../media/image2354.png"/><Relationship Id="rId298" Type="http://schemas.openxmlformats.org/officeDocument/2006/relationships/customXml" Target="../ink/ink2420.xml"/><Relationship Id="rId116" Type="http://schemas.openxmlformats.org/officeDocument/2006/relationships/customXml" Target="../ink/ink2329.xml"/><Relationship Id="rId137" Type="http://schemas.openxmlformats.org/officeDocument/2006/relationships/image" Target="../media/image2285.png"/><Relationship Id="rId158" Type="http://schemas.openxmlformats.org/officeDocument/2006/relationships/customXml" Target="../ink/ink2350.xml"/><Relationship Id="rId302" Type="http://schemas.openxmlformats.org/officeDocument/2006/relationships/customXml" Target="../ink/ink2422.xml"/><Relationship Id="rId323" Type="http://schemas.openxmlformats.org/officeDocument/2006/relationships/image" Target="../media/image2377.png"/><Relationship Id="rId344" Type="http://schemas.openxmlformats.org/officeDocument/2006/relationships/customXml" Target="../ink/ink2443.xml"/><Relationship Id="rId20" Type="http://schemas.openxmlformats.org/officeDocument/2006/relationships/customXml" Target="../ink/ink2281.xml"/><Relationship Id="rId41" Type="http://schemas.openxmlformats.org/officeDocument/2006/relationships/image" Target="../media/image2237.png"/><Relationship Id="rId62" Type="http://schemas.openxmlformats.org/officeDocument/2006/relationships/customXml" Target="../ink/ink2302.xml"/><Relationship Id="rId83" Type="http://schemas.openxmlformats.org/officeDocument/2006/relationships/image" Target="../media/image2258.png"/><Relationship Id="rId179" Type="http://schemas.openxmlformats.org/officeDocument/2006/relationships/image" Target="../media/image2306.png"/><Relationship Id="rId190" Type="http://schemas.openxmlformats.org/officeDocument/2006/relationships/customXml" Target="../ink/ink2366.xml"/><Relationship Id="rId204" Type="http://schemas.openxmlformats.org/officeDocument/2006/relationships/customXml" Target="../ink/ink2373.xml"/><Relationship Id="rId225" Type="http://schemas.openxmlformats.org/officeDocument/2006/relationships/image" Target="../media/image2328.png"/><Relationship Id="rId246" Type="http://schemas.openxmlformats.org/officeDocument/2006/relationships/customXml" Target="../ink/ink2394.xml"/><Relationship Id="rId267" Type="http://schemas.openxmlformats.org/officeDocument/2006/relationships/image" Target="../media/image2349.png"/><Relationship Id="rId288" Type="http://schemas.openxmlformats.org/officeDocument/2006/relationships/customXml" Target="../ink/ink2415.xml"/><Relationship Id="rId106" Type="http://schemas.openxmlformats.org/officeDocument/2006/relationships/customXml" Target="../ink/ink2324.xml"/><Relationship Id="rId127" Type="http://schemas.openxmlformats.org/officeDocument/2006/relationships/image" Target="../media/image2280.png"/><Relationship Id="rId313" Type="http://schemas.openxmlformats.org/officeDocument/2006/relationships/image" Target="../media/image2372.png"/><Relationship Id="rId10" Type="http://schemas.openxmlformats.org/officeDocument/2006/relationships/customXml" Target="../ink/ink2276.xml"/><Relationship Id="rId31" Type="http://schemas.openxmlformats.org/officeDocument/2006/relationships/image" Target="../media/image2232.png"/><Relationship Id="rId52" Type="http://schemas.openxmlformats.org/officeDocument/2006/relationships/customXml" Target="../ink/ink2297.xml"/><Relationship Id="rId73" Type="http://schemas.openxmlformats.org/officeDocument/2006/relationships/image" Target="../media/image2253.png"/><Relationship Id="rId94" Type="http://schemas.openxmlformats.org/officeDocument/2006/relationships/customXml" Target="../ink/ink2318.xml"/><Relationship Id="rId148" Type="http://schemas.openxmlformats.org/officeDocument/2006/relationships/customXml" Target="../ink/ink2345.xml"/><Relationship Id="rId169" Type="http://schemas.openxmlformats.org/officeDocument/2006/relationships/image" Target="../media/image2301.png"/><Relationship Id="rId334" Type="http://schemas.openxmlformats.org/officeDocument/2006/relationships/customXml" Target="../ink/ink2438.xml"/><Relationship Id="rId355" Type="http://schemas.openxmlformats.org/officeDocument/2006/relationships/image" Target="../media/image2393.png"/><Relationship Id="rId4" Type="http://schemas.openxmlformats.org/officeDocument/2006/relationships/customXml" Target="../ink/ink2273.xml"/><Relationship Id="rId180" Type="http://schemas.openxmlformats.org/officeDocument/2006/relationships/customXml" Target="../ink/ink2361.xml"/><Relationship Id="rId215" Type="http://schemas.openxmlformats.org/officeDocument/2006/relationships/image" Target="../media/image2323.png"/><Relationship Id="rId236" Type="http://schemas.openxmlformats.org/officeDocument/2006/relationships/customXml" Target="../ink/ink2389.xml"/><Relationship Id="rId257" Type="http://schemas.openxmlformats.org/officeDocument/2006/relationships/image" Target="../media/image2344.png"/><Relationship Id="rId278" Type="http://schemas.openxmlformats.org/officeDocument/2006/relationships/customXml" Target="../ink/ink2410.xml"/><Relationship Id="rId303" Type="http://schemas.openxmlformats.org/officeDocument/2006/relationships/image" Target="../media/image2367.png"/><Relationship Id="rId42" Type="http://schemas.openxmlformats.org/officeDocument/2006/relationships/customXml" Target="../ink/ink2292.xml"/><Relationship Id="rId84" Type="http://schemas.openxmlformats.org/officeDocument/2006/relationships/customXml" Target="../ink/ink2313.xml"/><Relationship Id="rId138" Type="http://schemas.openxmlformats.org/officeDocument/2006/relationships/customXml" Target="../ink/ink2340.xml"/><Relationship Id="rId345" Type="http://schemas.openxmlformats.org/officeDocument/2006/relationships/image" Target="../media/image2388.png"/><Relationship Id="rId191" Type="http://schemas.openxmlformats.org/officeDocument/2006/relationships/image" Target="../media/image2312.png"/><Relationship Id="rId205" Type="http://schemas.openxmlformats.org/officeDocument/2006/relationships/image" Target="../media/image2319.png"/><Relationship Id="rId247" Type="http://schemas.openxmlformats.org/officeDocument/2006/relationships/image" Target="../media/image2339.png"/><Relationship Id="rId107" Type="http://schemas.openxmlformats.org/officeDocument/2006/relationships/image" Target="../media/image2270.png"/><Relationship Id="rId289" Type="http://schemas.openxmlformats.org/officeDocument/2006/relationships/image" Target="../media/image2360.png"/><Relationship Id="rId11" Type="http://schemas.openxmlformats.org/officeDocument/2006/relationships/image" Target="../media/image2222.png"/><Relationship Id="rId53" Type="http://schemas.openxmlformats.org/officeDocument/2006/relationships/image" Target="../media/image2243.png"/><Relationship Id="rId149" Type="http://schemas.openxmlformats.org/officeDocument/2006/relationships/image" Target="../media/image2291.png"/><Relationship Id="rId314" Type="http://schemas.openxmlformats.org/officeDocument/2006/relationships/customXml" Target="../ink/ink2428.xml"/><Relationship Id="rId356" Type="http://schemas.openxmlformats.org/officeDocument/2006/relationships/customXml" Target="../ink/ink2449.xml"/><Relationship Id="rId95" Type="http://schemas.openxmlformats.org/officeDocument/2006/relationships/image" Target="../media/image2264.png"/><Relationship Id="rId160" Type="http://schemas.openxmlformats.org/officeDocument/2006/relationships/customXml" Target="../ink/ink2351.xml"/><Relationship Id="rId216" Type="http://schemas.openxmlformats.org/officeDocument/2006/relationships/customXml" Target="../ink/ink2379.xml"/><Relationship Id="rId258" Type="http://schemas.openxmlformats.org/officeDocument/2006/relationships/customXml" Target="../ink/ink2400.xml"/><Relationship Id="rId22" Type="http://schemas.openxmlformats.org/officeDocument/2006/relationships/customXml" Target="../ink/ink2282.xml"/><Relationship Id="rId64" Type="http://schemas.openxmlformats.org/officeDocument/2006/relationships/customXml" Target="../ink/ink2303.xml"/><Relationship Id="rId118" Type="http://schemas.openxmlformats.org/officeDocument/2006/relationships/customXml" Target="../ink/ink2330.xml"/><Relationship Id="rId325" Type="http://schemas.openxmlformats.org/officeDocument/2006/relationships/image" Target="../media/image2378.png"/><Relationship Id="rId171" Type="http://schemas.openxmlformats.org/officeDocument/2006/relationships/image" Target="../media/image2302.png"/><Relationship Id="rId227" Type="http://schemas.openxmlformats.org/officeDocument/2006/relationships/image" Target="../media/image2329.png"/><Relationship Id="rId269" Type="http://schemas.openxmlformats.org/officeDocument/2006/relationships/image" Target="../media/image2350.png"/><Relationship Id="rId33" Type="http://schemas.openxmlformats.org/officeDocument/2006/relationships/image" Target="../media/image2233.png"/><Relationship Id="rId129" Type="http://schemas.openxmlformats.org/officeDocument/2006/relationships/image" Target="../media/image2281.png"/><Relationship Id="rId280" Type="http://schemas.openxmlformats.org/officeDocument/2006/relationships/customXml" Target="../ink/ink2411.xml"/><Relationship Id="rId336" Type="http://schemas.openxmlformats.org/officeDocument/2006/relationships/customXml" Target="../ink/ink2439.xml"/><Relationship Id="rId75" Type="http://schemas.openxmlformats.org/officeDocument/2006/relationships/image" Target="../media/image2254.png"/><Relationship Id="rId140" Type="http://schemas.openxmlformats.org/officeDocument/2006/relationships/customXml" Target="../ink/ink2341.xml"/><Relationship Id="rId182" Type="http://schemas.openxmlformats.org/officeDocument/2006/relationships/customXml" Target="../ink/ink2362.xml"/><Relationship Id="rId6" Type="http://schemas.openxmlformats.org/officeDocument/2006/relationships/customXml" Target="../ink/ink2274.xml"/><Relationship Id="rId238" Type="http://schemas.openxmlformats.org/officeDocument/2006/relationships/customXml" Target="../ink/ink2390.xml"/><Relationship Id="rId291" Type="http://schemas.openxmlformats.org/officeDocument/2006/relationships/image" Target="../media/image2361.png"/><Relationship Id="rId305" Type="http://schemas.openxmlformats.org/officeDocument/2006/relationships/image" Target="../media/image2368.png"/><Relationship Id="rId347" Type="http://schemas.openxmlformats.org/officeDocument/2006/relationships/image" Target="../media/image2389.png"/><Relationship Id="rId44" Type="http://schemas.openxmlformats.org/officeDocument/2006/relationships/customXml" Target="../ink/ink2293.xml"/><Relationship Id="rId86" Type="http://schemas.openxmlformats.org/officeDocument/2006/relationships/customXml" Target="../ink/ink2314.xml"/><Relationship Id="rId151" Type="http://schemas.openxmlformats.org/officeDocument/2006/relationships/image" Target="../media/image2292.png"/><Relationship Id="rId193" Type="http://schemas.openxmlformats.org/officeDocument/2006/relationships/image" Target="../media/image2313.png"/><Relationship Id="rId207" Type="http://schemas.openxmlformats.org/officeDocument/2006/relationships/image" Target="../media/image2320.png"/><Relationship Id="rId249" Type="http://schemas.openxmlformats.org/officeDocument/2006/relationships/image" Target="../media/image2340.png"/><Relationship Id="rId13" Type="http://schemas.openxmlformats.org/officeDocument/2006/relationships/image" Target="../media/image2223.png"/><Relationship Id="rId109" Type="http://schemas.openxmlformats.org/officeDocument/2006/relationships/image" Target="../media/image2271.png"/><Relationship Id="rId260" Type="http://schemas.openxmlformats.org/officeDocument/2006/relationships/customXml" Target="../ink/ink2401.xml"/><Relationship Id="rId316" Type="http://schemas.openxmlformats.org/officeDocument/2006/relationships/customXml" Target="../ink/ink2429.xml"/><Relationship Id="rId55" Type="http://schemas.openxmlformats.org/officeDocument/2006/relationships/image" Target="../media/image2244.png"/><Relationship Id="rId97" Type="http://schemas.openxmlformats.org/officeDocument/2006/relationships/image" Target="../media/image2265.png"/><Relationship Id="rId120" Type="http://schemas.openxmlformats.org/officeDocument/2006/relationships/customXml" Target="../ink/ink2331.xml"/><Relationship Id="rId358" Type="http://schemas.openxmlformats.org/officeDocument/2006/relationships/customXml" Target="../ink/ink2450.xml"/><Relationship Id="rId162" Type="http://schemas.openxmlformats.org/officeDocument/2006/relationships/customXml" Target="../ink/ink2352.xml"/><Relationship Id="rId218" Type="http://schemas.openxmlformats.org/officeDocument/2006/relationships/customXml" Target="../ink/ink2380.xml"/><Relationship Id="rId271" Type="http://schemas.openxmlformats.org/officeDocument/2006/relationships/image" Target="../media/image2351.png"/><Relationship Id="rId24" Type="http://schemas.openxmlformats.org/officeDocument/2006/relationships/customXml" Target="../ink/ink2283.xml"/><Relationship Id="rId66" Type="http://schemas.openxmlformats.org/officeDocument/2006/relationships/customXml" Target="../ink/ink2304.xml"/><Relationship Id="rId131" Type="http://schemas.openxmlformats.org/officeDocument/2006/relationships/image" Target="../media/image2282.png"/><Relationship Id="rId327" Type="http://schemas.openxmlformats.org/officeDocument/2006/relationships/image" Target="../media/image2379.png"/><Relationship Id="rId173" Type="http://schemas.openxmlformats.org/officeDocument/2006/relationships/image" Target="../media/image2303.png"/><Relationship Id="rId229" Type="http://schemas.openxmlformats.org/officeDocument/2006/relationships/image" Target="../media/image2330.png"/><Relationship Id="rId240" Type="http://schemas.openxmlformats.org/officeDocument/2006/relationships/customXml" Target="../ink/ink2391.xml"/><Relationship Id="rId35" Type="http://schemas.openxmlformats.org/officeDocument/2006/relationships/image" Target="../media/image2234.png"/><Relationship Id="rId77" Type="http://schemas.openxmlformats.org/officeDocument/2006/relationships/image" Target="../media/image2255.png"/><Relationship Id="rId100" Type="http://schemas.openxmlformats.org/officeDocument/2006/relationships/customXml" Target="../ink/ink2321.xml"/><Relationship Id="rId282" Type="http://schemas.openxmlformats.org/officeDocument/2006/relationships/customXml" Target="../ink/ink2412.xml"/><Relationship Id="rId338" Type="http://schemas.openxmlformats.org/officeDocument/2006/relationships/customXml" Target="../ink/ink2440.xml"/><Relationship Id="rId8" Type="http://schemas.openxmlformats.org/officeDocument/2006/relationships/customXml" Target="../ink/ink2275.xml"/><Relationship Id="rId142" Type="http://schemas.openxmlformats.org/officeDocument/2006/relationships/customXml" Target="../ink/ink2342.xml"/><Relationship Id="rId184" Type="http://schemas.openxmlformats.org/officeDocument/2006/relationships/customXml" Target="../ink/ink2363.xml"/><Relationship Id="rId251" Type="http://schemas.openxmlformats.org/officeDocument/2006/relationships/image" Target="../media/image2341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51.png"/><Relationship Id="rId671" Type="http://schemas.openxmlformats.org/officeDocument/2006/relationships/image" Target="../media/image2723.png"/><Relationship Id="rId21" Type="http://schemas.openxmlformats.org/officeDocument/2006/relationships/image" Target="../media/image2405.png"/><Relationship Id="rId324" Type="http://schemas.openxmlformats.org/officeDocument/2006/relationships/customXml" Target="../ink/ink2612.xml"/><Relationship Id="rId531" Type="http://schemas.openxmlformats.org/officeDocument/2006/relationships/customXml" Target="../ink/ink2717.xml"/><Relationship Id="rId629" Type="http://schemas.openxmlformats.org/officeDocument/2006/relationships/image" Target="../media/image2702.png"/><Relationship Id="rId170" Type="http://schemas.openxmlformats.org/officeDocument/2006/relationships/customXml" Target="../ink/ink2535.xml"/><Relationship Id="rId268" Type="http://schemas.openxmlformats.org/officeDocument/2006/relationships/customXml" Target="../ink/ink2584.xml"/><Relationship Id="rId475" Type="http://schemas.openxmlformats.org/officeDocument/2006/relationships/customXml" Target="../ink/ink2689.xml"/><Relationship Id="rId32" Type="http://schemas.openxmlformats.org/officeDocument/2006/relationships/customXml" Target="../ink/ink2466.xml"/><Relationship Id="rId128" Type="http://schemas.openxmlformats.org/officeDocument/2006/relationships/customXml" Target="../ink/ink2514.xml"/><Relationship Id="rId335" Type="http://schemas.openxmlformats.org/officeDocument/2006/relationships/image" Target="../media/image2559.png"/><Relationship Id="rId542" Type="http://schemas.openxmlformats.org/officeDocument/2006/relationships/image" Target="../media/image2660.png"/><Relationship Id="rId181" Type="http://schemas.openxmlformats.org/officeDocument/2006/relationships/image" Target="../media/image2483.png"/><Relationship Id="rId402" Type="http://schemas.openxmlformats.org/officeDocument/2006/relationships/customXml" Target="../ink/ink2652.xml"/><Relationship Id="rId279" Type="http://schemas.openxmlformats.org/officeDocument/2006/relationships/image" Target="../media/image2531.png"/><Relationship Id="rId486" Type="http://schemas.openxmlformats.org/officeDocument/2006/relationships/image" Target="../media/image2632.png"/><Relationship Id="rId43" Type="http://schemas.openxmlformats.org/officeDocument/2006/relationships/image" Target="../media/image2416.png"/><Relationship Id="rId139" Type="http://schemas.openxmlformats.org/officeDocument/2006/relationships/image" Target="../media/image2462.png"/><Relationship Id="rId346" Type="http://schemas.openxmlformats.org/officeDocument/2006/relationships/customXml" Target="../ink/ink2623.xml"/><Relationship Id="rId553" Type="http://schemas.openxmlformats.org/officeDocument/2006/relationships/customXml" Target="../ink/ink2728.xml"/><Relationship Id="rId192" Type="http://schemas.openxmlformats.org/officeDocument/2006/relationships/customXml" Target="../ink/ink2546.xml"/><Relationship Id="rId206" Type="http://schemas.openxmlformats.org/officeDocument/2006/relationships/customXml" Target="../ink/ink2553.xml"/><Relationship Id="rId413" Type="http://schemas.openxmlformats.org/officeDocument/2006/relationships/image" Target="../media/image2596.png"/><Relationship Id="rId497" Type="http://schemas.openxmlformats.org/officeDocument/2006/relationships/customXml" Target="../ink/ink2700.xml"/><Relationship Id="rId620" Type="http://schemas.openxmlformats.org/officeDocument/2006/relationships/image" Target="../media/image2699.png"/><Relationship Id="rId357" Type="http://schemas.openxmlformats.org/officeDocument/2006/relationships/image" Target="../media/image2570.png"/><Relationship Id="rId54" Type="http://schemas.openxmlformats.org/officeDocument/2006/relationships/customXml" Target="../ink/ink2477.xml"/><Relationship Id="rId217" Type="http://schemas.openxmlformats.org/officeDocument/2006/relationships/image" Target="../media/image2501.png"/><Relationship Id="rId564" Type="http://schemas.openxmlformats.org/officeDocument/2006/relationships/image" Target="../media/image2671.png"/><Relationship Id="rId424" Type="http://schemas.openxmlformats.org/officeDocument/2006/relationships/customXml" Target="../ink/ink2663.xml"/><Relationship Id="rId631" Type="http://schemas.openxmlformats.org/officeDocument/2006/relationships/image" Target="../media/image2703.png"/><Relationship Id="rId270" Type="http://schemas.openxmlformats.org/officeDocument/2006/relationships/customXml" Target="../ink/ink2585.xml"/><Relationship Id="rId65" Type="http://schemas.openxmlformats.org/officeDocument/2006/relationships/image" Target="../media/image2425.png"/><Relationship Id="rId130" Type="http://schemas.openxmlformats.org/officeDocument/2006/relationships/customXml" Target="../ink/ink2515.xml"/><Relationship Id="rId368" Type="http://schemas.openxmlformats.org/officeDocument/2006/relationships/customXml" Target="../ink/ink2634.xml"/><Relationship Id="rId575" Type="http://schemas.openxmlformats.org/officeDocument/2006/relationships/customXml" Target="../ink/ink2739.xml"/><Relationship Id="rId228" Type="http://schemas.openxmlformats.org/officeDocument/2006/relationships/customXml" Target="../ink/ink2564.xml"/><Relationship Id="rId435" Type="http://schemas.openxmlformats.org/officeDocument/2006/relationships/image" Target="../media/image2607.png"/><Relationship Id="rId642" Type="http://schemas.openxmlformats.org/officeDocument/2006/relationships/customXml" Target="../ink/ink2773.xml"/><Relationship Id="rId281" Type="http://schemas.openxmlformats.org/officeDocument/2006/relationships/image" Target="../media/image2532.png"/><Relationship Id="rId502" Type="http://schemas.openxmlformats.org/officeDocument/2006/relationships/image" Target="../media/image2640.png"/><Relationship Id="rId76" Type="http://schemas.openxmlformats.org/officeDocument/2006/relationships/customXml" Target="../ink/ink2488.xml"/><Relationship Id="rId141" Type="http://schemas.openxmlformats.org/officeDocument/2006/relationships/image" Target="../media/image2463.png"/><Relationship Id="rId379" Type="http://schemas.openxmlformats.org/officeDocument/2006/relationships/image" Target="../media/image2579.png"/><Relationship Id="rId586" Type="http://schemas.openxmlformats.org/officeDocument/2006/relationships/image" Target="../media/image2682.png"/><Relationship Id="rId7" Type="http://schemas.openxmlformats.org/officeDocument/2006/relationships/image" Target="../media/image2398.png"/><Relationship Id="rId239" Type="http://schemas.openxmlformats.org/officeDocument/2006/relationships/image" Target="../media/image2511.png"/><Relationship Id="rId446" Type="http://schemas.openxmlformats.org/officeDocument/2006/relationships/image" Target="../media/image2612.png"/><Relationship Id="rId653" Type="http://schemas.openxmlformats.org/officeDocument/2006/relationships/image" Target="../media/image2714.png"/><Relationship Id="rId292" Type="http://schemas.openxmlformats.org/officeDocument/2006/relationships/customXml" Target="../ink/ink2596.xml"/><Relationship Id="rId306" Type="http://schemas.openxmlformats.org/officeDocument/2006/relationships/customXml" Target="../ink/ink2603.xml"/><Relationship Id="rId87" Type="http://schemas.openxmlformats.org/officeDocument/2006/relationships/image" Target="../media/image2436.png"/><Relationship Id="rId513" Type="http://schemas.openxmlformats.org/officeDocument/2006/relationships/customXml" Target="../ink/ink2708.xml"/><Relationship Id="rId597" Type="http://schemas.openxmlformats.org/officeDocument/2006/relationships/customXml" Target="../ink/ink2750.xml"/><Relationship Id="rId152" Type="http://schemas.openxmlformats.org/officeDocument/2006/relationships/customXml" Target="../ink/ink2526.xml"/><Relationship Id="rId457" Type="http://schemas.openxmlformats.org/officeDocument/2006/relationships/customXml" Target="../ink/ink2680.xml"/><Relationship Id="rId664" Type="http://schemas.openxmlformats.org/officeDocument/2006/relationships/customXml" Target="../ink/ink2784.xml"/><Relationship Id="rId14" Type="http://schemas.openxmlformats.org/officeDocument/2006/relationships/customXml" Target="../ink/ink2457.xml"/><Relationship Id="rId317" Type="http://schemas.openxmlformats.org/officeDocument/2006/relationships/image" Target="../media/image2550.png"/><Relationship Id="rId524" Type="http://schemas.openxmlformats.org/officeDocument/2006/relationships/image" Target="../media/image2651.png"/><Relationship Id="rId98" Type="http://schemas.openxmlformats.org/officeDocument/2006/relationships/customXml" Target="../ink/ink2499.xml"/><Relationship Id="rId163" Type="http://schemas.openxmlformats.org/officeDocument/2006/relationships/image" Target="../media/image2474.png"/><Relationship Id="rId370" Type="http://schemas.openxmlformats.org/officeDocument/2006/relationships/customXml" Target="../ink/ink2635.xml"/><Relationship Id="rId230" Type="http://schemas.openxmlformats.org/officeDocument/2006/relationships/customXml" Target="../ink/ink2565.xml"/><Relationship Id="rId468" Type="http://schemas.openxmlformats.org/officeDocument/2006/relationships/image" Target="../media/image2623.png"/><Relationship Id="rId25" Type="http://schemas.openxmlformats.org/officeDocument/2006/relationships/image" Target="../media/image2407.png"/><Relationship Id="rId328" Type="http://schemas.openxmlformats.org/officeDocument/2006/relationships/customXml" Target="../ink/ink2614.xml"/><Relationship Id="rId535" Type="http://schemas.openxmlformats.org/officeDocument/2006/relationships/customXml" Target="../ink/ink2719.xml"/><Relationship Id="rId174" Type="http://schemas.openxmlformats.org/officeDocument/2006/relationships/customXml" Target="../ink/ink2537.xml"/><Relationship Id="rId381" Type="http://schemas.openxmlformats.org/officeDocument/2006/relationships/image" Target="../media/image2580.png"/><Relationship Id="rId602" Type="http://schemas.openxmlformats.org/officeDocument/2006/relationships/image" Target="../media/image2690.png"/><Relationship Id="rId241" Type="http://schemas.openxmlformats.org/officeDocument/2006/relationships/image" Target="../media/image2512.png"/><Relationship Id="rId479" Type="http://schemas.openxmlformats.org/officeDocument/2006/relationships/customXml" Target="../ink/ink2691.xml"/><Relationship Id="rId36" Type="http://schemas.openxmlformats.org/officeDocument/2006/relationships/customXml" Target="../ink/ink2468.xml"/><Relationship Id="rId339" Type="http://schemas.openxmlformats.org/officeDocument/2006/relationships/image" Target="../media/image2561.png"/><Relationship Id="rId546" Type="http://schemas.openxmlformats.org/officeDocument/2006/relationships/image" Target="../media/image2662.png"/><Relationship Id="rId101" Type="http://schemas.openxmlformats.org/officeDocument/2006/relationships/image" Target="../media/image2443.png"/><Relationship Id="rId185" Type="http://schemas.openxmlformats.org/officeDocument/2006/relationships/image" Target="../media/image2485.png"/><Relationship Id="rId406" Type="http://schemas.openxmlformats.org/officeDocument/2006/relationships/customXml" Target="../ink/ink2654.xml"/><Relationship Id="rId392" Type="http://schemas.openxmlformats.org/officeDocument/2006/relationships/customXml" Target="../ink/ink2647.xml"/><Relationship Id="rId613" Type="http://schemas.openxmlformats.org/officeDocument/2006/relationships/customXml" Target="../ink/ink2758.xml"/><Relationship Id="rId252" Type="http://schemas.openxmlformats.org/officeDocument/2006/relationships/customXml" Target="../ink/ink2576.xml"/><Relationship Id="rId47" Type="http://schemas.openxmlformats.org/officeDocument/2006/relationships/image" Target="../media/image2418.png"/><Relationship Id="rId112" Type="http://schemas.openxmlformats.org/officeDocument/2006/relationships/customXml" Target="../ink/ink2506.xml"/><Relationship Id="rId557" Type="http://schemas.openxmlformats.org/officeDocument/2006/relationships/customXml" Target="../ink/ink2730.xml"/><Relationship Id="rId196" Type="http://schemas.openxmlformats.org/officeDocument/2006/relationships/customXml" Target="../ink/ink2548.xml"/><Relationship Id="rId417" Type="http://schemas.openxmlformats.org/officeDocument/2006/relationships/image" Target="../media/image2598.png"/><Relationship Id="rId624" Type="http://schemas.openxmlformats.org/officeDocument/2006/relationships/image" Target="../media/image2701.png"/><Relationship Id="rId263" Type="http://schemas.openxmlformats.org/officeDocument/2006/relationships/image" Target="../media/image2523.png"/><Relationship Id="rId470" Type="http://schemas.openxmlformats.org/officeDocument/2006/relationships/image" Target="../media/image2624.png"/><Relationship Id="rId58" Type="http://schemas.openxmlformats.org/officeDocument/2006/relationships/customXml" Target="../ink/ink2479.xml"/><Relationship Id="rId123" Type="http://schemas.openxmlformats.org/officeDocument/2006/relationships/image" Target="../media/image2454.png"/><Relationship Id="rId330" Type="http://schemas.openxmlformats.org/officeDocument/2006/relationships/customXml" Target="../ink/ink2615.xml"/><Relationship Id="rId568" Type="http://schemas.openxmlformats.org/officeDocument/2006/relationships/image" Target="../media/image2673.png"/><Relationship Id="rId428" Type="http://schemas.openxmlformats.org/officeDocument/2006/relationships/customXml" Target="../ink/ink2665.xml"/><Relationship Id="rId635" Type="http://schemas.openxmlformats.org/officeDocument/2006/relationships/image" Target="../media/image2705.png"/><Relationship Id="rId274" Type="http://schemas.openxmlformats.org/officeDocument/2006/relationships/customXml" Target="../ink/ink2587.xml"/><Relationship Id="rId481" Type="http://schemas.openxmlformats.org/officeDocument/2006/relationships/customXml" Target="../ink/ink2692.xml"/><Relationship Id="rId69" Type="http://schemas.openxmlformats.org/officeDocument/2006/relationships/image" Target="../media/image2427.png"/><Relationship Id="rId134" Type="http://schemas.openxmlformats.org/officeDocument/2006/relationships/customXml" Target="../ink/ink2517.xml"/><Relationship Id="rId579" Type="http://schemas.openxmlformats.org/officeDocument/2006/relationships/customXml" Target="../ink/ink2741.xml"/><Relationship Id="rId80" Type="http://schemas.openxmlformats.org/officeDocument/2006/relationships/customXml" Target="../ink/ink2490.xml"/><Relationship Id="rId176" Type="http://schemas.openxmlformats.org/officeDocument/2006/relationships/customXml" Target="../ink/ink2538.xml"/><Relationship Id="rId341" Type="http://schemas.openxmlformats.org/officeDocument/2006/relationships/image" Target="../media/image2562.png"/><Relationship Id="rId383" Type="http://schemas.openxmlformats.org/officeDocument/2006/relationships/image" Target="../media/image2581.png"/><Relationship Id="rId439" Type="http://schemas.openxmlformats.org/officeDocument/2006/relationships/image" Target="../media/image2609.png"/><Relationship Id="rId590" Type="http://schemas.openxmlformats.org/officeDocument/2006/relationships/image" Target="../media/image2684.png"/><Relationship Id="rId604" Type="http://schemas.openxmlformats.org/officeDocument/2006/relationships/image" Target="../media/image2691.png"/><Relationship Id="rId646" Type="http://schemas.openxmlformats.org/officeDocument/2006/relationships/customXml" Target="../ink/ink2775.xml"/><Relationship Id="rId201" Type="http://schemas.openxmlformats.org/officeDocument/2006/relationships/image" Target="../media/image2493.png"/><Relationship Id="rId243" Type="http://schemas.openxmlformats.org/officeDocument/2006/relationships/image" Target="../media/image2513.png"/><Relationship Id="rId285" Type="http://schemas.openxmlformats.org/officeDocument/2006/relationships/image" Target="../media/image2534.png"/><Relationship Id="rId450" Type="http://schemas.openxmlformats.org/officeDocument/2006/relationships/image" Target="../media/image2614.png"/><Relationship Id="rId506" Type="http://schemas.openxmlformats.org/officeDocument/2006/relationships/image" Target="../media/image2642.png"/><Relationship Id="rId38" Type="http://schemas.openxmlformats.org/officeDocument/2006/relationships/customXml" Target="../ink/ink2469.xml"/><Relationship Id="rId103" Type="http://schemas.openxmlformats.org/officeDocument/2006/relationships/image" Target="../media/image2444.png"/><Relationship Id="rId310" Type="http://schemas.openxmlformats.org/officeDocument/2006/relationships/customXml" Target="../ink/ink2605.xml"/><Relationship Id="rId492" Type="http://schemas.openxmlformats.org/officeDocument/2006/relationships/image" Target="../media/image2635.png"/><Relationship Id="rId548" Type="http://schemas.openxmlformats.org/officeDocument/2006/relationships/image" Target="../media/image2663.png"/><Relationship Id="rId91" Type="http://schemas.openxmlformats.org/officeDocument/2006/relationships/image" Target="../media/image2438.png"/><Relationship Id="rId145" Type="http://schemas.openxmlformats.org/officeDocument/2006/relationships/image" Target="../media/image2465.png"/><Relationship Id="rId187" Type="http://schemas.openxmlformats.org/officeDocument/2006/relationships/image" Target="../media/image2486.png"/><Relationship Id="rId352" Type="http://schemas.openxmlformats.org/officeDocument/2006/relationships/customXml" Target="../ink/ink2626.xml"/><Relationship Id="rId394" Type="http://schemas.openxmlformats.org/officeDocument/2006/relationships/customXml" Target="../ink/ink2648.xml"/><Relationship Id="rId408" Type="http://schemas.openxmlformats.org/officeDocument/2006/relationships/customXml" Target="../ink/ink2655.xml"/><Relationship Id="rId615" Type="http://schemas.openxmlformats.org/officeDocument/2006/relationships/customXml" Target="../ink/ink2759.xml"/><Relationship Id="rId212" Type="http://schemas.openxmlformats.org/officeDocument/2006/relationships/customXml" Target="../ink/ink2556.xml"/><Relationship Id="rId254" Type="http://schemas.openxmlformats.org/officeDocument/2006/relationships/customXml" Target="../ink/ink2577.xml"/><Relationship Id="rId657" Type="http://schemas.openxmlformats.org/officeDocument/2006/relationships/image" Target="../media/image2716.png"/><Relationship Id="rId49" Type="http://schemas.openxmlformats.org/officeDocument/2006/relationships/image" Target="../media/image2419.png"/><Relationship Id="rId114" Type="http://schemas.openxmlformats.org/officeDocument/2006/relationships/customXml" Target="../ink/ink2507.xml"/><Relationship Id="rId296" Type="http://schemas.openxmlformats.org/officeDocument/2006/relationships/customXml" Target="../ink/ink2598.xml"/><Relationship Id="rId461" Type="http://schemas.openxmlformats.org/officeDocument/2006/relationships/customXml" Target="../ink/ink2682.xml"/><Relationship Id="rId517" Type="http://schemas.openxmlformats.org/officeDocument/2006/relationships/customXml" Target="../ink/ink2710.xml"/><Relationship Id="rId559" Type="http://schemas.openxmlformats.org/officeDocument/2006/relationships/customXml" Target="../ink/ink2731.xml"/><Relationship Id="rId60" Type="http://schemas.openxmlformats.org/officeDocument/2006/relationships/customXml" Target="../ink/ink2480.xml"/><Relationship Id="rId156" Type="http://schemas.openxmlformats.org/officeDocument/2006/relationships/customXml" Target="../ink/ink2528.xml"/><Relationship Id="rId198" Type="http://schemas.openxmlformats.org/officeDocument/2006/relationships/customXml" Target="../ink/ink2549.xml"/><Relationship Id="rId321" Type="http://schemas.openxmlformats.org/officeDocument/2006/relationships/image" Target="../media/image2552.png"/><Relationship Id="rId363" Type="http://schemas.openxmlformats.org/officeDocument/2006/relationships/image" Target="../media/image2573.png"/><Relationship Id="rId419" Type="http://schemas.openxmlformats.org/officeDocument/2006/relationships/image" Target="../media/image2599.png"/><Relationship Id="rId570" Type="http://schemas.openxmlformats.org/officeDocument/2006/relationships/image" Target="../media/image2674.png"/><Relationship Id="rId626" Type="http://schemas.openxmlformats.org/officeDocument/2006/relationships/customXml" Target="../ink/ink2765.xml"/><Relationship Id="rId223" Type="http://schemas.openxmlformats.org/officeDocument/2006/relationships/image" Target="../media/image2503.png"/><Relationship Id="rId430" Type="http://schemas.openxmlformats.org/officeDocument/2006/relationships/customXml" Target="../ink/ink2666.xml"/><Relationship Id="rId668" Type="http://schemas.openxmlformats.org/officeDocument/2006/relationships/customXml" Target="../ink/ink2786.xml"/><Relationship Id="rId18" Type="http://schemas.openxmlformats.org/officeDocument/2006/relationships/customXml" Target="../ink/ink2459.xml"/><Relationship Id="rId265" Type="http://schemas.openxmlformats.org/officeDocument/2006/relationships/image" Target="../media/image2524.png"/><Relationship Id="rId472" Type="http://schemas.openxmlformats.org/officeDocument/2006/relationships/image" Target="../media/image2625.png"/><Relationship Id="rId528" Type="http://schemas.openxmlformats.org/officeDocument/2006/relationships/image" Target="../media/image2653.png"/><Relationship Id="rId125" Type="http://schemas.openxmlformats.org/officeDocument/2006/relationships/image" Target="../media/image2455.png"/><Relationship Id="rId167" Type="http://schemas.openxmlformats.org/officeDocument/2006/relationships/image" Target="../media/image2476.png"/><Relationship Id="rId332" Type="http://schemas.openxmlformats.org/officeDocument/2006/relationships/customXml" Target="../ink/ink2616.xml"/><Relationship Id="rId374" Type="http://schemas.openxmlformats.org/officeDocument/2006/relationships/customXml" Target="../ink/ink2637.xml"/><Relationship Id="rId581" Type="http://schemas.openxmlformats.org/officeDocument/2006/relationships/customXml" Target="../ink/ink2742.xml"/><Relationship Id="rId71" Type="http://schemas.openxmlformats.org/officeDocument/2006/relationships/image" Target="../media/image2428.png"/><Relationship Id="rId234" Type="http://schemas.openxmlformats.org/officeDocument/2006/relationships/customXml" Target="../ink/ink2567.xml"/><Relationship Id="rId637" Type="http://schemas.openxmlformats.org/officeDocument/2006/relationships/image" Target="../media/image2706.png"/><Relationship Id="rId2" Type="http://schemas.openxmlformats.org/officeDocument/2006/relationships/customXml" Target="../ink/ink2451.xml"/><Relationship Id="rId29" Type="http://schemas.openxmlformats.org/officeDocument/2006/relationships/image" Target="../media/image2409.png"/><Relationship Id="rId276" Type="http://schemas.openxmlformats.org/officeDocument/2006/relationships/customXml" Target="../ink/ink2588.xml"/><Relationship Id="rId441" Type="http://schemas.openxmlformats.org/officeDocument/2006/relationships/image" Target="../media/image2610.png"/><Relationship Id="rId483" Type="http://schemas.openxmlformats.org/officeDocument/2006/relationships/customXml" Target="../ink/ink2693.xml"/><Relationship Id="rId539" Type="http://schemas.openxmlformats.org/officeDocument/2006/relationships/customXml" Target="../ink/ink2721.xml"/><Relationship Id="rId40" Type="http://schemas.openxmlformats.org/officeDocument/2006/relationships/customXml" Target="../ink/ink2470.xml"/><Relationship Id="rId136" Type="http://schemas.openxmlformats.org/officeDocument/2006/relationships/customXml" Target="../ink/ink2518.xml"/><Relationship Id="rId178" Type="http://schemas.openxmlformats.org/officeDocument/2006/relationships/customXml" Target="../ink/ink2539.xml"/><Relationship Id="rId301" Type="http://schemas.openxmlformats.org/officeDocument/2006/relationships/image" Target="../media/image2542.png"/><Relationship Id="rId343" Type="http://schemas.openxmlformats.org/officeDocument/2006/relationships/image" Target="../media/image2563.png"/><Relationship Id="rId550" Type="http://schemas.openxmlformats.org/officeDocument/2006/relationships/image" Target="../media/image2664.png"/><Relationship Id="rId82" Type="http://schemas.openxmlformats.org/officeDocument/2006/relationships/customXml" Target="../ink/ink2491.xml"/><Relationship Id="rId203" Type="http://schemas.openxmlformats.org/officeDocument/2006/relationships/image" Target="../media/image2494.png"/><Relationship Id="rId385" Type="http://schemas.openxmlformats.org/officeDocument/2006/relationships/image" Target="../media/image2582.png"/><Relationship Id="rId592" Type="http://schemas.openxmlformats.org/officeDocument/2006/relationships/image" Target="../media/image2685.png"/><Relationship Id="rId606" Type="http://schemas.openxmlformats.org/officeDocument/2006/relationships/image" Target="../media/image2692.png"/><Relationship Id="rId648" Type="http://schemas.openxmlformats.org/officeDocument/2006/relationships/customXml" Target="../ink/ink2776.xml"/><Relationship Id="rId245" Type="http://schemas.openxmlformats.org/officeDocument/2006/relationships/image" Target="../media/image2514.png"/><Relationship Id="rId287" Type="http://schemas.openxmlformats.org/officeDocument/2006/relationships/image" Target="../media/image2535.png"/><Relationship Id="rId410" Type="http://schemas.openxmlformats.org/officeDocument/2006/relationships/customXml" Target="../ink/ink2656.xml"/><Relationship Id="rId452" Type="http://schemas.openxmlformats.org/officeDocument/2006/relationships/image" Target="../media/image2615.png"/><Relationship Id="rId494" Type="http://schemas.openxmlformats.org/officeDocument/2006/relationships/image" Target="../media/image2636.png"/><Relationship Id="rId508" Type="http://schemas.openxmlformats.org/officeDocument/2006/relationships/image" Target="../media/image2643.png"/><Relationship Id="rId105" Type="http://schemas.openxmlformats.org/officeDocument/2006/relationships/image" Target="../media/image2445.png"/><Relationship Id="rId147" Type="http://schemas.openxmlformats.org/officeDocument/2006/relationships/image" Target="../media/image2466.png"/><Relationship Id="rId312" Type="http://schemas.openxmlformats.org/officeDocument/2006/relationships/customXml" Target="../ink/ink2606.xml"/><Relationship Id="rId354" Type="http://schemas.openxmlformats.org/officeDocument/2006/relationships/customXml" Target="../ink/ink2627.xml"/><Relationship Id="rId51" Type="http://schemas.openxmlformats.org/officeDocument/2006/relationships/image" Target="../media/image2420.png"/><Relationship Id="rId93" Type="http://schemas.openxmlformats.org/officeDocument/2006/relationships/image" Target="../media/image2439.png"/><Relationship Id="rId189" Type="http://schemas.openxmlformats.org/officeDocument/2006/relationships/image" Target="../media/image2487.png"/><Relationship Id="rId396" Type="http://schemas.openxmlformats.org/officeDocument/2006/relationships/customXml" Target="../ink/ink2649.xml"/><Relationship Id="rId561" Type="http://schemas.openxmlformats.org/officeDocument/2006/relationships/customXml" Target="../ink/ink2732.xml"/><Relationship Id="rId617" Type="http://schemas.openxmlformats.org/officeDocument/2006/relationships/customXml" Target="../ink/ink2760.xml"/><Relationship Id="rId659" Type="http://schemas.openxmlformats.org/officeDocument/2006/relationships/image" Target="../media/image2717.png"/><Relationship Id="rId214" Type="http://schemas.openxmlformats.org/officeDocument/2006/relationships/customXml" Target="../ink/ink2557.xml"/><Relationship Id="rId256" Type="http://schemas.openxmlformats.org/officeDocument/2006/relationships/customXml" Target="../ink/ink2578.xml"/><Relationship Id="rId298" Type="http://schemas.openxmlformats.org/officeDocument/2006/relationships/customXml" Target="../ink/ink2599.xml"/><Relationship Id="rId421" Type="http://schemas.openxmlformats.org/officeDocument/2006/relationships/image" Target="../media/image2600.png"/><Relationship Id="rId463" Type="http://schemas.openxmlformats.org/officeDocument/2006/relationships/customXml" Target="../ink/ink2683.xml"/><Relationship Id="rId519" Type="http://schemas.openxmlformats.org/officeDocument/2006/relationships/customXml" Target="../ink/ink2711.xml"/><Relationship Id="rId670" Type="http://schemas.openxmlformats.org/officeDocument/2006/relationships/customXml" Target="../ink/ink2787.xml"/><Relationship Id="rId116" Type="http://schemas.openxmlformats.org/officeDocument/2006/relationships/customXml" Target="../ink/ink2508.xml"/><Relationship Id="rId158" Type="http://schemas.openxmlformats.org/officeDocument/2006/relationships/customXml" Target="../ink/ink2529.xml"/><Relationship Id="rId323" Type="http://schemas.openxmlformats.org/officeDocument/2006/relationships/image" Target="../media/image2553.png"/><Relationship Id="rId530" Type="http://schemas.openxmlformats.org/officeDocument/2006/relationships/image" Target="../media/image2654.png"/><Relationship Id="rId20" Type="http://schemas.openxmlformats.org/officeDocument/2006/relationships/customXml" Target="../ink/ink2460.xml"/><Relationship Id="rId62" Type="http://schemas.openxmlformats.org/officeDocument/2006/relationships/customXml" Target="../ink/ink2481.xml"/><Relationship Id="rId365" Type="http://schemas.openxmlformats.org/officeDocument/2006/relationships/image" Target="../media/image2574.png"/><Relationship Id="rId572" Type="http://schemas.openxmlformats.org/officeDocument/2006/relationships/image" Target="../media/image2675.png"/><Relationship Id="rId628" Type="http://schemas.openxmlformats.org/officeDocument/2006/relationships/customXml" Target="../ink/ink2766.xml"/><Relationship Id="rId225" Type="http://schemas.openxmlformats.org/officeDocument/2006/relationships/image" Target="../media/image2504.png"/><Relationship Id="rId267" Type="http://schemas.openxmlformats.org/officeDocument/2006/relationships/image" Target="../media/image2525.png"/><Relationship Id="rId432" Type="http://schemas.openxmlformats.org/officeDocument/2006/relationships/customXml" Target="../ink/ink2667.xml"/><Relationship Id="rId474" Type="http://schemas.openxmlformats.org/officeDocument/2006/relationships/image" Target="../media/image2626.png"/><Relationship Id="rId127" Type="http://schemas.openxmlformats.org/officeDocument/2006/relationships/image" Target="../media/image2456.png"/><Relationship Id="rId31" Type="http://schemas.openxmlformats.org/officeDocument/2006/relationships/image" Target="../media/image2410.png"/><Relationship Id="rId73" Type="http://schemas.openxmlformats.org/officeDocument/2006/relationships/image" Target="../media/image2429.png"/><Relationship Id="rId169" Type="http://schemas.openxmlformats.org/officeDocument/2006/relationships/image" Target="../media/image2477.png"/><Relationship Id="rId334" Type="http://schemas.openxmlformats.org/officeDocument/2006/relationships/customXml" Target="../ink/ink2617.xml"/><Relationship Id="rId376" Type="http://schemas.openxmlformats.org/officeDocument/2006/relationships/customXml" Target="../ink/ink2639.xml"/><Relationship Id="rId541" Type="http://schemas.openxmlformats.org/officeDocument/2006/relationships/customXml" Target="../ink/ink2722.xml"/><Relationship Id="rId583" Type="http://schemas.openxmlformats.org/officeDocument/2006/relationships/customXml" Target="../ink/ink2743.xml"/><Relationship Id="rId639" Type="http://schemas.openxmlformats.org/officeDocument/2006/relationships/image" Target="../media/image2707.png"/><Relationship Id="rId4" Type="http://schemas.openxmlformats.org/officeDocument/2006/relationships/customXml" Target="../ink/ink2452.xml"/><Relationship Id="rId180" Type="http://schemas.openxmlformats.org/officeDocument/2006/relationships/customXml" Target="../ink/ink2540.xml"/><Relationship Id="rId236" Type="http://schemas.openxmlformats.org/officeDocument/2006/relationships/customXml" Target="../ink/ink2568.xml"/><Relationship Id="rId278" Type="http://schemas.openxmlformats.org/officeDocument/2006/relationships/customXml" Target="../ink/ink2589.xml"/><Relationship Id="rId401" Type="http://schemas.openxmlformats.org/officeDocument/2006/relationships/image" Target="../media/image2590.png"/><Relationship Id="rId443" Type="http://schemas.openxmlformats.org/officeDocument/2006/relationships/customXml" Target="../ink/ink2673.xml"/><Relationship Id="rId650" Type="http://schemas.openxmlformats.org/officeDocument/2006/relationships/customXml" Target="../ink/ink2777.xml"/><Relationship Id="rId303" Type="http://schemas.openxmlformats.org/officeDocument/2006/relationships/image" Target="../media/image2543.png"/><Relationship Id="rId485" Type="http://schemas.openxmlformats.org/officeDocument/2006/relationships/customXml" Target="../ink/ink2694.xml"/><Relationship Id="rId42" Type="http://schemas.openxmlformats.org/officeDocument/2006/relationships/customXml" Target="../ink/ink2471.xml"/><Relationship Id="rId84" Type="http://schemas.openxmlformats.org/officeDocument/2006/relationships/customXml" Target="../ink/ink2492.xml"/><Relationship Id="rId138" Type="http://schemas.openxmlformats.org/officeDocument/2006/relationships/customXml" Target="../ink/ink2519.xml"/><Relationship Id="rId345" Type="http://schemas.openxmlformats.org/officeDocument/2006/relationships/image" Target="../media/image2564.png"/><Relationship Id="rId387" Type="http://schemas.openxmlformats.org/officeDocument/2006/relationships/image" Target="../media/image2583.png"/><Relationship Id="rId510" Type="http://schemas.openxmlformats.org/officeDocument/2006/relationships/image" Target="../media/image2644.png"/><Relationship Id="rId552" Type="http://schemas.openxmlformats.org/officeDocument/2006/relationships/image" Target="../media/image2665.png"/><Relationship Id="rId594" Type="http://schemas.openxmlformats.org/officeDocument/2006/relationships/image" Target="../media/image2686.png"/><Relationship Id="rId608" Type="http://schemas.openxmlformats.org/officeDocument/2006/relationships/image" Target="../media/image2693.png"/><Relationship Id="rId191" Type="http://schemas.openxmlformats.org/officeDocument/2006/relationships/image" Target="../media/image2488.png"/><Relationship Id="rId205" Type="http://schemas.openxmlformats.org/officeDocument/2006/relationships/image" Target="../media/image2495.png"/><Relationship Id="rId247" Type="http://schemas.openxmlformats.org/officeDocument/2006/relationships/image" Target="../media/image2515.png"/><Relationship Id="rId412" Type="http://schemas.openxmlformats.org/officeDocument/2006/relationships/customXml" Target="../ink/ink2657.xml"/><Relationship Id="rId107" Type="http://schemas.openxmlformats.org/officeDocument/2006/relationships/image" Target="../media/image2446.png"/><Relationship Id="rId289" Type="http://schemas.openxmlformats.org/officeDocument/2006/relationships/image" Target="../media/image2536.png"/><Relationship Id="rId454" Type="http://schemas.openxmlformats.org/officeDocument/2006/relationships/image" Target="../media/image2616.png"/><Relationship Id="rId496" Type="http://schemas.openxmlformats.org/officeDocument/2006/relationships/image" Target="../media/image2637.png"/><Relationship Id="rId661" Type="http://schemas.openxmlformats.org/officeDocument/2006/relationships/image" Target="../media/image2718.png"/><Relationship Id="rId11" Type="http://schemas.openxmlformats.org/officeDocument/2006/relationships/image" Target="../media/image2400.png"/><Relationship Id="rId53" Type="http://schemas.openxmlformats.org/officeDocument/2006/relationships/image" Target="../media/image1419.png"/><Relationship Id="rId149" Type="http://schemas.openxmlformats.org/officeDocument/2006/relationships/image" Target="../media/image2467.png"/><Relationship Id="rId314" Type="http://schemas.openxmlformats.org/officeDocument/2006/relationships/customXml" Target="../ink/ink2607.xml"/><Relationship Id="rId356" Type="http://schemas.openxmlformats.org/officeDocument/2006/relationships/customXml" Target="../ink/ink2628.xml"/><Relationship Id="rId398" Type="http://schemas.openxmlformats.org/officeDocument/2006/relationships/customXml" Target="../ink/ink2650.xml"/><Relationship Id="rId521" Type="http://schemas.openxmlformats.org/officeDocument/2006/relationships/customXml" Target="../ink/ink2712.xml"/><Relationship Id="rId563" Type="http://schemas.openxmlformats.org/officeDocument/2006/relationships/customXml" Target="../ink/ink2733.xml"/><Relationship Id="rId619" Type="http://schemas.openxmlformats.org/officeDocument/2006/relationships/customXml" Target="../ink/ink2761.xml"/><Relationship Id="rId95" Type="http://schemas.openxmlformats.org/officeDocument/2006/relationships/image" Target="../media/image2440.png"/><Relationship Id="rId160" Type="http://schemas.openxmlformats.org/officeDocument/2006/relationships/customXml" Target="../ink/ink2530.xml"/><Relationship Id="rId216" Type="http://schemas.openxmlformats.org/officeDocument/2006/relationships/customXml" Target="../ink/ink2558.xml"/><Relationship Id="rId423" Type="http://schemas.openxmlformats.org/officeDocument/2006/relationships/image" Target="../media/image2601.png"/><Relationship Id="rId258" Type="http://schemas.openxmlformats.org/officeDocument/2006/relationships/customXml" Target="../ink/ink2579.xml"/><Relationship Id="rId465" Type="http://schemas.openxmlformats.org/officeDocument/2006/relationships/customXml" Target="../ink/ink2684.xml"/><Relationship Id="rId630" Type="http://schemas.openxmlformats.org/officeDocument/2006/relationships/customXml" Target="../ink/ink2767.xml"/><Relationship Id="rId22" Type="http://schemas.openxmlformats.org/officeDocument/2006/relationships/customXml" Target="../ink/ink2461.xml"/><Relationship Id="rId64" Type="http://schemas.openxmlformats.org/officeDocument/2006/relationships/customXml" Target="../ink/ink2482.xml"/><Relationship Id="rId118" Type="http://schemas.openxmlformats.org/officeDocument/2006/relationships/customXml" Target="../ink/ink2509.xml"/><Relationship Id="rId325" Type="http://schemas.openxmlformats.org/officeDocument/2006/relationships/image" Target="../media/image2554.png"/><Relationship Id="rId367" Type="http://schemas.openxmlformats.org/officeDocument/2006/relationships/image" Target="../media/image2575.png"/><Relationship Id="rId532" Type="http://schemas.openxmlformats.org/officeDocument/2006/relationships/image" Target="../media/image2655.png"/><Relationship Id="rId574" Type="http://schemas.openxmlformats.org/officeDocument/2006/relationships/image" Target="../media/image2676.png"/><Relationship Id="rId171" Type="http://schemas.openxmlformats.org/officeDocument/2006/relationships/image" Target="../media/image2478.png"/><Relationship Id="rId227" Type="http://schemas.openxmlformats.org/officeDocument/2006/relationships/image" Target="../media/image2505.png"/><Relationship Id="rId269" Type="http://schemas.openxmlformats.org/officeDocument/2006/relationships/image" Target="../media/image2526.png"/><Relationship Id="rId434" Type="http://schemas.openxmlformats.org/officeDocument/2006/relationships/customXml" Target="../ink/ink2668.xml"/><Relationship Id="rId476" Type="http://schemas.openxmlformats.org/officeDocument/2006/relationships/image" Target="../media/image2627.png"/><Relationship Id="rId641" Type="http://schemas.openxmlformats.org/officeDocument/2006/relationships/image" Target="../media/image2708.png"/><Relationship Id="rId33" Type="http://schemas.openxmlformats.org/officeDocument/2006/relationships/image" Target="../media/image2411.png"/><Relationship Id="rId129" Type="http://schemas.openxmlformats.org/officeDocument/2006/relationships/image" Target="../media/image2457.png"/><Relationship Id="rId280" Type="http://schemas.openxmlformats.org/officeDocument/2006/relationships/customXml" Target="../ink/ink2590.xml"/><Relationship Id="rId336" Type="http://schemas.openxmlformats.org/officeDocument/2006/relationships/customXml" Target="../ink/ink2618.xml"/><Relationship Id="rId501" Type="http://schemas.openxmlformats.org/officeDocument/2006/relationships/customXml" Target="../ink/ink2702.xml"/><Relationship Id="rId543" Type="http://schemas.openxmlformats.org/officeDocument/2006/relationships/customXml" Target="../ink/ink2723.xml"/><Relationship Id="rId75" Type="http://schemas.openxmlformats.org/officeDocument/2006/relationships/image" Target="../media/image2430.png"/><Relationship Id="rId140" Type="http://schemas.openxmlformats.org/officeDocument/2006/relationships/customXml" Target="../ink/ink2520.xml"/><Relationship Id="rId182" Type="http://schemas.openxmlformats.org/officeDocument/2006/relationships/customXml" Target="../ink/ink2541.xml"/><Relationship Id="rId378" Type="http://schemas.openxmlformats.org/officeDocument/2006/relationships/customXml" Target="../ink/ink2640.xml"/><Relationship Id="rId403" Type="http://schemas.openxmlformats.org/officeDocument/2006/relationships/image" Target="../media/image2591.png"/><Relationship Id="rId585" Type="http://schemas.openxmlformats.org/officeDocument/2006/relationships/customXml" Target="../ink/ink2744.xml"/><Relationship Id="rId6" Type="http://schemas.openxmlformats.org/officeDocument/2006/relationships/customXml" Target="../ink/ink2453.xml"/><Relationship Id="rId238" Type="http://schemas.openxmlformats.org/officeDocument/2006/relationships/customXml" Target="../ink/ink2569.xml"/><Relationship Id="rId445" Type="http://schemas.openxmlformats.org/officeDocument/2006/relationships/customXml" Target="../ink/ink2674.xml"/><Relationship Id="rId487" Type="http://schemas.openxmlformats.org/officeDocument/2006/relationships/customXml" Target="../ink/ink2695.xml"/><Relationship Id="rId610" Type="http://schemas.openxmlformats.org/officeDocument/2006/relationships/image" Target="../media/image2694.png"/><Relationship Id="rId652" Type="http://schemas.openxmlformats.org/officeDocument/2006/relationships/customXml" Target="../ink/ink2778.xml"/><Relationship Id="rId291" Type="http://schemas.openxmlformats.org/officeDocument/2006/relationships/image" Target="../media/image2537.png"/><Relationship Id="rId305" Type="http://schemas.openxmlformats.org/officeDocument/2006/relationships/image" Target="../media/image2544.png"/><Relationship Id="rId347" Type="http://schemas.openxmlformats.org/officeDocument/2006/relationships/image" Target="../media/image2565.png"/><Relationship Id="rId512" Type="http://schemas.openxmlformats.org/officeDocument/2006/relationships/image" Target="../media/image2645.png"/><Relationship Id="rId44" Type="http://schemas.openxmlformats.org/officeDocument/2006/relationships/customXml" Target="../ink/ink2472.xml"/><Relationship Id="rId86" Type="http://schemas.openxmlformats.org/officeDocument/2006/relationships/customXml" Target="../ink/ink2493.xml"/><Relationship Id="rId151" Type="http://schemas.openxmlformats.org/officeDocument/2006/relationships/image" Target="../media/image2468.png"/><Relationship Id="rId389" Type="http://schemas.openxmlformats.org/officeDocument/2006/relationships/image" Target="../media/image2584.png"/><Relationship Id="rId554" Type="http://schemas.openxmlformats.org/officeDocument/2006/relationships/image" Target="../media/image2666.png"/><Relationship Id="rId596" Type="http://schemas.openxmlformats.org/officeDocument/2006/relationships/image" Target="../media/image2687.png"/><Relationship Id="rId193" Type="http://schemas.openxmlformats.org/officeDocument/2006/relationships/image" Target="../media/image2489.png"/><Relationship Id="rId207" Type="http://schemas.openxmlformats.org/officeDocument/2006/relationships/image" Target="../media/image2496.png"/><Relationship Id="rId249" Type="http://schemas.openxmlformats.org/officeDocument/2006/relationships/image" Target="../media/image2516.png"/><Relationship Id="rId414" Type="http://schemas.openxmlformats.org/officeDocument/2006/relationships/customXml" Target="../ink/ink2658.xml"/><Relationship Id="rId456" Type="http://schemas.openxmlformats.org/officeDocument/2006/relationships/image" Target="../media/image2617.png"/><Relationship Id="rId498" Type="http://schemas.openxmlformats.org/officeDocument/2006/relationships/image" Target="../media/image2638.png"/><Relationship Id="rId621" Type="http://schemas.openxmlformats.org/officeDocument/2006/relationships/customXml" Target="../ink/ink2762.xml"/><Relationship Id="rId663" Type="http://schemas.openxmlformats.org/officeDocument/2006/relationships/image" Target="../media/image2719.png"/><Relationship Id="rId13" Type="http://schemas.openxmlformats.org/officeDocument/2006/relationships/image" Target="../media/image2401.png"/><Relationship Id="rId109" Type="http://schemas.openxmlformats.org/officeDocument/2006/relationships/image" Target="../media/image2447.png"/><Relationship Id="rId260" Type="http://schemas.openxmlformats.org/officeDocument/2006/relationships/customXml" Target="../ink/ink2580.xml"/><Relationship Id="rId316" Type="http://schemas.openxmlformats.org/officeDocument/2006/relationships/customXml" Target="../ink/ink2608.xml"/><Relationship Id="rId523" Type="http://schemas.openxmlformats.org/officeDocument/2006/relationships/customXml" Target="../ink/ink2713.xml"/><Relationship Id="rId55" Type="http://schemas.openxmlformats.org/officeDocument/2006/relationships/image" Target="../media/image2421.png"/><Relationship Id="rId97" Type="http://schemas.openxmlformats.org/officeDocument/2006/relationships/image" Target="../media/image2441.png"/><Relationship Id="rId120" Type="http://schemas.openxmlformats.org/officeDocument/2006/relationships/customXml" Target="../ink/ink2510.xml"/><Relationship Id="rId358" Type="http://schemas.openxmlformats.org/officeDocument/2006/relationships/customXml" Target="../ink/ink2629.xml"/><Relationship Id="rId565" Type="http://schemas.openxmlformats.org/officeDocument/2006/relationships/customXml" Target="../ink/ink2734.xml"/><Relationship Id="rId162" Type="http://schemas.openxmlformats.org/officeDocument/2006/relationships/customXml" Target="../ink/ink2531.xml"/><Relationship Id="rId218" Type="http://schemas.openxmlformats.org/officeDocument/2006/relationships/customXml" Target="../ink/ink2559.xml"/><Relationship Id="rId425" Type="http://schemas.openxmlformats.org/officeDocument/2006/relationships/image" Target="../media/image2602.png"/><Relationship Id="rId467" Type="http://schemas.openxmlformats.org/officeDocument/2006/relationships/customXml" Target="../ink/ink2685.xml"/><Relationship Id="rId632" Type="http://schemas.openxmlformats.org/officeDocument/2006/relationships/customXml" Target="../ink/ink2768.xml"/><Relationship Id="rId271" Type="http://schemas.openxmlformats.org/officeDocument/2006/relationships/image" Target="../media/image2527.png"/><Relationship Id="rId24" Type="http://schemas.openxmlformats.org/officeDocument/2006/relationships/customXml" Target="../ink/ink2462.xml"/><Relationship Id="rId66" Type="http://schemas.openxmlformats.org/officeDocument/2006/relationships/customXml" Target="../ink/ink2483.xml"/><Relationship Id="rId131" Type="http://schemas.openxmlformats.org/officeDocument/2006/relationships/image" Target="../media/image2458.png"/><Relationship Id="rId327" Type="http://schemas.openxmlformats.org/officeDocument/2006/relationships/image" Target="../media/image2555.png"/><Relationship Id="rId369" Type="http://schemas.openxmlformats.org/officeDocument/2006/relationships/image" Target="../media/image2576.png"/><Relationship Id="rId534" Type="http://schemas.openxmlformats.org/officeDocument/2006/relationships/image" Target="../media/image2656.png"/><Relationship Id="rId576" Type="http://schemas.openxmlformats.org/officeDocument/2006/relationships/image" Target="../media/image2677.png"/><Relationship Id="rId173" Type="http://schemas.openxmlformats.org/officeDocument/2006/relationships/image" Target="../media/image2479.png"/><Relationship Id="rId229" Type="http://schemas.openxmlformats.org/officeDocument/2006/relationships/image" Target="../media/image2506.png"/><Relationship Id="rId380" Type="http://schemas.openxmlformats.org/officeDocument/2006/relationships/customXml" Target="../ink/ink2641.xml"/><Relationship Id="rId436" Type="http://schemas.openxmlformats.org/officeDocument/2006/relationships/customXml" Target="../ink/ink2669.xml"/><Relationship Id="rId601" Type="http://schemas.openxmlformats.org/officeDocument/2006/relationships/customXml" Target="../ink/ink2752.xml"/><Relationship Id="rId643" Type="http://schemas.openxmlformats.org/officeDocument/2006/relationships/image" Target="../media/image2709.png"/><Relationship Id="rId240" Type="http://schemas.openxmlformats.org/officeDocument/2006/relationships/customXml" Target="../ink/ink2570.xml"/><Relationship Id="rId478" Type="http://schemas.openxmlformats.org/officeDocument/2006/relationships/image" Target="../media/image2628.png"/><Relationship Id="rId35" Type="http://schemas.openxmlformats.org/officeDocument/2006/relationships/image" Target="../media/image2412.png"/><Relationship Id="rId77" Type="http://schemas.openxmlformats.org/officeDocument/2006/relationships/image" Target="../media/image2431.png"/><Relationship Id="rId100" Type="http://schemas.openxmlformats.org/officeDocument/2006/relationships/customXml" Target="../ink/ink2500.xml"/><Relationship Id="rId282" Type="http://schemas.openxmlformats.org/officeDocument/2006/relationships/customXml" Target="../ink/ink2591.xml"/><Relationship Id="rId338" Type="http://schemas.openxmlformats.org/officeDocument/2006/relationships/customXml" Target="../ink/ink2619.xml"/><Relationship Id="rId503" Type="http://schemas.openxmlformats.org/officeDocument/2006/relationships/customXml" Target="../ink/ink2703.xml"/><Relationship Id="rId545" Type="http://schemas.openxmlformats.org/officeDocument/2006/relationships/customXml" Target="../ink/ink2724.xml"/><Relationship Id="rId587" Type="http://schemas.openxmlformats.org/officeDocument/2006/relationships/customXml" Target="../ink/ink2745.xml"/><Relationship Id="rId8" Type="http://schemas.openxmlformats.org/officeDocument/2006/relationships/customXml" Target="../ink/ink2454.xml"/><Relationship Id="rId142" Type="http://schemas.openxmlformats.org/officeDocument/2006/relationships/customXml" Target="../ink/ink2521.xml"/><Relationship Id="rId184" Type="http://schemas.openxmlformats.org/officeDocument/2006/relationships/customXml" Target="../ink/ink2542.xml"/><Relationship Id="rId391" Type="http://schemas.openxmlformats.org/officeDocument/2006/relationships/image" Target="../media/image2585.png"/><Relationship Id="rId405" Type="http://schemas.openxmlformats.org/officeDocument/2006/relationships/image" Target="../media/image2592.png"/><Relationship Id="rId447" Type="http://schemas.openxmlformats.org/officeDocument/2006/relationships/customXml" Target="../ink/ink2675.xml"/><Relationship Id="rId612" Type="http://schemas.openxmlformats.org/officeDocument/2006/relationships/image" Target="../media/image2695.png"/><Relationship Id="rId251" Type="http://schemas.openxmlformats.org/officeDocument/2006/relationships/image" Target="../media/image2517.png"/><Relationship Id="rId489" Type="http://schemas.openxmlformats.org/officeDocument/2006/relationships/customXml" Target="../ink/ink2696.xml"/><Relationship Id="rId654" Type="http://schemas.openxmlformats.org/officeDocument/2006/relationships/customXml" Target="../ink/ink2779.xml"/><Relationship Id="rId46" Type="http://schemas.openxmlformats.org/officeDocument/2006/relationships/customXml" Target="../ink/ink2473.xml"/><Relationship Id="rId293" Type="http://schemas.openxmlformats.org/officeDocument/2006/relationships/image" Target="../media/image2538.png"/><Relationship Id="rId307" Type="http://schemas.openxmlformats.org/officeDocument/2006/relationships/image" Target="../media/image2545.png"/><Relationship Id="rId349" Type="http://schemas.openxmlformats.org/officeDocument/2006/relationships/image" Target="../media/image2566.png"/><Relationship Id="rId514" Type="http://schemas.openxmlformats.org/officeDocument/2006/relationships/image" Target="../media/image2646.png"/><Relationship Id="rId556" Type="http://schemas.openxmlformats.org/officeDocument/2006/relationships/image" Target="../media/image2667.png"/><Relationship Id="rId88" Type="http://schemas.openxmlformats.org/officeDocument/2006/relationships/customXml" Target="../ink/ink2494.xml"/><Relationship Id="rId111" Type="http://schemas.openxmlformats.org/officeDocument/2006/relationships/image" Target="../media/image2448.png"/><Relationship Id="rId153" Type="http://schemas.openxmlformats.org/officeDocument/2006/relationships/image" Target="../media/image2469.png"/><Relationship Id="rId195" Type="http://schemas.openxmlformats.org/officeDocument/2006/relationships/image" Target="../media/image2490.png"/><Relationship Id="rId209" Type="http://schemas.openxmlformats.org/officeDocument/2006/relationships/image" Target="../media/image2497.png"/><Relationship Id="rId360" Type="http://schemas.openxmlformats.org/officeDocument/2006/relationships/customXml" Target="../ink/ink2630.xml"/><Relationship Id="rId416" Type="http://schemas.openxmlformats.org/officeDocument/2006/relationships/customXml" Target="../ink/ink2659.xml"/><Relationship Id="rId598" Type="http://schemas.openxmlformats.org/officeDocument/2006/relationships/image" Target="../media/image2688.png"/><Relationship Id="rId220" Type="http://schemas.openxmlformats.org/officeDocument/2006/relationships/customXml" Target="../ink/ink2560.xml"/><Relationship Id="rId458" Type="http://schemas.openxmlformats.org/officeDocument/2006/relationships/image" Target="../media/image2618.png"/><Relationship Id="rId623" Type="http://schemas.openxmlformats.org/officeDocument/2006/relationships/customXml" Target="../ink/ink2763.xml"/><Relationship Id="rId665" Type="http://schemas.openxmlformats.org/officeDocument/2006/relationships/image" Target="../media/image2720.png"/><Relationship Id="rId15" Type="http://schemas.openxmlformats.org/officeDocument/2006/relationships/image" Target="../media/image2402.png"/><Relationship Id="rId57" Type="http://schemas.openxmlformats.org/officeDocument/2006/relationships/image" Target="../media/image996.png"/><Relationship Id="rId262" Type="http://schemas.openxmlformats.org/officeDocument/2006/relationships/customXml" Target="../ink/ink2581.xml"/><Relationship Id="rId318" Type="http://schemas.openxmlformats.org/officeDocument/2006/relationships/customXml" Target="../ink/ink2609.xml"/><Relationship Id="rId525" Type="http://schemas.openxmlformats.org/officeDocument/2006/relationships/customXml" Target="../ink/ink2714.xml"/><Relationship Id="rId567" Type="http://schemas.openxmlformats.org/officeDocument/2006/relationships/customXml" Target="../ink/ink2735.xml"/><Relationship Id="rId99" Type="http://schemas.openxmlformats.org/officeDocument/2006/relationships/image" Target="../media/image2442.png"/><Relationship Id="rId122" Type="http://schemas.openxmlformats.org/officeDocument/2006/relationships/customXml" Target="../ink/ink2511.xml"/><Relationship Id="rId164" Type="http://schemas.openxmlformats.org/officeDocument/2006/relationships/customXml" Target="../ink/ink2532.xml"/><Relationship Id="rId371" Type="http://schemas.openxmlformats.org/officeDocument/2006/relationships/image" Target="../media/image2577.png"/><Relationship Id="rId427" Type="http://schemas.openxmlformats.org/officeDocument/2006/relationships/image" Target="../media/image2603.png"/><Relationship Id="rId469" Type="http://schemas.openxmlformats.org/officeDocument/2006/relationships/customXml" Target="../ink/ink2686.xml"/><Relationship Id="rId634" Type="http://schemas.openxmlformats.org/officeDocument/2006/relationships/customXml" Target="../ink/ink2769.xml"/><Relationship Id="rId26" Type="http://schemas.openxmlformats.org/officeDocument/2006/relationships/customXml" Target="../ink/ink2463.xml"/><Relationship Id="rId231" Type="http://schemas.openxmlformats.org/officeDocument/2006/relationships/image" Target="../media/image2507.png"/><Relationship Id="rId273" Type="http://schemas.openxmlformats.org/officeDocument/2006/relationships/image" Target="../media/image2528.png"/><Relationship Id="rId329" Type="http://schemas.openxmlformats.org/officeDocument/2006/relationships/image" Target="../media/image2556.png"/><Relationship Id="rId480" Type="http://schemas.openxmlformats.org/officeDocument/2006/relationships/image" Target="../media/image2629.png"/><Relationship Id="rId536" Type="http://schemas.openxmlformats.org/officeDocument/2006/relationships/image" Target="../media/image2657.png"/><Relationship Id="rId68" Type="http://schemas.openxmlformats.org/officeDocument/2006/relationships/customXml" Target="../ink/ink2484.xml"/><Relationship Id="rId133" Type="http://schemas.openxmlformats.org/officeDocument/2006/relationships/image" Target="../media/image2459.png"/><Relationship Id="rId175" Type="http://schemas.openxmlformats.org/officeDocument/2006/relationships/image" Target="../media/image2480.png"/><Relationship Id="rId340" Type="http://schemas.openxmlformats.org/officeDocument/2006/relationships/customXml" Target="../ink/ink2620.xml"/><Relationship Id="rId578" Type="http://schemas.openxmlformats.org/officeDocument/2006/relationships/image" Target="../media/image2678.png"/><Relationship Id="rId200" Type="http://schemas.openxmlformats.org/officeDocument/2006/relationships/customXml" Target="../ink/ink2550.xml"/><Relationship Id="rId382" Type="http://schemas.openxmlformats.org/officeDocument/2006/relationships/customXml" Target="../ink/ink2642.xml"/><Relationship Id="rId438" Type="http://schemas.openxmlformats.org/officeDocument/2006/relationships/customXml" Target="../ink/ink2670.xml"/><Relationship Id="rId603" Type="http://schemas.openxmlformats.org/officeDocument/2006/relationships/customXml" Target="../ink/ink2753.xml"/><Relationship Id="rId645" Type="http://schemas.openxmlformats.org/officeDocument/2006/relationships/image" Target="../media/image2710.png"/><Relationship Id="rId242" Type="http://schemas.openxmlformats.org/officeDocument/2006/relationships/customXml" Target="../ink/ink2571.xml"/><Relationship Id="rId284" Type="http://schemas.openxmlformats.org/officeDocument/2006/relationships/customXml" Target="../ink/ink2592.xml"/><Relationship Id="rId491" Type="http://schemas.openxmlformats.org/officeDocument/2006/relationships/customXml" Target="../ink/ink2697.xml"/><Relationship Id="rId505" Type="http://schemas.openxmlformats.org/officeDocument/2006/relationships/customXml" Target="../ink/ink2704.xml"/><Relationship Id="rId37" Type="http://schemas.openxmlformats.org/officeDocument/2006/relationships/image" Target="../media/image2413.png"/><Relationship Id="rId79" Type="http://schemas.openxmlformats.org/officeDocument/2006/relationships/image" Target="../media/image2432.png"/><Relationship Id="rId102" Type="http://schemas.openxmlformats.org/officeDocument/2006/relationships/customXml" Target="../ink/ink2501.xml"/><Relationship Id="rId144" Type="http://schemas.openxmlformats.org/officeDocument/2006/relationships/customXml" Target="../ink/ink2522.xml"/><Relationship Id="rId547" Type="http://schemas.openxmlformats.org/officeDocument/2006/relationships/customXml" Target="../ink/ink2725.xml"/><Relationship Id="rId589" Type="http://schemas.openxmlformats.org/officeDocument/2006/relationships/customXml" Target="../ink/ink2746.xml"/><Relationship Id="rId90" Type="http://schemas.openxmlformats.org/officeDocument/2006/relationships/customXml" Target="../ink/ink2495.xml"/><Relationship Id="rId186" Type="http://schemas.openxmlformats.org/officeDocument/2006/relationships/customXml" Target="../ink/ink2543.xml"/><Relationship Id="rId351" Type="http://schemas.openxmlformats.org/officeDocument/2006/relationships/image" Target="../media/image2567.png"/><Relationship Id="rId393" Type="http://schemas.openxmlformats.org/officeDocument/2006/relationships/image" Target="../media/image2586.png"/><Relationship Id="rId407" Type="http://schemas.openxmlformats.org/officeDocument/2006/relationships/image" Target="../media/image2593.png"/><Relationship Id="rId449" Type="http://schemas.openxmlformats.org/officeDocument/2006/relationships/customXml" Target="../ink/ink2676.xml"/><Relationship Id="rId614" Type="http://schemas.openxmlformats.org/officeDocument/2006/relationships/image" Target="../media/image2696.png"/><Relationship Id="rId656" Type="http://schemas.openxmlformats.org/officeDocument/2006/relationships/customXml" Target="../ink/ink2780.xml"/><Relationship Id="rId211" Type="http://schemas.openxmlformats.org/officeDocument/2006/relationships/image" Target="../media/image2498.png"/><Relationship Id="rId253" Type="http://schemas.openxmlformats.org/officeDocument/2006/relationships/image" Target="../media/image2518.png"/><Relationship Id="rId295" Type="http://schemas.openxmlformats.org/officeDocument/2006/relationships/image" Target="../media/image2539.png"/><Relationship Id="rId309" Type="http://schemas.openxmlformats.org/officeDocument/2006/relationships/image" Target="../media/image2546.png"/><Relationship Id="rId460" Type="http://schemas.openxmlformats.org/officeDocument/2006/relationships/image" Target="../media/image2619.png"/><Relationship Id="rId516" Type="http://schemas.openxmlformats.org/officeDocument/2006/relationships/image" Target="../media/image2647.png"/><Relationship Id="rId48" Type="http://schemas.openxmlformats.org/officeDocument/2006/relationships/customXml" Target="../ink/ink2474.xml"/><Relationship Id="rId113" Type="http://schemas.openxmlformats.org/officeDocument/2006/relationships/image" Target="../media/image2449.png"/><Relationship Id="rId320" Type="http://schemas.openxmlformats.org/officeDocument/2006/relationships/customXml" Target="../ink/ink2610.xml"/><Relationship Id="rId558" Type="http://schemas.openxmlformats.org/officeDocument/2006/relationships/image" Target="../media/image2668.png"/><Relationship Id="rId155" Type="http://schemas.openxmlformats.org/officeDocument/2006/relationships/image" Target="../media/image2470.png"/><Relationship Id="rId197" Type="http://schemas.openxmlformats.org/officeDocument/2006/relationships/image" Target="../media/image2491.png"/><Relationship Id="rId362" Type="http://schemas.openxmlformats.org/officeDocument/2006/relationships/customXml" Target="../ink/ink2631.xml"/><Relationship Id="rId418" Type="http://schemas.openxmlformats.org/officeDocument/2006/relationships/customXml" Target="../ink/ink2660.xml"/><Relationship Id="rId625" Type="http://schemas.openxmlformats.org/officeDocument/2006/relationships/customXml" Target="../ink/ink2764.xml"/><Relationship Id="rId222" Type="http://schemas.openxmlformats.org/officeDocument/2006/relationships/customXml" Target="../ink/ink2561.xml"/><Relationship Id="rId264" Type="http://schemas.openxmlformats.org/officeDocument/2006/relationships/customXml" Target="../ink/ink2582.xml"/><Relationship Id="rId471" Type="http://schemas.openxmlformats.org/officeDocument/2006/relationships/customXml" Target="../ink/ink2687.xml"/><Relationship Id="rId667" Type="http://schemas.openxmlformats.org/officeDocument/2006/relationships/image" Target="../media/image2721.png"/><Relationship Id="rId17" Type="http://schemas.openxmlformats.org/officeDocument/2006/relationships/image" Target="../media/image2403.png"/><Relationship Id="rId59" Type="http://schemas.openxmlformats.org/officeDocument/2006/relationships/image" Target="../media/image2422.png"/><Relationship Id="rId124" Type="http://schemas.openxmlformats.org/officeDocument/2006/relationships/customXml" Target="../ink/ink2512.xml"/><Relationship Id="rId527" Type="http://schemas.openxmlformats.org/officeDocument/2006/relationships/customXml" Target="../ink/ink2715.xml"/><Relationship Id="rId569" Type="http://schemas.openxmlformats.org/officeDocument/2006/relationships/customXml" Target="../ink/ink2736.xml"/><Relationship Id="rId70" Type="http://schemas.openxmlformats.org/officeDocument/2006/relationships/customXml" Target="../ink/ink2485.xml"/><Relationship Id="rId166" Type="http://schemas.openxmlformats.org/officeDocument/2006/relationships/customXml" Target="../ink/ink2533.xml"/><Relationship Id="rId331" Type="http://schemas.openxmlformats.org/officeDocument/2006/relationships/image" Target="../media/image2557.png"/><Relationship Id="rId373" Type="http://schemas.openxmlformats.org/officeDocument/2006/relationships/image" Target="../media/image504.png"/><Relationship Id="rId429" Type="http://schemas.openxmlformats.org/officeDocument/2006/relationships/image" Target="../media/image2604.png"/><Relationship Id="rId580" Type="http://schemas.openxmlformats.org/officeDocument/2006/relationships/image" Target="../media/image2679.png"/><Relationship Id="rId636" Type="http://schemas.openxmlformats.org/officeDocument/2006/relationships/customXml" Target="../ink/ink2770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508.png"/><Relationship Id="rId440" Type="http://schemas.openxmlformats.org/officeDocument/2006/relationships/customXml" Target="../ink/ink2671.xml"/><Relationship Id="rId28" Type="http://schemas.openxmlformats.org/officeDocument/2006/relationships/customXml" Target="../ink/ink2464.xml"/><Relationship Id="rId275" Type="http://schemas.openxmlformats.org/officeDocument/2006/relationships/image" Target="../media/image2529.png"/><Relationship Id="rId300" Type="http://schemas.openxmlformats.org/officeDocument/2006/relationships/customXml" Target="../ink/ink2600.xml"/><Relationship Id="rId482" Type="http://schemas.openxmlformats.org/officeDocument/2006/relationships/image" Target="../media/image2630.png"/><Relationship Id="rId538" Type="http://schemas.openxmlformats.org/officeDocument/2006/relationships/image" Target="../media/image2658.png"/><Relationship Id="rId81" Type="http://schemas.openxmlformats.org/officeDocument/2006/relationships/image" Target="../media/image2433.png"/><Relationship Id="rId135" Type="http://schemas.openxmlformats.org/officeDocument/2006/relationships/image" Target="../media/image2460.png"/><Relationship Id="rId177" Type="http://schemas.openxmlformats.org/officeDocument/2006/relationships/image" Target="../media/image2481.png"/><Relationship Id="rId342" Type="http://schemas.openxmlformats.org/officeDocument/2006/relationships/customXml" Target="../ink/ink2621.xml"/><Relationship Id="rId384" Type="http://schemas.openxmlformats.org/officeDocument/2006/relationships/customXml" Target="../ink/ink2643.xml"/><Relationship Id="rId591" Type="http://schemas.openxmlformats.org/officeDocument/2006/relationships/customXml" Target="../ink/ink2747.xml"/><Relationship Id="rId605" Type="http://schemas.openxmlformats.org/officeDocument/2006/relationships/customXml" Target="../ink/ink2754.xml"/><Relationship Id="rId202" Type="http://schemas.openxmlformats.org/officeDocument/2006/relationships/customXml" Target="../ink/ink2551.xml"/><Relationship Id="rId244" Type="http://schemas.openxmlformats.org/officeDocument/2006/relationships/customXml" Target="../ink/ink2572.xml"/><Relationship Id="rId647" Type="http://schemas.openxmlformats.org/officeDocument/2006/relationships/image" Target="../media/image2711.png"/><Relationship Id="rId39" Type="http://schemas.openxmlformats.org/officeDocument/2006/relationships/image" Target="../media/image2414.png"/><Relationship Id="rId286" Type="http://schemas.openxmlformats.org/officeDocument/2006/relationships/customXml" Target="../ink/ink2593.xml"/><Relationship Id="rId451" Type="http://schemas.openxmlformats.org/officeDocument/2006/relationships/customXml" Target="../ink/ink2677.xml"/><Relationship Id="rId493" Type="http://schemas.openxmlformats.org/officeDocument/2006/relationships/customXml" Target="../ink/ink2698.xml"/><Relationship Id="rId507" Type="http://schemas.openxmlformats.org/officeDocument/2006/relationships/customXml" Target="../ink/ink2705.xml"/><Relationship Id="rId549" Type="http://schemas.openxmlformats.org/officeDocument/2006/relationships/customXml" Target="../ink/ink2726.xml"/><Relationship Id="rId50" Type="http://schemas.openxmlformats.org/officeDocument/2006/relationships/customXml" Target="../ink/ink2475.xml"/><Relationship Id="rId104" Type="http://schemas.openxmlformats.org/officeDocument/2006/relationships/customXml" Target="../ink/ink2502.xml"/><Relationship Id="rId146" Type="http://schemas.openxmlformats.org/officeDocument/2006/relationships/customXml" Target="../ink/ink2523.xml"/><Relationship Id="rId188" Type="http://schemas.openxmlformats.org/officeDocument/2006/relationships/customXml" Target="../ink/ink2544.xml"/><Relationship Id="rId311" Type="http://schemas.openxmlformats.org/officeDocument/2006/relationships/image" Target="../media/image2547.png"/><Relationship Id="rId353" Type="http://schemas.openxmlformats.org/officeDocument/2006/relationships/image" Target="../media/image2568.png"/><Relationship Id="rId395" Type="http://schemas.openxmlformats.org/officeDocument/2006/relationships/image" Target="../media/image2587.png"/><Relationship Id="rId409" Type="http://schemas.openxmlformats.org/officeDocument/2006/relationships/image" Target="../media/image2594.png"/><Relationship Id="rId560" Type="http://schemas.openxmlformats.org/officeDocument/2006/relationships/image" Target="../media/image2669.png"/><Relationship Id="rId92" Type="http://schemas.openxmlformats.org/officeDocument/2006/relationships/customXml" Target="../ink/ink2496.xml"/><Relationship Id="rId213" Type="http://schemas.openxmlformats.org/officeDocument/2006/relationships/image" Target="../media/image2499.png"/><Relationship Id="rId420" Type="http://schemas.openxmlformats.org/officeDocument/2006/relationships/customXml" Target="../ink/ink2661.xml"/><Relationship Id="rId616" Type="http://schemas.openxmlformats.org/officeDocument/2006/relationships/image" Target="../media/image2697.png"/><Relationship Id="rId658" Type="http://schemas.openxmlformats.org/officeDocument/2006/relationships/customXml" Target="../ink/ink2781.xml"/><Relationship Id="rId255" Type="http://schemas.openxmlformats.org/officeDocument/2006/relationships/image" Target="../media/image2519.png"/><Relationship Id="rId297" Type="http://schemas.openxmlformats.org/officeDocument/2006/relationships/image" Target="../media/image2540.png"/><Relationship Id="rId462" Type="http://schemas.openxmlformats.org/officeDocument/2006/relationships/image" Target="../media/image2620.png"/><Relationship Id="rId518" Type="http://schemas.openxmlformats.org/officeDocument/2006/relationships/image" Target="../media/image2648.png"/><Relationship Id="rId115" Type="http://schemas.openxmlformats.org/officeDocument/2006/relationships/image" Target="../media/image2450.png"/><Relationship Id="rId157" Type="http://schemas.openxmlformats.org/officeDocument/2006/relationships/image" Target="../media/image2471.png"/><Relationship Id="rId322" Type="http://schemas.openxmlformats.org/officeDocument/2006/relationships/customXml" Target="../ink/ink2611.xml"/><Relationship Id="rId364" Type="http://schemas.openxmlformats.org/officeDocument/2006/relationships/customXml" Target="../ink/ink2632.xml"/><Relationship Id="rId61" Type="http://schemas.openxmlformats.org/officeDocument/2006/relationships/image" Target="../media/image2423.png"/><Relationship Id="rId199" Type="http://schemas.openxmlformats.org/officeDocument/2006/relationships/image" Target="../media/image2492.png"/><Relationship Id="rId571" Type="http://schemas.openxmlformats.org/officeDocument/2006/relationships/customXml" Target="../ink/ink2737.xml"/><Relationship Id="rId627" Type="http://schemas.openxmlformats.org/officeDocument/2006/relationships/image" Target="../media/image311.png"/><Relationship Id="rId669" Type="http://schemas.openxmlformats.org/officeDocument/2006/relationships/image" Target="../media/image2722.png"/><Relationship Id="rId19" Type="http://schemas.openxmlformats.org/officeDocument/2006/relationships/image" Target="../media/image2404.png"/><Relationship Id="rId224" Type="http://schemas.openxmlformats.org/officeDocument/2006/relationships/customXml" Target="../ink/ink2562.xml"/><Relationship Id="rId266" Type="http://schemas.openxmlformats.org/officeDocument/2006/relationships/customXml" Target="../ink/ink2583.xml"/><Relationship Id="rId431" Type="http://schemas.openxmlformats.org/officeDocument/2006/relationships/image" Target="../media/image2605.png"/><Relationship Id="rId473" Type="http://schemas.openxmlformats.org/officeDocument/2006/relationships/customXml" Target="../ink/ink2688.xml"/><Relationship Id="rId529" Type="http://schemas.openxmlformats.org/officeDocument/2006/relationships/customXml" Target="../ink/ink2716.xml"/><Relationship Id="rId30" Type="http://schemas.openxmlformats.org/officeDocument/2006/relationships/customXml" Target="../ink/ink2465.xml"/><Relationship Id="rId126" Type="http://schemas.openxmlformats.org/officeDocument/2006/relationships/customXml" Target="../ink/ink2513.xml"/><Relationship Id="rId168" Type="http://schemas.openxmlformats.org/officeDocument/2006/relationships/customXml" Target="../ink/ink2534.xml"/><Relationship Id="rId333" Type="http://schemas.openxmlformats.org/officeDocument/2006/relationships/image" Target="../media/image2558.png"/><Relationship Id="rId540" Type="http://schemas.openxmlformats.org/officeDocument/2006/relationships/image" Target="../media/image2659.png"/><Relationship Id="rId72" Type="http://schemas.openxmlformats.org/officeDocument/2006/relationships/customXml" Target="../ink/ink2486.xml"/><Relationship Id="rId375" Type="http://schemas.openxmlformats.org/officeDocument/2006/relationships/customXml" Target="../ink/ink2638.xml"/><Relationship Id="rId582" Type="http://schemas.openxmlformats.org/officeDocument/2006/relationships/image" Target="../media/image2680.png"/><Relationship Id="rId638" Type="http://schemas.openxmlformats.org/officeDocument/2006/relationships/customXml" Target="../ink/ink2771.xml"/><Relationship Id="rId3" Type="http://schemas.openxmlformats.org/officeDocument/2006/relationships/image" Target="../media/image2396.png"/><Relationship Id="rId235" Type="http://schemas.openxmlformats.org/officeDocument/2006/relationships/image" Target="../media/image2509.png"/><Relationship Id="rId277" Type="http://schemas.openxmlformats.org/officeDocument/2006/relationships/image" Target="../media/image2530.png"/><Relationship Id="rId400" Type="http://schemas.openxmlformats.org/officeDocument/2006/relationships/customXml" Target="../ink/ink2651.xml"/><Relationship Id="rId442" Type="http://schemas.openxmlformats.org/officeDocument/2006/relationships/customXml" Target="../ink/ink2672.xml"/><Relationship Id="rId484" Type="http://schemas.openxmlformats.org/officeDocument/2006/relationships/image" Target="../media/image2631.png"/><Relationship Id="rId137" Type="http://schemas.openxmlformats.org/officeDocument/2006/relationships/image" Target="../media/image2461.png"/><Relationship Id="rId302" Type="http://schemas.openxmlformats.org/officeDocument/2006/relationships/customXml" Target="../ink/ink2601.xml"/><Relationship Id="rId344" Type="http://schemas.openxmlformats.org/officeDocument/2006/relationships/customXml" Target="../ink/ink2622.xml"/><Relationship Id="rId41" Type="http://schemas.openxmlformats.org/officeDocument/2006/relationships/image" Target="../media/image2415.png"/><Relationship Id="rId83" Type="http://schemas.openxmlformats.org/officeDocument/2006/relationships/image" Target="../media/image2434.png"/><Relationship Id="rId179" Type="http://schemas.openxmlformats.org/officeDocument/2006/relationships/image" Target="../media/image2482.png"/><Relationship Id="rId386" Type="http://schemas.openxmlformats.org/officeDocument/2006/relationships/customXml" Target="../ink/ink2644.xml"/><Relationship Id="rId551" Type="http://schemas.openxmlformats.org/officeDocument/2006/relationships/customXml" Target="../ink/ink2727.xml"/><Relationship Id="rId593" Type="http://schemas.openxmlformats.org/officeDocument/2006/relationships/customXml" Target="../ink/ink2748.xml"/><Relationship Id="rId607" Type="http://schemas.openxmlformats.org/officeDocument/2006/relationships/customXml" Target="../ink/ink2755.xml"/><Relationship Id="rId649" Type="http://schemas.openxmlformats.org/officeDocument/2006/relationships/image" Target="../media/image2712.png"/><Relationship Id="rId190" Type="http://schemas.openxmlformats.org/officeDocument/2006/relationships/customXml" Target="../ink/ink2545.xml"/><Relationship Id="rId204" Type="http://schemas.openxmlformats.org/officeDocument/2006/relationships/customXml" Target="../ink/ink2552.xml"/><Relationship Id="rId246" Type="http://schemas.openxmlformats.org/officeDocument/2006/relationships/customXml" Target="../ink/ink2573.xml"/><Relationship Id="rId288" Type="http://schemas.openxmlformats.org/officeDocument/2006/relationships/customXml" Target="../ink/ink2594.xml"/><Relationship Id="rId411" Type="http://schemas.openxmlformats.org/officeDocument/2006/relationships/image" Target="../media/image2595.png"/><Relationship Id="rId453" Type="http://schemas.openxmlformats.org/officeDocument/2006/relationships/customXml" Target="../ink/ink2678.xml"/><Relationship Id="rId509" Type="http://schemas.openxmlformats.org/officeDocument/2006/relationships/customXml" Target="../ink/ink2706.xml"/><Relationship Id="rId660" Type="http://schemas.openxmlformats.org/officeDocument/2006/relationships/customXml" Target="../ink/ink2782.xml"/><Relationship Id="rId106" Type="http://schemas.openxmlformats.org/officeDocument/2006/relationships/customXml" Target="../ink/ink2503.xml"/><Relationship Id="rId313" Type="http://schemas.openxmlformats.org/officeDocument/2006/relationships/image" Target="../media/image2548.png"/><Relationship Id="rId495" Type="http://schemas.openxmlformats.org/officeDocument/2006/relationships/customXml" Target="../ink/ink2699.xml"/><Relationship Id="rId10" Type="http://schemas.openxmlformats.org/officeDocument/2006/relationships/customXml" Target="../ink/ink2455.xml"/><Relationship Id="rId52" Type="http://schemas.openxmlformats.org/officeDocument/2006/relationships/customXml" Target="../ink/ink2476.xml"/><Relationship Id="rId94" Type="http://schemas.openxmlformats.org/officeDocument/2006/relationships/customXml" Target="../ink/ink2497.xml"/><Relationship Id="rId148" Type="http://schemas.openxmlformats.org/officeDocument/2006/relationships/customXml" Target="../ink/ink2524.xml"/><Relationship Id="rId355" Type="http://schemas.openxmlformats.org/officeDocument/2006/relationships/image" Target="../media/image2569.png"/><Relationship Id="rId397" Type="http://schemas.openxmlformats.org/officeDocument/2006/relationships/image" Target="../media/image2588.png"/><Relationship Id="rId520" Type="http://schemas.openxmlformats.org/officeDocument/2006/relationships/image" Target="../media/image2649.png"/><Relationship Id="rId562" Type="http://schemas.openxmlformats.org/officeDocument/2006/relationships/image" Target="../media/image2670.png"/><Relationship Id="rId618" Type="http://schemas.openxmlformats.org/officeDocument/2006/relationships/image" Target="../media/image2698.png"/><Relationship Id="rId215" Type="http://schemas.openxmlformats.org/officeDocument/2006/relationships/image" Target="../media/image2500.png"/><Relationship Id="rId257" Type="http://schemas.openxmlformats.org/officeDocument/2006/relationships/image" Target="../media/image2520.png"/><Relationship Id="rId422" Type="http://schemas.openxmlformats.org/officeDocument/2006/relationships/customXml" Target="../ink/ink2662.xml"/><Relationship Id="rId464" Type="http://schemas.openxmlformats.org/officeDocument/2006/relationships/image" Target="../media/image2621.png"/><Relationship Id="rId299" Type="http://schemas.openxmlformats.org/officeDocument/2006/relationships/image" Target="../media/image2541.png"/><Relationship Id="rId63" Type="http://schemas.openxmlformats.org/officeDocument/2006/relationships/image" Target="../media/image2424.png"/><Relationship Id="rId159" Type="http://schemas.openxmlformats.org/officeDocument/2006/relationships/image" Target="../media/image2472.png"/><Relationship Id="rId366" Type="http://schemas.openxmlformats.org/officeDocument/2006/relationships/customXml" Target="../ink/ink2633.xml"/><Relationship Id="rId573" Type="http://schemas.openxmlformats.org/officeDocument/2006/relationships/customXml" Target="../ink/ink2738.xml"/><Relationship Id="rId226" Type="http://schemas.openxmlformats.org/officeDocument/2006/relationships/customXml" Target="../ink/ink2563.xml"/><Relationship Id="rId433" Type="http://schemas.openxmlformats.org/officeDocument/2006/relationships/image" Target="../media/image2606.png"/><Relationship Id="rId640" Type="http://schemas.openxmlformats.org/officeDocument/2006/relationships/customXml" Target="../ink/ink2772.xml"/><Relationship Id="rId74" Type="http://schemas.openxmlformats.org/officeDocument/2006/relationships/customXml" Target="../ink/ink2487.xml"/><Relationship Id="rId377" Type="http://schemas.openxmlformats.org/officeDocument/2006/relationships/image" Target="../media/image2578.png"/><Relationship Id="rId500" Type="http://schemas.openxmlformats.org/officeDocument/2006/relationships/image" Target="../media/image2639.png"/><Relationship Id="rId584" Type="http://schemas.openxmlformats.org/officeDocument/2006/relationships/image" Target="../media/image2681.png"/><Relationship Id="rId5" Type="http://schemas.openxmlformats.org/officeDocument/2006/relationships/image" Target="../media/image2397.png"/><Relationship Id="rId237" Type="http://schemas.openxmlformats.org/officeDocument/2006/relationships/image" Target="../media/image2510.png"/><Relationship Id="rId444" Type="http://schemas.openxmlformats.org/officeDocument/2006/relationships/image" Target="../media/image2611.png"/><Relationship Id="rId651" Type="http://schemas.openxmlformats.org/officeDocument/2006/relationships/image" Target="../media/image2713.png"/><Relationship Id="rId290" Type="http://schemas.openxmlformats.org/officeDocument/2006/relationships/customXml" Target="../ink/ink2595.xml"/><Relationship Id="rId304" Type="http://schemas.openxmlformats.org/officeDocument/2006/relationships/customXml" Target="../ink/ink2602.xml"/><Relationship Id="rId388" Type="http://schemas.openxmlformats.org/officeDocument/2006/relationships/customXml" Target="../ink/ink2645.xml"/><Relationship Id="rId511" Type="http://schemas.openxmlformats.org/officeDocument/2006/relationships/customXml" Target="../ink/ink2707.xml"/><Relationship Id="rId609" Type="http://schemas.openxmlformats.org/officeDocument/2006/relationships/customXml" Target="../ink/ink2756.xml"/><Relationship Id="rId85" Type="http://schemas.openxmlformats.org/officeDocument/2006/relationships/image" Target="../media/image2435.png"/><Relationship Id="rId150" Type="http://schemas.openxmlformats.org/officeDocument/2006/relationships/customXml" Target="../ink/ink2525.xml"/><Relationship Id="rId595" Type="http://schemas.openxmlformats.org/officeDocument/2006/relationships/customXml" Target="../ink/ink2749.xml"/><Relationship Id="rId248" Type="http://schemas.openxmlformats.org/officeDocument/2006/relationships/customXml" Target="../ink/ink2574.xml"/><Relationship Id="rId455" Type="http://schemas.openxmlformats.org/officeDocument/2006/relationships/customXml" Target="../ink/ink2679.xml"/><Relationship Id="rId662" Type="http://schemas.openxmlformats.org/officeDocument/2006/relationships/customXml" Target="../ink/ink2783.xml"/><Relationship Id="rId12" Type="http://schemas.openxmlformats.org/officeDocument/2006/relationships/customXml" Target="../ink/ink2456.xml"/><Relationship Id="rId108" Type="http://schemas.openxmlformats.org/officeDocument/2006/relationships/customXml" Target="../ink/ink2504.xml"/><Relationship Id="rId315" Type="http://schemas.openxmlformats.org/officeDocument/2006/relationships/image" Target="../media/image2549.png"/><Relationship Id="rId522" Type="http://schemas.openxmlformats.org/officeDocument/2006/relationships/image" Target="../media/image2650.png"/><Relationship Id="rId96" Type="http://schemas.openxmlformats.org/officeDocument/2006/relationships/customXml" Target="../ink/ink2498.xml"/><Relationship Id="rId161" Type="http://schemas.openxmlformats.org/officeDocument/2006/relationships/image" Target="../media/image2473.png"/><Relationship Id="rId399" Type="http://schemas.openxmlformats.org/officeDocument/2006/relationships/image" Target="../media/image2589.png"/><Relationship Id="rId259" Type="http://schemas.openxmlformats.org/officeDocument/2006/relationships/image" Target="../media/image2521.png"/><Relationship Id="rId466" Type="http://schemas.openxmlformats.org/officeDocument/2006/relationships/image" Target="../media/image2622.png"/><Relationship Id="rId23" Type="http://schemas.openxmlformats.org/officeDocument/2006/relationships/image" Target="../media/image2406.png"/><Relationship Id="rId119" Type="http://schemas.openxmlformats.org/officeDocument/2006/relationships/image" Target="../media/image2452.png"/><Relationship Id="rId326" Type="http://schemas.openxmlformats.org/officeDocument/2006/relationships/customXml" Target="../ink/ink2613.xml"/><Relationship Id="rId533" Type="http://schemas.openxmlformats.org/officeDocument/2006/relationships/customXml" Target="../ink/ink2718.xml"/><Relationship Id="rId172" Type="http://schemas.openxmlformats.org/officeDocument/2006/relationships/customXml" Target="../ink/ink2536.xml"/><Relationship Id="rId477" Type="http://schemas.openxmlformats.org/officeDocument/2006/relationships/customXml" Target="../ink/ink2690.xml"/><Relationship Id="rId600" Type="http://schemas.openxmlformats.org/officeDocument/2006/relationships/image" Target="../media/image2689.png"/><Relationship Id="rId337" Type="http://schemas.openxmlformats.org/officeDocument/2006/relationships/image" Target="../media/image2560.png"/><Relationship Id="rId34" Type="http://schemas.openxmlformats.org/officeDocument/2006/relationships/customXml" Target="../ink/ink2467.xml"/><Relationship Id="rId544" Type="http://schemas.openxmlformats.org/officeDocument/2006/relationships/image" Target="../media/image2661.png"/><Relationship Id="rId183" Type="http://schemas.openxmlformats.org/officeDocument/2006/relationships/image" Target="../media/image2484.png"/><Relationship Id="rId390" Type="http://schemas.openxmlformats.org/officeDocument/2006/relationships/customXml" Target="../ink/ink2646.xml"/><Relationship Id="rId404" Type="http://schemas.openxmlformats.org/officeDocument/2006/relationships/customXml" Target="../ink/ink2653.xml"/><Relationship Id="rId611" Type="http://schemas.openxmlformats.org/officeDocument/2006/relationships/customXml" Target="../ink/ink2757.xml"/><Relationship Id="rId250" Type="http://schemas.openxmlformats.org/officeDocument/2006/relationships/customXml" Target="../ink/ink2575.xml"/><Relationship Id="rId488" Type="http://schemas.openxmlformats.org/officeDocument/2006/relationships/image" Target="../media/image2633.png"/><Relationship Id="rId45" Type="http://schemas.openxmlformats.org/officeDocument/2006/relationships/image" Target="../media/image2417.png"/><Relationship Id="rId110" Type="http://schemas.openxmlformats.org/officeDocument/2006/relationships/customXml" Target="../ink/ink2505.xml"/><Relationship Id="rId348" Type="http://schemas.openxmlformats.org/officeDocument/2006/relationships/customXml" Target="../ink/ink2624.xml"/><Relationship Id="rId555" Type="http://schemas.openxmlformats.org/officeDocument/2006/relationships/customXml" Target="../ink/ink2729.xml"/><Relationship Id="rId194" Type="http://schemas.openxmlformats.org/officeDocument/2006/relationships/customXml" Target="../ink/ink2547.xml"/><Relationship Id="rId208" Type="http://schemas.openxmlformats.org/officeDocument/2006/relationships/customXml" Target="../ink/ink2554.xml"/><Relationship Id="rId415" Type="http://schemas.openxmlformats.org/officeDocument/2006/relationships/image" Target="../media/image2597.png"/><Relationship Id="rId622" Type="http://schemas.openxmlformats.org/officeDocument/2006/relationships/image" Target="../media/image2700.png"/><Relationship Id="rId261" Type="http://schemas.openxmlformats.org/officeDocument/2006/relationships/image" Target="../media/image2522.png"/><Relationship Id="rId499" Type="http://schemas.openxmlformats.org/officeDocument/2006/relationships/customXml" Target="../ink/ink2701.xml"/><Relationship Id="rId56" Type="http://schemas.openxmlformats.org/officeDocument/2006/relationships/customXml" Target="../ink/ink2478.xml"/><Relationship Id="rId359" Type="http://schemas.openxmlformats.org/officeDocument/2006/relationships/image" Target="../media/image2571.png"/><Relationship Id="rId566" Type="http://schemas.openxmlformats.org/officeDocument/2006/relationships/image" Target="../media/image2672.png"/><Relationship Id="rId121" Type="http://schemas.openxmlformats.org/officeDocument/2006/relationships/image" Target="../media/image2453.png"/><Relationship Id="rId219" Type="http://schemas.openxmlformats.org/officeDocument/2006/relationships/image" Target="../media/image2502.png"/><Relationship Id="rId426" Type="http://schemas.openxmlformats.org/officeDocument/2006/relationships/customXml" Target="../ink/ink2664.xml"/><Relationship Id="rId633" Type="http://schemas.openxmlformats.org/officeDocument/2006/relationships/image" Target="../media/image2704.png"/><Relationship Id="rId67" Type="http://schemas.openxmlformats.org/officeDocument/2006/relationships/image" Target="../media/image2426.png"/><Relationship Id="rId272" Type="http://schemas.openxmlformats.org/officeDocument/2006/relationships/customXml" Target="../ink/ink2586.xml"/><Relationship Id="rId577" Type="http://schemas.openxmlformats.org/officeDocument/2006/relationships/customXml" Target="../ink/ink2740.xml"/><Relationship Id="rId132" Type="http://schemas.openxmlformats.org/officeDocument/2006/relationships/customXml" Target="../ink/ink2516.xml"/><Relationship Id="rId437" Type="http://schemas.openxmlformats.org/officeDocument/2006/relationships/image" Target="../media/image2608.png"/><Relationship Id="rId644" Type="http://schemas.openxmlformats.org/officeDocument/2006/relationships/customXml" Target="../ink/ink2774.xml"/><Relationship Id="rId283" Type="http://schemas.openxmlformats.org/officeDocument/2006/relationships/image" Target="../media/image2533.png"/><Relationship Id="rId490" Type="http://schemas.openxmlformats.org/officeDocument/2006/relationships/image" Target="../media/image2634.png"/><Relationship Id="rId504" Type="http://schemas.openxmlformats.org/officeDocument/2006/relationships/image" Target="../media/image2641.png"/><Relationship Id="rId78" Type="http://schemas.openxmlformats.org/officeDocument/2006/relationships/customXml" Target="../ink/ink2489.xml"/><Relationship Id="rId143" Type="http://schemas.openxmlformats.org/officeDocument/2006/relationships/image" Target="../media/image2464.png"/><Relationship Id="rId350" Type="http://schemas.openxmlformats.org/officeDocument/2006/relationships/customXml" Target="../ink/ink2625.xml"/><Relationship Id="rId588" Type="http://schemas.openxmlformats.org/officeDocument/2006/relationships/image" Target="../media/image2683.png"/><Relationship Id="rId9" Type="http://schemas.openxmlformats.org/officeDocument/2006/relationships/image" Target="../media/image2399.png"/><Relationship Id="rId210" Type="http://schemas.openxmlformats.org/officeDocument/2006/relationships/customXml" Target="../ink/ink2555.xml"/><Relationship Id="rId448" Type="http://schemas.openxmlformats.org/officeDocument/2006/relationships/image" Target="../media/image2613.png"/><Relationship Id="rId655" Type="http://schemas.openxmlformats.org/officeDocument/2006/relationships/image" Target="../media/image2715.png"/><Relationship Id="rId294" Type="http://schemas.openxmlformats.org/officeDocument/2006/relationships/customXml" Target="../ink/ink2597.xml"/><Relationship Id="rId308" Type="http://schemas.openxmlformats.org/officeDocument/2006/relationships/customXml" Target="../ink/ink2604.xml"/><Relationship Id="rId515" Type="http://schemas.openxmlformats.org/officeDocument/2006/relationships/customXml" Target="../ink/ink2709.xml"/><Relationship Id="rId89" Type="http://schemas.openxmlformats.org/officeDocument/2006/relationships/image" Target="../media/image2437.png"/><Relationship Id="rId154" Type="http://schemas.openxmlformats.org/officeDocument/2006/relationships/customXml" Target="../ink/ink2527.xml"/><Relationship Id="rId361" Type="http://schemas.openxmlformats.org/officeDocument/2006/relationships/image" Target="../media/image2572.png"/><Relationship Id="rId599" Type="http://schemas.openxmlformats.org/officeDocument/2006/relationships/customXml" Target="../ink/ink2751.xml"/><Relationship Id="rId459" Type="http://schemas.openxmlformats.org/officeDocument/2006/relationships/customXml" Target="../ink/ink2681.xml"/><Relationship Id="rId666" Type="http://schemas.openxmlformats.org/officeDocument/2006/relationships/customXml" Target="../ink/ink2785.xml"/><Relationship Id="rId16" Type="http://schemas.openxmlformats.org/officeDocument/2006/relationships/customXml" Target="../ink/ink2458.xml"/><Relationship Id="rId221" Type="http://schemas.openxmlformats.org/officeDocument/2006/relationships/image" Target="../media/image1872.png"/><Relationship Id="rId319" Type="http://schemas.openxmlformats.org/officeDocument/2006/relationships/image" Target="../media/image2551.png"/><Relationship Id="rId526" Type="http://schemas.openxmlformats.org/officeDocument/2006/relationships/image" Target="../media/image2652.png"/><Relationship Id="rId165" Type="http://schemas.openxmlformats.org/officeDocument/2006/relationships/image" Target="../media/image2475.png"/><Relationship Id="rId372" Type="http://schemas.openxmlformats.org/officeDocument/2006/relationships/customXml" Target="../ink/ink2636.xml"/><Relationship Id="rId232" Type="http://schemas.openxmlformats.org/officeDocument/2006/relationships/customXml" Target="../ink/ink2566.xml"/><Relationship Id="rId27" Type="http://schemas.openxmlformats.org/officeDocument/2006/relationships/image" Target="../media/image2408.png"/><Relationship Id="rId537" Type="http://schemas.openxmlformats.org/officeDocument/2006/relationships/customXml" Target="../ink/ink27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049B-9EDF-D90F-EA9E-20B0DA85F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57CA7-FDE4-B80C-88E1-0D33A599C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946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9F9860-E570-6BE7-56B7-84FA9096885A}"/>
                  </a:ext>
                </a:extLst>
              </p14:cNvPr>
              <p14:cNvContentPartPr/>
              <p14:nvPr/>
            </p14:nvContentPartPr>
            <p14:xfrm>
              <a:off x="777403" y="750981"/>
              <a:ext cx="25920" cy="63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9F9860-E570-6BE7-56B7-84FA909688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9403" y="732981"/>
                <a:ext cx="6156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0760FEE-4606-E3FD-A76D-B72D29C08241}"/>
              </a:ext>
            </a:extLst>
          </p:cNvPr>
          <p:cNvGrpSpPr/>
          <p:nvPr/>
        </p:nvGrpSpPr>
        <p:grpSpPr>
          <a:xfrm>
            <a:off x="420643" y="625701"/>
            <a:ext cx="1958760" cy="558360"/>
            <a:chOff x="420643" y="625701"/>
            <a:chExt cx="1958760" cy="55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9E6BEE-ECDC-E3A3-AF15-2BCFA4315DB0}"/>
                    </a:ext>
                  </a:extLst>
                </p14:cNvPr>
                <p14:cNvContentPartPr/>
                <p14:nvPr/>
              </p14:nvContentPartPr>
              <p14:xfrm>
                <a:off x="420643" y="625701"/>
                <a:ext cx="363960" cy="558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9E6BEE-ECDC-E3A3-AF15-2BCFA4315D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2643" y="608061"/>
                  <a:ext cx="39960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CD4B001-F25F-33B1-072B-1CFD0801EB22}"/>
                    </a:ext>
                  </a:extLst>
                </p14:cNvPr>
                <p14:cNvContentPartPr/>
                <p14:nvPr/>
              </p14:nvContentPartPr>
              <p14:xfrm>
                <a:off x="754003" y="735501"/>
                <a:ext cx="776160" cy="393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CD4B001-F25F-33B1-072B-1CFD0801EB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6363" y="717861"/>
                  <a:ext cx="81180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9CCEDD5-5464-242A-4B65-287D10405271}"/>
                    </a:ext>
                  </a:extLst>
                </p14:cNvPr>
                <p14:cNvContentPartPr/>
                <p14:nvPr/>
              </p14:nvContentPartPr>
              <p14:xfrm>
                <a:off x="1563283" y="652341"/>
                <a:ext cx="43200" cy="450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9CCEDD5-5464-242A-4B65-287D104052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5283" y="634701"/>
                  <a:ext cx="7884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55E69D9-C20E-E831-935B-D1563AC28791}"/>
                    </a:ext>
                  </a:extLst>
                </p14:cNvPr>
                <p14:cNvContentPartPr/>
                <p14:nvPr/>
              </p14:nvContentPartPr>
              <p14:xfrm>
                <a:off x="1480123" y="870141"/>
                <a:ext cx="328320" cy="192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55E69D9-C20E-E831-935B-D1563AC287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62483" y="852141"/>
                  <a:ext cx="363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9DF7E13-FEAA-795F-7E24-824FEC4AF959}"/>
                    </a:ext>
                  </a:extLst>
                </p14:cNvPr>
                <p14:cNvContentPartPr/>
                <p14:nvPr/>
              </p14:nvContentPartPr>
              <p14:xfrm>
                <a:off x="1776763" y="756381"/>
                <a:ext cx="36360" cy="29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9DF7E13-FEAA-795F-7E24-824FEC4AF9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58763" y="738381"/>
                  <a:ext cx="72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A4708A-EA81-6D39-6475-30CB03166042}"/>
                    </a:ext>
                  </a:extLst>
                </p14:cNvPr>
                <p14:cNvContentPartPr/>
                <p14:nvPr/>
              </p14:nvContentPartPr>
              <p14:xfrm>
                <a:off x="1831123" y="869421"/>
                <a:ext cx="548280" cy="208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A4708A-EA81-6D39-6475-30CB0316604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13123" y="851421"/>
                  <a:ext cx="58392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96B33D2-C764-6555-3B0B-4398F1C42260}"/>
                  </a:ext>
                </a:extLst>
              </p14:cNvPr>
              <p14:cNvContentPartPr/>
              <p14:nvPr/>
            </p14:nvContentPartPr>
            <p14:xfrm>
              <a:off x="2786923" y="650181"/>
              <a:ext cx="612720" cy="905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96B33D2-C764-6555-3B0B-4398F1C4226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69283" y="632181"/>
                <a:ext cx="648360" cy="9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7D320A4-7025-5E03-4392-20CDC8D0368F}"/>
              </a:ext>
            </a:extLst>
          </p:cNvPr>
          <p:cNvGrpSpPr/>
          <p:nvPr/>
        </p:nvGrpSpPr>
        <p:grpSpPr>
          <a:xfrm>
            <a:off x="4012723" y="653421"/>
            <a:ext cx="2988360" cy="570600"/>
            <a:chOff x="4012723" y="653421"/>
            <a:chExt cx="2988360" cy="57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A5BA51-2258-8085-F048-196CE16605ED}"/>
                    </a:ext>
                  </a:extLst>
                </p14:cNvPr>
                <p14:cNvContentPartPr/>
                <p14:nvPr/>
              </p14:nvContentPartPr>
              <p14:xfrm>
                <a:off x="4012723" y="653421"/>
                <a:ext cx="245160" cy="405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A5BA51-2258-8085-F048-196CE16605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4723" y="635781"/>
                  <a:ext cx="280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D8DADF-6C98-6BA7-76E5-CF2E3821303E}"/>
                    </a:ext>
                  </a:extLst>
                </p14:cNvPr>
                <p14:cNvContentPartPr/>
                <p14:nvPr/>
              </p14:nvContentPartPr>
              <p14:xfrm>
                <a:off x="4312603" y="915861"/>
                <a:ext cx="76320" cy="154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D8DADF-6C98-6BA7-76E5-CF2E382130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4963" y="898221"/>
                  <a:ext cx="111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232BEB4-CD96-6B1F-FAAE-9167F5861835}"/>
                    </a:ext>
                  </a:extLst>
                </p14:cNvPr>
                <p14:cNvContentPartPr/>
                <p14:nvPr/>
              </p14:nvContentPartPr>
              <p14:xfrm>
                <a:off x="4359763" y="758541"/>
                <a:ext cx="42840" cy="29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232BEB4-CD96-6B1F-FAAE-9167F58618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42123" y="740901"/>
                  <a:ext cx="78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4E79192-47F3-562C-078C-E5691E770660}"/>
                    </a:ext>
                  </a:extLst>
                </p14:cNvPr>
                <p14:cNvContentPartPr/>
                <p14:nvPr/>
              </p14:nvContentPartPr>
              <p14:xfrm>
                <a:off x="4469203" y="702381"/>
                <a:ext cx="929520" cy="451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4E79192-47F3-562C-078C-E5691E77066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51203" y="684741"/>
                  <a:ext cx="9651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05C777-2C75-1F81-F272-00BE59448FD1}"/>
                    </a:ext>
                  </a:extLst>
                </p14:cNvPr>
                <p14:cNvContentPartPr/>
                <p14:nvPr/>
              </p14:nvContentPartPr>
              <p14:xfrm>
                <a:off x="5452723" y="743781"/>
                <a:ext cx="98640" cy="421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05C777-2C75-1F81-F272-00BE59448FD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34723" y="725781"/>
                  <a:ext cx="1342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0D6841A-33F8-C334-CE94-7B84E2D0093D}"/>
                    </a:ext>
                  </a:extLst>
                </p14:cNvPr>
                <p14:cNvContentPartPr/>
                <p14:nvPr/>
              </p14:nvContentPartPr>
              <p14:xfrm>
                <a:off x="5379643" y="793461"/>
                <a:ext cx="254520" cy="66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0D6841A-33F8-C334-CE94-7B84E2D009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62003" y="775461"/>
                  <a:ext cx="290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82852D9-FEA0-6BBC-9CC2-D3C4607DD3ED}"/>
                    </a:ext>
                  </a:extLst>
                </p14:cNvPr>
                <p14:cNvContentPartPr/>
                <p14:nvPr/>
              </p14:nvContentPartPr>
              <p14:xfrm>
                <a:off x="5603923" y="919461"/>
                <a:ext cx="1397160" cy="304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82852D9-FEA0-6BBC-9CC2-D3C4607DD3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85923" y="901821"/>
                  <a:ext cx="143280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BEDB015-84F0-B6A7-7A2D-984EDF4356D8}"/>
              </a:ext>
            </a:extLst>
          </p:cNvPr>
          <p:cNvGrpSpPr/>
          <p:nvPr/>
        </p:nvGrpSpPr>
        <p:grpSpPr>
          <a:xfrm>
            <a:off x="7572043" y="698421"/>
            <a:ext cx="1824480" cy="859320"/>
            <a:chOff x="7572043" y="698421"/>
            <a:chExt cx="1824480" cy="85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DDC92D-83D2-A7ED-039D-7167D8FC26C9}"/>
                    </a:ext>
                  </a:extLst>
                </p14:cNvPr>
                <p14:cNvContentPartPr/>
                <p14:nvPr/>
              </p14:nvContentPartPr>
              <p14:xfrm>
                <a:off x="7572043" y="787701"/>
                <a:ext cx="304200" cy="390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DDC92D-83D2-A7ED-039D-7167D8FC26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54043" y="769701"/>
                  <a:ext cx="33984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1A2345-402F-87ED-BA89-B4B58A3A949B}"/>
                    </a:ext>
                  </a:extLst>
                </p14:cNvPr>
                <p14:cNvContentPartPr/>
                <p14:nvPr/>
              </p14:nvContentPartPr>
              <p14:xfrm>
                <a:off x="7878763" y="986781"/>
                <a:ext cx="164160" cy="570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1A2345-402F-87ED-BA89-B4B58A3A94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61123" y="969141"/>
                  <a:ext cx="19980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4FDB45-C300-4A93-D6DF-7179C384B179}"/>
                    </a:ext>
                  </a:extLst>
                </p14:cNvPr>
                <p14:cNvContentPartPr/>
                <p14:nvPr/>
              </p14:nvContentPartPr>
              <p14:xfrm>
                <a:off x="8164603" y="1026741"/>
                <a:ext cx="230400" cy="193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4FDB45-C300-4A93-D6DF-7179C384B1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46603" y="1008741"/>
                  <a:ext cx="2660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A8BBA9-6F5E-E194-1A04-D1B5769F408D}"/>
                    </a:ext>
                  </a:extLst>
                </p14:cNvPr>
                <p14:cNvContentPartPr/>
                <p14:nvPr/>
              </p14:nvContentPartPr>
              <p14:xfrm>
                <a:off x="8395363" y="1027461"/>
                <a:ext cx="206280" cy="165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A8BBA9-6F5E-E194-1A04-D1B5769F408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7723" y="1009461"/>
                  <a:ext cx="241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96B8B2-B6AD-DA17-C969-A957131CD2EE}"/>
                    </a:ext>
                  </a:extLst>
                </p14:cNvPr>
                <p14:cNvContentPartPr/>
                <p14:nvPr/>
              </p14:nvContentPartPr>
              <p14:xfrm>
                <a:off x="8620363" y="698421"/>
                <a:ext cx="237240" cy="509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96B8B2-B6AD-DA17-C969-A957131CD2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02363" y="680421"/>
                  <a:ext cx="27288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0AF058-0B6A-A067-8C80-4661AE853DEA}"/>
                    </a:ext>
                  </a:extLst>
                </p14:cNvPr>
                <p14:cNvContentPartPr/>
                <p14:nvPr/>
              </p14:nvContentPartPr>
              <p14:xfrm>
                <a:off x="8900443" y="981381"/>
                <a:ext cx="155520" cy="200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0AF058-0B6A-A067-8C80-4661AE853D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82803" y="963381"/>
                  <a:ext cx="191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0BACA2-E4BB-74E7-3669-A5A217D2010A}"/>
                    </a:ext>
                  </a:extLst>
                </p14:cNvPr>
                <p14:cNvContentPartPr/>
                <p14:nvPr/>
              </p14:nvContentPartPr>
              <p14:xfrm>
                <a:off x="9099523" y="1010181"/>
                <a:ext cx="145080" cy="159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0BACA2-E4BB-74E7-3669-A5A217D2010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81523" y="992541"/>
                  <a:ext cx="180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430659-4537-6C0F-FDD7-EFAD152D6661}"/>
                    </a:ext>
                  </a:extLst>
                </p14:cNvPr>
                <p14:cNvContentPartPr/>
                <p14:nvPr/>
              </p14:nvContentPartPr>
              <p14:xfrm>
                <a:off x="9212203" y="972021"/>
                <a:ext cx="184320" cy="192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430659-4537-6C0F-FDD7-EFAD152D66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194563" y="954381"/>
                  <a:ext cx="219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158913-B1E3-438F-C11E-C7FD21BA86B7}"/>
                    </a:ext>
                  </a:extLst>
                </p14:cNvPr>
                <p14:cNvContentPartPr/>
                <p14:nvPr/>
              </p14:nvContentPartPr>
              <p14:xfrm>
                <a:off x="8814403" y="775101"/>
                <a:ext cx="63720" cy="13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158913-B1E3-438F-C11E-C7FD21BA86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96763" y="757101"/>
                  <a:ext cx="99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08FE66-77AA-9ACF-5FA6-1D305B90C0AB}"/>
                    </a:ext>
                  </a:extLst>
                </p14:cNvPr>
                <p14:cNvContentPartPr/>
                <p14:nvPr/>
              </p14:nvContentPartPr>
              <p14:xfrm>
                <a:off x="8361163" y="856101"/>
                <a:ext cx="196920" cy="22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08FE66-77AA-9ACF-5FA6-1D305B90C0A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43523" y="838461"/>
                  <a:ext cx="2325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BC54EA-7EE1-C731-4A94-E7635B704E66}"/>
              </a:ext>
            </a:extLst>
          </p:cNvPr>
          <p:cNvGrpSpPr/>
          <p:nvPr/>
        </p:nvGrpSpPr>
        <p:grpSpPr>
          <a:xfrm>
            <a:off x="2181403" y="1858701"/>
            <a:ext cx="933840" cy="346680"/>
            <a:chOff x="2181403" y="1858701"/>
            <a:chExt cx="9338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BE468E-8F5F-CD34-1601-B2EA83515318}"/>
                    </a:ext>
                  </a:extLst>
                </p14:cNvPr>
                <p14:cNvContentPartPr/>
                <p14:nvPr/>
              </p14:nvContentPartPr>
              <p14:xfrm>
                <a:off x="2181403" y="1858701"/>
                <a:ext cx="113400" cy="214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BE468E-8F5F-CD34-1601-B2EA8351531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3763" y="1840701"/>
                  <a:ext cx="149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AEF3DB-246C-7496-A180-648C9A2413F2}"/>
                    </a:ext>
                  </a:extLst>
                </p14:cNvPr>
                <p14:cNvContentPartPr/>
                <p14:nvPr/>
              </p14:nvContentPartPr>
              <p14:xfrm>
                <a:off x="2414323" y="2019261"/>
                <a:ext cx="13680" cy="115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AEF3DB-246C-7496-A180-648C9A2413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96683" y="2001261"/>
                  <a:ext cx="49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2B314C-5631-39A6-7A53-CDD6052BC7A6}"/>
                    </a:ext>
                  </a:extLst>
                </p14:cNvPr>
                <p14:cNvContentPartPr/>
                <p14:nvPr/>
              </p14:nvContentPartPr>
              <p14:xfrm>
                <a:off x="2532043" y="2054901"/>
                <a:ext cx="11880" cy="150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2B314C-5631-39A6-7A53-CDD6052BC7A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14403" y="2037261"/>
                  <a:ext cx="47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FDE0CC-3920-5537-7D5A-E29952DDC12E}"/>
                    </a:ext>
                  </a:extLst>
                </p14:cNvPr>
                <p14:cNvContentPartPr/>
                <p14:nvPr/>
              </p14:nvContentPartPr>
              <p14:xfrm>
                <a:off x="2758123" y="1882461"/>
                <a:ext cx="221400" cy="172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FDE0CC-3920-5537-7D5A-E29952DDC1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40123" y="1864461"/>
                  <a:ext cx="257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4282724-0B23-8D2D-BCA8-A7BDA3656CFE}"/>
                    </a:ext>
                  </a:extLst>
                </p14:cNvPr>
                <p14:cNvContentPartPr/>
                <p14:nvPr/>
              </p14:nvContentPartPr>
              <p14:xfrm>
                <a:off x="3101563" y="1976421"/>
                <a:ext cx="13680" cy="179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4282724-0B23-8D2D-BCA8-A7BDA3656CF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83563" y="1958781"/>
                  <a:ext cx="4932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5ADC843-B320-E0EF-708E-DF4196C444C5}"/>
              </a:ext>
            </a:extLst>
          </p:cNvPr>
          <p:cNvGrpSpPr/>
          <p:nvPr/>
        </p:nvGrpSpPr>
        <p:grpSpPr>
          <a:xfrm>
            <a:off x="3446803" y="1832421"/>
            <a:ext cx="2456640" cy="388800"/>
            <a:chOff x="3446803" y="1832421"/>
            <a:chExt cx="245664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8FB21C4-9FFA-691A-6DBB-D8259F998750}"/>
                    </a:ext>
                  </a:extLst>
                </p14:cNvPr>
                <p14:cNvContentPartPr/>
                <p14:nvPr/>
              </p14:nvContentPartPr>
              <p14:xfrm>
                <a:off x="3446803" y="1930701"/>
                <a:ext cx="143280" cy="52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8FB21C4-9FFA-691A-6DBB-D8259F9987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28803" y="1912701"/>
                  <a:ext cx="178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014415-DB6C-F45F-4D24-A48D0FA6F4F7}"/>
                    </a:ext>
                  </a:extLst>
                </p14:cNvPr>
                <p14:cNvContentPartPr/>
                <p14:nvPr/>
              </p14:nvContentPartPr>
              <p14:xfrm>
                <a:off x="3485683" y="1882821"/>
                <a:ext cx="25200" cy="197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014415-DB6C-F45F-4D24-A48D0FA6F4F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67683" y="1864821"/>
                  <a:ext cx="60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389074-7C52-DACA-591C-D3B50D17C806}"/>
                    </a:ext>
                  </a:extLst>
                </p14:cNvPr>
                <p14:cNvContentPartPr/>
                <p14:nvPr/>
              </p14:nvContentPartPr>
              <p14:xfrm>
                <a:off x="3768283" y="1850421"/>
                <a:ext cx="163080" cy="216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389074-7C52-DACA-591C-D3B50D17C8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50643" y="1832421"/>
                  <a:ext cx="198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EE40C69-ADCA-C28E-D0C4-98F778976089}"/>
                    </a:ext>
                  </a:extLst>
                </p14:cNvPr>
                <p14:cNvContentPartPr/>
                <p14:nvPr/>
              </p14:nvContentPartPr>
              <p14:xfrm>
                <a:off x="4009843" y="2020341"/>
                <a:ext cx="27360" cy="121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EE40C69-ADCA-C28E-D0C4-98F77897608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91843" y="2002341"/>
                  <a:ext cx="63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EC4FDD5-CDB2-FD53-3ACE-1F3E4879397C}"/>
                    </a:ext>
                  </a:extLst>
                </p14:cNvPr>
                <p14:cNvContentPartPr/>
                <p14:nvPr/>
              </p14:nvContentPartPr>
              <p14:xfrm>
                <a:off x="4114963" y="2042301"/>
                <a:ext cx="231840" cy="178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C4FDD5-CDB2-FD53-3ACE-1F3E487939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97323" y="2024301"/>
                  <a:ext cx="267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0A2373B-FB66-79FF-638D-5C1998E1D0E9}"/>
                    </a:ext>
                  </a:extLst>
                </p14:cNvPr>
                <p14:cNvContentPartPr/>
                <p14:nvPr/>
              </p14:nvContentPartPr>
              <p14:xfrm>
                <a:off x="4411243" y="1832421"/>
                <a:ext cx="246600" cy="212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0A2373B-FB66-79FF-638D-5C1998E1D0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93243" y="1814421"/>
                  <a:ext cx="2822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DE81C5C-4FDA-2A21-3F1E-E756894E28AF}"/>
                    </a:ext>
                  </a:extLst>
                </p14:cNvPr>
                <p14:cNvContentPartPr/>
                <p14:nvPr/>
              </p14:nvContentPartPr>
              <p14:xfrm>
                <a:off x="4699963" y="1894701"/>
                <a:ext cx="600480" cy="231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DE81C5C-4FDA-2A21-3F1E-E756894E28A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81963" y="1876701"/>
                  <a:ext cx="636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C2606EC-EABA-32FA-E013-DBF5F57ABB7B}"/>
                    </a:ext>
                  </a:extLst>
                </p14:cNvPr>
                <p14:cNvContentPartPr/>
                <p14:nvPr/>
              </p14:nvContentPartPr>
              <p14:xfrm>
                <a:off x="5238163" y="1841061"/>
                <a:ext cx="665280" cy="139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C2606EC-EABA-32FA-E013-DBF5F57ABB7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20523" y="1823421"/>
                  <a:ext cx="70092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541D43F-7EC9-5580-45B3-4C1D3DD31CBB}"/>
                  </a:ext>
                </a:extLst>
              </p14:cNvPr>
              <p14:cNvContentPartPr/>
              <p14:nvPr/>
            </p14:nvContentPartPr>
            <p14:xfrm>
              <a:off x="6226363" y="1875981"/>
              <a:ext cx="27360" cy="5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541D43F-7EC9-5580-45B3-4C1D3DD31CB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208363" y="1858341"/>
                <a:ext cx="6300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6FC37D8-807E-3E19-EE15-4E8026D8E51D}"/>
              </a:ext>
            </a:extLst>
          </p:cNvPr>
          <p:cNvGrpSpPr/>
          <p:nvPr/>
        </p:nvGrpSpPr>
        <p:grpSpPr>
          <a:xfrm>
            <a:off x="6532723" y="1834941"/>
            <a:ext cx="1611360" cy="338040"/>
            <a:chOff x="6532723" y="1834941"/>
            <a:chExt cx="161136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B759DAB-271C-0669-B2FF-22D90C4DDB98}"/>
                    </a:ext>
                  </a:extLst>
                </p14:cNvPr>
                <p14:cNvContentPartPr/>
                <p14:nvPr/>
              </p14:nvContentPartPr>
              <p14:xfrm>
                <a:off x="6532723" y="1834941"/>
                <a:ext cx="186840" cy="200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B759DAB-271C-0669-B2FF-22D90C4DDB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15083" y="1817301"/>
                  <a:ext cx="2224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658E3C-ECB9-F0CE-7D81-7A452EE5D01E}"/>
                    </a:ext>
                  </a:extLst>
                </p14:cNvPr>
                <p14:cNvContentPartPr/>
                <p14:nvPr/>
              </p14:nvContentPartPr>
              <p14:xfrm>
                <a:off x="6819283" y="1837101"/>
                <a:ext cx="154440" cy="203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658E3C-ECB9-F0CE-7D81-7A452EE5D01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01643" y="1819101"/>
                  <a:ext cx="1900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0F9C25A-9EC5-435C-7D24-A3777DD956F0}"/>
                    </a:ext>
                  </a:extLst>
                </p14:cNvPr>
                <p14:cNvContentPartPr/>
                <p14:nvPr/>
              </p14:nvContentPartPr>
              <p14:xfrm>
                <a:off x="7074883" y="2009181"/>
                <a:ext cx="15480" cy="138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0F9C25A-9EC5-435C-7D24-A3777DD956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57243" y="1991181"/>
                  <a:ext cx="51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FF2343-1680-B998-5A52-863D72EB9F50}"/>
                    </a:ext>
                  </a:extLst>
                </p14:cNvPr>
                <p14:cNvContentPartPr/>
                <p14:nvPr/>
              </p14:nvContentPartPr>
              <p14:xfrm>
                <a:off x="7136803" y="2037261"/>
                <a:ext cx="154440" cy="135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FF2343-1680-B998-5A52-863D72EB9F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19163" y="2019261"/>
                  <a:ext cx="190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4A59C21-CBB5-CC1F-86FE-7B27C15A2135}"/>
                    </a:ext>
                  </a:extLst>
                </p14:cNvPr>
                <p14:cNvContentPartPr/>
                <p14:nvPr/>
              </p14:nvContentPartPr>
              <p14:xfrm>
                <a:off x="7380163" y="1888581"/>
                <a:ext cx="216360" cy="179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4A59C21-CBB5-CC1F-86FE-7B27C15A213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62163" y="1870581"/>
                  <a:ext cx="2520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96BC02-B5AB-5853-0B26-4F7A68EAD7A2}"/>
                    </a:ext>
                  </a:extLst>
                </p14:cNvPr>
                <p14:cNvContentPartPr/>
                <p14:nvPr/>
              </p14:nvContentPartPr>
              <p14:xfrm>
                <a:off x="7668163" y="1876341"/>
                <a:ext cx="443160" cy="243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96BC02-B5AB-5853-0B26-4F7A68EAD7A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50163" y="1858341"/>
                  <a:ext cx="478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4069C06-5354-AA8E-EAB1-F52A09C45316}"/>
                    </a:ext>
                  </a:extLst>
                </p14:cNvPr>
                <p14:cNvContentPartPr/>
                <p14:nvPr/>
              </p14:nvContentPartPr>
              <p14:xfrm>
                <a:off x="7954363" y="1958061"/>
                <a:ext cx="189720" cy="38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4069C06-5354-AA8E-EAB1-F52A09C453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36363" y="1940421"/>
                  <a:ext cx="22536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74BA33F-0C22-6EDB-1511-AA2D61806460}"/>
                  </a:ext>
                </a:extLst>
              </p14:cNvPr>
              <p14:cNvContentPartPr/>
              <p14:nvPr/>
            </p14:nvContentPartPr>
            <p14:xfrm>
              <a:off x="8471323" y="1661421"/>
              <a:ext cx="330840" cy="491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74BA33F-0C22-6EDB-1511-AA2D6180646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453323" y="1643421"/>
                <a:ext cx="366480" cy="52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028B6E11-CAE4-6078-5FAF-3D04ACDC2C9C}"/>
              </a:ext>
            </a:extLst>
          </p:cNvPr>
          <p:cNvGrpSpPr/>
          <p:nvPr/>
        </p:nvGrpSpPr>
        <p:grpSpPr>
          <a:xfrm>
            <a:off x="2068003" y="2525421"/>
            <a:ext cx="1033200" cy="348480"/>
            <a:chOff x="2068003" y="2525421"/>
            <a:chExt cx="103320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C4E873-AB47-C56C-46A3-7FFBB365DF8A}"/>
                    </a:ext>
                  </a:extLst>
                </p14:cNvPr>
                <p14:cNvContentPartPr/>
                <p14:nvPr/>
              </p14:nvContentPartPr>
              <p14:xfrm>
                <a:off x="2068003" y="2525421"/>
                <a:ext cx="181080" cy="219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C4E873-AB47-C56C-46A3-7FFBB365DF8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50363" y="2507421"/>
                  <a:ext cx="2167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104D95E-0533-B37A-8283-7D59D1FCC986}"/>
                    </a:ext>
                  </a:extLst>
                </p14:cNvPr>
                <p14:cNvContentPartPr/>
                <p14:nvPr/>
              </p14:nvContentPartPr>
              <p14:xfrm>
                <a:off x="2337643" y="2717301"/>
                <a:ext cx="120600" cy="125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104D95E-0533-B37A-8283-7D59D1FCC9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19643" y="2699661"/>
                  <a:ext cx="156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8164455-D64C-027A-15DF-4068D0CA0D81}"/>
                    </a:ext>
                  </a:extLst>
                </p14:cNvPr>
                <p14:cNvContentPartPr/>
                <p14:nvPr/>
              </p14:nvContentPartPr>
              <p14:xfrm>
                <a:off x="2559043" y="2740701"/>
                <a:ext cx="6840" cy="133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8164455-D64C-027A-15DF-4068D0CA0D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41403" y="2722701"/>
                  <a:ext cx="42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1CBF3F-8C68-DA5F-A1AC-DD3C5DF66E75}"/>
                    </a:ext>
                  </a:extLst>
                </p14:cNvPr>
                <p14:cNvContentPartPr/>
                <p14:nvPr/>
              </p14:nvContentPartPr>
              <p14:xfrm>
                <a:off x="2770003" y="2612181"/>
                <a:ext cx="331200" cy="250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1CBF3F-8C68-DA5F-A1AC-DD3C5DF66E7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52003" y="2594181"/>
                  <a:ext cx="36684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97E0C8F-4EC5-5129-290E-EF4BD2D79821}"/>
              </a:ext>
            </a:extLst>
          </p:cNvPr>
          <p:cNvGrpSpPr/>
          <p:nvPr/>
        </p:nvGrpSpPr>
        <p:grpSpPr>
          <a:xfrm>
            <a:off x="3469123" y="2635581"/>
            <a:ext cx="1755000" cy="276480"/>
            <a:chOff x="3469123" y="2635581"/>
            <a:chExt cx="175500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F6E2D03-E75B-88F3-7E5E-2444F8E6F904}"/>
                    </a:ext>
                  </a:extLst>
                </p14:cNvPr>
                <p14:cNvContentPartPr/>
                <p14:nvPr/>
              </p14:nvContentPartPr>
              <p14:xfrm>
                <a:off x="3469123" y="2635581"/>
                <a:ext cx="127800" cy="168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F6E2D03-E75B-88F3-7E5E-2444F8E6F90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51483" y="2617941"/>
                  <a:ext cx="163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F60CC97-5CA9-71CA-6075-58D617E98C20}"/>
                    </a:ext>
                  </a:extLst>
                </p14:cNvPr>
                <p14:cNvContentPartPr/>
                <p14:nvPr/>
              </p14:nvContentPartPr>
              <p14:xfrm>
                <a:off x="3653803" y="2635581"/>
                <a:ext cx="166680" cy="156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F60CC97-5CA9-71CA-6075-58D617E98C2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163" y="2617581"/>
                  <a:ext cx="202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F0812F6-CE3E-3C10-C3BC-BA9B2F1FC714}"/>
                    </a:ext>
                  </a:extLst>
                </p14:cNvPr>
                <p14:cNvContentPartPr/>
                <p14:nvPr/>
              </p14:nvContentPartPr>
              <p14:xfrm>
                <a:off x="3886723" y="2756181"/>
                <a:ext cx="396720" cy="155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F0812F6-CE3E-3C10-C3BC-BA9B2F1FC71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68723" y="2738541"/>
                  <a:ext cx="432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01019F-D77B-6163-170C-810445EA3B0F}"/>
                    </a:ext>
                  </a:extLst>
                </p14:cNvPr>
                <p14:cNvContentPartPr/>
                <p14:nvPr/>
              </p14:nvContentPartPr>
              <p14:xfrm>
                <a:off x="4415923" y="2672661"/>
                <a:ext cx="491760" cy="220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901019F-D77B-6163-170C-810445EA3B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98283" y="2654661"/>
                  <a:ext cx="527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F226152-BF79-D13C-2460-0F1C86AB3F61}"/>
                    </a:ext>
                  </a:extLst>
                </p14:cNvPr>
                <p14:cNvContentPartPr/>
                <p14:nvPr/>
              </p14:nvContentPartPr>
              <p14:xfrm>
                <a:off x="5099923" y="2643501"/>
                <a:ext cx="124200" cy="160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F226152-BF79-D13C-2460-0F1C86AB3F6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82283" y="2625861"/>
                  <a:ext cx="159840" cy="19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2DA3F4D-E6F7-3EA9-7CEE-AC710DAA3487}"/>
                  </a:ext>
                </a:extLst>
              </p14:cNvPr>
              <p14:cNvContentPartPr/>
              <p14:nvPr/>
            </p14:nvContentPartPr>
            <p14:xfrm>
              <a:off x="5467483" y="2715501"/>
              <a:ext cx="667440" cy="63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2DA3F4D-E6F7-3EA9-7CEE-AC710DAA348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49843" y="2697861"/>
                <a:ext cx="703080" cy="9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BF40A2EB-A2A1-897E-868A-B27AF7042A0E}"/>
              </a:ext>
            </a:extLst>
          </p:cNvPr>
          <p:cNvGrpSpPr/>
          <p:nvPr/>
        </p:nvGrpSpPr>
        <p:grpSpPr>
          <a:xfrm>
            <a:off x="6501043" y="2552781"/>
            <a:ext cx="2586960" cy="383040"/>
            <a:chOff x="6501043" y="2552781"/>
            <a:chExt cx="258696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48F362F-F186-43E9-D211-AC7D48F49280}"/>
                    </a:ext>
                  </a:extLst>
                </p14:cNvPr>
                <p14:cNvContentPartPr/>
                <p14:nvPr/>
              </p14:nvContentPartPr>
              <p14:xfrm>
                <a:off x="6501043" y="2674821"/>
                <a:ext cx="125640" cy="135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48F362F-F186-43E9-D211-AC7D48F4928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83403" y="2656821"/>
                  <a:ext cx="161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E605B7-43B8-8367-C190-B6F9D8F1B841}"/>
                    </a:ext>
                  </a:extLst>
                </p14:cNvPr>
                <p14:cNvContentPartPr/>
                <p14:nvPr/>
              </p14:nvContentPartPr>
              <p14:xfrm>
                <a:off x="6739003" y="2625501"/>
                <a:ext cx="210240" cy="158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E605B7-43B8-8367-C190-B6F9D8F1B84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21363" y="2607861"/>
                  <a:ext cx="245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1DAC23-45CE-54CC-DCA2-89E036843039}"/>
                    </a:ext>
                  </a:extLst>
                </p14:cNvPr>
                <p14:cNvContentPartPr/>
                <p14:nvPr/>
              </p14:nvContentPartPr>
              <p14:xfrm>
                <a:off x="7004683" y="2747541"/>
                <a:ext cx="403560" cy="147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1DAC23-45CE-54CC-DCA2-89E03684303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86683" y="2729541"/>
                  <a:ext cx="439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6CEA6C-28C2-6A42-2E90-9471D338D3D4}"/>
                    </a:ext>
                  </a:extLst>
                </p14:cNvPr>
                <p14:cNvContentPartPr/>
                <p14:nvPr/>
              </p14:nvContentPartPr>
              <p14:xfrm>
                <a:off x="7517683" y="2703981"/>
                <a:ext cx="830160" cy="211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6CEA6C-28C2-6A42-2E90-9471D338D3D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00043" y="2685981"/>
                  <a:ext cx="865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5B7D8D8-AE39-1A3C-B607-B55EA326C905}"/>
                    </a:ext>
                  </a:extLst>
                </p14:cNvPr>
                <p14:cNvContentPartPr/>
                <p14:nvPr/>
              </p14:nvContentPartPr>
              <p14:xfrm>
                <a:off x="8528923" y="2552781"/>
                <a:ext cx="153000" cy="324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5B7D8D8-AE39-1A3C-B607-B55EA326C9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10923" y="2534781"/>
                  <a:ext cx="1886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333573-828F-8B8E-18B7-87B6171E483F}"/>
                    </a:ext>
                  </a:extLst>
                </p14:cNvPr>
                <p14:cNvContentPartPr/>
                <p14:nvPr/>
              </p14:nvContentPartPr>
              <p14:xfrm>
                <a:off x="8766163" y="2788221"/>
                <a:ext cx="321840" cy="147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333573-828F-8B8E-18B7-87B6171E483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48523" y="2770581"/>
                  <a:ext cx="35748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38C105E-3D6E-7340-86CF-18933A27F0AA}"/>
              </a:ext>
            </a:extLst>
          </p:cNvPr>
          <p:cNvGrpSpPr/>
          <p:nvPr/>
        </p:nvGrpSpPr>
        <p:grpSpPr>
          <a:xfrm>
            <a:off x="2188963" y="3252981"/>
            <a:ext cx="46440" cy="187200"/>
            <a:chOff x="2188963" y="3252981"/>
            <a:chExt cx="46440" cy="1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D85A8EF-355D-589A-2BDE-088D48F827C8}"/>
                    </a:ext>
                  </a:extLst>
                </p14:cNvPr>
                <p14:cNvContentPartPr/>
                <p14:nvPr/>
              </p14:nvContentPartPr>
              <p14:xfrm>
                <a:off x="2206963" y="3252981"/>
                <a:ext cx="28440" cy="39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D85A8EF-355D-589A-2BDE-088D48F827C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88963" y="3234981"/>
                  <a:ext cx="64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ACD6A9-4A32-74DC-AC4C-BC35D88BB731}"/>
                    </a:ext>
                  </a:extLst>
                </p14:cNvPr>
                <p14:cNvContentPartPr/>
                <p14:nvPr/>
              </p14:nvContentPartPr>
              <p14:xfrm>
                <a:off x="2188963" y="3394821"/>
                <a:ext cx="2520" cy="45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ACD6A9-4A32-74DC-AC4C-BC35D88BB73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71323" y="3376821"/>
                  <a:ext cx="3816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C7444F0-B771-A826-1B98-2844A687F099}"/>
                  </a:ext>
                </a:extLst>
              </p14:cNvPr>
              <p14:cNvContentPartPr/>
              <p14:nvPr/>
            </p14:nvContentPartPr>
            <p14:xfrm>
              <a:off x="2196883" y="3550341"/>
              <a:ext cx="3240" cy="234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C7444F0-B771-A826-1B98-2844A687F09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178883" y="3532341"/>
                <a:ext cx="3888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545F864F-98DA-2C62-3FA1-AE807480BC65}"/>
              </a:ext>
            </a:extLst>
          </p:cNvPr>
          <p:cNvGrpSpPr/>
          <p:nvPr/>
        </p:nvGrpSpPr>
        <p:grpSpPr>
          <a:xfrm>
            <a:off x="2061523" y="3849501"/>
            <a:ext cx="3602160" cy="361800"/>
            <a:chOff x="2061523" y="3849501"/>
            <a:chExt cx="360216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2408DAD-8111-4BBA-978A-C28074D20B20}"/>
                    </a:ext>
                  </a:extLst>
                </p14:cNvPr>
                <p14:cNvContentPartPr/>
                <p14:nvPr/>
              </p14:nvContentPartPr>
              <p14:xfrm>
                <a:off x="2061523" y="3849501"/>
                <a:ext cx="100080" cy="170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2408DAD-8111-4BBA-978A-C28074D20B2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043883" y="3831501"/>
                  <a:ext cx="135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BCF9F2-78BF-BC5A-88B0-76CA483B6E72}"/>
                    </a:ext>
                  </a:extLst>
                </p14:cNvPr>
                <p14:cNvContentPartPr/>
                <p14:nvPr/>
              </p14:nvContentPartPr>
              <p14:xfrm>
                <a:off x="2216323" y="3954261"/>
                <a:ext cx="252720" cy="210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BCF9F2-78BF-BC5A-88B0-76CA483B6E7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98323" y="3936621"/>
                  <a:ext cx="288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F1C2E5-59A8-35D2-7D8E-648BE4603A58}"/>
                    </a:ext>
                  </a:extLst>
                </p14:cNvPr>
                <p14:cNvContentPartPr/>
                <p14:nvPr/>
              </p14:nvContentPartPr>
              <p14:xfrm>
                <a:off x="2512243" y="3935901"/>
                <a:ext cx="948960" cy="275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F1C2E5-59A8-35D2-7D8E-648BE4603A5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94243" y="3918261"/>
                  <a:ext cx="9846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A9B3C92-78CD-6EB9-F380-C98810DD3802}"/>
                    </a:ext>
                  </a:extLst>
                </p14:cNvPr>
                <p14:cNvContentPartPr/>
                <p14:nvPr/>
              </p14:nvContentPartPr>
              <p14:xfrm>
                <a:off x="3411883" y="3870741"/>
                <a:ext cx="316440" cy="153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A9B3C92-78CD-6EB9-F380-C98810DD380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94243" y="3853101"/>
                  <a:ext cx="352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EA38571-F0DA-DC9D-8F50-FA4536DDEEC8}"/>
                    </a:ext>
                  </a:extLst>
                </p14:cNvPr>
                <p14:cNvContentPartPr/>
                <p14:nvPr/>
              </p14:nvContentPartPr>
              <p14:xfrm>
                <a:off x="3825523" y="3895941"/>
                <a:ext cx="874080" cy="296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EA38571-F0DA-DC9D-8F50-FA4536DDEEC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07523" y="3878301"/>
                  <a:ext cx="9097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E9DF556-0097-6A0A-D4D4-05A390B7821C}"/>
                    </a:ext>
                  </a:extLst>
                </p14:cNvPr>
                <p14:cNvContentPartPr/>
                <p14:nvPr/>
              </p14:nvContentPartPr>
              <p14:xfrm>
                <a:off x="4730203" y="3920421"/>
                <a:ext cx="933480" cy="233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E9DF556-0097-6A0A-D4D4-05A390B7821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712203" y="3902421"/>
                  <a:ext cx="96912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17D237E-2A44-98AE-5203-8A2FB5982E6C}"/>
              </a:ext>
            </a:extLst>
          </p:cNvPr>
          <p:cNvGrpSpPr/>
          <p:nvPr/>
        </p:nvGrpSpPr>
        <p:grpSpPr>
          <a:xfrm>
            <a:off x="5896243" y="3776421"/>
            <a:ext cx="3468960" cy="385920"/>
            <a:chOff x="5896243" y="3776421"/>
            <a:chExt cx="346896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3480013-D063-27DC-C8D5-4D055A1235E3}"/>
                    </a:ext>
                  </a:extLst>
                </p14:cNvPr>
                <p14:cNvContentPartPr/>
                <p14:nvPr/>
              </p14:nvContentPartPr>
              <p14:xfrm>
                <a:off x="5896243" y="3881541"/>
                <a:ext cx="972720" cy="126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3480013-D063-27DC-C8D5-4D055A1235E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78603" y="3863541"/>
                  <a:ext cx="1008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966E3E0-BF81-8D01-5A4D-904D38FC021B}"/>
                    </a:ext>
                  </a:extLst>
                </p14:cNvPr>
                <p14:cNvContentPartPr/>
                <p14:nvPr/>
              </p14:nvContentPartPr>
              <p14:xfrm>
                <a:off x="6769963" y="3836541"/>
                <a:ext cx="565920" cy="282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966E3E0-BF81-8D01-5A4D-904D38FC021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52323" y="3818901"/>
                  <a:ext cx="6015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8731A37-3DAB-C154-439A-A4A124FF9247}"/>
                    </a:ext>
                  </a:extLst>
                </p14:cNvPr>
                <p14:cNvContentPartPr/>
                <p14:nvPr/>
              </p14:nvContentPartPr>
              <p14:xfrm>
                <a:off x="7410043" y="3911061"/>
                <a:ext cx="865440" cy="251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8731A37-3DAB-C154-439A-A4A124FF924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92403" y="3893421"/>
                  <a:ext cx="9010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A6AF08B-9123-F659-13FE-3C8AD7E244F9}"/>
                    </a:ext>
                  </a:extLst>
                </p14:cNvPr>
                <p14:cNvContentPartPr/>
                <p14:nvPr/>
              </p14:nvContentPartPr>
              <p14:xfrm>
                <a:off x="8320123" y="3776421"/>
                <a:ext cx="565560" cy="315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A6AF08B-9123-F659-13FE-3C8AD7E244F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02123" y="3758421"/>
                  <a:ext cx="6012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5EA5E56-3FBA-7532-76E7-2A0B0A2B9DE6}"/>
                    </a:ext>
                  </a:extLst>
                </p14:cNvPr>
                <p14:cNvContentPartPr/>
                <p14:nvPr/>
              </p14:nvContentPartPr>
              <p14:xfrm>
                <a:off x="9051643" y="3970101"/>
                <a:ext cx="313560" cy="185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5EA5E56-3FBA-7532-76E7-2A0B0A2B9DE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34003" y="3952461"/>
                  <a:ext cx="34920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630E056-26E5-180D-50A4-836237C0A1CA}"/>
                  </a:ext>
                </a:extLst>
              </p14:cNvPr>
              <p14:cNvContentPartPr/>
              <p14:nvPr/>
            </p14:nvContentPartPr>
            <p14:xfrm>
              <a:off x="745003" y="4552581"/>
              <a:ext cx="46440" cy="2404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630E056-26E5-180D-50A4-836237C0A1C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27363" y="4534581"/>
                <a:ext cx="82080" cy="27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09A852F-62FF-F980-E0E2-3C18720066A7}"/>
              </a:ext>
            </a:extLst>
          </p:cNvPr>
          <p:cNvGrpSpPr/>
          <p:nvPr/>
        </p:nvGrpSpPr>
        <p:grpSpPr>
          <a:xfrm>
            <a:off x="762643" y="4358541"/>
            <a:ext cx="1287360" cy="451800"/>
            <a:chOff x="762643" y="4358541"/>
            <a:chExt cx="1287360" cy="4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780DB1E-1994-47B4-62FB-8A550F0D4142}"/>
                    </a:ext>
                  </a:extLst>
                </p14:cNvPr>
                <p14:cNvContentPartPr/>
                <p14:nvPr/>
              </p14:nvContentPartPr>
              <p14:xfrm>
                <a:off x="762643" y="4358541"/>
                <a:ext cx="757080" cy="451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780DB1E-1994-47B4-62FB-8A550F0D414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5003" y="4340901"/>
                  <a:ext cx="79272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AA66175-C8B8-551B-6586-A50BD656463C}"/>
                    </a:ext>
                  </a:extLst>
                </p14:cNvPr>
                <p14:cNvContentPartPr/>
                <p14:nvPr/>
              </p14:nvContentPartPr>
              <p14:xfrm>
                <a:off x="1484083" y="4420821"/>
                <a:ext cx="33840" cy="30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AA66175-C8B8-551B-6586-A50BD656463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66443" y="4402821"/>
                  <a:ext cx="69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63F7489-D409-70FF-B808-B341AF599994}"/>
                    </a:ext>
                  </a:extLst>
                </p14:cNvPr>
                <p14:cNvContentPartPr/>
                <p14:nvPr/>
              </p14:nvContentPartPr>
              <p14:xfrm>
                <a:off x="1639243" y="4448901"/>
                <a:ext cx="410760" cy="355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63F7489-D409-70FF-B808-B341AF59999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21603" y="4430901"/>
                  <a:ext cx="446400" cy="39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468B393-AEDE-593D-E61A-B695DE6EE99E}"/>
                  </a:ext>
                </a:extLst>
              </p14:cNvPr>
              <p14:cNvContentPartPr/>
              <p14:nvPr/>
            </p14:nvContentPartPr>
            <p14:xfrm>
              <a:off x="2437723" y="4434141"/>
              <a:ext cx="214560" cy="3967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468B393-AEDE-593D-E61A-B695DE6EE99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420083" y="4416501"/>
                <a:ext cx="25020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066450B-3351-8E74-BB01-19142BF67C00}"/>
                  </a:ext>
                </a:extLst>
              </p14:cNvPr>
              <p14:cNvContentPartPr/>
              <p14:nvPr/>
            </p14:nvContentPartPr>
            <p14:xfrm>
              <a:off x="3200923" y="4637901"/>
              <a:ext cx="202320" cy="2080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066450B-3351-8E74-BB01-19142BF67C0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182923" y="4619901"/>
                <a:ext cx="2379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4A0E385-135E-C465-E94A-4C3E56B7CD2E}"/>
                  </a:ext>
                </a:extLst>
              </p14:cNvPr>
              <p14:cNvContentPartPr/>
              <p14:nvPr/>
            </p14:nvContentPartPr>
            <p14:xfrm>
              <a:off x="3774043" y="4537821"/>
              <a:ext cx="641160" cy="3740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4A0E385-135E-C465-E94A-4C3E56B7CD2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756043" y="4520181"/>
                <a:ext cx="67680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FB00BEC-2088-94E1-D9C8-B886F71140A7}"/>
                  </a:ext>
                </a:extLst>
              </p14:cNvPr>
              <p14:cNvContentPartPr/>
              <p14:nvPr/>
            </p14:nvContentPartPr>
            <p14:xfrm>
              <a:off x="4720843" y="4619541"/>
              <a:ext cx="371520" cy="7606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FB00BEC-2088-94E1-D9C8-B886F71140A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702843" y="4601901"/>
                <a:ext cx="407160" cy="79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7B0527A-F8ED-1A84-64C0-96DB2371FD4A}"/>
                  </a:ext>
                </a:extLst>
              </p14:cNvPr>
              <p14:cNvContentPartPr/>
              <p14:nvPr/>
            </p14:nvContentPartPr>
            <p14:xfrm>
              <a:off x="5476483" y="4776141"/>
              <a:ext cx="405360" cy="1530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7B0527A-F8ED-1A84-64C0-96DB2371FD4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458483" y="4758501"/>
                <a:ext cx="44100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08A5A11-2220-89C3-0219-36F75C0F6330}"/>
              </a:ext>
            </a:extLst>
          </p:cNvPr>
          <p:cNvGrpSpPr/>
          <p:nvPr/>
        </p:nvGrpSpPr>
        <p:grpSpPr>
          <a:xfrm>
            <a:off x="6198283" y="4547181"/>
            <a:ext cx="1673280" cy="371160"/>
            <a:chOff x="6198283" y="4547181"/>
            <a:chExt cx="167328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5925268-7DB7-C1C2-992F-F1218CBF59D2}"/>
                    </a:ext>
                  </a:extLst>
                </p14:cNvPr>
                <p14:cNvContentPartPr/>
                <p14:nvPr/>
              </p14:nvContentPartPr>
              <p14:xfrm>
                <a:off x="6198283" y="4547181"/>
                <a:ext cx="437400" cy="371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5925268-7DB7-C1C2-992F-F1218CBF59D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80283" y="4529541"/>
                  <a:ext cx="4730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F0D155A-C0B3-38FB-0D04-507D0A41976B}"/>
                    </a:ext>
                  </a:extLst>
                </p14:cNvPr>
                <p14:cNvContentPartPr/>
                <p14:nvPr/>
              </p14:nvContentPartPr>
              <p14:xfrm>
                <a:off x="6692923" y="4681461"/>
                <a:ext cx="1178640" cy="230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F0D155A-C0B3-38FB-0D04-507D0A41976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74923" y="4663821"/>
                  <a:ext cx="121428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2E6A11B-CDC0-CDE9-0F3E-4FA03F239736}"/>
              </a:ext>
            </a:extLst>
          </p:cNvPr>
          <p:cNvGrpSpPr/>
          <p:nvPr/>
        </p:nvGrpSpPr>
        <p:grpSpPr>
          <a:xfrm>
            <a:off x="8233723" y="4413621"/>
            <a:ext cx="2175120" cy="979560"/>
            <a:chOff x="8233723" y="4413621"/>
            <a:chExt cx="2175120" cy="9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4ECA32E-DB52-40FB-2860-5D4F564A60DC}"/>
                    </a:ext>
                  </a:extLst>
                </p14:cNvPr>
                <p14:cNvContentPartPr/>
                <p14:nvPr/>
              </p14:nvContentPartPr>
              <p14:xfrm>
                <a:off x="8233723" y="4717101"/>
                <a:ext cx="462600" cy="676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4ECA32E-DB52-40FB-2860-5D4F564A60D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15723" y="4699101"/>
                  <a:ext cx="49824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DD3544C-2985-2043-163B-6EEF38D69B90}"/>
                    </a:ext>
                  </a:extLst>
                </p14:cNvPr>
                <p14:cNvContentPartPr/>
                <p14:nvPr/>
              </p14:nvContentPartPr>
              <p14:xfrm>
                <a:off x="8871643" y="4413621"/>
                <a:ext cx="856800" cy="497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DD3544C-2985-2043-163B-6EEF38D69B9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854003" y="4395621"/>
                  <a:ext cx="8924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72C827F-7E1F-559B-2A5C-CD6B3E21C05C}"/>
                    </a:ext>
                  </a:extLst>
                </p14:cNvPr>
                <p14:cNvContentPartPr/>
                <p14:nvPr/>
              </p14:nvContentPartPr>
              <p14:xfrm>
                <a:off x="9823483" y="4593621"/>
                <a:ext cx="585360" cy="239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72C827F-7E1F-559B-2A5C-CD6B3E21C05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05483" y="4575981"/>
                  <a:ext cx="6210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ECB075C-E003-CDD3-C092-D7C7DA407177}"/>
                    </a:ext>
                  </a:extLst>
                </p14:cNvPr>
                <p14:cNvContentPartPr/>
                <p14:nvPr/>
              </p14:nvContentPartPr>
              <p14:xfrm>
                <a:off x="9867403" y="4483461"/>
                <a:ext cx="314640" cy="30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ECB075C-E003-CDD3-C092-D7C7DA40717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49763" y="4465821"/>
                  <a:ext cx="35028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9351EDD-8091-8DB9-C386-8946CD576E5C}"/>
                  </a:ext>
                </a:extLst>
              </p14:cNvPr>
              <p14:cNvContentPartPr/>
              <p14:nvPr/>
            </p14:nvContentPartPr>
            <p14:xfrm>
              <a:off x="563203" y="5130021"/>
              <a:ext cx="1294920" cy="5108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9351EDD-8091-8DB9-C386-8946CD576E5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45203" y="5112381"/>
                <a:ext cx="133056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90D31AC-6202-2B21-C329-D4B694560270}"/>
                  </a:ext>
                </a:extLst>
              </p14:cNvPr>
              <p14:cNvContentPartPr/>
              <p14:nvPr/>
            </p14:nvContentPartPr>
            <p14:xfrm>
              <a:off x="1785403" y="5351421"/>
              <a:ext cx="429840" cy="2624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90D31AC-6202-2B21-C329-D4B69456027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767403" y="5333421"/>
                <a:ext cx="465480" cy="29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3468284-818B-4637-1E50-42E373E84596}"/>
              </a:ext>
            </a:extLst>
          </p:cNvPr>
          <p:cNvGrpSpPr/>
          <p:nvPr/>
        </p:nvGrpSpPr>
        <p:grpSpPr>
          <a:xfrm>
            <a:off x="2872963" y="5160981"/>
            <a:ext cx="2563560" cy="687960"/>
            <a:chOff x="2872963" y="5160981"/>
            <a:chExt cx="2563560" cy="6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07CB9AE-932A-37FF-0E9C-FCA9DC8FB6EA}"/>
                    </a:ext>
                  </a:extLst>
                </p14:cNvPr>
                <p14:cNvContentPartPr/>
                <p14:nvPr/>
              </p14:nvContentPartPr>
              <p14:xfrm>
                <a:off x="2872963" y="5349261"/>
                <a:ext cx="252720" cy="258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07CB9AE-932A-37FF-0E9C-FCA9DC8FB6E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54963" y="5331261"/>
                  <a:ext cx="288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B404DED-0E1E-FBB8-DDE7-D883BB5ED617}"/>
                    </a:ext>
                  </a:extLst>
                </p14:cNvPr>
                <p14:cNvContentPartPr/>
                <p14:nvPr/>
              </p14:nvContentPartPr>
              <p14:xfrm>
                <a:off x="3216763" y="5415141"/>
                <a:ext cx="230400" cy="174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B404DED-0E1E-FBB8-DDE7-D883BB5ED61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99123" y="5397141"/>
                  <a:ext cx="266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6150600-3160-4217-5A28-3C16472F95A7}"/>
                    </a:ext>
                  </a:extLst>
                </p14:cNvPr>
                <p14:cNvContentPartPr/>
                <p14:nvPr/>
              </p14:nvContentPartPr>
              <p14:xfrm>
                <a:off x="3575323" y="5160981"/>
                <a:ext cx="211680" cy="476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6150600-3160-4217-5A28-3C16472F95A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557683" y="5143341"/>
                  <a:ext cx="24732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7611908-1F06-5BEB-E0F9-A419E99E7873}"/>
                    </a:ext>
                  </a:extLst>
                </p14:cNvPr>
                <p14:cNvContentPartPr/>
                <p14:nvPr/>
              </p14:nvContentPartPr>
              <p14:xfrm>
                <a:off x="3850363" y="5427381"/>
                <a:ext cx="416160" cy="174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7611908-1F06-5BEB-E0F9-A419E99E787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32723" y="5409381"/>
                  <a:ext cx="451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AAC8B6D-2405-CC17-2E08-B65B5C0156D6}"/>
                    </a:ext>
                  </a:extLst>
                </p14:cNvPr>
                <p14:cNvContentPartPr/>
                <p14:nvPr/>
              </p14:nvContentPartPr>
              <p14:xfrm>
                <a:off x="4361563" y="5420901"/>
                <a:ext cx="598680" cy="202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AAC8B6D-2405-CC17-2E08-B65B5C0156D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43923" y="5403261"/>
                  <a:ext cx="6343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D1E1AA0-4A2C-27FC-7FC0-72520A1B6CF7}"/>
                    </a:ext>
                  </a:extLst>
                </p14:cNvPr>
                <p14:cNvContentPartPr/>
                <p14:nvPr/>
              </p14:nvContentPartPr>
              <p14:xfrm>
                <a:off x="4981843" y="5430261"/>
                <a:ext cx="454680" cy="418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D1E1AA0-4A2C-27FC-7FC0-72520A1B6CF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964203" y="5412621"/>
                  <a:ext cx="490320" cy="45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FA18A82-56B9-2D29-C8A9-C31CCB4C1710}"/>
                  </a:ext>
                </a:extLst>
              </p14:cNvPr>
              <p14:cNvContentPartPr/>
              <p14:nvPr/>
            </p14:nvContentPartPr>
            <p14:xfrm>
              <a:off x="9585523" y="1835301"/>
              <a:ext cx="320760" cy="23000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FA18A82-56B9-2D29-C8A9-C31CCB4C171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567883" y="1817661"/>
                <a:ext cx="356400" cy="233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EB1D5A8-8C11-1ADF-D863-5FDCF7DDEBA2}"/>
              </a:ext>
            </a:extLst>
          </p:cNvPr>
          <p:cNvGrpSpPr/>
          <p:nvPr/>
        </p:nvGrpSpPr>
        <p:grpSpPr>
          <a:xfrm>
            <a:off x="10227763" y="2769501"/>
            <a:ext cx="911520" cy="627120"/>
            <a:chOff x="10227763" y="2769501"/>
            <a:chExt cx="911520" cy="62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0965816-9F44-6A5E-AD28-F808CCDF841F}"/>
                    </a:ext>
                  </a:extLst>
                </p14:cNvPr>
                <p14:cNvContentPartPr/>
                <p14:nvPr/>
              </p14:nvContentPartPr>
              <p14:xfrm>
                <a:off x="10227763" y="3023661"/>
                <a:ext cx="336600" cy="234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0965816-9F44-6A5E-AD28-F808CCDF841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09763" y="3006021"/>
                  <a:ext cx="372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BD69DAE-2352-87C9-6BAB-03DF77EC4E89}"/>
                    </a:ext>
                  </a:extLst>
                </p14:cNvPr>
                <p14:cNvContentPartPr/>
                <p14:nvPr/>
              </p14:nvContentPartPr>
              <p14:xfrm>
                <a:off x="10902043" y="2988381"/>
                <a:ext cx="52200" cy="267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BD69DAE-2352-87C9-6BAB-03DF77EC4E8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84403" y="2970741"/>
                  <a:ext cx="87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8F2E37B-533F-9071-ECDE-4CE443D23349}"/>
                    </a:ext>
                  </a:extLst>
                </p14:cNvPr>
                <p14:cNvContentPartPr/>
                <p14:nvPr/>
              </p14:nvContentPartPr>
              <p14:xfrm>
                <a:off x="10639603" y="2769501"/>
                <a:ext cx="499680" cy="627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8F2E37B-533F-9071-ECDE-4CE443D2334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21603" y="2751861"/>
                  <a:ext cx="535320" cy="66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80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4541237-5C34-CA17-6EC6-E37B850D9FF5}"/>
              </a:ext>
            </a:extLst>
          </p:cNvPr>
          <p:cNvGrpSpPr/>
          <p:nvPr/>
        </p:nvGrpSpPr>
        <p:grpSpPr>
          <a:xfrm>
            <a:off x="691363" y="408621"/>
            <a:ext cx="690480" cy="431280"/>
            <a:chOff x="691363" y="408621"/>
            <a:chExt cx="690480" cy="43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984BF2F-DCE8-D7C4-43DC-4AC1780DE478}"/>
                    </a:ext>
                  </a:extLst>
                </p14:cNvPr>
                <p14:cNvContentPartPr/>
                <p14:nvPr/>
              </p14:nvContentPartPr>
              <p14:xfrm>
                <a:off x="691363" y="408621"/>
                <a:ext cx="300600" cy="431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984BF2F-DCE8-D7C4-43DC-4AC1780DE4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723" y="390621"/>
                  <a:ext cx="33624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FA00047-1423-06DE-1DA4-3858F2AB493C}"/>
                    </a:ext>
                  </a:extLst>
                </p14:cNvPr>
                <p14:cNvContentPartPr/>
                <p14:nvPr/>
              </p14:nvContentPartPr>
              <p14:xfrm>
                <a:off x="820963" y="617781"/>
                <a:ext cx="190440" cy="37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FA00047-1423-06DE-1DA4-3858F2AB49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3323" y="599781"/>
                  <a:ext cx="2260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9192572-9DAE-003F-55A2-3F74542AD653}"/>
                    </a:ext>
                  </a:extLst>
                </p14:cNvPr>
                <p14:cNvContentPartPr/>
                <p14:nvPr/>
              </p14:nvContentPartPr>
              <p14:xfrm>
                <a:off x="1224163" y="595821"/>
                <a:ext cx="70920" cy="19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9192572-9DAE-003F-55A2-3F74542AD6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6523" y="578181"/>
                  <a:ext cx="106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9CDE27D-7CCF-D156-A959-2179E1F3738B}"/>
                    </a:ext>
                  </a:extLst>
                </p14:cNvPr>
                <p14:cNvContentPartPr/>
                <p14:nvPr/>
              </p14:nvContentPartPr>
              <p14:xfrm>
                <a:off x="1209403" y="713541"/>
                <a:ext cx="172440" cy="59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9CDE27D-7CCF-D156-A959-2179E1F373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1763" y="695901"/>
                  <a:ext cx="20808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3108E9-4F2F-C8A6-58BC-98ED59123F6A}"/>
              </a:ext>
            </a:extLst>
          </p:cNvPr>
          <p:cNvGrpSpPr/>
          <p:nvPr/>
        </p:nvGrpSpPr>
        <p:grpSpPr>
          <a:xfrm>
            <a:off x="1964683" y="238701"/>
            <a:ext cx="879480" cy="2110680"/>
            <a:chOff x="1964683" y="238701"/>
            <a:chExt cx="879480" cy="21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CABD1FA-C9A9-6503-AD89-E133678DE56F}"/>
                    </a:ext>
                  </a:extLst>
                </p14:cNvPr>
                <p14:cNvContentPartPr/>
                <p14:nvPr/>
              </p14:nvContentPartPr>
              <p14:xfrm>
                <a:off x="1964683" y="238701"/>
                <a:ext cx="299880" cy="2110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CABD1FA-C9A9-6503-AD89-E133678DE5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47043" y="221061"/>
                  <a:ext cx="335520" cy="21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FB5552-FCAD-F1A5-E8E6-A09C0FEA1548}"/>
                    </a:ext>
                  </a:extLst>
                </p14:cNvPr>
                <p14:cNvContentPartPr/>
                <p14:nvPr/>
              </p14:nvContentPartPr>
              <p14:xfrm>
                <a:off x="2395963" y="475941"/>
                <a:ext cx="154440" cy="190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FB5552-FCAD-F1A5-E8E6-A09C0FEA15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7963" y="457941"/>
                  <a:ext cx="190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4EB852D-7256-C232-76C3-E8BD92B8A3E9}"/>
                    </a:ext>
                  </a:extLst>
                </p14:cNvPr>
                <p14:cNvContentPartPr/>
                <p14:nvPr/>
              </p14:nvContentPartPr>
              <p14:xfrm>
                <a:off x="2669203" y="608421"/>
                <a:ext cx="15120" cy="92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4EB852D-7256-C232-76C3-E8BD92B8A3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51563" y="590781"/>
                  <a:ext cx="50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C7E58B8-6702-C51D-7F56-DB7CC56BC4D0}"/>
                    </a:ext>
                  </a:extLst>
                </p14:cNvPr>
                <p14:cNvContentPartPr/>
                <p14:nvPr/>
              </p14:nvContentPartPr>
              <p14:xfrm>
                <a:off x="2815003" y="621381"/>
                <a:ext cx="29160" cy="85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C7E58B8-6702-C51D-7F56-DB7CC56BC4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97003" y="603741"/>
                  <a:ext cx="6480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2B8108-8277-9ADA-5E9C-1B1AA88D7F5C}"/>
              </a:ext>
            </a:extLst>
          </p:cNvPr>
          <p:cNvGrpSpPr/>
          <p:nvPr/>
        </p:nvGrpSpPr>
        <p:grpSpPr>
          <a:xfrm>
            <a:off x="2337283" y="1005501"/>
            <a:ext cx="494280" cy="345240"/>
            <a:chOff x="2337283" y="1005501"/>
            <a:chExt cx="49428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FD62044-5BC6-F06E-3CD2-49F9BDB84B5C}"/>
                    </a:ext>
                  </a:extLst>
                </p14:cNvPr>
                <p14:cNvContentPartPr/>
                <p14:nvPr/>
              </p14:nvContentPartPr>
              <p14:xfrm>
                <a:off x="2337283" y="1005501"/>
                <a:ext cx="159840" cy="252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FD62044-5BC6-F06E-3CD2-49F9BDB84B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19643" y="987501"/>
                  <a:ext cx="195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F65C94-B46D-4046-513E-67E2D4F0D50B}"/>
                    </a:ext>
                  </a:extLst>
                </p14:cNvPr>
                <p14:cNvContentPartPr/>
                <p14:nvPr/>
              </p14:nvContentPartPr>
              <p14:xfrm>
                <a:off x="2580283" y="1163901"/>
                <a:ext cx="119520" cy="164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F65C94-B46D-4046-513E-67E2D4F0D5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62643" y="1146261"/>
                  <a:ext cx="155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B44FC21-806B-42A3-1BF8-14010814526E}"/>
                    </a:ext>
                  </a:extLst>
                </p14:cNvPr>
                <p14:cNvContentPartPr/>
                <p14:nvPr/>
              </p14:nvContentPartPr>
              <p14:xfrm>
                <a:off x="2822563" y="1162461"/>
                <a:ext cx="9000" cy="188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B44FC21-806B-42A3-1BF8-1401081452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04923" y="1144821"/>
                  <a:ext cx="4464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F23C860-862E-89EC-B6E4-6064ADE5C9C4}"/>
                  </a:ext>
                </a:extLst>
              </p14:cNvPr>
              <p14:cNvContentPartPr/>
              <p14:nvPr/>
            </p14:nvContentPartPr>
            <p14:xfrm>
              <a:off x="2471923" y="1526781"/>
              <a:ext cx="11880" cy="29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F23C860-862E-89EC-B6E4-6064ADE5C9C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53923" y="1509141"/>
                <a:ext cx="4752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7E76EA74-0B73-925E-BD8F-A28A7E783E32}"/>
              </a:ext>
            </a:extLst>
          </p:cNvPr>
          <p:cNvGrpSpPr/>
          <p:nvPr/>
        </p:nvGrpSpPr>
        <p:grpSpPr>
          <a:xfrm>
            <a:off x="2444563" y="1758261"/>
            <a:ext cx="36000" cy="116640"/>
            <a:chOff x="2444563" y="1758261"/>
            <a:chExt cx="36000" cy="1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2A9E04-8D04-F3B8-FD8A-27F20ED16662}"/>
                    </a:ext>
                  </a:extLst>
                </p14:cNvPr>
                <p14:cNvContentPartPr/>
                <p14:nvPr/>
              </p14:nvContentPartPr>
              <p14:xfrm>
                <a:off x="2475523" y="1758261"/>
                <a:ext cx="5040" cy="32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2A9E04-8D04-F3B8-FD8A-27F20ED166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57523" y="1740621"/>
                  <a:ext cx="40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C5BEB7-AC75-7654-18EA-8CC7DB7D1D2A}"/>
                    </a:ext>
                  </a:extLst>
                </p14:cNvPr>
                <p14:cNvContentPartPr/>
                <p14:nvPr/>
              </p14:nvContentPartPr>
              <p14:xfrm>
                <a:off x="2444563" y="1863741"/>
                <a:ext cx="5760" cy="11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C5BEB7-AC75-7654-18EA-8CC7DB7D1D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6923" y="1845741"/>
                  <a:ext cx="414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4F3CCC4-5102-484C-2AC6-C8E6E84A3EA5}"/>
              </a:ext>
            </a:extLst>
          </p:cNvPr>
          <p:cNvGrpSpPr/>
          <p:nvPr/>
        </p:nvGrpSpPr>
        <p:grpSpPr>
          <a:xfrm>
            <a:off x="2205883" y="2014221"/>
            <a:ext cx="483120" cy="325080"/>
            <a:chOff x="2205883" y="2014221"/>
            <a:chExt cx="48312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B4AA39-2F9A-0469-B5A8-C1F646EF28F5}"/>
                    </a:ext>
                  </a:extLst>
                </p14:cNvPr>
                <p14:cNvContentPartPr/>
                <p14:nvPr/>
              </p14:nvContentPartPr>
              <p14:xfrm>
                <a:off x="2205883" y="2014221"/>
                <a:ext cx="129240" cy="192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B4AA39-2F9A-0469-B5A8-C1F646EF28F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87883" y="1996581"/>
                  <a:ext cx="164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EF92499-4D73-BDF0-FCAE-11C4D5EF976D}"/>
                    </a:ext>
                  </a:extLst>
                </p14:cNvPr>
                <p14:cNvContentPartPr/>
                <p14:nvPr/>
              </p14:nvContentPartPr>
              <p14:xfrm>
                <a:off x="2423683" y="2152101"/>
                <a:ext cx="129240" cy="100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EF92499-4D73-BDF0-FCAE-11C4D5EF97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06043" y="2134101"/>
                  <a:ext cx="164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96A367-C5C5-7B5A-BBBE-913ECC3D2681}"/>
                    </a:ext>
                  </a:extLst>
                </p14:cNvPr>
                <p14:cNvContentPartPr/>
                <p14:nvPr/>
              </p14:nvContentPartPr>
              <p14:xfrm>
                <a:off x="2653723" y="2215821"/>
                <a:ext cx="35280" cy="123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96A367-C5C5-7B5A-BBBE-913ECC3D26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36083" y="2198181"/>
                  <a:ext cx="70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E538C70-E876-E8B9-2A60-8415C7B87018}"/>
                    </a:ext>
                  </a:extLst>
                </p14:cNvPr>
                <p14:cNvContentPartPr/>
                <p14:nvPr/>
              </p14:nvContentPartPr>
              <p14:xfrm>
                <a:off x="2541403" y="2118621"/>
                <a:ext cx="70920" cy="14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E538C70-E876-E8B9-2A60-8415C7B870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23763" y="2100621"/>
                  <a:ext cx="10656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9835EB3-714E-5C75-793D-4F7504C750EA}"/>
              </a:ext>
            </a:extLst>
          </p:cNvPr>
          <p:cNvGrpSpPr/>
          <p:nvPr/>
        </p:nvGrpSpPr>
        <p:grpSpPr>
          <a:xfrm>
            <a:off x="3374803" y="352101"/>
            <a:ext cx="3219480" cy="2155320"/>
            <a:chOff x="3374803" y="352101"/>
            <a:chExt cx="3219480" cy="21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684972-2DEA-11F8-040D-BA25D8059BFE}"/>
                    </a:ext>
                  </a:extLst>
                </p14:cNvPr>
                <p14:cNvContentPartPr/>
                <p14:nvPr/>
              </p14:nvContentPartPr>
              <p14:xfrm>
                <a:off x="3374803" y="443901"/>
                <a:ext cx="168480" cy="232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684972-2DEA-11F8-040D-BA25D8059B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7163" y="425901"/>
                  <a:ext cx="204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859173-F415-7D19-D0E3-0E579C84C9D9}"/>
                    </a:ext>
                  </a:extLst>
                </p14:cNvPr>
                <p14:cNvContentPartPr/>
                <p14:nvPr/>
              </p14:nvContentPartPr>
              <p14:xfrm>
                <a:off x="3596203" y="621021"/>
                <a:ext cx="12240" cy="108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859173-F415-7D19-D0E3-0E579C84C9D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78563" y="603021"/>
                  <a:ext cx="47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C4587F-52E8-9D1A-634C-0E60976B5B34}"/>
                    </a:ext>
                  </a:extLst>
                </p14:cNvPr>
                <p14:cNvContentPartPr/>
                <p14:nvPr/>
              </p14:nvContentPartPr>
              <p14:xfrm>
                <a:off x="3686923" y="649101"/>
                <a:ext cx="194040" cy="142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C4587F-52E8-9D1A-634C-0E60976B5B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68923" y="631461"/>
                  <a:ext cx="229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38F136-14A7-1B49-A771-5F3289696985}"/>
                    </a:ext>
                  </a:extLst>
                </p14:cNvPr>
                <p14:cNvContentPartPr/>
                <p14:nvPr/>
              </p14:nvContentPartPr>
              <p14:xfrm>
                <a:off x="4226203" y="673221"/>
                <a:ext cx="43200" cy="6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38F136-14A7-1B49-A771-5F32896969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08563" y="655581"/>
                  <a:ext cx="78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62B86C1-F9F5-1AA4-2C18-C32AE7E201BD}"/>
                    </a:ext>
                  </a:extLst>
                </p14:cNvPr>
                <p14:cNvContentPartPr/>
                <p14:nvPr/>
              </p14:nvContentPartPr>
              <p14:xfrm>
                <a:off x="4685923" y="667821"/>
                <a:ext cx="66960" cy="9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62B86C1-F9F5-1AA4-2C18-C32AE7E201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7923" y="650181"/>
                  <a:ext cx="1026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5AFCD3-C0A2-5DC7-9180-7073ACD3E805}"/>
                    </a:ext>
                  </a:extLst>
                </p14:cNvPr>
                <p14:cNvContentPartPr/>
                <p14:nvPr/>
              </p14:nvContentPartPr>
              <p14:xfrm>
                <a:off x="5012803" y="659541"/>
                <a:ext cx="29520" cy="2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5AFCD3-C0A2-5DC7-9180-7073ACD3E8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94803" y="641541"/>
                  <a:ext cx="65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C24348E-615A-91A6-72DB-EBCF0553FF44}"/>
                    </a:ext>
                  </a:extLst>
                </p14:cNvPr>
                <p14:cNvContentPartPr/>
                <p14:nvPr/>
              </p14:nvContentPartPr>
              <p14:xfrm>
                <a:off x="5381443" y="463341"/>
                <a:ext cx="137880" cy="240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C24348E-615A-91A6-72DB-EBCF0553FF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63803" y="445341"/>
                  <a:ext cx="173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8E6A6C1-C463-10F8-58C6-889B2B3BB078}"/>
                    </a:ext>
                  </a:extLst>
                </p14:cNvPr>
                <p14:cNvContentPartPr/>
                <p14:nvPr/>
              </p14:nvContentPartPr>
              <p14:xfrm>
                <a:off x="5617603" y="634701"/>
                <a:ext cx="13680" cy="140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8E6A6C1-C463-10F8-58C6-889B2B3BB07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99603" y="616701"/>
                  <a:ext cx="49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ADEBA3-5190-A3F6-132F-60CBF4726175}"/>
                    </a:ext>
                  </a:extLst>
                </p14:cNvPr>
                <p14:cNvContentPartPr/>
                <p14:nvPr/>
              </p14:nvContentPartPr>
              <p14:xfrm>
                <a:off x="5715163" y="658461"/>
                <a:ext cx="197640" cy="141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ADEBA3-5190-A3F6-132F-60CBF472617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97163" y="640821"/>
                  <a:ext cx="233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F820DB-97CB-B8FE-376A-ABE37BB4E145}"/>
                    </a:ext>
                  </a:extLst>
                </p14:cNvPr>
                <p14:cNvContentPartPr/>
                <p14:nvPr/>
              </p14:nvContentPartPr>
              <p14:xfrm>
                <a:off x="3433483" y="1027461"/>
                <a:ext cx="134280" cy="214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F820DB-97CB-B8FE-376A-ABE37BB4E1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15843" y="1009461"/>
                  <a:ext cx="169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EF6EBF-70AD-6790-F4E5-66E878DECAC7}"/>
                    </a:ext>
                  </a:extLst>
                </p14:cNvPr>
                <p14:cNvContentPartPr/>
                <p14:nvPr/>
              </p14:nvContentPartPr>
              <p14:xfrm>
                <a:off x="3630403" y="1179741"/>
                <a:ext cx="80280" cy="148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EF6EBF-70AD-6790-F4E5-66E878DECAC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12403" y="1162101"/>
                  <a:ext cx="115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136976-6B44-9852-56F1-51AACD5F376A}"/>
                    </a:ext>
                  </a:extLst>
                </p14:cNvPr>
                <p14:cNvContentPartPr/>
                <p14:nvPr/>
              </p14:nvContentPartPr>
              <p14:xfrm>
                <a:off x="3772963" y="1195221"/>
                <a:ext cx="216360" cy="162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136976-6B44-9852-56F1-51AACD5F37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54963" y="1177581"/>
                  <a:ext cx="252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8E78D4-348C-77E3-33F2-C4C03EE9414A}"/>
                    </a:ext>
                  </a:extLst>
                </p14:cNvPr>
                <p14:cNvContentPartPr/>
                <p14:nvPr/>
              </p14:nvContentPartPr>
              <p14:xfrm>
                <a:off x="4438243" y="1212501"/>
                <a:ext cx="78480" cy="23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8E78D4-348C-77E3-33F2-C4C03EE941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20243" y="1194501"/>
                  <a:ext cx="114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D91F1B4-E716-70B7-B3CA-4697D78B5F74}"/>
                    </a:ext>
                  </a:extLst>
                </p14:cNvPr>
                <p14:cNvContentPartPr/>
                <p14:nvPr/>
              </p14:nvContentPartPr>
              <p14:xfrm>
                <a:off x="4754683" y="1194501"/>
                <a:ext cx="86400" cy="9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D91F1B4-E716-70B7-B3CA-4697D78B5F7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37043" y="1176861"/>
                  <a:ext cx="122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4E36265-29BE-1F0C-1B97-3042B1357655}"/>
                    </a:ext>
                  </a:extLst>
                </p14:cNvPr>
                <p14:cNvContentPartPr/>
                <p14:nvPr/>
              </p14:nvContentPartPr>
              <p14:xfrm>
                <a:off x="5179123" y="1181541"/>
                <a:ext cx="13320" cy="6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4E36265-29BE-1F0C-1B97-3042B135765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61483" y="1163541"/>
                  <a:ext cx="48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07F908-857A-3EFF-AB65-87073D6BDFAC}"/>
                    </a:ext>
                  </a:extLst>
                </p14:cNvPr>
                <p14:cNvContentPartPr/>
                <p14:nvPr/>
              </p14:nvContentPartPr>
              <p14:xfrm>
                <a:off x="5366683" y="1067421"/>
                <a:ext cx="157680" cy="219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07F908-857A-3EFF-AB65-87073D6BDFA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48683" y="1049781"/>
                  <a:ext cx="1933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BDEFEC-A14C-292C-DC57-D7888C8830BE}"/>
                    </a:ext>
                  </a:extLst>
                </p14:cNvPr>
                <p14:cNvContentPartPr/>
                <p14:nvPr/>
              </p14:nvContentPartPr>
              <p14:xfrm>
                <a:off x="5605723" y="1235901"/>
                <a:ext cx="126720" cy="141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BDEFEC-A14C-292C-DC57-D7888C8830B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88083" y="1217901"/>
                  <a:ext cx="162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FF6D55C-902D-1F95-B68D-9DC1257990B7}"/>
                    </a:ext>
                  </a:extLst>
                </p14:cNvPr>
                <p14:cNvContentPartPr/>
                <p14:nvPr/>
              </p14:nvContentPartPr>
              <p14:xfrm>
                <a:off x="5828923" y="1216461"/>
                <a:ext cx="205560" cy="157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FF6D55C-902D-1F95-B68D-9DC1257990B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11283" y="1198821"/>
                  <a:ext cx="241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F053F0B-2EBA-C90C-2DF2-BC229F8E053E}"/>
                    </a:ext>
                  </a:extLst>
                </p14:cNvPr>
                <p14:cNvContentPartPr/>
                <p14:nvPr/>
              </p14:nvContentPartPr>
              <p14:xfrm>
                <a:off x="3410803" y="2048421"/>
                <a:ext cx="144000" cy="232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F053F0B-2EBA-C90C-2DF2-BC229F8E05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93163" y="2030421"/>
                  <a:ext cx="179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14ED6C-7062-6D5D-19EF-C060CDC8C09C}"/>
                    </a:ext>
                  </a:extLst>
                </p14:cNvPr>
                <p14:cNvContentPartPr/>
                <p14:nvPr/>
              </p14:nvContentPartPr>
              <p14:xfrm>
                <a:off x="3604843" y="2186661"/>
                <a:ext cx="168480" cy="141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14ED6C-7062-6D5D-19EF-C060CDC8C0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86843" y="2168661"/>
                  <a:ext cx="204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BB5E39D-2C24-658A-88D9-E8895479475E}"/>
                    </a:ext>
                  </a:extLst>
                </p14:cNvPr>
                <p14:cNvContentPartPr/>
                <p14:nvPr/>
              </p14:nvContentPartPr>
              <p14:xfrm>
                <a:off x="3826243" y="2222661"/>
                <a:ext cx="237240" cy="151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BB5E39D-2C24-658A-88D9-E8895479475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08603" y="2204661"/>
                  <a:ext cx="272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297DB43-60AF-8A18-A7A4-FB16CE27A2F4}"/>
                    </a:ext>
                  </a:extLst>
                </p14:cNvPr>
                <p14:cNvContentPartPr/>
                <p14:nvPr/>
              </p14:nvContentPartPr>
              <p14:xfrm>
                <a:off x="3815443" y="2156061"/>
                <a:ext cx="112320" cy="212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297DB43-60AF-8A18-A7A4-FB16CE27A2F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97443" y="2138421"/>
                  <a:ext cx="147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A67B92-B820-13A3-C8D1-5F7EA9E13316}"/>
                    </a:ext>
                  </a:extLst>
                </p14:cNvPr>
                <p14:cNvContentPartPr/>
                <p14:nvPr/>
              </p14:nvContentPartPr>
              <p14:xfrm>
                <a:off x="4017043" y="2312661"/>
                <a:ext cx="280440" cy="19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A67B92-B820-13A3-C8D1-5F7EA9E1331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99043" y="2295021"/>
                  <a:ext cx="316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12FB28B-A54B-83B3-0F23-E45F579817D6}"/>
                    </a:ext>
                  </a:extLst>
                </p14:cNvPr>
                <p14:cNvContentPartPr/>
                <p14:nvPr/>
              </p14:nvContentPartPr>
              <p14:xfrm>
                <a:off x="4589803" y="2317341"/>
                <a:ext cx="72360" cy="15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12FB28B-A54B-83B3-0F23-E45F579817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72163" y="2299701"/>
                  <a:ext cx="108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BF3FB5F-FFF9-6031-704D-CDF357AEC449}"/>
                    </a:ext>
                  </a:extLst>
                </p14:cNvPr>
                <p14:cNvContentPartPr/>
                <p14:nvPr/>
              </p14:nvContentPartPr>
              <p14:xfrm>
                <a:off x="4973923" y="2305821"/>
                <a:ext cx="83160" cy="10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BF3FB5F-FFF9-6031-704D-CDF357AEC44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56283" y="2288181"/>
                  <a:ext cx="118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7FD8B1C-6AC6-6E33-D57C-4BEDD9F3461C}"/>
                    </a:ext>
                  </a:extLst>
                </p14:cNvPr>
                <p14:cNvContentPartPr/>
                <p14:nvPr/>
              </p14:nvContentPartPr>
              <p14:xfrm>
                <a:off x="5282803" y="2296461"/>
                <a:ext cx="59040" cy="14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7FD8B1C-6AC6-6E33-D57C-4BEDD9F346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65163" y="2278821"/>
                  <a:ext cx="94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5EA2658-9988-E0E2-F87C-8F92CDF726B3}"/>
                    </a:ext>
                  </a:extLst>
                </p14:cNvPr>
                <p14:cNvContentPartPr/>
                <p14:nvPr/>
              </p14:nvContentPartPr>
              <p14:xfrm>
                <a:off x="5464603" y="2069301"/>
                <a:ext cx="142920" cy="262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5EA2658-9988-E0E2-F87C-8F92CDF726B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46603" y="2051661"/>
                  <a:ext cx="1785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84BCA1-763F-B5AE-4946-6534439296CD}"/>
                    </a:ext>
                  </a:extLst>
                </p14:cNvPr>
                <p14:cNvContentPartPr/>
                <p14:nvPr/>
              </p14:nvContentPartPr>
              <p14:xfrm>
                <a:off x="5692483" y="2200701"/>
                <a:ext cx="435240" cy="138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E84BCA1-763F-B5AE-4946-6534439296C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74843" y="2182701"/>
                  <a:ext cx="470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3FB2C2-9BE0-F1EF-889A-6D5429927F12}"/>
                    </a:ext>
                  </a:extLst>
                </p14:cNvPr>
                <p14:cNvContentPartPr/>
                <p14:nvPr/>
              </p14:nvContentPartPr>
              <p14:xfrm>
                <a:off x="6142483" y="352101"/>
                <a:ext cx="451800" cy="2130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3FB2C2-9BE0-F1EF-889A-6D5429927F1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24843" y="334101"/>
                  <a:ext cx="487440" cy="216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863A368-16F0-0B9E-4B72-2D967DD26C93}"/>
                  </a:ext>
                </a:extLst>
              </p14:cNvPr>
              <p14:cNvContentPartPr/>
              <p14:nvPr/>
            </p14:nvContentPartPr>
            <p14:xfrm>
              <a:off x="7041043" y="1315461"/>
              <a:ext cx="90360" cy="1368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863A368-16F0-0B9E-4B72-2D967DD26C9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023043" y="1297461"/>
                <a:ext cx="12600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2603E180-760D-B8FE-F089-DBCFF9B05471}"/>
              </a:ext>
            </a:extLst>
          </p:cNvPr>
          <p:cNvGrpSpPr/>
          <p:nvPr/>
        </p:nvGrpSpPr>
        <p:grpSpPr>
          <a:xfrm>
            <a:off x="7542883" y="917301"/>
            <a:ext cx="210240" cy="304200"/>
            <a:chOff x="7542883" y="917301"/>
            <a:chExt cx="2102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5D73270-B765-2046-1F64-08A5534CCFF2}"/>
                    </a:ext>
                  </a:extLst>
                </p14:cNvPr>
                <p14:cNvContentPartPr/>
                <p14:nvPr/>
              </p14:nvContentPartPr>
              <p14:xfrm>
                <a:off x="7560163" y="941781"/>
                <a:ext cx="188640" cy="252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5D73270-B765-2046-1F64-08A5534CCFF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42163" y="923781"/>
                  <a:ext cx="2242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BFCE40C-6AAD-BAC9-AF24-0DEADED2F40B}"/>
                    </a:ext>
                  </a:extLst>
                </p14:cNvPr>
                <p14:cNvContentPartPr/>
                <p14:nvPr/>
              </p14:nvContentPartPr>
              <p14:xfrm>
                <a:off x="7542883" y="917301"/>
                <a:ext cx="210240" cy="304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BFCE40C-6AAD-BAC9-AF24-0DEADED2F4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524883" y="899301"/>
                  <a:ext cx="24588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9B4E549-6FF1-27B6-14E1-EEAA356804F1}"/>
              </a:ext>
            </a:extLst>
          </p:cNvPr>
          <p:cNvGrpSpPr/>
          <p:nvPr/>
        </p:nvGrpSpPr>
        <p:grpSpPr>
          <a:xfrm>
            <a:off x="8055523" y="372261"/>
            <a:ext cx="1631520" cy="2293560"/>
            <a:chOff x="8055523" y="372261"/>
            <a:chExt cx="1631520" cy="22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E2FDEE9-F985-201D-44ED-2773C4635679}"/>
                    </a:ext>
                  </a:extLst>
                </p14:cNvPr>
                <p14:cNvContentPartPr/>
                <p14:nvPr/>
              </p14:nvContentPartPr>
              <p14:xfrm>
                <a:off x="8063803" y="1055181"/>
                <a:ext cx="84960" cy="12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E2FDEE9-F985-201D-44ED-2773C46356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46163" y="1037541"/>
                  <a:ext cx="120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25803E-6930-1820-E077-4D24C21C8B37}"/>
                    </a:ext>
                  </a:extLst>
                </p14:cNvPr>
                <p14:cNvContentPartPr/>
                <p14:nvPr/>
              </p14:nvContentPartPr>
              <p14:xfrm>
                <a:off x="8055523" y="1129701"/>
                <a:ext cx="227160" cy="49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25803E-6930-1820-E077-4D24C21C8B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37523" y="1111701"/>
                  <a:ext cx="262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BB33B4-99A3-6A28-6C58-27508EE6FF48}"/>
                    </a:ext>
                  </a:extLst>
                </p14:cNvPr>
                <p14:cNvContentPartPr/>
                <p14:nvPr/>
              </p14:nvContentPartPr>
              <p14:xfrm>
                <a:off x="8466643" y="372261"/>
                <a:ext cx="457920" cy="2085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BB33B4-99A3-6A28-6C58-27508EE6FF4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48643" y="354261"/>
                  <a:ext cx="493560" cy="21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40C31AB-BA88-C9AD-3099-1783870D17EC}"/>
                    </a:ext>
                  </a:extLst>
                </p14:cNvPr>
                <p14:cNvContentPartPr/>
                <p14:nvPr/>
              </p14:nvContentPartPr>
              <p14:xfrm>
                <a:off x="9003403" y="559821"/>
                <a:ext cx="140400" cy="192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40C31AB-BA88-C9AD-3099-1783870D17E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985403" y="541821"/>
                  <a:ext cx="176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E8E7ECD-CA13-45B9-3E23-5AE48750FA5B}"/>
                    </a:ext>
                  </a:extLst>
                </p14:cNvPr>
                <p14:cNvContentPartPr/>
                <p14:nvPr/>
              </p14:nvContentPartPr>
              <p14:xfrm>
                <a:off x="9237043" y="684741"/>
                <a:ext cx="23040" cy="197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E8E7ECD-CA13-45B9-3E23-5AE48750FA5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219403" y="667101"/>
                  <a:ext cx="58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62B50C5-B105-2A0B-605F-E625AD6051FC}"/>
                    </a:ext>
                  </a:extLst>
                </p14:cNvPr>
                <p14:cNvContentPartPr/>
                <p14:nvPr/>
              </p14:nvContentPartPr>
              <p14:xfrm>
                <a:off x="8929963" y="1224741"/>
                <a:ext cx="419040" cy="215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62B50C5-B105-2A0B-605F-E625AD6051F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12323" y="1207101"/>
                  <a:ext cx="4546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675978-1F03-E3D6-D2E5-003FA881DDC6}"/>
                    </a:ext>
                  </a:extLst>
                </p14:cNvPr>
                <p14:cNvContentPartPr/>
                <p14:nvPr/>
              </p14:nvContentPartPr>
              <p14:xfrm>
                <a:off x="9066043" y="1684101"/>
                <a:ext cx="21960" cy="17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675978-1F03-E3D6-D2E5-003FA881DD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48043" y="1666101"/>
                  <a:ext cx="576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B571559-A7CF-9E0D-B892-2D0447E66F3C}"/>
                    </a:ext>
                  </a:extLst>
                </p14:cNvPr>
                <p14:cNvContentPartPr/>
                <p14:nvPr/>
              </p14:nvContentPartPr>
              <p14:xfrm>
                <a:off x="8801083" y="2099901"/>
                <a:ext cx="181440" cy="159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B571559-A7CF-9E0D-B892-2D0447E66F3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83443" y="2081901"/>
                  <a:ext cx="217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2F30E4-BD99-05B7-93F9-C331387BE53E}"/>
                    </a:ext>
                  </a:extLst>
                </p14:cNvPr>
                <p14:cNvContentPartPr/>
                <p14:nvPr/>
              </p14:nvContentPartPr>
              <p14:xfrm>
                <a:off x="9113923" y="2199621"/>
                <a:ext cx="165600" cy="115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2F30E4-BD99-05B7-93F9-C331387BE53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95923" y="2181981"/>
                  <a:ext cx="201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7E1B3EF-E704-D8DA-93E4-738B4F359DD6}"/>
                    </a:ext>
                  </a:extLst>
                </p14:cNvPr>
                <p14:cNvContentPartPr/>
                <p14:nvPr/>
              </p14:nvContentPartPr>
              <p14:xfrm>
                <a:off x="9243523" y="420141"/>
                <a:ext cx="443520" cy="2245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7E1B3EF-E704-D8DA-93E4-738B4F359DD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25523" y="402501"/>
                  <a:ext cx="479160" cy="228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54586DD-166B-EA60-B21E-75556696D608}"/>
                  </a:ext>
                </a:extLst>
              </p14:cNvPr>
              <p14:cNvContentPartPr/>
              <p14:nvPr/>
            </p14:nvContentPartPr>
            <p14:xfrm>
              <a:off x="10058203" y="1438941"/>
              <a:ext cx="22320" cy="70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54586DD-166B-EA60-B21E-75556696D60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040203" y="1420941"/>
                <a:ext cx="57960" cy="10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CA4D258A-4257-130E-2DA0-8B8495188561}"/>
              </a:ext>
            </a:extLst>
          </p:cNvPr>
          <p:cNvGrpSpPr/>
          <p:nvPr/>
        </p:nvGrpSpPr>
        <p:grpSpPr>
          <a:xfrm>
            <a:off x="10304443" y="459021"/>
            <a:ext cx="1524240" cy="2081880"/>
            <a:chOff x="10304443" y="459021"/>
            <a:chExt cx="1524240" cy="20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DD7A79A-B40F-EF5F-1FA3-DEF4ACF7703D}"/>
                    </a:ext>
                  </a:extLst>
                </p14:cNvPr>
                <p14:cNvContentPartPr/>
                <p14:nvPr/>
              </p14:nvContentPartPr>
              <p14:xfrm>
                <a:off x="10321363" y="1038261"/>
                <a:ext cx="26640" cy="276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DD7A79A-B40F-EF5F-1FA3-DEF4ACF7703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03363" y="1020261"/>
                  <a:ext cx="62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7914110-DA78-CD84-545A-174B8EAE6760}"/>
                    </a:ext>
                  </a:extLst>
                </p14:cNvPr>
                <p14:cNvContentPartPr/>
                <p14:nvPr/>
              </p14:nvContentPartPr>
              <p14:xfrm>
                <a:off x="10304443" y="980661"/>
                <a:ext cx="550800" cy="329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7914110-DA78-CD84-545A-174B8EAE676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86443" y="962661"/>
                  <a:ext cx="5864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2149374-3C80-5622-8ED3-FF85B2DF4D65}"/>
                    </a:ext>
                  </a:extLst>
                </p14:cNvPr>
                <p14:cNvContentPartPr/>
                <p14:nvPr/>
              </p14:nvContentPartPr>
              <p14:xfrm>
                <a:off x="10950283" y="479901"/>
                <a:ext cx="317880" cy="2023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2149374-3C80-5622-8ED3-FF85B2DF4D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32643" y="461901"/>
                  <a:ext cx="353520" cy="20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6088622-2387-2F19-388F-F807924CE9F1}"/>
                    </a:ext>
                  </a:extLst>
                </p14:cNvPr>
                <p14:cNvContentPartPr/>
                <p14:nvPr/>
              </p14:nvContentPartPr>
              <p14:xfrm>
                <a:off x="11361403" y="568101"/>
                <a:ext cx="102240" cy="270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6088622-2387-2F19-388F-F807924CE9F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343403" y="550101"/>
                  <a:ext cx="1378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0D4A0D6-0F9C-B7DE-6BBC-85E50796523B}"/>
                    </a:ext>
                  </a:extLst>
                </p14:cNvPr>
                <p14:cNvContentPartPr/>
                <p14:nvPr/>
              </p14:nvContentPartPr>
              <p14:xfrm>
                <a:off x="11520883" y="776541"/>
                <a:ext cx="32760" cy="186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0D4A0D6-0F9C-B7DE-6BBC-85E5079652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503243" y="758541"/>
                  <a:ext cx="684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2C086A1-F22F-E1A0-CF1C-0FDCBC77E0A9}"/>
                    </a:ext>
                  </a:extLst>
                </p14:cNvPr>
                <p14:cNvContentPartPr/>
                <p14:nvPr/>
              </p14:nvContentPartPr>
              <p14:xfrm>
                <a:off x="11240803" y="1154901"/>
                <a:ext cx="437040" cy="572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2C086A1-F22F-E1A0-CF1C-0FDCBC77E0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23163" y="1137261"/>
                  <a:ext cx="47268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645FBA0-E281-251C-905E-AAECE235F5A1}"/>
                    </a:ext>
                  </a:extLst>
                </p14:cNvPr>
                <p14:cNvContentPartPr/>
                <p14:nvPr/>
              </p14:nvContentPartPr>
              <p14:xfrm>
                <a:off x="11288683" y="1917021"/>
                <a:ext cx="5400" cy="45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645FBA0-E281-251C-905E-AAECE235F5A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271043" y="1899381"/>
                  <a:ext cx="41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EC0117A-C5E3-FD94-A4D3-1E8283970526}"/>
                    </a:ext>
                  </a:extLst>
                </p14:cNvPr>
                <p14:cNvContentPartPr/>
                <p14:nvPr/>
              </p14:nvContentPartPr>
              <p14:xfrm>
                <a:off x="11158003" y="2170461"/>
                <a:ext cx="344160" cy="200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EC0117A-C5E3-FD94-A4D3-1E828397052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140003" y="2152461"/>
                  <a:ext cx="379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CCBB7C8-46F6-D613-2DC4-D220D021072D}"/>
                    </a:ext>
                  </a:extLst>
                </p14:cNvPr>
                <p14:cNvContentPartPr/>
                <p14:nvPr/>
              </p14:nvContentPartPr>
              <p14:xfrm>
                <a:off x="11329003" y="459021"/>
                <a:ext cx="499680" cy="2081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CCBB7C8-46F6-D613-2DC4-D220D021072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11003" y="441021"/>
                  <a:ext cx="535320" cy="21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688CF1-EA3A-CC0F-6E7F-37A32F8EE722}"/>
              </a:ext>
            </a:extLst>
          </p:cNvPr>
          <p:cNvGrpSpPr/>
          <p:nvPr/>
        </p:nvGrpSpPr>
        <p:grpSpPr>
          <a:xfrm>
            <a:off x="2677483" y="3341541"/>
            <a:ext cx="1470240" cy="537480"/>
            <a:chOff x="2677483" y="3341541"/>
            <a:chExt cx="147024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11EFC9E-6432-E8EF-A1E9-CB0323FF0A2A}"/>
                    </a:ext>
                  </a:extLst>
                </p14:cNvPr>
                <p14:cNvContentPartPr/>
                <p14:nvPr/>
              </p14:nvContentPartPr>
              <p14:xfrm>
                <a:off x="2677483" y="3396621"/>
                <a:ext cx="117720" cy="394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11EFC9E-6432-E8EF-A1E9-CB0323FF0A2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659483" y="3378621"/>
                  <a:ext cx="1533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8B55221-9B1C-5D13-4762-87007E4131D1}"/>
                    </a:ext>
                  </a:extLst>
                </p14:cNvPr>
                <p14:cNvContentPartPr/>
                <p14:nvPr/>
              </p14:nvContentPartPr>
              <p14:xfrm>
                <a:off x="2707723" y="3341541"/>
                <a:ext cx="308160" cy="537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8B55221-9B1C-5D13-4762-87007E4131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89723" y="3323901"/>
                  <a:ext cx="34380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60283AD-E72B-27A6-F02B-A508451337AF}"/>
                    </a:ext>
                  </a:extLst>
                </p14:cNvPr>
                <p14:cNvContentPartPr/>
                <p14:nvPr/>
              </p14:nvContentPartPr>
              <p14:xfrm>
                <a:off x="3114523" y="3450981"/>
                <a:ext cx="579600" cy="330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60283AD-E72B-27A6-F02B-A508451337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96883" y="3432981"/>
                  <a:ext cx="6152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E96E098-C2C3-5E8C-C814-493B843E64A1}"/>
                    </a:ext>
                  </a:extLst>
                </p14:cNvPr>
                <p14:cNvContentPartPr/>
                <p14:nvPr/>
              </p14:nvContentPartPr>
              <p14:xfrm>
                <a:off x="3516283" y="3392301"/>
                <a:ext cx="631440" cy="416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E96E098-C2C3-5E8C-C814-493B843E64A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98283" y="3374661"/>
                  <a:ext cx="667080" cy="45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E30C1D7-1BE8-BB21-A4EC-139E9382E599}"/>
                  </a:ext>
                </a:extLst>
              </p14:cNvPr>
              <p14:cNvContentPartPr/>
              <p14:nvPr/>
            </p14:nvContentPartPr>
            <p14:xfrm>
              <a:off x="4358683" y="3542421"/>
              <a:ext cx="805680" cy="1677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E30C1D7-1BE8-BB21-A4EC-139E9382E59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340683" y="3524781"/>
                <a:ext cx="8413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D60A68F-9D1C-1993-8560-A7778FA56970}"/>
                  </a:ext>
                </a:extLst>
              </p14:cNvPr>
              <p14:cNvContentPartPr/>
              <p14:nvPr/>
            </p14:nvContentPartPr>
            <p14:xfrm>
              <a:off x="5837563" y="3541341"/>
              <a:ext cx="413640" cy="169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D60A68F-9D1C-1993-8560-A7778FA5697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819563" y="3523341"/>
                <a:ext cx="4492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1D7ED987-A7E5-4FD8-B5D0-3B24B25C84FB}"/>
                  </a:ext>
                </a:extLst>
              </p14:cNvPr>
              <p14:cNvContentPartPr/>
              <p14:nvPr/>
            </p14:nvContentPartPr>
            <p14:xfrm>
              <a:off x="6352723" y="3251541"/>
              <a:ext cx="851400" cy="5626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1D7ED987-A7E5-4FD8-B5D0-3B24B25C84F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334723" y="3233541"/>
                <a:ext cx="88704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D98A51E-116F-8E45-01D6-9D3C61A7DA30}"/>
                  </a:ext>
                </a:extLst>
              </p14:cNvPr>
              <p14:cNvContentPartPr/>
              <p14:nvPr/>
            </p14:nvContentPartPr>
            <p14:xfrm>
              <a:off x="7363963" y="3615501"/>
              <a:ext cx="249120" cy="1720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D98A51E-116F-8E45-01D6-9D3C61A7DA3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345963" y="3597501"/>
                <a:ext cx="2847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25B60C78-1F28-8613-537F-9C8A6A19C780}"/>
                  </a:ext>
                </a:extLst>
              </p14:cNvPr>
              <p14:cNvContentPartPr/>
              <p14:nvPr/>
            </p14:nvContentPartPr>
            <p14:xfrm>
              <a:off x="7152283" y="3429741"/>
              <a:ext cx="103320" cy="313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25B60C78-1F28-8613-537F-9C8A6A19C78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134643" y="3411741"/>
                <a:ext cx="1389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9B9277A-3B96-7589-E597-D6B424E580DC}"/>
                  </a:ext>
                </a:extLst>
              </p14:cNvPr>
              <p14:cNvContentPartPr/>
              <p14:nvPr/>
            </p14:nvContentPartPr>
            <p14:xfrm>
              <a:off x="6604003" y="3376821"/>
              <a:ext cx="1811520" cy="752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9B9277A-3B96-7589-E597-D6B424E580D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586363" y="3359181"/>
                <a:ext cx="1847160" cy="78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B256136-B4C6-FDC0-915E-0AB9809676D0}"/>
              </a:ext>
            </a:extLst>
          </p:cNvPr>
          <p:cNvGrpSpPr/>
          <p:nvPr/>
        </p:nvGrpSpPr>
        <p:grpSpPr>
          <a:xfrm>
            <a:off x="8583283" y="3259821"/>
            <a:ext cx="2423880" cy="614520"/>
            <a:chOff x="8583283" y="3259821"/>
            <a:chExt cx="2423880" cy="61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CDD57F6-6D4B-13A8-F973-847923CA0B2D}"/>
                    </a:ext>
                  </a:extLst>
                </p14:cNvPr>
                <p14:cNvContentPartPr/>
                <p14:nvPr/>
              </p14:nvContentPartPr>
              <p14:xfrm>
                <a:off x="8583283" y="3608301"/>
                <a:ext cx="237600" cy="194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CDD57F6-6D4B-13A8-F973-847923CA0B2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65643" y="3590661"/>
                  <a:ext cx="273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58D63F3-CDCA-A31B-65F1-70306AF1D4C5}"/>
                    </a:ext>
                  </a:extLst>
                </p14:cNvPr>
                <p14:cNvContentPartPr/>
                <p14:nvPr/>
              </p14:nvContentPartPr>
              <p14:xfrm>
                <a:off x="8928163" y="3579501"/>
                <a:ext cx="200880" cy="194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58D63F3-CDCA-A31B-65F1-70306AF1D4C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10523" y="3561501"/>
                  <a:ext cx="236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59E7249-077C-E474-7AA2-02CFBE597A7F}"/>
                    </a:ext>
                  </a:extLst>
                </p14:cNvPr>
                <p14:cNvContentPartPr/>
                <p14:nvPr/>
              </p14:nvContentPartPr>
              <p14:xfrm>
                <a:off x="9271963" y="3259821"/>
                <a:ext cx="138600" cy="523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59E7249-077C-E474-7AA2-02CFBE597A7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54323" y="3241821"/>
                  <a:ext cx="1742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644A763-2581-E193-8E03-C0414CB92FF3}"/>
                    </a:ext>
                  </a:extLst>
                </p14:cNvPr>
                <p14:cNvContentPartPr/>
                <p14:nvPr/>
              </p14:nvContentPartPr>
              <p14:xfrm>
                <a:off x="9142003" y="3382941"/>
                <a:ext cx="420120" cy="344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644A763-2581-E193-8E03-C0414CB92FF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24003" y="3365301"/>
                  <a:ext cx="4557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9DDB79B-6A86-7DC3-3B9E-402392501480}"/>
                    </a:ext>
                  </a:extLst>
                </p14:cNvPr>
                <p14:cNvContentPartPr/>
                <p14:nvPr/>
              </p14:nvContentPartPr>
              <p14:xfrm>
                <a:off x="9606043" y="3518661"/>
                <a:ext cx="1401120" cy="355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9DDB79B-6A86-7DC3-3B9E-40239250148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88043" y="3500661"/>
                  <a:ext cx="1436760" cy="39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53B661-191D-A0B8-9823-0CD01DAFF9FE}"/>
              </a:ext>
            </a:extLst>
          </p:cNvPr>
          <p:cNvGrpSpPr/>
          <p:nvPr/>
        </p:nvGrpSpPr>
        <p:grpSpPr>
          <a:xfrm>
            <a:off x="1043803" y="4422261"/>
            <a:ext cx="711000" cy="445680"/>
            <a:chOff x="1043803" y="4422261"/>
            <a:chExt cx="711000" cy="4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178EFAE-CBBD-ABAE-A5F8-12EC7B4C835B}"/>
                    </a:ext>
                  </a:extLst>
                </p14:cNvPr>
                <p14:cNvContentPartPr/>
                <p14:nvPr/>
              </p14:nvContentPartPr>
              <p14:xfrm>
                <a:off x="1043803" y="4537101"/>
                <a:ext cx="68400" cy="330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178EFAE-CBBD-ABAE-A5F8-12EC7B4C835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6163" y="4519101"/>
                  <a:ext cx="1040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75DA02D-7F08-9D3A-8B78-7C963266D373}"/>
                    </a:ext>
                  </a:extLst>
                </p14:cNvPr>
                <p14:cNvContentPartPr/>
                <p14:nvPr/>
              </p14:nvContentPartPr>
              <p14:xfrm>
                <a:off x="1109683" y="4422261"/>
                <a:ext cx="645120" cy="432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75DA02D-7F08-9D3A-8B78-7C963266D37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1683" y="4404261"/>
                  <a:ext cx="680760" cy="46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214CBB7-2C97-5785-865D-1D1CEA9D6EAD}"/>
              </a:ext>
            </a:extLst>
          </p:cNvPr>
          <p:cNvGrpSpPr/>
          <p:nvPr/>
        </p:nvGrpSpPr>
        <p:grpSpPr>
          <a:xfrm>
            <a:off x="2567323" y="4373661"/>
            <a:ext cx="2958480" cy="889920"/>
            <a:chOff x="2567323" y="4373661"/>
            <a:chExt cx="2958480" cy="88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8D576C-F7A9-34B4-1BCB-7E1D88065CD4}"/>
                    </a:ext>
                  </a:extLst>
                </p14:cNvPr>
                <p14:cNvContentPartPr/>
                <p14:nvPr/>
              </p14:nvContentPartPr>
              <p14:xfrm>
                <a:off x="2567323" y="4574901"/>
                <a:ext cx="845280" cy="303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8D576C-F7A9-34B4-1BCB-7E1D88065CD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549323" y="4557261"/>
                  <a:ext cx="8809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C43370C-E0DC-821A-ED5F-FEDC0C579337}"/>
                    </a:ext>
                  </a:extLst>
                </p14:cNvPr>
                <p14:cNvContentPartPr/>
                <p14:nvPr/>
              </p14:nvContentPartPr>
              <p14:xfrm>
                <a:off x="3585043" y="4373661"/>
                <a:ext cx="14760" cy="63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C43370C-E0DC-821A-ED5F-FEDC0C57933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67043" y="4356021"/>
                  <a:ext cx="50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F89A970-2147-85D1-6A26-44651CB52E1F}"/>
                    </a:ext>
                  </a:extLst>
                </p14:cNvPr>
                <p14:cNvContentPartPr/>
                <p14:nvPr/>
              </p14:nvContentPartPr>
              <p14:xfrm>
                <a:off x="3380563" y="4388421"/>
                <a:ext cx="477720" cy="875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F89A970-2147-85D1-6A26-44651CB52E1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62923" y="4370781"/>
                  <a:ext cx="51336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181728B-A4B8-5D07-48D7-8958563063F5}"/>
                    </a:ext>
                  </a:extLst>
                </p14:cNvPr>
                <p14:cNvContentPartPr/>
                <p14:nvPr/>
              </p14:nvContentPartPr>
              <p14:xfrm>
                <a:off x="4026763" y="4489941"/>
                <a:ext cx="111960" cy="330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181728B-A4B8-5D07-48D7-8958563063F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009123" y="4471941"/>
                  <a:ext cx="1476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780AF58-F3BA-14AE-CAB6-2BD9690D2F1D}"/>
                    </a:ext>
                  </a:extLst>
                </p14:cNvPr>
                <p14:cNvContentPartPr/>
                <p14:nvPr/>
              </p14:nvContentPartPr>
              <p14:xfrm>
                <a:off x="4326283" y="4566261"/>
                <a:ext cx="928080" cy="309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780AF58-F3BA-14AE-CAB6-2BD9690D2F1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08643" y="4548261"/>
                  <a:ext cx="9637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2C24A01-9CED-0415-EBBF-15FAC514F258}"/>
                    </a:ext>
                  </a:extLst>
                </p14:cNvPr>
                <p14:cNvContentPartPr/>
                <p14:nvPr/>
              </p14:nvContentPartPr>
              <p14:xfrm>
                <a:off x="5282443" y="4443861"/>
                <a:ext cx="243360" cy="471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2C24A01-9CED-0415-EBBF-15FAC514F25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64803" y="4425861"/>
                  <a:ext cx="279000" cy="50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D9864C1-848E-A961-5EFD-014B6FC03473}"/>
              </a:ext>
            </a:extLst>
          </p:cNvPr>
          <p:cNvGrpSpPr/>
          <p:nvPr/>
        </p:nvGrpSpPr>
        <p:grpSpPr>
          <a:xfrm>
            <a:off x="6170923" y="4440981"/>
            <a:ext cx="1805760" cy="494280"/>
            <a:chOff x="6170923" y="4440981"/>
            <a:chExt cx="1805760" cy="49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A627EA4-BF1D-A20C-DD6F-D4C9E8AAC50E}"/>
                    </a:ext>
                  </a:extLst>
                </p14:cNvPr>
                <p14:cNvContentPartPr/>
                <p14:nvPr/>
              </p14:nvContentPartPr>
              <p14:xfrm>
                <a:off x="6170923" y="4442421"/>
                <a:ext cx="1451160" cy="492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A627EA4-BF1D-A20C-DD6F-D4C9E8AAC50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53283" y="4424781"/>
                  <a:ext cx="148680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3AEAEAC-0E71-2D21-8D07-CE32DB9DB947}"/>
                    </a:ext>
                  </a:extLst>
                </p14:cNvPr>
                <p14:cNvContentPartPr/>
                <p14:nvPr/>
              </p14:nvContentPartPr>
              <p14:xfrm>
                <a:off x="6996763" y="4440981"/>
                <a:ext cx="979920" cy="453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3AEAEAC-0E71-2D21-8D07-CE32DB9DB94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78763" y="4422981"/>
                  <a:ext cx="101556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0EBB9DB-4DC7-0383-A851-73050D0D6192}"/>
              </a:ext>
            </a:extLst>
          </p:cNvPr>
          <p:cNvGrpSpPr/>
          <p:nvPr/>
        </p:nvGrpSpPr>
        <p:grpSpPr>
          <a:xfrm>
            <a:off x="8626843" y="4436301"/>
            <a:ext cx="1959840" cy="997920"/>
            <a:chOff x="8626843" y="4436301"/>
            <a:chExt cx="1959840" cy="99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6F65B8-549F-1E47-247B-7A68F9D7D9FF}"/>
                    </a:ext>
                  </a:extLst>
                </p14:cNvPr>
                <p14:cNvContentPartPr/>
                <p14:nvPr/>
              </p14:nvContentPartPr>
              <p14:xfrm>
                <a:off x="8626843" y="4545381"/>
                <a:ext cx="506160" cy="888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6F65B8-549F-1E47-247B-7A68F9D7D9F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608843" y="4527741"/>
                  <a:ext cx="541800" cy="9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3C1FD3D-A6D0-F96E-A454-5B50A4439CDE}"/>
                    </a:ext>
                  </a:extLst>
                </p14:cNvPr>
                <p14:cNvContentPartPr/>
                <p14:nvPr/>
              </p14:nvContentPartPr>
              <p14:xfrm>
                <a:off x="9627283" y="4436301"/>
                <a:ext cx="959400" cy="452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3C1FD3D-A6D0-F96E-A454-5B50A4439CD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09283" y="4418301"/>
                  <a:ext cx="9950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7AA6464-A809-A781-001C-B2374F245C36}"/>
                    </a:ext>
                  </a:extLst>
                </p14:cNvPr>
                <p14:cNvContentPartPr/>
                <p14:nvPr/>
              </p14:nvContentPartPr>
              <p14:xfrm>
                <a:off x="9432163" y="4550781"/>
                <a:ext cx="235080" cy="43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7AA6464-A809-A781-001C-B2374F245C3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14523" y="4533141"/>
                  <a:ext cx="2707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B7ACDE9-27F3-7324-94D3-F99E2BE4FD6E}"/>
              </a:ext>
            </a:extLst>
          </p:cNvPr>
          <p:cNvGrpSpPr/>
          <p:nvPr/>
        </p:nvGrpSpPr>
        <p:grpSpPr>
          <a:xfrm>
            <a:off x="616843" y="5324421"/>
            <a:ext cx="1507680" cy="776880"/>
            <a:chOff x="616843" y="5324421"/>
            <a:chExt cx="1507680" cy="77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95C5996-0FF8-2EC2-71DF-52EDDCD36929}"/>
                    </a:ext>
                  </a:extLst>
                </p14:cNvPr>
                <p14:cNvContentPartPr/>
                <p14:nvPr/>
              </p14:nvContentPartPr>
              <p14:xfrm>
                <a:off x="616843" y="5472021"/>
                <a:ext cx="206280" cy="235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95C5996-0FF8-2EC2-71DF-52EDDCD3692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9203" y="5454381"/>
                  <a:ext cx="241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B6F3DA0-3CFB-979E-47B8-F08806AD9D04}"/>
                    </a:ext>
                  </a:extLst>
                </p14:cNvPr>
                <p14:cNvContentPartPr/>
                <p14:nvPr/>
              </p14:nvContentPartPr>
              <p14:xfrm>
                <a:off x="851563" y="5440701"/>
                <a:ext cx="476640" cy="660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B6F3DA0-3CFB-979E-47B8-F08806AD9D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33563" y="5422701"/>
                  <a:ext cx="51228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A02C770-AFA8-454A-2604-58C50BE90214}"/>
                    </a:ext>
                  </a:extLst>
                </p14:cNvPr>
                <p14:cNvContentPartPr/>
                <p14:nvPr/>
              </p14:nvContentPartPr>
              <p14:xfrm>
                <a:off x="1376083" y="5324421"/>
                <a:ext cx="153720" cy="417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A02C770-AFA8-454A-2604-58C50BE9021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358083" y="5306781"/>
                  <a:ext cx="1893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63769D3-DD30-DA8B-A84B-981F2A4E31B7}"/>
                    </a:ext>
                  </a:extLst>
                </p14:cNvPr>
                <p14:cNvContentPartPr/>
                <p14:nvPr/>
              </p14:nvContentPartPr>
              <p14:xfrm>
                <a:off x="1573003" y="5539701"/>
                <a:ext cx="551520" cy="219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63769D3-DD30-DA8B-A84B-981F2A4E31B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555003" y="5522061"/>
                  <a:ext cx="58716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73F15C6-E4BA-6F10-B77D-4064E2630FC1}"/>
                  </a:ext>
                </a:extLst>
              </p14:cNvPr>
              <p14:cNvContentPartPr/>
              <p14:nvPr/>
            </p14:nvContentPartPr>
            <p14:xfrm>
              <a:off x="2749843" y="5385621"/>
              <a:ext cx="427680" cy="8366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73F15C6-E4BA-6F10-B77D-4064E2630FC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731843" y="5367981"/>
                <a:ext cx="463320" cy="87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54A8673-B381-7B3D-0B96-AA787AE646D2}"/>
              </a:ext>
            </a:extLst>
          </p:cNvPr>
          <p:cNvGrpSpPr/>
          <p:nvPr/>
        </p:nvGrpSpPr>
        <p:grpSpPr>
          <a:xfrm>
            <a:off x="4429243" y="5271141"/>
            <a:ext cx="3038040" cy="928080"/>
            <a:chOff x="4429243" y="5271141"/>
            <a:chExt cx="3038040" cy="92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994F3E4-5CEF-86DD-947F-EBD32170D694}"/>
                    </a:ext>
                  </a:extLst>
                </p14:cNvPr>
                <p14:cNvContentPartPr/>
                <p14:nvPr/>
              </p14:nvContentPartPr>
              <p14:xfrm>
                <a:off x="4429243" y="5489661"/>
                <a:ext cx="1157760" cy="709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994F3E4-5CEF-86DD-947F-EBD32170D69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11603" y="5471661"/>
                  <a:ext cx="119340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C59CBB5-F943-F33A-5EBB-F3DE3B2DCB64}"/>
                    </a:ext>
                  </a:extLst>
                </p14:cNvPr>
                <p14:cNvContentPartPr/>
                <p14:nvPr/>
              </p14:nvContentPartPr>
              <p14:xfrm>
                <a:off x="5532643" y="5271141"/>
                <a:ext cx="1017720" cy="5000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C59CBB5-F943-F33A-5EBB-F3DE3B2DCB6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14643" y="5253141"/>
                  <a:ext cx="105336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5987EBD-3793-B690-558D-73A5B9781AAD}"/>
                    </a:ext>
                  </a:extLst>
                </p14:cNvPr>
                <p14:cNvContentPartPr/>
                <p14:nvPr/>
              </p14:nvContentPartPr>
              <p14:xfrm>
                <a:off x="6679963" y="5294181"/>
                <a:ext cx="787320" cy="532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5987EBD-3793-B690-558D-73A5B9781AA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61963" y="5276181"/>
                  <a:ext cx="822960" cy="56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805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C395D4-6C50-71C8-B2D0-73E1C909D8AC}"/>
                  </a:ext>
                </a:extLst>
              </p14:cNvPr>
              <p14:cNvContentPartPr/>
              <p14:nvPr/>
            </p14:nvContentPartPr>
            <p14:xfrm>
              <a:off x="324163" y="407181"/>
              <a:ext cx="360720" cy="38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C395D4-6C50-71C8-B2D0-73E1C909D8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523" y="389181"/>
                <a:ext cx="39636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A59686-FC6D-971B-0835-B86EF179F265}"/>
                  </a:ext>
                </a:extLst>
              </p14:cNvPr>
              <p14:cNvContentPartPr/>
              <p14:nvPr/>
            </p14:nvContentPartPr>
            <p14:xfrm>
              <a:off x="638083" y="641541"/>
              <a:ext cx="155160" cy="174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A59686-FC6D-971B-0835-B86EF179F2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0443" y="623541"/>
                <a:ext cx="1908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62A35F-3C61-68A4-4083-D3003060F66F}"/>
                  </a:ext>
                </a:extLst>
              </p14:cNvPr>
              <p14:cNvContentPartPr/>
              <p14:nvPr/>
            </p14:nvContentPartPr>
            <p14:xfrm>
              <a:off x="947683" y="666741"/>
              <a:ext cx="239760" cy="141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62A35F-3C61-68A4-4083-D3003060F6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0043" y="649101"/>
                <a:ext cx="2754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3CA992-364B-6B24-AB50-FA2812C8826C}"/>
                  </a:ext>
                </a:extLst>
              </p14:cNvPr>
              <p14:cNvContentPartPr/>
              <p14:nvPr/>
            </p14:nvContentPartPr>
            <p14:xfrm>
              <a:off x="1278883" y="661701"/>
              <a:ext cx="128880" cy="21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3CA992-364B-6B24-AB50-FA2812C882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1243" y="643701"/>
                <a:ext cx="1645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DE909A-7612-F5B2-A644-123F49B6F15D}"/>
                  </a:ext>
                </a:extLst>
              </p14:cNvPr>
              <p14:cNvContentPartPr/>
              <p14:nvPr/>
            </p14:nvContentPartPr>
            <p14:xfrm>
              <a:off x="1565803" y="717141"/>
              <a:ext cx="17280" cy="169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DE909A-7612-F5B2-A644-123F49B6F1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47803" y="699501"/>
                <a:ext cx="5292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2EBB1E-BE7A-4C28-0EE4-07CCA480DDCC}"/>
                  </a:ext>
                </a:extLst>
              </p14:cNvPr>
              <p14:cNvContentPartPr/>
              <p14:nvPr/>
            </p14:nvContentPartPr>
            <p14:xfrm>
              <a:off x="1654723" y="543261"/>
              <a:ext cx="38160" cy="67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2EBB1E-BE7A-4C28-0EE4-07CCA480DDC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37083" y="525621"/>
                <a:ext cx="738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506C03C-7E58-93A3-FA56-6EF6E52480AA}"/>
                  </a:ext>
                </a:extLst>
              </p14:cNvPr>
              <p14:cNvContentPartPr/>
              <p14:nvPr/>
            </p14:nvContentPartPr>
            <p14:xfrm>
              <a:off x="1716643" y="673941"/>
              <a:ext cx="142560" cy="199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506C03C-7E58-93A3-FA56-6EF6E52480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99003" y="656301"/>
                <a:ext cx="1782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2F6722C-1628-F450-3399-F0F116950253}"/>
                  </a:ext>
                </a:extLst>
              </p14:cNvPr>
              <p14:cNvContentPartPr/>
              <p14:nvPr/>
            </p14:nvContentPartPr>
            <p14:xfrm>
              <a:off x="1976203" y="544341"/>
              <a:ext cx="108720" cy="326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2F6722C-1628-F450-3399-F0F11695025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58203" y="526341"/>
                <a:ext cx="14436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4A3443C-9E7E-4744-05AC-B6028726F2F8}"/>
                  </a:ext>
                </a:extLst>
              </p14:cNvPr>
              <p14:cNvContentPartPr/>
              <p14:nvPr/>
            </p14:nvContentPartPr>
            <p14:xfrm>
              <a:off x="1923643" y="704181"/>
              <a:ext cx="349920" cy="189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4A3443C-9E7E-4744-05AC-B6028726F2F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05643" y="686181"/>
                <a:ext cx="38556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07227DE-0584-4F83-ADE8-FEBA13E50AEB}"/>
              </a:ext>
            </a:extLst>
          </p:cNvPr>
          <p:cNvGrpSpPr/>
          <p:nvPr/>
        </p:nvGrpSpPr>
        <p:grpSpPr>
          <a:xfrm>
            <a:off x="2354923" y="514461"/>
            <a:ext cx="609120" cy="409680"/>
            <a:chOff x="2354923" y="514461"/>
            <a:chExt cx="60912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F85C5A-5969-AF23-C82A-C04A3FA63865}"/>
                    </a:ext>
                  </a:extLst>
                </p14:cNvPr>
                <p14:cNvContentPartPr/>
                <p14:nvPr/>
              </p14:nvContentPartPr>
              <p14:xfrm>
                <a:off x="2354923" y="514461"/>
                <a:ext cx="560880" cy="409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F85C5A-5969-AF23-C82A-C04A3FA638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36923" y="496461"/>
                  <a:ext cx="5965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2685C15-420B-DA61-1AFC-B70B7BA8338E}"/>
                    </a:ext>
                  </a:extLst>
                </p14:cNvPr>
                <p14:cNvContentPartPr/>
                <p14:nvPr/>
              </p14:nvContentPartPr>
              <p14:xfrm>
                <a:off x="2738323" y="643701"/>
                <a:ext cx="225720" cy="17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2685C15-420B-DA61-1AFC-B70B7BA833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20323" y="625701"/>
                  <a:ext cx="2613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4FF7F6-96D4-FAB1-BF8D-6721163EA5AB}"/>
              </a:ext>
            </a:extLst>
          </p:cNvPr>
          <p:cNvGrpSpPr/>
          <p:nvPr/>
        </p:nvGrpSpPr>
        <p:grpSpPr>
          <a:xfrm>
            <a:off x="3264643" y="586101"/>
            <a:ext cx="1969920" cy="721080"/>
            <a:chOff x="3264643" y="586101"/>
            <a:chExt cx="1969920" cy="72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AB18AD-2358-0EC3-9AFA-3422E5DB695B}"/>
                    </a:ext>
                  </a:extLst>
                </p14:cNvPr>
                <p14:cNvContentPartPr/>
                <p14:nvPr/>
              </p14:nvContentPartPr>
              <p14:xfrm>
                <a:off x="3264643" y="661701"/>
                <a:ext cx="213480" cy="284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AB18AD-2358-0EC3-9AFA-3422E5DB69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47003" y="644061"/>
                  <a:ext cx="2491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59F94B-C942-F881-0135-FD7C03D7B9DE}"/>
                    </a:ext>
                  </a:extLst>
                </p14:cNvPr>
                <p14:cNvContentPartPr/>
                <p14:nvPr/>
              </p14:nvContentPartPr>
              <p14:xfrm>
                <a:off x="3446443" y="776181"/>
                <a:ext cx="478080" cy="531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59F94B-C942-F881-0135-FD7C03D7B9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28443" y="758181"/>
                  <a:ext cx="51372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BBC9AD-90DC-D4CE-7240-A17D3F32F4E5}"/>
                    </a:ext>
                  </a:extLst>
                </p14:cNvPr>
                <p14:cNvContentPartPr/>
                <p14:nvPr/>
              </p14:nvContentPartPr>
              <p14:xfrm>
                <a:off x="4051603" y="586101"/>
                <a:ext cx="108000" cy="367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BBC9AD-90DC-D4CE-7240-A17D3F32F4E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33963" y="568461"/>
                  <a:ext cx="1436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3357A53-4BF7-C900-2CB9-D76E39C836A9}"/>
                    </a:ext>
                  </a:extLst>
                </p14:cNvPr>
                <p14:cNvContentPartPr/>
                <p14:nvPr/>
              </p14:nvContentPartPr>
              <p14:xfrm>
                <a:off x="4042963" y="701661"/>
                <a:ext cx="190800" cy="35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3357A53-4BF7-C900-2CB9-D76E39C836A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25323" y="684021"/>
                  <a:ext cx="226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E639ED-D431-4A60-E9DA-61E4DE452FA3}"/>
                    </a:ext>
                  </a:extLst>
                </p14:cNvPr>
                <p14:cNvContentPartPr/>
                <p14:nvPr/>
              </p14:nvContentPartPr>
              <p14:xfrm>
                <a:off x="4164283" y="729741"/>
                <a:ext cx="154440" cy="193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E639ED-D431-4A60-E9DA-61E4DE452FA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46283" y="712101"/>
                  <a:ext cx="190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CD0D520-9040-8D8A-EA75-145015AC6742}"/>
                    </a:ext>
                  </a:extLst>
                </p14:cNvPr>
                <p14:cNvContentPartPr/>
                <p14:nvPr/>
              </p14:nvContentPartPr>
              <p14:xfrm>
                <a:off x="4415563" y="762501"/>
                <a:ext cx="387720" cy="171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CD0D520-9040-8D8A-EA75-145015AC67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97923" y="744501"/>
                  <a:ext cx="423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297B1B-23A5-118B-AD69-B904C9580D9C}"/>
                    </a:ext>
                  </a:extLst>
                </p14:cNvPr>
                <p14:cNvContentPartPr/>
                <p14:nvPr/>
              </p14:nvContentPartPr>
              <p14:xfrm>
                <a:off x="5045203" y="879501"/>
                <a:ext cx="189360" cy="26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297B1B-23A5-118B-AD69-B904C9580D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27563" y="861501"/>
                  <a:ext cx="225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ABBB782-BD8B-34DC-55E5-B93DB24EC358}"/>
                    </a:ext>
                  </a:extLst>
                </p14:cNvPr>
                <p14:cNvContentPartPr/>
                <p14:nvPr/>
              </p14:nvContentPartPr>
              <p14:xfrm>
                <a:off x="5136643" y="802101"/>
                <a:ext cx="70920" cy="114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ABBB782-BD8B-34DC-55E5-B93DB24EC3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18643" y="784101"/>
                  <a:ext cx="10656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76C6BF5-6E74-A7A6-53F5-9B81F96DB07B}"/>
              </a:ext>
            </a:extLst>
          </p:cNvPr>
          <p:cNvGrpSpPr/>
          <p:nvPr/>
        </p:nvGrpSpPr>
        <p:grpSpPr>
          <a:xfrm>
            <a:off x="5816683" y="512301"/>
            <a:ext cx="972720" cy="367200"/>
            <a:chOff x="5816683" y="512301"/>
            <a:chExt cx="97272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449AEB-7AA6-CE2C-3354-F246E0CE55A1}"/>
                    </a:ext>
                  </a:extLst>
                </p14:cNvPr>
                <p14:cNvContentPartPr/>
                <p14:nvPr/>
              </p14:nvContentPartPr>
              <p14:xfrm>
                <a:off x="5816683" y="703821"/>
                <a:ext cx="245160" cy="175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449AEB-7AA6-CE2C-3354-F246E0CE55A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98683" y="685821"/>
                  <a:ext cx="280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B82CB0-5506-0ADD-FEDB-425A8242CA1D}"/>
                    </a:ext>
                  </a:extLst>
                </p14:cNvPr>
                <p14:cNvContentPartPr/>
                <p14:nvPr/>
              </p14:nvContentPartPr>
              <p14:xfrm>
                <a:off x="6116923" y="725421"/>
                <a:ext cx="196200" cy="153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B82CB0-5506-0ADD-FEDB-425A8242CA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99283" y="707781"/>
                  <a:ext cx="231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F044FB-BE2F-6D6F-156B-F627A8A1BA13}"/>
                    </a:ext>
                  </a:extLst>
                </p14:cNvPr>
                <p14:cNvContentPartPr/>
                <p14:nvPr/>
              </p14:nvContentPartPr>
              <p14:xfrm>
                <a:off x="6474763" y="521661"/>
                <a:ext cx="46800" cy="93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F044FB-BE2F-6D6F-156B-F627A8A1BA1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57123" y="503661"/>
                  <a:ext cx="82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DD8F15-CC0A-69CD-3F60-6840A9448918}"/>
                    </a:ext>
                  </a:extLst>
                </p14:cNvPr>
                <p14:cNvContentPartPr/>
                <p14:nvPr/>
              </p14:nvContentPartPr>
              <p14:xfrm>
                <a:off x="6413203" y="512301"/>
                <a:ext cx="149400" cy="328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DD8F15-CC0A-69CD-3F60-6840A94489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95563" y="494661"/>
                  <a:ext cx="1850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023B05B-B12A-6927-068B-6D9FA4206F4B}"/>
                    </a:ext>
                  </a:extLst>
                </p14:cNvPr>
                <p14:cNvContentPartPr/>
                <p14:nvPr/>
              </p14:nvContentPartPr>
              <p14:xfrm>
                <a:off x="6424723" y="592941"/>
                <a:ext cx="364680" cy="237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023B05B-B12A-6927-068B-6D9FA4206F4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06723" y="575301"/>
                  <a:ext cx="400320" cy="27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1813AD5-B4D2-41DC-BBA6-C3589308A4D6}"/>
                  </a:ext>
                </a:extLst>
              </p14:cNvPr>
              <p14:cNvContentPartPr/>
              <p14:nvPr/>
            </p14:nvContentPartPr>
            <p14:xfrm>
              <a:off x="7312123" y="506901"/>
              <a:ext cx="398880" cy="8798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1813AD5-B4D2-41DC-BBA6-C3589308A4D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94123" y="489261"/>
                <a:ext cx="434520" cy="9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EF7D678-C449-0D27-9672-CC781B5ED189}"/>
              </a:ext>
            </a:extLst>
          </p:cNvPr>
          <p:cNvGrpSpPr/>
          <p:nvPr/>
        </p:nvGrpSpPr>
        <p:grpSpPr>
          <a:xfrm>
            <a:off x="8075323" y="529221"/>
            <a:ext cx="1504080" cy="400680"/>
            <a:chOff x="8075323" y="529221"/>
            <a:chExt cx="1504080" cy="4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5A458E-2D0F-FB70-D4A0-C6B86BCA54C5}"/>
                    </a:ext>
                  </a:extLst>
                </p14:cNvPr>
                <p14:cNvContentPartPr/>
                <p14:nvPr/>
              </p14:nvContentPartPr>
              <p14:xfrm>
                <a:off x="8075323" y="740541"/>
                <a:ext cx="296280" cy="169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5A458E-2D0F-FB70-D4A0-C6B86BCA54C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57323" y="722541"/>
                  <a:ext cx="331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4568716-A6EA-2E86-3915-FBD3C29D740C}"/>
                    </a:ext>
                  </a:extLst>
                </p14:cNvPr>
                <p14:cNvContentPartPr/>
                <p14:nvPr/>
              </p14:nvContentPartPr>
              <p14:xfrm>
                <a:off x="8368723" y="731181"/>
                <a:ext cx="318240" cy="156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4568716-A6EA-2E86-3915-FBD3C29D740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50723" y="713541"/>
                  <a:ext cx="353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BF03A8-8726-8236-B8EE-751A5B17AFEF}"/>
                    </a:ext>
                  </a:extLst>
                </p14:cNvPr>
                <p14:cNvContentPartPr/>
                <p14:nvPr/>
              </p14:nvContentPartPr>
              <p14:xfrm>
                <a:off x="8711083" y="529221"/>
                <a:ext cx="307440" cy="374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EBF03A8-8726-8236-B8EE-751A5B17AF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93083" y="511221"/>
                  <a:ext cx="3430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158A44-753A-A24E-E61C-4018C4985AB9}"/>
                    </a:ext>
                  </a:extLst>
                </p14:cNvPr>
                <p14:cNvContentPartPr/>
                <p14:nvPr/>
              </p14:nvContentPartPr>
              <p14:xfrm>
                <a:off x="9135523" y="684381"/>
                <a:ext cx="443880" cy="245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158A44-753A-A24E-E61C-4018C4985AB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17883" y="666381"/>
                  <a:ext cx="479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6E569D2-5612-A0A3-4AFB-008D8C74FC67}"/>
                    </a:ext>
                  </a:extLst>
                </p14:cNvPr>
                <p14:cNvContentPartPr/>
                <p14:nvPr/>
              </p14:nvContentPartPr>
              <p14:xfrm>
                <a:off x="9022483" y="857541"/>
                <a:ext cx="105840" cy="16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6E569D2-5612-A0A3-4AFB-008D8C74FC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04843" y="839901"/>
                  <a:ext cx="14148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DF17AAC-9995-6AC8-9CD7-509F993F0841}"/>
              </a:ext>
            </a:extLst>
          </p:cNvPr>
          <p:cNvGrpSpPr/>
          <p:nvPr/>
        </p:nvGrpSpPr>
        <p:grpSpPr>
          <a:xfrm>
            <a:off x="10067203" y="794541"/>
            <a:ext cx="968760" cy="331560"/>
            <a:chOff x="10067203" y="794541"/>
            <a:chExt cx="96876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A815437-3FD9-A9ED-D31C-FBA7FB7F8B17}"/>
                    </a:ext>
                  </a:extLst>
                </p14:cNvPr>
                <p14:cNvContentPartPr/>
                <p14:nvPr/>
              </p14:nvContentPartPr>
              <p14:xfrm>
                <a:off x="10067203" y="794541"/>
                <a:ext cx="220320" cy="159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A815437-3FD9-A9ED-D31C-FBA7FB7F8B1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49563" y="776901"/>
                  <a:ext cx="255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BBF16F-F69A-9B29-EF1B-1D868D4B35CF}"/>
                    </a:ext>
                  </a:extLst>
                </p14:cNvPr>
                <p14:cNvContentPartPr/>
                <p14:nvPr/>
              </p14:nvContentPartPr>
              <p14:xfrm>
                <a:off x="10349083" y="942141"/>
                <a:ext cx="33840" cy="121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BBF16F-F69A-9B29-EF1B-1D868D4B35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31443" y="924141"/>
                  <a:ext cx="69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4F7C12-8877-118D-C24D-E87680D3D40C}"/>
                    </a:ext>
                  </a:extLst>
                </p14:cNvPr>
                <p14:cNvContentPartPr/>
                <p14:nvPr/>
              </p14:nvContentPartPr>
              <p14:xfrm>
                <a:off x="10502443" y="1025661"/>
                <a:ext cx="60840" cy="100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4F7C12-8877-118D-C24D-E87680D3D4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84803" y="1007661"/>
                  <a:ext cx="964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C1BB6D-F306-52B4-A1DC-26FACEE084EB}"/>
                    </a:ext>
                  </a:extLst>
                </p14:cNvPr>
                <p14:cNvContentPartPr/>
                <p14:nvPr/>
              </p14:nvContentPartPr>
              <p14:xfrm>
                <a:off x="10677763" y="835221"/>
                <a:ext cx="155160" cy="195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C1BB6D-F306-52B4-A1DC-26FACEE084E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60123" y="817221"/>
                  <a:ext cx="190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7CB141-50FA-64CA-A9AF-53BC48EFD524}"/>
                    </a:ext>
                  </a:extLst>
                </p14:cNvPr>
                <p14:cNvContentPartPr/>
                <p14:nvPr/>
              </p14:nvContentPartPr>
              <p14:xfrm>
                <a:off x="10915723" y="960501"/>
                <a:ext cx="120240" cy="148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7CB141-50FA-64CA-A9AF-53BC48EFD5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97723" y="942501"/>
                  <a:ext cx="1558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1FA3B9F-9229-62E1-5200-08ABBB3DAAB5}"/>
              </a:ext>
            </a:extLst>
          </p:cNvPr>
          <p:cNvGrpSpPr/>
          <p:nvPr/>
        </p:nvGrpSpPr>
        <p:grpSpPr>
          <a:xfrm>
            <a:off x="11263843" y="820461"/>
            <a:ext cx="887760" cy="227520"/>
            <a:chOff x="11263843" y="820461"/>
            <a:chExt cx="88776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F3A0BA-54EE-0117-E150-052EFBCB25AE}"/>
                    </a:ext>
                  </a:extLst>
                </p14:cNvPr>
                <p14:cNvContentPartPr/>
                <p14:nvPr/>
              </p14:nvContentPartPr>
              <p14:xfrm>
                <a:off x="11263843" y="982101"/>
                <a:ext cx="344520" cy="24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F3A0BA-54EE-0117-E150-052EFBCB25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46203" y="964101"/>
                  <a:ext cx="380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05E8D4E-56C5-0F79-520A-60B32AC846F2}"/>
                    </a:ext>
                  </a:extLst>
                </p14:cNvPr>
                <p14:cNvContentPartPr/>
                <p14:nvPr/>
              </p14:nvContentPartPr>
              <p14:xfrm>
                <a:off x="11804563" y="820461"/>
                <a:ext cx="168840" cy="169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05E8D4E-56C5-0F79-520A-60B32AC846F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786923" y="802461"/>
                  <a:ext cx="204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C1F5EEE-0C70-58CA-3C6D-E8175FC89711}"/>
                    </a:ext>
                  </a:extLst>
                </p14:cNvPr>
                <p14:cNvContentPartPr/>
                <p14:nvPr/>
              </p14:nvContentPartPr>
              <p14:xfrm>
                <a:off x="12028123" y="897861"/>
                <a:ext cx="123480" cy="150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C1F5EEE-0C70-58CA-3C6D-E8175FC897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010483" y="880221"/>
                  <a:ext cx="15912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BF27AD1-6840-E1F6-3385-9F1BA3B0E449}"/>
              </a:ext>
            </a:extLst>
          </p:cNvPr>
          <p:cNvGrpSpPr/>
          <p:nvPr/>
        </p:nvGrpSpPr>
        <p:grpSpPr>
          <a:xfrm>
            <a:off x="176203" y="1238781"/>
            <a:ext cx="1501560" cy="761040"/>
            <a:chOff x="176203" y="1238781"/>
            <a:chExt cx="1501560" cy="76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7B1E8C-C0D1-CDDC-D2CE-384E23757233}"/>
                    </a:ext>
                  </a:extLst>
                </p14:cNvPr>
                <p14:cNvContentPartPr/>
                <p14:nvPr/>
              </p14:nvContentPartPr>
              <p14:xfrm>
                <a:off x="176203" y="1378461"/>
                <a:ext cx="266400" cy="221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7B1E8C-C0D1-CDDC-D2CE-384E237572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8563" y="1360821"/>
                  <a:ext cx="302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94CBCD-252F-824E-9368-9C112F519061}"/>
                    </a:ext>
                  </a:extLst>
                </p14:cNvPr>
                <p14:cNvContentPartPr/>
                <p14:nvPr/>
              </p14:nvContentPartPr>
              <p14:xfrm>
                <a:off x="475363" y="1238781"/>
                <a:ext cx="482040" cy="441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94CBCD-252F-824E-9368-9C112F5190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7723" y="1220781"/>
                  <a:ext cx="5176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6327F6-1171-9C44-F199-1166E9CD92A5}"/>
                    </a:ext>
                  </a:extLst>
                </p14:cNvPr>
                <p14:cNvContentPartPr/>
                <p14:nvPr/>
              </p14:nvContentPartPr>
              <p14:xfrm>
                <a:off x="961723" y="1331301"/>
                <a:ext cx="47520" cy="69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6327F6-1171-9C44-F199-1166E9CD92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4083" y="1313661"/>
                  <a:ext cx="83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062AC1-650A-0B7C-170F-BF1269B9B194}"/>
                    </a:ext>
                  </a:extLst>
                </p14:cNvPr>
                <p14:cNvContentPartPr/>
                <p14:nvPr/>
              </p14:nvContentPartPr>
              <p14:xfrm>
                <a:off x="698203" y="1388181"/>
                <a:ext cx="173880" cy="23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062AC1-650A-0B7C-170F-BF1269B9B1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0563" y="1370181"/>
                  <a:ext cx="209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B68A859-A711-443C-3BDF-C320896A0BAC}"/>
                    </a:ext>
                  </a:extLst>
                </p14:cNvPr>
                <p14:cNvContentPartPr/>
                <p14:nvPr/>
              </p14:nvContentPartPr>
              <p14:xfrm>
                <a:off x="999883" y="1464861"/>
                <a:ext cx="176040" cy="186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B68A859-A711-443C-3BDF-C320896A0BA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1883" y="1446861"/>
                  <a:ext cx="211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181ACDA-9DDA-1408-2B9E-06D538CBA200}"/>
                    </a:ext>
                  </a:extLst>
                </p14:cNvPr>
                <p14:cNvContentPartPr/>
                <p14:nvPr/>
              </p14:nvContentPartPr>
              <p14:xfrm>
                <a:off x="1097803" y="1257861"/>
                <a:ext cx="579960" cy="741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181ACDA-9DDA-1408-2B9E-06D538CBA20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0163" y="1240221"/>
                  <a:ext cx="615600" cy="77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7E7E547-2D31-5332-C5C8-83FC62CE7D77}"/>
              </a:ext>
            </a:extLst>
          </p:cNvPr>
          <p:cNvGrpSpPr/>
          <p:nvPr/>
        </p:nvGrpSpPr>
        <p:grpSpPr>
          <a:xfrm>
            <a:off x="2244763" y="1324461"/>
            <a:ext cx="8109720" cy="908280"/>
            <a:chOff x="2244763" y="1324461"/>
            <a:chExt cx="8109720" cy="90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0C67B6-9DFB-99BC-6F19-4C92334E06E1}"/>
                    </a:ext>
                  </a:extLst>
                </p14:cNvPr>
                <p14:cNvContentPartPr/>
                <p14:nvPr/>
              </p14:nvContentPartPr>
              <p14:xfrm>
                <a:off x="2244763" y="1444341"/>
                <a:ext cx="259200" cy="210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0C67B6-9DFB-99BC-6F19-4C92334E06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27123" y="1426341"/>
                  <a:ext cx="2948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98451A5-2DEF-642E-55AD-0C36F741DECB}"/>
                    </a:ext>
                  </a:extLst>
                </p14:cNvPr>
                <p14:cNvContentPartPr/>
                <p14:nvPr/>
              </p14:nvContentPartPr>
              <p14:xfrm>
                <a:off x="2607283" y="1477461"/>
                <a:ext cx="94680" cy="180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98451A5-2DEF-642E-55AD-0C36F741DEC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89643" y="1459821"/>
                  <a:ext cx="1303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21F51F2-D222-0F6C-D171-72D32A5BAF1E}"/>
                    </a:ext>
                  </a:extLst>
                </p14:cNvPr>
                <p14:cNvContentPartPr/>
                <p14:nvPr/>
              </p14:nvContentPartPr>
              <p14:xfrm>
                <a:off x="2672443" y="1388901"/>
                <a:ext cx="48240" cy="37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21F51F2-D222-0F6C-D171-72D32A5BAF1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54443" y="1371261"/>
                  <a:ext cx="83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7C9F38E-C360-CA5C-518C-148CF395FA31}"/>
                    </a:ext>
                  </a:extLst>
                </p14:cNvPr>
                <p14:cNvContentPartPr/>
                <p14:nvPr/>
              </p14:nvContentPartPr>
              <p14:xfrm>
                <a:off x="2762443" y="1550901"/>
                <a:ext cx="801000" cy="182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7C9F38E-C360-CA5C-518C-148CF395FA3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44443" y="1532901"/>
                  <a:ext cx="836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ED68216-B25A-F3A8-9654-DA4DA7C542BB}"/>
                    </a:ext>
                  </a:extLst>
                </p14:cNvPr>
                <p14:cNvContentPartPr/>
                <p14:nvPr/>
              </p14:nvContentPartPr>
              <p14:xfrm>
                <a:off x="3583963" y="1394301"/>
                <a:ext cx="429120" cy="391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ED68216-B25A-F3A8-9654-DA4DA7C542B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66323" y="1376661"/>
                  <a:ext cx="4647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9C9AADD-C540-1289-2619-C9E2630B44BF}"/>
                    </a:ext>
                  </a:extLst>
                </p14:cNvPr>
                <p14:cNvContentPartPr/>
                <p14:nvPr/>
              </p14:nvContentPartPr>
              <p14:xfrm>
                <a:off x="3982483" y="1528221"/>
                <a:ext cx="183960" cy="203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9C9AADD-C540-1289-2619-C9E2630B44B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64843" y="1510581"/>
                  <a:ext cx="219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FF9D03B-D53B-FA75-2D1D-2AA1D1191C56}"/>
                    </a:ext>
                  </a:extLst>
                </p14:cNvPr>
                <p14:cNvContentPartPr/>
                <p14:nvPr/>
              </p14:nvContentPartPr>
              <p14:xfrm>
                <a:off x="4221163" y="1324461"/>
                <a:ext cx="1777680" cy="908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FF9D03B-D53B-FA75-2D1D-2AA1D1191C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03523" y="1306821"/>
                  <a:ext cx="1813320" cy="9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637248C-8D5E-4BDB-9766-505D674D2EDF}"/>
                    </a:ext>
                  </a:extLst>
                </p14:cNvPr>
                <p14:cNvContentPartPr/>
                <p14:nvPr/>
              </p14:nvContentPartPr>
              <p14:xfrm>
                <a:off x="6290803" y="1415541"/>
                <a:ext cx="726120" cy="405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637248C-8D5E-4BDB-9766-505D674D2ED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72803" y="1397901"/>
                  <a:ext cx="7617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DA16857-BEA6-0CC7-E93C-4AEA0D5EB901}"/>
                    </a:ext>
                  </a:extLst>
                </p14:cNvPr>
                <p14:cNvContentPartPr/>
                <p14:nvPr/>
              </p14:nvContentPartPr>
              <p14:xfrm>
                <a:off x="7266403" y="1597341"/>
                <a:ext cx="557280" cy="165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DA16857-BEA6-0CC7-E93C-4AEA0D5EB9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48403" y="1579341"/>
                  <a:ext cx="592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FA2E44-25E5-B1F9-1C80-4B9E10156FEC}"/>
                    </a:ext>
                  </a:extLst>
                </p14:cNvPr>
                <p14:cNvContentPartPr/>
                <p14:nvPr/>
              </p14:nvContentPartPr>
              <p14:xfrm>
                <a:off x="7996843" y="1561341"/>
                <a:ext cx="452160" cy="54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FA2E44-25E5-B1F9-1C80-4B9E10156FE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79203" y="1543341"/>
                  <a:ext cx="48780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6BC90B1-B31A-3DBE-7C51-7B146D6C08CA}"/>
                    </a:ext>
                  </a:extLst>
                </p14:cNvPr>
                <p14:cNvContentPartPr/>
                <p14:nvPr/>
              </p14:nvContentPartPr>
              <p14:xfrm>
                <a:off x="8519923" y="1589781"/>
                <a:ext cx="229680" cy="238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6BC90B1-B31A-3DBE-7C51-7B146D6C08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01923" y="1571781"/>
                  <a:ext cx="265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2A41C30-6AFA-8571-4E62-F578F406FB02}"/>
                    </a:ext>
                  </a:extLst>
                </p14:cNvPr>
                <p14:cNvContentPartPr/>
                <p14:nvPr/>
              </p14:nvContentPartPr>
              <p14:xfrm>
                <a:off x="8887483" y="1596981"/>
                <a:ext cx="272520" cy="191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2A41C30-6AFA-8571-4E62-F578F406FB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69843" y="1578981"/>
                  <a:ext cx="308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138E57-EFE7-999B-9ACA-1D2566870CF1}"/>
                    </a:ext>
                  </a:extLst>
                </p14:cNvPr>
                <p14:cNvContentPartPr/>
                <p14:nvPr/>
              </p14:nvContentPartPr>
              <p14:xfrm>
                <a:off x="9292843" y="1341741"/>
                <a:ext cx="186120" cy="425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138E57-EFE7-999B-9ACA-1D2566870CF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75203" y="1323741"/>
                  <a:ext cx="22176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0B0C87B-FCDF-3710-A924-17A0D4DE505E}"/>
                    </a:ext>
                  </a:extLst>
                </p14:cNvPr>
                <p14:cNvContentPartPr/>
                <p14:nvPr/>
              </p14:nvContentPartPr>
              <p14:xfrm>
                <a:off x="9507043" y="1581141"/>
                <a:ext cx="597240" cy="186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0B0C87B-FCDF-3710-A924-17A0D4DE505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489403" y="1563141"/>
                  <a:ext cx="632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EDC5CCE-6A7B-6288-2938-87312B7C0832}"/>
                    </a:ext>
                  </a:extLst>
                </p14:cNvPr>
                <p14:cNvContentPartPr/>
                <p14:nvPr/>
              </p14:nvContentPartPr>
              <p14:xfrm>
                <a:off x="10182763" y="1578621"/>
                <a:ext cx="171720" cy="204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EDC5CCE-6A7B-6288-2938-87312B7C083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64763" y="1560621"/>
                  <a:ext cx="2073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72AF59F-4948-0510-D2F1-4E9AB776637B}"/>
                    </a:ext>
                  </a:extLst>
                </p14:cNvPr>
                <p14:cNvContentPartPr/>
                <p14:nvPr/>
              </p14:nvContentPartPr>
              <p14:xfrm>
                <a:off x="9444763" y="1404381"/>
                <a:ext cx="276840" cy="12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72AF59F-4948-0510-D2F1-4E9AB776637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27123" y="1386741"/>
                  <a:ext cx="312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4C207E-2186-DB3D-F54C-478A1ABD4CC8}"/>
                    </a:ext>
                  </a:extLst>
                </p14:cNvPr>
                <p14:cNvContentPartPr/>
                <p14:nvPr/>
              </p14:nvContentPartPr>
              <p14:xfrm>
                <a:off x="9577243" y="1582581"/>
                <a:ext cx="5040" cy="1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84C207E-2186-DB3D-F54C-478A1ABD4CC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59243" y="1564581"/>
                  <a:ext cx="40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23B08D7-A011-12A5-95B8-174B6212779B}"/>
                    </a:ext>
                  </a:extLst>
                </p14:cNvPr>
                <p14:cNvContentPartPr/>
                <p14:nvPr/>
              </p14:nvContentPartPr>
              <p14:xfrm>
                <a:off x="9638803" y="1489341"/>
                <a:ext cx="12600" cy="14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23B08D7-A011-12A5-95B8-174B6212779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20803" y="1471341"/>
                  <a:ext cx="482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C13680D-A724-34E5-E602-AB4F1D137A27}"/>
              </a:ext>
            </a:extLst>
          </p:cNvPr>
          <p:cNvGrpSpPr/>
          <p:nvPr/>
        </p:nvGrpSpPr>
        <p:grpSpPr>
          <a:xfrm>
            <a:off x="10695403" y="1403661"/>
            <a:ext cx="1120320" cy="469440"/>
            <a:chOff x="10695403" y="1403661"/>
            <a:chExt cx="112032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5397889-B32B-12F9-CC99-20E6E3131C00}"/>
                    </a:ext>
                  </a:extLst>
                </p14:cNvPr>
                <p14:cNvContentPartPr/>
                <p14:nvPr/>
              </p14:nvContentPartPr>
              <p14:xfrm>
                <a:off x="10848403" y="1403661"/>
                <a:ext cx="967320" cy="469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5397889-B32B-12F9-CC99-20E6E3131C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30403" y="1386021"/>
                  <a:ext cx="100296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9F5CD0A-A6E8-5B4C-99F2-3AD8A687D0C3}"/>
                    </a:ext>
                  </a:extLst>
                </p14:cNvPr>
                <p14:cNvContentPartPr/>
                <p14:nvPr/>
              </p14:nvContentPartPr>
              <p14:xfrm>
                <a:off x="10695403" y="1473141"/>
                <a:ext cx="329760" cy="19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9F5CD0A-A6E8-5B4C-99F2-3AD8A687D0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77403" y="1455141"/>
                  <a:ext cx="3654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5B0070F-C489-3C72-D0CA-E01C6B1A9F34}"/>
              </a:ext>
            </a:extLst>
          </p:cNvPr>
          <p:cNvGrpSpPr/>
          <p:nvPr/>
        </p:nvGrpSpPr>
        <p:grpSpPr>
          <a:xfrm>
            <a:off x="291403" y="2339301"/>
            <a:ext cx="2560680" cy="802080"/>
            <a:chOff x="291403" y="2339301"/>
            <a:chExt cx="2560680" cy="80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3250BA5-7534-A9DA-2B46-C53ABBCC8AE2}"/>
                    </a:ext>
                  </a:extLst>
                </p14:cNvPr>
                <p14:cNvContentPartPr/>
                <p14:nvPr/>
              </p14:nvContentPartPr>
              <p14:xfrm>
                <a:off x="291403" y="2432181"/>
                <a:ext cx="199440" cy="245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3250BA5-7534-A9DA-2B46-C53ABBCC8A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3403" y="2414541"/>
                  <a:ext cx="235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FB6507A-31E7-A440-D1AE-9EAE13527DFC}"/>
                    </a:ext>
                  </a:extLst>
                </p14:cNvPr>
                <p14:cNvContentPartPr/>
                <p14:nvPr/>
              </p14:nvContentPartPr>
              <p14:xfrm>
                <a:off x="371323" y="2457741"/>
                <a:ext cx="649440" cy="683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FB6507A-31E7-A440-D1AE-9EAE13527DF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53683" y="2440101"/>
                  <a:ext cx="68508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2C824AC-F22D-0D11-23C3-3D59DD2791F7}"/>
                    </a:ext>
                  </a:extLst>
                </p14:cNvPr>
                <p14:cNvContentPartPr/>
                <p14:nvPr/>
              </p14:nvContentPartPr>
              <p14:xfrm>
                <a:off x="1105003" y="2339301"/>
                <a:ext cx="95760" cy="367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2C824AC-F22D-0D11-23C3-3D59DD2791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7003" y="2321301"/>
                  <a:ext cx="1314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FE7A871-B2BA-F906-E645-82D85D735B57}"/>
                    </a:ext>
                  </a:extLst>
                </p14:cNvPr>
                <p14:cNvContentPartPr/>
                <p14:nvPr/>
              </p14:nvContentPartPr>
              <p14:xfrm>
                <a:off x="1200763" y="2531901"/>
                <a:ext cx="615960" cy="186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FE7A871-B2BA-F906-E645-82D85D735B5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83123" y="2514261"/>
                  <a:ext cx="651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CD66906-06A7-BE0F-7B0E-6E7C1525B391}"/>
                    </a:ext>
                  </a:extLst>
                </p14:cNvPr>
                <p14:cNvContentPartPr/>
                <p14:nvPr/>
              </p14:nvContentPartPr>
              <p14:xfrm>
                <a:off x="1045243" y="2393301"/>
                <a:ext cx="1577880" cy="386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CD66906-06A7-BE0F-7B0E-6E7C1525B39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7603" y="2375661"/>
                  <a:ext cx="16135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698E85C-6DBA-EB25-99F9-C405180184D6}"/>
                    </a:ext>
                  </a:extLst>
                </p14:cNvPr>
                <p14:cNvContentPartPr/>
                <p14:nvPr/>
              </p14:nvContentPartPr>
              <p14:xfrm>
                <a:off x="2628523" y="2370261"/>
                <a:ext cx="223560" cy="430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698E85C-6DBA-EB25-99F9-C405180184D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10523" y="2352261"/>
                  <a:ext cx="259200" cy="46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098A083-065F-4342-6DAC-3B103FCF9598}"/>
              </a:ext>
            </a:extLst>
          </p:cNvPr>
          <p:cNvGrpSpPr/>
          <p:nvPr/>
        </p:nvGrpSpPr>
        <p:grpSpPr>
          <a:xfrm>
            <a:off x="3445363" y="2473581"/>
            <a:ext cx="3127320" cy="442440"/>
            <a:chOff x="3445363" y="2473581"/>
            <a:chExt cx="312732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0D2CD78-D41A-9A50-4F88-36BBEA89965C}"/>
                    </a:ext>
                  </a:extLst>
                </p14:cNvPr>
                <p14:cNvContentPartPr/>
                <p14:nvPr/>
              </p14:nvContentPartPr>
              <p14:xfrm>
                <a:off x="3445363" y="2473581"/>
                <a:ext cx="1047960" cy="410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0D2CD78-D41A-9A50-4F88-36BBEA89965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27723" y="2455581"/>
                  <a:ext cx="10836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470F32C-D02A-396C-1B3E-F54F374F03B3}"/>
                    </a:ext>
                  </a:extLst>
                </p14:cNvPr>
                <p14:cNvContentPartPr/>
                <p14:nvPr/>
              </p14:nvContentPartPr>
              <p14:xfrm>
                <a:off x="4578643" y="2549901"/>
                <a:ext cx="156960" cy="323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470F32C-D02A-396C-1B3E-F54F374F03B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61003" y="2532261"/>
                  <a:ext cx="1926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36B7B81-2767-44FC-825A-FD226E139B55}"/>
                    </a:ext>
                  </a:extLst>
                </p14:cNvPr>
                <p14:cNvContentPartPr/>
                <p14:nvPr/>
              </p14:nvContentPartPr>
              <p14:xfrm>
                <a:off x="4782763" y="2514261"/>
                <a:ext cx="943560" cy="401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36B7B81-2767-44FC-825A-FD226E139B5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64763" y="2496261"/>
                  <a:ext cx="9792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5B34E5F-37CD-052E-8D08-ECB2EF237FE7}"/>
                    </a:ext>
                  </a:extLst>
                </p14:cNvPr>
                <p14:cNvContentPartPr/>
                <p14:nvPr/>
              </p14:nvContentPartPr>
              <p14:xfrm>
                <a:off x="4699243" y="2493381"/>
                <a:ext cx="1873440" cy="418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5B34E5F-37CD-052E-8D08-ECB2EF237FE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81603" y="2475381"/>
                  <a:ext cx="1909080" cy="45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69B409F-F646-24F9-54C4-6E38865CDDA5}"/>
              </a:ext>
            </a:extLst>
          </p:cNvPr>
          <p:cNvGrpSpPr/>
          <p:nvPr/>
        </p:nvGrpSpPr>
        <p:grpSpPr>
          <a:xfrm>
            <a:off x="117163" y="3479781"/>
            <a:ext cx="3399840" cy="623880"/>
            <a:chOff x="117163" y="3479781"/>
            <a:chExt cx="339984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E987A7-52BD-74A5-760C-BC79E760D0FC}"/>
                    </a:ext>
                  </a:extLst>
                </p14:cNvPr>
                <p14:cNvContentPartPr/>
                <p14:nvPr/>
              </p14:nvContentPartPr>
              <p14:xfrm>
                <a:off x="328123" y="3479781"/>
                <a:ext cx="195840" cy="136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E987A7-52BD-74A5-760C-BC79E760D0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0483" y="3462141"/>
                  <a:ext cx="231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2D713D7-6385-3211-146A-0E0F154F751D}"/>
                    </a:ext>
                  </a:extLst>
                </p14:cNvPr>
                <p14:cNvContentPartPr/>
                <p14:nvPr/>
              </p14:nvContentPartPr>
              <p14:xfrm>
                <a:off x="264043" y="3535221"/>
                <a:ext cx="114840" cy="401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2D713D7-6385-3211-146A-0E0F154F75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46043" y="3517581"/>
                  <a:ext cx="15048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EA2681-9019-D770-D0F5-84C22FBD8BDB}"/>
                    </a:ext>
                  </a:extLst>
                </p14:cNvPr>
                <p14:cNvContentPartPr/>
                <p14:nvPr/>
              </p14:nvContentPartPr>
              <p14:xfrm>
                <a:off x="117163" y="3789741"/>
                <a:ext cx="556200" cy="207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EA2681-9019-D770-D0F5-84C22FBD8BD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523" y="3771741"/>
                  <a:ext cx="591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72D2F9D-EDAD-E305-CCDB-68BAB8811028}"/>
                    </a:ext>
                  </a:extLst>
                </p14:cNvPr>
                <p14:cNvContentPartPr/>
                <p14:nvPr/>
              </p14:nvContentPartPr>
              <p14:xfrm>
                <a:off x="754003" y="3805941"/>
                <a:ext cx="910440" cy="272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72D2F9D-EDAD-E305-CCDB-68BAB88110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6363" y="3787941"/>
                  <a:ext cx="9460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951A2ED-4BCA-D3D6-3EB4-F3EA31DA31D5}"/>
                    </a:ext>
                  </a:extLst>
                </p14:cNvPr>
                <p14:cNvContentPartPr/>
                <p14:nvPr/>
              </p14:nvContentPartPr>
              <p14:xfrm>
                <a:off x="1830403" y="3750861"/>
                <a:ext cx="82080" cy="325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951A2ED-4BCA-D3D6-3EB4-F3EA31DA31D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12403" y="3733221"/>
                  <a:ext cx="1177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CF0ED65-BF4E-EFC5-CC18-E49BADD37F5E}"/>
                    </a:ext>
                  </a:extLst>
                </p14:cNvPr>
                <p14:cNvContentPartPr/>
                <p14:nvPr/>
              </p14:nvContentPartPr>
              <p14:xfrm>
                <a:off x="1959643" y="3646461"/>
                <a:ext cx="446040" cy="439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CF0ED65-BF4E-EFC5-CC18-E49BADD37F5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41643" y="3628461"/>
                  <a:ext cx="48168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B942C81-41D2-3BC4-5AC1-A4E69E50983F}"/>
                    </a:ext>
                  </a:extLst>
                </p14:cNvPr>
                <p14:cNvContentPartPr/>
                <p14:nvPr/>
              </p14:nvContentPartPr>
              <p14:xfrm>
                <a:off x="2400643" y="3678141"/>
                <a:ext cx="1116360" cy="425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B942C81-41D2-3BC4-5AC1-A4E69E50983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82643" y="3660141"/>
                  <a:ext cx="1152000" cy="46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97941D9-0465-7372-5257-29F10F06A425}"/>
                  </a:ext>
                </a:extLst>
              </p14:cNvPr>
              <p14:cNvContentPartPr/>
              <p14:nvPr/>
            </p14:nvContentPartPr>
            <p14:xfrm>
              <a:off x="3991483" y="3935181"/>
              <a:ext cx="423000" cy="1659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97941D9-0465-7372-5257-29F10F06A42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973843" y="3917541"/>
                <a:ext cx="458640" cy="20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F45EB57-6CB0-59D7-E9B9-A1A9432F6035}"/>
              </a:ext>
            </a:extLst>
          </p:cNvPr>
          <p:cNvGrpSpPr/>
          <p:nvPr/>
        </p:nvGrpSpPr>
        <p:grpSpPr>
          <a:xfrm>
            <a:off x="4879243" y="3690741"/>
            <a:ext cx="640440" cy="1004040"/>
            <a:chOff x="4879243" y="3690741"/>
            <a:chExt cx="640440" cy="100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28D7DCD-A4E4-FDF3-D06C-8F935D2351EF}"/>
                    </a:ext>
                  </a:extLst>
                </p14:cNvPr>
                <p14:cNvContentPartPr/>
                <p14:nvPr/>
              </p14:nvContentPartPr>
              <p14:xfrm>
                <a:off x="4879243" y="3711981"/>
                <a:ext cx="327600" cy="348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28D7DCD-A4E4-FDF3-D06C-8F935D2351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61243" y="3694341"/>
                  <a:ext cx="3632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1EB618D-84F8-24D5-5982-83D1F18E441C}"/>
                    </a:ext>
                  </a:extLst>
                </p14:cNvPr>
                <p14:cNvContentPartPr/>
                <p14:nvPr/>
              </p14:nvContentPartPr>
              <p14:xfrm>
                <a:off x="5090203" y="3690741"/>
                <a:ext cx="429480" cy="1004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1EB618D-84F8-24D5-5982-83D1F18E44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072203" y="3673101"/>
                  <a:ext cx="465120" cy="10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32DC7DC-5709-0F40-1AAF-7E065008616A}"/>
              </a:ext>
            </a:extLst>
          </p:cNvPr>
          <p:cNvGrpSpPr/>
          <p:nvPr/>
        </p:nvGrpSpPr>
        <p:grpSpPr>
          <a:xfrm>
            <a:off x="6022963" y="3902061"/>
            <a:ext cx="2412000" cy="445680"/>
            <a:chOff x="6022963" y="3902061"/>
            <a:chExt cx="2412000" cy="4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EEDACEC-7794-FA36-2BC7-FC69B5B6E331}"/>
                    </a:ext>
                  </a:extLst>
                </p14:cNvPr>
                <p14:cNvContentPartPr/>
                <p14:nvPr/>
              </p14:nvContentPartPr>
              <p14:xfrm>
                <a:off x="6022963" y="3902061"/>
                <a:ext cx="795960" cy="363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EEDACEC-7794-FA36-2BC7-FC69B5B6E33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04963" y="3884421"/>
                  <a:ext cx="8316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654E4B9-B5D2-8234-42B7-F1E2030EBB67}"/>
                    </a:ext>
                  </a:extLst>
                </p14:cNvPr>
                <p14:cNvContentPartPr/>
                <p14:nvPr/>
              </p14:nvContentPartPr>
              <p14:xfrm>
                <a:off x="7159483" y="3956421"/>
                <a:ext cx="909000" cy="391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654E4B9-B5D2-8234-42B7-F1E2030EBB6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41483" y="3938781"/>
                  <a:ext cx="94464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1DC56E8-124E-50AF-66F6-9BAADB4CBBF5}"/>
                    </a:ext>
                  </a:extLst>
                </p14:cNvPr>
                <p14:cNvContentPartPr/>
                <p14:nvPr/>
              </p14:nvContentPartPr>
              <p14:xfrm>
                <a:off x="8381323" y="4190781"/>
                <a:ext cx="53640" cy="4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1DC56E8-124E-50AF-66F6-9BAADB4CBBF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63683" y="4172781"/>
                  <a:ext cx="892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00E2BEC-27BE-499F-39B4-009850EB0351}"/>
                  </a:ext>
                </a:extLst>
              </p14:cNvPr>
              <p14:cNvContentPartPr/>
              <p14:nvPr/>
            </p14:nvContentPartPr>
            <p14:xfrm>
              <a:off x="8829163" y="4072341"/>
              <a:ext cx="1267200" cy="3016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00E2BEC-27BE-499F-39B4-009850EB035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811163" y="4054341"/>
                <a:ext cx="1302840" cy="33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D889920-C253-1813-2163-C54BC5C58237}"/>
              </a:ext>
            </a:extLst>
          </p:cNvPr>
          <p:cNvGrpSpPr/>
          <p:nvPr/>
        </p:nvGrpSpPr>
        <p:grpSpPr>
          <a:xfrm>
            <a:off x="10616563" y="3833661"/>
            <a:ext cx="1415160" cy="399960"/>
            <a:chOff x="10616563" y="3833661"/>
            <a:chExt cx="141516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4A9BA27-F366-1D0B-98BB-CE0A521F5A40}"/>
                    </a:ext>
                  </a:extLst>
                </p14:cNvPr>
                <p14:cNvContentPartPr/>
                <p14:nvPr/>
              </p14:nvContentPartPr>
              <p14:xfrm>
                <a:off x="10616563" y="3989181"/>
                <a:ext cx="376560" cy="221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4A9BA27-F366-1D0B-98BB-CE0A521F5A4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598923" y="3971181"/>
                  <a:ext cx="4122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5E4E3C5-F576-B6C5-6450-4E5A516D0CBB}"/>
                    </a:ext>
                  </a:extLst>
                </p14:cNvPr>
                <p14:cNvContentPartPr/>
                <p14:nvPr/>
              </p14:nvContentPartPr>
              <p14:xfrm>
                <a:off x="11110483" y="3993141"/>
                <a:ext cx="707400" cy="228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5E4E3C5-F576-B6C5-6450-4E5A516D0CB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092843" y="3975141"/>
                  <a:ext cx="743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4E44644-D320-D0E2-A764-1B7A9BE57598}"/>
                    </a:ext>
                  </a:extLst>
                </p14:cNvPr>
                <p14:cNvContentPartPr/>
                <p14:nvPr/>
              </p14:nvContentPartPr>
              <p14:xfrm>
                <a:off x="11786923" y="3833661"/>
                <a:ext cx="244800" cy="399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4E44644-D320-D0E2-A764-1B7A9BE5759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768923" y="3816021"/>
                  <a:ext cx="280440" cy="43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7B2D80B-A553-E16E-66A5-DC4867CBAA48}"/>
              </a:ext>
            </a:extLst>
          </p:cNvPr>
          <p:cNvGrpSpPr/>
          <p:nvPr/>
        </p:nvGrpSpPr>
        <p:grpSpPr>
          <a:xfrm>
            <a:off x="106723" y="4458981"/>
            <a:ext cx="1760040" cy="945720"/>
            <a:chOff x="106723" y="4458981"/>
            <a:chExt cx="1760040" cy="94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8575F9A-93BA-FCA0-CB25-2456E9D520F7}"/>
                    </a:ext>
                  </a:extLst>
                </p14:cNvPr>
                <p14:cNvContentPartPr/>
                <p14:nvPr/>
              </p14:nvContentPartPr>
              <p14:xfrm>
                <a:off x="106723" y="4648341"/>
                <a:ext cx="547920" cy="257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8575F9A-93BA-FCA0-CB25-2456E9D520F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083" y="4630701"/>
                  <a:ext cx="5835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B893B79-55CC-364D-B681-F7AB6BB579F2}"/>
                    </a:ext>
                  </a:extLst>
                </p14:cNvPr>
                <p14:cNvContentPartPr/>
                <p14:nvPr/>
              </p14:nvContentPartPr>
              <p14:xfrm>
                <a:off x="748963" y="4498941"/>
                <a:ext cx="494280" cy="409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B893B79-55CC-364D-B681-F7AB6BB579F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31323" y="4481301"/>
                  <a:ext cx="5299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138102D-D81A-8D42-E44A-B9E547A8A00B}"/>
                    </a:ext>
                  </a:extLst>
                </p14:cNvPr>
                <p14:cNvContentPartPr/>
                <p14:nvPr/>
              </p14:nvContentPartPr>
              <p14:xfrm>
                <a:off x="1308763" y="4458981"/>
                <a:ext cx="558000" cy="945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138102D-D81A-8D42-E44A-B9E547A8A00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90763" y="4441341"/>
                  <a:ext cx="593640" cy="9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B05467A-28C0-BDAB-7FBC-2B57BB15A5D0}"/>
                  </a:ext>
                </a:extLst>
              </p14:cNvPr>
              <p14:cNvContentPartPr/>
              <p14:nvPr/>
            </p14:nvContentPartPr>
            <p14:xfrm>
              <a:off x="2828323" y="4570221"/>
              <a:ext cx="627840" cy="3286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B05467A-28C0-BDAB-7FBC-2B57BB15A5D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810683" y="4552221"/>
                <a:ext cx="663480" cy="36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93C12DA-658C-819D-F8AD-3A2AA18213FF}"/>
              </a:ext>
            </a:extLst>
          </p:cNvPr>
          <p:cNvGrpSpPr/>
          <p:nvPr/>
        </p:nvGrpSpPr>
        <p:grpSpPr>
          <a:xfrm>
            <a:off x="4009483" y="4849941"/>
            <a:ext cx="1661760" cy="633960"/>
            <a:chOff x="4009483" y="4849941"/>
            <a:chExt cx="1661760" cy="63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2E59C51-3207-9516-D23D-F22D9B5CEFCE}"/>
                    </a:ext>
                  </a:extLst>
                </p14:cNvPr>
                <p14:cNvContentPartPr/>
                <p14:nvPr/>
              </p14:nvContentPartPr>
              <p14:xfrm>
                <a:off x="4009483" y="4849941"/>
                <a:ext cx="1088640" cy="633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2E59C51-3207-9516-D23D-F22D9B5CEFC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91843" y="4831941"/>
                  <a:ext cx="112428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D6259C-DFA7-A4C1-1EB9-FC3BB8EFA51F}"/>
                    </a:ext>
                  </a:extLst>
                </p14:cNvPr>
                <p14:cNvContentPartPr/>
                <p14:nvPr/>
              </p14:nvContentPartPr>
              <p14:xfrm>
                <a:off x="5246083" y="4900341"/>
                <a:ext cx="425160" cy="202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D6259C-DFA7-A4C1-1EB9-FC3BB8EFA51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28083" y="4882701"/>
                  <a:ext cx="46080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E1B12B2-DFFD-E116-B510-3ACB8FD50E10}"/>
              </a:ext>
            </a:extLst>
          </p:cNvPr>
          <p:cNvGrpSpPr/>
          <p:nvPr/>
        </p:nvGrpSpPr>
        <p:grpSpPr>
          <a:xfrm>
            <a:off x="6381163" y="4672461"/>
            <a:ext cx="3626280" cy="541440"/>
            <a:chOff x="6381163" y="4672461"/>
            <a:chExt cx="3626280" cy="54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EDE3BD8-C9D1-AC77-E17B-AFB0080B24BE}"/>
                    </a:ext>
                  </a:extLst>
                </p14:cNvPr>
                <p14:cNvContentPartPr/>
                <p14:nvPr/>
              </p14:nvContentPartPr>
              <p14:xfrm>
                <a:off x="6381163" y="4672461"/>
                <a:ext cx="1171440" cy="410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EDE3BD8-C9D1-AC77-E17B-AFB0080B24B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63163" y="4654461"/>
                  <a:ext cx="12070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732C69-7353-9F01-44E6-D1877A97513B}"/>
                    </a:ext>
                  </a:extLst>
                </p14:cNvPr>
                <p14:cNvContentPartPr/>
                <p14:nvPr/>
              </p14:nvContentPartPr>
              <p14:xfrm>
                <a:off x="6478003" y="4750221"/>
                <a:ext cx="2325240" cy="463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732C69-7353-9F01-44E6-D1877A97513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60003" y="4732581"/>
                  <a:ext cx="236088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F82B9E6-A791-21F3-28A0-5052662FBAC1}"/>
                    </a:ext>
                  </a:extLst>
                </p14:cNvPr>
                <p14:cNvContentPartPr/>
                <p14:nvPr/>
              </p14:nvContentPartPr>
              <p14:xfrm>
                <a:off x="8659963" y="4730421"/>
                <a:ext cx="1347480" cy="429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F82B9E6-A791-21F3-28A0-5052662FBAC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41963" y="4712781"/>
                  <a:ext cx="1383120" cy="46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4ADD382-E520-1301-2080-B4C098D45440}"/>
                  </a:ext>
                </a:extLst>
              </p14:cNvPr>
              <p14:cNvContentPartPr/>
              <p14:nvPr/>
            </p14:nvContentPartPr>
            <p14:xfrm>
              <a:off x="3633283" y="5958021"/>
              <a:ext cx="360" cy="57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4ADD382-E520-1301-2080-B4C098D4544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615643" y="5940021"/>
                <a:ext cx="360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DBB94ED-3A8B-BF21-A285-53E5378CDD9A}"/>
                  </a:ext>
                </a:extLst>
              </p14:cNvPr>
              <p14:cNvContentPartPr/>
              <p14:nvPr/>
            </p14:nvContentPartPr>
            <p14:xfrm>
              <a:off x="6552163" y="2859501"/>
              <a:ext cx="4320" cy="25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DBB94ED-3A8B-BF21-A285-53E5378CDD9A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534523" y="2841861"/>
                <a:ext cx="3996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7FF1A0D-1731-8454-B99B-87BB7E63A078}"/>
              </a:ext>
            </a:extLst>
          </p:cNvPr>
          <p:cNvGrpSpPr/>
          <p:nvPr/>
        </p:nvGrpSpPr>
        <p:grpSpPr>
          <a:xfrm>
            <a:off x="184123" y="5234781"/>
            <a:ext cx="3075840" cy="651600"/>
            <a:chOff x="184123" y="5234781"/>
            <a:chExt cx="3075840" cy="65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8798F7C-C09A-1A83-35A3-A00D254DC749}"/>
                    </a:ext>
                  </a:extLst>
                </p14:cNvPr>
                <p14:cNvContentPartPr/>
                <p14:nvPr/>
              </p14:nvContentPartPr>
              <p14:xfrm>
                <a:off x="184123" y="5234781"/>
                <a:ext cx="69480" cy="531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8798F7C-C09A-1A83-35A3-A00D254DC74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66483" y="5216781"/>
                  <a:ext cx="10512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3F9EEC0-342B-CB3F-8A62-D0D8DF7553DE}"/>
                    </a:ext>
                  </a:extLst>
                </p14:cNvPr>
                <p14:cNvContentPartPr/>
                <p14:nvPr/>
              </p14:nvContentPartPr>
              <p14:xfrm>
                <a:off x="349003" y="5589381"/>
                <a:ext cx="1097640" cy="269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3F9EEC0-342B-CB3F-8A62-D0D8DF7553D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1363" y="5571741"/>
                  <a:ext cx="11332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3060102-D16C-CDAB-DBB6-26761325657C}"/>
                    </a:ext>
                  </a:extLst>
                </p14:cNvPr>
                <p14:cNvContentPartPr/>
                <p14:nvPr/>
              </p14:nvContentPartPr>
              <p14:xfrm>
                <a:off x="1545283" y="5429541"/>
                <a:ext cx="719640" cy="456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3060102-D16C-CDAB-DBB6-2676132565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527283" y="5411901"/>
                  <a:ext cx="7552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B802D5D-B0F2-06DD-AD43-8886B45F306B}"/>
                    </a:ext>
                  </a:extLst>
                </p14:cNvPr>
                <p14:cNvContentPartPr/>
                <p14:nvPr/>
              </p14:nvContentPartPr>
              <p14:xfrm>
                <a:off x="2331163" y="5404701"/>
                <a:ext cx="649080" cy="481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B802D5D-B0F2-06DD-AD43-8886B45F306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13523" y="5386701"/>
                  <a:ext cx="68472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CAD5213-B073-19E2-6FB6-427912AEC351}"/>
                    </a:ext>
                  </a:extLst>
                </p14:cNvPr>
                <p14:cNvContentPartPr/>
                <p14:nvPr/>
              </p14:nvContentPartPr>
              <p14:xfrm>
                <a:off x="2996803" y="5839581"/>
                <a:ext cx="5760" cy="16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CAD5213-B073-19E2-6FB6-427912AEC35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79163" y="5821581"/>
                  <a:ext cx="41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4162E1F-5312-A52D-782C-591B1414A9BE}"/>
                    </a:ext>
                  </a:extLst>
                </p14:cNvPr>
                <p14:cNvContentPartPr/>
                <p14:nvPr/>
              </p14:nvContentPartPr>
              <p14:xfrm>
                <a:off x="2182843" y="5854341"/>
                <a:ext cx="2520" cy="3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4162E1F-5312-A52D-782C-591B1414A9B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165203" y="5836341"/>
                  <a:ext cx="38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12AFE35-6E75-C831-D91F-6280DD18BBF4}"/>
                    </a:ext>
                  </a:extLst>
                </p14:cNvPr>
                <p14:cNvContentPartPr/>
                <p14:nvPr/>
              </p14:nvContentPartPr>
              <p14:xfrm>
                <a:off x="3209203" y="5831661"/>
                <a:ext cx="1800" cy="4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12AFE35-6E75-C831-D91F-6280DD18BBF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91203" y="5814021"/>
                  <a:ext cx="37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22C1251-CD9D-3502-E53B-C2A8A7244620}"/>
                    </a:ext>
                  </a:extLst>
                </p14:cNvPr>
                <p14:cNvContentPartPr/>
                <p14:nvPr/>
              </p14:nvContentPartPr>
              <p14:xfrm>
                <a:off x="3170323" y="5836341"/>
                <a:ext cx="1800" cy="4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22C1251-CD9D-3502-E53B-C2A8A724462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52683" y="5818701"/>
                  <a:ext cx="37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DE24850-A3D3-19E0-CED8-0ECF06883DB8}"/>
                    </a:ext>
                  </a:extLst>
                </p14:cNvPr>
                <p14:cNvContentPartPr/>
                <p14:nvPr/>
              </p14:nvContentPartPr>
              <p14:xfrm>
                <a:off x="3234763" y="5835621"/>
                <a:ext cx="25200" cy="3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DE24850-A3D3-19E0-CED8-0ECF06883DB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16763" y="5817621"/>
                  <a:ext cx="60840" cy="3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610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35B19E-87D4-6DD4-B82D-AFD238AB0209}"/>
                  </a:ext>
                </a:extLst>
              </p14:cNvPr>
              <p14:cNvContentPartPr/>
              <p14:nvPr/>
            </p14:nvContentPartPr>
            <p14:xfrm>
              <a:off x="218323" y="236181"/>
              <a:ext cx="416880" cy="474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35B19E-87D4-6DD4-B82D-AFD238AB02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323" y="218181"/>
                <a:ext cx="45252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012690-1E60-FC50-6D40-3001B95EB301}"/>
                  </a:ext>
                </a:extLst>
              </p14:cNvPr>
              <p14:cNvContentPartPr/>
              <p14:nvPr/>
            </p14:nvContentPartPr>
            <p14:xfrm>
              <a:off x="426763" y="487461"/>
              <a:ext cx="467280" cy="220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012690-1E60-FC50-6D40-3001B95EB3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763" y="469821"/>
                <a:ext cx="50292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788A7D-1A1E-3202-5125-65E0D861CBD8}"/>
                  </a:ext>
                </a:extLst>
              </p14:cNvPr>
              <p14:cNvContentPartPr/>
              <p14:nvPr/>
            </p14:nvContentPartPr>
            <p14:xfrm>
              <a:off x="845803" y="477381"/>
              <a:ext cx="323640" cy="684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788A7D-1A1E-3202-5125-65E0D861CB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163" y="459381"/>
                <a:ext cx="35928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482E1D-7DDF-9784-65D7-1C25CF4598D2}"/>
                  </a:ext>
                </a:extLst>
              </p14:cNvPr>
              <p14:cNvContentPartPr/>
              <p14:nvPr/>
            </p14:nvContentPartPr>
            <p14:xfrm>
              <a:off x="1276723" y="505461"/>
              <a:ext cx="371160" cy="202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482E1D-7DDF-9784-65D7-1C25CF4598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9083" y="487461"/>
                <a:ext cx="4068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9646B9-0E65-59E5-FE4C-A9E4BA20B80B}"/>
                  </a:ext>
                </a:extLst>
              </p14:cNvPr>
              <p14:cNvContentPartPr/>
              <p14:nvPr/>
            </p14:nvContentPartPr>
            <p14:xfrm>
              <a:off x="1758043" y="318261"/>
              <a:ext cx="1038600" cy="443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9646B9-0E65-59E5-FE4C-A9E4BA20B8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0043" y="300621"/>
                <a:ext cx="107424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9F9D7CB-77AB-98B7-1B9C-0AD7819CBFD5}"/>
                  </a:ext>
                </a:extLst>
              </p14:cNvPr>
              <p14:cNvContentPartPr/>
              <p14:nvPr/>
            </p14:nvContentPartPr>
            <p14:xfrm>
              <a:off x="2792683" y="300981"/>
              <a:ext cx="322920" cy="457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9F9D7CB-77AB-98B7-1B9C-0AD7819CBF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74683" y="282981"/>
                <a:ext cx="35856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B653570-AE6E-B5A5-B601-BC66757C002E}"/>
                  </a:ext>
                </a:extLst>
              </p14:cNvPr>
              <p14:cNvContentPartPr/>
              <p14:nvPr/>
            </p14:nvContentPartPr>
            <p14:xfrm>
              <a:off x="2445643" y="426261"/>
              <a:ext cx="230400" cy="27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B653570-AE6E-B5A5-B601-BC66757C00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27643" y="408621"/>
                <a:ext cx="26604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DD06190-2039-B2C8-E7D9-8BBEDE207FF1}"/>
              </a:ext>
            </a:extLst>
          </p:cNvPr>
          <p:cNvGrpSpPr/>
          <p:nvPr/>
        </p:nvGrpSpPr>
        <p:grpSpPr>
          <a:xfrm>
            <a:off x="3600163" y="266061"/>
            <a:ext cx="1762920" cy="504720"/>
            <a:chOff x="3600163" y="266061"/>
            <a:chExt cx="1762920" cy="5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8A14F6-F884-F257-E3FA-D84BEE80152A}"/>
                    </a:ext>
                  </a:extLst>
                </p14:cNvPr>
                <p14:cNvContentPartPr/>
                <p14:nvPr/>
              </p14:nvContentPartPr>
              <p14:xfrm>
                <a:off x="3600163" y="286221"/>
                <a:ext cx="509400" cy="427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08A14F6-F884-F257-E3FA-D84BEE8015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82163" y="268221"/>
                  <a:ext cx="5450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BDC501-6ECC-178D-9953-21435570EB32}"/>
                    </a:ext>
                  </a:extLst>
                </p14:cNvPr>
                <p14:cNvContentPartPr/>
                <p14:nvPr/>
              </p14:nvContentPartPr>
              <p14:xfrm>
                <a:off x="4108843" y="266061"/>
                <a:ext cx="870120" cy="504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BDC501-6ECC-178D-9953-21435570EB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0843" y="248061"/>
                  <a:ext cx="90576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FE42930-C9BD-1233-8524-D861D2ED75AE}"/>
                    </a:ext>
                  </a:extLst>
                </p14:cNvPr>
                <p14:cNvContentPartPr/>
                <p14:nvPr/>
              </p14:nvContentPartPr>
              <p14:xfrm>
                <a:off x="5104963" y="573501"/>
                <a:ext cx="258120" cy="166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FE42930-C9BD-1233-8524-D861D2ED75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86963" y="555861"/>
                  <a:ext cx="293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9AA9EE-BE63-10A6-B77C-6BE5E9EDBA25}"/>
                    </a:ext>
                  </a:extLst>
                </p14:cNvPr>
                <p14:cNvContentPartPr/>
                <p14:nvPr/>
              </p14:nvContentPartPr>
              <p14:xfrm>
                <a:off x="5019283" y="320781"/>
                <a:ext cx="82080" cy="41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9AA9EE-BE63-10A6-B77C-6BE5E9EDBA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01643" y="303141"/>
                  <a:ext cx="117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80852FA-B168-5381-4CE3-FEBDB6450C47}"/>
                    </a:ext>
                  </a:extLst>
                </p14:cNvPr>
                <p14:cNvContentPartPr/>
                <p14:nvPr/>
              </p14:nvContentPartPr>
              <p14:xfrm>
                <a:off x="4052323" y="319341"/>
                <a:ext cx="242640" cy="9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80852FA-B168-5381-4CE3-FEBDB6450C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34683" y="301701"/>
                  <a:ext cx="2782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A45B1A7-87FF-CCD9-9072-A39784F473D0}"/>
                  </a:ext>
                </a:extLst>
              </p14:cNvPr>
              <p14:cNvContentPartPr/>
              <p14:nvPr/>
            </p14:nvContentPartPr>
            <p14:xfrm>
              <a:off x="5948803" y="574941"/>
              <a:ext cx="1080" cy="4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A45B1A7-87FF-CCD9-9072-A39784F473D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31163" y="557301"/>
                <a:ext cx="367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06CD179-2619-6906-54A3-4FB5496565CB}"/>
                  </a:ext>
                </a:extLst>
              </p14:cNvPr>
              <p14:cNvContentPartPr/>
              <p14:nvPr/>
            </p14:nvContentPartPr>
            <p14:xfrm>
              <a:off x="99883" y="967701"/>
              <a:ext cx="5558400" cy="93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06CD179-2619-6906-54A3-4FB5496565C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883" y="949701"/>
                <a:ext cx="559404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AE9DF2D-3747-97E8-4EEA-546CA15064C9}"/>
              </a:ext>
            </a:extLst>
          </p:cNvPr>
          <p:cNvGrpSpPr/>
          <p:nvPr/>
        </p:nvGrpSpPr>
        <p:grpSpPr>
          <a:xfrm>
            <a:off x="433963" y="1272621"/>
            <a:ext cx="889200" cy="496800"/>
            <a:chOff x="433963" y="1272621"/>
            <a:chExt cx="889200" cy="49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75C584-C5FB-6171-9FBE-F86D85D91447}"/>
                    </a:ext>
                  </a:extLst>
                </p14:cNvPr>
                <p14:cNvContentPartPr/>
                <p14:nvPr/>
              </p14:nvContentPartPr>
              <p14:xfrm>
                <a:off x="433963" y="1272621"/>
                <a:ext cx="265320" cy="448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75C584-C5FB-6171-9FBE-F86D85D914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6323" y="1254981"/>
                  <a:ext cx="3009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FB34AC-24A2-4CC2-6B07-6C63752CA898}"/>
                    </a:ext>
                  </a:extLst>
                </p14:cNvPr>
                <p14:cNvContentPartPr/>
                <p14:nvPr/>
              </p14:nvContentPartPr>
              <p14:xfrm>
                <a:off x="777043" y="1519581"/>
                <a:ext cx="182880" cy="222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FB34AC-24A2-4CC2-6B07-6C63752CA8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9043" y="1501941"/>
                  <a:ext cx="218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5FED62-81E4-83D0-1EA2-5DFC2FC74E45}"/>
                    </a:ext>
                  </a:extLst>
                </p14:cNvPr>
                <p14:cNvContentPartPr/>
                <p14:nvPr/>
              </p14:nvContentPartPr>
              <p14:xfrm>
                <a:off x="1076563" y="1404021"/>
                <a:ext cx="94680" cy="365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5FED62-81E4-83D0-1EA2-5DFC2FC74E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8923" y="1386381"/>
                  <a:ext cx="1303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AC31AF-1EC4-B4DA-7ACB-ED6C9B1A7CC4}"/>
                    </a:ext>
                  </a:extLst>
                </p14:cNvPr>
                <p14:cNvContentPartPr/>
                <p14:nvPr/>
              </p14:nvContentPartPr>
              <p14:xfrm>
                <a:off x="1015003" y="1449021"/>
                <a:ext cx="308160" cy="47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AC31AF-1EC4-B4DA-7ACB-ED6C9B1A7C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7363" y="1431381"/>
                  <a:ext cx="3438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25769BB-A89F-F7C9-34C3-DB58B91F77F9}"/>
              </a:ext>
            </a:extLst>
          </p:cNvPr>
          <p:cNvGrpSpPr/>
          <p:nvPr/>
        </p:nvGrpSpPr>
        <p:grpSpPr>
          <a:xfrm>
            <a:off x="2141083" y="1401141"/>
            <a:ext cx="3936960" cy="457920"/>
            <a:chOff x="2141083" y="1401141"/>
            <a:chExt cx="393696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6BEA6D-F198-6801-DFCD-008FD8919EA2}"/>
                    </a:ext>
                  </a:extLst>
                </p14:cNvPr>
                <p14:cNvContentPartPr/>
                <p14:nvPr/>
              </p14:nvContentPartPr>
              <p14:xfrm>
                <a:off x="2141083" y="1521741"/>
                <a:ext cx="411840" cy="182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6BEA6D-F198-6801-DFCD-008FD8919E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23083" y="1504101"/>
                  <a:ext cx="447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188397-EC93-05C8-4373-851DFF79FAD0}"/>
                    </a:ext>
                  </a:extLst>
                </p14:cNvPr>
                <p14:cNvContentPartPr/>
                <p14:nvPr/>
              </p14:nvContentPartPr>
              <p14:xfrm>
                <a:off x="2897803" y="1535061"/>
                <a:ext cx="259200" cy="201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188397-EC93-05C8-4373-851DFF79FA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79803" y="1517421"/>
                  <a:ext cx="294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99FAA7D-832A-92D5-8288-6C1E8C59B750}"/>
                    </a:ext>
                  </a:extLst>
                </p14:cNvPr>
                <p14:cNvContentPartPr/>
                <p14:nvPr/>
              </p14:nvContentPartPr>
              <p14:xfrm>
                <a:off x="3228643" y="1595901"/>
                <a:ext cx="30960" cy="184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99FAA7D-832A-92D5-8288-6C1E8C59B75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10643" y="1578261"/>
                  <a:ext cx="666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333FDD-AE48-3922-3668-AFF11B0A779D}"/>
                    </a:ext>
                  </a:extLst>
                </p14:cNvPr>
                <p14:cNvContentPartPr/>
                <p14:nvPr/>
              </p14:nvContentPartPr>
              <p14:xfrm>
                <a:off x="3275803" y="1467021"/>
                <a:ext cx="46080" cy="40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333FDD-AE48-3922-3668-AFF11B0A77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57803" y="1449381"/>
                  <a:ext cx="81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2804E99-DCB9-95A3-2914-208299DCA88F}"/>
                    </a:ext>
                  </a:extLst>
                </p14:cNvPr>
                <p14:cNvContentPartPr/>
                <p14:nvPr/>
              </p14:nvContentPartPr>
              <p14:xfrm>
                <a:off x="3332683" y="1606701"/>
                <a:ext cx="322200" cy="162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2804E99-DCB9-95A3-2914-208299DCA8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15043" y="1588701"/>
                  <a:ext cx="357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38314B-5061-A9D8-C3F5-8197A75687CE}"/>
                    </a:ext>
                  </a:extLst>
                </p14:cNvPr>
                <p14:cNvContentPartPr/>
                <p14:nvPr/>
              </p14:nvContentPartPr>
              <p14:xfrm>
                <a:off x="3729403" y="1621101"/>
                <a:ext cx="228960" cy="180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38314B-5061-A9D8-C3F5-8197A75687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11763" y="1603461"/>
                  <a:ext cx="264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063C2A-8042-6BAD-0E3E-E8A9D4FD0C93}"/>
                    </a:ext>
                  </a:extLst>
                </p14:cNvPr>
                <p14:cNvContentPartPr/>
                <p14:nvPr/>
              </p14:nvContentPartPr>
              <p14:xfrm>
                <a:off x="4097683" y="1401141"/>
                <a:ext cx="134640" cy="457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063C2A-8042-6BAD-0E3E-E8A9D4FD0C9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80043" y="1383501"/>
                  <a:ext cx="1702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100A4F-7ECB-B552-4FB5-3534B8ABE69E}"/>
                    </a:ext>
                  </a:extLst>
                </p14:cNvPr>
                <p14:cNvContentPartPr/>
                <p14:nvPr/>
              </p14:nvContentPartPr>
              <p14:xfrm>
                <a:off x="4323043" y="1507341"/>
                <a:ext cx="84960" cy="317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100A4F-7ECB-B552-4FB5-3534B8ABE6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05403" y="1489701"/>
                  <a:ext cx="1206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4B43E8-9F30-36A2-78D6-409E9D013C5F}"/>
                    </a:ext>
                  </a:extLst>
                </p14:cNvPr>
                <p14:cNvContentPartPr/>
                <p14:nvPr/>
              </p14:nvContentPartPr>
              <p14:xfrm>
                <a:off x="4245283" y="1584021"/>
                <a:ext cx="196920" cy="48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4B43E8-9F30-36A2-78D6-409E9D013C5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27283" y="1566381"/>
                  <a:ext cx="232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05F74E1-60F6-3A93-8A42-5EDB0EC711DE}"/>
                    </a:ext>
                  </a:extLst>
                </p14:cNvPr>
                <p14:cNvContentPartPr/>
                <p14:nvPr/>
              </p14:nvContentPartPr>
              <p14:xfrm>
                <a:off x="4539403" y="1626501"/>
                <a:ext cx="183600" cy="174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05F74E1-60F6-3A93-8A42-5EDB0EC711D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21403" y="1608861"/>
                  <a:ext cx="219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DE1382-C74E-DC3B-E370-331019555BED}"/>
                    </a:ext>
                  </a:extLst>
                </p14:cNvPr>
                <p14:cNvContentPartPr/>
                <p14:nvPr/>
              </p14:nvContentPartPr>
              <p14:xfrm>
                <a:off x="4800403" y="1645941"/>
                <a:ext cx="443160" cy="165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DE1382-C74E-DC3B-E370-331019555B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82763" y="1628301"/>
                  <a:ext cx="4788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2DE5538-0415-4A85-5A27-4011CFB320F3}"/>
                    </a:ext>
                  </a:extLst>
                </p14:cNvPr>
                <p14:cNvContentPartPr/>
                <p14:nvPr/>
              </p14:nvContentPartPr>
              <p14:xfrm>
                <a:off x="5319163" y="1634421"/>
                <a:ext cx="487080" cy="205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2DE5538-0415-4A85-5A27-4011CFB320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01523" y="1616781"/>
                  <a:ext cx="522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89FA24-CCFE-6201-F599-CBB955140C3B}"/>
                    </a:ext>
                  </a:extLst>
                </p14:cNvPr>
                <p14:cNvContentPartPr/>
                <p14:nvPr/>
              </p14:nvContentPartPr>
              <p14:xfrm>
                <a:off x="5903083" y="1612101"/>
                <a:ext cx="174960" cy="177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89FA24-CCFE-6201-F599-CBB955140C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85083" y="1594101"/>
                  <a:ext cx="21060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2182869-F293-6E86-9C0C-FD5A18D66493}"/>
                  </a:ext>
                </a:extLst>
              </p14:cNvPr>
              <p14:cNvContentPartPr/>
              <p14:nvPr/>
            </p14:nvContentPartPr>
            <p14:xfrm>
              <a:off x="6422923" y="1614621"/>
              <a:ext cx="365040" cy="2206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2182869-F293-6E86-9C0C-FD5A18D6649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405283" y="1596981"/>
                <a:ext cx="4006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10ED995-A84D-BE72-C9DF-9152207CE5D9}"/>
                  </a:ext>
                </a:extLst>
              </p14:cNvPr>
              <p14:cNvContentPartPr/>
              <p14:nvPr/>
            </p14:nvContentPartPr>
            <p14:xfrm>
              <a:off x="6677803" y="1596981"/>
              <a:ext cx="232560" cy="533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10ED995-A84D-BE72-C9DF-9152207CE5D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59803" y="1578981"/>
                <a:ext cx="26820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B627205-F7DB-E541-EEA6-3386EAD70B0C}"/>
                  </a:ext>
                </a:extLst>
              </p14:cNvPr>
              <p14:cNvContentPartPr/>
              <p14:nvPr/>
            </p14:nvContentPartPr>
            <p14:xfrm>
              <a:off x="6993523" y="1621461"/>
              <a:ext cx="214560" cy="1886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B627205-F7DB-E541-EEA6-3386EAD70B0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75883" y="1603461"/>
                <a:ext cx="2502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294D751-84FA-8A55-1EE7-91E8CF493957}"/>
                  </a:ext>
                </a:extLst>
              </p14:cNvPr>
              <p14:cNvContentPartPr/>
              <p14:nvPr/>
            </p14:nvContentPartPr>
            <p14:xfrm>
              <a:off x="7281163" y="1614261"/>
              <a:ext cx="114840" cy="1897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294D751-84FA-8A55-1EE7-91E8CF49395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263523" y="1596621"/>
                <a:ext cx="15048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D133B8C-9C55-4E03-7533-4C521A1FB158}"/>
              </a:ext>
            </a:extLst>
          </p:cNvPr>
          <p:cNvGrpSpPr/>
          <p:nvPr/>
        </p:nvGrpSpPr>
        <p:grpSpPr>
          <a:xfrm>
            <a:off x="7922323" y="1560261"/>
            <a:ext cx="367200" cy="213480"/>
            <a:chOff x="7922323" y="1560261"/>
            <a:chExt cx="36720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E803F9-4C4F-1182-2F8D-833C103120C0}"/>
                    </a:ext>
                  </a:extLst>
                </p14:cNvPr>
                <p14:cNvContentPartPr/>
                <p14:nvPr/>
              </p14:nvContentPartPr>
              <p14:xfrm>
                <a:off x="7922323" y="1560261"/>
                <a:ext cx="48240" cy="207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E803F9-4C4F-1182-2F8D-833C103120C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04323" y="1542261"/>
                  <a:ext cx="838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8A5211-DBAD-4695-A999-A4D9CFAD8F59}"/>
                    </a:ext>
                  </a:extLst>
                </p14:cNvPr>
                <p14:cNvContentPartPr/>
                <p14:nvPr/>
              </p14:nvContentPartPr>
              <p14:xfrm>
                <a:off x="8077483" y="1584021"/>
                <a:ext cx="212040" cy="18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8A5211-DBAD-4695-A999-A4D9CFAD8F5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59483" y="1566381"/>
                  <a:ext cx="24768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A8236F8-9C56-C70C-3022-99BC5A63B6DC}"/>
                  </a:ext>
                </a:extLst>
              </p14:cNvPr>
              <p14:cNvContentPartPr/>
              <p14:nvPr/>
            </p14:nvContentPartPr>
            <p14:xfrm>
              <a:off x="8009803" y="1362621"/>
              <a:ext cx="94680" cy="151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A8236F8-9C56-C70C-3022-99BC5A63B6D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91803" y="1344621"/>
                <a:ext cx="1303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B240683-391B-43FD-2C5F-E14803036681}"/>
                  </a:ext>
                </a:extLst>
              </p14:cNvPr>
              <p14:cNvContentPartPr/>
              <p14:nvPr/>
            </p14:nvContentPartPr>
            <p14:xfrm>
              <a:off x="8947243" y="1656381"/>
              <a:ext cx="395640" cy="180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B240683-391B-43FD-2C5F-E1480303668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929243" y="1638381"/>
                <a:ext cx="431280" cy="21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B30248A5-3EE1-CF5E-8B54-36C5E3D1B21D}"/>
              </a:ext>
            </a:extLst>
          </p:cNvPr>
          <p:cNvGrpSpPr/>
          <p:nvPr/>
        </p:nvGrpSpPr>
        <p:grpSpPr>
          <a:xfrm>
            <a:off x="9742843" y="1387101"/>
            <a:ext cx="2338920" cy="460080"/>
            <a:chOff x="9742843" y="1387101"/>
            <a:chExt cx="233892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04909BA-2251-6B46-197A-DAE13EB509DB}"/>
                    </a:ext>
                  </a:extLst>
                </p14:cNvPr>
                <p14:cNvContentPartPr/>
                <p14:nvPr/>
              </p14:nvContentPartPr>
              <p14:xfrm>
                <a:off x="9742843" y="1635141"/>
                <a:ext cx="217800" cy="210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04909BA-2251-6B46-197A-DAE13EB509D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25203" y="1617501"/>
                  <a:ext cx="253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102254-0981-2192-7923-ED4701E052D6}"/>
                    </a:ext>
                  </a:extLst>
                </p14:cNvPr>
                <p14:cNvContentPartPr/>
                <p14:nvPr/>
              </p14:nvContentPartPr>
              <p14:xfrm>
                <a:off x="10062883" y="1677981"/>
                <a:ext cx="181440" cy="139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102254-0981-2192-7923-ED4701E052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45243" y="1660341"/>
                  <a:ext cx="217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B1F198-8C3B-5F4C-E518-1607584E129F}"/>
                    </a:ext>
                  </a:extLst>
                </p14:cNvPr>
                <p14:cNvContentPartPr/>
                <p14:nvPr/>
              </p14:nvContentPartPr>
              <p14:xfrm>
                <a:off x="10340803" y="1387101"/>
                <a:ext cx="264960" cy="460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B1F198-8C3B-5F4C-E518-1607584E129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23163" y="1369101"/>
                  <a:ext cx="3006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52989D5-8D12-8253-858B-3B87862D270A}"/>
                    </a:ext>
                  </a:extLst>
                </p14:cNvPr>
                <p14:cNvContentPartPr/>
                <p14:nvPr/>
              </p14:nvContentPartPr>
              <p14:xfrm>
                <a:off x="10655803" y="1680861"/>
                <a:ext cx="212760" cy="156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52989D5-8D12-8253-858B-3B87862D270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37803" y="1663221"/>
                  <a:ext cx="248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BA39294-0DE7-55FE-AF1F-F6A3DA1CF253}"/>
                    </a:ext>
                  </a:extLst>
                </p14:cNvPr>
                <p14:cNvContentPartPr/>
                <p14:nvPr/>
              </p14:nvContentPartPr>
              <p14:xfrm>
                <a:off x="10970083" y="1630461"/>
                <a:ext cx="140400" cy="173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BA39294-0DE7-55FE-AF1F-F6A3DA1CF25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52443" y="1612461"/>
                  <a:ext cx="176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9F33B0-DF51-A04D-3B4C-CD0D03D4E12C}"/>
                    </a:ext>
                  </a:extLst>
                </p14:cNvPr>
                <p14:cNvContentPartPr/>
                <p14:nvPr/>
              </p14:nvContentPartPr>
              <p14:xfrm>
                <a:off x="11209123" y="1580061"/>
                <a:ext cx="872640" cy="240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9F33B0-DF51-A04D-3B4C-CD0D03D4E12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91123" y="1562061"/>
                  <a:ext cx="90828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01C417F-2849-6828-4D53-7C0E7FA15476}"/>
              </a:ext>
            </a:extLst>
          </p:cNvPr>
          <p:cNvGrpSpPr/>
          <p:nvPr/>
        </p:nvGrpSpPr>
        <p:grpSpPr>
          <a:xfrm>
            <a:off x="1476883" y="2342901"/>
            <a:ext cx="6091560" cy="528840"/>
            <a:chOff x="1476883" y="2342901"/>
            <a:chExt cx="609156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9EB629C-AF66-A345-5C5A-B12B4F360947}"/>
                    </a:ext>
                  </a:extLst>
                </p14:cNvPr>
                <p14:cNvContentPartPr/>
                <p14:nvPr/>
              </p14:nvContentPartPr>
              <p14:xfrm>
                <a:off x="1476883" y="2342901"/>
                <a:ext cx="189000" cy="272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9EB629C-AF66-A345-5C5A-B12B4F3609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59243" y="2324901"/>
                  <a:ext cx="2246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5D90175-96A2-821F-1EDF-19F033925145}"/>
                    </a:ext>
                  </a:extLst>
                </p14:cNvPr>
                <p14:cNvContentPartPr/>
                <p14:nvPr/>
              </p14:nvContentPartPr>
              <p14:xfrm>
                <a:off x="1730323" y="2512461"/>
                <a:ext cx="50400" cy="160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5D90175-96A2-821F-1EDF-19F03392514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12323" y="2494821"/>
                  <a:ext cx="86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5BCF1A-4842-F910-D864-E0FDBF3B62C8}"/>
                    </a:ext>
                  </a:extLst>
                </p14:cNvPr>
                <p14:cNvContentPartPr/>
                <p14:nvPr/>
              </p14:nvContentPartPr>
              <p14:xfrm>
                <a:off x="1854523" y="2550621"/>
                <a:ext cx="28800" cy="164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5BCF1A-4842-F910-D864-E0FDBF3B62C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36883" y="2532621"/>
                  <a:ext cx="64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141FED-1C73-B0E0-1521-0AFA7F246D34}"/>
                    </a:ext>
                  </a:extLst>
                </p14:cNvPr>
                <p14:cNvContentPartPr/>
                <p14:nvPr/>
              </p14:nvContentPartPr>
              <p14:xfrm>
                <a:off x="1979443" y="2434341"/>
                <a:ext cx="243360" cy="192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141FED-1C73-B0E0-1521-0AFA7F246D3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61443" y="2416701"/>
                  <a:ext cx="2790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772D93E-E347-8790-B440-A94E6AD0CAEF}"/>
                    </a:ext>
                  </a:extLst>
                </p14:cNvPr>
                <p14:cNvContentPartPr/>
                <p14:nvPr/>
              </p14:nvContentPartPr>
              <p14:xfrm>
                <a:off x="2261323" y="2549901"/>
                <a:ext cx="532800" cy="271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772D93E-E347-8790-B440-A94E6AD0CA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43683" y="2531901"/>
                  <a:ext cx="5684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E7C28CC-8E13-EAB0-6D07-F3EA916ED375}"/>
                    </a:ext>
                  </a:extLst>
                </p14:cNvPr>
                <p14:cNvContentPartPr/>
                <p14:nvPr/>
              </p14:nvContentPartPr>
              <p14:xfrm>
                <a:off x="2663083" y="2442261"/>
                <a:ext cx="424800" cy="311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E7C28CC-8E13-EAB0-6D07-F3EA916ED37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45443" y="2424261"/>
                  <a:ext cx="4604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53F61D0-DFFE-C000-F272-F81C39634097}"/>
                    </a:ext>
                  </a:extLst>
                </p14:cNvPr>
                <p14:cNvContentPartPr/>
                <p14:nvPr/>
              </p14:nvContentPartPr>
              <p14:xfrm>
                <a:off x="3130363" y="2621541"/>
                <a:ext cx="292320" cy="227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53F61D0-DFFE-C000-F272-F81C396340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12363" y="2603541"/>
                  <a:ext cx="3279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EDC6A8E-8A82-7374-B002-58952C8B3C5D}"/>
                    </a:ext>
                  </a:extLst>
                </p14:cNvPr>
                <p14:cNvContentPartPr/>
                <p14:nvPr/>
              </p14:nvContentPartPr>
              <p14:xfrm>
                <a:off x="3656683" y="2485821"/>
                <a:ext cx="498240" cy="271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EDC6A8E-8A82-7374-B002-58952C8B3C5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8683" y="2468181"/>
                  <a:ext cx="5338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6ACC4AA-14BC-6D9C-D54B-61017A866211}"/>
                    </a:ext>
                  </a:extLst>
                </p14:cNvPr>
                <p14:cNvContentPartPr/>
                <p14:nvPr/>
              </p14:nvContentPartPr>
              <p14:xfrm>
                <a:off x="4381363" y="2489781"/>
                <a:ext cx="558000" cy="232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6ACC4AA-14BC-6D9C-D54B-61017A86621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63723" y="2471781"/>
                  <a:ext cx="593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6A35455-5F3B-5662-7EFF-288A2FF8F99A}"/>
                    </a:ext>
                  </a:extLst>
                </p14:cNvPr>
                <p14:cNvContentPartPr/>
                <p14:nvPr/>
              </p14:nvContentPartPr>
              <p14:xfrm>
                <a:off x="5039803" y="2653581"/>
                <a:ext cx="39240" cy="170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6A35455-5F3B-5662-7EFF-288A2FF8F9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22163" y="2635581"/>
                  <a:ext cx="74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25F444B-E9B8-4AB4-CEBD-6C43B27C60F6}"/>
                    </a:ext>
                  </a:extLst>
                </p14:cNvPr>
                <p14:cNvContentPartPr/>
                <p14:nvPr/>
              </p14:nvContentPartPr>
              <p14:xfrm>
                <a:off x="5187763" y="2651421"/>
                <a:ext cx="186480" cy="220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25F444B-E9B8-4AB4-CEBD-6C43B27C60F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69763" y="2633781"/>
                  <a:ext cx="2221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8BF50D-7B48-928F-419B-9C088D242F43}"/>
                    </a:ext>
                  </a:extLst>
                </p14:cNvPr>
                <p14:cNvContentPartPr/>
                <p14:nvPr/>
              </p14:nvContentPartPr>
              <p14:xfrm>
                <a:off x="5482603" y="2544501"/>
                <a:ext cx="241200" cy="183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8BF50D-7B48-928F-419B-9C088D242F4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64963" y="2526501"/>
                  <a:ext cx="276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85B5F74-CFDC-5D1C-3728-BD4806022FF2}"/>
                    </a:ext>
                  </a:extLst>
                </p14:cNvPr>
                <p14:cNvContentPartPr/>
                <p14:nvPr/>
              </p14:nvContentPartPr>
              <p14:xfrm>
                <a:off x="5742163" y="2626581"/>
                <a:ext cx="578160" cy="239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85B5F74-CFDC-5D1C-3728-BD4806022FF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24523" y="2608581"/>
                  <a:ext cx="613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6708AC-2A3E-509C-24A4-620C5FFC87B0}"/>
                    </a:ext>
                  </a:extLst>
                </p14:cNvPr>
                <p14:cNvContentPartPr/>
                <p14:nvPr/>
              </p14:nvContentPartPr>
              <p14:xfrm>
                <a:off x="6253003" y="2548821"/>
                <a:ext cx="1315440" cy="231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6708AC-2A3E-509C-24A4-620C5FFC87B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35363" y="2531181"/>
                  <a:ext cx="135108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B72770B-AA65-90DB-7F52-4950371346FC}"/>
              </a:ext>
            </a:extLst>
          </p:cNvPr>
          <p:cNvGrpSpPr/>
          <p:nvPr/>
        </p:nvGrpSpPr>
        <p:grpSpPr>
          <a:xfrm>
            <a:off x="8113483" y="2497341"/>
            <a:ext cx="1989000" cy="383040"/>
            <a:chOff x="8113483" y="2497341"/>
            <a:chExt cx="198900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ACD307D-1BF1-43CB-398B-09EF099DA050}"/>
                    </a:ext>
                  </a:extLst>
                </p14:cNvPr>
                <p14:cNvContentPartPr/>
                <p14:nvPr/>
              </p14:nvContentPartPr>
              <p14:xfrm>
                <a:off x="8113483" y="2497341"/>
                <a:ext cx="457200" cy="331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ACD307D-1BF1-43CB-398B-09EF099DA05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5483" y="2479341"/>
                  <a:ext cx="4928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6532C3-941B-A584-8945-239E909A6731}"/>
                    </a:ext>
                  </a:extLst>
                </p14:cNvPr>
                <p14:cNvContentPartPr/>
                <p14:nvPr/>
              </p14:nvContentPartPr>
              <p14:xfrm>
                <a:off x="8627563" y="2551341"/>
                <a:ext cx="756360" cy="329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6532C3-941B-A584-8945-239E909A673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609923" y="2533341"/>
                  <a:ext cx="79200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32D976-6D6E-D010-34B7-6FB757F15413}"/>
                    </a:ext>
                  </a:extLst>
                </p14:cNvPr>
                <p14:cNvContentPartPr/>
                <p14:nvPr/>
              </p14:nvContentPartPr>
              <p14:xfrm>
                <a:off x="9500563" y="2626221"/>
                <a:ext cx="21492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32D976-6D6E-D010-34B7-6FB757F154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82563" y="2608581"/>
                  <a:ext cx="250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4FE0B1C-CEAA-E2E7-2194-ABCCD0000B9C}"/>
                    </a:ext>
                  </a:extLst>
                </p14:cNvPr>
                <p14:cNvContentPartPr/>
                <p14:nvPr/>
              </p14:nvContentPartPr>
              <p14:xfrm>
                <a:off x="9910963" y="2535861"/>
                <a:ext cx="191520" cy="95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4FE0B1C-CEAA-E2E7-2194-ABCCD0000B9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892963" y="2517861"/>
                  <a:ext cx="22716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93C624E-1408-EC70-6E81-5FC11970F591}"/>
                  </a:ext>
                </a:extLst>
              </p14:cNvPr>
              <p14:cNvContentPartPr/>
              <p14:nvPr/>
            </p14:nvContentPartPr>
            <p14:xfrm>
              <a:off x="10458883" y="2276301"/>
              <a:ext cx="369000" cy="5720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93C624E-1408-EC70-6E81-5FC11970F59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440883" y="2258301"/>
                <a:ext cx="404640" cy="60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204487B-9C46-E9A2-D776-475BCF41673F}"/>
              </a:ext>
            </a:extLst>
          </p:cNvPr>
          <p:cNvGrpSpPr/>
          <p:nvPr/>
        </p:nvGrpSpPr>
        <p:grpSpPr>
          <a:xfrm>
            <a:off x="1362403" y="3198621"/>
            <a:ext cx="4789080" cy="424800"/>
            <a:chOff x="1362403" y="3198621"/>
            <a:chExt cx="478908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1AFFF42-6093-51DC-C57D-9C37AE5D7974}"/>
                    </a:ext>
                  </a:extLst>
                </p14:cNvPr>
                <p14:cNvContentPartPr/>
                <p14:nvPr/>
              </p14:nvContentPartPr>
              <p14:xfrm>
                <a:off x="1362403" y="3198621"/>
                <a:ext cx="172800" cy="205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1AFFF42-6093-51DC-C57D-9C37AE5D797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44763" y="3180621"/>
                  <a:ext cx="2084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D89A020-9B6E-9DF7-657B-5A107A98E8EB}"/>
                    </a:ext>
                  </a:extLst>
                </p14:cNvPr>
                <p14:cNvContentPartPr/>
                <p14:nvPr/>
              </p14:nvContentPartPr>
              <p14:xfrm>
                <a:off x="1569763" y="3295821"/>
                <a:ext cx="153720" cy="193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D89A020-9B6E-9DF7-657B-5A107A98E8E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51763" y="3278181"/>
                  <a:ext cx="189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05868D7-B646-89B7-8ACD-FDA2A9821350}"/>
                    </a:ext>
                  </a:extLst>
                </p14:cNvPr>
                <p14:cNvContentPartPr/>
                <p14:nvPr/>
              </p14:nvContentPartPr>
              <p14:xfrm>
                <a:off x="1819243" y="3258381"/>
                <a:ext cx="388080" cy="265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05868D7-B646-89B7-8ACD-FDA2A982135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01603" y="3240381"/>
                  <a:ext cx="4237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226E141-059E-0CFE-C584-9217AAFCA247}"/>
                    </a:ext>
                  </a:extLst>
                </p14:cNvPr>
                <p14:cNvContentPartPr/>
                <p14:nvPr/>
              </p14:nvContentPartPr>
              <p14:xfrm>
                <a:off x="2331163" y="3275301"/>
                <a:ext cx="455400" cy="285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226E141-059E-0CFE-C584-9217AAFCA24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313523" y="3257661"/>
                  <a:ext cx="4910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0FE3F11-28F8-E480-EC70-09638AD21FF2}"/>
                    </a:ext>
                  </a:extLst>
                </p14:cNvPr>
                <p14:cNvContentPartPr/>
                <p14:nvPr/>
              </p14:nvContentPartPr>
              <p14:xfrm>
                <a:off x="2975563" y="3330741"/>
                <a:ext cx="544320" cy="292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0FE3F11-28F8-E480-EC70-09638AD21FF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57563" y="3313101"/>
                  <a:ext cx="5799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7AB91CA-5DCB-7C93-AC24-0E747A4E3381}"/>
                    </a:ext>
                  </a:extLst>
                </p14:cNvPr>
                <p14:cNvContentPartPr/>
                <p14:nvPr/>
              </p14:nvContentPartPr>
              <p14:xfrm>
                <a:off x="3762883" y="3348021"/>
                <a:ext cx="484200" cy="245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7AB91CA-5DCB-7C93-AC24-0E747A4E338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44883" y="3330021"/>
                  <a:ext cx="5198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5A6575-0939-977D-32AF-27435F3B7C7C}"/>
                    </a:ext>
                  </a:extLst>
                </p14:cNvPr>
                <p14:cNvContentPartPr/>
                <p14:nvPr/>
              </p14:nvContentPartPr>
              <p14:xfrm>
                <a:off x="4453723" y="3365301"/>
                <a:ext cx="1697760" cy="235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5A6575-0939-977D-32AF-27435F3B7C7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35723" y="3347301"/>
                  <a:ext cx="173340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CC85C23-8595-ACF0-B218-633AF763E209}"/>
              </a:ext>
            </a:extLst>
          </p:cNvPr>
          <p:cNvGrpSpPr/>
          <p:nvPr/>
        </p:nvGrpSpPr>
        <p:grpSpPr>
          <a:xfrm>
            <a:off x="6650443" y="3373581"/>
            <a:ext cx="3068640" cy="345240"/>
            <a:chOff x="6650443" y="3373581"/>
            <a:chExt cx="306864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E241897-7291-2D01-DE57-A27F18A746ED}"/>
                    </a:ext>
                  </a:extLst>
                </p14:cNvPr>
                <p14:cNvContentPartPr/>
                <p14:nvPr/>
              </p14:nvContentPartPr>
              <p14:xfrm>
                <a:off x="6650443" y="3373581"/>
                <a:ext cx="1569960" cy="227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E241897-7291-2D01-DE57-A27F18A746E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32803" y="3355941"/>
                  <a:ext cx="16056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053FFA-6DB2-15F1-34A6-1B9015816C50}"/>
                    </a:ext>
                  </a:extLst>
                </p14:cNvPr>
                <p14:cNvContentPartPr/>
                <p14:nvPr/>
              </p14:nvContentPartPr>
              <p14:xfrm>
                <a:off x="8294203" y="3401301"/>
                <a:ext cx="533160" cy="317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053FFA-6DB2-15F1-34A6-1B9015816C5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76203" y="3383301"/>
                  <a:ext cx="5688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F42C133-621F-8B87-3B96-E4BEE1A76649}"/>
                    </a:ext>
                  </a:extLst>
                </p14:cNvPr>
                <p14:cNvContentPartPr/>
                <p14:nvPr/>
              </p14:nvContentPartPr>
              <p14:xfrm>
                <a:off x="8881723" y="3459981"/>
                <a:ext cx="837360" cy="254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F42C133-621F-8B87-3B96-E4BEE1A7664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863723" y="3441981"/>
                  <a:ext cx="873000" cy="29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3606863-AD05-FB31-2729-C04E3AA5A626}"/>
                  </a:ext>
                </a:extLst>
              </p14:cNvPr>
              <p14:cNvContentPartPr/>
              <p14:nvPr/>
            </p14:nvContentPartPr>
            <p14:xfrm>
              <a:off x="9972883" y="3236781"/>
              <a:ext cx="1031760" cy="5270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3606863-AD05-FB31-2729-C04E3AA5A62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954883" y="3218781"/>
                <a:ext cx="1067400" cy="56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F8AB6EC-3665-E74B-8F0E-804D31EB7D76}"/>
              </a:ext>
            </a:extLst>
          </p:cNvPr>
          <p:cNvGrpSpPr/>
          <p:nvPr/>
        </p:nvGrpSpPr>
        <p:grpSpPr>
          <a:xfrm>
            <a:off x="1128403" y="3880821"/>
            <a:ext cx="787680" cy="1425600"/>
            <a:chOff x="1128403" y="3880821"/>
            <a:chExt cx="787680" cy="142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9DA5BED-9D83-F960-B962-54A4716F47ED}"/>
                    </a:ext>
                  </a:extLst>
                </p14:cNvPr>
                <p14:cNvContentPartPr/>
                <p14:nvPr/>
              </p14:nvContentPartPr>
              <p14:xfrm>
                <a:off x="1517563" y="3880821"/>
                <a:ext cx="111240" cy="351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9DA5BED-9D83-F960-B962-54A4716F47E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99923" y="3863181"/>
                  <a:ext cx="1468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F7B96C-E9F0-24BB-9B22-0CB5D1994425}"/>
                    </a:ext>
                  </a:extLst>
                </p14:cNvPr>
                <p14:cNvContentPartPr/>
                <p14:nvPr/>
              </p14:nvContentPartPr>
              <p14:xfrm>
                <a:off x="1128403" y="4339461"/>
                <a:ext cx="388080" cy="824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F7B96C-E9F0-24BB-9B22-0CB5D199442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10403" y="4321461"/>
                  <a:ext cx="42372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65401E7-3005-3D7C-C1EB-C5E538E651F3}"/>
                    </a:ext>
                  </a:extLst>
                </p14:cNvPr>
                <p14:cNvContentPartPr/>
                <p14:nvPr/>
              </p14:nvContentPartPr>
              <p14:xfrm>
                <a:off x="1468243" y="5088621"/>
                <a:ext cx="447840" cy="217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65401E7-3005-3D7C-C1EB-C5E538E651F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450603" y="5070981"/>
                  <a:ext cx="48348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EAC1D88-5147-5D77-3F68-23BC59AF87C1}"/>
                  </a:ext>
                </a:extLst>
              </p14:cNvPr>
              <p14:cNvContentPartPr/>
              <p14:nvPr/>
            </p14:nvContentPartPr>
            <p14:xfrm>
              <a:off x="1843003" y="4902141"/>
              <a:ext cx="280440" cy="2253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EAC1D88-5147-5D77-3F68-23BC59AF87C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825363" y="4884141"/>
                <a:ext cx="316080" cy="26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14E73FC-D3A9-9D50-5D79-2B69DE483A24}"/>
              </a:ext>
            </a:extLst>
          </p:cNvPr>
          <p:cNvGrpSpPr/>
          <p:nvPr/>
        </p:nvGrpSpPr>
        <p:grpSpPr>
          <a:xfrm>
            <a:off x="2374003" y="4822941"/>
            <a:ext cx="2415960" cy="448920"/>
            <a:chOff x="2374003" y="4822941"/>
            <a:chExt cx="241596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F38DE1E-3F56-8A07-D285-F94D2CF02981}"/>
                    </a:ext>
                  </a:extLst>
                </p14:cNvPr>
                <p14:cNvContentPartPr/>
                <p14:nvPr/>
              </p14:nvContentPartPr>
              <p14:xfrm>
                <a:off x="2374003" y="4822941"/>
                <a:ext cx="524880" cy="281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F38DE1E-3F56-8A07-D285-F94D2CF0298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56363" y="4804941"/>
                  <a:ext cx="560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E162C78-0215-04D7-002E-645BFA1DB319}"/>
                    </a:ext>
                  </a:extLst>
                </p14:cNvPr>
                <p14:cNvContentPartPr/>
                <p14:nvPr/>
              </p14:nvContentPartPr>
              <p14:xfrm>
                <a:off x="3002923" y="5005821"/>
                <a:ext cx="288360" cy="218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E162C78-0215-04D7-002E-645BFA1DB31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85283" y="4987821"/>
                  <a:ext cx="324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C93BE52-64D0-CF6E-F5B7-D1063CD17216}"/>
                    </a:ext>
                  </a:extLst>
                </p14:cNvPr>
                <p14:cNvContentPartPr/>
                <p14:nvPr/>
              </p14:nvContentPartPr>
              <p14:xfrm>
                <a:off x="3408643" y="5061621"/>
                <a:ext cx="70200" cy="186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C93BE52-64D0-CF6E-F5B7-D1063CD1721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90643" y="5043621"/>
                  <a:ext cx="105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D735DE4-A02A-202E-610C-37825A0F6AF9}"/>
                    </a:ext>
                  </a:extLst>
                </p14:cNvPr>
                <p14:cNvContentPartPr/>
                <p14:nvPr/>
              </p14:nvContentPartPr>
              <p14:xfrm>
                <a:off x="3397843" y="5235141"/>
                <a:ext cx="227520" cy="36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D735DE4-A02A-202E-610C-37825A0F6AF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80203" y="5217501"/>
                  <a:ext cx="263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2E2487C-B34A-E121-2A39-3146E0C2FC34}"/>
                    </a:ext>
                  </a:extLst>
                </p14:cNvPr>
                <p14:cNvContentPartPr/>
                <p14:nvPr/>
              </p14:nvContentPartPr>
              <p14:xfrm>
                <a:off x="3806803" y="4846341"/>
                <a:ext cx="983160" cy="333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2E2487C-B34A-E121-2A39-3146E0C2FC3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789163" y="4828701"/>
                  <a:ext cx="1018800" cy="36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E6CE397-2580-1EF8-917E-480350B4D85C}"/>
                  </a:ext>
                </a:extLst>
              </p14:cNvPr>
              <p14:cNvContentPartPr/>
              <p14:nvPr/>
            </p14:nvContentPartPr>
            <p14:xfrm>
              <a:off x="5265163" y="4966581"/>
              <a:ext cx="2014560" cy="403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E6CE397-2580-1EF8-917E-480350B4D85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247523" y="4948941"/>
                <a:ext cx="2050200" cy="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AC2A067-A4F9-17C8-85DB-1E2A1EBCB319}"/>
              </a:ext>
            </a:extLst>
          </p:cNvPr>
          <p:cNvGrpSpPr/>
          <p:nvPr/>
        </p:nvGrpSpPr>
        <p:grpSpPr>
          <a:xfrm>
            <a:off x="7815403" y="4774701"/>
            <a:ext cx="1765080" cy="447120"/>
            <a:chOff x="7815403" y="4774701"/>
            <a:chExt cx="176508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5EE1252-1950-59D8-60B2-82A56F3DC29C}"/>
                    </a:ext>
                  </a:extLst>
                </p14:cNvPr>
                <p14:cNvContentPartPr/>
                <p14:nvPr/>
              </p14:nvContentPartPr>
              <p14:xfrm>
                <a:off x="7815403" y="4774701"/>
                <a:ext cx="723240" cy="344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5EE1252-1950-59D8-60B2-82A56F3DC29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797763" y="4756701"/>
                  <a:ext cx="7588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6BE2B3-C996-3835-90BC-60F2F4576C24}"/>
                    </a:ext>
                  </a:extLst>
                </p14:cNvPr>
                <p14:cNvContentPartPr/>
                <p14:nvPr/>
              </p14:nvContentPartPr>
              <p14:xfrm>
                <a:off x="8526403" y="4989261"/>
                <a:ext cx="118440" cy="177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6BE2B3-C996-3835-90BC-60F2F4576C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08403" y="4971261"/>
                  <a:ext cx="154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6A8816E-D476-7270-9278-5A6F4975456F}"/>
                    </a:ext>
                  </a:extLst>
                </p14:cNvPr>
                <p14:cNvContentPartPr/>
                <p14:nvPr/>
              </p14:nvContentPartPr>
              <p14:xfrm>
                <a:off x="8689123" y="5006901"/>
                <a:ext cx="182880" cy="183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6A8816E-D476-7270-9278-5A6F4975456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71123" y="4988901"/>
                  <a:ext cx="218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A2C378E-8866-9DCE-78CF-3012494CDF57}"/>
                    </a:ext>
                  </a:extLst>
                </p14:cNvPr>
                <p14:cNvContentPartPr/>
                <p14:nvPr/>
              </p14:nvContentPartPr>
              <p14:xfrm>
                <a:off x="9020323" y="4840221"/>
                <a:ext cx="560160" cy="381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A2C378E-8866-9DCE-78CF-3012494CDF5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02323" y="4822581"/>
                  <a:ext cx="595800" cy="41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F0B82E3-6779-7BF7-49A3-9E6FB7ADAF0D}"/>
                  </a:ext>
                </a:extLst>
              </p14:cNvPr>
              <p14:cNvContentPartPr/>
              <p14:nvPr/>
            </p14:nvContentPartPr>
            <p14:xfrm>
              <a:off x="10057843" y="4741221"/>
              <a:ext cx="1185480" cy="477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F0B82E3-6779-7BF7-49A3-9E6FB7ADAF0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040203" y="4723221"/>
                <a:ext cx="1221120" cy="51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1046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611F2A9-6165-77E8-62AA-34A00C77A754}"/>
              </a:ext>
            </a:extLst>
          </p:cNvPr>
          <p:cNvGrpSpPr/>
          <p:nvPr/>
        </p:nvGrpSpPr>
        <p:grpSpPr>
          <a:xfrm>
            <a:off x="376363" y="257781"/>
            <a:ext cx="1529640" cy="942480"/>
            <a:chOff x="376363" y="257781"/>
            <a:chExt cx="1529640" cy="94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BC7DA2-FE9D-DF29-B327-7D08C5E9188E}"/>
                    </a:ext>
                  </a:extLst>
                </p14:cNvPr>
                <p14:cNvContentPartPr/>
                <p14:nvPr/>
              </p14:nvContentPartPr>
              <p14:xfrm>
                <a:off x="757603" y="400701"/>
                <a:ext cx="178920" cy="423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BC7DA2-FE9D-DF29-B327-7D08C5E918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9963" y="382701"/>
                  <a:ext cx="2145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257550-2310-60E4-2CAB-AFDAAF50DD12}"/>
                    </a:ext>
                  </a:extLst>
                </p14:cNvPr>
                <p14:cNvContentPartPr/>
                <p14:nvPr/>
              </p14:nvContentPartPr>
              <p14:xfrm>
                <a:off x="859483" y="407901"/>
                <a:ext cx="137880" cy="421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257550-2310-60E4-2CAB-AFDAAF50DD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1483" y="389901"/>
                  <a:ext cx="1735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88956E-74F6-9C9C-FDC6-300441989B88}"/>
                    </a:ext>
                  </a:extLst>
                </p14:cNvPr>
                <p14:cNvContentPartPr/>
                <p14:nvPr/>
              </p14:nvContentPartPr>
              <p14:xfrm>
                <a:off x="815923" y="642261"/>
                <a:ext cx="207000" cy="48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88956E-74F6-9C9C-FDC6-300441989B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8283" y="624621"/>
                  <a:ext cx="242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B8206E-45A3-5B55-336C-4AB5D578A784}"/>
                    </a:ext>
                  </a:extLst>
                </p14:cNvPr>
                <p14:cNvContentPartPr/>
                <p14:nvPr/>
              </p14:nvContentPartPr>
              <p14:xfrm>
                <a:off x="1218043" y="498621"/>
                <a:ext cx="52200" cy="284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B8206E-45A3-5B55-336C-4AB5D578A7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00043" y="480981"/>
                  <a:ext cx="878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32C95A5-62CF-1715-0835-A13543252BB2}"/>
                    </a:ext>
                  </a:extLst>
                </p14:cNvPr>
                <p14:cNvContentPartPr/>
                <p14:nvPr/>
              </p14:nvContentPartPr>
              <p14:xfrm>
                <a:off x="1276003" y="457941"/>
                <a:ext cx="205560" cy="414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32C95A5-62CF-1715-0835-A13543252B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58363" y="440301"/>
                  <a:ext cx="2412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DE04AA-E134-1D3C-A319-313EA1AA2623}"/>
                    </a:ext>
                  </a:extLst>
                </p14:cNvPr>
                <p14:cNvContentPartPr/>
                <p14:nvPr/>
              </p14:nvContentPartPr>
              <p14:xfrm>
                <a:off x="1630603" y="313941"/>
                <a:ext cx="275400" cy="632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DE04AA-E134-1D3C-A319-313EA1AA26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12963" y="296301"/>
                  <a:ext cx="31104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BADED0-F7A8-7D29-ADD6-2B0D19362415}"/>
                    </a:ext>
                  </a:extLst>
                </p14:cNvPr>
                <p14:cNvContentPartPr/>
                <p14:nvPr/>
              </p14:nvContentPartPr>
              <p14:xfrm>
                <a:off x="376363" y="257781"/>
                <a:ext cx="308520" cy="942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BADED0-F7A8-7D29-ADD6-2B0D193624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8723" y="239781"/>
                  <a:ext cx="344160" cy="9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4CB0D0-3726-A9A0-C54C-5FE2911BB71B}"/>
              </a:ext>
            </a:extLst>
          </p:cNvPr>
          <p:cNvGrpSpPr/>
          <p:nvPr/>
        </p:nvGrpSpPr>
        <p:grpSpPr>
          <a:xfrm>
            <a:off x="2278603" y="701301"/>
            <a:ext cx="182160" cy="125280"/>
            <a:chOff x="2278603" y="701301"/>
            <a:chExt cx="182160" cy="1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8264F6B-B268-0478-FDEB-C37544A95955}"/>
                    </a:ext>
                  </a:extLst>
                </p14:cNvPr>
                <p14:cNvContentPartPr/>
                <p14:nvPr/>
              </p14:nvContentPartPr>
              <p14:xfrm>
                <a:off x="2322523" y="701301"/>
                <a:ext cx="112320" cy="27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8264F6B-B268-0478-FDEB-C37544A959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04883" y="683301"/>
                  <a:ext cx="1479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BB4AB3-08A1-6BAC-F333-8208499393AE}"/>
                    </a:ext>
                  </a:extLst>
                </p14:cNvPr>
                <p14:cNvContentPartPr/>
                <p14:nvPr/>
              </p14:nvContentPartPr>
              <p14:xfrm>
                <a:off x="2278603" y="784101"/>
                <a:ext cx="182160" cy="42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BB4AB3-08A1-6BAC-F333-8208499393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60603" y="766461"/>
                  <a:ext cx="21780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CC3383D-42EC-943D-01BE-D172EC0ACAA3}"/>
              </a:ext>
            </a:extLst>
          </p:cNvPr>
          <p:cNvGrpSpPr/>
          <p:nvPr/>
        </p:nvGrpSpPr>
        <p:grpSpPr>
          <a:xfrm>
            <a:off x="2825803" y="234021"/>
            <a:ext cx="1865160" cy="957600"/>
            <a:chOff x="2825803" y="234021"/>
            <a:chExt cx="1865160" cy="95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D46B14-C215-C17E-A406-02E27756B64C}"/>
                    </a:ext>
                  </a:extLst>
                </p14:cNvPr>
                <p14:cNvContentPartPr/>
                <p14:nvPr/>
              </p14:nvContentPartPr>
              <p14:xfrm>
                <a:off x="3285163" y="592941"/>
                <a:ext cx="114120" cy="303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D46B14-C215-C17E-A406-02E27756B6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7523" y="574941"/>
                  <a:ext cx="149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D325C3B-5D62-4177-4883-F8E01CE0F6D1}"/>
                    </a:ext>
                  </a:extLst>
                </p14:cNvPr>
                <p14:cNvContentPartPr/>
                <p14:nvPr/>
              </p14:nvContentPartPr>
              <p14:xfrm>
                <a:off x="3315763" y="448941"/>
                <a:ext cx="232200" cy="410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D325C3B-5D62-4177-4883-F8E01CE0F6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98123" y="431301"/>
                  <a:ext cx="2678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8429AC-F639-F173-F71C-27039461B74F}"/>
                    </a:ext>
                  </a:extLst>
                </p14:cNvPr>
                <p14:cNvContentPartPr/>
                <p14:nvPr/>
              </p14:nvContentPartPr>
              <p14:xfrm>
                <a:off x="3302803" y="713541"/>
                <a:ext cx="237960" cy="46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8429AC-F639-F173-F71C-27039461B7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84803" y="695901"/>
                  <a:ext cx="273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809256-5407-594D-687E-96EC618487DC}"/>
                    </a:ext>
                  </a:extLst>
                </p14:cNvPr>
                <p14:cNvContentPartPr/>
                <p14:nvPr/>
              </p14:nvContentPartPr>
              <p14:xfrm>
                <a:off x="3833083" y="494301"/>
                <a:ext cx="21240" cy="40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809256-5407-594D-687E-96EC618487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15443" y="476301"/>
                  <a:ext cx="568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736F89-D505-A7F8-F41C-95FA4AB46573}"/>
                    </a:ext>
                  </a:extLst>
                </p14:cNvPr>
                <p14:cNvContentPartPr/>
                <p14:nvPr/>
              </p14:nvContentPartPr>
              <p14:xfrm>
                <a:off x="3774763" y="771141"/>
                <a:ext cx="10080" cy="48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736F89-D505-A7F8-F41C-95FA4AB465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57123" y="753141"/>
                  <a:ext cx="457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67DB5EA-1C03-03B9-D369-C51DF9CF3FDD}"/>
                    </a:ext>
                  </a:extLst>
                </p14:cNvPr>
                <p14:cNvContentPartPr/>
                <p14:nvPr/>
              </p14:nvContentPartPr>
              <p14:xfrm>
                <a:off x="4051963" y="516981"/>
                <a:ext cx="93600" cy="398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67DB5EA-1C03-03B9-D369-C51DF9CF3FD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34323" y="499341"/>
                  <a:ext cx="1292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B2ECCB-A654-3F09-B60F-315BE0BB6948}"/>
                    </a:ext>
                  </a:extLst>
                </p14:cNvPr>
                <p14:cNvContentPartPr/>
                <p14:nvPr/>
              </p14:nvContentPartPr>
              <p14:xfrm>
                <a:off x="4054123" y="487101"/>
                <a:ext cx="232200" cy="460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B2ECCB-A654-3F09-B60F-315BE0BB694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6483" y="469101"/>
                  <a:ext cx="2678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CE182E-3882-6652-0DC8-0BA12EEE1CED}"/>
                    </a:ext>
                  </a:extLst>
                </p14:cNvPr>
                <p14:cNvContentPartPr/>
                <p14:nvPr/>
              </p14:nvContentPartPr>
              <p14:xfrm>
                <a:off x="3988963" y="291621"/>
                <a:ext cx="702000" cy="900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CE182E-3882-6652-0DC8-0BA12EEE1C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70963" y="273621"/>
                  <a:ext cx="737640" cy="9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98DDCDC-4CD8-8E4F-238B-E565877005AE}"/>
                    </a:ext>
                  </a:extLst>
                </p14:cNvPr>
                <p14:cNvContentPartPr/>
                <p14:nvPr/>
              </p14:nvContentPartPr>
              <p14:xfrm>
                <a:off x="2825803" y="234021"/>
                <a:ext cx="457200" cy="816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98DDCDC-4CD8-8E4F-238B-E565877005A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07803" y="216021"/>
                  <a:ext cx="492840" cy="85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BD9D66A-A410-B648-2D82-2FB965D09298}"/>
              </a:ext>
            </a:extLst>
          </p:cNvPr>
          <p:cNvGrpSpPr/>
          <p:nvPr/>
        </p:nvGrpSpPr>
        <p:grpSpPr>
          <a:xfrm>
            <a:off x="228043" y="1395021"/>
            <a:ext cx="2107800" cy="420840"/>
            <a:chOff x="228043" y="1395021"/>
            <a:chExt cx="210780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112BFE-E03C-4556-3843-D0F3603C64AA}"/>
                    </a:ext>
                  </a:extLst>
                </p14:cNvPr>
                <p14:cNvContentPartPr/>
                <p14:nvPr/>
              </p14:nvContentPartPr>
              <p14:xfrm>
                <a:off x="228043" y="1452621"/>
                <a:ext cx="287640" cy="52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112BFE-E03C-4556-3843-D0F3603C64A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0043" y="1434621"/>
                  <a:ext cx="323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02171DE-FD71-58CA-381A-54E6207F596A}"/>
                    </a:ext>
                  </a:extLst>
                </p14:cNvPr>
                <p14:cNvContentPartPr/>
                <p14:nvPr/>
              </p14:nvContentPartPr>
              <p14:xfrm>
                <a:off x="267283" y="1479261"/>
                <a:ext cx="121680" cy="302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02171DE-FD71-58CA-381A-54E6207F59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9643" y="1461621"/>
                  <a:ext cx="1573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CAB4C3-4276-0FA3-4427-A1B4B7DA8BAA}"/>
                    </a:ext>
                  </a:extLst>
                </p14:cNvPr>
                <p14:cNvContentPartPr/>
                <p14:nvPr/>
              </p14:nvContentPartPr>
              <p14:xfrm>
                <a:off x="367003" y="1501581"/>
                <a:ext cx="348120" cy="314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CAB4C3-4276-0FA3-4427-A1B4B7DA8BA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9003" y="1483941"/>
                  <a:ext cx="3837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2E0D4F-8268-2FFB-F339-4750A9582B9C}"/>
                    </a:ext>
                  </a:extLst>
                </p14:cNvPr>
                <p14:cNvContentPartPr/>
                <p14:nvPr/>
              </p14:nvContentPartPr>
              <p14:xfrm>
                <a:off x="949123" y="1586901"/>
                <a:ext cx="383760" cy="140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2E0D4F-8268-2FFB-F339-4750A9582B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1483" y="1569261"/>
                  <a:ext cx="419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9F2831-6732-A7B0-347A-7861865086E8}"/>
                    </a:ext>
                  </a:extLst>
                </p14:cNvPr>
                <p14:cNvContentPartPr/>
                <p14:nvPr/>
              </p14:nvContentPartPr>
              <p14:xfrm>
                <a:off x="1387603" y="1395021"/>
                <a:ext cx="676440" cy="418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9F2831-6732-A7B0-347A-7861865086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69603" y="1377381"/>
                  <a:ext cx="7120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6A9B34-A219-2E86-6A14-A3FCD26EB276}"/>
                    </a:ext>
                  </a:extLst>
                </p14:cNvPr>
                <p14:cNvContentPartPr/>
                <p14:nvPr/>
              </p14:nvContentPartPr>
              <p14:xfrm>
                <a:off x="2154403" y="1648101"/>
                <a:ext cx="181440" cy="158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6A9B34-A219-2E86-6A14-A3FCD26EB27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36403" y="1630101"/>
                  <a:ext cx="217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E7BAB24-9C57-57A0-7028-755CAC9A19F9}"/>
                    </a:ext>
                  </a:extLst>
                </p14:cNvPr>
                <p14:cNvContentPartPr/>
                <p14:nvPr/>
              </p14:nvContentPartPr>
              <p14:xfrm>
                <a:off x="2060803" y="1438221"/>
                <a:ext cx="82800" cy="36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E7BAB24-9C57-57A0-7028-755CAC9A19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43163" y="1420581"/>
                  <a:ext cx="118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A02F05-8895-2AEF-7898-0D27BD91F552}"/>
                    </a:ext>
                  </a:extLst>
                </p14:cNvPr>
                <p14:cNvContentPartPr/>
                <p14:nvPr/>
              </p14:nvContentPartPr>
              <p14:xfrm>
                <a:off x="1615123" y="1447941"/>
                <a:ext cx="220320" cy="10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A02F05-8895-2AEF-7898-0D27BD91F55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97483" y="1429941"/>
                  <a:ext cx="25596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74F8783-6BAA-6E9C-8AD0-73F00214DBF9}"/>
                  </a:ext>
                </a:extLst>
              </p14:cNvPr>
              <p14:cNvContentPartPr/>
              <p14:nvPr/>
            </p14:nvContentPartPr>
            <p14:xfrm>
              <a:off x="2648323" y="1506621"/>
              <a:ext cx="461880" cy="729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74F8783-6BAA-6E9C-8AD0-73F00214DBF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30683" y="1488981"/>
                <a:ext cx="497520" cy="76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CCCF46E2-C6C8-CD29-747B-3D8CFF0897BE}"/>
              </a:ext>
            </a:extLst>
          </p:cNvPr>
          <p:cNvGrpSpPr/>
          <p:nvPr/>
        </p:nvGrpSpPr>
        <p:grpSpPr>
          <a:xfrm>
            <a:off x="3730123" y="1380261"/>
            <a:ext cx="2663640" cy="837000"/>
            <a:chOff x="3730123" y="1380261"/>
            <a:chExt cx="266364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3D82CB-F83D-F347-67FF-6EE3F99B9CFA}"/>
                    </a:ext>
                  </a:extLst>
                </p14:cNvPr>
                <p14:cNvContentPartPr/>
                <p14:nvPr/>
              </p14:nvContentPartPr>
              <p14:xfrm>
                <a:off x="3730123" y="1641261"/>
                <a:ext cx="189000" cy="220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3D82CB-F83D-F347-67FF-6EE3F99B9C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2483" y="1623621"/>
                  <a:ext cx="224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9847F6-82F3-7153-144C-B3B4D7E18A92}"/>
                    </a:ext>
                  </a:extLst>
                </p14:cNvPr>
                <p14:cNvContentPartPr/>
                <p14:nvPr/>
              </p14:nvContentPartPr>
              <p14:xfrm>
                <a:off x="4001203" y="1658541"/>
                <a:ext cx="172440" cy="165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9847F6-82F3-7153-144C-B3B4D7E18A9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83563" y="1640541"/>
                  <a:ext cx="208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C23CFF1-527E-ABA1-45D8-551940D65BF0}"/>
                    </a:ext>
                  </a:extLst>
                </p14:cNvPr>
                <p14:cNvContentPartPr/>
                <p14:nvPr/>
              </p14:nvContentPartPr>
              <p14:xfrm>
                <a:off x="4212883" y="1587261"/>
                <a:ext cx="205200" cy="298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C23CFF1-527E-ABA1-45D8-551940D65BF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94883" y="1569621"/>
                  <a:ext cx="240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B55DD2-0E13-CF44-D3C3-8D643B17CFB5}"/>
                    </a:ext>
                  </a:extLst>
                </p14:cNvPr>
                <p14:cNvContentPartPr/>
                <p14:nvPr/>
              </p14:nvContentPartPr>
              <p14:xfrm>
                <a:off x="4436083" y="1380261"/>
                <a:ext cx="583920" cy="837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B55DD2-0E13-CF44-D3C3-8D643B17CFB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18083" y="1362621"/>
                  <a:ext cx="61956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47A3E75-CDCC-13A0-8297-DE6165F8F4FD}"/>
                    </a:ext>
                  </a:extLst>
                </p14:cNvPr>
                <p14:cNvContentPartPr/>
                <p14:nvPr/>
              </p14:nvContentPartPr>
              <p14:xfrm>
                <a:off x="5053123" y="1602741"/>
                <a:ext cx="99360" cy="198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47A3E75-CDCC-13A0-8297-DE6165F8F4F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35483" y="1584741"/>
                  <a:ext cx="135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7E1BD8-A27B-3684-5D99-E0740F5D857C}"/>
                    </a:ext>
                  </a:extLst>
                </p14:cNvPr>
                <p14:cNvContentPartPr/>
                <p14:nvPr/>
              </p14:nvContentPartPr>
              <p14:xfrm>
                <a:off x="5140603" y="1478181"/>
                <a:ext cx="31320" cy="20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7E1BD8-A27B-3684-5D99-E0740F5D857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22603" y="1460181"/>
                  <a:ext cx="66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1CA573-B976-EEE9-0729-716AF54451D9}"/>
                    </a:ext>
                  </a:extLst>
                </p14:cNvPr>
                <p14:cNvContentPartPr/>
                <p14:nvPr/>
              </p14:nvContentPartPr>
              <p14:xfrm>
                <a:off x="5176603" y="1594821"/>
                <a:ext cx="305640" cy="190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1CA573-B976-EEE9-0729-716AF54451D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58963" y="1577181"/>
                  <a:ext cx="341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A344B24-4211-A726-2634-BE3BEAF7BE69}"/>
                    </a:ext>
                  </a:extLst>
                </p14:cNvPr>
                <p14:cNvContentPartPr/>
                <p14:nvPr/>
              </p14:nvContentPartPr>
              <p14:xfrm>
                <a:off x="5499163" y="1482501"/>
                <a:ext cx="173880" cy="322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A344B24-4211-A726-2634-BE3BEAF7BE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81163" y="1464501"/>
                  <a:ext cx="2095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E37944-1001-8AFB-5ED6-CA54A7AD3E08}"/>
                    </a:ext>
                  </a:extLst>
                </p14:cNvPr>
                <p14:cNvContentPartPr/>
                <p14:nvPr/>
              </p14:nvContentPartPr>
              <p14:xfrm>
                <a:off x="5783203" y="1626501"/>
                <a:ext cx="227160" cy="149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E37944-1001-8AFB-5ED6-CA54A7AD3E0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65563" y="1608861"/>
                  <a:ext cx="262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8824706-6F5A-59C1-BBCB-86FCAAB6BCDC}"/>
                    </a:ext>
                  </a:extLst>
                </p14:cNvPr>
                <p14:cNvContentPartPr/>
                <p14:nvPr/>
              </p14:nvContentPartPr>
              <p14:xfrm>
                <a:off x="6019003" y="1460181"/>
                <a:ext cx="199440" cy="324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8824706-6F5A-59C1-BBCB-86FCAAB6BC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01003" y="1442181"/>
                  <a:ext cx="2350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E6DF6BF-B6EE-548F-6E06-AD9D4779EA71}"/>
                    </a:ext>
                  </a:extLst>
                </p14:cNvPr>
                <p14:cNvContentPartPr/>
                <p14:nvPr/>
              </p14:nvContentPartPr>
              <p14:xfrm>
                <a:off x="6173443" y="1585101"/>
                <a:ext cx="220320" cy="239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E6DF6BF-B6EE-548F-6E06-AD9D4779EA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55803" y="1567461"/>
                  <a:ext cx="25596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350A747-236E-FC3F-414A-28D074B6FFB5}"/>
              </a:ext>
            </a:extLst>
          </p:cNvPr>
          <p:cNvGrpSpPr/>
          <p:nvPr/>
        </p:nvGrpSpPr>
        <p:grpSpPr>
          <a:xfrm>
            <a:off x="6779323" y="1365861"/>
            <a:ext cx="383400" cy="537840"/>
            <a:chOff x="6779323" y="1365861"/>
            <a:chExt cx="383400" cy="53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0B1A9E-803F-8ACF-F919-267882C54FBD}"/>
                    </a:ext>
                  </a:extLst>
                </p14:cNvPr>
                <p14:cNvContentPartPr/>
                <p14:nvPr/>
              </p14:nvContentPartPr>
              <p14:xfrm>
                <a:off x="6779323" y="1365861"/>
                <a:ext cx="383400" cy="537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0B1A9E-803F-8ACF-F919-267882C54FB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61683" y="1347861"/>
                  <a:ext cx="41904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7502150-B88C-89C9-61E1-9267875B8813}"/>
                    </a:ext>
                  </a:extLst>
                </p14:cNvPr>
                <p14:cNvContentPartPr/>
                <p14:nvPr/>
              </p14:nvContentPartPr>
              <p14:xfrm>
                <a:off x="6864283" y="1621101"/>
                <a:ext cx="169920" cy="16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7502150-B88C-89C9-61E1-9267875B88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46643" y="1603461"/>
                  <a:ext cx="2055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FACFFD-FC96-23A3-19C5-D71408D84A23}"/>
              </a:ext>
            </a:extLst>
          </p:cNvPr>
          <p:cNvGrpSpPr/>
          <p:nvPr/>
        </p:nvGrpSpPr>
        <p:grpSpPr>
          <a:xfrm>
            <a:off x="7873723" y="1395021"/>
            <a:ext cx="2139120" cy="809280"/>
            <a:chOff x="7873723" y="1395021"/>
            <a:chExt cx="2139120" cy="80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55D7CA1-BD90-49E7-E97A-5DBBCDF3D2B3}"/>
                    </a:ext>
                  </a:extLst>
                </p14:cNvPr>
                <p14:cNvContentPartPr/>
                <p14:nvPr/>
              </p14:nvContentPartPr>
              <p14:xfrm>
                <a:off x="7873723" y="1535061"/>
                <a:ext cx="596880" cy="232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55D7CA1-BD90-49E7-E97A-5DBBCDF3D2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56083" y="1517061"/>
                  <a:ext cx="632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C408CC-A2CA-0F2B-8508-EBE1155DA319}"/>
                    </a:ext>
                  </a:extLst>
                </p14:cNvPr>
                <p14:cNvContentPartPr/>
                <p14:nvPr/>
              </p14:nvContentPartPr>
              <p14:xfrm>
                <a:off x="8418043" y="1576101"/>
                <a:ext cx="309240" cy="628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C408CC-A2CA-0F2B-8508-EBE1155DA31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00403" y="1558461"/>
                  <a:ext cx="34488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9C0E5E4-41AF-DF2E-22FB-50DFE7F9A7E8}"/>
                    </a:ext>
                  </a:extLst>
                </p14:cNvPr>
                <p14:cNvContentPartPr/>
                <p14:nvPr/>
              </p14:nvContentPartPr>
              <p14:xfrm>
                <a:off x="8811883" y="1569981"/>
                <a:ext cx="872280" cy="206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9C0E5E4-41AF-DF2E-22FB-50DFE7F9A7E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94243" y="1552341"/>
                  <a:ext cx="907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7592A2-5E2E-9456-9157-63BC459400C5}"/>
                    </a:ext>
                  </a:extLst>
                </p14:cNvPr>
                <p14:cNvContentPartPr/>
                <p14:nvPr/>
              </p14:nvContentPartPr>
              <p14:xfrm>
                <a:off x="9833923" y="1395021"/>
                <a:ext cx="130680" cy="402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7592A2-5E2E-9456-9157-63BC459400C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16283" y="1377381"/>
                  <a:ext cx="16632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7C23C6E-9B6F-1945-DC0F-AFC643242520}"/>
                    </a:ext>
                  </a:extLst>
                </p14:cNvPr>
                <p14:cNvContentPartPr/>
                <p14:nvPr/>
              </p14:nvContentPartPr>
              <p14:xfrm>
                <a:off x="9736003" y="1515981"/>
                <a:ext cx="276840" cy="23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7C23C6E-9B6F-1945-DC0F-AFC64324252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18003" y="1497981"/>
                  <a:ext cx="3124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247953E-DD8B-FF52-83BF-B345AD807D66}"/>
              </a:ext>
            </a:extLst>
          </p:cNvPr>
          <p:cNvGrpSpPr/>
          <p:nvPr/>
        </p:nvGrpSpPr>
        <p:grpSpPr>
          <a:xfrm>
            <a:off x="10531963" y="1348581"/>
            <a:ext cx="781560" cy="934560"/>
            <a:chOff x="10531963" y="1348581"/>
            <a:chExt cx="781560" cy="93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B6C7FB-DBF8-A7B0-E302-F86417B0941B}"/>
                    </a:ext>
                  </a:extLst>
                </p14:cNvPr>
                <p14:cNvContentPartPr/>
                <p14:nvPr/>
              </p14:nvContentPartPr>
              <p14:xfrm>
                <a:off x="10531963" y="1348581"/>
                <a:ext cx="247680" cy="422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B6C7FB-DBF8-A7B0-E302-F86417B094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13963" y="1330941"/>
                  <a:ext cx="2833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5374ADF-6713-A7D7-2830-2F63C6163B03}"/>
                    </a:ext>
                  </a:extLst>
                </p14:cNvPr>
                <p14:cNvContentPartPr/>
                <p14:nvPr/>
              </p14:nvContentPartPr>
              <p14:xfrm>
                <a:off x="10796923" y="1575741"/>
                <a:ext cx="516600" cy="707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5374ADF-6713-A7D7-2830-2F63C6163B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779283" y="1557741"/>
                  <a:ext cx="552240" cy="74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30E4B78-8724-B1B0-5AC7-59307AC1A847}"/>
                  </a:ext>
                </a:extLst>
              </p14:cNvPr>
              <p14:cNvContentPartPr/>
              <p14:nvPr/>
            </p14:nvContentPartPr>
            <p14:xfrm>
              <a:off x="197083" y="2320221"/>
              <a:ext cx="449640" cy="2016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30E4B78-8724-B1B0-5AC7-59307AC1A84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79083" y="2302581"/>
                <a:ext cx="4852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7D1997C-835F-799E-6092-523C9CFAD7AA}"/>
                  </a:ext>
                </a:extLst>
              </p14:cNvPr>
              <p14:cNvContentPartPr/>
              <p14:nvPr/>
            </p14:nvContentPartPr>
            <p14:xfrm>
              <a:off x="682723" y="2119701"/>
              <a:ext cx="855000" cy="4352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7D1997C-835F-799E-6092-523C9CFAD7A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64723" y="2101701"/>
                <a:ext cx="890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477E526-2283-6252-7483-B10B8F67BFE0}"/>
                  </a:ext>
                </a:extLst>
              </p14:cNvPr>
              <p14:cNvContentPartPr/>
              <p14:nvPr/>
            </p14:nvContentPartPr>
            <p14:xfrm>
              <a:off x="1506043" y="2175141"/>
              <a:ext cx="57600" cy="421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477E526-2283-6252-7483-B10B8F67BFE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488403" y="2157141"/>
                <a:ext cx="932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F6C9459-3CBA-2993-205A-FF092B79FF52}"/>
                  </a:ext>
                </a:extLst>
              </p14:cNvPr>
              <p14:cNvContentPartPr/>
              <p14:nvPr/>
            </p14:nvContentPartPr>
            <p14:xfrm>
              <a:off x="975763" y="2313741"/>
              <a:ext cx="251280" cy="14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F6C9459-3CBA-2993-205A-FF092B79FF5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57763" y="2295741"/>
                <a:ext cx="2869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8D8610B-14D7-EC29-F015-ECA2B2A4A922}"/>
                  </a:ext>
                </a:extLst>
              </p14:cNvPr>
              <p14:cNvContentPartPr/>
              <p14:nvPr/>
            </p14:nvContentPartPr>
            <p14:xfrm>
              <a:off x="1687843" y="2290341"/>
              <a:ext cx="798120" cy="2815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8D8610B-14D7-EC29-F015-ECA2B2A4A92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670203" y="2272701"/>
                <a:ext cx="83376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DC4D315-83EA-3AF6-5DA5-D6969D55F2A5}"/>
                  </a:ext>
                </a:extLst>
              </p14:cNvPr>
              <p14:cNvContentPartPr/>
              <p14:nvPr/>
            </p14:nvContentPartPr>
            <p14:xfrm>
              <a:off x="2471203" y="2247861"/>
              <a:ext cx="194400" cy="3765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DC4D315-83EA-3AF6-5DA5-D6969D55F2A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453203" y="2229861"/>
                <a:ext cx="23004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048013F-7F7A-B332-B008-D8567FD89233}"/>
                  </a:ext>
                </a:extLst>
              </p14:cNvPr>
              <p14:cNvContentPartPr/>
              <p14:nvPr/>
            </p14:nvContentPartPr>
            <p14:xfrm>
              <a:off x="3217123" y="2471421"/>
              <a:ext cx="43920" cy="2206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048013F-7F7A-B332-B008-D8567FD8923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199483" y="2453781"/>
                <a:ext cx="7956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517169D-5C1B-3AD1-3026-34BD5DAB4DD5}"/>
                  </a:ext>
                </a:extLst>
              </p14:cNvPr>
              <p14:cNvContentPartPr/>
              <p14:nvPr/>
            </p14:nvContentPartPr>
            <p14:xfrm>
              <a:off x="3500083" y="2453781"/>
              <a:ext cx="15840" cy="406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517169D-5C1B-3AD1-3026-34BD5DAB4DD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482443" y="2435781"/>
                <a:ext cx="514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C6FD2FD-D567-C853-49BA-CC8BC9AC13DF}"/>
                  </a:ext>
                </a:extLst>
              </p14:cNvPr>
              <p14:cNvContentPartPr/>
              <p14:nvPr/>
            </p14:nvContentPartPr>
            <p14:xfrm>
              <a:off x="3358603" y="2469261"/>
              <a:ext cx="117720" cy="1749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C6FD2FD-D567-C853-49BA-CC8BC9AC13D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340603" y="2451261"/>
                <a:ext cx="1533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722211E-102E-5A52-3256-B747A15B0321}"/>
                  </a:ext>
                </a:extLst>
              </p14:cNvPr>
              <p14:cNvContentPartPr/>
              <p14:nvPr/>
            </p14:nvContentPartPr>
            <p14:xfrm>
              <a:off x="3299563" y="2249301"/>
              <a:ext cx="20520" cy="421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722211E-102E-5A52-3256-B747A15B032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281923" y="2231661"/>
                <a:ext cx="561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5EC02E6-8277-9044-46D0-70FE53BECC76}"/>
                  </a:ext>
                </a:extLst>
              </p14:cNvPr>
              <p14:cNvContentPartPr/>
              <p14:nvPr/>
            </p14:nvContentPartPr>
            <p14:xfrm>
              <a:off x="4048003" y="2500581"/>
              <a:ext cx="189720" cy="219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5EC02E6-8277-9044-46D0-70FE53BECC7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30363" y="2482581"/>
                <a:ext cx="2253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B00A4A7-59ED-4988-0304-5FF7E707972B}"/>
                  </a:ext>
                </a:extLst>
              </p14:cNvPr>
              <p14:cNvContentPartPr/>
              <p14:nvPr/>
            </p14:nvContentPartPr>
            <p14:xfrm>
              <a:off x="4398283" y="2308341"/>
              <a:ext cx="1182240" cy="4172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B00A4A7-59ED-4988-0304-5FF7E707972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380643" y="2290701"/>
                <a:ext cx="121788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7D8A32B-4984-6FD7-1A4F-FEF4F717F919}"/>
                  </a:ext>
                </a:extLst>
              </p14:cNvPr>
              <p14:cNvContentPartPr/>
              <p14:nvPr/>
            </p14:nvContentPartPr>
            <p14:xfrm>
              <a:off x="5567563" y="2270901"/>
              <a:ext cx="306720" cy="4597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7D8A32B-4984-6FD7-1A4F-FEF4F717F9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549563" y="2253261"/>
                <a:ext cx="34236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BB9E69-74B8-65B4-847D-208D37BD491F}"/>
                  </a:ext>
                </a:extLst>
              </p14:cNvPr>
              <p14:cNvContentPartPr/>
              <p14:nvPr/>
            </p14:nvContentPartPr>
            <p14:xfrm>
              <a:off x="6469363" y="2270181"/>
              <a:ext cx="834480" cy="4467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BB9E69-74B8-65B4-847D-208D37BD491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51363" y="2252541"/>
                <a:ext cx="87012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61A80BB-3B21-340B-F34D-9C70133E4AAB}"/>
                  </a:ext>
                </a:extLst>
              </p14:cNvPr>
              <p14:cNvContentPartPr/>
              <p14:nvPr/>
            </p14:nvContentPartPr>
            <p14:xfrm>
              <a:off x="6400243" y="2423541"/>
              <a:ext cx="242280" cy="144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61A80BB-3B21-340B-F34D-9C70133E4AA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382243" y="2405901"/>
                <a:ext cx="2779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67007D4-22FE-FE1F-8846-53568C2D34D0}"/>
                  </a:ext>
                </a:extLst>
              </p14:cNvPr>
              <p14:cNvContentPartPr/>
              <p14:nvPr/>
            </p14:nvContentPartPr>
            <p14:xfrm>
              <a:off x="8092243" y="2428941"/>
              <a:ext cx="639720" cy="2286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67007D4-22FE-FE1F-8846-53568C2D34D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074603" y="2411301"/>
                <a:ext cx="6753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7C8EE0C-B244-3205-D1F1-AB8F0074400C}"/>
                  </a:ext>
                </a:extLst>
              </p14:cNvPr>
              <p14:cNvContentPartPr/>
              <p14:nvPr/>
            </p14:nvContentPartPr>
            <p14:xfrm>
              <a:off x="8718283" y="2409861"/>
              <a:ext cx="344160" cy="6008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7C8EE0C-B244-3205-D1F1-AB8F0074400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700643" y="2391861"/>
                <a:ext cx="379800" cy="6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7E56FC6-AA5A-8558-B5F8-46A6D3E1F312}"/>
                  </a:ext>
                </a:extLst>
              </p14:cNvPr>
              <p14:cNvContentPartPr/>
              <p14:nvPr/>
            </p14:nvContentPartPr>
            <p14:xfrm>
              <a:off x="9228763" y="2105301"/>
              <a:ext cx="1320480" cy="5310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7E56FC6-AA5A-8558-B5F8-46A6D3E1F31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210763" y="2087301"/>
                <a:ext cx="135612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30C23CD-A29D-EE9B-F70D-B652F9A6FB61}"/>
                  </a:ext>
                </a:extLst>
              </p14:cNvPr>
              <p14:cNvContentPartPr/>
              <p14:nvPr/>
            </p14:nvContentPartPr>
            <p14:xfrm>
              <a:off x="10213363" y="2206101"/>
              <a:ext cx="829440" cy="4208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30C23CD-A29D-EE9B-F70D-B652F9A6FB6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195723" y="2188101"/>
                <a:ext cx="86508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AFCAD06-070C-C375-FE79-1195E5DC7550}"/>
                  </a:ext>
                </a:extLst>
              </p14:cNvPr>
              <p14:cNvContentPartPr/>
              <p14:nvPr/>
            </p14:nvContentPartPr>
            <p14:xfrm>
              <a:off x="181603" y="3090261"/>
              <a:ext cx="411120" cy="1900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AFCAD06-070C-C375-FE79-1195E5DC755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63963" y="3072261"/>
                <a:ext cx="4467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1253248-D090-BE6A-6737-B17CA44292B8}"/>
                  </a:ext>
                </a:extLst>
              </p14:cNvPr>
              <p14:cNvContentPartPr/>
              <p14:nvPr/>
            </p14:nvContentPartPr>
            <p14:xfrm>
              <a:off x="720883" y="3057861"/>
              <a:ext cx="244080" cy="1926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1253248-D090-BE6A-6737-B17CA44292B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03243" y="3039861"/>
                <a:ext cx="2797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D0E0BCF-2BCD-ADCB-4B24-612268AE2D5F}"/>
                  </a:ext>
                </a:extLst>
              </p14:cNvPr>
              <p14:cNvContentPartPr/>
              <p14:nvPr/>
            </p14:nvContentPartPr>
            <p14:xfrm>
              <a:off x="1094563" y="2792181"/>
              <a:ext cx="498600" cy="4449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D0E0BCF-2BCD-ADCB-4B24-612268AE2D5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76923" y="2774181"/>
                <a:ext cx="53424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AB4DCF4-1FFC-DD37-B3A5-2BED77EAB62F}"/>
                  </a:ext>
                </a:extLst>
              </p14:cNvPr>
              <p14:cNvContentPartPr/>
              <p14:nvPr/>
            </p14:nvContentPartPr>
            <p14:xfrm>
              <a:off x="1585963" y="3054621"/>
              <a:ext cx="383760" cy="3067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AB4DCF4-1FFC-DD37-B3A5-2BED77EAB62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567963" y="3036981"/>
                <a:ext cx="41940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2523A9A-7AEA-BD1D-B0F3-AADA9BD87420}"/>
                  </a:ext>
                </a:extLst>
              </p14:cNvPr>
              <p14:cNvContentPartPr/>
              <p14:nvPr/>
            </p14:nvContentPartPr>
            <p14:xfrm>
              <a:off x="1006723" y="3663381"/>
              <a:ext cx="597240" cy="2178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2523A9A-7AEA-BD1D-B0F3-AADA9BD8742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89083" y="3645741"/>
                <a:ext cx="632880" cy="22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130123F-C388-BFF2-EF83-B9F41D261F00}"/>
                  </a:ext>
                </a:extLst>
              </p14:cNvPr>
              <p14:cNvContentPartPr/>
              <p14:nvPr/>
            </p14:nvContentPartPr>
            <p14:xfrm>
              <a:off x="1673083" y="3865341"/>
              <a:ext cx="108360" cy="2466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130123F-C388-BFF2-EF83-B9F41D261F0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655443" y="3847701"/>
                <a:ext cx="1440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2028E41-A0EA-B1CC-0039-96235FA99835}"/>
                  </a:ext>
                </a:extLst>
              </p14:cNvPr>
              <p14:cNvContentPartPr/>
              <p14:nvPr/>
            </p14:nvContentPartPr>
            <p14:xfrm>
              <a:off x="1876123" y="4021221"/>
              <a:ext cx="39600" cy="1382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2028E41-A0EA-B1CC-0039-96235FA9983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858483" y="4003221"/>
                <a:ext cx="752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9A91B20-900D-380E-7576-8318A149677F}"/>
                  </a:ext>
                </a:extLst>
              </p14:cNvPr>
              <p14:cNvContentPartPr/>
              <p14:nvPr/>
            </p14:nvContentPartPr>
            <p14:xfrm>
              <a:off x="2067643" y="4053261"/>
              <a:ext cx="22320" cy="1796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9A91B20-900D-380E-7576-8318A149677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049643" y="4035621"/>
                <a:ext cx="579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B18365C-0199-3866-2251-A1DAD476191D}"/>
                  </a:ext>
                </a:extLst>
              </p14:cNvPr>
              <p14:cNvContentPartPr/>
              <p14:nvPr/>
            </p14:nvContentPartPr>
            <p14:xfrm>
              <a:off x="2599723" y="3902061"/>
              <a:ext cx="668520" cy="3384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B18365C-0199-3866-2251-A1DAD476191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582083" y="3884061"/>
                <a:ext cx="7041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56703B8-5D93-DC2C-958E-F087E9FE8C2C}"/>
                  </a:ext>
                </a:extLst>
              </p14:cNvPr>
              <p14:cNvContentPartPr/>
              <p14:nvPr/>
            </p14:nvContentPartPr>
            <p14:xfrm>
              <a:off x="3812923" y="3917901"/>
              <a:ext cx="1436400" cy="2941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56703B8-5D93-DC2C-958E-F087E9FE8C2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795283" y="3900261"/>
                <a:ext cx="147204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8321A5D-CD48-28CB-D52B-5228B3942A67}"/>
                  </a:ext>
                </a:extLst>
              </p14:cNvPr>
              <p14:cNvContentPartPr/>
              <p14:nvPr/>
            </p14:nvContentPartPr>
            <p14:xfrm>
              <a:off x="5019643" y="4079541"/>
              <a:ext cx="46800" cy="1594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8321A5D-CD48-28CB-D52B-5228B3942A6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002003" y="4061901"/>
                <a:ext cx="8244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502015A-89D8-C641-B29A-E2CF2B0FE53C}"/>
                  </a:ext>
                </a:extLst>
              </p14:cNvPr>
              <p14:cNvContentPartPr/>
              <p14:nvPr/>
            </p14:nvContentPartPr>
            <p14:xfrm>
              <a:off x="1433683" y="4424061"/>
              <a:ext cx="165600" cy="2124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502015A-89D8-C641-B29A-E2CF2B0FE53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416043" y="4406061"/>
                <a:ext cx="2012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2352CD7-A0BE-D7C1-2CB5-A2507141A630}"/>
                  </a:ext>
                </a:extLst>
              </p14:cNvPr>
              <p14:cNvContentPartPr/>
              <p14:nvPr/>
            </p14:nvContentPartPr>
            <p14:xfrm>
              <a:off x="1683883" y="4568061"/>
              <a:ext cx="329040" cy="2102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2352CD7-A0BE-D7C1-2CB5-A2507141A63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666243" y="4550061"/>
                <a:ext cx="3646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C5C4DF8-DE38-7263-1B63-A260A7092664}"/>
                  </a:ext>
                </a:extLst>
              </p14:cNvPr>
              <p14:cNvContentPartPr/>
              <p14:nvPr/>
            </p14:nvContentPartPr>
            <p14:xfrm>
              <a:off x="2738323" y="4593261"/>
              <a:ext cx="607320" cy="3060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C5C4DF8-DE38-7263-1B63-A260A709266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720683" y="4575621"/>
                <a:ext cx="64296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E11E9DC-76A7-2F95-ECBE-8A2DE584DD43}"/>
                  </a:ext>
                </a:extLst>
              </p14:cNvPr>
              <p14:cNvContentPartPr/>
              <p14:nvPr/>
            </p14:nvContentPartPr>
            <p14:xfrm>
              <a:off x="3943963" y="4604421"/>
              <a:ext cx="1464840" cy="3254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E11E9DC-76A7-2F95-ECBE-8A2DE584DD4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26323" y="4586421"/>
                <a:ext cx="15004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1C3D86C-AFC7-37E8-A780-6B147EB1EEEA}"/>
                  </a:ext>
                </a:extLst>
              </p14:cNvPr>
              <p14:cNvContentPartPr/>
              <p14:nvPr/>
            </p14:nvContentPartPr>
            <p14:xfrm>
              <a:off x="1616923" y="5054781"/>
              <a:ext cx="30960" cy="673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1C3D86C-AFC7-37E8-A780-6B147EB1EEE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598923" y="5036781"/>
                <a:ext cx="666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9B55E6B-9835-DC8E-D1E0-E5EAF022D5FE}"/>
                  </a:ext>
                </a:extLst>
              </p14:cNvPr>
              <p14:cNvContentPartPr/>
              <p14:nvPr/>
            </p14:nvContentPartPr>
            <p14:xfrm>
              <a:off x="3699883" y="5689101"/>
              <a:ext cx="73800" cy="306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9B55E6B-9835-DC8E-D1E0-E5EAF022D5F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682243" y="5671461"/>
                <a:ext cx="1094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62F6573-0AA3-36BA-599E-AB4B830E76B5}"/>
                  </a:ext>
                </a:extLst>
              </p14:cNvPr>
              <p14:cNvContentPartPr/>
              <p14:nvPr/>
            </p14:nvContentPartPr>
            <p14:xfrm>
              <a:off x="4033963" y="5734101"/>
              <a:ext cx="91800" cy="176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62F6573-0AA3-36BA-599E-AB4B830E76B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015963" y="5716461"/>
                <a:ext cx="1274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85E2E9B-60E6-3C25-79D6-47D1E148D02E}"/>
              </a:ext>
            </a:extLst>
          </p:cNvPr>
          <p:cNvGrpSpPr/>
          <p:nvPr/>
        </p:nvGrpSpPr>
        <p:grpSpPr>
          <a:xfrm>
            <a:off x="4391443" y="5515221"/>
            <a:ext cx="918720" cy="374760"/>
            <a:chOff x="4391443" y="5515221"/>
            <a:chExt cx="91872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FE1F2F3-1023-D9A7-8859-262604E81937}"/>
                    </a:ext>
                  </a:extLst>
                </p14:cNvPr>
                <p14:cNvContentPartPr/>
                <p14:nvPr/>
              </p14:nvContentPartPr>
              <p14:xfrm>
                <a:off x="4391443" y="5709621"/>
                <a:ext cx="37440" cy="17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FE1F2F3-1023-D9A7-8859-262604E8193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73803" y="5691621"/>
                  <a:ext cx="73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345253C-177C-D7F2-FC36-EE9E19C2D8CB}"/>
                    </a:ext>
                  </a:extLst>
                </p14:cNvPr>
                <p14:cNvContentPartPr/>
                <p14:nvPr/>
              </p14:nvContentPartPr>
              <p14:xfrm>
                <a:off x="4609963" y="5515221"/>
                <a:ext cx="700200" cy="374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345253C-177C-D7F2-FC36-EE9E19C2D8C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92323" y="5497581"/>
                  <a:ext cx="735840" cy="41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52E40ED-A1EA-B67E-7508-154D9937A790}"/>
                  </a:ext>
                </a:extLst>
              </p14:cNvPr>
              <p14:cNvContentPartPr/>
              <p14:nvPr/>
            </p14:nvContentPartPr>
            <p14:xfrm>
              <a:off x="6633523" y="3953181"/>
              <a:ext cx="9720" cy="43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52E40ED-A1EA-B67E-7508-154D9937A79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615883" y="3935181"/>
                <a:ext cx="4536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F4F4FD6-2B79-8D4C-5879-E600A921E597}"/>
              </a:ext>
            </a:extLst>
          </p:cNvPr>
          <p:cNvGrpSpPr/>
          <p:nvPr/>
        </p:nvGrpSpPr>
        <p:grpSpPr>
          <a:xfrm>
            <a:off x="5641723" y="3605421"/>
            <a:ext cx="1404360" cy="2435760"/>
            <a:chOff x="5641723" y="3605421"/>
            <a:chExt cx="1404360" cy="243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2623771-DA2B-6E3E-143A-837EA2BE51F7}"/>
                    </a:ext>
                  </a:extLst>
                </p14:cNvPr>
                <p14:cNvContentPartPr/>
                <p14:nvPr/>
              </p14:nvContentPartPr>
              <p14:xfrm>
                <a:off x="5859163" y="3875421"/>
                <a:ext cx="47160" cy="300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2623771-DA2B-6E3E-143A-837EA2BE51F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41163" y="3857781"/>
                  <a:ext cx="82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D4C048D-C7ED-1ACF-E084-9C39EE1E9ECE}"/>
                    </a:ext>
                  </a:extLst>
                </p14:cNvPr>
                <p14:cNvContentPartPr/>
                <p14:nvPr/>
              </p14:nvContentPartPr>
              <p14:xfrm>
                <a:off x="5695003" y="4651581"/>
                <a:ext cx="32760" cy="234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D4C048D-C7ED-1ACF-E084-9C39EE1E9EC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77003" y="4633581"/>
                  <a:ext cx="68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3716A2E-E3D7-4359-E6E5-744662E6A2CE}"/>
                    </a:ext>
                  </a:extLst>
                </p14:cNvPr>
                <p14:cNvContentPartPr/>
                <p14:nvPr/>
              </p14:nvContentPartPr>
              <p14:xfrm>
                <a:off x="5641723" y="5358621"/>
                <a:ext cx="60480" cy="350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3716A2E-E3D7-4359-E6E5-744662E6A2C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23723" y="5340981"/>
                  <a:ext cx="961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3822048-7754-EBAF-FA45-8879DD2E421B}"/>
                    </a:ext>
                  </a:extLst>
                </p14:cNvPr>
                <p14:cNvContentPartPr/>
                <p14:nvPr/>
              </p14:nvContentPartPr>
              <p14:xfrm>
                <a:off x="6186043" y="3729981"/>
                <a:ext cx="178920" cy="380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3822048-7754-EBAF-FA45-8879DD2E421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168403" y="3712341"/>
                  <a:ext cx="2145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F57EEC4-92FA-636A-2BF4-FC9F7D6AE40F}"/>
                    </a:ext>
                  </a:extLst>
                </p14:cNvPr>
                <p14:cNvContentPartPr/>
                <p14:nvPr/>
              </p14:nvContentPartPr>
              <p14:xfrm>
                <a:off x="6478723" y="4091781"/>
                <a:ext cx="20520" cy="182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F57EEC4-92FA-636A-2BF4-FC9F7D6AE40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60723" y="4073781"/>
                  <a:ext cx="56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1104CDA-2FF0-ABDC-5404-18D2B45EC94B}"/>
                    </a:ext>
                  </a:extLst>
                </p14:cNvPr>
                <p14:cNvContentPartPr/>
                <p14:nvPr/>
              </p14:nvContentPartPr>
              <p14:xfrm>
                <a:off x="6214843" y="4580301"/>
                <a:ext cx="426960" cy="426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1104CDA-2FF0-ABDC-5404-18D2B45EC94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197203" y="4562301"/>
                  <a:ext cx="46260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8040A34-2DCE-0F07-5900-724C8510DB68}"/>
                    </a:ext>
                  </a:extLst>
                </p14:cNvPr>
                <p14:cNvContentPartPr/>
                <p14:nvPr/>
              </p14:nvContentPartPr>
              <p14:xfrm>
                <a:off x="6103243" y="5419461"/>
                <a:ext cx="250200" cy="321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8040A34-2DCE-0F07-5900-724C8510DB6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85603" y="5401821"/>
                  <a:ext cx="2858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613415-BDAF-1430-49C1-35E3C74DA7D2}"/>
                    </a:ext>
                  </a:extLst>
                </p14:cNvPr>
                <p14:cNvContentPartPr/>
                <p14:nvPr/>
              </p14:nvContentPartPr>
              <p14:xfrm>
                <a:off x="6480523" y="5640501"/>
                <a:ext cx="291960" cy="151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613415-BDAF-1430-49C1-35E3C74DA7D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62523" y="5622501"/>
                  <a:ext cx="327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5C77512-1A93-DCB1-87EA-41CEDEC0D404}"/>
                    </a:ext>
                  </a:extLst>
                </p14:cNvPr>
                <p14:cNvContentPartPr/>
                <p14:nvPr/>
              </p14:nvContentPartPr>
              <p14:xfrm>
                <a:off x="5863843" y="4007901"/>
                <a:ext cx="360" cy="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5C77512-1A93-DCB1-87EA-41CEDEC0D40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845843" y="39902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7E69F0B-C307-F8D9-997B-5BC7B3E76F9A}"/>
                    </a:ext>
                  </a:extLst>
                </p14:cNvPr>
                <p14:cNvContentPartPr/>
                <p14:nvPr/>
              </p14:nvContentPartPr>
              <p14:xfrm>
                <a:off x="6467923" y="3605421"/>
                <a:ext cx="578160" cy="2435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7E69F0B-C307-F8D9-997B-5BC7B3E76F9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49923" y="3587421"/>
                  <a:ext cx="613800" cy="24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6DE0C92-7331-0C48-AF51-9CC3AD629F7F}"/>
                    </a:ext>
                  </a:extLst>
                </p14:cNvPr>
                <p14:cNvContentPartPr/>
                <p14:nvPr/>
              </p14:nvContentPartPr>
              <p14:xfrm>
                <a:off x="6510403" y="5862621"/>
                <a:ext cx="9000" cy="5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6DE0C92-7331-0C48-AF51-9CC3AD629F7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492763" y="5844981"/>
                  <a:ext cx="446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F0A7A6E-FD5C-F5C1-B6E9-DF38AC380D37}"/>
              </a:ext>
            </a:extLst>
          </p:cNvPr>
          <p:cNvGrpSpPr/>
          <p:nvPr/>
        </p:nvGrpSpPr>
        <p:grpSpPr>
          <a:xfrm>
            <a:off x="1202923" y="5292021"/>
            <a:ext cx="2503440" cy="587520"/>
            <a:chOff x="1202923" y="5292021"/>
            <a:chExt cx="250344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6821E8-9341-2E2D-20FB-E5821041E3AE}"/>
                    </a:ext>
                  </a:extLst>
                </p14:cNvPr>
                <p14:cNvContentPartPr/>
                <p14:nvPr/>
              </p14:nvContentPartPr>
              <p14:xfrm>
                <a:off x="1202923" y="5292021"/>
                <a:ext cx="383040" cy="297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6821E8-9341-2E2D-20FB-E5821041E3A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85283" y="5274021"/>
                  <a:ext cx="4186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C1A18A5-186D-BF0E-4EF2-F4F9925CB600}"/>
                    </a:ext>
                  </a:extLst>
                </p14:cNvPr>
                <p14:cNvContentPartPr/>
                <p14:nvPr/>
              </p14:nvContentPartPr>
              <p14:xfrm>
                <a:off x="1444843" y="5538981"/>
                <a:ext cx="1098360" cy="218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C1A18A5-186D-BF0E-4EF2-F4F9925CB60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27203" y="5520981"/>
                  <a:ext cx="1134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7785C4B-FA3B-6BC0-554E-C0116D0D22AB}"/>
                    </a:ext>
                  </a:extLst>
                </p14:cNvPr>
                <p14:cNvContentPartPr/>
                <p14:nvPr/>
              </p14:nvContentPartPr>
              <p14:xfrm>
                <a:off x="2769643" y="5564181"/>
                <a:ext cx="936720" cy="315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7785C4B-FA3B-6BC0-554E-C0116D0D22A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52003" y="5546181"/>
                  <a:ext cx="9723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1FEB20B-ACB2-190E-9818-49F504C5A3F6}"/>
                    </a:ext>
                  </a:extLst>
                </p14:cNvPr>
                <p14:cNvContentPartPr/>
                <p14:nvPr/>
              </p14:nvContentPartPr>
              <p14:xfrm>
                <a:off x="2047483" y="5728701"/>
                <a:ext cx="5760" cy="1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1FEB20B-ACB2-190E-9818-49F504C5A3F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29483" y="5711061"/>
                  <a:ext cx="41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DF5AEDD-38EA-2F22-7122-13F8A3CCE473}"/>
                    </a:ext>
                  </a:extLst>
                </p14:cNvPr>
                <p14:cNvContentPartPr/>
                <p14:nvPr/>
              </p14:nvContentPartPr>
              <p14:xfrm>
                <a:off x="2768563" y="5820861"/>
                <a:ext cx="59040" cy="14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DF5AEDD-38EA-2F22-7122-13F8A3CCE47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50563" y="5803221"/>
                  <a:ext cx="9468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AB4DF80-D4AF-CDC1-7516-3F4F7208DE08}"/>
                  </a:ext>
                </a:extLst>
              </p14:cNvPr>
              <p14:cNvContentPartPr/>
              <p14:nvPr/>
            </p14:nvContentPartPr>
            <p14:xfrm>
              <a:off x="6836563" y="1953381"/>
              <a:ext cx="762480" cy="493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AB4DF80-D4AF-CDC1-7516-3F4F7208DE0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818563" y="1935741"/>
                <a:ext cx="7981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A525362-8886-A51A-CD69-B4E1ECCD0D34}"/>
                  </a:ext>
                </a:extLst>
              </p14:cNvPr>
              <p14:cNvContentPartPr/>
              <p14:nvPr/>
            </p14:nvContentPartPr>
            <p14:xfrm>
              <a:off x="2418283" y="2765901"/>
              <a:ext cx="468360" cy="712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A525362-8886-A51A-CD69-B4E1ECCD0D3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400283" y="2747901"/>
                <a:ext cx="50400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762F7C5-913B-D4B3-7C08-CB6EB5C66EF4}"/>
              </a:ext>
            </a:extLst>
          </p:cNvPr>
          <p:cNvGrpSpPr/>
          <p:nvPr/>
        </p:nvGrpSpPr>
        <p:grpSpPr>
          <a:xfrm>
            <a:off x="7555123" y="4291581"/>
            <a:ext cx="3290040" cy="655920"/>
            <a:chOff x="7555123" y="4291581"/>
            <a:chExt cx="3290040" cy="65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175C633-B98F-F6D0-3DAD-48F9C3C3D06D}"/>
                    </a:ext>
                  </a:extLst>
                </p14:cNvPr>
                <p14:cNvContentPartPr/>
                <p14:nvPr/>
              </p14:nvContentPartPr>
              <p14:xfrm>
                <a:off x="7555123" y="4291581"/>
                <a:ext cx="304560" cy="489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175C633-B98F-F6D0-3DAD-48F9C3C3D06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537123" y="4273941"/>
                  <a:ext cx="3402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015F281-25D6-2495-FDF2-702E6FDDAB69}"/>
                    </a:ext>
                  </a:extLst>
                </p14:cNvPr>
                <p14:cNvContentPartPr/>
                <p14:nvPr/>
              </p14:nvContentPartPr>
              <p14:xfrm>
                <a:off x="7973803" y="4341621"/>
                <a:ext cx="82080" cy="438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015F281-25D6-2495-FDF2-702E6FDDAB6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955803" y="4323981"/>
                  <a:ext cx="11772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EDC484E-DB44-AE8C-1705-23CBBF891120}"/>
                    </a:ext>
                  </a:extLst>
                </p14:cNvPr>
                <p14:cNvContentPartPr/>
                <p14:nvPr/>
              </p14:nvContentPartPr>
              <p14:xfrm>
                <a:off x="7858603" y="4517661"/>
                <a:ext cx="183240" cy="50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EDC484E-DB44-AE8C-1705-23CBBF89112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40963" y="4499661"/>
                  <a:ext cx="218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D5FD93C-8172-67C8-55F4-0D4AE3DCC219}"/>
                    </a:ext>
                  </a:extLst>
                </p14:cNvPr>
                <p14:cNvContentPartPr/>
                <p14:nvPr/>
              </p14:nvContentPartPr>
              <p14:xfrm>
                <a:off x="8192323" y="4505421"/>
                <a:ext cx="1101600" cy="272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D5FD93C-8172-67C8-55F4-0D4AE3DCC21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174683" y="4487781"/>
                  <a:ext cx="11372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4E7B76A-E356-625E-90A6-4C39ED2C8913}"/>
                    </a:ext>
                  </a:extLst>
                </p14:cNvPr>
                <p14:cNvContentPartPr/>
                <p14:nvPr/>
              </p14:nvContentPartPr>
              <p14:xfrm>
                <a:off x="9344323" y="4327221"/>
                <a:ext cx="1500840" cy="620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4E7B76A-E356-625E-90A6-4C39ED2C891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26683" y="4309581"/>
                  <a:ext cx="1536480" cy="65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B498CEB-3D7B-5721-2B2E-CBD93AD2AAC7}"/>
              </a:ext>
            </a:extLst>
          </p:cNvPr>
          <p:cNvGrpSpPr/>
          <p:nvPr/>
        </p:nvGrpSpPr>
        <p:grpSpPr>
          <a:xfrm>
            <a:off x="9113203" y="5288781"/>
            <a:ext cx="1750680" cy="969120"/>
            <a:chOff x="9113203" y="5288781"/>
            <a:chExt cx="1750680" cy="9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4B914C6-7037-6075-63E5-2E3E4794C7A7}"/>
                    </a:ext>
                  </a:extLst>
                </p14:cNvPr>
                <p14:cNvContentPartPr/>
                <p14:nvPr/>
              </p14:nvContentPartPr>
              <p14:xfrm>
                <a:off x="9113203" y="5488221"/>
                <a:ext cx="361800" cy="229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4B914C6-7037-6075-63E5-2E3E4794C7A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095563" y="5470221"/>
                  <a:ext cx="397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D2F27CA-081B-496B-14DC-1C8B2BFBDFF7}"/>
                    </a:ext>
                  </a:extLst>
                </p14:cNvPr>
                <p14:cNvContentPartPr/>
                <p14:nvPr/>
              </p14:nvContentPartPr>
              <p14:xfrm>
                <a:off x="9588043" y="5547981"/>
                <a:ext cx="113040" cy="183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D2F27CA-081B-496B-14DC-1C8B2BFBDFF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570043" y="5530341"/>
                  <a:ext cx="148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568C0ED-BE90-8A1D-8510-638F024AE353}"/>
                    </a:ext>
                  </a:extLst>
                </p14:cNvPr>
                <p14:cNvContentPartPr/>
                <p14:nvPr/>
              </p14:nvContentPartPr>
              <p14:xfrm>
                <a:off x="9538723" y="5551221"/>
                <a:ext cx="180720" cy="229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568C0ED-BE90-8A1D-8510-638F024AE35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20723" y="5533581"/>
                  <a:ext cx="2163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C0F0196-1D5B-A403-67AD-3F8609081964}"/>
                    </a:ext>
                  </a:extLst>
                </p14:cNvPr>
                <p14:cNvContentPartPr/>
                <p14:nvPr/>
              </p14:nvContentPartPr>
              <p14:xfrm>
                <a:off x="9826003" y="5349261"/>
                <a:ext cx="632160" cy="551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C0F0196-1D5B-A403-67AD-3F860908196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808363" y="5331261"/>
                  <a:ext cx="66780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AA20B1C-B83C-85A7-7B89-FFFEABC1C2B6}"/>
                    </a:ext>
                  </a:extLst>
                </p14:cNvPr>
                <p14:cNvContentPartPr/>
                <p14:nvPr/>
              </p14:nvContentPartPr>
              <p14:xfrm>
                <a:off x="10565443" y="5288781"/>
                <a:ext cx="298440" cy="9691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AA20B1C-B83C-85A7-7B89-FFFEABC1C2B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47443" y="5271141"/>
                  <a:ext cx="334080" cy="10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27EC78D-E9B6-BB38-F933-C4895E069E66}"/>
              </a:ext>
            </a:extLst>
          </p:cNvPr>
          <p:cNvGrpSpPr/>
          <p:nvPr/>
        </p:nvGrpSpPr>
        <p:grpSpPr>
          <a:xfrm>
            <a:off x="4715803" y="758541"/>
            <a:ext cx="210600" cy="148680"/>
            <a:chOff x="4715803" y="758541"/>
            <a:chExt cx="21060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FB91945-26D6-1961-BDE7-D47365F35575}"/>
                    </a:ext>
                  </a:extLst>
                </p14:cNvPr>
                <p14:cNvContentPartPr/>
                <p14:nvPr/>
              </p14:nvContentPartPr>
              <p14:xfrm>
                <a:off x="4715803" y="758541"/>
                <a:ext cx="140040" cy="32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FB91945-26D6-1961-BDE7-D47365F3557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698163" y="740901"/>
                  <a:ext cx="175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92A2650-90E1-5BB3-62C5-2FE8B68EB34E}"/>
                    </a:ext>
                  </a:extLst>
                </p14:cNvPr>
                <p14:cNvContentPartPr/>
                <p14:nvPr/>
              </p14:nvContentPartPr>
              <p14:xfrm>
                <a:off x="4744963" y="866181"/>
                <a:ext cx="181440" cy="41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92A2650-90E1-5BB3-62C5-2FE8B68EB34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27323" y="848541"/>
                  <a:ext cx="21708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995703C-70DF-DC65-3030-6BF2B2E05677}"/>
                  </a:ext>
                </a:extLst>
              </p14:cNvPr>
              <p14:cNvContentPartPr/>
              <p14:nvPr/>
            </p14:nvContentPartPr>
            <p14:xfrm>
              <a:off x="5333923" y="431661"/>
              <a:ext cx="398880" cy="4906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995703C-70DF-DC65-3030-6BF2B2E05677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315923" y="413661"/>
                <a:ext cx="434520" cy="52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919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8790501-2102-947A-4D96-B87566B0CEFC}"/>
              </a:ext>
            </a:extLst>
          </p:cNvPr>
          <p:cNvGrpSpPr/>
          <p:nvPr/>
        </p:nvGrpSpPr>
        <p:grpSpPr>
          <a:xfrm>
            <a:off x="279883" y="82101"/>
            <a:ext cx="6507360" cy="1035720"/>
            <a:chOff x="279883" y="82101"/>
            <a:chExt cx="6507360" cy="10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4BA6A9-B0A1-9EE8-7B07-1E86F50E1F51}"/>
                    </a:ext>
                  </a:extLst>
                </p14:cNvPr>
                <p14:cNvContentPartPr/>
                <p14:nvPr/>
              </p14:nvContentPartPr>
              <p14:xfrm>
                <a:off x="279883" y="135381"/>
                <a:ext cx="458640" cy="433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4BA6A9-B0A1-9EE8-7B07-1E86F50E1F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1883" y="117741"/>
                  <a:ext cx="49428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C9755B7-6246-350E-AF2D-540033A3B230}"/>
                    </a:ext>
                  </a:extLst>
                </p14:cNvPr>
                <p14:cNvContentPartPr/>
                <p14:nvPr/>
              </p14:nvContentPartPr>
              <p14:xfrm>
                <a:off x="665083" y="397821"/>
                <a:ext cx="587160" cy="231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C9755B7-6246-350E-AF2D-540033A3B2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7443" y="379821"/>
                  <a:ext cx="622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BC58658-D29F-3CEE-8607-9B73D21FEE30}"/>
                    </a:ext>
                  </a:extLst>
                </p14:cNvPr>
                <p14:cNvContentPartPr/>
                <p14:nvPr/>
              </p14:nvContentPartPr>
              <p14:xfrm>
                <a:off x="1371403" y="523821"/>
                <a:ext cx="72360" cy="25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BC58658-D29F-3CEE-8607-9B73D21FEE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3403" y="506181"/>
                  <a:ext cx="108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15B4339-9291-D4D4-5E2B-AAED009CB62B}"/>
                    </a:ext>
                  </a:extLst>
                </p14:cNvPr>
                <p14:cNvContentPartPr/>
                <p14:nvPr/>
              </p14:nvContentPartPr>
              <p14:xfrm>
                <a:off x="1681723" y="256701"/>
                <a:ext cx="167760" cy="372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15B4339-9291-D4D4-5E2B-AAED009CB6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4083" y="239061"/>
                  <a:ext cx="20340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0E242A2-0434-4D63-C99D-F33F903B7282}"/>
                    </a:ext>
                  </a:extLst>
                </p14:cNvPr>
                <p14:cNvContentPartPr/>
                <p14:nvPr/>
              </p14:nvContentPartPr>
              <p14:xfrm>
                <a:off x="1903843" y="387381"/>
                <a:ext cx="480600" cy="202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0E242A2-0434-4D63-C99D-F33F903B72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86203" y="369381"/>
                  <a:ext cx="516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D0BC62-7ACC-E2D7-73D5-DD59410240CC}"/>
                    </a:ext>
                  </a:extLst>
                </p14:cNvPr>
                <p14:cNvContentPartPr/>
                <p14:nvPr/>
              </p14:nvContentPartPr>
              <p14:xfrm>
                <a:off x="2464003" y="416541"/>
                <a:ext cx="151560" cy="177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D0BC62-7ACC-E2D7-73D5-DD59410240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46003" y="398541"/>
                  <a:ext cx="187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D3B4B3-49F9-E4F6-9730-E09E76DF298C}"/>
                    </a:ext>
                  </a:extLst>
                </p14:cNvPr>
                <p14:cNvContentPartPr/>
                <p14:nvPr/>
              </p14:nvContentPartPr>
              <p14:xfrm>
                <a:off x="2530963" y="384141"/>
                <a:ext cx="1427040" cy="733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D3B4B3-49F9-E4F6-9730-E09E76DF29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13323" y="366141"/>
                  <a:ext cx="146268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179116-3747-810C-A85E-F01892D39085}"/>
                    </a:ext>
                  </a:extLst>
                </p14:cNvPr>
                <p14:cNvContentPartPr/>
                <p14:nvPr/>
              </p14:nvContentPartPr>
              <p14:xfrm>
                <a:off x="3939283" y="407181"/>
                <a:ext cx="151200" cy="219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179116-3747-810C-A85E-F01892D390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21643" y="389181"/>
                  <a:ext cx="186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98F0E3-C968-8143-3C5B-EFE687B133C5}"/>
                    </a:ext>
                  </a:extLst>
                </p14:cNvPr>
                <p14:cNvContentPartPr/>
                <p14:nvPr/>
              </p14:nvContentPartPr>
              <p14:xfrm>
                <a:off x="4501243" y="207381"/>
                <a:ext cx="232920" cy="393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98F0E3-C968-8143-3C5B-EFE687B133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83603" y="189381"/>
                  <a:ext cx="2685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8EBDC7-996A-E203-73FA-10BC83B66A7E}"/>
                    </a:ext>
                  </a:extLst>
                </p14:cNvPr>
                <p14:cNvContentPartPr/>
                <p14:nvPr/>
              </p14:nvContentPartPr>
              <p14:xfrm>
                <a:off x="4791763" y="411501"/>
                <a:ext cx="177840" cy="612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8EBDC7-996A-E203-73FA-10BC83B66A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73763" y="393861"/>
                  <a:ext cx="21348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825402-EBD2-B340-C76E-6A48706112D0}"/>
                    </a:ext>
                  </a:extLst>
                </p14:cNvPr>
                <p14:cNvContentPartPr/>
                <p14:nvPr/>
              </p14:nvContentPartPr>
              <p14:xfrm>
                <a:off x="5176243" y="426261"/>
                <a:ext cx="214920" cy="173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825402-EBD2-B340-C76E-6A48706112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58243" y="408621"/>
                  <a:ext cx="250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C82F95-E57E-49BF-F6C4-7AAFA5D29D16}"/>
                    </a:ext>
                  </a:extLst>
                </p14:cNvPr>
                <p14:cNvContentPartPr/>
                <p14:nvPr/>
              </p14:nvContentPartPr>
              <p14:xfrm>
                <a:off x="5431123" y="82101"/>
                <a:ext cx="870480" cy="493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C82F95-E57E-49BF-F6C4-7AAFA5D29D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13483" y="64461"/>
                  <a:ext cx="90612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BCAC44-E3E7-3FE8-29B9-E792C778951F}"/>
                    </a:ext>
                  </a:extLst>
                </p14:cNvPr>
                <p14:cNvContentPartPr/>
                <p14:nvPr/>
              </p14:nvContentPartPr>
              <p14:xfrm>
                <a:off x="6285043" y="371901"/>
                <a:ext cx="165600" cy="171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BCAC44-E3E7-3FE8-29B9-E792C77895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67403" y="353901"/>
                  <a:ext cx="201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FA382A8-96F4-3030-4E84-0B42F53C1077}"/>
                    </a:ext>
                  </a:extLst>
                </p14:cNvPr>
                <p14:cNvContentPartPr/>
                <p14:nvPr/>
              </p14:nvContentPartPr>
              <p14:xfrm>
                <a:off x="5872123" y="210261"/>
                <a:ext cx="39240" cy="9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FA382A8-96F4-3030-4E84-0B42F53C10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54483" y="192621"/>
                  <a:ext cx="74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ECE9D96-5127-8713-5A6E-810DA61CD1D4}"/>
                    </a:ext>
                  </a:extLst>
                </p14:cNvPr>
                <p14:cNvContentPartPr/>
                <p14:nvPr/>
              </p14:nvContentPartPr>
              <p14:xfrm>
                <a:off x="5529403" y="223581"/>
                <a:ext cx="252720" cy="2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ECE9D96-5127-8713-5A6E-810DA61CD1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11403" y="205581"/>
                  <a:ext cx="288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DAC0E9-EBCD-CA9A-2376-AAD99C4CFED3}"/>
                    </a:ext>
                  </a:extLst>
                </p14:cNvPr>
                <p14:cNvContentPartPr/>
                <p14:nvPr/>
              </p14:nvContentPartPr>
              <p14:xfrm>
                <a:off x="281323" y="868701"/>
                <a:ext cx="6131160" cy="53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DAC0E9-EBCD-CA9A-2376-AAD99C4CFE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3323" y="850701"/>
                  <a:ext cx="61668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C12B8D-2A5F-6FA2-7615-5430D711FC9C}"/>
                    </a:ext>
                  </a:extLst>
                </p14:cNvPr>
                <p14:cNvContentPartPr/>
                <p14:nvPr/>
              </p14:nvContentPartPr>
              <p14:xfrm>
                <a:off x="6771403" y="363981"/>
                <a:ext cx="15840" cy="20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C12B8D-2A5F-6FA2-7615-5430D711FC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53403" y="346341"/>
                  <a:ext cx="51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066A56F-B93F-5088-B7F2-52A04E0DDC60}"/>
                    </a:ext>
                  </a:extLst>
                </p14:cNvPr>
                <p14:cNvContentPartPr/>
                <p14:nvPr/>
              </p14:nvContentPartPr>
              <p14:xfrm>
                <a:off x="6737923" y="635421"/>
                <a:ext cx="6480" cy="32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066A56F-B93F-5088-B7F2-52A04E0DDC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20283" y="617781"/>
                  <a:ext cx="4212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80AD2E4-6470-9B13-AFC3-0C350A2737B4}"/>
                  </a:ext>
                </a:extLst>
              </p14:cNvPr>
              <p14:cNvContentPartPr/>
              <p14:nvPr/>
            </p14:nvContentPartPr>
            <p14:xfrm>
              <a:off x="1855243" y="1278381"/>
              <a:ext cx="98640" cy="272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80AD2E4-6470-9B13-AFC3-0C350A2737B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37603" y="1260381"/>
                <a:ext cx="1342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78D8268-DFBA-ECA9-0F71-EC6F5FEBAEFF}"/>
                  </a:ext>
                </a:extLst>
              </p14:cNvPr>
              <p14:cNvContentPartPr/>
              <p14:nvPr/>
            </p14:nvContentPartPr>
            <p14:xfrm>
              <a:off x="1927243" y="1254261"/>
              <a:ext cx="165240" cy="3117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78D8268-DFBA-ECA9-0F71-EC6F5FEBAEF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09603" y="1236261"/>
                <a:ext cx="2008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03D44A-7B8A-2D05-B6F2-69BDAD10E747}"/>
                  </a:ext>
                </a:extLst>
              </p14:cNvPr>
              <p14:cNvContentPartPr/>
              <p14:nvPr/>
            </p14:nvContentPartPr>
            <p14:xfrm>
              <a:off x="1897003" y="1443981"/>
              <a:ext cx="137520" cy="36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03D44A-7B8A-2D05-B6F2-69BDAD10E74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879363" y="1425981"/>
                <a:ext cx="1731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16B4DCE-A918-66A3-B1B8-94C462EC9A80}"/>
                  </a:ext>
                </a:extLst>
              </p14:cNvPr>
              <p14:cNvContentPartPr/>
              <p14:nvPr/>
            </p14:nvContentPartPr>
            <p14:xfrm>
              <a:off x="2199763" y="1346061"/>
              <a:ext cx="146520" cy="140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16B4DCE-A918-66A3-B1B8-94C462EC9A8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81763" y="1328421"/>
                <a:ext cx="182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F04EC18-93C3-F14A-8B56-9A5B80CBF03E}"/>
                  </a:ext>
                </a:extLst>
              </p14:cNvPr>
              <p14:cNvContentPartPr/>
              <p14:nvPr/>
            </p14:nvContentPartPr>
            <p14:xfrm>
              <a:off x="2251963" y="1313301"/>
              <a:ext cx="171360" cy="243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F04EC18-93C3-F14A-8B56-9A5B80CBF03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33963" y="1295661"/>
                <a:ext cx="2070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10370BD-692E-5F89-F134-E4194564144B}"/>
                  </a:ext>
                </a:extLst>
              </p14:cNvPr>
              <p14:cNvContentPartPr/>
              <p14:nvPr/>
            </p14:nvContentPartPr>
            <p14:xfrm>
              <a:off x="2724283" y="1351101"/>
              <a:ext cx="115560" cy="295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10370BD-692E-5F89-F134-E4194564144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706283" y="1333461"/>
                <a:ext cx="1512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2475A3F-C5E7-927E-A58B-28D20629D9E9}"/>
                  </a:ext>
                </a:extLst>
              </p14:cNvPr>
              <p14:cNvContentPartPr/>
              <p14:nvPr/>
            </p14:nvContentPartPr>
            <p14:xfrm>
              <a:off x="2692243" y="1471701"/>
              <a:ext cx="142200" cy="378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2475A3F-C5E7-927E-A58B-28D20629D9E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74603" y="1454061"/>
                <a:ext cx="1778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FC7A636-0A2B-68A9-1C93-C111C89C64A4}"/>
                  </a:ext>
                </a:extLst>
              </p14:cNvPr>
              <p14:cNvContentPartPr/>
              <p14:nvPr/>
            </p14:nvContentPartPr>
            <p14:xfrm>
              <a:off x="3050083" y="1298901"/>
              <a:ext cx="33840" cy="180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FC7A636-0A2B-68A9-1C93-C111C89C64A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032083" y="1281261"/>
                <a:ext cx="69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2E866F7-61BD-3DDF-A9CA-BEE2D96303E5}"/>
                  </a:ext>
                </a:extLst>
              </p14:cNvPr>
              <p14:cNvContentPartPr/>
              <p14:nvPr/>
            </p14:nvContentPartPr>
            <p14:xfrm>
              <a:off x="3061963" y="1253901"/>
              <a:ext cx="214920" cy="253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2E866F7-61BD-3DDF-A9CA-BEE2D96303E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44323" y="1235901"/>
                <a:ext cx="25056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320A680-FA5E-7CC6-63B9-8AA5C7E58032}"/>
                  </a:ext>
                </a:extLst>
              </p14:cNvPr>
              <p14:cNvContentPartPr/>
              <p14:nvPr/>
            </p14:nvContentPartPr>
            <p14:xfrm>
              <a:off x="536203" y="2161821"/>
              <a:ext cx="9360" cy="200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320A680-FA5E-7CC6-63B9-8AA5C7E5803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18203" y="2143821"/>
                <a:ext cx="450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F123929-1418-3DE0-470D-6E0AA5F4882A}"/>
                  </a:ext>
                </a:extLst>
              </p14:cNvPr>
              <p14:cNvContentPartPr/>
              <p14:nvPr/>
            </p14:nvContentPartPr>
            <p14:xfrm>
              <a:off x="509563" y="2025381"/>
              <a:ext cx="268200" cy="3196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F123929-1418-3DE0-470D-6E0AA5F4882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1563" y="2007381"/>
                <a:ext cx="30384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64205FD-349B-C0E3-7A65-3D9118A27021}"/>
                  </a:ext>
                </a:extLst>
              </p14:cNvPr>
              <p14:cNvContentPartPr/>
              <p14:nvPr/>
            </p14:nvContentPartPr>
            <p14:xfrm>
              <a:off x="1349803" y="2079741"/>
              <a:ext cx="20160" cy="175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64205FD-349B-C0E3-7A65-3D9118A2702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31803" y="2061741"/>
                <a:ext cx="558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6476E37-D24E-B1CA-ED82-7FABD304D798}"/>
                  </a:ext>
                </a:extLst>
              </p14:cNvPr>
              <p14:cNvContentPartPr/>
              <p14:nvPr/>
            </p14:nvContentPartPr>
            <p14:xfrm>
              <a:off x="1383643" y="2077221"/>
              <a:ext cx="119520" cy="210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6476E37-D24E-B1CA-ED82-7FABD304D79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366003" y="2059221"/>
                <a:ext cx="15516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C0991A3-0E37-2297-55F6-4F7BE739A90B}"/>
                  </a:ext>
                </a:extLst>
              </p14:cNvPr>
              <p14:cNvContentPartPr/>
              <p14:nvPr/>
            </p14:nvContentPartPr>
            <p14:xfrm>
              <a:off x="1233523" y="1924941"/>
              <a:ext cx="23040" cy="55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C0991A3-0E37-2297-55F6-4F7BE739A90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15523" y="1907301"/>
                <a:ext cx="5868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8F5896F-B7B6-38B8-58EB-4EFC285CA714}"/>
                  </a:ext>
                </a:extLst>
              </p14:cNvPr>
              <p14:cNvContentPartPr/>
              <p14:nvPr/>
            </p14:nvContentPartPr>
            <p14:xfrm>
              <a:off x="2024083" y="2029341"/>
              <a:ext cx="316080" cy="176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8F5896F-B7B6-38B8-58EB-4EFC285CA71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06443" y="2011701"/>
                <a:ext cx="3517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0FA66B5-2833-0F25-1652-15914758E860}"/>
                  </a:ext>
                </a:extLst>
              </p14:cNvPr>
              <p14:cNvContentPartPr/>
              <p14:nvPr/>
            </p14:nvContentPartPr>
            <p14:xfrm>
              <a:off x="2431963" y="2050581"/>
              <a:ext cx="115200" cy="184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0FA66B5-2833-0F25-1652-15914758E86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414323" y="2032581"/>
                <a:ext cx="1508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C046FE5-7B5B-EE65-D825-603D7EF3C61B}"/>
                  </a:ext>
                </a:extLst>
              </p14:cNvPr>
              <p14:cNvContentPartPr/>
              <p14:nvPr/>
            </p14:nvContentPartPr>
            <p14:xfrm>
              <a:off x="2588563" y="1885341"/>
              <a:ext cx="334800" cy="3931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C046FE5-7B5B-EE65-D825-603D7EF3C61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70923" y="1867701"/>
                <a:ext cx="37044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04ABDD9-2105-0ABD-B0EC-F7E0364A31C6}"/>
                  </a:ext>
                </a:extLst>
              </p14:cNvPr>
              <p14:cNvContentPartPr/>
              <p14:nvPr/>
            </p14:nvContentPartPr>
            <p14:xfrm>
              <a:off x="3413323" y="1961661"/>
              <a:ext cx="276840" cy="210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04ABDD9-2105-0ABD-B0EC-F7E0364A31C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395683" y="1943661"/>
                <a:ext cx="3124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A7DDF04-B68F-222C-EF78-394930567751}"/>
                  </a:ext>
                </a:extLst>
              </p14:cNvPr>
              <p14:cNvContentPartPr/>
              <p14:nvPr/>
            </p14:nvContentPartPr>
            <p14:xfrm>
              <a:off x="4342483" y="1966701"/>
              <a:ext cx="740160" cy="2066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A7DDF04-B68F-222C-EF78-39493056775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24843" y="1948701"/>
                <a:ext cx="7758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C45091B-48DF-8199-763A-DE12CCCC64F9}"/>
                  </a:ext>
                </a:extLst>
              </p14:cNvPr>
              <p14:cNvContentPartPr/>
              <p14:nvPr/>
            </p14:nvContentPartPr>
            <p14:xfrm>
              <a:off x="5101003" y="1757541"/>
              <a:ext cx="180720" cy="360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C45091B-48DF-8199-763A-DE12CCCC64F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083363" y="1739901"/>
                <a:ext cx="21636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6366C2D-ACBC-8898-7E5C-2661333AF6B8}"/>
                  </a:ext>
                </a:extLst>
              </p14:cNvPr>
              <p14:cNvContentPartPr/>
              <p14:nvPr/>
            </p14:nvContentPartPr>
            <p14:xfrm>
              <a:off x="5367403" y="1723701"/>
              <a:ext cx="52200" cy="3646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6366C2D-ACBC-8898-7E5C-2661333AF6B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349763" y="1706061"/>
                <a:ext cx="8784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EFDF70F-F61B-BB0A-9E84-7095158DF7E1}"/>
                  </a:ext>
                </a:extLst>
              </p14:cNvPr>
              <p14:cNvContentPartPr/>
              <p14:nvPr/>
            </p14:nvContentPartPr>
            <p14:xfrm>
              <a:off x="5996683" y="1918461"/>
              <a:ext cx="445680" cy="1551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EFDF70F-F61B-BB0A-9E84-7095158DF7E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979043" y="1900821"/>
                <a:ext cx="4813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8699E4D-B1A9-479E-C205-4876FAE4AEAF}"/>
                  </a:ext>
                </a:extLst>
              </p14:cNvPr>
              <p14:cNvContentPartPr/>
              <p14:nvPr/>
            </p14:nvContentPartPr>
            <p14:xfrm>
              <a:off x="6468643" y="1654581"/>
              <a:ext cx="967680" cy="459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8699E4D-B1A9-479E-C205-4876FAE4AEA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451003" y="1636581"/>
                <a:ext cx="100332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8EC5FDF-9DF7-B5DD-4CC5-F4B0CCBF03B6}"/>
                  </a:ext>
                </a:extLst>
              </p14:cNvPr>
              <p14:cNvContentPartPr/>
              <p14:nvPr/>
            </p14:nvContentPartPr>
            <p14:xfrm>
              <a:off x="7531003" y="1922781"/>
              <a:ext cx="214920" cy="1594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8EC5FDF-9DF7-B5DD-4CC5-F4B0CCBF03B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513363" y="1904781"/>
                <a:ext cx="25056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F8BB22E-CBAA-D5F2-FFF3-FF80806C744F}"/>
                  </a:ext>
                </a:extLst>
              </p14:cNvPr>
              <p14:cNvContentPartPr/>
              <p14:nvPr/>
            </p14:nvContentPartPr>
            <p14:xfrm>
              <a:off x="6683923" y="1694181"/>
              <a:ext cx="802800" cy="127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F8BB22E-CBAA-D5F2-FFF3-FF80806C744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65923" y="1676541"/>
                <a:ext cx="8384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08750FF-1E37-5D28-9C25-5458A3631382}"/>
                  </a:ext>
                </a:extLst>
              </p14:cNvPr>
              <p14:cNvContentPartPr/>
              <p14:nvPr/>
            </p14:nvContentPartPr>
            <p14:xfrm>
              <a:off x="8060923" y="2040861"/>
              <a:ext cx="71280" cy="1825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08750FF-1E37-5D28-9C25-5458A363138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042923" y="2023221"/>
                <a:ext cx="1069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D1CDAA1-6A4A-4BCB-2A84-5B2874C7D1A5}"/>
                  </a:ext>
                </a:extLst>
              </p14:cNvPr>
              <p14:cNvContentPartPr/>
              <p14:nvPr/>
            </p14:nvContentPartPr>
            <p14:xfrm>
              <a:off x="8733763" y="1699581"/>
              <a:ext cx="199440" cy="358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D1CDAA1-6A4A-4BCB-2A84-5B2874C7D1A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716123" y="1681581"/>
                <a:ext cx="23508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92DA9DA-8AB6-1FB6-F66B-3C6929E3AAF2}"/>
                  </a:ext>
                </a:extLst>
              </p14:cNvPr>
              <p14:cNvContentPartPr/>
              <p14:nvPr/>
            </p14:nvContentPartPr>
            <p14:xfrm>
              <a:off x="8752483" y="1671861"/>
              <a:ext cx="1010880" cy="3826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92DA9DA-8AB6-1FB6-F66B-3C6929E3AAF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34483" y="1654221"/>
                <a:ext cx="104652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841EDC0-8DEC-5FCD-5C7D-E563B1294BEF}"/>
                  </a:ext>
                </a:extLst>
              </p14:cNvPr>
              <p14:cNvContentPartPr/>
              <p14:nvPr/>
            </p14:nvContentPartPr>
            <p14:xfrm>
              <a:off x="10357363" y="1733421"/>
              <a:ext cx="171720" cy="3142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841EDC0-8DEC-5FCD-5C7D-E563B1294BE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339723" y="1715781"/>
                <a:ext cx="20736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1082DD6-37B7-E788-C130-93117EBA8321}"/>
                  </a:ext>
                </a:extLst>
              </p14:cNvPr>
              <p14:cNvContentPartPr/>
              <p14:nvPr/>
            </p14:nvContentPartPr>
            <p14:xfrm>
              <a:off x="10358083" y="1893261"/>
              <a:ext cx="148680" cy="39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1082DD6-37B7-E788-C130-93117EBA832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340083" y="1875261"/>
                <a:ext cx="1843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630E926-4760-5CFE-09BB-85EC14F187C1}"/>
                  </a:ext>
                </a:extLst>
              </p14:cNvPr>
              <p14:cNvContentPartPr/>
              <p14:nvPr/>
            </p14:nvContentPartPr>
            <p14:xfrm>
              <a:off x="10658323" y="1785261"/>
              <a:ext cx="183960" cy="2070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630E926-4760-5CFE-09BB-85EC14F187C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640323" y="1767621"/>
                <a:ext cx="2196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4BBC946-9675-8E73-EBA7-1E60498E1AB1}"/>
                  </a:ext>
                </a:extLst>
              </p14:cNvPr>
              <p14:cNvContentPartPr/>
              <p14:nvPr/>
            </p14:nvContentPartPr>
            <p14:xfrm>
              <a:off x="10697923" y="1762941"/>
              <a:ext cx="459360" cy="2757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4BBC946-9675-8E73-EBA7-1E60498E1AB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679923" y="1745301"/>
                <a:ext cx="4950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6995A82-2871-ACC5-DC9B-340555C752A2}"/>
                  </a:ext>
                </a:extLst>
              </p14:cNvPr>
              <p14:cNvContentPartPr/>
              <p14:nvPr/>
            </p14:nvContentPartPr>
            <p14:xfrm>
              <a:off x="11061883" y="1741341"/>
              <a:ext cx="398520" cy="2779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6995A82-2871-ACC5-DC9B-340555C752A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043883" y="1723701"/>
                <a:ext cx="43416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E9D87A4-5F04-6A7F-D775-EA8851F3B20C}"/>
                  </a:ext>
                </a:extLst>
              </p14:cNvPr>
              <p14:cNvContentPartPr/>
              <p14:nvPr/>
            </p14:nvContentPartPr>
            <p14:xfrm>
              <a:off x="11461483" y="1717221"/>
              <a:ext cx="268920" cy="3398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E9D87A4-5F04-6A7F-D775-EA8851F3B20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443483" y="1699221"/>
                <a:ext cx="3045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D0363D2-94CC-156C-EB1C-DEEAF11B414A}"/>
                  </a:ext>
                </a:extLst>
              </p14:cNvPr>
              <p14:cNvContentPartPr/>
              <p14:nvPr/>
            </p14:nvContentPartPr>
            <p14:xfrm>
              <a:off x="460603" y="2898741"/>
              <a:ext cx="50760" cy="168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D0363D2-94CC-156C-EB1C-DEEAF11B414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42963" y="2881101"/>
                <a:ext cx="8640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598BE62-DFF8-DCA9-1D7D-816E412CD92D}"/>
                  </a:ext>
                </a:extLst>
              </p14:cNvPr>
              <p14:cNvContentPartPr/>
              <p14:nvPr/>
            </p14:nvContentPartPr>
            <p14:xfrm>
              <a:off x="540523" y="2886861"/>
              <a:ext cx="131760" cy="2070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598BE62-DFF8-DCA9-1D7D-816E412CD92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22523" y="2868861"/>
                <a:ext cx="1674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6BAB0B9-D272-EC81-156F-A97C2D2E7060}"/>
                  </a:ext>
                </a:extLst>
              </p14:cNvPr>
              <p14:cNvContentPartPr/>
              <p14:nvPr/>
            </p14:nvContentPartPr>
            <p14:xfrm>
              <a:off x="442963" y="2691741"/>
              <a:ext cx="18000" cy="403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6BAB0B9-D272-EC81-156F-A97C2D2E706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24963" y="2674101"/>
                <a:ext cx="536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0DAECB0-FFDF-08D1-B93E-34B2B09851DB}"/>
                  </a:ext>
                </a:extLst>
              </p14:cNvPr>
              <p14:cNvContentPartPr/>
              <p14:nvPr/>
            </p14:nvContentPartPr>
            <p14:xfrm>
              <a:off x="1489123" y="2642061"/>
              <a:ext cx="242640" cy="4554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0DAECB0-FFDF-08D1-B93E-34B2B09851D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471123" y="2624421"/>
                <a:ext cx="27828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3EBC28F-C09B-2750-480A-3B198A994EA1}"/>
                  </a:ext>
                </a:extLst>
              </p14:cNvPr>
              <p14:cNvContentPartPr/>
              <p14:nvPr/>
            </p14:nvContentPartPr>
            <p14:xfrm>
              <a:off x="1818163" y="2832141"/>
              <a:ext cx="245880" cy="2221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3EBC28F-C09B-2750-480A-3B198A994EA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800523" y="2814501"/>
                <a:ext cx="28152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1E7EEBF-1BE6-9C3B-CD45-FACE74BAE007}"/>
                  </a:ext>
                </a:extLst>
              </p14:cNvPr>
              <p14:cNvContentPartPr/>
              <p14:nvPr/>
            </p14:nvContentPartPr>
            <p14:xfrm>
              <a:off x="2141443" y="2842941"/>
              <a:ext cx="172080" cy="1782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1E7EEBF-1BE6-9C3B-CD45-FACE74BAE00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123443" y="2825301"/>
                <a:ext cx="2077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4BA7950-66DD-737D-2B1D-1FBE7626091C}"/>
                  </a:ext>
                </a:extLst>
              </p14:cNvPr>
              <p14:cNvContentPartPr/>
              <p14:nvPr/>
            </p14:nvContentPartPr>
            <p14:xfrm>
              <a:off x="2350603" y="2757261"/>
              <a:ext cx="744120" cy="2595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4BA7950-66DD-737D-2B1D-1FBE7626091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332963" y="2739261"/>
                <a:ext cx="77976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0FE5227-AA44-EEE4-CDB9-6D7C94060DC8}"/>
                  </a:ext>
                </a:extLst>
              </p14:cNvPr>
              <p14:cNvContentPartPr/>
              <p14:nvPr/>
            </p14:nvContentPartPr>
            <p14:xfrm>
              <a:off x="3689443" y="2674101"/>
              <a:ext cx="406800" cy="2390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0FE5227-AA44-EEE4-CDB9-6D7C94060DC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671443" y="2656461"/>
                <a:ext cx="4424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B05C2D6-198F-328E-C0DA-EA290C4FBBA6}"/>
                  </a:ext>
                </a:extLst>
              </p14:cNvPr>
              <p14:cNvContentPartPr/>
              <p14:nvPr/>
            </p14:nvContentPartPr>
            <p14:xfrm>
              <a:off x="4513843" y="2649621"/>
              <a:ext cx="866160" cy="2109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B05C2D6-198F-328E-C0DA-EA290C4FBBA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496203" y="2631981"/>
                <a:ext cx="9018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F6532A1-4664-3292-829B-0B06F6EBAFB4}"/>
                  </a:ext>
                </a:extLst>
              </p14:cNvPr>
              <p14:cNvContentPartPr/>
              <p14:nvPr/>
            </p14:nvContentPartPr>
            <p14:xfrm>
              <a:off x="5494843" y="2657181"/>
              <a:ext cx="88920" cy="324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F6532A1-4664-3292-829B-0B06F6EBAFB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476843" y="2639541"/>
                <a:ext cx="1245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A6D298C-C3E1-7266-6A3B-52326DB080FD}"/>
                  </a:ext>
                </a:extLst>
              </p14:cNvPr>
              <p14:cNvContentPartPr/>
              <p14:nvPr/>
            </p14:nvContentPartPr>
            <p14:xfrm>
              <a:off x="5914603" y="2410221"/>
              <a:ext cx="974160" cy="4464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A6D298C-C3E1-7266-6A3B-52326DB080F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896603" y="2392581"/>
                <a:ext cx="100980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2E6F3ED-629C-66AF-A402-D75667392749}"/>
                  </a:ext>
                </a:extLst>
              </p14:cNvPr>
              <p14:cNvContentPartPr/>
              <p14:nvPr/>
            </p14:nvContentPartPr>
            <p14:xfrm>
              <a:off x="6991003" y="2616861"/>
              <a:ext cx="191160" cy="2044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2E6F3ED-629C-66AF-A402-D7566739274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973363" y="2598861"/>
                <a:ext cx="2268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2C65692-31B1-0705-E559-436406B9ACD3}"/>
                  </a:ext>
                </a:extLst>
              </p14:cNvPr>
              <p14:cNvContentPartPr/>
              <p14:nvPr/>
            </p14:nvContentPartPr>
            <p14:xfrm>
              <a:off x="7117723" y="2513181"/>
              <a:ext cx="1337040" cy="6818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2C65692-31B1-0705-E559-436406B9ACD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099723" y="2495181"/>
                <a:ext cx="1372680" cy="71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953DC6D-06A3-872F-5E33-6C2803FC6C9E}"/>
                  </a:ext>
                </a:extLst>
              </p14:cNvPr>
              <p14:cNvContentPartPr/>
              <p14:nvPr/>
            </p14:nvContentPartPr>
            <p14:xfrm>
              <a:off x="8535403" y="2506701"/>
              <a:ext cx="375480" cy="2170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953DC6D-06A3-872F-5E33-6C2803FC6C9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517763" y="2488701"/>
                <a:ext cx="4111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DACABBE-2B19-3669-F437-61B2F0044298}"/>
                  </a:ext>
                </a:extLst>
              </p14:cNvPr>
              <p14:cNvContentPartPr/>
              <p14:nvPr/>
            </p14:nvContentPartPr>
            <p14:xfrm>
              <a:off x="9181243" y="2532621"/>
              <a:ext cx="312120" cy="2682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DACABBE-2B19-3669-F437-61B2F004429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163603" y="2514981"/>
                <a:ext cx="34776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9FB62AE-47F4-2B25-E154-D6869FD1FC6D}"/>
                  </a:ext>
                </a:extLst>
              </p14:cNvPr>
              <p14:cNvContentPartPr/>
              <p14:nvPr/>
            </p14:nvContentPartPr>
            <p14:xfrm>
              <a:off x="9330283" y="2513181"/>
              <a:ext cx="599760" cy="702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FB62AE-47F4-2B25-E154-D6869FD1FC6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312283" y="2495181"/>
                <a:ext cx="635400" cy="73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B2E60E9-BA7E-0585-186B-2AA203FD175C}"/>
                  </a:ext>
                </a:extLst>
              </p14:cNvPr>
              <p14:cNvContentPartPr/>
              <p14:nvPr/>
            </p14:nvContentPartPr>
            <p14:xfrm>
              <a:off x="10073323" y="2285301"/>
              <a:ext cx="61920" cy="423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B2E60E9-BA7E-0585-186B-2AA203FD175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055683" y="2267301"/>
                <a:ext cx="9756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68C12D9-0800-C15C-4BD2-2D2E963D0F4A}"/>
                  </a:ext>
                </a:extLst>
              </p14:cNvPr>
              <p14:cNvContentPartPr/>
              <p14:nvPr/>
            </p14:nvContentPartPr>
            <p14:xfrm>
              <a:off x="9858043" y="2430381"/>
              <a:ext cx="831240" cy="272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68C12D9-0800-C15C-4BD2-2D2E963D0F4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840403" y="2412741"/>
                <a:ext cx="8668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DCEC982-70CE-623B-5444-F1816FC57943}"/>
                  </a:ext>
                </a:extLst>
              </p14:cNvPr>
              <p14:cNvContentPartPr/>
              <p14:nvPr/>
            </p14:nvContentPartPr>
            <p14:xfrm>
              <a:off x="10998523" y="2385381"/>
              <a:ext cx="564840" cy="7830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DCEC982-70CE-623B-5444-F1816FC5794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980523" y="2367741"/>
                <a:ext cx="600480" cy="81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07B8923-010A-CAB0-81A3-29AF31573F9A}"/>
                  </a:ext>
                </a:extLst>
              </p14:cNvPr>
              <p14:cNvContentPartPr/>
              <p14:nvPr/>
            </p14:nvContentPartPr>
            <p14:xfrm>
              <a:off x="410203" y="3502461"/>
              <a:ext cx="266760" cy="2548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07B8923-010A-CAB0-81A3-29AF31573F9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92203" y="3484821"/>
                <a:ext cx="30240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2E970E6-0DC9-37A4-0811-33086E9528CD}"/>
                  </a:ext>
                </a:extLst>
              </p14:cNvPr>
              <p14:cNvContentPartPr/>
              <p14:nvPr/>
            </p14:nvContentPartPr>
            <p14:xfrm>
              <a:off x="688483" y="3504621"/>
              <a:ext cx="160200" cy="4968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2E970E6-0DC9-37A4-0811-33086E9528C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70483" y="3486621"/>
                <a:ext cx="19584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A9595C6-8FB1-C565-DAF5-4703DB077B9E}"/>
                  </a:ext>
                </a:extLst>
              </p14:cNvPr>
              <p14:cNvContentPartPr/>
              <p14:nvPr/>
            </p14:nvContentPartPr>
            <p14:xfrm>
              <a:off x="981523" y="3288621"/>
              <a:ext cx="648720" cy="4395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A9595C6-8FB1-C565-DAF5-4703DB077B9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63883" y="3270621"/>
                <a:ext cx="68436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E3E0610-596F-836D-E693-B42E6748AB9C}"/>
                  </a:ext>
                </a:extLst>
              </p14:cNvPr>
              <p14:cNvContentPartPr/>
              <p14:nvPr/>
            </p14:nvContentPartPr>
            <p14:xfrm>
              <a:off x="1706563" y="3339741"/>
              <a:ext cx="607320" cy="3895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E3E0610-596F-836D-E693-B42E6748AB9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688923" y="3321741"/>
                <a:ext cx="64296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08F1EB2-A5D7-202E-2151-AF338D91EDA9}"/>
                  </a:ext>
                </a:extLst>
              </p14:cNvPr>
              <p14:cNvContentPartPr/>
              <p14:nvPr/>
            </p14:nvContentPartPr>
            <p14:xfrm>
              <a:off x="2271403" y="3411741"/>
              <a:ext cx="1133280" cy="3247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08F1EB2-A5D7-202E-2151-AF338D91EDA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253403" y="3393741"/>
                <a:ext cx="116892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7DBD795-E555-B83E-3CED-64CE5359B240}"/>
                  </a:ext>
                </a:extLst>
              </p14:cNvPr>
              <p14:cNvContentPartPr/>
              <p14:nvPr/>
            </p14:nvContentPartPr>
            <p14:xfrm>
              <a:off x="10334075" y="4036341"/>
              <a:ext cx="342000" cy="2534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7DBD795-E555-B83E-3CED-64CE5359B24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316435" y="4018341"/>
                <a:ext cx="3776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3471B35-3ECD-1374-B97D-8CA1B66CDFE9}"/>
                  </a:ext>
                </a:extLst>
              </p14:cNvPr>
              <p14:cNvContentPartPr/>
              <p14:nvPr/>
            </p14:nvContentPartPr>
            <p14:xfrm>
              <a:off x="10481675" y="3876861"/>
              <a:ext cx="5760" cy="586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3471B35-3ECD-1374-B97D-8CA1B66CDFE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464035" y="3858861"/>
                <a:ext cx="414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EFBBDCB7-0839-7052-E832-C4DA74F2B3C7}"/>
                  </a:ext>
                </a:extLst>
              </p14:cNvPr>
              <p14:cNvContentPartPr/>
              <p14:nvPr/>
            </p14:nvContentPartPr>
            <p14:xfrm>
              <a:off x="453763" y="4375821"/>
              <a:ext cx="52200" cy="2977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EFBBDCB7-0839-7052-E832-C4DA74F2B3C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35763" y="4358181"/>
                <a:ext cx="8784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5A89820-E5FE-3D7B-219E-276F06719A4A}"/>
                  </a:ext>
                </a:extLst>
              </p14:cNvPr>
              <p14:cNvContentPartPr/>
              <p14:nvPr/>
            </p14:nvContentPartPr>
            <p14:xfrm>
              <a:off x="477883" y="4363581"/>
              <a:ext cx="208080" cy="3618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5A89820-E5FE-3D7B-219E-276F06719A4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59883" y="4345581"/>
                <a:ext cx="24372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F3BD043-B98F-7188-21A6-80D9C7FFD397}"/>
                  </a:ext>
                </a:extLst>
              </p14:cNvPr>
              <p14:cNvContentPartPr/>
              <p14:nvPr/>
            </p14:nvContentPartPr>
            <p14:xfrm>
              <a:off x="-24317" y="4370421"/>
              <a:ext cx="163440" cy="3416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F3BD043-B98F-7188-21A6-80D9C7FFD39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-42317" y="4352781"/>
                <a:ext cx="19908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48823621-76CB-37E0-B26D-AC2D1EB7C5D8}"/>
                  </a:ext>
                </a:extLst>
              </p14:cNvPr>
              <p14:cNvContentPartPr/>
              <p14:nvPr/>
            </p14:nvContentPartPr>
            <p14:xfrm>
              <a:off x="133003" y="4344141"/>
              <a:ext cx="206280" cy="8542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48823621-76CB-37E0-B26D-AC2D1EB7C5D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15363" y="4326141"/>
                <a:ext cx="241920" cy="88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5ECA001-45A8-EA86-5EFD-9D6EE0C1AEE1}"/>
                  </a:ext>
                </a:extLst>
              </p14:cNvPr>
              <p14:cNvContentPartPr/>
              <p14:nvPr/>
            </p14:nvContentPartPr>
            <p14:xfrm>
              <a:off x="1386275" y="4417221"/>
              <a:ext cx="225720" cy="2160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5ECA001-45A8-EA86-5EFD-9D6EE0C1AEE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368635" y="4399581"/>
                <a:ext cx="2613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3C83F06-E641-C9F6-040B-EBB385F87487}"/>
                  </a:ext>
                </a:extLst>
              </p14:cNvPr>
              <p14:cNvContentPartPr/>
              <p14:nvPr/>
            </p14:nvContentPartPr>
            <p14:xfrm>
              <a:off x="1444955" y="4223901"/>
              <a:ext cx="873000" cy="3567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3C83F06-E641-C9F6-040B-EBB385F8748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427315" y="4206261"/>
                <a:ext cx="90864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689A61F9-1601-6EAB-29FA-39B1F4D6DD13}"/>
                  </a:ext>
                </a:extLst>
              </p14:cNvPr>
              <p14:cNvContentPartPr/>
              <p14:nvPr/>
            </p14:nvContentPartPr>
            <p14:xfrm>
              <a:off x="2775155" y="4332981"/>
              <a:ext cx="693720" cy="2437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689A61F9-1601-6EAB-29FA-39B1F4D6DD1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757155" y="4314981"/>
                <a:ext cx="7293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B7D2588-650F-9199-09ED-BE584E7EEAF0}"/>
                  </a:ext>
                </a:extLst>
              </p14:cNvPr>
              <p14:cNvContentPartPr/>
              <p14:nvPr/>
            </p14:nvContentPartPr>
            <p14:xfrm>
              <a:off x="3630155" y="4141461"/>
              <a:ext cx="247680" cy="429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B7D2588-650F-9199-09ED-BE584E7EEAF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612155" y="4123461"/>
                <a:ext cx="28332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ED3308E-5609-3372-8969-6290284303BC}"/>
                  </a:ext>
                </a:extLst>
              </p14:cNvPr>
              <p14:cNvContentPartPr/>
              <p14:nvPr/>
            </p14:nvContentPartPr>
            <p14:xfrm>
              <a:off x="4335755" y="4277181"/>
              <a:ext cx="524160" cy="2415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ED3308E-5609-3372-8969-6290284303B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318115" y="4259541"/>
                <a:ext cx="5598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CCAB900-C705-C4B9-4A44-CDF3E90BBD1A}"/>
                  </a:ext>
                </a:extLst>
              </p14:cNvPr>
              <p14:cNvContentPartPr/>
              <p14:nvPr/>
            </p14:nvContentPartPr>
            <p14:xfrm>
              <a:off x="4916435" y="3940581"/>
              <a:ext cx="2023560" cy="7160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CCAB900-C705-C4B9-4A44-CDF3E90BBD1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898435" y="3922941"/>
                <a:ext cx="2059200" cy="7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8BA060B-21CD-64FF-847E-53A630F33D52}"/>
                  </a:ext>
                </a:extLst>
              </p14:cNvPr>
              <p14:cNvContentPartPr/>
              <p14:nvPr/>
            </p14:nvContentPartPr>
            <p14:xfrm>
              <a:off x="7768355" y="4003941"/>
              <a:ext cx="869760" cy="4561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8BA060B-21CD-64FF-847E-53A630F33D5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750715" y="3985941"/>
                <a:ext cx="90540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D4755D9-61B1-437C-91A1-1D18AA8B9F77}"/>
                  </a:ext>
                </a:extLst>
              </p14:cNvPr>
              <p14:cNvContentPartPr/>
              <p14:nvPr/>
            </p14:nvContentPartPr>
            <p14:xfrm>
              <a:off x="8842235" y="3963261"/>
              <a:ext cx="921600" cy="3693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D4755D9-61B1-437C-91A1-1D18AA8B9F7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824595" y="3945261"/>
                <a:ext cx="95724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EFE8BD8-018A-5049-749D-439C7AD4F597}"/>
                  </a:ext>
                </a:extLst>
              </p14:cNvPr>
              <p14:cNvContentPartPr/>
              <p14:nvPr/>
            </p14:nvContentPartPr>
            <p14:xfrm>
              <a:off x="437675" y="5180421"/>
              <a:ext cx="187560" cy="3355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EFE8BD8-018A-5049-749D-439C7AD4F59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19675" y="5162781"/>
                <a:ext cx="22320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85E45A44-FF81-E8CB-52F7-372DE48ECCCF}"/>
                  </a:ext>
                </a:extLst>
              </p14:cNvPr>
              <p14:cNvContentPartPr/>
              <p14:nvPr/>
            </p14:nvContentPartPr>
            <p14:xfrm>
              <a:off x="694715" y="5331621"/>
              <a:ext cx="176040" cy="1602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85E45A44-FF81-E8CB-52F7-372DE48ECCC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76715" y="5313621"/>
                <a:ext cx="2116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EE1F84A-23C6-3A3F-967A-7E29D4BABF8F}"/>
                  </a:ext>
                </a:extLst>
              </p14:cNvPr>
              <p14:cNvContentPartPr/>
              <p14:nvPr/>
            </p14:nvContentPartPr>
            <p14:xfrm>
              <a:off x="864995" y="5275821"/>
              <a:ext cx="973080" cy="2077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EE1F84A-23C6-3A3F-967A-7E29D4BABF8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46995" y="5258181"/>
                <a:ext cx="100872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F76A63A-23BD-7F5B-10EE-6C985AF90F9B}"/>
                  </a:ext>
                </a:extLst>
              </p14:cNvPr>
              <p14:cNvContentPartPr/>
              <p14:nvPr/>
            </p14:nvContentPartPr>
            <p14:xfrm>
              <a:off x="2637995" y="5181141"/>
              <a:ext cx="420480" cy="1807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F76A63A-23BD-7F5B-10EE-6C985AF90F9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619995" y="5163501"/>
                <a:ext cx="4561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4DBE4FF-B313-D5F1-7133-AF6212B600E4}"/>
                  </a:ext>
                </a:extLst>
              </p14:cNvPr>
              <p14:cNvContentPartPr/>
              <p14:nvPr/>
            </p14:nvContentPartPr>
            <p14:xfrm>
              <a:off x="3746795" y="4930221"/>
              <a:ext cx="1011600" cy="4852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4DBE4FF-B313-D5F1-7133-AF6212B600E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728795" y="4912581"/>
                <a:ext cx="104724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620C4A7-6DD7-820B-268A-B3324B70B20F}"/>
                  </a:ext>
                </a:extLst>
              </p14:cNvPr>
              <p14:cNvContentPartPr/>
              <p14:nvPr/>
            </p14:nvContentPartPr>
            <p14:xfrm>
              <a:off x="4857755" y="5212101"/>
              <a:ext cx="158400" cy="1767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620C4A7-6DD7-820B-268A-B3324B70B20F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840115" y="5194101"/>
                <a:ext cx="1940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8588BD3-F1A2-8B0F-8B71-438277492DAF}"/>
                  </a:ext>
                </a:extLst>
              </p14:cNvPr>
              <p14:cNvContentPartPr/>
              <p14:nvPr/>
            </p14:nvContentPartPr>
            <p14:xfrm>
              <a:off x="5042075" y="4399221"/>
              <a:ext cx="4814280" cy="14306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8588BD3-F1A2-8B0F-8B71-438277492DA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024075" y="4381221"/>
                <a:ext cx="4849920" cy="14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A1E8087-9A79-E1ED-B002-B256B130C832}"/>
                  </a:ext>
                </a:extLst>
              </p14:cNvPr>
              <p14:cNvContentPartPr/>
              <p14:nvPr/>
            </p14:nvContentPartPr>
            <p14:xfrm>
              <a:off x="9572315" y="4426941"/>
              <a:ext cx="288000" cy="514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A1E8087-9A79-E1ED-B002-B256B130C83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554675" y="4408941"/>
                <a:ext cx="3236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F9297C2-06D3-F139-04B5-8FA4AE499E20}"/>
                  </a:ext>
                </a:extLst>
              </p14:cNvPr>
              <p14:cNvContentPartPr/>
              <p14:nvPr/>
            </p14:nvContentPartPr>
            <p14:xfrm>
              <a:off x="7383515" y="5038221"/>
              <a:ext cx="349920" cy="2865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F9297C2-06D3-F139-04B5-8FA4AE499E2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365515" y="5020581"/>
                <a:ext cx="3855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C3A7593-BA5F-A7E6-2843-C5E2F85595A1}"/>
                  </a:ext>
                </a:extLst>
              </p14:cNvPr>
              <p14:cNvContentPartPr/>
              <p14:nvPr/>
            </p14:nvContentPartPr>
            <p14:xfrm>
              <a:off x="7753235" y="5022741"/>
              <a:ext cx="482760" cy="6973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C3A7593-BA5F-A7E6-2843-C5E2F85595A1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735235" y="5004741"/>
                <a:ext cx="51840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2ACB08D-8D1D-135C-8EE8-DF1BAC02142E}"/>
                  </a:ext>
                </a:extLst>
              </p14:cNvPr>
              <p14:cNvContentPartPr/>
              <p14:nvPr/>
            </p14:nvContentPartPr>
            <p14:xfrm>
              <a:off x="8391515" y="4808541"/>
              <a:ext cx="39240" cy="4276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2ACB08D-8D1D-135C-8EE8-DF1BAC02142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373875" y="4790901"/>
                <a:ext cx="7488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ED4FF8A-C8C3-1F91-CCFA-681A78E8BA6A}"/>
                  </a:ext>
                </a:extLst>
              </p14:cNvPr>
              <p14:cNvContentPartPr/>
              <p14:nvPr/>
            </p14:nvContentPartPr>
            <p14:xfrm>
              <a:off x="8104235" y="4975221"/>
              <a:ext cx="1062720" cy="3160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ED4FF8A-C8C3-1F91-CCFA-681A78E8BA6A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086595" y="4957221"/>
                <a:ext cx="109836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297FB39-019E-6DD1-1585-5CC92D01E84E}"/>
                  </a:ext>
                </a:extLst>
              </p14:cNvPr>
              <p14:cNvContentPartPr/>
              <p14:nvPr/>
            </p14:nvContentPartPr>
            <p14:xfrm>
              <a:off x="8296115" y="4871181"/>
              <a:ext cx="378720" cy="874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297FB39-019E-6DD1-1585-5CC92D01E84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278115" y="4853541"/>
                <a:ext cx="4143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A19861F-590D-DF26-7A28-95DD4880EC22}"/>
                  </a:ext>
                </a:extLst>
              </p14:cNvPr>
              <p14:cNvContentPartPr/>
              <p14:nvPr/>
            </p14:nvContentPartPr>
            <p14:xfrm>
              <a:off x="9876515" y="4701621"/>
              <a:ext cx="552240" cy="10738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A19861F-590D-DF26-7A28-95DD4880EC2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858875" y="4683621"/>
                <a:ext cx="587880" cy="11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1180220-B833-7C52-F060-B0E72F9C48F6}"/>
                  </a:ext>
                </a:extLst>
              </p14:cNvPr>
              <p14:cNvContentPartPr/>
              <p14:nvPr/>
            </p14:nvContentPartPr>
            <p14:xfrm>
              <a:off x="4614755" y="2773461"/>
              <a:ext cx="6685560" cy="3276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1180220-B833-7C52-F060-B0E72F9C48F6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596755" y="2755461"/>
                <a:ext cx="672120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90771FB-6793-2DE6-A6D6-94D1383A0CFF}"/>
                  </a:ext>
                </a:extLst>
              </p14:cNvPr>
              <p14:cNvContentPartPr/>
              <p14:nvPr/>
            </p14:nvContentPartPr>
            <p14:xfrm>
              <a:off x="422915" y="3744021"/>
              <a:ext cx="1252440" cy="1994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90771FB-6793-2DE6-A6D6-94D1383A0CF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04915" y="3726021"/>
                <a:ext cx="12880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F9C79C0-3FC7-625C-BB12-D56C2646008F}"/>
                  </a:ext>
                </a:extLst>
              </p14:cNvPr>
              <p14:cNvContentPartPr/>
              <p14:nvPr/>
            </p14:nvContentPartPr>
            <p14:xfrm>
              <a:off x="3912035" y="5404341"/>
              <a:ext cx="6991920" cy="2433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F9C79C0-3FC7-625C-BB12-D56C2646008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894035" y="5386701"/>
                <a:ext cx="7027560" cy="27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FD1E69D-E6EF-15BA-C0C0-8D0573D9EC37}"/>
              </a:ext>
            </a:extLst>
          </p:cNvPr>
          <p:cNvGrpSpPr/>
          <p:nvPr/>
        </p:nvGrpSpPr>
        <p:grpSpPr>
          <a:xfrm>
            <a:off x="413915" y="5795301"/>
            <a:ext cx="3282120" cy="799200"/>
            <a:chOff x="413915" y="5795301"/>
            <a:chExt cx="3282120" cy="79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318AC29-BDFB-7FBC-B43E-A3E1F73337ED}"/>
                    </a:ext>
                  </a:extLst>
                </p14:cNvPr>
                <p14:cNvContentPartPr/>
                <p14:nvPr/>
              </p14:nvContentPartPr>
              <p14:xfrm>
                <a:off x="479075" y="6083661"/>
                <a:ext cx="212040" cy="243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318AC29-BDFB-7FBC-B43E-A3E1F73337E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61075" y="6065661"/>
                  <a:ext cx="247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19235D6-CF89-E143-F3EB-E3C6F0E84AD8}"/>
                    </a:ext>
                  </a:extLst>
                </p14:cNvPr>
                <p14:cNvContentPartPr/>
                <p14:nvPr/>
              </p14:nvContentPartPr>
              <p14:xfrm>
                <a:off x="774275" y="6051621"/>
                <a:ext cx="129240" cy="517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19235D6-CF89-E143-F3EB-E3C6F0E84AD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6275" y="6033981"/>
                  <a:ext cx="16488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5DE6C36-F78A-2CA0-DC65-1C9B60AF413F}"/>
                    </a:ext>
                  </a:extLst>
                </p14:cNvPr>
                <p14:cNvContentPartPr/>
                <p14:nvPr/>
              </p14:nvContentPartPr>
              <p14:xfrm>
                <a:off x="1174595" y="5989701"/>
                <a:ext cx="218880" cy="215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5DE6C36-F78A-2CA0-DC65-1C9B60AF413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56955" y="5971701"/>
                  <a:ext cx="254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31868A1-7CDC-92A9-AA93-0EBB800FA109}"/>
                    </a:ext>
                  </a:extLst>
                </p14:cNvPr>
                <p14:cNvContentPartPr/>
                <p14:nvPr/>
              </p14:nvContentPartPr>
              <p14:xfrm>
                <a:off x="1468355" y="5795301"/>
                <a:ext cx="811800" cy="455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31868A1-7CDC-92A9-AA93-0EBB800FA10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450715" y="5777301"/>
                  <a:ext cx="84744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9E56AE1-2AA5-A60B-1309-0F33E4AD6728}"/>
                    </a:ext>
                  </a:extLst>
                </p14:cNvPr>
                <p14:cNvContentPartPr/>
                <p14:nvPr/>
              </p14:nvContentPartPr>
              <p14:xfrm>
                <a:off x="1697675" y="5930301"/>
                <a:ext cx="1998360" cy="315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9E56AE1-2AA5-A60B-1309-0F33E4AD672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79675" y="5912661"/>
                  <a:ext cx="20340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5843926-F203-A4FB-BE5E-75E1F69D6A92}"/>
                    </a:ext>
                  </a:extLst>
                </p14:cNvPr>
                <p14:cNvContentPartPr/>
                <p14:nvPr/>
              </p14:nvContentPartPr>
              <p14:xfrm>
                <a:off x="413915" y="6445461"/>
                <a:ext cx="2953080" cy="149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5843926-F203-A4FB-BE5E-75E1F69D6A9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5915" y="6427821"/>
                  <a:ext cx="2988720" cy="18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489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0D45FB-455A-CA2E-CBE8-F9004A97107E}"/>
              </a:ext>
            </a:extLst>
          </p:cNvPr>
          <p:cNvGrpSpPr/>
          <p:nvPr/>
        </p:nvGrpSpPr>
        <p:grpSpPr>
          <a:xfrm>
            <a:off x="498403" y="242301"/>
            <a:ext cx="2283480" cy="654840"/>
            <a:chOff x="498403" y="242301"/>
            <a:chExt cx="228348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D8059A3-CB4E-4543-75DC-91FA298CDAD6}"/>
                    </a:ext>
                  </a:extLst>
                </p14:cNvPr>
                <p14:cNvContentPartPr/>
                <p14:nvPr/>
              </p14:nvContentPartPr>
              <p14:xfrm>
                <a:off x="498403" y="449661"/>
                <a:ext cx="290160" cy="181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D8059A3-CB4E-4543-75DC-91FA298CDA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0763" y="432021"/>
                  <a:ext cx="325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A3A439-2666-9293-4A54-F207FF3AF06B}"/>
                    </a:ext>
                  </a:extLst>
                </p14:cNvPr>
                <p14:cNvContentPartPr/>
                <p14:nvPr/>
              </p14:nvContentPartPr>
              <p14:xfrm>
                <a:off x="921403" y="495381"/>
                <a:ext cx="132840" cy="15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A3A439-2666-9293-4A54-F207FF3AF0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3763" y="477381"/>
                  <a:ext cx="168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98597D7-3110-B7D0-9FF9-4A31E9A798EE}"/>
                    </a:ext>
                  </a:extLst>
                </p14:cNvPr>
                <p14:cNvContentPartPr/>
                <p14:nvPr/>
              </p14:nvContentPartPr>
              <p14:xfrm>
                <a:off x="989083" y="388101"/>
                <a:ext cx="36720" cy="208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98597D7-3110-B7D0-9FF9-4A31E9A798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1083" y="370461"/>
                  <a:ext cx="72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C796670-075B-6A78-C736-79D8A585B88F}"/>
                    </a:ext>
                  </a:extLst>
                </p14:cNvPr>
                <p14:cNvContentPartPr/>
                <p14:nvPr/>
              </p14:nvContentPartPr>
              <p14:xfrm>
                <a:off x="1246483" y="410781"/>
                <a:ext cx="194760" cy="486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C796670-075B-6A78-C736-79D8A585B88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28843" y="393141"/>
                  <a:ext cx="2304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7432112-4E9B-1DE8-9024-8958937A7C2E}"/>
                    </a:ext>
                  </a:extLst>
                </p14:cNvPr>
                <p14:cNvContentPartPr/>
                <p14:nvPr/>
              </p14:nvContentPartPr>
              <p14:xfrm>
                <a:off x="1588483" y="479541"/>
                <a:ext cx="190800" cy="34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7432112-4E9B-1DE8-9024-8958937A7C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0843" y="461901"/>
                  <a:ext cx="226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782B530-244D-507F-A6F5-5B7E5B7EA14E}"/>
                    </a:ext>
                  </a:extLst>
                </p14:cNvPr>
                <p14:cNvContentPartPr/>
                <p14:nvPr/>
              </p14:nvContentPartPr>
              <p14:xfrm>
                <a:off x="1681723" y="414381"/>
                <a:ext cx="51480" cy="212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782B530-244D-507F-A6F5-5B7E5B7EA1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64083" y="396381"/>
                  <a:ext cx="87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D11C1D-060D-3C7B-7ABD-FB0F12D5F839}"/>
                    </a:ext>
                  </a:extLst>
                </p14:cNvPr>
                <p14:cNvContentPartPr/>
                <p14:nvPr/>
              </p14:nvContentPartPr>
              <p14:xfrm>
                <a:off x="1822843" y="406821"/>
                <a:ext cx="207720" cy="255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D11C1D-060D-3C7B-7ABD-FB0F12D5F8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05203" y="389181"/>
                  <a:ext cx="243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479751-D10C-98E7-300B-4359E811394B}"/>
                    </a:ext>
                  </a:extLst>
                </p14:cNvPr>
                <p14:cNvContentPartPr/>
                <p14:nvPr/>
              </p14:nvContentPartPr>
              <p14:xfrm>
                <a:off x="2221003" y="480621"/>
                <a:ext cx="146880" cy="36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479751-D10C-98E7-300B-4359E81139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03003" y="462621"/>
                  <a:ext cx="182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A8648E5-8C44-A567-BE3A-8C292C4B6050}"/>
                    </a:ext>
                  </a:extLst>
                </p14:cNvPr>
                <p14:cNvContentPartPr/>
                <p14:nvPr/>
              </p14:nvContentPartPr>
              <p14:xfrm>
                <a:off x="2226403" y="557301"/>
                <a:ext cx="179280" cy="51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A8648E5-8C44-A567-BE3A-8C292C4B60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08763" y="539301"/>
                  <a:ext cx="2149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CDC5E0-F093-228E-6319-04F362900FB7}"/>
                    </a:ext>
                  </a:extLst>
                </p14:cNvPr>
                <p14:cNvContentPartPr/>
                <p14:nvPr/>
              </p14:nvContentPartPr>
              <p14:xfrm>
                <a:off x="2500003" y="242301"/>
                <a:ext cx="281880" cy="399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CDC5E0-F093-228E-6319-04F362900F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2363" y="224661"/>
                  <a:ext cx="317520" cy="43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283F1AD-EC05-2EFD-13FC-E839D802A2B5}"/>
                  </a:ext>
                </a:extLst>
              </p14:cNvPr>
              <p14:cNvContentPartPr/>
              <p14:nvPr/>
            </p14:nvContentPartPr>
            <p14:xfrm>
              <a:off x="450883" y="1094061"/>
              <a:ext cx="206280" cy="327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283F1AD-EC05-2EFD-13FC-E839D802A2B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3243" y="1076421"/>
                <a:ext cx="2419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939F9C0-349A-010B-BAF4-E7B133A94360}"/>
                  </a:ext>
                </a:extLst>
              </p14:cNvPr>
              <p14:cNvContentPartPr/>
              <p14:nvPr/>
            </p14:nvContentPartPr>
            <p14:xfrm>
              <a:off x="782803" y="1251021"/>
              <a:ext cx="248040" cy="147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939F9C0-349A-010B-BAF4-E7B133A943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65163" y="1233021"/>
                <a:ext cx="2836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EED072A-5DCC-5BAA-5843-77F01C987678}"/>
                  </a:ext>
                </a:extLst>
              </p14:cNvPr>
              <p14:cNvContentPartPr/>
              <p14:nvPr/>
            </p14:nvContentPartPr>
            <p14:xfrm>
              <a:off x="1197523" y="1282701"/>
              <a:ext cx="82080" cy="20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EED072A-5DCC-5BAA-5843-77F01C98767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79523" y="1265061"/>
                <a:ext cx="11772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5CEF6E2-476B-05FA-3216-F71C97B81045}"/>
                  </a:ext>
                </a:extLst>
              </p14:cNvPr>
              <p14:cNvContentPartPr/>
              <p14:nvPr/>
            </p14:nvContentPartPr>
            <p14:xfrm>
              <a:off x="1386163" y="1139061"/>
              <a:ext cx="171360" cy="233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5CEF6E2-476B-05FA-3216-F71C97B8104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68523" y="1121061"/>
                <a:ext cx="20700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7B54E7A-22F8-212A-30A7-5F7120F320DB}"/>
                  </a:ext>
                </a:extLst>
              </p14:cNvPr>
              <p14:cNvContentPartPr/>
              <p14:nvPr/>
            </p14:nvContentPartPr>
            <p14:xfrm>
              <a:off x="1476163" y="1234101"/>
              <a:ext cx="213840" cy="481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7B54E7A-22F8-212A-30A7-5F7120F320D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58523" y="1216101"/>
                <a:ext cx="24948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2AEC6EB-995B-57A8-B94E-AEAC8D34E413}"/>
                  </a:ext>
                </a:extLst>
              </p14:cNvPr>
              <p14:cNvContentPartPr/>
              <p14:nvPr/>
            </p14:nvContentPartPr>
            <p14:xfrm>
              <a:off x="1814203" y="1238061"/>
              <a:ext cx="183240" cy="49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2AEC6EB-995B-57A8-B94E-AEAC8D34E41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96563" y="1220421"/>
                <a:ext cx="2188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694C5B-C178-BD9C-B054-277E1B661E88}"/>
                  </a:ext>
                </a:extLst>
              </p14:cNvPr>
              <p14:cNvContentPartPr/>
              <p14:nvPr/>
            </p14:nvContentPartPr>
            <p14:xfrm>
              <a:off x="1902763" y="1164261"/>
              <a:ext cx="44280" cy="252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694C5B-C178-BD9C-B054-277E1B661E8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84763" y="1146621"/>
                <a:ext cx="799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5CC552E-041C-213F-A8D7-07AF55F19D5E}"/>
                  </a:ext>
                </a:extLst>
              </p14:cNvPr>
              <p14:cNvContentPartPr/>
              <p14:nvPr/>
            </p14:nvContentPartPr>
            <p14:xfrm>
              <a:off x="2033443" y="1135101"/>
              <a:ext cx="191520" cy="275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5CC552E-041C-213F-A8D7-07AF55F19D5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15443" y="1117101"/>
                <a:ext cx="22716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1C7C949-4A94-6219-2786-0FCB4A62B08A}"/>
                  </a:ext>
                </a:extLst>
              </p14:cNvPr>
              <p14:cNvContentPartPr/>
              <p14:nvPr/>
            </p14:nvContentPartPr>
            <p14:xfrm>
              <a:off x="2274643" y="1212501"/>
              <a:ext cx="243000" cy="191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1C7C949-4A94-6219-2786-0FCB4A62B08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57003" y="1194861"/>
                <a:ext cx="2786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011EB52-2A08-3EEB-51B1-EEBCC95488B1}"/>
                  </a:ext>
                </a:extLst>
              </p14:cNvPr>
              <p14:cNvContentPartPr/>
              <p14:nvPr/>
            </p14:nvContentPartPr>
            <p14:xfrm>
              <a:off x="2696563" y="1163541"/>
              <a:ext cx="160560" cy="31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011EB52-2A08-3EEB-51B1-EEBCC95488B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78923" y="1145901"/>
                <a:ext cx="1962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810F916-041B-90EB-7204-76DC89CE760F}"/>
                  </a:ext>
                </a:extLst>
              </p14:cNvPr>
              <p14:cNvContentPartPr/>
              <p14:nvPr/>
            </p14:nvContentPartPr>
            <p14:xfrm>
              <a:off x="2712763" y="1238061"/>
              <a:ext cx="204840" cy="54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810F916-041B-90EB-7204-76DC89CE760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94763" y="1220061"/>
                <a:ext cx="2404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1E1A669-1698-A3A7-8E18-205462CCD1BC}"/>
                  </a:ext>
                </a:extLst>
              </p14:cNvPr>
              <p14:cNvContentPartPr/>
              <p14:nvPr/>
            </p14:nvContentPartPr>
            <p14:xfrm>
              <a:off x="3134323" y="997221"/>
              <a:ext cx="199080" cy="309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1E1A669-1698-A3A7-8E18-205462CCD1B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16323" y="979221"/>
                <a:ext cx="2347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C8403C8-E3C4-BF1B-430D-B56B37FC5DE0}"/>
                  </a:ext>
                </a:extLst>
              </p14:cNvPr>
              <p14:cNvContentPartPr/>
              <p14:nvPr/>
            </p14:nvContentPartPr>
            <p14:xfrm>
              <a:off x="466723" y="1777341"/>
              <a:ext cx="122760" cy="366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C8403C8-E3C4-BF1B-430D-B56B37FC5DE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9083" y="1759341"/>
                <a:ext cx="1584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CF081C5-E53A-D35E-9CBE-66CB770F7B46}"/>
                  </a:ext>
                </a:extLst>
              </p14:cNvPr>
              <p14:cNvContentPartPr/>
              <p14:nvPr/>
            </p14:nvContentPartPr>
            <p14:xfrm>
              <a:off x="675163" y="1967421"/>
              <a:ext cx="278280" cy="1839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CF081C5-E53A-D35E-9CBE-66CB770F7B4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7163" y="1949781"/>
                <a:ext cx="3139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BB1185A-078D-444F-EBDA-87114BB1245A}"/>
                  </a:ext>
                </a:extLst>
              </p14:cNvPr>
              <p14:cNvContentPartPr/>
              <p14:nvPr/>
            </p14:nvContentPartPr>
            <p14:xfrm>
              <a:off x="1163683" y="1966701"/>
              <a:ext cx="171360" cy="460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BB1185A-078D-444F-EBDA-87114BB1245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46043" y="1948701"/>
                <a:ext cx="2070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C61B981-75FA-0394-AC57-84260BCC81B6}"/>
                  </a:ext>
                </a:extLst>
              </p14:cNvPr>
              <p14:cNvContentPartPr/>
              <p14:nvPr/>
            </p14:nvContentPartPr>
            <p14:xfrm>
              <a:off x="1206883" y="1898301"/>
              <a:ext cx="49320" cy="2671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C61B981-75FA-0394-AC57-84260BCC81B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89243" y="1880301"/>
                <a:ext cx="8496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1059D92-8795-6AEE-60A3-2F368A0A3FCB}"/>
                  </a:ext>
                </a:extLst>
              </p14:cNvPr>
              <p14:cNvContentPartPr/>
              <p14:nvPr/>
            </p14:nvContentPartPr>
            <p14:xfrm>
              <a:off x="1470403" y="1862661"/>
              <a:ext cx="128880" cy="255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1059D92-8795-6AEE-60A3-2F368A0A3FC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452763" y="1845021"/>
                <a:ext cx="1645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DECC434-75E2-BD7A-74A4-8ECCDA58E02D}"/>
                  </a:ext>
                </a:extLst>
              </p14:cNvPr>
              <p14:cNvContentPartPr/>
              <p14:nvPr/>
            </p14:nvContentPartPr>
            <p14:xfrm>
              <a:off x="1540243" y="1813341"/>
              <a:ext cx="119520" cy="784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DECC434-75E2-BD7A-74A4-8ECCDA58E02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22243" y="1795701"/>
                <a:ext cx="1551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4645B75-7BC8-EF89-634B-E69A2E108D98}"/>
                  </a:ext>
                </a:extLst>
              </p14:cNvPr>
              <p14:cNvContentPartPr/>
              <p14:nvPr/>
            </p14:nvContentPartPr>
            <p14:xfrm>
              <a:off x="1544563" y="1965981"/>
              <a:ext cx="239040" cy="629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4645B75-7BC8-EF89-634B-E69A2E108D9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526923" y="1947981"/>
                <a:ext cx="274680" cy="66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DFD0D2D-D369-1AFB-8EFB-CBC7AEBE8AB2}"/>
                  </a:ext>
                </a:extLst>
              </p14:cNvPr>
              <p14:cNvContentPartPr/>
              <p14:nvPr/>
            </p14:nvContentPartPr>
            <p14:xfrm>
              <a:off x="1953523" y="1996221"/>
              <a:ext cx="177480" cy="63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DFD0D2D-D369-1AFB-8EFB-CBC7AEBE8AB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935883" y="1978221"/>
                <a:ext cx="21312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261AAD3-F3DF-C20F-A10A-9F0D84D34A26}"/>
                  </a:ext>
                </a:extLst>
              </p14:cNvPr>
              <p14:cNvContentPartPr/>
              <p14:nvPr/>
            </p14:nvContentPartPr>
            <p14:xfrm>
              <a:off x="2264203" y="1886061"/>
              <a:ext cx="218160" cy="2300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261AAD3-F3DF-C20F-A10A-9F0D84D34A2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46203" y="1868061"/>
                <a:ext cx="25380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2EF545DF-8E42-DF9E-1379-EF9F4939E987}"/>
              </a:ext>
            </a:extLst>
          </p:cNvPr>
          <p:cNvGrpSpPr/>
          <p:nvPr/>
        </p:nvGrpSpPr>
        <p:grpSpPr>
          <a:xfrm>
            <a:off x="2700883" y="1698501"/>
            <a:ext cx="801720" cy="444960"/>
            <a:chOff x="2700883" y="1698501"/>
            <a:chExt cx="801720" cy="44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A4489B7-F223-1D74-EB18-1DE867653249}"/>
                    </a:ext>
                  </a:extLst>
                </p14:cNvPr>
                <p14:cNvContentPartPr/>
                <p14:nvPr/>
              </p14:nvContentPartPr>
              <p14:xfrm>
                <a:off x="2723563" y="1875261"/>
                <a:ext cx="111600" cy="33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A4489B7-F223-1D74-EB18-1DE8676532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05563" y="1857261"/>
                  <a:ext cx="1472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868E36-F530-5914-86EF-4AFCA2562509}"/>
                    </a:ext>
                  </a:extLst>
                </p14:cNvPr>
                <p14:cNvContentPartPr/>
                <p14:nvPr/>
              </p14:nvContentPartPr>
              <p14:xfrm>
                <a:off x="2700883" y="1931061"/>
                <a:ext cx="190800" cy="59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868E36-F530-5914-86EF-4AFCA25625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83243" y="1913061"/>
                  <a:ext cx="226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60C9F99-2A60-4E33-E19C-5B19E324BFEB}"/>
                    </a:ext>
                  </a:extLst>
                </p14:cNvPr>
                <p14:cNvContentPartPr/>
                <p14:nvPr/>
              </p14:nvContentPartPr>
              <p14:xfrm>
                <a:off x="3041443" y="1698501"/>
                <a:ext cx="205560" cy="311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60C9F99-2A60-4E33-E19C-5B19E324BFE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23443" y="1680861"/>
                  <a:ext cx="2412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0E23AC3-F687-0128-CA77-92F199B1D47C}"/>
                    </a:ext>
                  </a:extLst>
                </p14:cNvPr>
                <p14:cNvContentPartPr/>
                <p14:nvPr/>
              </p14:nvContentPartPr>
              <p14:xfrm>
                <a:off x="3342403" y="1729101"/>
                <a:ext cx="160200" cy="414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0E23AC3-F687-0128-CA77-92F199B1D4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24403" y="1711101"/>
                  <a:ext cx="19584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649933C-4600-ABA1-5A91-A6625B5369DC}"/>
              </a:ext>
            </a:extLst>
          </p:cNvPr>
          <p:cNvGrpSpPr/>
          <p:nvPr/>
        </p:nvGrpSpPr>
        <p:grpSpPr>
          <a:xfrm>
            <a:off x="421723" y="2725581"/>
            <a:ext cx="3704400" cy="1333080"/>
            <a:chOff x="421723" y="2725581"/>
            <a:chExt cx="3704400" cy="13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18A6CB-1248-84BE-A8F8-AF9F68312FAE}"/>
                    </a:ext>
                  </a:extLst>
                </p14:cNvPr>
                <p14:cNvContentPartPr/>
                <p14:nvPr/>
              </p14:nvContentPartPr>
              <p14:xfrm>
                <a:off x="456283" y="2782461"/>
                <a:ext cx="103320" cy="303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18A6CB-1248-84BE-A8F8-AF9F68312F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8283" y="2764461"/>
                  <a:ext cx="1389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024168-9DF0-24F0-4AAB-694E825012C0}"/>
                    </a:ext>
                  </a:extLst>
                </p14:cNvPr>
                <p14:cNvContentPartPr/>
                <p14:nvPr/>
              </p14:nvContentPartPr>
              <p14:xfrm>
                <a:off x="421723" y="2808021"/>
                <a:ext cx="226800" cy="225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024168-9DF0-24F0-4AAB-694E825012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4083" y="2790381"/>
                  <a:ext cx="2624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CBC3B78-42E1-85C5-2137-B2528B218777}"/>
                    </a:ext>
                  </a:extLst>
                </p14:cNvPr>
                <p14:cNvContentPartPr/>
                <p14:nvPr/>
              </p14:nvContentPartPr>
              <p14:xfrm>
                <a:off x="657883" y="2733501"/>
                <a:ext cx="23760" cy="29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CBC3B78-42E1-85C5-2137-B2528B21877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0243" y="2715501"/>
                  <a:ext cx="594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042068-0873-B1D0-BA01-8EDF6C0FA77B}"/>
                    </a:ext>
                  </a:extLst>
                </p14:cNvPr>
                <p14:cNvContentPartPr/>
                <p14:nvPr/>
              </p14:nvContentPartPr>
              <p14:xfrm>
                <a:off x="754003" y="2907021"/>
                <a:ext cx="302760" cy="22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042068-0873-B1D0-BA01-8EDF6C0FA77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6003" y="2889381"/>
                  <a:ext cx="338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6A5FF7-2218-4E38-7DE9-10EDDC9917AC}"/>
                    </a:ext>
                  </a:extLst>
                </p14:cNvPr>
                <p14:cNvContentPartPr/>
                <p14:nvPr/>
              </p14:nvContentPartPr>
              <p14:xfrm>
                <a:off x="1166923" y="3016821"/>
                <a:ext cx="133560" cy="59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6A5FF7-2218-4E38-7DE9-10EDDC9917A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48923" y="2998821"/>
                  <a:ext cx="1692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761CD38-1AF8-00C4-1ACE-EBDDFEF1CE8A}"/>
                    </a:ext>
                  </a:extLst>
                </p14:cNvPr>
                <p14:cNvContentPartPr/>
                <p14:nvPr/>
              </p14:nvContentPartPr>
              <p14:xfrm>
                <a:off x="1521163" y="2725581"/>
                <a:ext cx="263160" cy="373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761CD38-1AF8-00C4-1ACE-EBDDFEF1CE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03523" y="2707581"/>
                  <a:ext cx="2988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1F0256-E501-5E27-5E8A-431ED25CA220}"/>
                    </a:ext>
                  </a:extLst>
                </p14:cNvPr>
                <p14:cNvContentPartPr/>
                <p14:nvPr/>
              </p14:nvContentPartPr>
              <p14:xfrm>
                <a:off x="1788283" y="2904141"/>
                <a:ext cx="164520" cy="189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21F0256-E501-5E27-5E8A-431ED25CA2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70643" y="2886501"/>
                  <a:ext cx="200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9EF59B-48C1-D891-F038-74CD5BE8F014}"/>
                    </a:ext>
                  </a:extLst>
                </p14:cNvPr>
                <p14:cNvContentPartPr/>
                <p14:nvPr/>
              </p14:nvContentPartPr>
              <p14:xfrm>
                <a:off x="1984843" y="2867061"/>
                <a:ext cx="605520" cy="200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9EF59B-48C1-D891-F038-74CD5BE8F01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66843" y="2849061"/>
                  <a:ext cx="641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3017C00-2951-08DF-CB81-8C2354AF151C}"/>
                    </a:ext>
                  </a:extLst>
                </p14:cNvPr>
                <p14:cNvContentPartPr/>
                <p14:nvPr/>
              </p14:nvContentPartPr>
              <p14:xfrm>
                <a:off x="2567323" y="2761941"/>
                <a:ext cx="1558800" cy="680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3017C00-2951-08DF-CB81-8C2354AF15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49323" y="2744301"/>
                  <a:ext cx="159444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5B3556A-E87B-F383-1E95-04CA9C2ECDAF}"/>
                    </a:ext>
                  </a:extLst>
                </p14:cNvPr>
                <p14:cNvContentPartPr/>
                <p14:nvPr/>
              </p14:nvContentPartPr>
              <p14:xfrm>
                <a:off x="521443" y="3511821"/>
                <a:ext cx="377640" cy="54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5B3556A-E87B-F383-1E95-04CA9C2ECDA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3803" y="3494181"/>
                  <a:ext cx="41328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F5790BB-3467-8D73-AA76-18F439D6746D}"/>
                    </a:ext>
                  </a:extLst>
                </p14:cNvPr>
                <p14:cNvContentPartPr/>
                <p14:nvPr/>
              </p14:nvContentPartPr>
              <p14:xfrm>
                <a:off x="1015723" y="3569061"/>
                <a:ext cx="285480" cy="203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F5790BB-3467-8D73-AA76-18F439D6746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8083" y="3551061"/>
                  <a:ext cx="3211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79AF60-14D9-93BA-148F-75CF8B0DC70F}"/>
                    </a:ext>
                  </a:extLst>
                </p14:cNvPr>
                <p14:cNvContentPartPr/>
                <p14:nvPr/>
              </p14:nvContentPartPr>
              <p14:xfrm>
                <a:off x="1403443" y="3530541"/>
                <a:ext cx="251640" cy="177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79AF60-14D9-93BA-148F-75CF8B0DC7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85803" y="3512541"/>
                  <a:ext cx="287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F9F7B08-D074-3D79-A9F4-302EFDDC3EE4}"/>
                    </a:ext>
                  </a:extLst>
                </p14:cNvPr>
                <p14:cNvContentPartPr/>
                <p14:nvPr/>
              </p14:nvContentPartPr>
              <p14:xfrm>
                <a:off x="1759483" y="3357741"/>
                <a:ext cx="65520" cy="377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F9F7B08-D074-3D79-A9F4-302EFDDC3EE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41483" y="3339741"/>
                  <a:ext cx="1011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EAFA01-D23C-AA21-7F91-B51179F4AA1C}"/>
                    </a:ext>
                  </a:extLst>
                </p14:cNvPr>
                <p14:cNvContentPartPr/>
                <p14:nvPr/>
              </p14:nvContentPartPr>
              <p14:xfrm>
                <a:off x="1895563" y="3557901"/>
                <a:ext cx="920160" cy="219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EAFA01-D23C-AA21-7F91-B51179F4AA1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77563" y="3539901"/>
                  <a:ext cx="955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F6227C3-7B39-FA61-3D0A-6A8985B092A3}"/>
                    </a:ext>
                  </a:extLst>
                </p14:cNvPr>
                <p14:cNvContentPartPr/>
                <p14:nvPr/>
              </p14:nvContentPartPr>
              <p14:xfrm>
                <a:off x="1728163" y="3345861"/>
                <a:ext cx="583560" cy="105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F6227C3-7B39-FA61-3D0A-6A8985B092A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710523" y="3328221"/>
                  <a:ext cx="61920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471CAB4-D1E2-01BB-7D2E-6F16FF0C6F95}"/>
              </a:ext>
            </a:extLst>
          </p:cNvPr>
          <p:cNvGrpSpPr/>
          <p:nvPr/>
        </p:nvGrpSpPr>
        <p:grpSpPr>
          <a:xfrm>
            <a:off x="7121323" y="356421"/>
            <a:ext cx="3651120" cy="2151360"/>
            <a:chOff x="7121323" y="356421"/>
            <a:chExt cx="3651120" cy="21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8B700CD-226F-13B7-EB6F-75F048D93270}"/>
                    </a:ext>
                  </a:extLst>
                </p14:cNvPr>
                <p14:cNvContentPartPr/>
                <p14:nvPr/>
              </p14:nvContentPartPr>
              <p14:xfrm>
                <a:off x="7240483" y="528501"/>
                <a:ext cx="415440" cy="185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8B700CD-226F-13B7-EB6F-75F048D9327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22843" y="510861"/>
                  <a:ext cx="451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D8C84B-D63B-E351-8B77-ABFCF95D06BB}"/>
                    </a:ext>
                  </a:extLst>
                </p14:cNvPr>
                <p14:cNvContentPartPr/>
                <p14:nvPr/>
              </p14:nvContentPartPr>
              <p14:xfrm>
                <a:off x="7825483" y="546501"/>
                <a:ext cx="236520" cy="52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D8C84B-D63B-E351-8B77-ABFCF95D06B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07483" y="528501"/>
                  <a:ext cx="272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532C08-F38D-A074-EECB-A71C6467FB83}"/>
                    </a:ext>
                  </a:extLst>
                </p14:cNvPr>
                <p14:cNvContentPartPr/>
                <p14:nvPr/>
              </p14:nvContentPartPr>
              <p14:xfrm>
                <a:off x="7906123" y="452901"/>
                <a:ext cx="71640" cy="261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532C08-F38D-A074-EECB-A71C6467FB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8123" y="435261"/>
                  <a:ext cx="107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8C62CE-ACCF-D442-53B4-4D408F0376A8}"/>
                    </a:ext>
                  </a:extLst>
                </p14:cNvPr>
                <p14:cNvContentPartPr/>
                <p14:nvPr/>
              </p14:nvContentPartPr>
              <p14:xfrm>
                <a:off x="8131483" y="452541"/>
                <a:ext cx="322200" cy="628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8C62CE-ACCF-D442-53B4-4D408F0376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13843" y="434541"/>
                  <a:ext cx="35784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835E5EA-180F-4A8E-8B9D-A1224BF6D09E}"/>
                    </a:ext>
                  </a:extLst>
                </p14:cNvPr>
                <p14:cNvContentPartPr/>
                <p14:nvPr/>
              </p14:nvContentPartPr>
              <p14:xfrm>
                <a:off x="8638363" y="422301"/>
                <a:ext cx="1209240" cy="289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835E5EA-180F-4A8E-8B9D-A1224BF6D09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20723" y="404661"/>
                  <a:ext cx="12448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9B34CE-3B64-2035-81B7-935D9921D95D}"/>
                    </a:ext>
                  </a:extLst>
                </p14:cNvPr>
                <p14:cNvContentPartPr/>
                <p14:nvPr/>
              </p14:nvContentPartPr>
              <p14:xfrm>
                <a:off x="10082683" y="356421"/>
                <a:ext cx="280080" cy="254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9B34CE-3B64-2035-81B7-935D9921D9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65043" y="338781"/>
                  <a:ext cx="315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5D177F4-782A-0B04-2C4F-329035AFCE1F}"/>
                    </a:ext>
                  </a:extLst>
                </p14:cNvPr>
                <p14:cNvContentPartPr/>
                <p14:nvPr/>
              </p14:nvContentPartPr>
              <p14:xfrm>
                <a:off x="7121323" y="1071021"/>
                <a:ext cx="111960" cy="316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5D177F4-782A-0B04-2C4F-329035AFCE1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03323" y="1053381"/>
                  <a:ext cx="1476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95A935-6CBE-DB00-5442-267E547849FE}"/>
                    </a:ext>
                  </a:extLst>
                </p14:cNvPr>
                <p14:cNvContentPartPr/>
                <p14:nvPr/>
              </p14:nvContentPartPr>
              <p14:xfrm>
                <a:off x="7364683" y="1276581"/>
                <a:ext cx="274680" cy="109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95A935-6CBE-DB00-5442-267E547849F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6683" y="1258581"/>
                  <a:ext cx="310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BA4022D-45C0-747A-BC90-D4529E9FDAD2}"/>
                    </a:ext>
                  </a:extLst>
                </p14:cNvPr>
                <p14:cNvContentPartPr/>
                <p14:nvPr/>
              </p14:nvContentPartPr>
              <p14:xfrm>
                <a:off x="7915123" y="1238781"/>
                <a:ext cx="167040" cy="37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BA4022D-45C0-747A-BC90-D4529E9FDA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7123" y="1220781"/>
                  <a:ext cx="202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352147C-9717-1DA6-0996-267BB8239D76}"/>
                    </a:ext>
                  </a:extLst>
                </p14:cNvPr>
                <p14:cNvContentPartPr/>
                <p14:nvPr/>
              </p14:nvContentPartPr>
              <p14:xfrm>
                <a:off x="8150563" y="1110981"/>
                <a:ext cx="782640" cy="592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352147C-9717-1DA6-0996-267BB8239D7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132563" y="1092981"/>
                  <a:ext cx="81828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EB5E94-2403-1140-C1E6-9D00B4AC05D2}"/>
                    </a:ext>
                  </a:extLst>
                </p14:cNvPr>
                <p14:cNvContentPartPr/>
                <p14:nvPr/>
              </p14:nvContentPartPr>
              <p14:xfrm>
                <a:off x="9062803" y="1083621"/>
                <a:ext cx="204120" cy="260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EB5E94-2403-1140-C1E6-9D00B4AC05D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44803" y="1065981"/>
                  <a:ext cx="2397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4C02019-6719-07DB-1D57-BA00AEF4062D}"/>
                    </a:ext>
                  </a:extLst>
                </p14:cNvPr>
                <p14:cNvContentPartPr/>
                <p14:nvPr/>
              </p14:nvContentPartPr>
              <p14:xfrm>
                <a:off x="9291403" y="1058781"/>
                <a:ext cx="1234440" cy="260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4C02019-6719-07DB-1D57-BA00AEF4062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73403" y="1041141"/>
                  <a:ext cx="12700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F287E86-059F-25AA-6B32-31F2B4C69102}"/>
                    </a:ext>
                  </a:extLst>
                </p14:cNvPr>
                <p14:cNvContentPartPr/>
                <p14:nvPr/>
              </p14:nvContentPartPr>
              <p14:xfrm>
                <a:off x="7135363" y="1860861"/>
                <a:ext cx="132840" cy="393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F287E86-059F-25AA-6B32-31F2B4C6910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17363" y="1842861"/>
                  <a:ext cx="1684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AE5282D-2C0C-BB53-9878-12235342C6C3}"/>
                    </a:ext>
                  </a:extLst>
                </p14:cNvPr>
                <p14:cNvContentPartPr/>
                <p14:nvPr/>
              </p14:nvContentPartPr>
              <p14:xfrm>
                <a:off x="7418683" y="2060301"/>
                <a:ext cx="340200" cy="180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AE5282D-2C0C-BB53-9878-12235342C6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01043" y="2042661"/>
                  <a:ext cx="3758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394721-C3CA-B010-11F3-AD454549C822}"/>
                    </a:ext>
                  </a:extLst>
                </p14:cNvPr>
                <p14:cNvContentPartPr/>
                <p14:nvPr/>
              </p14:nvContentPartPr>
              <p14:xfrm>
                <a:off x="7856803" y="1922421"/>
                <a:ext cx="600480" cy="315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394721-C3CA-B010-11F3-AD454549C82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39163" y="1904781"/>
                  <a:ext cx="6361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6476FB-FC08-C259-E8EF-2C5288C2BE8D}"/>
                    </a:ext>
                  </a:extLst>
                </p14:cNvPr>
                <p14:cNvContentPartPr/>
                <p14:nvPr/>
              </p14:nvContentPartPr>
              <p14:xfrm>
                <a:off x="8348923" y="1936821"/>
                <a:ext cx="1021680" cy="57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6476FB-FC08-C259-E8EF-2C5288C2BE8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31283" y="1919181"/>
                  <a:ext cx="105732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1659EB-4B0C-1900-D7CD-CCD4E71A5C5D}"/>
                    </a:ext>
                  </a:extLst>
                </p14:cNvPr>
                <p14:cNvContentPartPr/>
                <p14:nvPr/>
              </p14:nvContentPartPr>
              <p14:xfrm>
                <a:off x="9397603" y="1771221"/>
                <a:ext cx="1374840" cy="393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1659EB-4B0C-1900-D7CD-CCD4E71A5C5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79603" y="1753581"/>
                  <a:ext cx="1410480" cy="42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91F416A-62FB-360A-5D73-FEE3665F0EA0}"/>
              </a:ext>
            </a:extLst>
          </p:cNvPr>
          <p:cNvGrpSpPr/>
          <p:nvPr/>
        </p:nvGrpSpPr>
        <p:grpSpPr>
          <a:xfrm>
            <a:off x="7211683" y="2729541"/>
            <a:ext cx="2739960" cy="745200"/>
            <a:chOff x="7211683" y="2729541"/>
            <a:chExt cx="2739960" cy="74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A04445-75D2-9BF1-4F0D-3225C7C25C0B}"/>
                    </a:ext>
                  </a:extLst>
                </p14:cNvPr>
                <p14:cNvContentPartPr/>
                <p14:nvPr/>
              </p14:nvContentPartPr>
              <p14:xfrm>
                <a:off x="7211683" y="2729541"/>
                <a:ext cx="209160" cy="279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A04445-75D2-9BF1-4F0D-3225C7C25C0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93683" y="2711901"/>
                  <a:ext cx="2448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EB52F40-6593-548D-9D5D-4EAB303E1FC1}"/>
                    </a:ext>
                  </a:extLst>
                </p14:cNvPr>
                <p14:cNvContentPartPr/>
                <p14:nvPr/>
              </p14:nvContentPartPr>
              <p14:xfrm>
                <a:off x="7434163" y="2841501"/>
                <a:ext cx="729000" cy="187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EB52F40-6593-548D-9D5D-4EAB303E1F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16523" y="2823501"/>
                  <a:ext cx="7646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6673958-E927-0F1C-E2F7-F56607B7080B}"/>
                    </a:ext>
                  </a:extLst>
                </p14:cNvPr>
                <p14:cNvContentPartPr/>
                <p14:nvPr/>
              </p14:nvContentPartPr>
              <p14:xfrm>
                <a:off x="8128603" y="2833581"/>
                <a:ext cx="1823040" cy="641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6673958-E927-0F1C-E2F7-F56607B7080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10963" y="2815941"/>
                  <a:ext cx="1858680" cy="67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9A0C439-358E-9885-6AFD-003CD49ABC3A}"/>
              </a:ext>
            </a:extLst>
          </p:cNvPr>
          <p:cNvGrpSpPr/>
          <p:nvPr/>
        </p:nvGrpSpPr>
        <p:grpSpPr>
          <a:xfrm>
            <a:off x="10294003" y="2459541"/>
            <a:ext cx="1958040" cy="1008000"/>
            <a:chOff x="10294003" y="2459541"/>
            <a:chExt cx="1958040" cy="10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0A225CA-C6D4-E5E2-0DA3-8AFFE3E626C6}"/>
                    </a:ext>
                  </a:extLst>
                </p14:cNvPr>
                <p14:cNvContentPartPr/>
                <p14:nvPr/>
              </p14:nvContentPartPr>
              <p14:xfrm>
                <a:off x="10294003" y="2806221"/>
                <a:ext cx="387360" cy="661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0A225CA-C6D4-E5E2-0DA3-8AFFE3E626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76363" y="2788581"/>
                  <a:ext cx="4230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7AE9B3D-BB1C-30E5-FCA7-C6E9A7496DFD}"/>
                    </a:ext>
                  </a:extLst>
                </p14:cNvPr>
                <p14:cNvContentPartPr/>
                <p14:nvPr/>
              </p14:nvContentPartPr>
              <p14:xfrm>
                <a:off x="10758403" y="2842221"/>
                <a:ext cx="248040" cy="185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7AE9B3D-BB1C-30E5-FCA7-C6E9A7496DF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40763" y="2824221"/>
                  <a:ext cx="283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F3C9A71-4E4E-32F1-26C3-8AB8A5A49419}"/>
                    </a:ext>
                  </a:extLst>
                </p14:cNvPr>
                <p14:cNvContentPartPr/>
                <p14:nvPr/>
              </p14:nvContentPartPr>
              <p14:xfrm>
                <a:off x="11055403" y="2838621"/>
                <a:ext cx="220320" cy="155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F3C9A71-4E4E-32F1-26C3-8AB8A5A494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037403" y="2820981"/>
                  <a:ext cx="255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0A4E117-3AA2-3022-41CE-3AF0E82F2AB5}"/>
                    </a:ext>
                  </a:extLst>
                </p14:cNvPr>
                <p14:cNvContentPartPr/>
                <p14:nvPr/>
              </p14:nvContentPartPr>
              <p14:xfrm>
                <a:off x="11462203" y="2459541"/>
                <a:ext cx="174240" cy="475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0A4E117-3AA2-3022-41CE-3AF0E82F2AB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444563" y="2441901"/>
                  <a:ext cx="2098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B4AA5DF-0320-D20B-3C17-E163D1416E6B}"/>
                    </a:ext>
                  </a:extLst>
                </p14:cNvPr>
                <p14:cNvContentPartPr/>
                <p14:nvPr/>
              </p14:nvContentPartPr>
              <p14:xfrm>
                <a:off x="11187163" y="2495901"/>
                <a:ext cx="1064880" cy="477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B4AA5DF-0320-D20B-3C17-E163D1416E6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69163" y="2477901"/>
                  <a:ext cx="11005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C3B29D-1FFE-D235-8089-6A25CCCBA066}"/>
                    </a:ext>
                  </a:extLst>
                </p14:cNvPr>
                <p14:cNvContentPartPr/>
                <p14:nvPr/>
              </p14:nvContentPartPr>
              <p14:xfrm>
                <a:off x="11294443" y="2598501"/>
                <a:ext cx="333720" cy="92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C3B29D-1FFE-D235-8089-6A25CCCBA06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276803" y="2580501"/>
                  <a:ext cx="369360" cy="12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696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6154D8A-6880-1E52-AA6F-D2F4BEBDC99D}"/>
              </a:ext>
            </a:extLst>
          </p:cNvPr>
          <p:cNvGrpSpPr/>
          <p:nvPr/>
        </p:nvGrpSpPr>
        <p:grpSpPr>
          <a:xfrm>
            <a:off x="658243" y="255261"/>
            <a:ext cx="2130840" cy="431640"/>
            <a:chOff x="658243" y="255261"/>
            <a:chExt cx="213084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0ACA80A-0D8F-7339-9A3A-48646DF2A128}"/>
                    </a:ext>
                  </a:extLst>
                </p14:cNvPr>
                <p14:cNvContentPartPr/>
                <p14:nvPr/>
              </p14:nvContentPartPr>
              <p14:xfrm>
                <a:off x="658243" y="318981"/>
                <a:ext cx="227880" cy="367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0ACA80A-0D8F-7339-9A3A-48646DF2A1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0243" y="301341"/>
                  <a:ext cx="2635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C79404-6408-FF7B-D6D9-5550EDC34250}"/>
                    </a:ext>
                  </a:extLst>
                </p14:cNvPr>
                <p14:cNvContentPartPr/>
                <p14:nvPr/>
              </p14:nvContentPartPr>
              <p14:xfrm>
                <a:off x="898003" y="484221"/>
                <a:ext cx="397080" cy="181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C79404-6408-FF7B-D6D9-5550EDC342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0363" y="466581"/>
                  <a:ext cx="432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EB8971E-BA53-67F6-E8CD-A84D16F4325F}"/>
                    </a:ext>
                  </a:extLst>
                </p14:cNvPr>
                <p14:cNvContentPartPr/>
                <p14:nvPr/>
              </p14:nvContentPartPr>
              <p14:xfrm>
                <a:off x="1340443" y="436341"/>
                <a:ext cx="158400" cy="205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EB8971E-BA53-67F6-E8CD-A84D16F432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22443" y="418341"/>
                  <a:ext cx="194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5DC963-A98F-354B-26B7-9E6121604EF1}"/>
                    </a:ext>
                  </a:extLst>
                </p14:cNvPr>
                <p14:cNvContentPartPr/>
                <p14:nvPr/>
              </p14:nvContentPartPr>
              <p14:xfrm>
                <a:off x="1556443" y="448581"/>
                <a:ext cx="48960" cy="183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5DC963-A98F-354B-26B7-9E6121604E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38443" y="430581"/>
                  <a:ext cx="84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D42FD5E-C89C-604C-3DE9-6A733509BBD6}"/>
                    </a:ext>
                  </a:extLst>
                </p14:cNvPr>
                <p14:cNvContentPartPr/>
                <p14:nvPr/>
              </p14:nvContentPartPr>
              <p14:xfrm>
                <a:off x="1602163" y="286581"/>
                <a:ext cx="53640" cy="48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D42FD5E-C89C-604C-3DE9-6A733509BB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4163" y="268581"/>
                  <a:ext cx="89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265F11B-22C3-5B3C-F132-738D645808FB}"/>
                    </a:ext>
                  </a:extLst>
                </p14:cNvPr>
                <p14:cNvContentPartPr/>
                <p14:nvPr/>
              </p14:nvContentPartPr>
              <p14:xfrm>
                <a:off x="1714123" y="446781"/>
                <a:ext cx="135720" cy="207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265F11B-22C3-5B3C-F132-738D645808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96123" y="429141"/>
                  <a:ext cx="171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37EC77-52DA-3F7B-D63C-0CF57477D9FC}"/>
                    </a:ext>
                  </a:extLst>
                </p14:cNvPr>
                <p14:cNvContentPartPr/>
                <p14:nvPr/>
              </p14:nvContentPartPr>
              <p14:xfrm>
                <a:off x="1933723" y="268581"/>
                <a:ext cx="110160" cy="345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37EC77-52DA-3F7B-D63C-0CF57477D9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15723" y="250581"/>
                  <a:ext cx="1458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006E246-039E-4910-6D83-DDCA57D71C53}"/>
                    </a:ext>
                  </a:extLst>
                </p14:cNvPr>
                <p14:cNvContentPartPr/>
                <p14:nvPr/>
              </p14:nvContentPartPr>
              <p14:xfrm>
                <a:off x="1900963" y="358941"/>
                <a:ext cx="144360" cy="42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006E246-039E-4910-6D83-DDCA57D71C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83323" y="341301"/>
                  <a:ext cx="180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E00091-15A5-93E0-AC56-23964A164BB2}"/>
                    </a:ext>
                  </a:extLst>
                </p14:cNvPr>
                <p14:cNvContentPartPr/>
                <p14:nvPr/>
              </p14:nvContentPartPr>
              <p14:xfrm>
                <a:off x="2141803" y="411861"/>
                <a:ext cx="132840" cy="165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E00091-15A5-93E0-AC56-23964A164B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24163" y="394221"/>
                  <a:ext cx="168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78C217F-061A-B422-EF89-BCF11399871E}"/>
                    </a:ext>
                  </a:extLst>
                </p14:cNvPr>
                <p14:cNvContentPartPr/>
                <p14:nvPr/>
              </p14:nvContentPartPr>
              <p14:xfrm>
                <a:off x="2376883" y="433101"/>
                <a:ext cx="189720" cy="161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78C217F-061A-B422-EF89-BCF11399871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58883" y="415101"/>
                  <a:ext cx="225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3042DFF-E43F-6515-5C87-6C292BBC81C5}"/>
                    </a:ext>
                  </a:extLst>
                </p14:cNvPr>
                <p14:cNvContentPartPr/>
                <p14:nvPr/>
              </p14:nvContentPartPr>
              <p14:xfrm>
                <a:off x="2688283" y="255261"/>
                <a:ext cx="100800" cy="381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3042DFF-E43F-6515-5C87-6C292BBC81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70283" y="237261"/>
                  <a:ext cx="1364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D22561-27D9-D13A-EDB9-B5ED617CB190}"/>
                    </a:ext>
                  </a:extLst>
                </p14:cNvPr>
                <p14:cNvContentPartPr/>
                <p14:nvPr/>
              </p14:nvContentPartPr>
              <p14:xfrm>
                <a:off x="2587123" y="356781"/>
                <a:ext cx="173880" cy="28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D22561-27D9-D13A-EDB9-B5ED617CB1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69123" y="338781"/>
                  <a:ext cx="2095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32968ED-533E-43E0-71EA-1E7DFBED4304}"/>
              </a:ext>
            </a:extLst>
          </p:cNvPr>
          <p:cNvGrpSpPr/>
          <p:nvPr/>
        </p:nvGrpSpPr>
        <p:grpSpPr>
          <a:xfrm>
            <a:off x="3132163" y="145101"/>
            <a:ext cx="2090880" cy="843120"/>
            <a:chOff x="3132163" y="145101"/>
            <a:chExt cx="2090880" cy="84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EAF986-04AB-C513-00D9-425ADF3C2AF2}"/>
                    </a:ext>
                  </a:extLst>
                </p14:cNvPr>
                <p14:cNvContentPartPr/>
                <p14:nvPr/>
              </p14:nvContentPartPr>
              <p14:xfrm>
                <a:off x="3132163" y="291261"/>
                <a:ext cx="266400" cy="363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EAF986-04AB-C513-00D9-425ADF3C2A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14163" y="273261"/>
                  <a:ext cx="3020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F4CF47F-0DAE-739A-A6A2-C71B1E38665C}"/>
                    </a:ext>
                  </a:extLst>
                </p14:cNvPr>
                <p14:cNvContentPartPr/>
                <p14:nvPr/>
              </p14:nvContentPartPr>
              <p14:xfrm>
                <a:off x="3382723" y="467661"/>
                <a:ext cx="162360" cy="520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F4CF47F-0DAE-739A-A6A2-C71B1E38665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64723" y="450021"/>
                  <a:ext cx="1980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553F95-EBD7-E808-F730-ECC0E84C7F29}"/>
                    </a:ext>
                  </a:extLst>
                </p14:cNvPr>
                <p14:cNvContentPartPr/>
                <p14:nvPr/>
              </p14:nvContentPartPr>
              <p14:xfrm>
                <a:off x="3694843" y="448941"/>
                <a:ext cx="253440" cy="205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553F95-EBD7-E808-F730-ECC0E84C7F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76843" y="430941"/>
                  <a:ext cx="289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0D3364-1397-D2BA-7DFC-BFE25D51AE17}"/>
                    </a:ext>
                  </a:extLst>
                </p14:cNvPr>
                <p14:cNvContentPartPr/>
                <p14:nvPr/>
              </p14:nvContentPartPr>
              <p14:xfrm>
                <a:off x="4010203" y="402501"/>
                <a:ext cx="208080" cy="158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0D3364-1397-D2BA-7DFC-BFE25D51AE1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92563" y="384861"/>
                  <a:ext cx="243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43AB15-1147-408A-BB31-74E5EA83AB2C}"/>
                    </a:ext>
                  </a:extLst>
                </p14:cNvPr>
                <p14:cNvContentPartPr/>
                <p14:nvPr/>
              </p14:nvContentPartPr>
              <p14:xfrm>
                <a:off x="4352203" y="145101"/>
                <a:ext cx="25920" cy="402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A43AB15-1147-408A-BB31-74E5EA83AB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34203" y="127461"/>
                  <a:ext cx="615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29B0BEF-1A6C-1F84-F1EB-4295501C199E}"/>
                    </a:ext>
                  </a:extLst>
                </p14:cNvPr>
                <p14:cNvContentPartPr/>
                <p14:nvPr/>
              </p14:nvContentPartPr>
              <p14:xfrm>
                <a:off x="4499443" y="379821"/>
                <a:ext cx="39600" cy="174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29B0BEF-1A6C-1F84-F1EB-4295501C19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81803" y="361821"/>
                  <a:ext cx="752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0C65DE-FE88-CFF6-11CE-B43F1C5B5A11}"/>
                    </a:ext>
                  </a:extLst>
                </p14:cNvPr>
                <p14:cNvContentPartPr/>
                <p14:nvPr/>
              </p14:nvContentPartPr>
              <p14:xfrm>
                <a:off x="4675843" y="333741"/>
                <a:ext cx="547200" cy="208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0C65DE-FE88-CFF6-11CE-B43F1C5B5A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57843" y="316101"/>
                  <a:ext cx="5828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F15696-965C-D9C9-A32C-0139AB9999E9}"/>
                    </a:ext>
                  </a:extLst>
                </p14:cNvPr>
                <p14:cNvContentPartPr/>
                <p14:nvPr/>
              </p14:nvContentPartPr>
              <p14:xfrm>
                <a:off x="4722283" y="216741"/>
                <a:ext cx="46800" cy="23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F15696-965C-D9C9-A32C-0139AB9999E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04643" y="198741"/>
                  <a:ext cx="82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A6232F-5004-654F-7AD1-1D6D6F2E3EA9}"/>
                    </a:ext>
                  </a:extLst>
                </p14:cNvPr>
                <p14:cNvContentPartPr/>
                <p14:nvPr/>
              </p14:nvContentPartPr>
              <p14:xfrm>
                <a:off x="4282363" y="245901"/>
                <a:ext cx="194040" cy="21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A6232F-5004-654F-7AD1-1D6D6F2E3E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64723" y="228261"/>
                  <a:ext cx="229680" cy="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6B88B04-AC45-06BE-3C06-44BD17FB5428}"/>
                  </a:ext>
                </a:extLst>
              </p14:cNvPr>
              <p14:cNvContentPartPr/>
              <p14:nvPr/>
            </p14:nvContentPartPr>
            <p14:xfrm>
              <a:off x="6031243" y="281901"/>
              <a:ext cx="8640" cy="11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6B88B04-AC45-06BE-3C06-44BD17FB542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13603" y="264261"/>
                <a:ext cx="442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21236B0-9EDE-AB62-91C4-F574C22A316B}"/>
                  </a:ext>
                </a:extLst>
              </p14:cNvPr>
              <p14:cNvContentPartPr/>
              <p14:nvPr/>
            </p14:nvContentPartPr>
            <p14:xfrm>
              <a:off x="6001363" y="553341"/>
              <a:ext cx="18720" cy="410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21236B0-9EDE-AB62-91C4-F574C22A31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83363" y="535701"/>
                <a:ext cx="5436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A99BD76-198B-EC49-73C1-98AFA73B0698}"/>
              </a:ext>
            </a:extLst>
          </p:cNvPr>
          <p:cNvGrpSpPr/>
          <p:nvPr/>
        </p:nvGrpSpPr>
        <p:grpSpPr>
          <a:xfrm>
            <a:off x="6867163" y="363621"/>
            <a:ext cx="1701360" cy="447840"/>
            <a:chOff x="6867163" y="363621"/>
            <a:chExt cx="170136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D57CEE-33D7-5E27-C333-0A84D9CA4263}"/>
                    </a:ext>
                  </a:extLst>
                </p14:cNvPr>
                <p14:cNvContentPartPr/>
                <p14:nvPr/>
              </p14:nvContentPartPr>
              <p14:xfrm>
                <a:off x="6899203" y="397821"/>
                <a:ext cx="41400" cy="325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D57CEE-33D7-5E27-C333-0A84D9CA42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81203" y="379821"/>
                  <a:ext cx="770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252298-78CD-A651-9549-D39F29A3949B}"/>
                    </a:ext>
                  </a:extLst>
                </p14:cNvPr>
                <p14:cNvContentPartPr/>
                <p14:nvPr/>
              </p14:nvContentPartPr>
              <p14:xfrm>
                <a:off x="6867163" y="363621"/>
                <a:ext cx="274680" cy="378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252298-78CD-A651-9549-D39F29A394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49163" y="345981"/>
                  <a:ext cx="3103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CB2939-C755-6E83-ABF1-8E70EFEF05A5}"/>
                    </a:ext>
                  </a:extLst>
                </p14:cNvPr>
                <p14:cNvContentPartPr/>
                <p14:nvPr/>
              </p14:nvContentPartPr>
              <p14:xfrm>
                <a:off x="7145083" y="533541"/>
                <a:ext cx="203760" cy="20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CB2939-C755-6E83-ABF1-8E70EFEF05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27083" y="515901"/>
                  <a:ext cx="239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694174-CC16-C679-FE71-038786CD8FB2}"/>
                    </a:ext>
                  </a:extLst>
                </p14:cNvPr>
                <p14:cNvContentPartPr/>
                <p14:nvPr/>
              </p14:nvContentPartPr>
              <p14:xfrm>
                <a:off x="7421923" y="576381"/>
                <a:ext cx="203040" cy="172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694174-CC16-C679-FE71-038786CD8FB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03923" y="558381"/>
                  <a:ext cx="238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7ED7D1-CF2C-8C94-6C07-46420F81A7E9}"/>
                    </a:ext>
                  </a:extLst>
                </p14:cNvPr>
                <p14:cNvContentPartPr/>
                <p14:nvPr/>
              </p14:nvContentPartPr>
              <p14:xfrm>
                <a:off x="7751323" y="413301"/>
                <a:ext cx="33120" cy="398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7ED7D1-CF2C-8C94-6C07-46420F81A7E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33683" y="395301"/>
                  <a:ext cx="687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5AB30D6-C24D-5D6A-CFBD-2057EF13B011}"/>
                    </a:ext>
                  </a:extLst>
                </p14:cNvPr>
                <p14:cNvContentPartPr/>
                <p14:nvPr/>
              </p14:nvContentPartPr>
              <p14:xfrm>
                <a:off x="7804603" y="505461"/>
                <a:ext cx="284400" cy="28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5AB30D6-C24D-5D6A-CFBD-2057EF13B01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86963" y="487461"/>
                  <a:ext cx="3200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66E442-5628-7BA6-F80B-219202E82B6C}"/>
                    </a:ext>
                  </a:extLst>
                </p14:cNvPr>
                <p14:cNvContentPartPr/>
                <p14:nvPr/>
              </p14:nvContentPartPr>
              <p14:xfrm>
                <a:off x="8275843" y="429861"/>
                <a:ext cx="292680" cy="340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66E442-5628-7BA6-F80B-219202E82B6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57843" y="412221"/>
                  <a:ext cx="3283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FABD79-947E-B93E-8B9A-7532A14F50B7}"/>
                    </a:ext>
                  </a:extLst>
                </p14:cNvPr>
                <p14:cNvContentPartPr/>
                <p14:nvPr/>
              </p14:nvContentPartPr>
              <p14:xfrm>
                <a:off x="8305723" y="582861"/>
                <a:ext cx="196200" cy="24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FABD79-947E-B93E-8B9A-7532A14F50B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87723" y="564861"/>
                  <a:ext cx="23184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BB69E7A-2EFB-4793-E079-C8234EAFFA45}"/>
                  </a:ext>
                </a:extLst>
              </p14:cNvPr>
              <p14:cNvContentPartPr/>
              <p14:nvPr/>
            </p14:nvContentPartPr>
            <p14:xfrm>
              <a:off x="8817283" y="517701"/>
              <a:ext cx="227160" cy="1436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BB69E7A-2EFB-4793-E079-C8234EAFFA4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799643" y="500061"/>
                <a:ext cx="2628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3E18D29-0E27-0507-D21B-F00BF3490F4A}"/>
                  </a:ext>
                </a:extLst>
              </p14:cNvPr>
              <p14:cNvContentPartPr/>
              <p14:nvPr/>
            </p14:nvContentPartPr>
            <p14:xfrm>
              <a:off x="10797283" y="297741"/>
              <a:ext cx="228240" cy="4194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3E18D29-0E27-0507-D21B-F00BF3490F4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779283" y="280101"/>
                <a:ext cx="263880" cy="45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1CFD89C0-C41E-CCBE-A558-425061D3E328}"/>
              </a:ext>
            </a:extLst>
          </p:cNvPr>
          <p:cNvGrpSpPr/>
          <p:nvPr/>
        </p:nvGrpSpPr>
        <p:grpSpPr>
          <a:xfrm>
            <a:off x="9023923" y="1456941"/>
            <a:ext cx="109800" cy="138240"/>
            <a:chOff x="9023923" y="1456941"/>
            <a:chExt cx="109800" cy="13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D26BF5-66C6-7D4F-26EA-6D2C3F65B87A}"/>
                    </a:ext>
                  </a:extLst>
                </p14:cNvPr>
                <p14:cNvContentPartPr/>
                <p14:nvPr/>
              </p14:nvContentPartPr>
              <p14:xfrm>
                <a:off x="9028243" y="1456941"/>
                <a:ext cx="105480" cy="39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D26BF5-66C6-7D4F-26EA-6D2C3F65B87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10243" y="1439301"/>
                  <a:ext cx="1411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B78E549-8BC7-6C73-DE40-31055432DA12}"/>
                    </a:ext>
                  </a:extLst>
                </p14:cNvPr>
                <p14:cNvContentPartPr/>
                <p14:nvPr/>
              </p14:nvContentPartPr>
              <p14:xfrm>
                <a:off x="9023923" y="1558461"/>
                <a:ext cx="102960" cy="36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B78E549-8BC7-6C73-DE40-31055432DA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06283" y="1540821"/>
                  <a:ext cx="13860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2C96C42-79CB-2702-A279-5C370102037D}"/>
                  </a:ext>
                </a:extLst>
              </p14:cNvPr>
              <p14:cNvContentPartPr/>
              <p14:nvPr/>
            </p14:nvContentPartPr>
            <p14:xfrm>
              <a:off x="8257483" y="914061"/>
              <a:ext cx="222480" cy="15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2C96C42-79CB-2702-A279-5C370102037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239483" y="896421"/>
                <a:ext cx="2581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A1CF43D-0553-8BAB-66DA-9DA84E181262}"/>
                  </a:ext>
                </a:extLst>
              </p14:cNvPr>
              <p14:cNvContentPartPr/>
              <p14:nvPr/>
            </p14:nvContentPartPr>
            <p14:xfrm>
              <a:off x="8215723" y="943941"/>
              <a:ext cx="354960" cy="75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A1CF43D-0553-8BAB-66DA-9DA84E18126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197723" y="925941"/>
                <a:ext cx="3906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9E1EFCA-F667-BB02-F57D-A2F6FD2B228E}"/>
                  </a:ext>
                </a:extLst>
              </p14:cNvPr>
              <p14:cNvContentPartPr/>
              <p14:nvPr/>
            </p14:nvContentPartPr>
            <p14:xfrm>
              <a:off x="10883046" y="758103"/>
              <a:ext cx="36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9E1EFCA-F667-BB02-F57D-A2F6FD2B228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865046" y="74046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DE526BAA-7D73-D3B3-CCD0-5338320FAB37}"/>
              </a:ext>
            </a:extLst>
          </p:cNvPr>
          <p:cNvGrpSpPr/>
          <p:nvPr/>
        </p:nvGrpSpPr>
        <p:grpSpPr>
          <a:xfrm>
            <a:off x="9312006" y="349221"/>
            <a:ext cx="1332277" cy="524442"/>
            <a:chOff x="9312006" y="349221"/>
            <a:chExt cx="1332277" cy="52444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3B4220-C52F-A4FC-CCD5-B7FB0885A5AE}"/>
                    </a:ext>
                  </a:extLst>
                </p14:cNvPr>
                <p14:cNvContentPartPr/>
                <p14:nvPr/>
              </p14:nvContentPartPr>
              <p14:xfrm>
                <a:off x="9484363" y="409341"/>
                <a:ext cx="41400" cy="335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3B4220-C52F-A4FC-CCD5-B7FB0885A5A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66723" y="391701"/>
                  <a:ext cx="770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4245676-8743-6808-2134-8534AEE61A08}"/>
                    </a:ext>
                  </a:extLst>
                </p14:cNvPr>
                <p14:cNvContentPartPr/>
                <p14:nvPr/>
              </p14:nvContentPartPr>
              <p14:xfrm>
                <a:off x="9496603" y="349221"/>
                <a:ext cx="307800" cy="398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4245676-8743-6808-2134-8534AEE61A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78963" y="331581"/>
                  <a:ext cx="34344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41492C0-5043-D701-415C-5AFAA43976EC}"/>
                    </a:ext>
                  </a:extLst>
                </p14:cNvPr>
                <p14:cNvContentPartPr/>
                <p14:nvPr/>
              </p14:nvContentPartPr>
              <p14:xfrm>
                <a:off x="9772363" y="517341"/>
                <a:ext cx="180000" cy="225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41492C0-5043-D701-415C-5AFAA43976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54723" y="499341"/>
                  <a:ext cx="215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F71788-4A65-B65B-66D9-212B391429D5}"/>
                    </a:ext>
                  </a:extLst>
                </p14:cNvPr>
                <p14:cNvContentPartPr/>
                <p14:nvPr/>
              </p14:nvContentPartPr>
              <p14:xfrm>
                <a:off x="10011763" y="578901"/>
                <a:ext cx="217080" cy="170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F71788-4A65-B65B-66D9-212B391429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93763" y="561261"/>
                  <a:ext cx="252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BC0157-94AE-A3BA-F8BF-79FA7EF4A08D}"/>
                    </a:ext>
                  </a:extLst>
                </p14:cNvPr>
                <p14:cNvContentPartPr/>
                <p14:nvPr/>
              </p14:nvContentPartPr>
              <p14:xfrm>
                <a:off x="10385083" y="379821"/>
                <a:ext cx="30600" cy="397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BC0157-94AE-A3BA-F8BF-79FA7EF4A08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67083" y="361821"/>
                  <a:ext cx="662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D00D699-0EA7-C725-57EE-3426ACE515DB}"/>
                    </a:ext>
                  </a:extLst>
                </p14:cNvPr>
                <p14:cNvContentPartPr/>
                <p14:nvPr/>
              </p14:nvContentPartPr>
              <p14:xfrm>
                <a:off x="10413523" y="524901"/>
                <a:ext cx="230760" cy="244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D00D699-0EA7-C725-57EE-3426ACE515D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95523" y="506901"/>
                  <a:ext cx="2664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4DA38E-A6B8-40A4-0608-BBFAC8D8AF82}"/>
                    </a:ext>
                  </a:extLst>
                </p14:cNvPr>
                <p14:cNvContentPartPr/>
                <p14:nvPr/>
              </p14:nvContentPartPr>
              <p14:xfrm>
                <a:off x="9312006" y="873303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4DA38E-A6B8-40A4-0608-BBFAC8D8AF8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94366" y="8556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E07F61C-EE5F-35A3-452C-E52872DD7DDD}"/>
                  </a:ext>
                </a:extLst>
              </p14:cNvPr>
              <p14:cNvContentPartPr/>
              <p14:nvPr/>
            </p14:nvContentPartPr>
            <p14:xfrm>
              <a:off x="652926" y="637143"/>
              <a:ext cx="4475520" cy="288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E07F61C-EE5F-35A3-452C-E52872DD7DD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35286" y="619503"/>
                <a:ext cx="4511160" cy="32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8C4C11E6-423A-8944-6518-FB13F5FEA8B9}"/>
              </a:ext>
            </a:extLst>
          </p:cNvPr>
          <p:cNvGrpSpPr/>
          <p:nvPr/>
        </p:nvGrpSpPr>
        <p:grpSpPr>
          <a:xfrm>
            <a:off x="344766" y="1833423"/>
            <a:ext cx="302400" cy="661320"/>
            <a:chOff x="344766" y="1833423"/>
            <a:chExt cx="30240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721D7D7-A419-99B6-CD66-D57C4042EF28}"/>
                    </a:ext>
                  </a:extLst>
                </p14:cNvPr>
                <p14:cNvContentPartPr/>
                <p14:nvPr/>
              </p14:nvContentPartPr>
              <p14:xfrm>
                <a:off x="479766" y="1988223"/>
                <a:ext cx="11520" cy="145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721D7D7-A419-99B6-CD66-D57C4042EF2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61766" y="1970223"/>
                  <a:ext cx="47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2CF3BD2-A905-2EEA-6B24-8590B333A5FD}"/>
                    </a:ext>
                  </a:extLst>
                </p14:cNvPr>
                <p14:cNvContentPartPr/>
                <p14:nvPr/>
              </p14:nvContentPartPr>
              <p14:xfrm>
                <a:off x="344766" y="1833423"/>
                <a:ext cx="302400" cy="661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2CF3BD2-A905-2EEA-6B24-8590B333A5F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7126" y="1815783"/>
                  <a:ext cx="338040" cy="69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C2CC1DF-47BC-77E5-2BFA-67E6B5B3D6DD}"/>
              </a:ext>
            </a:extLst>
          </p:cNvPr>
          <p:cNvGrpSpPr/>
          <p:nvPr/>
        </p:nvGrpSpPr>
        <p:grpSpPr>
          <a:xfrm>
            <a:off x="945246" y="1948263"/>
            <a:ext cx="1218240" cy="433080"/>
            <a:chOff x="945246" y="1948263"/>
            <a:chExt cx="121824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8E0776-0B88-D740-70FB-D30F7A8A6C19}"/>
                    </a:ext>
                  </a:extLst>
                </p14:cNvPr>
                <p14:cNvContentPartPr/>
                <p14:nvPr/>
              </p14:nvContentPartPr>
              <p14:xfrm>
                <a:off x="945246" y="1965903"/>
                <a:ext cx="197640" cy="268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8E0776-0B88-D740-70FB-D30F7A8A6C1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27606" y="1947903"/>
                  <a:ext cx="2332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4B456C7-76CF-5CC0-87CD-DB3B542FE7DC}"/>
                    </a:ext>
                  </a:extLst>
                </p14:cNvPr>
                <p14:cNvContentPartPr/>
                <p14:nvPr/>
              </p14:nvContentPartPr>
              <p14:xfrm>
                <a:off x="1214526" y="2071383"/>
                <a:ext cx="306720" cy="165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4B456C7-76CF-5CC0-87CD-DB3B542FE7D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96886" y="2053743"/>
                  <a:ext cx="3423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5BF11F3-8050-F83B-F202-E70E22607721}"/>
                    </a:ext>
                  </a:extLst>
                </p14:cNvPr>
                <p14:cNvContentPartPr/>
                <p14:nvPr/>
              </p14:nvContentPartPr>
              <p14:xfrm>
                <a:off x="1392726" y="1948263"/>
                <a:ext cx="51480" cy="32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5BF11F3-8050-F83B-F202-E70E2260772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75086" y="1930263"/>
                  <a:ext cx="87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0EE04DD-A421-105E-3D23-933180E2B930}"/>
                    </a:ext>
                  </a:extLst>
                </p14:cNvPr>
                <p14:cNvContentPartPr/>
                <p14:nvPr/>
              </p14:nvContentPartPr>
              <p14:xfrm>
                <a:off x="1557246" y="2073903"/>
                <a:ext cx="129240" cy="307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0EE04DD-A421-105E-3D23-933180E2B93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539246" y="2055903"/>
                  <a:ext cx="1648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2624108-FC00-A72A-2C6B-61BC2C08F8CA}"/>
                    </a:ext>
                  </a:extLst>
                </p14:cNvPr>
                <p14:cNvContentPartPr/>
                <p14:nvPr/>
              </p14:nvContentPartPr>
              <p14:xfrm>
                <a:off x="1798086" y="2061663"/>
                <a:ext cx="365400" cy="147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2624108-FC00-A72A-2C6B-61BC2C08F8C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780086" y="2043663"/>
                  <a:ext cx="40104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1EF53E4-9BC2-8C2B-3625-82D43EC90AFB}"/>
                  </a:ext>
                </a:extLst>
              </p14:cNvPr>
              <p14:cNvContentPartPr/>
              <p14:nvPr/>
            </p14:nvContentPartPr>
            <p14:xfrm>
              <a:off x="2703846" y="855303"/>
              <a:ext cx="360" cy="3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1EF53E4-9BC2-8C2B-3625-82D43EC90AF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685846" y="83730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D9431D8A-C15E-1CBE-6816-0D655E866942}"/>
              </a:ext>
            </a:extLst>
          </p:cNvPr>
          <p:cNvGrpSpPr/>
          <p:nvPr/>
        </p:nvGrpSpPr>
        <p:grpSpPr>
          <a:xfrm>
            <a:off x="2580366" y="1898223"/>
            <a:ext cx="1577520" cy="361440"/>
            <a:chOff x="2580366" y="1898223"/>
            <a:chExt cx="157752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EE272E7-9D8D-EF7C-4955-6217346FF389}"/>
                    </a:ext>
                  </a:extLst>
                </p14:cNvPr>
                <p14:cNvContentPartPr/>
                <p14:nvPr/>
              </p14:nvContentPartPr>
              <p14:xfrm>
                <a:off x="2580366" y="2060223"/>
                <a:ext cx="144360" cy="199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EE272E7-9D8D-EF7C-4955-6217346FF38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62366" y="2042583"/>
                  <a:ext cx="180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18CB02A-9231-B7C3-1790-1BDD3D2AFAF8}"/>
                    </a:ext>
                  </a:extLst>
                </p14:cNvPr>
                <p14:cNvContentPartPr/>
                <p14:nvPr/>
              </p14:nvContentPartPr>
              <p14:xfrm>
                <a:off x="2808246" y="1978143"/>
                <a:ext cx="565920" cy="262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18CB02A-9231-B7C3-1790-1BDD3D2AFAF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90246" y="1960143"/>
                  <a:ext cx="6015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96BB247-E6E4-7337-F769-AD3F78364A37}"/>
                    </a:ext>
                  </a:extLst>
                </p14:cNvPr>
                <p14:cNvContentPartPr/>
                <p14:nvPr/>
              </p14:nvContentPartPr>
              <p14:xfrm>
                <a:off x="3468846" y="1898223"/>
                <a:ext cx="52200" cy="329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96BB247-E6E4-7337-F769-AD3F78364A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51206" y="1880223"/>
                  <a:ext cx="878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F8BFB6D-27A6-D773-A374-ADD286C6D03D}"/>
                    </a:ext>
                  </a:extLst>
                </p14:cNvPr>
                <p14:cNvContentPartPr/>
                <p14:nvPr/>
              </p14:nvContentPartPr>
              <p14:xfrm>
                <a:off x="3609246" y="2101623"/>
                <a:ext cx="257400" cy="128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F8BFB6D-27A6-D773-A374-ADD286C6D0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91606" y="2083983"/>
                  <a:ext cx="293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305E3CD-2A39-9160-5C79-8FD9D46C899F}"/>
                    </a:ext>
                  </a:extLst>
                </p14:cNvPr>
                <p14:cNvContentPartPr/>
                <p14:nvPr/>
              </p14:nvContentPartPr>
              <p14:xfrm>
                <a:off x="3951966" y="2092983"/>
                <a:ext cx="205920" cy="124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305E3CD-2A39-9160-5C79-8FD9D46C89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33966" y="2074983"/>
                  <a:ext cx="2415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D7A8C27-44FB-230C-99E6-BCE887E7ECEB}"/>
                    </a:ext>
                  </a:extLst>
                </p14:cNvPr>
                <p14:cNvContentPartPr/>
                <p14:nvPr/>
              </p14:nvContentPartPr>
              <p14:xfrm>
                <a:off x="3600246" y="1979943"/>
                <a:ext cx="73440" cy="2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D7A8C27-44FB-230C-99E6-BCE887E7ECE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82246" y="1961943"/>
                  <a:ext cx="109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183675-3AE9-D7AA-0550-1EE2F081E123}"/>
                    </a:ext>
                  </a:extLst>
                </p14:cNvPr>
                <p14:cNvContentPartPr/>
                <p14:nvPr/>
              </p14:nvContentPartPr>
              <p14:xfrm>
                <a:off x="3223686" y="2051223"/>
                <a:ext cx="215280" cy="22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183675-3AE9-D7AA-0550-1EE2F081E12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205686" y="2033583"/>
                  <a:ext cx="25092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6A5E5D6-17DC-AF25-CD5B-A7A95951FDD4}"/>
              </a:ext>
            </a:extLst>
          </p:cNvPr>
          <p:cNvGrpSpPr/>
          <p:nvPr/>
        </p:nvGrpSpPr>
        <p:grpSpPr>
          <a:xfrm>
            <a:off x="150006" y="2855103"/>
            <a:ext cx="344880" cy="501840"/>
            <a:chOff x="150006" y="2855103"/>
            <a:chExt cx="34488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010684A-99BB-8641-A083-E667C30A5B40}"/>
                    </a:ext>
                  </a:extLst>
                </p14:cNvPr>
                <p14:cNvContentPartPr/>
                <p14:nvPr/>
              </p14:nvContentPartPr>
              <p14:xfrm>
                <a:off x="150006" y="3008823"/>
                <a:ext cx="6120" cy="172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010684A-99BB-8641-A083-E667C30A5B4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2366" y="2991183"/>
                  <a:ext cx="41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131DDE3-1E02-ABE8-4ECB-DF1A0593DBEF}"/>
                    </a:ext>
                  </a:extLst>
                </p14:cNvPr>
                <p14:cNvContentPartPr/>
                <p14:nvPr/>
              </p14:nvContentPartPr>
              <p14:xfrm>
                <a:off x="274206" y="3053463"/>
                <a:ext cx="25200" cy="137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131DDE3-1E02-ABE8-4ECB-DF1A0593DBE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6206" y="3035463"/>
                  <a:ext cx="60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0035936-5DE7-DC56-6524-A0E383A9F1C0}"/>
                    </a:ext>
                  </a:extLst>
                </p14:cNvPr>
                <p14:cNvContentPartPr/>
                <p14:nvPr/>
              </p14:nvContentPartPr>
              <p14:xfrm>
                <a:off x="344046" y="2855103"/>
                <a:ext cx="150840" cy="501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0035936-5DE7-DC56-6524-A0E383A9F1C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6406" y="2837463"/>
                  <a:ext cx="186480" cy="53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FDAAABB-A62A-02B8-8651-3FEA7E836FAB}"/>
              </a:ext>
            </a:extLst>
          </p:cNvPr>
          <p:cNvGrpSpPr/>
          <p:nvPr/>
        </p:nvGrpSpPr>
        <p:grpSpPr>
          <a:xfrm>
            <a:off x="1065126" y="2693103"/>
            <a:ext cx="1522440" cy="705960"/>
            <a:chOff x="1065126" y="2693103"/>
            <a:chExt cx="1522440" cy="70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511E9C2-91EA-8047-D182-D3C420BFC4F6}"/>
                    </a:ext>
                  </a:extLst>
                </p14:cNvPr>
                <p14:cNvContentPartPr/>
                <p14:nvPr/>
              </p14:nvContentPartPr>
              <p14:xfrm>
                <a:off x="1065126" y="2778063"/>
                <a:ext cx="150480" cy="48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511E9C2-91EA-8047-D182-D3C420BFC4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7486" y="2760423"/>
                  <a:ext cx="186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79799F-7F30-8324-91F0-F71C8267708F}"/>
                    </a:ext>
                  </a:extLst>
                </p14:cNvPr>
                <p14:cNvContentPartPr/>
                <p14:nvPr/>
              </p14:nvContentPartPr>
              <p14:xfrm>
                <a:off x="1133886" y="2806143"/>
                <a:ext cx="37440" cy="273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79799F-7F30-8324-91F0-F71C826770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5886" y="2788503"/>
                  <a:ext cx="730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68445E0-9853-6005-97EB-C00E1F63A967}"/>
                    </a:ext>
                  </a:extLst>
                </p14:cNvPr>
                <p14:cNvContentPartPr/>
                <p14:nvPr/>
              </p14:nvContentPartPr>
              <p14:xfrm>
                <a:off x="1091766" y="3055263"/>
                <a:ext cx="129240" cy="19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68445E0-9853-6005-97EB-C00E1F63A96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3766" y="3037263"/>
                  <a:ext cx="164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58F48AE-84A1-2A81-E865-1946EBEF486C}"/>
                    </a:ext>
                  </a:extLst>
                </p14:cNvPr>
                <p14:cNvContentPartPr/>
                <p14:nvPr/>
              </p14:nvContentPartPr>
              <p14:xfrm>
                <a:off x="1306686" y="2950863"/>
                <a:ext cx="153360" cy="126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58F48AE-84A1-2A81-E865-1946EBEF486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89046" y="2932863"/>
                  <a:ext cx="189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EA274E8-8ECF-1D8B-149E-606EE32E0F3B}"/>
                    </a:ext>
                  </a:extLst>
                </p14:cNvPr>
                <p14:cNvContentPartPr/>
                <p14:nvPr/>
              </p14:nvContentPartPr>
              <p14:xfrm>
                <a:off x="1495326" y="2800023"/>
                <a:ext cx="149040" cy="599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EA274E8-8ECF-1D8B-149E-606EE32E0F3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77326" y="2782383"/>
                  <a:ext cx="18468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A85A7B8-F674-2D42-937A-DCEFC04207D7}"/>
                    </a:ext>
                  </a:extLst>
                </p14:cNvPr>
                <p14:cNvContentPartPr/>
                <p14:nvPr/>
              </p14:nvContentPartPr>
              <p14:xfrm>
                <a:off x="1498926" y="3074343"/>
                <a:ext cx="126720" cy="107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A85A7B8-F674-2D42-937A-DCEFC04207D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81286" y="3056343"/>
                  <a:ext cx="162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3726105-227B-7C7A-D20D-B540FB7E5D58}"/>
                    </a:ext>
                  </a:extLst>
                </p14:cNvPr>
                <p14:cNvContentPartPr/>
                <p14:nvPr/>
              </p14:nvContentPartPr>
              <p14:xfrm>
                <a:off x="1725726" y="2961303"/>
                <a:ext cx="21960" cy="133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3726105-227B-7C7A-D20D-B540FB7E5D5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07726" y="2943663"/>
                  <a:ext cx="57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E62145C-25BB-A600-F539-011E8E686346}"/>
                    </a:ext>
                  </a:extLst>
                </p14:cNvPr>
                <p14:cNvContentPartPr/>
                <p14:nvPr/>
              </p14:nvContentPartPr>
              <p14:xfrm>
                <a:off x="1754526" y="2869863"/>
                <a:ext cx="12240" cy="37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E62145C-25BB-A600-F539-011E8E68634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736886" y="2852223"/>
                  <a:ext cx="47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B89DDE9-32C0-0C24-5991-071A4D568710}"/>
                    </a:ext>
                  </a:extLst>
                </p14:cNvPr>
                <p14:cNvContentPartPr/>
                <p14:nvPr/>
              </p14:nvContentPartPr>
              <p14:xfrm>
                <a:off x="1857126" y="2910903"/>
                <a:ext cx="148680" cy="118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B89DDE9-32C0-0C24-5991-071A4D56871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39486" y="2892903"/>
                  <a:ext cx="184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7AC5930-F2E1-658D-5956-CED516B591F2}"/>
                    </a:ext>
                  </a:extLst>
                </p14:cNvPr>
                <p14:cNvContentPartPr/>
                <p14:nvPr/>
              </p14:nvContentPartPr>
              <p14:xfrm>
                <a:off x="2101926" y="2904783"/>
                <a:ext cx="45000" cy="100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7AC5930-F2E1-658D-5956-CED516B591F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83926" y="2886783"/>
                  <a:ext cx="806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EC3C612-DC19-2402-B6F6-8DABE5A2FFDF}"/>
                    </a:ext>
                  </a:extLst>
                </p14:cNvPr>
                <p14:cNvContentPartPr/>
                <p14:nvPr/>
              </p14:nvContentPartPr>
              <p14:xfrm>
                <a:off x="2076726" y="2718663"/>
                <a:ext cx="56160" cy="31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EC3C612-DC19-2402-B6F6-8DABE5A2FFD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58726" y="2700663"/>
                  <a:ext cx="91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4EE7987-0374-4B9D-3AE4-47B313D43FB4}"/>
                    </a:ext>
                  </a:extLst>
                </p14:cNvPr>
                <p14:cNvContentPartPr/>
                <p14:nvPr/>
              </p14:nvContentPartPr>
              <p14:xfrm>
                <a:off x="2272206" y="2693103"/>
                <a:ext cx="315360" cy="291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4EE7987-0374-4B9D-3AE4-47B313D43FB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254206" y="2675463"/>
                  <a:ext cx="351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5AE7139-2CFD-8724-DE06-F323B613C446}"/>
                    </a:ext>
                  </a:extLst>
                </p14:cNvPr>
                <p14:cNvContentPartPr/>
                <p14:nvPr/>
              </p14:nvContentPartPr>
              <p14:xfrm>
                <a:off x="2279406" y="2732343"/>
                <a:ext cx="189000" cy="43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5AE7139-2CFD-8724-DE06-F323B613C44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61766" y="2714703"/>
                  <a:ext cx="2246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60A2EA6-5F88-01FC-D314-5DD75AB8398A}"/>
                  </a:ext>
                </a:extLst>
              </p14:cNvPr>
              <p14:cNvContentPartPr/>
              <p14:nvPr/>
            </p14:nvContentPartPr>
            <p14:xfrm>
              <a:off x="4613286" y="1958703"/>
              <a:ext cx="16920" cy="486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60A2EA6-5F88-01FC-D314-5DD75AB8398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595646" y="1940703"/>
                <a:ext cx="525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2674753-663E-77ED-75AD-5D245D52EFBF}"/>
                  </a:ext>
                </a:extLst>
              </p14:cNvPr>
              <p14:cNvContentPartPr/>
              <p14:nvPr/>
            </p14:nvContentPartPr>
            <p14:xfrm>
              <a:off x="4618686" y="2186943"/>
              <a:ext cx="5760" cy="298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2674753-663E-77ED-75AD-5D245D52EFB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601046" y="2168943"/>
                <a:ext cx="4140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D230240-BC3C-8EFD-1C21-80E55800EB1A}"/>
              </a:ext>
            </a:extLst>
          </p:cNvPr>
          <p:cNvGrpSpPr/>
          <p:nvPr/>
        </p:nvGrpSpPr>
        <p:grpSpPr>
          <a:xfrm>
            <a:off x="2995086" y="2652423"/>
            <a:ext cx="1672560" cy="446760"/>
            <a:chOff x="2995086" y="2652423"/>
            <a:chExt cx="167256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7FA2D61-56AF-6B23-6EF7-03A015494DCB}"/>
                    </a:ext>
                  </a:extLst>
                </p14:cNvPr>
                <p14:cNvContentPartPr/>
                <p14:nvPr/>
              </p14:nvContentPartPr>
              <p14:xfrm>
                <a:off x="2995086" y="2826303"/>
                <a:ext cx="115560" cy="173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7FA2D61-56AF-6B23-6EF7-03A015494D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77446" y="2808663"/>
                  <a:ext cx="151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50A1504-7433-1D9A-CC1D-A9E22E378F01}"/>
                    </a:ext>
                  </a:extLst>
                </p14:cNvPr>
                <p14:cNvContentPartPr/>
                <p14:nvPr/>
              </p14:nvContentPartPr>
              <p14:xfrm>
                <a:off x="3179766" y="2785623"/>
                <a:ext cx="527040" cy="236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50A1504-7433-1D9A-CC1D-A9E22E378F0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161766" y="2767983"/>
                  <a:ext cx="5626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FA82F78-D1AD-8CFD-A5D7-51ED11F62975}"/>
                    </a:ext>
                  </a:extLst>
                </p14:cNvPr>
                <p14:cNvContentPartPr/>
                <p14:nvPr/>
              </p14:nvContentPartPr>
              <p14:xfrm>
                <a:off x="3777726" y="2672583"/>
                <a:ext cx="29880" cy="336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FA82F78-D1AD-8CFD-A5D7-51ED11F6297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59726" y="2654583"/>
                  <a:ext cx="655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9074407-DF09-D46D-9913-24B481A13DA7}"/>
                    </a:ext>
                  </a:extLst>
                </p14:cNvPr>
                <p14:cNvContentPartPr/>
                <p14:nvPr/>
              </p14:nvContentPartPr>
              <p14:xfrm>
                <a:off x="3909846" y="2880303"/>
                <a:ext cx="19440" cy="137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9074407-DF09-D46D-9913-24B481A13DA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91846" y="2862663"/>
                  <a:ext cx="55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95D75E-4694-EEED-0FC5-75B6A26A676B}"/>
                    </a:ext>
                  </a:extLst>
                </p14:cNvPr>
                <p14:cNvContentPartPr/>
                <p14:nvPr/>
              </p14:nvContentPartPr>
              <p14:xfrm>
                <a:off x="4036206" y="2852583"/>
                <a:ext cx="121680" cy="181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95D75E-4694-EEED-0FC5-75B6A26A676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018566" y="2834583"/>
                  <a:ext cx="1573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63E2253-85CA-EEA8-158C-E9E5D98F9A9B}"/>
                    </a:ext>
                  </a:extLst>
                </p14:cNvPr>
                <p14:cNvContentPartPr/>
                <p14:nvPr/>
              </p14:nvContentPartPr>
              <p14:xfrm>
                <a:off x="4256886" y="2854023"/>
                <a:ext cx="142200" cy="147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63E2253-85CA-EEA8-158C-E9E5D98F9A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38886" y="2836383"/>
                  <a:ext cx="177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E5F405F-6C24-A88B-8FDB-31BC240CD100}"/>
                    </a:ext>
                  </a:extLst>
                </p14:cNvPr>
                <p14:cNvContentPartPr/>
                <p14:nvPr/>
              </p14:nvContentPartPr>
              <p14:xfrm>
                <a:off x="3937566" y="2652423"/>
                <a:ext cx="95040" cy="10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E5F405F-6C24-A88B-8FDB-31BC240CD10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19926" y="2634783"/>
                  <a:ext cx="130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D977C65-13AF-DB17-AB57-B6B8417109A4}"/>
                    </a:ext>
                  </a:extLst>
                </p14:cNvPr>
                <p14:cNvContentPartPr/>
                <p14:nvPr/>
              </p14:nvContentPartPr>
              <p14:xfrm>
                <a:off x="3609246" y="2687343"/>
                <a:ext cx="321480" cy="673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D977C65-13AF-DB17-AB57-B6B8417109A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91606" y="2669343"/>
                  <a:ext cx="357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9717F9-FD5A-F21C-B85D-C5396F8A87FF}"/>
                    </a:ext>
                  </a:extLst>
                </p14:cNvPr>
                <p14:cNvContentPartPr/>
                <p14:nvPr/>
              </p14:nvContentPartPr>
              <p14:xfrm>
                <a:off x="4634166" y="2851863"/>
                <a:ext cx="33480" cy="33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9717F9-FD5A-F21C-B85D-C5396F8A87F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16166" y="2833863"/>
                  <a:ext cx="69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FD5A841-6943-0200-1A86-3F63FEC6564F}"/>
                    </a:ext>
                  </a:extLst>
                </p14:cNvPr>
                <p14:cNvContentPartPr/>
                <p14:nvPr/>
              </p14:nvContentPartPr>
              <p14:xfrm>
                <a:off x="4600326" y="3086943"/>
                <a:ext cx="33120" cy="12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FD5A841-6943-0200-1A86-3F63FEC6564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82326" y="3068943"/>
                  <a:ext cx="6876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6F0F7DF9-4423-680F-167B-DA29ED4C6A5B}"/>
                  </a:ext>
                </a:extLst>
              </p14:cNvPr>
              <p14:cNvContentPartPr/>
              <p14:nvPr/>
            </p14:nvContentPartPr>
            <p14:xfrm>
              <a:off x="763086" y="2820903"/>
              <a:ext cx="1800" cy="14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6F0F7DF9-4423-680F-167B-DA29ED4C6A5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45446" y="2802903"/>
                <a:ext cx="374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37C9831-5DB8-0B95-13CB-37050589A710}"/>
                  </a:ext>
                </a:extLst>
              </p14:cNvPr>
              <p14:cNvContentPartPr/>
              <p14:nvPr/>
            </p14:nvContentPartPr>
            <p14:xfrm>
              <a:off x="2704206" y="3528663"/>
              <a:ext cx="14400" cy="9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37C9831-5DB8-0B95-13CB-37050589A71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686566" y="3511023"/>
                <a:ext cx="5004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DBF2F99-23E4-BA0D-E52F-DD1069A356B8}"/>
              </a:ext>
            </a:extLst>
          </p:cNvPr>
          <p:cNvGrpSpPr/>
          <p:nvPr/>
        </p:nvGrpSpPr>
        <p:grpSpPr>
          <a:xfrm>
            <a:off x="5183166" y="1943943"/>
            <a:ext cx="1536480" cy="370080"/>
            <a:chOff x="5183166" y="1943943"/>
            <a:chExt cx="153648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4CC0B73-A2BB-B903-52A2-4B929B0265A3}"/>
                    </a:ext>
                  </a:extLst>
                </p14:cNvPr>
                <p14:cNvContentPartPr/>
                <p14:nvPr/>
              </p14:nvContentPartPr>
              <p14:xfrm>
                <a:off x="5224206" y="2101263"/>
                <a:ext cx="21600" cy="212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4CC0B73-A2BB-B903-52A2-4B929B0265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06206" y="2083623"/>
                  <a:ext cx="57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D40652E-A62B-917B-65CD-FEBB93600764}"/>
                    </a:ext>
                  </a:extLst>
                </p14:cNvPr>
                <p14:cNvContentPartPr/>
                <p14:nvPr/>
              </p14:nvContentPartPr>
              <p14:xfrm>
                <a:off x="5183166" y="2011983"/>
                <a:ext cx="198360" cy="246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D40652E-A62B-917B-65CD-FEBB9360076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165166" y="1994343"/>
                  <a:ext cx="234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13569C9-37CE-B87E-1D00-332E36EFE626}"/>
                    </a:ext>
                  </a:extLst>
                </p14:cNvPr>
                <p14:cNvContentPartPr/>
                <p14:nvPr/>
              </p14:nvContentPartPr>
              <p14:xfrm>
                <a:off x="5388726" y="2125383"/>
                <a:ext cx="165240" cy="138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13569C9-37CE-B87E-1D00-332E36EFE62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370726" y="2107743"/>
                  <a:ext cx="200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E5F5E04-7941-861D-CF16-B106C09A21B2}"/>
                    </a:ext>
                  </a:extLst>
                </p14:cNvPr>
                <p14:cNvContentPartPr/>
                <p14:nvPr/>
              </p14:nvContentPartPr>
              <p14:xfrm>
                <a:off x="5597886" y="2129343"/>
                <a:ext cx="178920" cy="135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E5F5E04-7941-861D-CF16-B106C09A21B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79886" y="2111343"/>
                  <a:ext cx="2145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2153AA4-B75E-B7DE-E422-44B0FC054FEE}"/>
                    </a:ext>
                  </a:extLst>
                </p14:cNvPr>
                <p14:cNvContentPartPr/>
                <p14:nvPr/>
              </p14:nvContentPartPr>
              <p14:xfrm>
                <a:off x="5848446" y="2033583"/>
                <a:ext cx="14400" cy="215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2153AA4-B75E-B7DE-E422-44B0FC054FE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830806" y="2015943"/>
                  <a:ext cx="50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4FE56EE-03F3-77C7-2430-56BFCFF1AD8B}"/>
                    </a:ext>
                  </a:extLst>
                </p14:cNvPr>
                <p14:cNvContentPartPr/>
                <p14:nvPr/>
              </p14:nvContentPartPr>
              <p14:xfrm>
                <a:off x="5863206" y="2082183"/>
                <a:ext cx="142200" cy="156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4FE56EE-03F3-77C7-2430-56BFCFF1AD8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845566" y="2064543"/>
                  <a:ext cx="17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5B18441-E5FC-39E5-A1BC-FC9946E9EB57}"/>
                    </a:ext>
                  </a:extLst>
                </p14:cNvPr>
                <p14:cNvContentPartPr/>
                <p14:nvPr/>
              </p14:nvContentPartPr>
              <p14:xfrm>
                <a:off x="6191526" y="1943943"/>
                <a:ext cx="169200" cy="268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5B18441-E5FC-39E5-A1BC-FC9946E9EB5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73886" y="1925943"/>
                  <a:ext cx="2048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23A6730-1E81-F5E8-C2A4-D765A92F6469}"/>
                    </a:ext>
                  </a:extLst>
                </p14:cNvPr>
                <p14:cNvContentPartPr/>
                <p14:nvPr/>
              </p14:nvContentPartPr>
              <p14:xfrm>
                <a:off x="6291606" y="2073183"/>
                <a:ext cx="95400" cy="39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23A6730-1E81-F5E8-C2A4-D765A92F64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73966" y="2055543"/>
                  <a:ext cx="131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AA42AA6-F5E9-AA17-85EB-889830157120}"/>
                    </a:ext>
                  </a:extLst>
                </p14:cNvPr>
                <p14:cNvContentPartPr/>
                <p14:nvPr/>
              </p14:nvContentPartPr>
              <p14:xfrm>
                <a:off x="6633246" y="2053743"/>
                <a:ext cx="70560" cy="19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AA42AA6-F5E9-AA17-85EB-88983015712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15606" y="2036103"/>
                  <a:ext cx="106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7DAB357-8F26-DA5E-73ED-FBC02F0690A1}"/>
                    </a:ext>
                  </a:extLst>
                </p14:cNvPr>
                <p14:cNvContentPartPr/>
                <p14:nvPr/>
              </p14:nvContentPartPr>
              <p14:xfrm>
                <a:off x="6591846" y="2121063"/>
                <a:ext cx="127800" cy="33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7DAB357-8F26-DA5E-73ED-FBC02F0690A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574206" y="2103063"/>
                  <a:ext cx="16344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4255103-1657-D78C-C9AF-34C1E2121735}"/>
              </a:ext>
            </a:extLst>
          </p:cNvPr>
          <p:cNvGrpSpPr/>
          <p:nvPr/>
        </p:nvGrpSpPr>
        <p:grpSpPr>
          <a:xfrm>
            <a:off x="7037526" y="1868703"/>
            <a:ext cx="4418280" cy="712800"/>
            <a:chOff x="7037526" y="1868703"/>
            <a:chExt cx="4418280" cy="71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AA49352-BB42-8EE2-0B3A-78FE7C92FB38}"/>
                    </a:ext>
                  </a:extLst>
                </p14:cNvPr>
                <p14:cNvContentPartPr/>
                <p14:nvPr/>
              </p14:nvContentPartPr>
              <p14:xfrm>
                <a:off x="7051566" y="2028903"/>
                <a:ext cx="20880" cy="226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AA49352-BB42-8EE2-0B3A-78FE7C92FB3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033926" y="2010903"/>
                  <a:ext cx="56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ECD330B-D1DF-D4AC-ADE8-E6C223259F9E}"/>
                    </a:ext>
                  </a:extLst>
                </p14:cNvPr>
                <p14:cNvContentPartPr/>
                <p14:nvPr/>
              </p14:nvContentPartPr>
              <p14:xfrm>
                <a:off x="7037526" y="1955463"/>
                <a:ext cx="207000" cy="262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ECD330B-D1DF-D4AC-ADE8-E6C223259F9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19526" y="1937463"/>
                  <a:ext cx="2426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D7C3E5-D5CC-DDAF-C790-5A2DCFF2C331}"/>
                    </a:ext>
                  </a:extLst>
                </p14:cNvPr>
                <p14:cNvContentPartPr/>
                <p14:nvPr/>
              </p14:nvContentPartPr>
              <p14:xfrm>
                <a:off x="7276566" y="2066703"/>
                <a:ext cx="128880" cy="140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D7C3E5-D5CC-DDAF-C790-5A2DCFF2C33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258566" y="2048703"/>
                  <a:ext cx="164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351A032-DEB8-9C8C-553F-F92D2A73D95D}"/>
                    </a:ext>
                  </a:extLst>
                </p14:cNvPr>
                <p14:cNvContentPartPr/>
                <p14:nvPr/>
              </p14:nvContentPartPr>
              <p14:xfrm>
                <a:off x="7492206" y="2073543"/>
                <a:ext cx="165600" cy="1306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351A032-DEB8-9C8C-553F-F92D2A73D95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474206" y="2055903"/>
                  <a:ext cx="201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C564E06-C82D-3519-551E-B95F62E94189}"/>
                    </a:ext>
                  </a:extLst>
                </p14:cNvPr>
                <p14:cNvContentPartPr/>
                <p14:nvPr/>
              </p14:nvContentPartPr>
              <p14:xfrm>
                <a:off x="7783086" y="1969503"/>
                <a:ext cx="11880" cy="236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C564E06-C82D-3519-551E-B95F62E9418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765446" y="1951863"/>
                  <a:ext cx="475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80675F7-1B03-26D6-9B0F-71A72D2AB9F8}"/>
                    </a:ext>
                  </a:extLst>
                </p14:cNvPr>
                <p14:cNvContentPartPr/>
                <p14:nvPr/>
              </p14:nvContentPartPr>
              <p14:xfrm>
                <a:off x="7805406" y="2055903"/>
                <a:ext cx="174600" cy="156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80675F7-1B03-26D6-9B0F-71A72D2AB9F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787766" y="2038263"/>
                  <a:ext cx="210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A41D625-3E1E-E8D5-552E-E576927F8950}"/>
                    </a:ext>
                  </a:extLst>
                </p14:cNvPr>
                <p14:cNvContentPartPr/>
                <p14:nvPr/>
              </p14:nvContentPartPr>
              <p14:xfrm>
                <a:off x="8098806" y="1932063"/>
                <a:ext cx="160560" cy="252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A41D625-3E1E-E8D5-552E-E576927F895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081166" y="1914423"/>
                  <a:ext cx="1962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34F30-9B2B-3483-4046-8142B7E1BC95}"/>
                    </a:ext>
                  </a:extLst>
                </p14:cNvPr>
                <p14:cNvContentPartPr/>
                <p14:nvPr/>
              </p14:nvContentPartPr>
              <p14:xfrm>
                <a:off x="8394726" y="2033583"/>
                <a:ext cx="101160" cy="42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34F30-9B2B-3483-4046-8142B7E1BC9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77086" y="2015943"/>
                  <a:ext cx="136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821A98F-F2D7-A2DD-050F-F25F86F93C6C}"/>
                    </a:ext>
                  </a:extLst>
                </p14:cNvPr>
                <p14:cNvContentPartPr/>
                <p14:nvPr/>
              </p14:nvContentPartPr>
              <p14:xfrm>
                <a:off x="8411286" y="2097663"/>
                <a:ext cx="129960" cy="32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821A98F-F2D7-A2DD-050F-F25F86F93C6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93286" y="2080023"/>
                  <a:ext cx="165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70F3B47-1A40-0B62-5A6C-FE8829CD16B8}"/>
                    </a:ext>
                  </a:extLst>
                </p14:cNvPr>
                <p14:cNvContentPartPr/>
                <p14:nvPr/>
              </p14:nvContentPartPr>
              <p14:xfrm>
                <a:off x="8732766" y="1992543"/>
                <a:ext cx="247320" cy="162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70F3B47-1A40-0B62-5A6C-FE8829CD16B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14766" y="1974903"/>
                  <a:ext cx="2829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6C15808-9E51-5D61-A206-2F215359FAAF}"/>
                    </a:ext>
                  </a:extLst>
                </p14:cNvPr>
                <p14:cNvContentPartPr/>
                <p14:nvPr/>
              </p14:nvContentPartPr>
              <p14:xfrm>
                <a:off x="9083046" y="1898223"/>
                <a:ext cx="134280" cy="393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6C15808-9E51-5D61-A206-2F215359FAA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065046" y="1880223"/>
                  <a:ext cx="1699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69091D8-4A69-2524-D96F-3FDE16AAE61A}"/>
                    </a:ext>
                  </a:extLst>
                </p14:cNvPr>
                <p14:cNvContentPartPr/>
                <p14:nvPr/>
              </p14:nvContentPartPr>
              <p14:xfrm>
                <a:off x="9263766" y="2005143"/>
                <a:ext cx="412920" cy="1785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69091D8-4A69-2524-D96F-3FDE16AAE61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46126" y="1987143"/>
                  <a:ext cx="448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F258657-8154-942E-B752-57EAF14BA001}"/>
                    </a:ext>
                  </a:extLst>
                </p14:cNvPr>
                <p14:cNvContentPartPr/>
                <p14:nvPr/>
              </p14:nvContentPartPr>
              <p14:xfrm>
                <a:off x="9720246" y="1996863"/>
                <a:ext cx="212760" cy="133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F258657-8154-942E-B752-57EAF14BA00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702606" y="1978863"/>
                  <a:ext cx="248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89460F1-E25C-D27A-A537-D2D049C6ACFB}"/>
                    </a:ext>
                  </a:extLst>
                </p14:cNvPr>
                <p14:cNvContentPartPr/>
                <p14:nvPr/>
              </p14:nvContentPartPr>
              <p14:xfrm>
                <a:off x="9985926" y="1868703"/>
                <a:ext cx="140400" cy="295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89460F1-E25C-D27A-A537-D2D049C6ACF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68286" y="1850703"/>
                  <a:ext cx="1760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916A7ED-154E-510B-0B55-1D63EEE62B0E}"/>
                    </a:ext>
                  </a:extLst>
                </p14:cNvPr>
                <p14:cNvContentPartPr/>
                <p14:nvPr/>
              </p14:nvContentPartPr>
              <p14:xfrm>
                <a:off x="10180686" y="1979583"/>
                <a:ext cx="339120" cy="162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916A7ED-154E-510B-0B55-1D63EEE62B0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62686" y="1961583"/>
                  <a:ext cx="374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1BC325D-B928-9571-0287-325767F69CEF}"/>
                    </a:ext>
                  </a:extLst>
                </p14:cNvPr>
                <p14:cNvContentPartPr/>
                <p14:nvPr/>
              </p14:nvContentPartPr>
              <p14:xfrm>
                <a:off x="10703046" y="1916943"/>
                <a:ext cx="329760" cy="532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1BC325D-B928-9571-0287-325767F69CE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85406" y="1898943"/>
                  <a:ext cx="3654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5C7865F-224A-62BD-7C1A-2D0B11765C8D}"/>
                    </a:ext>
                  </a:extLst>
                </p14:cNvPr>
                <p14:cNvContentPartPr/>
                <p14:nvPr/>
              </p14:nvContentPartPr>
              <p14:xfrm>
                <a:off x="9597126" y="2393223"/>
                <a:ext cx="119520" cy="134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5C7865F-224A-62BD-7C1A-2D0B11765C8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79126" y="2375223"/>
                  <a:ext cx="155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E1C0CA5-B340-383D-A1A1-AD473FB16AF5}"/>
                    </a:ext>
                  </a:extLst>
                </p14:cNvPr>
                <p14:cNvContentPartPr/>
                <p14:nvPr/>
              </p14:nvContentPartPr>
              <p14:xfrm>
                <a:off x="9763806" y="2404383"/>
                <a:ext cx="141480" cy="1170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E1C0CA5-B340-383D-A1A1-AD473FB16AF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745806" y="2386383"/>
                  <a:ext cx="177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C63D72E-04C5-9198-9488-A4B1264F1D8E}"/>
                    </a:ext>
                  </a:extLst>
                </p14:cNvPr>
                <p14:cNvContentPartPr/>
                <p14:nvPr/>
              </p14:nvContentPartPr>
              <p14:xfrm>
                <a:off x="9964686" y="2275863"/>
                <a:ext cx="167040" cy="295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C63D72E-04C5-9198-9488-A4B1264F1D8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946686" y="2258223"/>
                  <a:ext cx="2026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AC5F7C0-7594-BBAC-D5E4-443D25EC7A89}"/>
                    </a:ext>
                  </a:extLst>
                </p14:cNvPr>
                <p14:cNvContentPartPr/>
                <p14:nvPr/>
              </p14:nvContentPartPr>
              <p14:xfrm>
                <a:off x="10161606" y="2414463"/>
                <a:ext cx="199800" cy="116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AC5F7C0-7594-BBAC-D5E4-443D25EC7A8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143966" y="2396823"/>
                  <a:ext cx="235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B6FE359-8A5A-75D4-0F65-8E0A3F4CF9A4}"/>
                    </a:ext>
                  </a:extLst>
                </p14:cNvPr>
                <p14:cNvContentPartPr/>
                <p14:nvPr/>
              </p14:nvContentPartPr>
              <p14:xfrm>
                <a:off x="10410726" y="2365863"/>
                <a:ext cx="849600" cy="175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B6FE359-8A5A-75D4-0F65-8E0A3F4CF9A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392726" y="2347863"/>
                  <a:ext cx="885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7A46E27-A3B9-E506-B7F3-6734A514EA5F}"/>
                    </a:ext>
                  </a:extLst>
                </p14:cNvPr>
                <p14:cNvContentPartPr/>
                <p14:nvPr/>
              </p14:nvContentPartPr>
              <p14:xfrm>
                <a:off x="11276526" y="2119623"/>
                <a:ext cx="179280" cy="461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7A46E27-A3B9-E506-B7F3-6734A514EA5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258886" y="2101983"/>
                  <a:ext cx="214920" cy="49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DF349A0-B421-94C7-63F3-88BDEADBD199}"/>
                  </a:ext>
                </a:extLst>
              </p14:cNvPr>
              <p14:cNvContentPartPr/>
              <p14:nvPr/>
            </p14:nvContentPartPr>
            <p14:xfrm>
              <a:off x="10387326" y="3405543"/>
              <a:ext cx="13680" cy="334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DF349A0-B421-94C7-63F3-88BDEADBD199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0369686" y="3387903"/>
                <a:ext cx="4932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27DC261-20AD-C69E-6308-0763DC4A4FB3}"/>
              </a:ext>
            </a:extLst>
          </p:cNvPr>
          <p:cNvGrpSpPr/>
          <p:nvPr/>
        </p:nvGrpSpPr>
        <p:grpSpPr>
          <a:xfrm>
            <a:off x="5092086" y="2748543"/>
            <a:ext cx="254880" cy="437040"/>
            <a:chOff x="5092086" y="2748543"/>
            <a:chExt cx="25488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FA29C3E-9AE0-3243-D0CE-F957D3016EB7}"/>
                    </a:ext>
                  </a:extLst>
                </p14:cNvPr>
                <p14:cNvContentPartPr/>
                <p14:nvPr/>
              </p14:nvContentPartPr>
              <p14:xfrm>
                <a:off x="5129166" y="2857263"/>
                <a:ext cx="29520" cy="328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FA29C3E-9AE0-3243-D0CE-F957D3016EB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111166" y="2839263"/>
                  <a:ext cx="651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8B7570F-9238-4974-C618-E74288DE731D}"/>
                    </a:ext>
                  </a:extLst>
                </p14:cNvPr>
                <p14:cNvContentPartPr/>
                <p14:nvPr/>
              </p14:nvContentPartPr>
              <p14:xfrm>
                <a:off x="5092086" y="2748543"/>
                <a:ext cx="254880" cy="432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8B7570F-9238-4974-C618-E74288DE731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074086" y="2730903"/>
                  <a:ext cx="290520" cy="46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1442156-DF7C-3F1A-BFD0-91B145FB43CE}"/>
                  </a:ext>
                </a:extLst>
              </p14:cNvPr>
              <p14:cNvContentPartPr/>
              <p14:nvPr/>
            </p14:nvContentPartPr>
            <p14:xfrm>
              <a:off x="907446" y="2272983"/>
              <a:ext cx="5760" cy="3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1442156-DF7C-3F1A-BFD0-91B145FB43C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89806" y="2254983"/>
                <a:ext cx="414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57308CE1-5459-CCC4-18C1-C6744B9F74F7}"/>
              </a:ext>
            </a:extLst>
          </p:cNvPr>
          <p:cNvGrpSpPr/>
          <p:nvPr/>
        </p:nvGrpSpPr>
        <p:grpSpPr>
          <a:xfrm>
            <a:off x="6316086" y="2956263"/>
            <a:ext cx="187200" cy="133560"/>
            <a:chOff x="6316086" y="2956263"/>
            <a:chExt cx="187200" cy="13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F894DB5-7F9F-E56E-AC0A-B33C859F15DB}"/>
                    </a:ext>
                  </a:extLst>
                </p14:cNvPr>
                <p14:cNvContentPartPr/>
                <p14:nvPr/>
              </p14:nvContentPartPr>
              <p14:xfrm>
                <a:off x="6426246" y="2956263"/>
                <a:ext cx="60120" cy="10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F894DB5-7F9F-E56E-AC0A-B33C859F15D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08246" y="2938623"/>
                  <a:ext cx="95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4F74A92-5562-0D84-9DBB-F383C7446812}"/>
                    </a:ext>
                  </a:extLst>
                </p14:cNvPr>
                <p14:cNvContentPartPr/>
                <p14:nvPr/>
              </p14:nvContentPartPr>
              <p14:xfrm>
                <a:off x="6316086" y="3043743"/>
                <a:ext cx="187200" cy="46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4F74A92-5562-0D84-9DBB-F383C744681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298446" y="3025743"/>
                  <a:ext cx="22284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295AFBC4-D71C-02B7-8C13-A32C309928B1}"/>
              </a:ext>
            </a:extLst>
          </p:cNvPr>
          <p:cNvGrpSpPr/>
          <p:nvPr/>
        </p:nvGrpSpPr>
        <p:grpSpPr>
          <a:xfrm>
            <a:off x="6837006" y="2747103"/>
            <a:ext cx="1097280" cy="353160"/>
            <a:chOff x="6837006" y="2747103"/>
            <a:chExt cx="109728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55C5BAA-987A-6E94-23A0-B143DE285F33}"/>
                    </a:ext>
                  </a:extLst>
                </p14:cNvPr>
                <p14:cNvContentPartPr/>
                <p14:nvPr/>
              </p14:nvContentPartPr>
              <p14:xfrm>
                <a:off x="6846006" y="2792823"/>
                <a:ext cx="11880" cy="230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55C5BAA-987A-6E94-23A0-B143DE285F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28006" y="2775183"/>
                  <a:ext cx="47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E39C61A-3DD6-3DED-5D05-2EEAF68DFD71}"/>
                    </a:ext>
                  </a:extLst>
                </p14:cNvPr>
                <p14:cNvContentPartPr/>
                <p14:nvPr/>
              </p14:nvContentPartPr>
              <p14:xfrm>
                <a:off x="6837006" y="2747103"/>
                <a:ext cx="199440" cy="2725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E39C61A-3DD6-3DED-5D05-2EEAF68DFD7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819366" y="2729103"/>
                  <a:ext cx="2350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6A087CE-AC7A-045C-E250-3E02EDA075CA}"/>
                    </a:ext>
                  </a:extLst>
                </p14:cNvPr>
                <p14:cNvContentPartPr/>
                <p14:nvPr/>
              </p14:nvContentPartPr>
              <p14:xfrm>
                <a:off x="7071006" y="2858343"/>
                <a:ext cx="132120" cy="1566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6A087CE-AC7A-045C-E250-3E02EDA075C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53006" y="2840343"/>
                  <a:ext cx="167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604979C-D365-7BFC-50E4-BA5176C3B5B5}"/>
                    </a:ext>
                  </a:extLst>
                </p14:cNvPr>
                <p14:cNvContentPartPr/>
                <p14:nvPr/>
              </p14:nvContentPartPr>
              <p14:xfrm>
                <a:off x="7243446" y="2887863"/>
                <a:ext cx="163800" cy="146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604979C-D365-7BFC-50E4-BA5176C3B5B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225806" y="2870223"/>
                  <a:ext cx="199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B3D62B1-C5BB-2EBE-649D-4A1CEEEA8254}"/>
                    </a:ext>
                  </a:extLst>
                </p14:cNvPr>
                <p14:cNvContentPartPr/>
                <p14:nvPr/>
              </p14:nvContentPartPr>
              <p14:xfrm>
                <a:off x="7514526" y="2766543"/>
                <a:ext cx="46800" cy="330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B3D62B1-C5BB-2EBE-649D-4A1CEEEA82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96886" y="2748903"/>
                  <a:ext cx="824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CCBE40A-D3FA-6773-E23E-2FEC542781CE}"/>
                    </a:ext>
                  </a:extLst>
                </p14:cNvPr>
                <p14:cNvContentPartPr/>
                <p14:nvPr/>
              </p14:nvContentPartPr>
              <p14:xfrm>
                <a:off x="7517406" y="2865543"/>
                <a:ext cx="180720" cy="215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CCBE40A-D3FA-6773-E23E-2FEC542781C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99406" y="2847543"/>
                  <a:ext cx="216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2BFEDD-9738-D7EE-BFE0-97BFA1357062}"/>
                    </a:ext>
                  </a:extLst>
                </p14:cNvPr>
                <p14:cNvContentPartPr/>
                <p14:nvPr/>
              </p14:nvContentPartPr>
              <p14:xfrm>
                <a:off x="7747806" y="2827023"/>
                <a:ext cx="186480" cy="273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2BFEDD-9738-D7EE-BFE0-97BFA135706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730166" y="2809023"/>
                  <a:ext cx="22212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8C1010D-80D0-E932-FE44-ECE8D89DD9C9}"/>
              </a:ext>
            </a:extLst>
          </p:cNvPr>
          <p:cNvGrpSpPr/>
          <p:nvPr/>
        </p:nvGrpSpPr>
        <p:grpSpPr>
          <a:xfrm>
            <a:off x="8124366" y="2882103"/>
            <a:ext cx="1222920" cy="232920"/>
            <a:chOff x="8124366" y="2882103"/>
            <a:chExt cx="122292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EDDF271-85DE-F425-603B-C1B797635CE4}"/>
                    </a:ext>
                  </a:extLst>
                </p14:cNvPr>
                <p14:cNvContentPartPr/>
                <p14:nvPr/>
              </p14:nvContentPartPr>
              <p14:xfrm>
                <a:off x="8129406" y="2967783"/>
                <a:ext cx="105840" cy="24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EDDF271-85DE-F425-603B-C1B797635CE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111406" y="2950143"/>
                  <a:ext cx="141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7E4CC75-72F5-0A62-5A19-99CC0E9D2C57}"/>
                    </a:ext>
                  </a:extLst>
                </p14:cNvPr>
                <p14:cNvContentPartPr/>
                <p14:nvPr/>
              </p14:nvContentPartPr>
              <p14:xfrm>
                <a:off x="8124366" y="3045543"/>
                <a:ext cx="131400" cy="29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7E4CC75-72F5-0A62-5A19-99CC0E9D2C5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06726" y="3027543"/>
                  <a:ext cx="167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8346922-80CF-1F90-15F5-AA8F46E4E24F}"/>
                    </a:ext>
                  </a:extLst>
                </p14:cNvPr>
                <p14:cNvContentPartPr/>
                <p14:nvPr/>
              </p14:nvContentPartPr>
              <p14:xfrm>
                <a:off x="8430366" y="2882103"/>
                <a:ext cx="234000" cy="232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8346922-80CF-1F90-15F5-AA8F46E4E24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412366" y="2864103"/>
                  <a:ext cx="269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5536E37-CB81-AB9B-FC81-9BB9D76AFBC6}"/>
                    </a:ext>
                  </a:extLst>
                </p14:cNvPr>
                <p14:cNvContentPartPr/>
                <p14:nvPr/>
              </p14:nvContentPartPr>
              <p14:xfrm>
                <a:off x="8822766" y="2906583"/>
                <a:ext cx="189000" cy="147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5536E37-CB81-AB9B-FC81-9BB9D76AFBC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805126" y="2888583"/>
                  <a:ext cx="224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2AF60F6-14BA-CF64-CA38-E5843106B268}"/>
                    </a:ext>
                  </a:extLst>
                </p14:cNvPr>
                <p14:cNvContentPartPr/>
                <p14:nvPr/>
              </p14:nvContentPartPr>
              <p14:xfrm>
                <a:off x="9152886" y="2918463"/>
                <a:ext cx="194400" cy="182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2AF60F6-14BA-CF64-CA38-E5843106B26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134886" y="2900463"/>
                  <a:ext cx="23004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8E28F147-6350-C064-E4BD-3D148D381E38}"/>
              </a:ext>
            </a:extLst>
          </p:cNvPr>
          <p:cNvGrpSpPr/>
          <p:nvPr/>
        </p:nvGrpSpPr>
        <p:grpSpPr>
          <a:xfrm>
            <a:off x="11967006" y="2444343"/>
            <a:ext cx="47880" cy="16200"/>
            <a:chOff x="11967006" y="2444343"/>
            <a:chExt cx="47880" cy="1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F67B697-F73C-D11B-012B-AD39C8B73109}"/>
                    </a:ext>
                  </a:extLst>
                </p14:cNvPr>
                <p14:cNvContentPartPr/>
                <p14:nvPr/>
              </p14:nvContentPartPr>
              <p14:xfrm>
                <a:off x="11967006" y="2444343"/>
                <a:ext cx="3240" cy="2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F67B697-F73C-D11B-012B-AD39C8B7310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949006" y="2426703"/>
                  <a:ext cx="38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8ED880A-9329-C26C-FE0B-606B2DAD8C00}"/>
                    </a:ext>
                  </a:extLst>
                </p14:cNvPr>
                <p14:cNvContentPartPr/>
                <p14:nvPr/>
              </p14:nvContentPartPr>
              <p14:xfrm>
                <a:off x="12014526" y="2458383"/>
                <a:ext cx="360" cy="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8ED880A-9329-C26C-FE0B-606B2DAD8C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96886" y="24407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004A1D8-02EC-5FE5-3D03-7CC739A720B2}"/>
                    </a:ext>
                  </a:extLst>
                </p14:cNvPr>
                <p14:cNvContentPartPr/>
                <p14:nvPr/>
              </p14:nvContentPartPr>
              <p14:xfrm>
                <a:off x="11974206" y="2456583"/>
                <a:ext cx="360" cy="3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004A1D8-02EC-5FE5-3D03-7CC739A720B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956566" y="2438583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BFA9DCE4-D626-2423-6ACB-D6F3574B8253}"/>
              </a:ext>
            </a:extLst>
          </p:cNvPr>
          <p:cNvGrpSpPr/>
          <p:nvPr/>
        </p:nvGrpSpPr>
        <p:grpSpPr>
          <a:xfrm>
            <a:off x="5411406" y="2873463"/>
            <a:ext cx="648720" cy="375840"/>
            <a:chOff x="5411406" y="2873463"/>
            <a:chExt cx="64872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CC1C060-3100-7E12-02FC-EE665F010002}"/>
                    </a:ext>
                  </a:extLst>
                </p14:cNvPr>
                <p14:cNvContentPartPr/>
                <p14:nvPr/>
              </p14:nvContentPartPr>
              <p14:xfrm>
                <a:off x="5411406" y="2994063"/>
                <a:ext cx="128160" cy="209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CC1C060-3100-7E12-02FC-EE665F01000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393406" y="2976063"/>
                  <a:ext cx="163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CCEB2BB-0597-DA6F-BB1A-A6F3B34A2FA7}"/>
                    </a:ext>
                  </a:extLst>
                </p14:cNvPr>
                <p14:cNvContentPartPr/>
                <p14:nvPr/>
              </p14:nvContentPartPr>
              <p14:xfrm>
                <a:off x="5602926" y="3035823"/>
                <a:ext cx="186480" cy="145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CCEB2BB-0597-DA6F-BB1A-A6F3B34A2FA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584926" y="3018183"/>
                  <a:ext cx="222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5E5160B-D9A1-9A8E-5A0C-F3C21C250DB1}"/>
                    </a:ext>
                  </a:extLst>
                </p14:cNvPr>
                <p14:cNvContentPartPr/>
                <p14:nvPr/>
              </p14:nvContentPartPr>
              <p14:xfrm>
                <a:off x="5859966" y="2912703"/>
                <a:ext cx="200160" cy="336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5E5160B-D9A1-9A8E-5A0C-F3C21C250DB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842326" y="2894703"/>
                  <a:ext cx="2358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6C00B4F-7F5B-E845-2487-A9A3B9843F11}"/>
                    </a:ext>
                  </a:extLst>
                </p14:cNvPr>
                <p14:cNvContentPartPr/>
                <p14:nvPr/>
              </p14:nvContentPartPr>
              <p14:xfrm>
                <a:off x="5893806" y="3032583"/>
                <a:ext cx="134280" cy="37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6C00B4F-7F5B-E845-2487-A9A3B9843F1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875806" y="3014943"/>
                  <a:ext cx="169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B334A74-7D74-EEBF-489A-383CC5B0556F}"/>
                    </a:ext>
                  </a:extLst>
                </p14:cNvPr>
                <p14:cNvContentPartPr/>
                <p14:nvPr/>
              </p14:nvContentPartPr>
              <p14:xfrm>
                <a:off x="5770326" y="2877063"/>
                <a:ext cx="19440" cy="173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B334A74-7D74-EEBF-489A-383CC5B0556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752686" y="2859063"/>
                  <a:ext cx="55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4D31945-1439-3E05-7D6A-9DD2BD003A73}"/>
                    </a:ext>
                  </a:extLst>
                </p14:cNvPr>
                <p14:cNvContentPartPr/>
                <p14:nvPr/>
              </p14:nvContentPartPr>
              <p14:xfrm>
                <a:off x="5749446" y="2873463"/>
                <a:ext cx="120240" cy="186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4D31945-1439-3E05-7D6A-9DD2BD003A7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731806" y="2855463"/>
                  <a:ext cx="15588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C52AB7D-EF1B-5EF2-A0EC-970BD9DF603D}"/>
              </a:ext>
            </a:extLst>
          </p:cNvPr>
          <p:cNvGrpSpPr/>
          <p:nvPr/>
        </p:nvGrpSpPr>
        <p:grpSpPr>
          <a:xfrm>
            <a:off x="3395406" y="3768783"/>
            <a:ext cx="1798200" cy="690120"/>
            <a:chOff x="3395406" y="3768783"/>
            <a:chExt cx="1798200" cy="69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203D749-8EFB-858D-E034-137839E75227}"/>
                    </a:ext>
                  </a:extLst>
                </p14:cNvPr>
                <p14:cNvContentPartPr/>
                <p14:nvPr/>
              </p14:nvContentPartPr>
              <p14:xfrm>
                <a:off x="3395406" y="3853743"/>
                <a:ext cx="224280" cy="333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203D749-8EFB-858D-E034-137839E7522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377406" y="3836103"/>
                  <a:ext cx="259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56C48D7-F9AE-41CB-5986-FD08532D1810}"/>
                    </a:ext>
                  </a:extLst>
                </p14:cNvPr>
                <p14:cNvContentPartPr/>
                <p14:nvPr/>
              </p14:nvContentPartPr>
              <p14:xfrm>
                <a:off x="3657846" y="3968583"/>
                <a:ext cx="168480" cy="490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56C48D7-F9AE-41CB-5986-FD08532D181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639846" y="3950583"/>
                  <a:ext cx="20412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460C91E-F02F-80CC-8528-1BC0DCA4575B}"/>
                    </a:ext>
                  </a:extLst>
                </p14:cNvPr>
                <p14:cNvContentPartPr/>
                <p14:nvPr/>
              </p14:nvContentPartPr>
              <p14:xfrm>
                <a:off x="3976086" y="3993783"/>
                <a:ext cx="167040" cy="170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460C91E-F02F-80CC-8528-1BC0DCA4575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958446" y="3976143"/>
                  <a:ext cx="202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3024536-14B0-C230-E99E-C6E19CD43FB3}"/>
                    </a:ext>
                  </a:extLst>
                </p14:cNvPr>
                <p14:cNvContentPartPr/>
                <p14:nvPr/>
              </p14:nvContentPartPr>
              <p14:xfrm>
                <a:off x="4222686" y="3965703"/>
                <a:ext cx="204840" cy="1656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3024536-14B0-C230-E99E-C6E19CD43FB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204686" y="3948063"/>
                  <a:ext cx="240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6423F0B-9253-5EF8-F485-12EEB41AD844}"/>
                    </a:ext>
                  </a:extLst>
                </p14:cNvPr>
                <p14:cNvContentPartPr/>
                <p14:nvPr/>
              </p14:nvContentPartPr>
              <p14:xfrm>
                <a:off x="4503126" y="3768783"/>
                <a:ext cx="32760" cy="3679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6423F0B-9253-5EF8-F485-12EEB41AD84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485126" y="3750783"/>
                  <a:ext cx="684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B6A117F-344F-BE5C-2F72-135B5E62782D}"/>
                    </a:ext>
                  </a:extLst>
                </p14:cNvPr>
                <p14:cNvContentPartPr/>
                <p14:nvPr/>
              </p14:nvContentPartPr>
              <p14:xfrm>
                <a:off x="4612566" y="3981903"/>
                <a:ext cx="17280" cy="1202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B6A117F-344F-BE5C-2F72-135B5E62782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594926" y="3963903"/>
                  <a:ext cx="52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86548DB-1ACC-1DD7-ADEB-664AF59B1C0D}"/>
                    </a:ext>
                  </a:extLst>
                </p14:cNvPr>
                <p14:cNvContentPartPr/>
                <p14:nvPr/>
              </p14:nvContentPartPr>
              <p14:xfrm>
                <a:off x="4732806" y="3944463"/>
                <a:ext cx="340920" cy="159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86548DB-1ACC-1DD7-ADEB-664AF59B1C0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715166" y="3926463"/>
                  <a:ext cx="376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1875885-AFFB-3B47-1458-74F1B7125A5D}"/>
                    </a:ext>
                  </a:extLst>
                </p14:cNvPr>
                <p14:cNvContentPartPr/>
                <p14:nvPr/>
              </p14:nvContentPartPr>
              <p14:xfrm>
                <a:off x="5044926" y="3926823"/>
                <a:ext cx="148680" cy="148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1875885-AFFB-3B47-1458-74F1B7125A5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026926" y="3908823"/>
                  <a:ext cx="184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DD5309C-DAB8-8642-D989-A2CF98C81943}"/>
                    </a:ext>
                  </a:extLst>
                </p14:cNvPr>
                <p14:cNvContentPartPr/>
                <p14:nvPr/>
              </p14:nvContentPartPr>
              <p14:xfrm>
                <a:off x="5022606" y="3782823"/>
                <a:ext cx="19080" cy="295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DD5309C-DAB8-8642-D989-A2CF98C8194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004606" y="3765183"/>
                  <a:ext cx="54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457D82D-97FE-A1F4-5D42-9AF2FB605DED}"/>
                    </a:ext>
                  </a:extLst>
                </p14:cNvPr>
                <p14:cNvContentPartPr/>
                <p14:nvPr/>
              </p14:nvContentPartPr>
              <p14:xfrm>
                <a:off x="4566846" y="3816303"/>
                <a:ext cx="169920" cy="18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457D82D-97FE-A1F4-5D42-9AF2FB605DE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549206" y="3798303"/>
                  <a:ext cx="20556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A16C0625-6EDA-6E9C-6E5B-4DC312BD7C56}"/>
                  </a:ext>
                </a:extLst>
              </p14:cNvPr>
              <p14:cNvContentPartPr/>
              <p14:nvPr/>
            </p14:nvContentPartPr>
            <p14:xfrm>
              <a:off x="5809566" y="3835383"/>
              <a:ext cx="19080" cy="129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A16C0625-6EDA-6E9C-6E5B-4DC312BD7C56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5791926" y="3817383"/>
                <a:ext cx="547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E32762F-B8DB-83E7-E425-9B87E61893DB}"/>
                  </a:ext>
                </a:extLst>
              </p14:cNvPr>
              <p14:cNvContentPartPr/>
              <p14:nvPr/>
            </p14:nvContentPartPr>
            <p14:xfrm>
              <a:off x="5748366" y="4017183"/>
              <a:ext cx="35280" cy="3744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E32762F-B8DB-83E7-E425-9B87E61893DB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5730726" y="3999183"/>
                <a:ext cx="7092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oup 244">
            <a:extLst>
              <a:ext uri="{FF2B5EF4-FFF2-40B4-BE49-F238E27FC236}">
                <a16:creationId xmlns:a16="http://schemas.microsoft.com/office/drawing/2014/main" id="{ED4048FF-E272-11F8-8B5B-6EAB8A735DD6}"/>
              </a:ext>
            </a:extLst>
          </p:cNvPr>
          <p:cNvGrpSpPr/>
          <p:nvPr/>
        </p:nvGrpSpPr>
        <p:grpSpPr>
          <a:xfrm>
            <a:off x="6707046" y="3769863"/>
            <a:ext cx="411840" cy="845640"/>
            <a:chOff x="6707046" y="3769863"/>
            <a:chExt cx="411840" cy="84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F8EBC97-FA8F-F125-9DDC-3E90BAC61896}"/>
                    </a:ext>
                  </a:extLst>
                </p14:cNvPr>
                <p14:cNvContentPartPr/>
                <p14:nvPr/>
              </p14:nvContentPartPr>
              <p14:xfrm>
                <a:off x="6707046" y="3819903"/>
                <a:ext cx="161280" cy="274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F8EBC97-FA8F-F125-9DDC-3E90BAC6189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689406" y="3802263"/>
                  <a:ext cx="1969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368B2AB-C807-CBDB-A307-3B6FEF1D2D95}"/>
                    </a:ext>
                  </a:extLst>
                </p14:cNvPr>
                <p14:cNvContentPartPr/>
                <p14:nvPr/>
              </p14:nvContentPartPr>
              <p14:xfrm>
                <a:off x="6888486" y="3769863"/>
                <a:ext cx="230400" cy="8456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368B2AB-C807-CBDB-A307-3B6FEF1D2D9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870486" y="3752223"/>
                  <a:ext cx="266040" cy="88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A34FC43A-2F86-4C84-0E70-144AFF18C96D}"/>
              </a:ext>
            </a:extLst>
          </p:cNvPr>
          <p:cNvGrpSpPr/>
          <p:nvPr/>
        </p:nvGrpSpPr>
        <p:grpSpPr>
          <a:xfrm>
            <a:off x="7654206" y="3730983"/>
            <a:ext cx="1365840" cy="489600"/>
            <a:chOff x="7654206" y="3730983"/>
            <a:chExt cx="136584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1174693-A689-C17B-4899-5A68C13BE5DE}"/>
                    </a:ext>
                  </a:extLst>
                </p14:cNvPr>
                <p14:cNvContentPartPr/>
                <p14:nvPr/>
              </p14:nvContentPartPr>
              <p14:xfrm>
                <a:off x="8298246" y="3730983"/>
                <a:ext cx="360" cy="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1174693-A689-C17B-4899-5A68C13BE5D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80606" y="37129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55A8B61-5E09-5AB0-7024-7D31899F9296}"/>
                    </a:ext>
                  </a:extLst>
                </p14:cNvPr>
                <p14:cNvContentPartPr/>
                <p14:nvPr/>
              </p14:nvContentPartPr>
              <p14:xfrm>
                <a:off x="8334606" y="3741783"/>
                <a:ext cx="5400" cy="10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55A8B61-5E09-5AB0-7024-7D31899F929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16966" y="3724143"/>
                  <a:ext cx="41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DCC132-73A6-F71E-F0E8-A9DF855FBC1B}"/>
                    </a:ext>
                  </a:extLst>
                </p14:cNvPr>
                <p14:cNvContentPartPr/>
                <p14:nvPr/>
              </p14:nvContentPartPr>
              <p14:xfrm>
                <a:off x="7654206" y="3844383"/>
                <a:ext cx="664200" cy="3762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DCC132-73A6-F71E-F0E8-A9DF855FBC1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636566" y="3826743"/>
                  <a:ext cx="6998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EC256EB-8C94-E483-A0AB-68FAD792B225}"/>
                    </a:ext>
                  </a:extLst>
                </p14:cNvPr>
                <p14:cNvContentPartPr/>
                <p14:nvPr/>
              </p14:nvContentPartPr>
              <p14:xfrm>
                <a:off x="8457726" y="3863823"/>
                <a:ext cx="36000" cy="3225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EC256EB-8C94-E483-A0AB-68FAD792B22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440086" y="3846183"/>
                  <a:ext cx="71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EF43F4F-DA41-7EDC-23D9-FBD7E3896B2E}"/>
                    </a:ext>
                  </a:extLst>
                </p14:cNvPr>
                <p14:cNvContentPartPr/>
                <p14:nvPr/>
              </p14:nvContentPartPr>
              <p14:xfrm>
                <a:off x="8471046" y="3976863"/>
                <a:ext cx="179640" cy="181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EF43F4F-DA41-7EDC-23D9-FBD7E3896B2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453406" y="3958863"/>
                  <a:ext cx="215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81E57E8-57BA-10D2-63FD-E8FE47FC1416}"/>
                    </a:ext>
                  </a:extLst>
                </p14:cNvPr>
                <p14:cNvContentPartPr/>
                <p14:nvPr/>
              </p14:nvContentPartPr>
              <p14:xfrm>
                <a:off x="8793966" y="3846903"/>
                <a:ext cx="226080" cy="3132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81E57E8-57BA-10D2-63FD-E8FE47FC141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775966" y="3828903"/>
                  <a:ext cx="2617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54ECBDF-D92C-CEC5-5CA8-5820B87747B2}"/>
                    </a:ext>
                  </a:extLst>
                </p14:cNvPr>
                <p14:cNvContentPartPr/>
                <p14:nvPr/>
              </p14:nvContentPartPr>
              <p14:xfrm>
                <a:off x="8786046" y="3995583"/>
                <a:ext cx="135720" cy="37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54ECBDF-D92C-CEC5-5CA8-5820B87747B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768046" y="3977943"/>
                  <a:ext cx="17136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2EA9DD0-5719-0383-5A22-13547253AB34}"/>
              </a:ext>
            </a:extLst>
          </p:cNvPr>
          <p:cNvGrpSpPr/>
          <p:nvPr/>
        </p:nvGrpSpPr>
        <p:grpSpPr>
          <a:xfrm>
            <a:off x="9252966" y="3855903"/>
            <a:ext cx="263520" cy="442080"/>
            <a:chOff x="9252966" y="3855903"/>
            <a:chExt cx="26352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76A7E12-C8EF-0F52-B305-BE0B9FB1E340}"/>
                    </a:ext>
                  </a:extLst>
                </p14:cNvPr>
                <p14:cNvContentPartPr/>
                <p14:nvPr/>
              </p14:nvContentPartPr>
              <p14:xfrm>
                <a:off x="9294366" y="3982623"/>
                <a:ext cx="168840" cy="23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76A7E12-C8EF-0F52-B305-BE0B9FB1E34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276366" y="3964623"/>
                  <a:ext cx="204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C1C55C9-B721-0D4A-8004-0EE7737AE31C}"/>
                    </a:ext>
                  </a:extLst>
                </p14:cNvPr>
                <p14:cNvContentPartPr/>
                <p14:nvPr/>
              </p14:nvContentPartPr>
              <p14:xfrm>
                <a:off x="9252966" y="4063983"/>
                <a:ext cx="263520" cy="345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C1C55C9-B721-0D4A-8004-0EE7737AE31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235326" y="4045983"/>
                  <a:ext cx="29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4C7F3A6-E999-9107-79E1-8F5D012FECA0}"/>
                    </a:ext>
                  </a:extLst>
                </p14:cNvPr>
                <p14:cNvContentPartPr/>
                <p14:nvPr/>
              </p14:nvContentPartPr>
              <p14:xfrm>
                <a:off x="9335406" y="3855903"/>
                <a:ext cx="57240" cy="442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4C7F3A6-E999-9107-79E1-8F5D012FECA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317406" y="3838263"/>
                  <a:ext cx="92880" cy="47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D349F5B1-ED99-5E17-CBB2-B9A5AEC321CD}"/>
              </a:ext>
            </a:extLst>
          </p:cNvPr>
          <p:cNvGrpSpPr/>
          <p:nvPr/>
        </p:nvGrpSpPr>
        <p:grpSpPr>
          <a:xfrm>
            <a:off x="9749046" y="3747543"/>
            <a:ext cx="1320480" cy="446400"/>
            <a:chOff x="9749046" y="3747543"/>
            <a:chExt cx="1320480" cy="4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1593EEF-443E-6031-64A8-D37D95890D7F}"/>
                    </a:ext>
                  </a:extLst>
                </p14:cNvPr>
                <p14:cNvContentPartPr/>
                <p14:nvPr/>
              </p14:nvContentPartPr>
              <p14:xfrm>
                <a:off x="9749046" y="3747543"/>
                <a:ext cx="836640" cy="446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1593EEF-443E-6031-64A8-D37D95890D7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731046" y="3729543"/>
                  <a:ext cx="87228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FBB6C97-52FE-F13E-BDEA-73389254AC30}"/>
                    </a:ext>
                  </a:extLst>
                </p14:cNvPr>
                <p14:cNvContentPartPr/>
                <p14:nvPr/>
              </p14:nvContentPartPr>
              <p14:xfrm>
                <a:off x="10526646" y="3957423"/>
                <a:ext cx="185760" cy="1900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FBB6C97-52FE-F13E-BDEA-73389254AC3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508646" y="3939423"/>
                  <a:ext cx="221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B5F484-29C0-ED67-44BC-77550EE848D0}"/>
                    </a:ext>
                  </a:extLst>
                </p14:cNvPr>
                <p14:cNvContentPartPr/>
                <p14:nvPr/>
              </p14:nvContentPartPr>
              <p14:xfrm>
                <a:off x="10866846" y="3848343"/>
                <a:ext cx="202680" cy="276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B5F484-29C0-ED67-44BC-77550EE848D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848846" y="3830343"/>
                  <a:ext cx="23832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E331044F-1A69-0E0D-347F-DB91A15F668B}"/>
              </a:ext>
            </a:extLst>
          </p:cNvPr>
          <p:cNvGrpSpPr/>
          <p:nvPr/>
        </p:nvGrpSpPr>
        <p:grpSpPr>
          <a:xfrm>
            <a:off x="9760843" y="971661"/>
            <a:ext cx="2088000" cy="788760"/>
            <a:chOff x="9760843" y="971661"/>
            <a:chExt cx="2088000" cy="78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BFFB495-8C60-C3AB-D612-556794935064}"/>
                    </a:ext>
                  </a:extLst>
                </p14:cNvPr>
                <p14:cNvContentPartPr/>
                <p14:nvPr/>
              </p14:nvContentPartPr>
              <p14:xfrm>
                <a:off x="9760843" y="1119261"/>
                <a:ext cx="273600" cy="361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BFFB495-8C60-C3AB-D612-5567949350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742843" y="1101261"/>
                  <a:ext cx="3092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DB70207-39B2-17C2-E032-86EDEBCEF644}"/>
                    </a:ext>
                  </a:extLst>
                </p14:cNvPr>
                <p14:cNvContentPartPr/>
                <p14:nvPr/>
              </p14:nvContentPartPr>
              <p14:xfrm>
                <a:off x="10008523" y="1280541"/>
                <a:ext cx="199440" cy="235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DB70207-39B2-17C2-E032-86EDEBCEF64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990523" y="1262541"/>
                  <a:ext cx="235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A7CFBD-B05E-DE74-16AB-616D556E9A3F}"/>
                    </a:ext>
                  </a:extLst>
                </p14:cNvPr>
                <p14:cNvContentPartPr/>
                <p14:nvPr/>
              </p14:nvContentPartPr>
              <p14:xfrm>
                <a:off x="10246123" y="1325901"/>
                <a:ext cx="222480" cy="166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A7CFBD-B05E-DE74-16AB-616D556E9A3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228483" y="1308261"/>
                  <a:ext cx="258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A4B071E-7986-0CA0-C17C-DD5203899495}"/>
                    </a:ext>
                  </a:extLst>
                </p14:cNvPr>
                <p14:cNvContentPartPr/>
                <p14:nvPr/>
              </p14:nvContentPartPr>
              <p14:xfrm>
                <a:off x="10675243" y="991821"/>
                <a:ext cx="277560" cy="768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A4B071E-7986-0CA0-C17C-DD520389949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657243" y="974181"/>
                  <a:ext cx="313200" cy="8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46D10AA-5C89-0247-770E-6A5604711A10}"/>
                    </a:ext>
                  </a:extLst>
                </p14:cNvPr>
                <p14:cNvContentPartPr/>
                <p14:nvPr/>
              </p14:nvContentPartPr>
              <p14:xfrm>
                <a:off x="10993123" y="1243461"/>
                <a:ext cx="213480" cy="301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46D10AA-5C89-0247-770E-6A5604711A1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975483" y="1225461"/>
                  <a:ext cx="2491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660CDD4-1210-E3E7-4ADD-36B8E5BA6CD1}"/>
                    </a:ext>
                  </a:extLst>
                </p14:cNvPr>
                <p14:cNvContentPartPr/>
                <p14:nvPr/>
              </p14:nvContentPartPr>
              <p14:xfrm>
                <a:off x="10983403" y="1195581"/>
                <a:ext cx="593640" cy="282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660CDD4-1210-E3E7-4ADD-36B8E5BA6CD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965763" y="1177581"/>
                  <a:ext cx="6292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F5F11C-1951-4F20-CA83-1E034B0D33C9}"/>
                    </a:ext>
                  </a:extLst>
                </p14:cNvPr>
                <p14:cNvContentPartPr/>
                <p14:nvPr/>
              </p14:nvContentPartPr>
              <p14:xfrm>
                <a:off x="11500003" y="971661"/>
                <a:ext cx="348840" cy="755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F5F11C-1951-4F20-CA83-1E034B0D33C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482363" y="953661"/>
                  <a:ext cx="38448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3E234A-6301-C7F6-7179-5ACEBD195EF7}"/>
                    </a:ext>
                  </a:extLst>
                </p14:cNvPr>
                <p14:cNvContentPartPr/>
                <p14:nvPr/>
              </p14:nvContentPartPr>
              <p14:xfrm>
                <a:off x="11313523" y="1227981"/>
                <a:ext cx="5040" cy="12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3E234A-6301-C7F6-7179-5ACEBD195EF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295523" y="1209981"/>
                  <a:ext cx="40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9C8B80B-D435-3D58-8DBB-43CAA507F7AB}"/>
                    </a:ext>
                  </a:extLst>
                </p14:cNvPr>
                <p14:cNvContentPartPr/>
                <p14:nvPr/>
              </p14:nvContentPartPr>
              <p14:xfrm>
                <a:off x="11291563" y="1503741"/>
                <a:ext cx="1440" cy="4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9C8B80B-D435-3D58-8DBB-43CAA507F7A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273923" y="1486101"/>
                  <a:ext cx="37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4C26592-1131-C9DB-3583-484D0EEC28AE}"/>
                    </a:ext>
                  </a:extLst>
                </p14:cNvPr>
                <p14:cNvContentPartPr/>
                <p14:nvPr/>
              </p14:nvContentPartPr>
              <p14:xfrm>
                <a:off x="11295606" y="1264623"/>
                <a:ext cx="6840" cy="16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4C26592-1131-C9DB-3583-484D0EEC28A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277606" y="1246983"/>
                  <a:ext cx="42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3479DD2-B153-4819-BBB3-E4B7721AE0FD}"/>
                    </a:ext>
                  </a:extLst>
                </p14:cNvPr>
                <p14:cNvContentPartPr/>
                <p14:nvPr/>
              </p14:nvContentPartPr>
              <p14:xfrm>
                <a:off x="11307126" y="1537503"/>
                <a:ext cx="720" cy="6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3479DD2-B153-4819-BBB3-E4B7721AE0F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289486" y="1519503"/>
                  <a:ext cx="36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B113CB0-2C67-00E2-FE54-F2D2D83FA835}"/>
                    </a:ext>
                  </a:extLst>
                </p14:cNvPr>
                <p14:cNvContentPartPr/>
                <p14:nvPr/>
              </p14:nvContentPartPr>
              <p14:xfrm>
                <a:off x="10514406" y="1246623"/>
                <a:ext cx="2880" cy="2527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B113CB0-2C67-00E2-FE54-F2D2D83FA83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496406" y="1228623"/>
                  <a:ext cx="38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2AC687E-49B7-4CC7-069F-010BBFF323CC}"/>
                    </a:ext>
                  </a:extLst>
                </p14:cNvPr>
                <p14:cNvContentPartPr/>
                <p14:nvPr/>
              </p14:nvContentPartPr>
              <p14:xfrm>
                <a:off x="10526286" y="1316463"/>
                <a:ext cx="108360" cy="162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2AC687E-49B7-4CC7-069F-010BBFF323C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508646" y="1298463"/>
                  <a:ext cx="14400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942D851D-78A2-E72F-2024-3ECDA388F8DE}"/>
                  </a:ext>
                </a:extLst>
              </p14:cNvPr>
              <p14:cNvContentPartPr/>
              <p14:nvPr/>
            </p14:nvContentPartPr>
            <p14:xfrm>
              <a:off x="8528286" y="344823"/>
              <a:ext cx="360" cy="36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942D851D-78A2-E72F-2024-3ECDA388F8D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10646" y="3271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90D4CB46-5574-18FB-49C3-08EE262F76B4}"/>
                  </a:ext>
                </a:extLst>
              </p14:cNvPr>
              <p14:cNvContentPartPr/>
              <p14:nvPr/>
            </p14:nvContentPartPr>
            <p14:xfrm>
              <a:off x="11065566" y="4156503"/>
              <a:ext cx="2520" cy="57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90D4CB46-5574-18FB-49C3-08EE262F76B4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11047926" y="4138503"/>
                <a:ext cx="381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19A0FFC-410B-8727-8D22-4B80186197AE}"/>
              </a:ext>
            </a:extLst>
          </p:cNvPr>
          <p:cNvGrpSpPr/>
          <p:nvPr/>
        </p:nvGrpSpPr>
        <p:grpSpPr>
          <a:xfrm>
            <a:off x="169086" y="297303"/>
            <a:ext cx="288360" cy="388080"/>
            <a:chOff x="169086" y="297303"/>
            <a:chExt cx="28836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23E04C3-0800-D7D0-0329-2580A67CD1D8}"/>
                    </a:ext>
                  </a:extLst>
                </p14:cNvPr>
                <p14:cNvContentPartPr/>
                <p14:nvPr/>
              </p14:nvContentPartPr>
              <p14:xfrm>
                <a:off x="169086" y="297303"/>
                <a:ext cx="191520" cy="3880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23E04C3-0800-D7D0-0329-2580A67CD1D8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51086" y="279663"/>
                  <a:ext cx="2271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24B48E3-D5FF-A242-2E15-9CB80594D6EA}"/>
                    </a:ext>
                  </a:extLst>
                </p14:cNvPr>
                <p14:cNvContentPartPr/>
                <p14:nvPr/>
              </p14:nvContentPartPr>
              <p14:xfrm>
                <a:off x="196086" y="557223"/>
                <a:ext cx="69480" cy="360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24B48E3-D5FF-A242-2E15-9CB80594D6E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78446" y="539583"/>
                  <a:ext cx="105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B1D8810-B317-427D-E9CA-50D18AE35FFD}"/>
                    </a:ext>
                  </a:extLst>
                </p14:cNvPr>
                <p14:cNvContentPartPr/>
                <p14:nvPr/>
              </p14:nvContentPartPr>
              <p14:xfrm>
                <a:off x="455286" y="521223"/>
                <a:ext cx="2160" cy="28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B1D8810-B317-427D-E9CA-50D18AE35FF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37646" y="503583"/>
                  <a:ext cx="378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FF8B8CC-4F12-80C7-6D67-4A22C8AC7224}"/>
              </a:ext>
            </a:extLst>
          </p:cNvPr>
          <p:cNvGrpSpPr/>
          <p:nvPr/>
        </p:nvGrpSpPr>
        <p:grpSpPr>
          <a:xfrm>
            <a:off x="34446" y="3718023"/>
            <a:ext cx="2862000" cy="475200"/>
            <a:chOff x="34446" y="3718023"/>
            <a:chExt cx="2862000" cy="47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4B31FED-F609-6AA0-AD4A-3049730859A6}"/>
                    </a:ext>
                  </a:extLst>
                </p14:cNvPr>
                <p14:cNvContentPartPr/>
                <p14:nvPr/>
              </p14:nvContentPartPr>
              <p14:xfrm>
                <a:off x="696846" y="3752223"/>
                <a:ext cx="174960" cy="1623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4B31FED-F609-6AA0-AD4A-3049730859A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78846" y="3734223"/>
                  <a:ext cx="2106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5D0492E-377A-F107-EB6D-B077DD5250BF}"/>
                    </a:ext>
                  </a:extLst>
                </p14:cNvPr>
                <p14:cNvContentPartPr/>
                <p14:nvPr/>
              </p14:nvContentPartPr>
              <p14:xfrm>
                <a:off x="779286" y="3822423"/>
                <a:ext cx="35640" cy="286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5D0492E-377A-F107-EB6D-B077DD5250B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61646" y="3804783"/>
                  <a:ext cx="712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0738105-3665-BE8D-2058-0D821F4E5BAE}"/>
                    </a:ext>
                  </a:extLst>
                </p14:cNvPr>
                <p14:cNvContentPartPr/>
                <p14:nvPr/>
              </p14:nvContentPartPr>
              <p14:xfrm>
                <a:off x="628086" y="4135983"/>
                <a:ext cx="231480" cy="57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0738105-3665-BE8D-2058-0D821F4E5BA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10446" y="4118343"/>
                  <a:ext cx="267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9650565-4393-430D-0333-78F2A60C11A6}"/>
                    </a:ext>
                  </a:extLst>
                </p14:cNvPr>
                <p14:cNvContentPartPr/>
                <p14:nvPr/>
              </p14:nvContentPartPr>
              <p14:xfrm>
                <a:off x="949566" y="3991623"/>
                <a:ext cx="135000" cy="140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9650565-4393-430D-0333-78F2A60C11A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31926" y="3973623"/>
                  <a:ext cx="170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F510D9C-1245-ED22-9570-C6E0F59F5ABC}"/>
                    </a:ext>
                  </a:extLst>
                </p14:cNvPr>
                <p14:cNvContentPartPr/>
                <p14:nvPr/>
              </p14:nvContentPartPr>
              <p14:xfrm>
                <a:off x="1233606" y="3865623"/>
                <a:ext cx="438480" cy="218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F510D9C-1245-ED22-9570-C6E0F59F5ABC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215966" y="3847983"/>
                  <a:ext cx="47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3B80D33-49AE-BB9F-2F90-068EB315BF5A}"/>
                    </a:ext>
                  </a:extLst>
                </p14:cNvPr>
                <p14:cNvContentPartPr/>
                <p14:nvPr/>
              </p14:nvContentPartPr>
              <p14:xfrm>
                <a:off x="1705206" y="3823143"/>
                <a:ext cx="109800" cy="182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3B80D33-49AE-BB9F-2F90-068EB315BF5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687566" y="3805143"/>
                  <a:ext cx="145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26431C2-816C-F0D8-15BF-6AEF9A306905}"/>
                    </a:ext>
                  </a:extLst>
                </p14:cNvPr>
                <p14:cNvContentPartPr/>
                <p14:nvPr/>
              </p14:nvContentPartPr>
              <p14:xfrm>
                <a:off x="1930566" y="3873543"/>
                <a:ext cx="19440" cy="158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26431C2-816C-F0D8-15BF-6AEF9A30690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912566" y="3855903"/>
                  <a:ext cx="55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A742664-B3A2-821B-E29C-9D75AD08E03E}"/>
                    </a:ext>
                  </a:extLst>
                </p14:cNvPr>
                <p14:cNvContentPartPr/>
                <p14:nvPr/>
              </p14:nvContentPartPr>
              <p14:xfrm>
                <a:off x="1923006" y="3718023"/>
                <a:ext cx="50040" cy="68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A742664-B3A2-821B-E29C-9D75AD08E03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905006" y="3700383"/>
                  <a:ext cx="85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448924B-8427-A5AA-D0DD-84C8BDF92B8B}"/>
                    </a:ext>
                  </a:extLst>
                </p14:cNvPr>
                <p14:cNvContentPartPr/>
                <p14:nvPr/>
              </p14:nvContentPartPr>
              <p14:xfrm>
                <a:off x="1992486" y="3845823"/>
                <a:ext cx="108360" cy="209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448924B-8427-A5AA-D0DD-84C8BDF92B8B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974486" y="3828183"/>
                  <a:ext cx="144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778BBF4-0C71-D250-907D-37BB99FF8DB2}"/>
                    </a:ext>
                  </a:extLst>
                </p14:cNvPr>
                <p14:cNvContentPartPr/>
                <p14:nvPr/>
              </p14:nvContentPartPr>
              <p14:xfrm>
                <a:off x="2199846" y="3728463"/>
                <a:ext cx="322560" cy="408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778BBF4-0C71-D250-907D-37BB99FF8DB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181846" y="3710823"/>
                  <a:ext cx="3582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46F91A6-AD6F-71D3-90BE-6447BBB220AA}"/>
                    </a:ext>
                  </a:extLst>
                </p14:cNvPr>
                <p14:cNvContentPartPr/>
                <p14:nvPr/>
              </p14:nvContentPartPr>
              <p14:xfrm>
                <a:off x="2544726" y="3905223"/>
                <a:ext cx="181080" cy="1713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46F91A6-AD6F-71D3-90BE-6447BBB220A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527086" y="3887583"/>
                  <a:ext cx="216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2BC5077-6FDC-09ED-51C5-027745CA318C}"/>
                    </a:ext>
                  </a:extLst>
                </p14:cNvPr>
                <p14:cNvContentPartPr/>
                <p14:nvPr/>
              </p14:nvContentPartPr>
              <p14:xfrm>
                <a:off x="2792766" y="3765183"/>
                <a:ext cx="41760" cy="3499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2BC5077-6FDC-09ED-51C5-027745CA318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775126" y="3747183"/>
                  <a:ext cx="774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84D21A7-0E6C-8C47-7C8D-367B8F0E6D2D}"/>
                    </a:ext>
                  </a:extLst>
                </p14:cNvPr>
                <p14:cNvContentPartPr/>
                <p14:nvPr/>
              </p14:nvContentPartPr>
              <p14:xfrm>
                <a:off x="2757486" y="3851223"/>
                <a:ext cx="138960" cy="399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84D21A7-0E6C-8C47-7C8D-367B8F0E6D2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739486" y="3833223"/>
                  <a:ext cx="174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8C1B90A-88A1-CD8B-B8D5-323CB4D9F657}"/>
                    </a:ext>
                  </a:extLst>
                </p14:cNvPr>
                <p14:cNvContentPartPr/>
                <p14:nvPr/>
              </p14:nvContentPartPr>
              <p14:xfrm>
                <a:off x="2249166" y="3842583"/>
                <a:ext cx="124200" cy="169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8C1B90A-88A1-CD8B-B8D5-323CB4D9F65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231166" y="3824583"/>
                  <a:ext cx="159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DA5BE17-DFE6-3DD0-6DB9-1C5B79CA7FC0}"/>
                    </a:ext>
                  </a:extLst>
                </p14:cNvPr>
                <p14:cNvContentPartPr/>
                <p14:nvPr/>
              </p14:nvContentPartPr>
              <p14:xfrm>
                <a:off x="101046" y="3882183"/>
                <a:ext cx="24120" cy="2966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DA5BE17-DFE6-3DD0-6DB9-1C5B79CA7FC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3046" y="3864543"/>
                  <a:ext cx="597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974A02E-91FF-0B7E-D964-7C1A107D8AA1}"/>
                    </a:ext>
                  </a:extLst>
                </p14:cNvPr>
                <p14:cNvContentPartPr/>
                <p14:nvPr/>
              </p14:nvContentPartPr>
              <p14:xfrm>
                <a:off x="34446" y="3755823"/>
                <a:ext cx="289440" cy="3643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974A02E-91FF-0B7E-D964-7C1A107D8AA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6806" y="3738183"/>
                  <a:ext cx="3250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07407FE-7F91-256C-328F-B8CCD7440A1D}"/>
                    </a:ext>
                  </a:extLst>
                </p14:cNvPr>
                <p14:cNvContentPartPr/>
                <p14:nvPr/>
              </p14:nvContentPartPr>
              <p14:xfrm>
                <a:off x="496814" y="3977223"/>
                <a:ext cx="10440" cy="86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07407FE-7F91-256C-328F-B8CCD7440A1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79174" y="3959223"/>
                  <a:ext cx="46080" cy="4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967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F4ED1BD-44AE-0C56-9EF1-FFA57FEA7218}"/>
              </a:ext>
            </a:extLst>
          </p:cNvPr>
          <p:cNvGrpSpPr/>
          <p:nvPr/>
        </p:nvGrpSpPr>
        <p:grpSpPr>
          <a:xfrm>
            <a:off x="256926" y="245823"/>
            <a:ext cx="381600" cy="468720"/>
            <a:chOff x="256926" y="245823"/>
            <a:chExt cx="38160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F8FB035-AD03-FE8C-B503-8A4362A643CE}"/>
                    </a:ext>
                  </a:extLst>
                </p14:cNvPr>
                <p14:cNvContentPartPr/>
                <p14:nvPr/>
              </p14:nvContentPartPr>
              <p14:xfrm>
                <a:off x="449526" y="345903"/>
                <a:ext cx="14040" cy="203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F8FB035-AD03-FE8C-B503-8A4362A643C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1526" y="327903"/>
                  <a:ext cx="49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60B957D-126B-DD60-22D1-4F9D53574830}"/>
                    </a:ext>
                  </a:extLst>
                </p14:cNvPr>
                <p14:cNvContentPartPr/>
                <p14:nvPr/>
              </p14:nvContentPartPr>
              <p14:xfrm>
                <a:off x="256926" y="245823"/>
                <a:ext cx="381600" cy="468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60B957D-126B-DD60-22D1-4F9D535748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9286" y="227823"/>
                  <a:ext cx="417240" cy="50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DD915C-DB08-88B3-DD02-0F88CB7926B6}"/>
                  </a:ext>
                </a:extLst>
              </p14:cNvPr>
              <p14:cNvContentPartPr/>
              <p14:nvPr/>
            </p14:nvContentPartPr>
            <p14:xfrm>
              <a:off x="940566" y="419343"/>
              <a:ext cx="2160" cy="1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DD915C-DB08-88B3-DD02-0F88CB7926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2566" y="401703"/>
                <a:ext cx="378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440F471-8456-43D6-6E4B-F98649A39D40}"/>
              </a:ext>
            </a:extLst>
          </p:cNvPr>
          <p:cNvGrpSpPr/>
          <p:nvPr/>
        </p:nvGrpSpPr>
        <p:grpSpPr>
          <a:xfrm>
            <a:off x="1291926" y="273903"/>
            <a:ext cx="1008000" cy="326160"/>
            <a:chOff x="1291926" y="273903"/>
            <a:chExt cx="100800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5D5AA90-29BD-6D46-1BA5-01194B42A85F}"/>
                    </a:ext>
                  </a:extLst>
                </p14:cNvPr>
                <p14:cNvContentPartPr/>
                <p14:nvPr/>
              </p14:nvContentPartPr>
              <p14:xfrm>
                <a:off x="1291926" y="273903"/>
                <a:ext cx="232560" cy="317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5D5AA90-29BD-6D46-1BA5-01194B42A8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3926" y="256263"/>
                  <a:ext cx="2682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1100CF-A18E-F3FB-416B-B04E3AC8BBAB}"/>
                    </a:ext>
                  </a:extLst>
                </p14:cNvPr>
                <p14:cNvContentPartPr/>
                <p14:nvPr/>
              </p14:nvContentPartPr>
              <p14:xfrm>
                <a:off x="1577046" y="287583"/>
                <a:ext cx="722880" cy="312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1100CF-A18E-F3FB-416B-B04E3AC8BB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59406" y="269583"/>
                  <a:ext cx="75852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9C1CF4B-A55F-2B26-C954-BC0C67725498}"/>
              </a:ext>
            </a:extLst>
          </p:cNvPr>
          <p:cNvGrpSpPr/>
          <p:nvPr/>
        </p:nvGrpSpPr>
        <p:grpSpPr>
          <a:xfrm>
            <a:off x="3576846" y="334023"/>
            <a:ext cx="1521000" cy="516960"/>
            <a:chOff x="3576846" y="334023"/>
            <a:chExt cx="1521000" cy="51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016067D-064C-86A1-BBF3-A9A7531EDC5C}"/>
                    </a:ext>
                  </a:extLst>
                </p14:cNvPr>
                <p14:cNvContentPartPr/>
                <p14:nvPr/>
              </p14:nvContentPartPr>
              <p14:xfrm>
                <a:off x="3576846" y="343383"/>
                <a:ext cx="257400" cy="171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016067D-064C-86A1-BBF3-A9A7531EDC5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59206" y="325743"/>
                  <a:ext cx="293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C40FD2E-397B-949C-3965-AFE4149AB65F}"/>
                    </a:ext>
                  </a:extLst>
                </p14:cNvPr>
                <p14:cNvContentPartPr/>
                <p14:nvPr/>
              </p14:nvContentPartPr>
              <p14:xfrm>
                <a:off x="3888246" y="390183"/>
                <a:ext cx="99360" cy="4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C40FD2E-397B-949C-3965-AFE4149AB6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70606" y="372183"/>
                  <a:ext cx="135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5AF11F7-1AEC-E323-2FE6-0A443EFC601E}"/>
                    </a:ext>
                  </a:extLst>
                </p14:cNvPr>
                <p14:cNvContentPartPr/>
                <p14:nvPr/>
              </p14:nvContentPartPr>
              <p14:xfrm>
                <a:off x="3907686" y="334023"/>
                <a:ext cx="25560" cy="177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5AF11F7-1AEC-E323-2FE6-0A443EFC601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89686" y="316023"/>
                  <a:ext cx="61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8C8C4B-4A2F-5D0A-052E-760C590073FE}"/>
                    </a:ext>
                  </a:extLst>
                </p14:cNvPr>
                <p14:cNvContentPartPr/>
                <p14:nvPr/>
              </p14:nvContentPartPr>
              <p14:xfrm>
                <a:off x="4057086" y="335823"/>
                <a:ext cx="169200" cy="515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8C8C4B-4A2F-5D0A-052E-760C590073F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39446" y="317823"/>
                  <a:ext cx="20484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0167B0-5BAB-382E-01EB-44D61C0C4BDF}"/>
                    </a:ext>
                  </a:extLst>
                </p14:cNvPr>
                <p14:cNvContentPartPr/>
                <p14:nvPr/>
              </p14:nvContentPartPr>
              <p14:xfrm>
                <a:off x="4341126" y="414663"/>
                <a:ext cx="129960" cy="46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0167B0-5BAB-382E-01EB-44D61C0C4B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23486" y="397023"/>
                  <a:ext cx="165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0B03CF0-2EF7-85A8-72C1-86A0DFDE9A71}"/>
                    </a:ext>
                  </a:extLst>
                </p14:cNvPr>
                <p14:cNvContentPartPr/>
                <p14:nvPr/>
              </p14:nvContentPartPr>
              <p14:xfrm>
                <a:off x="4398006" y="344823"/>
                <a:ext cx="32400" cy="205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0B03CF0-2EF7-85A8-72C1-86A0DFDE9A7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80366" y="326823"/>
                  <a:ext cx="68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9A8EF5-0DE6-1A05-BC16-79AEF28F57D4}"/>
                    </a:ext>
                  </a:extLst>
                </p14:cNvPr>
                <p14:cNvContentPartPr/>
                <p14:nvPr/>
              </p14:nvContentPartPr>
              <p14:xfrm>
                <a:off x="4576566" y="345903"/>
                <a:ext cx="241560" cy="189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9A8EF5-0DE6-1A05-BC16-79AEF28F57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58926" y="328263"/>
                  <a:ext cx="2772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B26AE6-CFA0-6712-6874-BF7097363DED}"/>
                    </a:ext>
                  </a:extLst>
                </p14:cNvPr>
                <p14:cNvContentPartPr/>
                <p14:nvPr/>
              </p14:nvContentPartPr>
              <p14:xfrm>
                <a:off x="4967526" y="340143"/>
                <a:ext cx="101520" cy="18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B26AE6-CFA0-6712-6874-BF7097363D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49886" y="322503"/>
                  <a:ext cx="137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C02BE4-0560-0038-275D-7836198BFEF5}"/>
                    </a:ext>
                  </a:extLst>
                </p14:cNvPr>
                <p14:cNvContentPartPr/>
                <p14:nvPr/>
              </p14:nvContentPartPr>
              <p14:xfrm>
                <a:off x="4943046" y="400623"/>
                <a:ext cx="154800" cy="4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C02BE4-0560-0038-275D-7836198BFE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25046" y="382623"/>
                  <a:ext cx="1904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675A981-CA2C-0F48-6DF9-DEE0AB5096D0}"/>
                  </a:ext>
                </a:extLst>
              </p14:cNvPr>
              <p14:cNvContentPartPr/>
              <p14:nvPr/>
            </p14:nvContentPartPr>
            <p14:xfrm>
              <a:off x="5330766" y="208743"/>
              <a:ext cx="181440" cy="403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675A981-CA2C-0F48-6DF9-DEE0AB5096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12766" y="190743"/>
                <a:ext cx="217080" cy="43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928FA57D-AF56-58C5-7D70-EEF8258206F0}"/>
              </a:ext>
            </a:extLst>
          </p:cNvPr>
          <p:cNvGrpSpPr/>
          <p:nvPr/>
        </p:nvGrpSpPr>
        <p:grpSpPr>
          <a:xfrm>
            <a:off x="3221886" y="927303"/>
            <a:ext cx="2117160" cy="664200"/>
            <a:chOff x="3221886" y="927303"/>
            <a:chExt cx="2117160" cy="66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C081A0-BEFF-9B00-BC26-1C6A73C255E9}"/>
                    </a:ext>
                  </a:extLst>
                </p14:cNvPr>
                <p14:cNvContentPartPr/>
                <p14:nvPr/>
              </p14:nvContentPartPr>
              <p14:xfrm>
                <a:off x="3221886" y="945663"/>
                <a:ext cx="235800" cy="312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C081A0-BEFF-9B00-BC26-1C6A73C255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03886" y="927663"/>
                  <a:ext cx="2714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2E3893F-1C5D-E562-0FF3-0B0EF0AE93A7}"/>
                    </a:ext>
                  </a:extLst>
                </p14:cNvPr>
                <p14:cNvContentPartPr/>
                <p14:nvPr/>
              </p14:nvContentPartPr>
              <p14:xfrm>
                <a:off x="3520326" y="1119903"/>
                <a:ext cx="198720" cy="159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2E3893F-1C5D-E562-0FF3-0B0EF0AE93A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02326" y="1102263"/>
                  <a:ext cx="234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5466E8B-661F-1AE6-90E0-1CFD341BB928}"/>
                    </a:ext>
                  </a:extLst>
                </p14:cNvPr>
                <p14:cNvContentPartPr/>
                <p14:nvPr/>
              </p14:nvContentPartPr>
              <p14:xfrm>
                <a:off x="3847566" y="1147623"/>
                <a:ext cx="126720" cy="25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5466E8B-661F-1AE6-90E0-1CFD341BB9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29566" y="1129623"/>
                  <a:ext cx="162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2798A27-5BD8-02FC-BD1E-0FECF7DDEA44}"/>
                    </a:ext>
                  </a:extLst>
                </p14:cNvPr>
                <p14:cNvContentPartPr/>
                <p14:nvPr/>
              </p14:nvContentPartPr>
              <p14:xfrm>
                <a:off x="3898326" y="1059063"/>
                <a:ext cx="34560" cy="192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2798A27-5BD8-02FC-BD1E-0FECF7DDEA4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0686" y="1041063"/>
                  <a:ext cx="702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264573-9A4D-0920-0783-6206218E6D28}"/>
                    </a:ext>
                  </a:extLst>
                </p14:cNvPr>
                <p14:cNvContentPartPr/>
                <p14:nvPr/>
              </p14:nvContentPartPr>
              <p14:xfrm>
                <a:off x="4137726" y="961503"/>
                <a:ext cx="85320" cy="41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264573-9A4D-0920-0783-6206218E6D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20086" y="943503"/>
                  <a:ext cx="120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B5FD4E-4FD7-8798-00FD-4A01EEE05EEF}"/>
                    </a:ext>
                  </a:extLst>
                </p14:cNvPr>
                <p14:cNvContentPartPr/>
                <p14:nvPr/>
              </p14:nvContentPartPr>
              <p14:xfrm>
                <a:off x="4032966" y="973023"/>
                <a:ext cx="182880" cy="292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B5FD4E-4FD7-8798-00FD-4A01EEE05E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15326" y="955023"/>
                  <a:ext cx="2185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D2D9A0A-D8E3-3CD8-54F0-CF06498294FC}"/>
                    </a:ext>
                  </a:extLst>
                </p14:cNvPr>
                <p14:cNvContentPartPr/>
                <p14:nvPr/>
              </p14:nvContentPartPr>
              <p14:xfrm>
                <a:off x="4207566" y="1102983"/>
                <a:ext cx="163080" cy="488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D2D9A0A-D8E3-3CD8-54F0-CF06498294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89926" y="1084983"/>
                  <a:ext cx="19872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CD8FAB-D084-FF4C-0062-333A99F23A19}"/>
                    </a:ext>
                  </a:extLst>
                </p14:cNvPr>
                <p14:cNvContentPartPr/>
                <p14:nvPr/>
              </p14:nvContentPartPr>
              <p14:xfrm>
                <a:off x="4507806" y="1140423"/>
                <a:ext cx="133920" cy="30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CD8FAB-D084-FF4C-0062-333A99F23A1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89806" y="1122423"/>
                  <a:ext cx="169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6879DF-F61D-2304-650D-F73FA85E6315}"/>
                    </a:ext>
                  </a:extLst>
                </p14:cNvPr>
                <p14:cNvContentPartPr/>
                <p14:nvPr/>
              </p14:nvContentPartPr>
              <p14:xfrm>
                <a:off x="4585206" y="1051143"/>
                <a:ext cx="28080" cy="180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6879DF-F61D-2304-650D-F73FA85E631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67206" y="1033143"/>
                  <a:ext cx="63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A7B8CCB-838C-A69C-3694-BA94E6D49E6E}"/>
                    </a:ext>
                  </a:extLst>
                </p14:cNvPr>
                <p14:cNvContentPartPr/>
                <p14:nvPr/>
              </p14:nvContentPartPr>
              <p14:xfrm>
                <a:off x="4701126" y="927303"/>
                <a:ext cx="178560" cy="301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A7B8CCB-838C-A69C-3694-BA94E6D49E6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83486" y="909663"/>
                  <a:ext cx="2142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7028C4-BBDD-B259-63A4-D7120E9347A5}"/>
                    </a:ext>
                  </a:extLst>
                </p14:cNvPr>
                <p14:cNvContentPartPr/>
                <p14:nvPr/>
              </p14:nvContentPartPr>
              <p14:xfrm>
                <a:off x="4951326" y="1057263"/>
                <a:ext cx="103320" cy="158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7028C4-BBDD-B259-63A4-D7120E9347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33686" y="1039263"/>
                  <a:ext cx="1389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5FC0A2-2670-30A7-BADB-A3B2385E1A18}"/>
                    </a:ext>
                  </a:extLst>
                </p14:cNvPr>
                <p14:cNvContentPartPr/>
                <p14:nvPr/>
              </p14:nvContentPartPr>
              <p14:xfrm>
                <a:off x="5252646" y="1033863"/>
                <a:ext cx="70560" cy="18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5FC0A2-2670-30A7-BADB-A3B2385E1A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34646" y="1015863"/>
                  <a:ext cx="106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DE5FFEC-E042-8A9E-CB2E-2FB2CCB9F033}"/>
                    </a:ext>
                  </a:extLst>
                </p14:cNvPr>
                <p14:cNvContentPartPr/>
                <p14:nvPr/>
              </p14:nvContentPartPr>
              <p14:xfrm>
                <a:off x="5249406" y="1074183"/>
                <a:ext cx="89640" cy="42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DE5FFEC-E042-8A9E-CB2E-2FB2CCB9F0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31406" y="1056543"/>
                  <a:ext cx="12528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9109B7-AD33-D466-C04C-447185CAB628}"/>
              </a:ext>
            </a:extLst>
          </p:cNvPr>
          <p:cNvGrpSpPr/>
          <p:nvPr/>
        </p:nvGrpSpPr>
        <p:grpSpPr>
          <a:xfrm>
            <a:off x="5584926" y="863583"/>
            <a:ext cx="501840" cy="261000"/>
            <a:chOff x="5584926" y="863583"/>
            <a:chExt cx="5018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A51B072-23CA-EAA7-30DD-156EF1B65D7C}"/>
                    </a:ext>
                  </a:extLst>
                </p14:cNvPr>
                <p14:cNvContentPartPr/>
                <p14:nvPr/>
              </p14:nvContentPartPr>
              <p14:xfrm>
                <a:off x="5584926" y="891303"/>
                <a:ext cx="131760" cy="233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A51B072-23CA-EAA7-30DD-156EF1B65D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66926" y="873303"/>
                  <a:ext cx="1674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2C235A5-2B59-AAA3-48FA-3F61D66F9278}"/>
                    </a:ext>
                  </a:extLst>
                </p14:cNvPr>
                <p14:cNvContentPartPr/>
                <p14:nvPr/>
              </p14:nvContentPartPr>
              <p14:xfrm>
                <a:off x="5649006" y="864663"/>
                <a:ext cx="145080" cy="58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2C235A5-2B59-AAA3-48FA-3F61D66F92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31006" y="847023"/>
                  <a:ext cx="180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A5F5BA-B47F-9E89-BF24-2226A56F46E1}"/>
                    </a:ext>
                  </a:extLst>
                </p14:cNvPr>
                <p14:cNvContentPartPr/>
                <p14:nvPr/>
              </p14:nvContentPartPr>
              <p14:xfrm>
                <a:off x="5858526" y="863583"/>
                <a:ext cx="228240" cy="199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A5F5BA-B47F-9E89-BF24-2226A56F46E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40526" y="845583"/>
                  <a:ext cx="26388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C264CCF-39E5-2566-AF87-A8ECDAE4F856}"/>
              </a:ext>
            </a:extLst>
          </p:cNvPr>
          <p:cNvGrpSpPr/>
          <p:nvPr/>
        </p:nvGrpSpPr>
        <p:grpSpPr>
          <a:xfrm>
            <a:off x="3413406" y="1670343"/>
            <a:ext cx="905040" cy="568800"/>
            <a:chOff x="3413406" y="1670343"/>
            <a:chExt cx="905040" cy="56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8D5742-BC63-80C4-999A-33F5333B1E08}"/>
                    </a:ext>
                  </a:extLst>
                </p14:cNvPr>
                <p14:cNvContentPartPr/>
                <p14:nvPr/>
              </p14:nvContentPartPr>
              <p14:xfrm>
                <a:off x="3413406" y="1670343"/>
                <a:ext cx="168840" cy="258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8D5742-BC63-80C4-999A-33F5333B1E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95766" y="1652343"/>
                  <a:ext cx="2044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9FB18DB-E553-B464-7563-BC779CD7BB52}"/>
                    </a:ext>
                  </a:extLst>
                </p14:cNvPr>
                <p14:cNvContentPartPr/>
                <p14:nvPr/>
              </p14:nvContentPartPr>
              <p14:xfrm>
                <a:off x="3640926" y="1769343"/>
                <a:ext cx="174600" cy="145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9FB18DB-E553-B464-7563-BC779CD7BB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22926" y="1751703"/>
                  <a:ext cx="210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61E7366-50C7-CF6A-22BA-F52BF5D9BB73}"/>
                    </a:ext>
                  </a:extLst>
                </p14:cNvPr>
                <p14:cNvContentPartPr/>
                <p14:nvPr/>
              </p14:nvContentPartPr>
              <p14:xfrm>
                <a:off x="3967086" y="1777983"/>
                <a:ext cx="134280" cy="33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61E7366-50C7-CF6A-22BA-F52BF5D9BB7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49086" y="1760343"/>
                  <a:ext cx="169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D2B30BD-9D42-843E-7AEB-3FF783574654}"/>
                    </a:ext>
                  </a:extLst>
                </p14:cNvPr>
                <p14:cNvContentPartPr/>
                <p14:nvPr/>
              </p14:nvContentPartPr>
              <p14:xfrm>
                <a:off x="4024686" y="1722543"/>
                <a:ext cx="44640" cy="182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D2B30BD-9D42-843E-7AEB-3FF78357465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07046" y="1704543"/>
                  <a:ext cx="80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A0CA78D-3F43-3E72-BAAF-6EC8EC6ABEE9}"/>
                    </a:ext>
                  </a:extLst>
                </p14:cNvPr>
                <p14:cNvContentPartPr/>
                <p14:nvPr/>
              </p14:nvContentPartPr>
              <p14:xfrm>
                <a:off x="4139886" y="1747023"/>
                <a:ext cx="178560" cy="492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A0CA78D-3F43-3E72-BAAF-6EC8EC6ABE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22246" y="1729023"/>
                  <a:ext cx="214200" cy="52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205F314-BE76-16FE-E333-3BAB36051C23}"/>
              </a:ext>
            </a:extLst>
          </p:cNvPr>
          <p:cNvGrpSpPr/>
          <p:nvPr/>
        </p:nvGrpSpPr>
        <p:grpSpPr>
          <a:xfrm>
            <a:off x="4524006" y="1531383"/>
            <a:ext cx="1281960" cy="334800"/>
            <a:chOff x="4524006" y="1531383"/>
            <a:chExt cx="128196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DB5BCF-B45A-1C79-C01F-855BD0A4E910}"/>
                    </a:ext>
                  </a:extLst>
                </p14:cNvPr>
                <p14:cNvContentPartPr/>
                <p14:nvPr/>
              </p14:nvContentPartPr>
              <p14:xfrm>
                <a:off x="4524006" y="1792383"/>
                <a:ext cx="132120" cy="6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DB5BCF-B45A-1C79-C01F-855BD0A4E91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06006" y="1774743"/>
                  <a:ext cx="167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E2D23F5-A765-8F20-E51F-4D0B7C73766E}"/>
                    </a:ext>
                  </a:extLst>
                </p14:cNvPr>
                <p14:cNvContentPartPr/>
                <p14:nvPr/>
              </p14:nvContentPartPr>
              <p14:xfrm>
                <a:off x="4738926" y="1635063"/>
                <a:ext cx="225720" cy="231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E2D23F5-A765-8F20-E51F-4D0B7C73766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20926" y="1617063"/>
                  <a:ext cx="2613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797635-D1BE-40ED-4D5D-37162D2AF46A}"/>
                    </a:ext>
                  </a:extLst>
                </p14:cNvPr>
                <p14:cNvContentPartPr/>
                <p14:nvPr/>
              </p14:nvContentPartPr>
              <p14:xfrm>
                <a:off x="5136726" y="1734423"/>
                <a:ext cx="100800" cy="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797635-D1BE-40ED-4D5D-37162D2AF46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18726" y="1716783"/>
                  <a:ext cx="136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4CFE966-4A6E-55DB-04DD-85F27FFA217B}"/>
                    </a:ext>
                  </a:extLst>
                </p14:cNvPr>
                <p14:cNvContentPartPr/>
                <p14:nvPr/>
              </p14:nvContentPartPr>
              <p14:xfrm>
                <a:off x="5148606" y="1784103"/>
                <a:ext cx="167760" cy="2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4CFE966-4A6E-55DB-04DD-85F27FFA217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30606" y="1766103"/>
                  <a:ext cx="2034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8A352C-C2A7-F55C-8FBE-BBD3D9BE7C27}"/>
                    </a:ext>
                  </a:extLst>
                </p14:cNvPr>
                <p14:cNvContentPartPr/>
                <p14:nvPr/>
              </p14:nvContentPartPr>
              <p14:xfrm>
                <a:off x="5459286" y="1531383"/>
                <a:ext cx="346680" cy="316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F8A352C-C2A7-F55C-8FBE-BBD3D9BE7C2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41286" y="1513383"/>
                  <a:ext cx="38232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19349F9-6088-8154-13E4-1194A3DE551E}"/>
              </a:ext>
            </a:extLst>
          </p:cNvPr>
          <p:cNvGrpSpPr/>
          <p:nvPr/>
        </p:nvGrpSpPr>
        <p:grpSpPr>
          <a:xfrm>
            <a:off x="1097886" y="2249223"/>
            <a:ext cx="1096560" cy="813240"/>
            <a:chOff x="1097886" y="2249223"/>
            <a:chExt cx="109656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284D251-0885-528E-E7CB-271544E05AC0}"/>
                    </a:ext>
                  </a:extLst>
                </p14:cNvPr>
                <p14:cNvContentPartPr/>
                <p14:nvPr/>
              </p14:nvContentPartPr>
              <p14:xfrm>
                <a:off x="1299486" y="2450823"/>
                <a:ext cx="65160" cy="241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284D251-0885-528E-E7CB-271544E05AC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81486" y="2433183"/>
                  <a:ext cx="100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518DB63-DF0F-66D1-5DEF-1DE9E25B046B}"/>
                    </a:ext>
                  </a:extLst>
                </p14:cNvPr>
                <p14:cNvContentPartPr/>
                <p14:nvPr/>
              </p14:nvContentPartPr>
              <p14:xfrm>
                <a:off x="1355646" y="2346783"/>
                <a:ext cx="115200" cy="292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518DB63-DF0F-66D1-5DEF-1DE9E25B046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337646" y="2328783"/>
                  <a:ext cx="1508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6F5D7A7-F834-A448-1B10-6A0CF53C4DC2}"/>
                    </a:ext>
                  </a:extLst>
                </p14:cNvPr>
                <p14:cNvContentPartPr/>
                <p14:nvPr/>
              </p14:nvContentPartPr>
              <p14:xfrm>
                <a:off x="1371486" y="2547663"/>
                <a:ext cx="105480" cy="30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6F5D7A7-F834-A448-1B10-6A0CF53C4DC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53486" y="2529663"/>
                  <a:ext cx="141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2F6D348-CF55-C5E8-E358-25D5F9B6BDEC}"/>
                    </a:ext>
                  </a:extLst>
                </p14:cNvPr>
                <p14:cNvContentPartPr/>
                <p14:nvPr/>
              </p14:nvContentPartPr>
              <p14:xfrm>
                <a:off x="1779726" y="2457663"/>
                <a:ext cx="36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2F6D348-CF55-C5E8-E358-25D5F9B6BDE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61726" y="24400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35BCAD-535B-6383-3907-29F6D9B54CA0}"/>
                    </a:ext>
                  </a:extLst>
                </p14:cNvPr>
                <p14:cNvContentPartPr/>
                <p14:nvPr/>
              </p14:nvContentPartPr>
              <p14:xfrm>
                <a:off x="1590366" y="2452263"/>
                <a:ext cx="10080" cy="28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35BCAD-535B-6383-3907-29F6D9B54CA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72726" y="2434263"/>
                  <a:ext cx="45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4B06BE1-2CD6-B39B-DB97-CD0760C73764}"/>
                    </a:ext>
                  </a:extLst>
                </p14:cNvPr>
                <p14:cNvContentPartPr/>
                <p14:nvPr/>
              </p14:nvContentPartPr>
              <p14:xfrm>
                <a:off x="1572726" y="2631543"/>
                <a:ext cx="1080" cy="22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4B06BE1-2CD6-B39B-DB97-CD0760C7376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55086" y="2613903"/>
                  <a:ext cx="36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AEE50CE-66FC-4514-3162-14862FC7B821}"/>
                    </a:ext>
                  </a:extLst>
                </p14:cNvPr>
                <p14:cNvContentPartPr/>
                <p14:nvPr/>
              </p14:nvContentPartPr>
              <p14:xfrm>
                <a:off x="1796646" y="2477103"/>
                <a:ext cx="13680" cy="177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AEE50CE-66FC-4514-3162-14862FC7B8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78646" y="2459103"/>
                  <a:ext cx="49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BCB1EC-C154-5747-8C52-6A4B128376E4}"/>
                    </a:ext>
                  </a:extLst>
                </p14:cNvPr>
                <p14:cNvContentPartPr/>
                <p14:nvPr/>
              </p14:nvContentPartPr>
              <p14:xfrm>
                <a:off x="1771086" y="2401863"/>
                <a:ext cx="195480" cy="239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BCB1EC-C154-5747-8C52-6A4B128376E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53446" y="2383863"/>
                  <a:ext cx="2311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C144B9A-1C65-6CDD-A60C-D986BDD5436E}"/>
                    </a:ext>
                  </a:extLst>
                </p14:cNvPr>
                <p14:cNvContentPartPr/>
                <p14:nvPr/>
              </p14:nvContentPartPr>
              <p14:xfrm>
                <a:off x="1879086" y="2249223"/>
                <a:ext cx="315360" cy="622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C144B9A-1C65-6CDD-A60C-D986BDD5436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61446" y="2231223"/>
                  <a:ext cx="35100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B8E7D67-48C8-BEEE-D113-46878AFF6D09}"/>
                    </a:ext>
                  </a:extLst>
                </p14:cNvPr>
                <p14:cNvContentPartPr/>
                <p14:nvPr/>
              </p14:nvContentPartPr>
              <p14:xfrm>
                <a:off x="1097886" y="2263623"/>
                <a:ext cx="298440" cy="798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B8E7D67-48C8-BEEE-D113-46878AFF6D0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79886" y="2245983"/>
                  <a:ext cx="334080" cy="83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625CB33-E800-03B1-F841-235360F392AF}"/>
              </a:ext>
            </a:extLst>
          </p:cNvPr>
          <p:cNvGrpSpPr/>
          <p:nvPr/>
        </p:nvGrpSpPr>
        <p:grpSpPr>
          <a:xfrm>
            <a:off x="2513406" y="2555583"/>
            <a:ext cx="142560" cy="124920"/>
            <a:chOff x="2513406" y="2555583"/>
            <a:chExt cx="14256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AC985BD-0AC1-D66A-F317-CB10D2246274}"/>
                    </a:ext>
                  </a:extLst>
                </p14:cNvPr>
                <p14:cNvContentPartPr/>
                <p14:nvPr/>
              </p14:nvContentPartPr>
              <p14:xfrm>
                <a:off x="2614566" y="2555583"/>
                <a:ext cx="32400" cy="21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AC985BD-0AC1-D66A-F317-CB10D224627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96926" y="2537583"/>
                  <a:ext cx="68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0EEBDD6-2963-C519-363C-E443B17D6AD7}"/>
                    </a:ext>
                  </a:extLst>
                </p14:cNvPr>
                <p14:cNvContentPartPr/>
                <p14:nvPr/>
              </p14:nvContentPartPr>
              <p14:xfrm>
                <a:off x="2513406" y="2647023"/>
                <a:ext cx="142560" cy="33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0EEBDD6-2963-C519-363C-E443B17D6AD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95406" y="2629023"/>
                  <a:ext cx="1782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10E2090-8042-8927-E6FD-9E3C26EDC61F}"/>
              </a:ext>
            </a:extLst>
          </p:cNvPr>
          <p:cNvGrpSpPr/>
          <p:nvPr/>
        </p:nvGrpSpPr>
        <p:grpSpPr>
          <a:xfrm>
            <a:off x="3089766" y="2196663"/>
            <a:ext cx="591840" cy="1713600"/>
            <a:chOff x="3089766" y="2196663"/>
            <a:chExt cx="591840" cy="171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6D4FE22-284B-739B-14DB-89A555CB0039}"/>
                    </a:ext>
                  </a:extLst>
                </p14:cNvPr>
                <p14:cNvContentPartPr/>
                <p14:nvPr/>
              </p14:nvContentPartPr>
              <p14:xfrm>
                <a:off x="3089766" y="2196663"/>
                <a:ext cx="491040" cy="1713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6D4FE22-284B-739B-14DB-89A555CB003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72126" y="2178663"/>
                  <a:ext cx="526680" cy="17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EEFD0D7-FC60-70D9-4EAF-71A765602D6C}"/>
                    </a:ext>
                  </a:extLst>
                </p14:cNvPr>
                <p14:cNvContentPartPr/>
                <p14:nvPr/>
              </p14:nvContentPartPr>
              <p14:xfrm>
                <a:off x="3660726" y="2331663"/>
                <a:ext cx="20880" cy="162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EEFD0D7-FC60-70D9-4EAF-71A765602D6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43086" y="2314023"/>
                  <a:ext cx="5652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3132AEB-56E2-CAEC-4665-8BACCCC04C1A}"/>
                  </a:ext>
                </a:extLst>
              </p14:cNvPr>
              <p14:cNvContentPartPr/>
              <p14:nvPr/>
            </p14:nvContentPartPr>
            <p14:xfrm>
              <a:off x="4338606" y="2315823"/>
              <a:ext cx="13320" cy="1760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3132AEB-56E2-CAEC-4665-8BACCCC04C1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320966" y="2297823"/>
                <a:ext cx="489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B32BC0D-9D4D-518A-3D56-B856B1C711C7}"/>
                  </a:ext>
                </a:extLst>
              </p14:cNvPr>
              <p14:cNvContentPartPr/>
              <p14:nvPr/>
            </p14:nvContentPartPr>
            <p14:xfrm>
              <a:off x="4803726" y="2273343"/>
              <a:ext cx="12960" cy="1839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B32BC0D-9D4D-518A-3D56-B856B1C711C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786086" y="2255703"/>
                <a:ext cx="486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D9061CD-2924-8AFF-E78D-ED0FA5303C1B}"/>
                  </a:ext>
                </a:extLst>
              </p14:cNvPr>
              <p14:cNvContentPartPr/>
              <p14:nvPr/>
            </p14:nvContentPartPr>
            <p14:xfrm>
              <a:off x="3601686" y="2828823"/>
              <a:ext cx="275760" cy="1782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D9061CD-2924-8AFF-E78D-ED0FA5303C1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584046" y="2810823"/>
                <a:ext cx="31140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212AA00E-8FF7-0A58-3C85-6BC16E8E4DA8}"/>
              </a:ext>
            </a:extLst>
          </p:cNvPr>
          <p:cNvGrpSpPr/>
          <p:nvPr/>
        </p:nvGrpSpPr>
        <p:grpSpPr>
          <a:xfrm>
            <a:off x="4232766" y="2814063"/>
            <a:ext cx="140040" cy="204840"/>
            <a:chOff x="4232766" y="2814063"/>
            <a:chExt cx="140040" cy="2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5F19F2-1964-F5B8-6F16-E1055C3A4C27}"/>
                    </a:ext>
                  </a:extLst>
                </p14:cNvPr>
                <p14:cNvContentPartPr/>
                <p14:nvPr/>
              </p14:nvContentPartPr>
              <p14:xfrm>
                <a:off x="4277046" y="2815503"/>
                <a:ext cx="88200" cy="37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5F19F2-1964-F5B8-6F16-E1055C3A4C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259406" y="2797503"/>
                  <a:ext cx="123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8B74D64-5F64-2AB7-4418-1737B470C81E}"/>
                    </a:ext>
                  </a:extLst>
                </p14:cNvPr>
                <p14:cNvContentPartPr/>
                <p14:nvPr/>
              </p14:nvContentPartPr>
              <p14:xfrm>
                <a:off x="4232766" y="2814063"/>
                <a:ext cx="140040" cy="204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8B74D64-5F64-2AB7-4418-1737B470C81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14766" y="2796423"/>
                  <a:ext cx="17568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F0B72DB-30D9-BD84-811E-319DE549C356}"/>
                  </a:ext>
                </a:extLst>
              </p14:cNvPr>
              <p14:cNvContentPartPr/>
              <p14:nvPr/>
            </p14:nvContentPartPr>
            <p14:xfrm>
              <a:off x="4645686" y="2796783"/>
              <a:ext cx="138240" cy="2426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F0B72DB-30D9-BD84-811E-319DE549C35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27686" y="2779143"/>
                <a:ext cx="1738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5DEF794-F87B-AE03-E948-3E3D2B46D156}"/>
                  </a:ext>
                </a:extLst>
              </p14:cNvPr>
              <p14:cNvContentPartPr/>
              <p14:nvPr/>
            </p14:nvContentPartPr>
            <p14:xfrm>
              <a:off x="3587286" y="3407343"/>
              <a:ext cx="196200" cy="2131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5DEF794-F87B-AE03-E948-3E3D2B46D15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569646" y="3389703"/>
                <a:ext cx="2318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6EA2451-577F-37FC-5552-6B58952E008C}"/>
                  </a:ext>
                </a:extLst>
              </p14:cNvPr>
              <p14:cNvContentPartPr/>
              <p14:nvPr/>
            </p14:nvContentPartPr>
            <p14:xfrm>
              <a:off x="4334286" y="3419223"/>
              <a:ext cx="17640" cy="1742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6EA2451-577F-37FC-5552-6B58952E008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316286" y="3401583"/>
                <a:ext cx="53280" cy="20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45155906-A855-E6C6-9B10-9E469F281198}"/>
              </a:ext>
            </a:extLst>
          </p:cNvPr>
          <p:cNvGrpSpPr/>
          <p:nvPr/>
        </p:nvGrpSpPr>
        <p:grpSpPr>
          <a:xfrm>
            <a:off x="4631646" y="3397623"/>
            <a:ext cx="180000" cy="235800"/>
            <a:chOff x="4631646" y="3397623"/>
            <a:chExt cx="18000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F83E032-6D0F-A9CA-B57A-E582E6798F70}"/>
                    </a:ext>
                  </a:extLst>
                </p14:cNvPr>
                <p14:cNvContentPartPr/>
                <p14:nvPr/>
              </p14:nvContentPartPr>
              <p14:xfrm>
                <a:off x="4631646" y="3499503"/>
                <a:ext cx="81360" cy="7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F83E032-6D0F-A9CA-B57A-E582E6798F7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13646" y="3481863"/>
                  <a:ext cx="117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EF5C374-D8BA-7D32-B063-F56ACF00D757}"/>
                    </a:ext>
                  </a:extLst>
                </p14:cNvPr>
                <p14:cNvContentPartPr/>
                <p14:nvPr/>
              </p14:nvContentPartPr>
              <p14:xfrm>
                <a:off x="4800846" y="3397623"/>
                <a:ext cx="10800" cy="235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EF5C374-D8BA-7D32-B063-F56ACF00D75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82846" y="3379983"/>
                  <a:ext cx="4644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EB1E359-79F7-ED7A-868C-99642A0C25EA}"/>
                  </a:ext>
                </a:extLst>
              </p14:cNvPr>
              <p14:cNvContentPartPr/>
              <p14:nvPr/>
            </p14:nvContentPartPr>
            <p14:xfrm>
              <a:off x="5197566" y="2249583"/>
              <a:ext cx="12600" cy="288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EB1E359-79F7-ED7A-868C-99642A0C25E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179566" y="2231943"/>
                <a:ext cx="482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C3DBDA3-018A-806D-5ADE-DBE0EE7E927B}"/>
                  </a:ext>
                </a:extLst>
              </p14:cNvPr>
              <p14:cNvContentPartPr/>
              <p14:nvPr/>
            </p14:nvContentPartPr>
            <p14:xfrm>
              <a:off x="5196846" y="2420583"/>
              <a:ext cx="8280" cy="316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C3DBDA3-018A-806D-5ADE-DBE0EE7E927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179206" y="2402583"/>
                <a:ext cx="439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87A745C-BE31-5634-54E6-4C430CEFFEB6}"/>
                  </a:ext>
                </a:extLst>
              </p14:cNvPr>
              <p14:cNvContentPartPr/>
              <p14:nvPr/>
            </p14:nvContentPartPr>
            <p14:xfrm>
              <a:off x="5137086" y="2790303"/>
              <a:ext cx="23040" cy="352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87A745C-BE31-5634-54E6-4C430CEFFEB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119086" y="2772663"/>
                <a:ext cx="586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CA2BDBE-837C-9886-1E54-A4933FDDD298}"/>
                  </a:ext>
                </a:extLst>
              </p14:cNvPr>
              <p14:cNvContentPartPr/>
              <p14:nvPr/>
            </p14:nvContentPartPr>
            <p14:xfrm>
              <a:off x="5118006" y="2964183"/>
              <a:ext cx="5040" cy="32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CA2BDBE-837C-9886-1E54-A4933FDDD29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100366" y="2946543"/>
                <a:ext cx="406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70C8996-066F-597F-4840-A5DBD400F76E}"/>
                  </a:ext>
                </a:extLst>
              </p14:cNvPr>
              <p14:cNvContentPartPr/>
              <p14:nvPr/>
            </p14:nvContentPartPr>
            <p14:xfrm>
              <a:off x="5155086" y="3316983"/>
              <a:ext cx="24120" cy="230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70C8996-066F-597F-4840-A5DBD400F76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137446" y="3299343"/>
                <a:ext cx="597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B6D81CB-73CF-BD68-4D23-B0E281717B62}"/>
                  </a:ext>
                </a:extLst>
              </p14:cNvPr>
              <p14:cNvContentPartPr/>
              <p14:nvPr/>
            </p14:nvContentPartPr>
            <p14:xfrm>
              <a:off x="5143206" y="3509943"/>
              <a:ext cx="6840" cy="349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B6D81CB-73CF-BD68-4D23-B0E281717B6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125566" y="3491943"/>
                <a:ext cx="4248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4B754F9E-606A-B592-78C3-660DBCCCEA3A}"/>
              </a:ext>
            </a:extLst>
          </p:cNvPr>
          <p:cNvGrpSpPr/>
          <p:nvPr/>
        </p:nvGrpSpPr>
        <p:grpSpPr>
          <a:xfrm>
            <a:off x="5403486" y="1990743"/>
            <a:ext cx="663120" cy="1730160"/>
            <a:chOff x="5403486" y="1990743"/>
            <a:chExt cx="663120" cy="173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E4C0DF8-0686-ABD9-9D69-39251C804951}"/>
                    </a:ext>
                  </a:extLst>
                </p14:cNvPr>
                <p14:cNvContentPartPr/>
                <p14:nvPr/>
              </p14:nvContentPartPr>
              <p14:xfrm>
                <a:off x="5483406" y="2187303"/>
                <a:ext cx="105120" cy="261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E4C0DF8-0686-ABD9-9D69-39251C8049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65766" y="2169303"/>
                  <a:ext cx="1407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2CDFAB-5145-EAC3-13AA-350A318ABAA6}"/>
                    </a:ext>
                  </a:extLst>
                </p14:cNvPr>
                <p14:cNvContentPartPr/>
                <p14:nvPr/>
              </p14:nvContentPartPr>
              <p14:xfrm>
                <a:off x="5436606" y="2729103"/>
                <a:ext cx="80280" cy="48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2CDFAB-5145-EAC3-13AA-350A318ABAA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18966" y="2711103"/>
                  <a:ext cx="115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B424786-66B6-6265-C360-B74DE6F17291}"/>
                    </a:ext>
                  </a:extLst>
                </p14:cNvPr>
                <p14:cNvContentPartPr/>
                <p14:nvPr/>
              </p14:nvContentPartPr>
              <p14:xfrm>
                <a:off x="5403486" y="2756823"/>
                <a:ext cx="114120" cy="200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B424786-66B6-6265-C360-B74DE6F1729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85486" y="2738823"/>
                  <a:ext cx="149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ED36548-DE80-E422-B6AC-4A33E76CC68F}"/>
                    </a:ext>
                  </a:extLst>
                </p14:cNvPr>
                <p14:cNvContentPartPr/>
                <p14:nvPr/>
              </p14:nvContentPartPr>
              <p14:xfrm>
                <a:off x="5606526" y="2765823"/>
                <a:ext cx="206280" cy="183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ED36548-DE80-E422-B6AC-4A33E76CC68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88886" y="2748183"/>
                  <a:ext cx="241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32C40F0-8928-3182-8DC8-D7983159F190}"/>
                    </a:ext>
                  </a:extLst>
                </p14:cNvPr>
                <p14:cNvContentPartPr/>
                <p14:nvPr/>
              </p14:nvContentPartPr>
              <p14:xfrm>
                <a:off x="5500326" y="3311583"/>
                <a:ext cx="168840" cy="177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32C40F0-8928-3182-8DC8-D7983159F1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482686" y="3293943"/>
                  <a:ext cx="204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176050-4C6E-6B88-5DC3-3CDD63546DD1}"/>
                    </a:ext>
                  </a:extLst>
                </p14:cNvPr>
                <p14:cNvContentPartPr/>
                <p14:nvPr/>
              </p14:nvContentPartPr>
              <p14:xfrm>
                <a:off x="5685726" y="1990743"/>
                <a:ext cx="380880" cy="1730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176050-4C6E-6B88-5DC3-3CDD63546DD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67726" y="1973103"/>
                  <a:ext cx="416520" cy="176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30D4EE3-9AB5-B784-F988-6025AAB8290D}"/>
                  </a:ext>
                </a:extLst>
              </p14:cNvPr>
              <p14:cNvContentPartPr/>
              <p14:nvPr/>
            </p14:nvContentPartPr>
            <p14:xfrm>
              <a:off x="3688806" y="3531183"/>
              <a:ext cx="9000" cy="118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30D4EE3-9AB5-B784-F988-6025AAB8290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670806" y="3513543"/>
                <a:ext cx="4464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D409C538-29E8-8D81-412C-7FD807D15502}"/>
              </a:ext>
            </a:extLst>
          </p:cNvPr>
          <p:cNvGrpSpPr/>
          <p:nvPr/>
        </p:nvGrpSpPr>
        <p:grpSpPr>
          <a:xfrm>
            <a:off x="3677286" y="2905143"/>
            <a:ext cx="67680" cy="64080"/>
            <a:chOff x="3677286" y="2905143"/>
            <a:chExt cx="67680" cy="6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10FE792-5FDB-14E4-296B-7746B7A06DDC}"/>
                    </a:ext>
                  </a:extLst>
                </p14:cNvPr>
                <p14:cNvContentPartPr/>
                <p14:nvPr/>
              </p14:nvContentPartPr>
              <p14:xfrm>
                <a:off x="3677286" y="2905143"/>
                <a:ext cx="2880" cy="5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10FE792-5FDB-14E4-296B-7746B7A06DD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59286" y="2887143"/>
                  <a:ext cx="38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DCF1CCC-BD50-D7CD-27D0-1D727188F06A}"/>
                    </a:ext>
                  </a:extLst>
                </p14:cNvPr>
                <p14:cNvContentPartPr/>
                <p14:nvPr/>
              </p14:nvContentPartPr>
              <p14:xfrm>
                <a:off x="3741366" y="2949783"/>
                <a:ext cx="3600" cy="19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DCF1CCC-BD50-D7CD-27D0-1D727188F06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23366" y="2931783"/>
                  <a:ext cx="392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E3BA4CC-AE17-E5E9-2DD7-8314E9733512}"/>
                  </a:ext>
                </a:extLst>
              </p14:cNvPr>
              <p14:cNvContentPartPr/>
              <p14:nvPr/>
            </p14:nvContentPartPr>
            <p14:xfrm>
              <a:off x="3610686" y="3718023"/>
              <a:ext cx="5400" cy="223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E3BA4CC-AE17-E5E9-2DD7-8314E973351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592686" y="3700383"/>
                <a:ext cx="4104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8889A1E-9982-11CB-FB06-EEF9B1554B94}"/>
              </a:ext>
            </a:extLst>
          </p:cNvPr>
          <p:cNvGrpSpPr/>
          <p:nvPr/>
        </p:nvGrpSpPr>
        <p:grpSpPr>
          <a:xfrm>
            <a:off x="391926" y="4210863"/>
            <a:ext cx="1772280" cy="434160"/>
            <a:chOff x="391926" y="4210863"/>
            <a:chExt cx="1772280" cy="43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9F94664-A34D-DF27-7B5F-A7C75387F431}"/>
                    </a:ext>
                  </a:extLst>
                </p14:cNvPr>
                <p14:cNvContentPartPr/>
                <p14:nvPr/>
              </p14:nvContentPartPr>
              <p14:xfrm>
                <a:off x="391926" y="4303023"/>
                <a:ext cx="12600" cy="246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9F94664-A34D-DF27-7B5F-A7C75387F43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73926" y="4285023"/>
                  <a:ext cx="48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4F9966E-0A0F-DF77-BE77-E67D2A7E102D}"/>
                    </a:ext>
                  </a:extLst>
                </p14:cNvPr>
                <p14:cNvContentPartPr/>
                <p14:nvPr/>
              </p14:nvContentPartPr>
              <p14:xfrm>
                <a:off x="394446" y="4251543"/>
                <a:ext cx="129960" cy="308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4F9966E-0A0F-DF77-BE77-E67D2A7E10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6806" y="4233543"/>
                  <a:ext cx="1656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4C7634B-F3D7-4553-33C3-701F07BFCF20}"/>
                    </a:ext>
                  </a:extLst>
                </p14:cNvPr>
                <p14:cNvContentPartPr/>
                <p14:nvPr/>
              </p14:nvContentPartPr>
              <p14:xfrm>
                <a:off x="588846" y="4499943"/>
                <a:ext cx="99720" cy="139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4C7634B-F3D7-4553-33C3-701F07BFCF2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1206" y="4482303"/>
                  <a:ext cx="135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9C20B46-53C6-672E-62F7-66F0EBF60AFA}"/>
                    </a:ext>
                  </a:extLst>
                </p14:cNvPr>
                <p14:cNvContentPartPr/>
                <p14:nvPr/>
              </p14:nvContentPartPr>
              <p14:xfrm>
                <a:off x="709806" y="4432623"/>
                <a:ext cx="179640" cy="39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9C20B46-53C6-672E-62F7-66F0EBF60AF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2166" y="4414983"/>
                  <a:ext cx="215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B196CE6-025A-66A2-7688-C06CB8071209}"/>
                    </a:ext>
                  </a:extLst>
                </p14:cNvPr>
                <p14:cNvContentPartPr/>
                <p14:nvPr/>
              </p14:nvContentPartPr>
              <p14:xfrm>
                <a:off x="866766" y="4371783"/>
                <a:ext cx="28440" cy="136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B196CE6-025A-66A2-7688-C06CB807120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8766" y="4353783"/>
                  <a:ext cx="64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5A52C39-A297-DC8C-03D2-1C5EB181C18B}"/>
                    </a:ext>
                  </a:extLst>
                </p14:cNvPr>
                <p14:cNvContentPartPr/>
                <p14:nvPr/>
              </p14:nvContentPartPr>
              <p14:xfrm>
                <a:off x="1044246" y="4299063"/>
                <a:ext cx="2880" cy="36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5A52C39-A297-DC8C-03D2-1C5EB181C18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26606" y="4281063"/>
                  <a:ext cx="38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50E9D2-56C5-15AD-4D5A-D47001C020B5}"/>
                    </a:ext>
                  </a:extLst>
                </p14:cNvPr>
                <p14:cNvContentPartPr/>
                <p14:nvPr/>
              </p14:nvContentPartPr>
              <p14:xfrm>
                <a:off x="1018326" y="4216623"/>
                <a:ext cx="191520" cy="226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50E9D2-56C5-15AD-4D5A-D47001C020B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0686" y="4198623"/>
                  <a:ext cx="227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C391448-DE65-D87C-8AE4-76F92CBDDD37}"/>
                    </a:ext>
                  </a:extLst>
                </p14:cNvPr>
                <p14:cNvContentPartPr/>
                <p14:nvPr/>
              </p14:nvContentPartPr>
              <p14:xfrm>
                <a:off x="1004286" y="4238223"/>
                <a:ext cx="27000" cy="297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C391448-DE65-D87C-8AE4-76F92CBDDD3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6286" y="4220223"/>
                  <a:ext cx="626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8594AE4-F54F-EDFE-3B6A-976E6775DAB6}"/>
                    </a:ext>
                  </a:extLst>
                </p14:cNvPr>
                <p14:cNvContentPartPr/>
                <p14:nvPr/>
              </p14:nvContentPartPr>
              <p14:xfrm>
                <a:off x="1227486" y="4397703"/>
                <a:ext cx="126720" cy="172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8594AE4-F54F-EDFE-3B6A-976E6775DAB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209486" y="4380063"/>
                  <a:ext cx="162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EE53007-F35C-A1CC-30C7-7B42BC5344A1}"/>
                    </a:ext>
                  </a:extLst>
                </p14:cNvPr>
                <p14:cNvContentPartPr/>
                <p14:nvPr/>
              </p14:nvContentPartPr>
              <p14:xfrm>
                <a:off x="1449966" y="4407063"/>
                <a:ext cx="102960" cy="5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EE53007-F35C-A1CC-30C7-7B42BC5344A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432326" y="4389063"/>
                  <a:ext cx="138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58979DC-C362-0C63-D6DB-0354F318A673}"/>
                    </a:ext>
                  </a:extLst>
                </p14:cNvPr>
                <p14:cNvContentPartPr/>
                <p14:nvPr/>
              </p14:nvContentPartPr>
              <p14:xfrm>
                <a:off x="1626726" y="4282863"/>
                <a:ext cx="188280" cy="212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58979DC-C362-0C63-D6DB-0354F318A67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608726" y="4265223"/>
                  <a:ext cx="223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2CD3484-9519-23F4-AB7B-2E0CDBC13678}"/>
                    </a:ext>
                  </a:extLst>
                </p14:cNvPr>
                <p14:cNvContentPartPr/>
                <p14:nvPr/>
              </p14:nvContentPartPr>
              <p14:xfrm>
                <a:off x="1875486" y="4311663"/>
                <a:ext cx="19440" cy="207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2CD3484-9519-23F4-AB7B-2E0CDBC1367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857486" y="4294023"/>
                  <a:ext cx="55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83AFF7B-7B24-1C60-EB04-3045A37D0663}"/>
                    </a:ext>
                  </a:extLst>
                </p14:cNvPr>
                <p14:cNvContentPartPr/>
                <p14:nvPr/>
              </p14:nvContentPartPr>
              <p14:xfrm>
                <a:off x="1867206" y="4210863"/>
                <a:ext cx="168840" cy="284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83AFF7B-7B24-1C60-EB04-3045A37D066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49206" y="4192863"/>
                  <a:ext cx="2044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604CFF-139C-35AD-BD8E-31BE61909B7A}"/>
                    </a:ext>
                  </a:extLst>
                </p14:cNvPr>
                <p14:cNvContentPartPr/>
                <p14:nvPr/>
              </p14:nvContentPartPr>
              <p14:xfrm>
                <a:off x="2131806" y="4423623"/>
                <a:ext cx="32400" cy="221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604CFF-139C-35AD-BD8E-31BE61909B7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13806" y="4405623"/>
                  <a:ext cx="6804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AE129F7-BD56-5458-37AB-3AFD22CC7051}"/>
              </a:ext>
            </a:extLst>
          </p:cNvPr>
          <p:cNvGrpSpPr/>
          <p:nvPr/>
        </p:nvGrpSpPr>
        <p:grpSpPr>
          <a:xfrm>
            <a:off x="349086" y="4879383"/>
            <a:ext cx="1067760" cy="447120"/>
            <a:chOff x="349086" y="4879383"/>
            <a:chExt cx="106776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0616DC8-6F52-F95B-C68F-2D51908C2DAA}"/>
                    </a:ext>
                  </a:extLst>
                </p14:cNvPr>
                <p14:cNvContentPartPr/>
                <p14:nvPr/>
              </p14:nvContentPartPr>
              <p14:xfrm>
                <a:off x="376086" y="4930503"/>
                <a:ext cx="43200" cy="276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0616DC8-6F52-F95B-C68F-2D51908C2DA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58086" y="4912863"/>
                  <a:ext cx="78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21D8FF0-A4C0-1BA6-1F02-6CBA250FB9D9}"/>
                    </a:ext>
                  </a:extLst>
                </p14:cNvPr>
                <p14:cNvContentPartPr/>
                <p14:nvPr/>
              </p14:nvContentPartPr>
              <p14:xfrm>
                <a:off x="349086" y="4914663"/>
                <a:ext cx="153000" cy="278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21D8FF0-A4C0-1BA6-1F02-6CBA250FB9D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1446" y="4897023"/>
                  <a:ext cx="1886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64B98C1-FC1C-D52E-5F1C-20EA9F672EE9}"/>
                    </a:ext>
                  </a:extLst>
                </p14:cNvPr>
                <p14:cNvContentPartPr/>
                <p14:nvPr/>
              </p14:nvContentPartPr>
              <p14:xfrm>
                <a:off x="502446" y="5094303"/>
                <a:ext cx="158760" cy="232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64B98C1-FC1C-D52E-5F1C-20EA9F672EE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4446" y="5076303"/>
                  <a:ext cx="194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539B9CE-6321-E700-A7B1-CEFDAC857FA2}"/>
                    </a:ext>
                  </a:extLst>
                </p14:cNvPr>
                <p14:cNvContentPartPr/>
                <p14:nvPr/>
              </p14:nvContentPartPr>
              <p14:xfrm>
                <a:off x="786126" y="5068743"/>
                <a:ext cx="125280" cy="25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539B9CE-6321-E700-A7B1-CEFDAC857FA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68126" y="5050743"/>
                  <a:ext cx="160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2525634-AF3B-9554-323F-34EE51ABB545}"/>
                    </a:ext>
                  </a:extLst>
                </p14:cNvPr>
                <p14:cNvContentPartPr/>
                <p14:nvPr/>
              </p14:nvContentPartPr>
              <p14:xfrm>
                <a:off x="874686" y="5010063"/>
                <a:ext cx="23760" cy="155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2525634-AF3B-9554-323F-34EE51ABB54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57046" y="4992423"/>
                  <a:ext cx="59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5C0844-EBA3-05EE-19FD-B9F1AA693E87}"/>
                    </a:ext>
                  </a:extLst>
                </p14:cNvPr>
                <p14:cNvContentPartPr/>
                <p14:nvPr/>
              </p14:nvContentPartPr>
              <p14:xfrm>
                <a:off x="1031286" y="4954263"/>
                <a:ext cx="35280" cy="191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5C0844-EBA3-05EE-19FD-B9F1AA693E8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3646" y="4936263"/>
                  <a:ext cx="70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CB44579-5E5D-D656-5B07-5BBFC01C2C46}"/>
                    </a:ext>
                  </a:extLst>
                </p14:cNvPr>
                <p14:cNvContentPartPr/>
                <p14:nvPr/>
              </p14:nvContentPartPr>
              <p14:xfrm>
                <a:off x="1055406" y="4879383"/>
                <a:ext cx="182160" cy="266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CB44579-5E5D-D656-5B07-5BBFC01C2C4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7406" y="4861743"/>
                  <a:ext cx="2178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48E71B7-D280-F2D0-10D1-B86AED0BD352}"/>
                    </a:ext>
                  </a:extLst>
                </p14:cNvPr>
                <p14:cNvContentPartPr/>
                <p14:nvPr/>
              </p14:nvContentPartPr>
              <p14:xfrm>
                <a:off x="1234686" y="5062623"/>
                <a:ext cx="182160" cy="205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48E71B7-D280-F2D0-10D1-B86AED0BD35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16686" y="5044983"/>
                  <a:ext cx="2178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6E64F94-2AA8-DD2E-E81F-16B6179EC3E0}"/>
              </a:ext>
            </a:extLst>
          </p:cNvPr>
          <p:cNvGrpSpPr/>
          <p:nvPr/>
        </p:nvGrpSpPr>
        <p:grpSpPr>
          <a:xfrm>
            <a:off x="1578486" y="4880823"/>
            <a:ext cx="759960" cy="379440"/>
            <a:chOff x="1578486" y="4880823"/>
            <a:chExt cx="75996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181E7C6-A2AF-D8C4-A90B-0079B12F455C}"/>
                    </a:ext>
                  </a:extLst>
                </p14:cNvPr>
                <p14:cNvContentPartPr/>
                <p14:nvPr/>
              </p14:nvContentPartPr>
              <p14:xfrm>
                <a:off x="1578486" y="5044983"/>
                <a:ext cx="110520" cy="28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181E7C6-A2AF-D8C4-A90B-0079B12F455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560846" y="5026983"/>
                  <a:ext cx="146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F21381F-205F-6989-495F-29D3E1BC13E1}"/>
                    </a:ext>
                  </a:extLst>
                </p14:cNvPr>
                <p14:cNvContentPartPr/>
                <p14:nvPr/>
              </p14:nvContentPartPr>
              <p14:xfrm>
                <a:off x="1794846" y="4902063"/>
                <a:ext cx="160200" cy="232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F21381F-205F-6989-495F-29D3E1BC13E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777206" y="4884423"/>
                  <a:ext cx="195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DFDE0C4-5A20-8D29-F615-C510DE5CC4CD}"/>
                    </a:ext>
                  </a:extLst>
                </p14:cNvPr>
                <p14:cNvContentPartPr/>
                <p14:nvPr/>
              </p14:nvContentPartPr>
              <p14:xfrm>
                <a:off x="1998246" y="4880823"/>
                <a:ext cx="208080" cy="268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DFDE0C4-5A20-8D29-F615-C510DE5CC4C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80606" y="4862823"/>
                  <a:ext cx="2437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FFA6001-F17C-E7DE-D5D0-D51A9C23C4B6}"/>
                    </a:ext>
                  </a:extLst>
                </p14:cNvPr>
                <p14:cNvContentPartPr/>
                <p14:nvPr/>
              </p14:nvContentPartPr>
              <p14:xfrm>
                <a:off x="2327646" y="5037423"/>
                <a:ext cx="10800" cy="222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FFA6001-F17C-E7DE-D5D0-D51A9C23C4B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10006" y="5019783"/>
                  <a:ext cx="4644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09D3952-6EBC-4ED0-4766-ED7763A793BA}"/>
              </a:ext>
            </a:extLst>
          </p:cNvPr>
          <p:cNvGrpSpPr/>
          <p:nvPr/>
        </p:nvGrpSpPr>
        <p:grpSpPr>
          <a:xfrm>
            <a:off x="3251046" y="4150023"/>
            <a:ext cx="485280" cy="1953360"/>
            <a:chOff x="3251046" y="4150023"/>
            <a:chExt cx="485280" cy="19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098EDB3-5899-0D9F-F1E0-1F8EA979533B}"/>
                    </a:ext>
                  </a:extLst>
                </p14:cNvPr>
                <p14:cNvContentPartPr/>
                <p14:nvPr/>
              </p14:nvContentPartPr>
              <p14:xfrm>
                <a:off x="3251046" y="4150023"/>
                <a:ext cx="268200" cy="1953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098EDB3-5899-0D9F-F1E0-1F8EA979533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233406" y="4132023"/>
                  <a:ext cx="303840" cy="19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B5B0EFB-1288-C4B2-D6DD-63B32A536BA5}"/>
                    </a:ext>
                  </a:extLst>
                </p14:cNvPr>
                <p14:cNvContentPartPr/>
                <p14:nvPr/>
              </p14:nvContentPartPr>
              <p14:xfrm>
                <a:off x="3633726" y="4233903"/>
                <a:ext cx="15120" cy="185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B5B0EFB-1288-C4B2-D6DD-63B32A536BA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16086" y="4215903"/>
                  <a:ext cx="50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572CFC8-18E4-49DE-FE96-E952CDE0DE60}"/>
                    </a:ext>
                  </a:extLst>
                </p14:cNvPr>
                <p14:cNvContentPartPr/>
                <p14:nvPr/>
              </p14:nvContentPartPr>
              <p14:xfrm>
                <a:off x="3609246" y="4778223"/>
                <a:ext cx="113400" cy="209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572CFC8-18E4-49DE-FE96-E952CDE0DE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591606" y="4760583"/>
                  <a:ext cx="1490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D414086-336F-5CCF-5D2A-0F2F635B7D90}"/>
                    </a:ext>
                  </a:extLst>
                </p14:cNvPr>
                <p14:cNvContentPartPr/>
                <p14:nvPr/>
              </p14:nvContentPartPr>
              <p14:xfrm>
                <a:off x="3539766" y="5397423"/>
                <a:ext cx="196560" cy="223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D414086-336F-5CCF-5D2A-0F2F635B7D9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22126" y="5379423"/>
                  <a:ext cx="232200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7A52098-2613-395B-B017-A818A71F3EBA}"/>
                  </a:ext>
                </a:extLst>
              </p14:cNvPr>
              <p14:cNvContentPartPr/>
              <p14:nvPr/>
            </p14:nvContentPartPr>
            <p14:xfrm>
              <a:off x="4316646" y="4202223"/>
              <a:ext cx="10800" cy="2131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7A52098-2613-395B-B017-A818A71F3EB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299006" y="4184223"/>
                <a:ext cx="46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0D8285E-FDB7-3EE5-04D0-41F37342BB76}"/>
                  </a:ext>
                </a:extLst>
              </p14:cNvPr>
              <p14:cNvContentPartPr/>
              <p14:nvPr/>
            </p14:nvContentPartPr>
            <p14:xfrm>
              <a:off x="4908846" y="4209783"/>
              <a:ext cx="17280" cy="1666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0D8285E-FDB7-3EE5-04D0-41F37342BB7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890846" y="4192143"/>
                <a:ext cx="529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F8169704-0F43-488E-F6AB-DB96CE2EBA6B}"/>
                  </a:ext>
                </a:extLst>
              </p14:cNvPr>
              <p14:cNvContentPartPr/>
              <p14:nvPr/>
            </p14:nvContentPartPr>
            <p14:xfrm>
              <a:off x="5659446" y="4146063"/>
              <a:ext cx="155520" cy="3056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F8169704-0F43-488E-F6AB-DB96CE2EBA6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641446" y="4128423"/>
                <a:ext cx="1911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BE95F024-0D52-DEFA-A00A-DC011ECE54FB}"/>
                  </a:ext>
                </a:extLst>
              </p14:cNvPr>
              <p14:cNvContentPartPr/>
              <p14:nvPr/>
            </p14:nvContentPartPr>
            <p14:xfrm>
              <a:off x="5398086" y="4182063"/>
              <a:ext cx="7560" cy="187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BE95F024-0D52-DEFA-A00A-DC011ECE54F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380446" y="4164063"/>
                <a:ext cx="432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32C7FF0-2A2B-2717-63BA-85CC45FCC2FB}"/>
                  </a:ext>
                </a:extLst>
              </p14:cNvPr>
              <p14:cNvContentPartPr/>
              <p14:nvPr/>
            </p14:nvContentPartPr>
            <p14:xfrm>
              <a:off x="5436606" y="4368543"/>
              <a:ext cx="5400" cy="298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32C7FF0-2A2B-2717-63BA-85CC45FCC2FB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418966" y="4350903"/>
                <a:ext cx="410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DC0A1BF5-1557-A747-010F-125974840748}"/>
                  </a:ext>
                </a:extLst>
              </p14:cNvPr>
              <p14:cNvContentPartPr/>
              <p14:nvPr/>
            </p14:nvContentPartPr>
            <p14:xfrm>
              <a:off x="4251486" y="4754463"/>
              <a:ext cx="111960" cy="2246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DC0A1BF5-1557-A747-010F-125974840748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233486" y="4736823"/>
                <a:ext cx="147600" cy="2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CDA8EF5-E8DC-FE80-FFF5-F38E97E25905}"/>
              </a:ext>
            </a:extLst>
          </p:cNvPr>
          <p:cNvGrpSpPr/>
          <p:nvPr/>
        </p:nvGrpSpPr>
        <p:grpSpPr>
          <a:xfrm>
            <a:off x="4757286" y="4665903"/>
            <a:ext cx="149400" cy="271440"/>
            <a:chOff x="4757286" y="4665903"/>
            <a:chExt cx="14940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0813623-D036-A7E9-8072-03BE6202F6C0}"/>
                    </a:ext>
                  </a:extLst>
                </p14:cNvPr>
                <p14:cNvContentPartPr/>
                <p14:nvPr/>
              </p14:nvContentPartPr>
              <p14:xfrm>
                <a:off x="4774926" y="4665903"/>
                <a:ext cx="131760" cy="37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0813623-D036-A7E9-8072-03BE6202F6C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56926" y="4648263"/>
                  <a:ext cx="167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3E0B5DF-CD6C-3754-052A-EFAD42BC93F9}"/>
                    </a:ext>
                  </a:extLst>
                </p14:cNvPr>
                <p14:cNvContentPartPr/>
                <p14:nvPr/>
              </p14:nvContentPartPr>
              <p14:xfrm>
                <a:off x="4757286" y="4694343"/>
                <a:ext cx="143640" cy="243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3E0B5DF-CD6C-3754-052A-EFAD42BC93F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39286" y="4676703"/>
                  <a:ext cx="1792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DC0DD3A-99A9-7FCD-105E-1F9E3A42CA2A}"/>
              </a:ext>
            </a:extLst>
          </p:cNvPr>
          <p:cNvGrpSpPr/>
          <p:nvPr/>
        </p:nvGrpSpPr>
        <p:grpSpPr>
          <a:xfrm>
            <a:off x="4136286" y="5381223"/>
            <a:ext cx="218880" cy="295560"/>
            <a:chOff x="4136286" y="5381223"/>
            <a:chExt cx="21888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2EFE8AA-DF23-B47E-D72F-3BCC54DE34F0}"/>
                    </a:ext>
                  </a:extLst>
                </p14:cNvPr>
                <p14:cNvContentPartPr/>
                <p14:nvPr/>
              </p14:nvContentPartPr>
              <p14:xfrm>
                <a:off x="4136286" y="5469063"/>
                <a:ext cx="91800" cy="10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2EFE8AA-DF23-B47E-D72F-3BCC54DE34F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18646" y="5451063"/>
                  <a:ext cx="127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EAE811C-4F14-7B0B-B1A7-67A5407F95F5}"/>
                    </a:ext>
                  </a:extLst>
                </p14:cNvPr>
                <p14:cNvContentPartPr/>
                <p14:nvPr/>
              </p14:nvContentPartPr>
              <p14:xfrm>
                <a:off x="4344366" y="5381223"/>
                <a:ext cx="10800" cy="295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EAE811C-4F14-7B0B-B1A7-67A5407F95F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26366" y="5363583"/>
                  <a:ext cx="4644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F6689C9-CE77-A6F9-5EA3-5BB36F1545BC}"/>
              </a:ext>
            </a:extLst>
          </p:cNvPr>
          <p:cNvGrpSpPr/>
          <p:nvPr/>
        </p:nvGrpSpPr>
        <p:grpSpPr>
          <a:xfrm>
            <a:off x="4755486" y="5320743"/>
            <a:ext cx="304560" cy="270360"/>
            <a:chOff x="4755486" y="5320743"/>
            <a:chExt cx="30456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9E52167-5EC6-BCDB-6D18-20A36D08406D}"/>
                    </a:ext>
                  </a:extLst>
                </p14:cNvPr>
                <p14:cNvContentPartPr/>
                <p14:nvPr/>
              </p14:nvContentPartPr>
              <p14:xfrm>
                <a:off x="4755486" y="5473383"/>
                <a:ext cx="82440" cy="26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9E52167-5EC6-BCDB-6D18-20A36D0840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737846" y="5455743"/>
                  <a:ext cx="118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2FA27B5-8ECD-EA0A-C46D-8E83F145EBBD}"/>
                    </a:ext>
                  </a:extLst>
                </p14:cNvPr>
                <p14:cNvContentPartPr/>
                <p14:nvPr/>
              </p14:nvContentPartPr>
              <p14:xfrm>
                <a:off x="4893006" y="5320743"/>
                <a:ext cx="167040" cy="270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2FA27B5-8ECD-EA0A-C46D-8E83F145EBB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875366" y="5302743"/>
                  <a:ext cx="202680" cy="30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F49464F-5BFB-7D9D-5F06-C5E43895786E}"/>
                  </a:ext>
                </a:extLst>
              </p14:cNvPr>
              <p14:cNvContentPartPr/>
              <p14:nvPr/>
            </p14:nvContentPartPr>
            <p14:xfrm>
              <a:off x="5395206" y="4731063"/>
              <a:ext cx="7560" cy="273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F49464F-5BFB-7D9D-5F06-C5E43895786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377206" y="4713423"/>
                <a:ext cx="432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CAAAA0B-421A-0714-3E37-6F48BF0284E7}"/>
                  </a:ext>
                </a:extLst>
              </p14:cNvPr>
              <p14:cNvContentPartPr/>
              <p14:nvPr/>
            </p14:nvContentPartPr>
            <p14:xfrm>
              <a:off x="5380086" y="4926543"/>
              <a:ext cx="8640" cy="309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CAAAA0B-421A-0714-3E37-6F48BF0284E7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362086" y="4908543"/>
                <a:ext cx="442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8ADBFBAF-4F94-57FE-6072-5F24CFED4004}"/>
                  </a:ext>
                </a:extLst>
              </p14:cNvPr>
              <p14:cNvContentPartPr/>
              <p14:nvPr/>
            </p14:nvContentPartPr>
            <p14:xfrm>
              <a:off x="5418246" y="5255223"/>
              <a:ext cx="19800" cy="378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8ADBFBAF-4F94-57FE-6072-5F24CFED4004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400606" y="5237583"/>
                <a:ext cx="554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864C02A-1873-5373-1F53-9FCDFAA64651}"/>
                  </a:ext>
                </a:extLst>
              </p14:cNvPr>
              <p14:cNvContentPartPr/>
              <p14:nvPr/>
            </p14:nvContentPartPr>
            <p14:xfrm>
              <a:off x="5402406" y="5501823"/>
              <a:ext cx="1800" cy="2448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864C02A-1873-5373-1F53-9FCDFAA64651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384766" y="5484183"/>
                <a:ext cx="3744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A2821B4-CDF4-9B5D-862A-8ADF05C03BDE}"/>
              </a:ext>
            </a:extLst>
          </p:cNvPr>
          <p:cNvGrpSpPr/>
          <p:nvPr/>
        </p:nvGrpSpPr>
        <p:grpSpPr>
          <a:xfrm>
            <a:off x="5681406" y="4008543"/>
            <a:ext cx="612360" cy="1618560"/>
            <a:chOff x="5681406" y="4008543"/>
            <a:chExt cx="612360" cy="161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E91770F-B9EB-DDC8-AD19-84B8AE2A3879}"/>
                    </a:ext>
                  </a:extLst>
                </p14:cNvPr>
                <p14:cNvContentPartPr/>
                <p14:nvPr/>
              </p14:nvContentPartPr>
              <p14:xfrm>
                <a:off x="5681406" y="4703703"/>
                <a:ext cx="111960" cy="2250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E91770F-B9EB-DDC8-AD19-84B8AE2A387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63766" y="4686063"/>
                  <a:ext cx="1476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0F76E64-4A33-DA05-170E-D3B987B2BA3B}"/>
                    </a:ext>
                  </a:extLst>
                </p14:cNvPr>
                <p14:cNvContentPartPr/>
                <p14:nvPr/>
              </p14:nvContentPartPr>
              <p14:xfrm>
                <a:off x="5867166" y="4726023"/>
                <a:ext cx="98280" cy="265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0F76E64-4A33-DA05-170E-D3B987B2BA3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849526" y="4708383"/>
                  <a:ext cx="1339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3A96FE6-9D45-3B84-4050-B06BD2EB3BDB}"/>
                    </a:ext>
                  </a:extLst>
                </p14:cNvPr>
                <p14:cNvContentPartPr/>
                <p14:nvPr/>
              </p14:nvContentPartPr>
              <p14:xfrm>
                <a:off x="5686806" y="5325063"/>
                <a:ext cx="63000" cy="18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3A96FE6-9D45-3B84-4050-B06BD2EB3BD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668806" y="5307063"/>
                  <a:ext cx="98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F13E1FB-2ECC-1EFB-B41D-314D5CD85DC1}"/>
                    </a:ext>
                  </a:extLst>
                </p14:cNvPr>
                <p14:cNvContentPartPr/>
                <p14:nvPr/>
              </p14:nvContentPartPr>
              <p14:xfrm>
                <a:off x="5850606" y="5220303"/>
                <a:ext cx="2880" cy="163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F13E1FB-2ECC-1EFB-B41D-314D5CD85DC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32606" y="5202303"/>
                  <a:ext cx="38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031B2E5-7816-A22B-0B6E-056A41764C39}"/>
                    </a:ext>
                  </a:extLst>
                </p14:cNvPr>
                <p14:cNvContentPartPr/>
                <p14:nvPr/>
              </p14:nvContentPartPr>
              <p14:xfrm>
                <a:off x="5965806" y="5222463"/>
                <a:ext cx="120960" cy="239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031B2E5-7816-A22B-0B6E-056A41764C3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948166" y="5204823"/>
                  <a:ext cx="1566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BA2C8B3-4F07-F2C0-81E1-9B4A93010984}"/>
                    </a:ext>
                  </a:extLst>
                </p14:cNvPr>
                <p14:cNvContentPartPr/>
                <p14:nvPr/>
              </p14:nvContentPartPr>
              <p14:xfrm>
                <a:off x="5965086" y="4008543"/>
                <a:ext cx="328680" cy="1618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BA2C8B3-4F07-F2C0-81E1-9B4A9301098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947446" y="3990543"/>
                  <a:ext cx="364320" cy="16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8BC1512-35FB-9720-B4F3-D025041DC72F}"/>
                    </a:ext>
                  </a:extLst>
                </p14:cNvPr>
                <p14:cNvContentPartPr/>
                <p14:nvPr/>
              </p14:nvContentPartPr>
              <p14:xfrm>
                <a:off x="5816766" y="5279703"/>
                <a:ext cx="24120" cy="223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8BC1512-35FB-9720-B4F3-D025041DC7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799126" y="5262063"/>
                  <a:ext cx="5976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F9CF7FB-E700-EC79-32EB-500236AA0681}"/>
              </a:ext>
            </a:extLst>
          </p:cNvPr>
          <p:cNvGrpSpPr/>
          <p:nvPr/>
        </p:nvGrpSpPr>
        <p:grpSpPr>
          <a:xfrm>
            <a:off x="6554046" y="12903"/>
            <a:ext cx="1751400" cy="6634440"/>
            <a:chOff x="6554046" y="12903"/>
            <a:chExt cx="1751400" cy="66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246DD2-370A-D984-A756-457D99FD498C}"/>
                    </a:ext>
                  </a:extLst>
                </p14:cNvPr>
                <p14:cNvContentPartPr/>
                <p14:nvPr/>
              </p14:nvContentPartPr>
              <p14:xfrm>
                <a:off x="6554046" y="12903"/>
                <a:ext cx="636480" cy="6634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246DD2-370A-D984-A756-457D99FD498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36406" y="-4737"/>
                  <a:ext cx="672120" cy="66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4FBFAE3-2404-0B6A-3778-060B0E5D39D0}"/>
                    </a:ext>
                  </a:extLst>
                </p14:cNvPr>
                <p14:cNvContentPartPr/>
                <p14:nvPr/>
              </p14:nvContentPartPr>
              <p14:xfrm>
                <a:off x="7136166" y="456063"/>
                <a:ext cx="25560" cy="227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4FBFAE3-2404-0B6A-3778-060B0E5D39D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118526" y="438063"/>
                  <a:ext cx="61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D2DDC1-5C5E-26E7-EC1A-5E74AB7E6D98}"/>
                    </a:ext>
                  </a:extLst>
                </p14:cNvPr>
                <p14:cNvContentPartPr/>
                <p14:nvPr/>
              </p14:nvContentPartPr>
              <p14:xfrm>
                <a:off x="7148046" y="409983"/>
                <a:ext cx="199800" cy="2628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D2DDC1-5C5E-26E7-EC1A-5E74AB7E6D9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130046" y="392343"/>
                  <a:ext cx="2354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EEABAB0-AE9C-A190-DB09-394DB8DA7EF2}"/>
                    </a:ext>
                  </a:extLst>
                </p14:cNvPr>
                <p14:cNvContentPartPr/>
                <p14:nvPr/>
              </p14:nvContentPartPr>
              <p14:xfrm>
                <a:off x="7387806" y="650823"/>
                <a:ext cx="142560" cy="124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EEABAB0-AE9C-A190-DB09-394DB8DA7EF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369806" y="632823"/>
                  <a:ext cx="178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E2BB3D4-7A44-0777-BCFD-934B31901B01}"/>
                    </a:ext>
                  </a:extLst>
                </p14:cNvPr>
                <p14:cNvContentPartPr/>
                <p14:nvPr/>
              </p14:nvContentPartPr>
              <p14:xfrm>
                <a:off x="7634766" y="532023"/>
                <a:ext cx="237240" cy="122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E2BB3D4-7A44-0777-BCFD-934B31901B0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16766" y="514383"/>
                  <a:ext cx="272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0729521-9343-ADAC-B20D-F69EE0A24CF7}"/>
                    </a:ext>
                  </a:extLst>
                </p14:cNvPr>
                <p14:cNvContentPartPr/>
                <p14:nvPr/>
              </p14:nvContentPartPr>
              <p14:xfrm>
                <a:off x="7503006" y="465063"/>
                <a:ext cx="164880" cy="200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0729521-9343-ADAC-B20D-F69EE0A24CF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85006" y="447423"/>
                  <a:ext cx="200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19ED868-E905-BEBE-4254-021089C32620}"/>
                    </a:ext>
                  </a:extLst>
                </p14:cNvPr>
                <p14:cNvContentPartPr/>
                <p14:nvPr/>
              </p14:nvContentPartPr>
              <p14:xfrm>
                <a:off x="7991886" y="458943"/>
                <a:ext cx="37080" cy="204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19ED868-E905-BEBE-4254-021089C3262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74246" y="440943"/>
                  <a:ext cx="72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FF5EB6E-BCAB-DFFD-EDDF-D4D53A54DC44}"/>
                    </a:ext>
                  </a:extLst>
                </p14:cNvPr>
                <p14:cNvContentPartPr/>
                <p14:nvPr/>
              </p14:nvContentPartPr>
              <p14:xfrm>
                <a:off x="8001966" y="395943"/>
                <a:ext cx="157680" cy="229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FF5EB6E-BCAB-DFFD-EDDF-D4D53A54DC4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83966" y="378303"/>
                  <a:ext cx="193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FDF4BB8-6716-41BB-458C-CB5EBAE8BD82}"/>
                    </a:ext>
                  </a:extLst>
                </p14:cNvPr>
                <p14:cNvContentPartPr/>
                <p14:nvPr/>
              </p14:nvContentPartPr>
              <p14:xfrm>
                <a:off x="8139126" y="561543"/>
                <a:ext cx="166320" cy="2203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FDF4BB8-6716-41BB-458C-CB5EBAE8BD8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121126" y="543543"/>
                  <a:ext cx="20196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21FD28B-A31A-66ED-3B29-4DDDB9015763}"/>
              </a:ext>
            </a:extLst>
          </p:cNvPr>
          <p:cNvGrpSpPr/>
          <p:nvPr/>
        </p:nvGrpSpPr>
        <p:grpSpPr>
          <a:xfrm>
            <a:off x="8556006" y="56103"/>
            <a:ext cx="384120" cy="1750320"/>
            <a:chOff x="8556006" y="56103"/>
            <a:chExt cx="384120" cy="175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E814DB4-6BA1-DDA3-7054-B6BD17121B07}"/>
                    </a:ext>
                  </a:extLst>
                </p14:cNvPr>
                <p14:cNvContentPartPr/>
                <p14:nvPr/>
              </p14:nvContentPartPr>
              <p14:xfrm>
                <a:off x="8556006" y="56103"/>
                <a:ext cx="333720" cy="17503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E814DB4-6BA1-DDA3-7054-B6BD17121B0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38006" y="38103"/>
                  <a:ext cx="369360" cy="17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EB13E56-965B-39FC-DD11-63367613FA58}"/>
                    </a:ext>
                  </a:extLst>
                </p14:cNvPr>
                <p14:cNvContentPartPr/>
                <p14:nvPr/>
              </p14:nvContentPartPr>
              <p14:xfrm>
                <a:off x="8926806" y="220983"/>
                <a:ext cx="13320" cy="199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EB13E56-965B-39FC-DD11-63367613FA5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909166" y="203343"/>
                  <a:ext cx="48960" cy="2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5316AA3-25DF-980D-AB5F-1D6DFE87C3A4}"/>
                  </a:ext>
                </a:extLst>
              </p14:cNvPr>
              <p14:cNvContentPartPr/>
              <p14:nvPr/>
            </p14:nvContentPartPr>
            <p14:xfrm>
              <a:off x="9508566" y="273543"/>
              <a:ext cx="12240" cy="18216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5316AA3-25DF-980D-AB5F-1D6DFE87C3A4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490926" y="255543"/>
                <a:ext cx="478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FC9C531-3D6C-AAD1-2E0F-9B13EE6748F4}"/>
                  </a:ext>
                </a:extLst>
              </p14:cNvPr>
              <p14:cNvContentPartPr/>
              <p14:nvPr/>
            </p14:nvContentPartPr>
            <p14:xfrm>
              <a:off x="10107966" y="236823"/>
              <a:ext cx="21960" cy="2055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FC9C531-3D6C-AAD1-2E0F-9B13EE6748F4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089966" y="218823"/>
                <a:ext cx="5760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00FC60E-2948-E935-A747-97997556CB04}"/>
              </a:ext>
            </a:extLst>
          </p:cNvPr>
          <p:cNvGrpSpPr/>
          <p:nvPr/>
        </p:nvGrpSpPr>
        <p:grpSpPr>
          <a:xfrm>
            <a:off x="10642566" y="237903"/>
            <a:ext cx="50400" cy="141840"/>
            <a:chOff x="10642566" y="237903"/>
            <a:chExt cx="5040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B86E8A3-B12D-E8CC-0D66-3B07255DEEC8}"/>
                    </a:ext>
                  </a:extLst>
                </p14:cNvPr>
                <p14:cNvContentPartPr/>
                <p14:nvPr/>
              </p14:nvContentPartPr>
              <p14:xfrm>
                <a:off x="10666326" y="237903"/>
                <a:ext cx="26640" cy="1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B86E8A3-B12D-E8CC-0D66-3B07255DEEC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648686" y="219903"/>
                  <a:ext cx="6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03394C1-F57E-D611-4A89-7B2F058A7BEF}"/>
                    </a:ext>
                  </a:extLst>
                </p14:cNvPr>
                <p14:cNvContentPartPr/>
                <p14:nvPr/>
              </p14:nvContentPartPr>
              <p14:xfrm>
                <a:off x="10642566" y="360303"/>
                <a:ext cx="13320" cy="19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03394C1-F57E-D611-4A89-7B2F058A7BE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24566" y="342303"/>
                  <a:ext cx="4896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39A48406-348A-5A5C-D88D-E5B832D395BD}"/>
                  </a:ext>
                </a:extLst>
              </p14:cNvPr>
              <p14:cNvContentPartPr/>
              <p14:nvPr/>
            </p14:nvContentPartPr>
            <p14:xfrm>
              <a:off x="11113086" y="119823"/>
              <a:ext cx="168480" cy="2642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39A48406-348A-5A5C-D88D-E5B832D395BD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1095086" y="101823"/>
                <a:ext cx="2041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D66AC5F6-2180-0BB0-0DED-27ED7BDC602A}"/>
                  </a:ext>
                </a:extLst>
              </p14:cNvPr>
              <p14:cNvContentPartPr/>
              <p14:nvPr/>
            </p14:nvContentPartPr>
            <p14:xfrm>
              <a:off x="8948046" y="713103"/>
              <a:ext cx="169920" cy="24444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D66AC5F6-2180-0BB0-0DED-27ED7BDC602A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8930406" y="695103"/>
                <a:ext cx="20556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66D20E0-9F87-96AA-CE3D-9D4BFA5F0A6C}"/>
              </a:ext>
            </a:extLst>
          </p:cNvPr>
          <p:cNvGrpSpPr/>
          <p:nvPr/>
        </p:nvGrpSpPr>
        <p:grpSpPr>
          <a:xfrm>
            <a:off x="9509646" y="747303"/>
            <a:ext cx="208080" cy="208440"/>
            <a:chOff x="9509646" y="747303"/>
            <a:chExt cx="20808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666DD70-CB94-8854-36E1-45D55C2D60C3}"/>
                    </a:ext>
                  </a:extLst>
                </p14:cNvPr>
                <p14:cNvContentPartPr/>
                <p14:nvPr/>
              </p14:nvContentPartPr>
              <p14:xfrm>
                <a:off x="9509646" y="823263"/>
                <a:ext cx="136080" cy="35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666DD70-CB94-8854-36E1-45D55C2D60C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92006" y="805263"/>
                  <a:ext cx="1717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0967879-90F4-19FB-3568-605A90E95D6B}"/>
                    </a:ext>
                  </a:extLst>
                </p14:cNvPr>
                <p14:cNvContentPartPr/>
                <p14:nvPr/>
              </p14:nvContentPartPr>
              <p14:xfrm>
                <a:off x="9710526" y="747303"/>
                <a:ext cx="7200" cy="2084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0967879-90F4-19FB-3568-605A90E95D6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692886" y="729303"/>
                  <a:ext cx="4284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DD74CDA-5ACD-097D-3F01-CB5FC26F4BDF}"/>
              </a:ext>
            </a:extLst>
          </p:cNvPr>
          <p:cNvGrpSpPr/>
          <p:nvPr/>
        </p:nvGrpSpPr>
        <p:grpSpPr>
          <a:xfrm>
            <a:off x="10027686" y="716703"/>
            <a:ext cx="307080" cy="222120"/>
            <a:chOff x="10027686" y="716703"/>
            <a:chExt cx="30708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435F37B-B1AE-B94D-12A5-FC530E5A48E2}"/>
                    </a:ext>
                  </a:extLst>
                </p14:cNvPr>
                <p14:cNvContentPartPr/>
                <p14:nvPr/>
              </p14:nvContentPartPr>
              <p14:xfrm>
                <a:off x="10027686" y="816783"/>
                <a:ext cx="97200" cy="162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435F37B-B1AE-B94D-12A5-FC530E5A48E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009686" y="798783"/>
                  <a:ext cx="132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F7D4EFD-384F-3AE6-17B3-0094A36EAC3F}"/>
                    </a:ext>
                  </a:extLst>
                </p14:cNvPr>
                <p14:cNvContentPartPr/>
                <p14:nvPr/>
              </p14:nvContentPartPr>
              <p14:xfrm>
                <a:off x="10188966" y="716703"/>
                <a:ext cx="145800" cy="222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F7D4EFD-384F-3AE6-17B3-0094A36EAC3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170966" y="699063"/>
                  <a:ext cx="18144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BAA285E0-12F1-12A0-8267-5870D3932D8E}"/>
                  </a:ext>
                </a:extLst>
              </p14:cNvPr>
              <p14:cNvContentPartPr/>
              <p14:nvPr/>
            </p14:nvContentPartPr>
            <p14:xfrm>
              <a:off x="10595766" y="716703"/>
              <a:ext cx="14040" cy="100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BAA285E0-12F1-12A0-8267-5870D3932D8E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0578126" y="698703"/>
                <a:ext cx="496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DCCC12C-693B-ED31-B910-EC64240EB2ED}"/>
                  </a:ext>
                </a:extLst>
              </p14:cNvPr>
              <p14:cNvContentPartPr/>
              <p14:nvPr/>
            </p14:nvContentPartPr>
            <p14:xfrm>
              <a:off x="10623846" y="895263"/>
              <a:ext cx="14760" cy="2232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DCCC12C-693B-ED31-B910-EC64240EB2ED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0605846" y="877623"/>
                <a:ext cx="5040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2335770-2EB1-3C5F-166F-BB8819A06D25}"/>
              </a:ext>
            </a:extLst>
          </p:cNvPr>
          <p:cNvGrpSpPr/>
          <p:nvPr/>
        </p:nvGrpSpPr>
        <p:grpSpPr>
          <a:xfrm>
            <a:off x="10963686" y="678183"/>
            <a:ext cx="454320" cy="191160"/>
            <a:chOff x="10963686" y="678183"/>
            <a:chExt cx="45432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3C4884F-6465-C835-5232-0FDDEEB7CDFC}"/>
                    </a:ext>
                  </a:extLst>
                </p14:cNvPr>
                <p14:cNvContentPartPr/>
                <p14:nvPr/>
              </p14:nvContentPartPr>
              <p14:xfrm>
                <a:off x="10963686" y="751983"/>
                <a:ext cx="109440" cy="180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3C4884F-6465-C835-5232-0FDDEEB7CDF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945686" y="734343"/>
                  <a:ext cx="145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A05A4EF-41EA-355F-2FBE-74580CA353B4}"/>
                    </a:ext>
                  </a:extLst>
                </p14:cNvPr>
                <p14:cNvContentPartPr/>
                <p14:nvPr/>
              </p14:nvContentPartPr>
              <p14:xfrm>
                <a:off x="11178606" y="678183"/>
                <a:ext cx="9360" cy="1800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A05A4EF-41EA-355F-2FBE-74580CA353B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60966" y="660543"/>
                  <a:ext cx="45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BC368EF-F3F4-65C8-FB03-F5AA47C57D82}"/>
                    </a:ext>
                  </a:extLst>
                </p14:cNvPr>
                <p14:cNvContentPartPr/>
                <p14:nvPr/>
              </p14:nvContentPartPr>
              <p14:xfrm>
                <a:off x="11173566" y="684303"/>
                <a:ext cx="244440" cy="185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BC368EF-F3F4-65C8-FB03-F5AA47C57D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155566" y="666663"/>
                  <a:ext cx="28008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3D7054F-F221-0ECF-4C0C-06D93E7B5FA9}"/>
                  </a:ext>
                </a:extLst>
              </p14:cNvPr>
              <p14:cNvContentPartPr/>
              <p14:nvPr/>
            </p14:nvContentPartPr>
            <p14:xfrm>
              <a:off x="8973606" y="1345263"/>
              <a:ext cx="126720" cy="2397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3D7054F-F221-0ECF-4C0C-06D93E7B5FA9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8955966" y="1327263"/>
                <a:ext cx="16236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234DF8E-C4A1-63D2-9DA8-8F9285119D02}"/>
                  </a:ext>
                </a:extLst>
              </p14:cNvPr>
              <p14:cNvContentPartPr/>
              <p14:nvPr/>
            </p14:nvContentPartPr>
            <p14:xfrm>
              <a:off x="9565446" y="1317903"/>
              <a:ext cx="166680" cy="2383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234DF8E-C4A1-63D2-9DA8-8F9285119D02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9547806" y="1300263"/>
                <a:ext cx="202320" cy="27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258473E-9C92-23A6-1582-94298CA51FEC}"/>
              </a:ext>
            </a:extLst>
          </p:cNvPr>
          <p:cNvGrpSpPr/>
          <p:nvPr/>
        </p:nvGrpSpPr>
        <p:grpSpPr>
          <a:xfrm>
            <a:off x="10146846" y="1262823"/>
            <a:ext cx="163440" cy="285840"/>
            <a:chOff x="10146846" y="1262823"/>
            <a:chExt cx="16344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771538D-6FB9-6D3A-5034-8DC6044EDEB6}"/>
                    </a:ext>
                  </a:extLst>
                </p14:cNvPr>
                <p14:cNvContentPartPr/>
                <p14:nvPr/>
              </p14:nvContentPartPr>
              <p14:xfrm>
                <a:off x="10156926" y="1262823"/>
                <a:ext cx="123120" cy="20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771538D-6FB9-6D3A-5034-8DC6044EDEB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138926" y="1244823"/>
                  <a:ext cx="158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3001D9F-2CCA-48AB-6365-E343B4E16B17}"/>
                    </a:ext>
                  </a:extLst>
                </p14:cNvPr>
                <p14:cNvContentPartPr/>
                <p14:nvPr/>
              </p14:nvContentPartPr>
              <p14:xfrm>
                <a:off x="10146846" y="1312143"/>
                <a:ext cx="163440" cy="236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3001D9F-2CCA-48AB-6365-E343B4E16B1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128846" y="1294143"/>
                  <a:ext cx="19908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4D19A4A6-1C24-FA00-D6D7-1052C6448D25}"/>
                  </a:ext>
                </a:extLst>
              </p14:cNvPr>
              <p14:cNvContentPartPr/>
              <p14:nvPr/>
            </p14:nvContentPartPr>
            <p14:xfrm>
              <a:off x="11465166" y="79503"/>
              <a:ext cx="222120" cy="126972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4D19A4A6-1C24-FA00-D6D7-1052C6448D25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1447166" y="61503"/>
                <a:ext cx="257760" cy="13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BDCD2A69-AE1A-FC40-A2D3-59C0944BF83E}"/>
                  </a:ext>
                </a:extLst>
              </p14:cNvPr>
              <p14:cNvContentPartPr/>
              <p14:nvPr/>
            </p14:nvContentPartPr>
            <p14:xfrm>
              <a:off x="10229286" y="3166143"/>
              <a:ext cx="127800" cy="26532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BDCD2A69-AE1A-FC40-A2D3-59C0944BF83E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0211646" y="3148503"/>
                <a:ext cx="1634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E7930D11-3716-6BEC-65CB-A617A1879B4E}"/>
                  </a:ext>
                </a:extLst>
              </p14:cNvPr>
              <p14:cNvContentPartPr/>
              <p14:nvPr/>
            </p14:nvContentPartPr>
            <p14:xfrm>
              <a:off x="10608366" y="2213943"/>
              <a:ext cx="12600" cy="1116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E7930D11-3716-6BEC-65CB-A617A1879B4E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0590726" y="2196303"/>
                <a:ext cx="482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97F17AC-0367-8627-70EA-C06EBC87451D}"/>
                  </a:ext>
                </a:extLst>
              </p14:cNvPr>
              <p14:cNvContentPartPr/>
              <p14:nvPr/>
            </p14:nvContentPartPr>
            <p14:xfrm>
              <a:off x="10602966" y="2371623"/>
              <a:ext cx="12960" cy="1620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97F17AC-0367-8627-70EA-C06EBC87451D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0584966" y="2353983"/>
                <a:ext cx="4860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88BFAE35-6E08-CD02-7E69-208324F8D351}"/>
              </a:ext>
            </a:extLst>
          </p:cNvPr>
          <p:cNvGrpSpPr/>
          <p:nvPr/>
        </p:nvGrpSpPr>
        <p:grpSpPr>
          <a:xfrm>
            <a:off x="10698366" y="2771583"/>
            <a:ext cx="20520" cy="159840"/>
            <a:chOff x="10698366" y="2771583"/>
            <a:chExt cx="20520" cy="1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D9EC3AD-8ACE-79E8-8BA0-02530A8BF08F}"/>
                    </a:ext>
                  </a:extLst>
                </p14:cNvPr>
                <p14:cNvContentPartPr/>
                <p14:nvPr/>
              </p14:nvContentPartPr>
              <p14:xfrm>
                <a:off x="10713486" y="2771583"/>
                <a:ext cx="2880" cy="259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D9EC3AD-8ACE-79E8-8BA0-02530A8BF08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695486" y="2753583"/>
                  <a:ext cx="38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F73DD41-67A2-C8BD-77DE-EB1D6E9F77AD}"/>
                    </a:ext>
                  </a:extLst>
                </p14:cNvPr>
                <p14:cNvContentPartPr/>
                <p14:nvPr/>
              </p14:nvContentPartPr>
              <p14:xfrm>
                <a:off x="10698366" y="2911263"/>
                <a:ext cx="20520" cy="20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F73DD41-67A2-C8BD-77DE-EB1D6E9F77A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680366" y="2893263"/>
                  <a:ext cx="5616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CE9599A-2834-41BB-D8D1-3FB711A9C920}"/>
                  </a:ext>
                </a:extLst>
              </p14:cNvPr>
              <p14:cNvContentPartPr/>
              <p14:nvPr/>
            </p14:nvContentPartPr>
            <p14:xfrm>
              <a:off x="10648686" y="3244623"/>
              <a:ext cx="12960" cy="244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CE9599A-2834-41BB-D8D1-3FB711A9C920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0630686" y="3226983"/>
                <a:ext cx="486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BD549D8-B583-C7E7-1FE8-3517931C2752}"/>
                  </a:ext>
                </a:extLst>
              </p14:cNvPr>
              <p14:cNvContentPartPr/>
              <p14:nvPr/>
            </p14:nvContentPartPr>
            <p14:xfrm>
              <a:off x="10654086" y="3410583"/>
              <a:ext cx="5760" cy="230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BD549D8-B583-C7E7-1FE8-3517931C2752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0636446" y="3392583"/>
                <a:ext cx="414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8BB1F39D-1EE1-70DE-6314-7A6655BAB64B}"/>
                  </a:ext>
                </a:extLst>
              </p14:cNvPr>
              <p14:cNvContentPartPr/>
              <p14:nvPr/>
            </p14:nvContentPartPr>
            <p14:xfrm>
              <a:off x="10637166" y="1309983"/>
              <a:ext cx="3240" cy="25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8BB1F39D-1EE1-70DE-6314-7A6655BAB64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619526" y="1291983"/>
                <a:ext cx="388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ECC33985-656A-5795-C8A2-439570898778}"/>
                  </a:ext>
                </a:extLst>
              </p14:cNvPr>
              <p14:cNvContentPartPr/>
              <p14:nvPr/>
            </p14:nvContentPartPr>
            <p14:xfrm>
              <a:off x="10583886" y="1483143"/>
              <a:ext cx="4320" cy="183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ECC33985-656A-5795-C8A2-439570898778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0565886" y="1465143"/>
                <a:ext cx="3996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83D59B04-74EE-3C43-2841-4B9EF891A0DE}"/>
              </a:ext>
            </a:extLst>
          </p:cNvPr>
          <p:cNvGrpSpPr/>
          <p:nvPr/>
        </p:nvGrpSpPr>
        <p:grpSpPr>
          <a:xfrm>
            <a:off x="10944606" y="1210263"/>
            <a:ext cx="343800" cy="339840"/>
            <a:chOff x="10944606" y="1210263"/>
            <a:chExt cx="34380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047EDBC-B05B-6162-EC43-0FD2927539C6}"/>
                    </a:ext>
                  </a:extLst>
                </p14:cNvPr>
                <p14:cNvContentPartPr/>
                <p14:nvPr/>
              </p14:nvContentPartPr>
              <p14:xfrm>
                <a:off x="10944606" y="1210263"/>
                <a:ext cx="166680" cy="2350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047EDBC-B05B-6162-EC43-0FD2927539C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926966" y="1192623"/>
                  <a:ext cx="202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E54421C-CCE0-AB8D-948C-F4DDA9C0327D}"/>
                    </a:ext>
                  </a:extLst>
                </p14:cNvPr>
                <p14:cNvContentPartPr/>
                <p14:nvPr/>
              </p14:nvContentPartPr>
              <p14:xfrm>
                <a:off x="11192646" y="1240503"/>
                <a:ext cx="95760" cy="3096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E54421C-CCE0-AB8D-948C-F4DDA9C0327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174646" y="1222503"/>
                  <a:ext cx="13140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32FC1A3B-3139-4D26-C2E4-B2312B82D061}"/>
              </a:ext>
            </a:extLst>
          </p:cNvPr>
          <p:cNvGrpSpPr/>
          <p:nvPr/>
        </p:nvGrpSpPr>
        <p:grpSpPr>
          <a:xfrm>
            <a:off x="7045806" y="2433543"/>
            <a:ext cx="1579680" cy="435600"/>
            <a:chOff x="7045806" y="2433543"/>
            <a:chExt cx="157968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B527D2-EF97-9D63-1F0C-BA747DCD238D}"/>
                    </a:ext>
                  </a:extLst>
                </p14:cNvPr>
                <p14:cNvContentPartPr/>
                <p14:nvPr/>
              </p14:nvContentPartPr>
              <p14:xfrm>
                <a:off x="7085766" y="2515263"/>
                <a:ext cx="7200" cy="200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B527D2-EF97-9D63-1F0C-BA747DCD238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067766" y="2497623"/>
                  <a:ext cx="42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1196FAC-539F-FD4D-D605-A118AE184682}"/>
                    </a:ext>
                  </a:extLst>
                </p14:cNvPr>
                <p14:cNvContentPartPr/>
                <p14:nvPr/>
              </p14:nvContentPartPr>
              <p14:xfrm>
                <a:off x="7045806" y="2433543"/>
                <a:ext cx="151920" cy="258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1196FAC-539F-FD4D-D605-A118AE18468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027806" y="2415543"/>
                  <a:ext cx="1875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B82707C-4390-865F-E666-05AED293C2AF}"/>
                    </a:ext>
                  </a:extLst>
                </p14:cNvPr>
                <p14:cNvContentPartPr/>
                <p14:nvPr/>
              </p14:nvContentPartPr>
              <p14:xfrm>
                <a:off x="7215726" y="2616423"/>
                <a:ext cx="112320" cy="210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B82707C-4390-865F-E666-05AED293C2A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197726" y="2598423"/>
                  <a:ext cx="147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6413C3A-CBD5-8713-807F-E6869D611083}"/>
                    </a:ext>
                  </a:extLst>
                </p14:cNvPr>
                <p14:cNvContentPartPr/>
                <p14:nvPr/>
              </p14:nvContentPartPr>
              <p14:xfrm>
                <a:off x="7395726" y="2623263"/>
                <a:ext cx="87120" cy="273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6413C3A-CBD5-8713-807F-E6869D61108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377726" y="2605263"/>
                  <a:ext cx="122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E73B463-B6BA-F7AD-B8FA-03B6BEAE2191}"/>
                    </a:ext>
                  </a:extLst>
                </p14:cNvPr>
                <p14:cNvContentPartPr/>
                <p14:nvPr/>
              </p14:nvContentPartPr>
              <p14:xfrm>
                <a:off x="7455486" y="2575023"/>
                <a:ext cx="42840" cy="133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E73B463-B6BA-F7AD-B8FA-03B6BEAE219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437846" y="2557023"/>
                  <a:ext cx="78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DC9FAF3-1BD9-38A4-40CB-A162D04B6E9F}"/>
                    </a:ext>
                  </a:extLst>
                </p14:cNvPr>
                <p14:cNvContentPartPr/>
                <p14:nvPr/>
              </p14:nvContentPartPr>
              <p14:xfrm>
                <a:off x="7595166" y="2534703"/>
                <a:ext cx="13680" cy="2001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DC9FAF3-1BD9-38A4-40CB-A162D04B6E9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577526" y="2516703"/>
                  <a:ext cx="49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DA8047C-6795-A437-E022-4A0D3B9AD686}"/>
                    </a:ext>
                  </a:extLst>
                </p14:cNvPr>
                <p14:cNvContentPartPr/>
                <p14:nvPr/>
              </p14:nvContentPartPr>
              <p14:xfrm>
                <a:off x="7582926" y="2452623"/>
                <a:ext cx="147240" cy="2545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DA8047C-6795-A437-E022-4A0D3B9AD68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564926" y="2434623"/>
                  <a:ext cx="182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8ED7DF9-725D-577B-5B59-083989C8098B}"/>
                    </a:ext>
                  </a:extLst>
                </p14:cNvPr>
                <p14:cNvContentPartPr/>
                <p14:nvPr/>
              </p14:nvContentPartPr>
              <p14:xfrm>
                <a:off x="7730526" y="2651703"/>
                <a:ext cx="154440" cy="1825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8ED7DF9-725D-577B-5B59-083989C8098B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712526" y="2634063"/>
                  <a:ext cx="190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29FFE7F-98EE-8E4C-E7AF-7676DC2DDFD2}"/>
                    </a:ext>
                  </a:extLst>
                </p14:cNvPr>
                <p14:cNvContentPartPr/>
                <p14:nvPr/>
              </p14:nvContentPartPr>
              <p14:xfrm>
                <a:off x="7965246" y="2624343"/>
                <a:ext cx="120600" cy="21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29FFE7F-98EE-8E4C-E7AF-7676DC2DDFD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947246" y="2606703"/>
                  <a:ext cx="1562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AB89BFE-276F-CA81-0B83-4A5A1F095712}"/>
                    </a:ext>
                  </a:extLst>
                </p14:cNvPr>
                <p14:cNvContentPartPr/>
                <p14:nvPr/>
              </p14:nvContentPartPr>
              <p14:xfrm>
                <a:off x="8011326" y="2553783"/>
                <a:ext cx="42480" cy="1612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AB89BFE-276F-CA81-0B83-4A5A1F09571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993686" y="2536143"/>
                  <a:ext cx="78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E512E8B-9829-CE98-D128-06F39A43084A}"/>
                    </a:ext>
                  </a:extLst>
                </p14:cNvPr>
                <p14:cNvContentPartPr/>
                <p14:nvPr/>
              </p14:nvContentPartPr>
              <p14:xfrm>
                <a:off x="8145966" y="2497623"/>
                <a:ext cx="111600" cy="216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E512E8B-9829-CE98-D128-06F39A43084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127966" y="2479623"/>
                  <a:ext cx="147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205C015-9BF7-103F-9536-ACCFE66BA011}"/>
                    </a:ext>
                  </a:extLst>
                </p14:cNvPr>
                <p14:cNvContentPartPr/>
                <p14:nvPr/>
              </p14:nvContentPartPr>
              <p14:xfrm>
                <a:off x="8327766" y="2526783"/>
                <a:ext cx="14400" cy="2152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205C015-9BF7-103F-9536-ACCFE66BA01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310126" y="2508783"/>
                  <a:ext cx="50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95591EB-34D2-7C63-3B31-42385D689E09}"/>
                    </a:ext>
                  </a:extLst>
                </p14:cNvPr>
                <p14:cNvContentPartPr/>
                <p14:nvPr/>
              </p14:nvContentPartPr>
              <p14:xfrm>
                <a:off x="8319126" y="2465943"/>
                <a:ext cx="130680" cy="269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95591EB-34D2-7C63-3B31-42385D689E0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301126" y="2447943"/>
                  <a:ext cx="1663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98668CB-D999-1365-33FE-507DB1DE2250}"/>
                    </a:ext>
                  </a:extLst>
                </p14:cNvPr>
                <p14:cNvContentPartPr/>
                <p14:nvPr/>
              </p14:nvContentPartPr>
              <p14:xfrm>
                <a:off x="8537286" y="2685903"/>
                <a:ext cx="17640" cy="137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98668CB-D999-1365-33FE-507DB1DE225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519646" y="2668263"/>
                  <a:ext cx="53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B07CE53-E8CC-D309-F818-747D6D9C8F88}"/>
                    </a:ext>
                  </a:extLst>
                </p14:cNvPr>
                <p14:cNvContentPartPr/>
                <p14:nvPr/>
              </p14:nvContentPartPr>
              <p14:xfrm>
                <a:off x="8448366" y="2664303"/>
                <a:ext cx="177120" cy="204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B07CE53-E8CC-D309-F818-747D6D9C8F8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430726" y="2646663"/>
                  <a:ext cx="212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2A0C090-5DD5-D8ED-2ADF-E753F1AAB437}"/>
                    </a:ext>
                  </a:extLst>
                </p14:cNvPr>
                <p14:cNvContentPartPr/>
                <p14:nvPr/>
              </p14:nvContentPartPr>
              <p14:xfrm>
                <a:off x="8442246" y="2673303"/>
                <a:ext cx="182520" cy="1699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2A0C090-5DD5-D8ED-2ADF-E753F1AAB43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424606" y="2655663"/>
                  <a:ext cx="2181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B357F80-3E23-B775-A277-366ADD4CC478}"/>
                    </a:ext>
                  </a:extLst>
                </p14:cNvPr>
                <p14:cNvContentPartPr/>
                <p14:nvPr/>
              </p14:nvContentPartPr>
              <p14:xfrm>
                <a:off x="8475366" y="2662143"/>
                <a:ext cx="42480" cy="298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B357F80-3E23-B775-A277-366ADD4CC47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457726" y="2644143"/>
                  <a:ext cx="7812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DB4B1F6-58B6-AA5D-6CA2-B1352E65CF42}"/>
                  </a:ext>
                </a:extLst>
              </p14:cNvPr>
              <p14:cNvContentPartPr/>
              <p14:nvPr/>
            </p14:nvContentPartPr>
            <p14:xfrm>
              <a:off x="10071966" y="3279183"/>
              <a:ext cx="81000" cy="1512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DB4B1F6-58B6-AA5D-6CA2-B1352E65CF42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10053966" y="3261543"/>
                <a:ext cx="11664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EF0B8A06-0B63-C7E4-D215-CC8D61722A58}"/>
              </a:ext>
            </a:extLst>
          </p:cNvPr>
          <p:cNvGrpSpPr/>
          <p:nvPr/>
        </p:nvGrpSpPr>
        <p:grpSpPr>
          <a:xfrm>
            <a:off x="7414446" y="4022223"/>
            <a:ext cx="923760" cy="362160"/>
            <a:chOff x="7414446" y="4022223"/>
            <a:chExt cx="92376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EC58C28-AA09-A1A5-1F57-0A2DBCB777B6}"/>
                    </a:ext>
                  </a:extLst>
                </p14:cNvPr>
                <p14:cNvContentPartPr/>
                <p14:nvPr/>
              </p14:nvContentPartPr>
              <p14:xfrm>
                <a:off x="7414446" y="4022223"/>
                <a:ext cx="195840" cy="3186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EC58C28-AA09-A1A5-1F57-0A2DBCB777B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396806" y="4004223"/>
                  <a:ext cx="2314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1A517B4-C4D8-85ED-58F8-32287202DC28}"/>
                    </a:ext>
                  </a:extLst>
                </p14:cNvPr>
                <p14:cNvContentPartPr/>
                <p14:nvPr/>
              </p14:nvContentPartPr>
              <p14:xfrm>
                <a:off x="7593366" y="4168023"/>
                <a:ext cx="142560" cy="1548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1A517B4-C4D8-85ED-58F8-32287202DC2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575366" y="4150383"/>
                  <a:ext cx="178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26154D6-3092-A83F-9A8A-0BECBEA53674}"/>
                    </a:ext>
                  </a:extLst>
                </p14:cNvPr>
                <p14:cNvContentPartPr/>
                <p14:nvPr/>
              </p14:nvContentPartPr>
              <p14:xfrm>
                <a:off x="7805406" y="4193943"/>
                <a:ext cx="143640" cy="1443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26154D6-3092-A83F-9A8A-0BECBEA5367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787406" y="4175943"/>
                  <a:ext cx="1792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B31E67D-33D4-9965-0C4D-DD8654E1D316}"/>
                    </a:ext>
                  </a:extLst>
                </p14:cNvPr>
                <p14:cNvContentPartPr/>
                <p14:nvPr/>
              </p14:nvContentPartPr>
              <p14:xfrm>
                <a:off x="8070726" y="4083423"/>
                <a:ext cx="39600" cy="3009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B31E67D-33D4-9965-0C4D-DD8654E1D31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052726" y="4065783"/>
                  <a:ext cx="752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FA51B16-CF79-EC7B-4260-BE3FB33D7F01}"/>
                    </a:ext>
                  </a:extLst>
                </p14:cNvPr>
                <p14:cNvContentPartPr/>
                <p14:nvPr/>
              </p14:nvContentPartPr>
              <p14:xfrm>
                <a:off x="8089806" y="4179543"/>
                <a:ext cx="248400" cy="196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FA51B16-CF79-EC7B-4260-BE3FB33D7F0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071806" y="4161903"/>
                  <a:ext cx="28404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2D0102F-132C-B33F-49F7-CB7080C09ED1}"/>
              </a:ext>
            </a:extLst>
          </p:cNvPr>
          <p:cNvGrpSpPr/>
          <p:nvPr/>
        </p:nvGrpSpPr>
        <p:grpSpPr>
          <a:xfrm>
            <a:off x="10962606" y="1964103"/>
            <a:ext cx="876240" cy="1697760"/>
            <a:chOff x="10962606" y="1964103"/>
            <a:chExt cx="876240" cy="169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7F9C693-F89C-28FE-510A-580E8271105B}"/>
                    </a:ext>
                  </a:extLst>
                </p14:cNvPr>
                <p14:cNvContentPartPr/>
                <p14:nvPr/>
              </p14:nvContentPartPr>
              <p14:xfrm>
                <a:off x="11044686" y="2161743"/>
                <a:ext cx="163440" cy="3157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7F9C693-F89C-28FE-510A-580E8271105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026686" y="2144103"/>
                  <a:ext cx="1990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864950D-526B-6E26-6992-75F1B1B167C5}"/>
                    </a:ext>
                  </a:extLst>
                </p14:cNvPr>
                <p14:cNvContentPartPr/>
                <p14:nvPr/>
              </p14:nvContentPartPr>
              <p14:xfrm>
                <a:off x="10966566" y="2845383"/>
                <a:ext cx="99720" cy="288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864950D-526B-6E26-6992-75F1B1B167C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948926" y="2827743"/>
                  <a:ext cx="135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C9D1A3D-B2CF-D482-EC7A-E02D810C0C0B}"/>
                    </a:ext>
                  </a:extLst>
                </p14:cNvPr>
                <p14:cNvContentPartPr/>
                <p14:nvPr/>
              </p14:nvContentPartPr>
              <p14:xfrm>
                <a:off x="11175366" y="2787423"/>
                <a:ext cx="10440" cy="1807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C9D1A3D-B2CF-D482-EC7A-E02D810C0C0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157366" y="2769783"/>
                  <a:ext cx="46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6F5AF1B-6168-40F8-6592-AA92079EAF2A}"/>
                    </a:ext>
                  </a:extLst>
                </p14:cNvPr>
                <p14:cNvContentPartPr/>
                <p14:nvPr/>
              </p14:nvContentPartPr>
              <p14:xfrm>
                <a:off x="11239446" y="2816943"/>
                <a:ext cx="103320" cy="2070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6F5AF1B-6168-40F8-6592-AA92079EAF2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221446" y="2798943"/>
                  <a:ext cx="1389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3D63539-7C5A-F6F4-9640-126B2616EE57}"/>
                    </a:ext>
                  </a:extLst>
                </p14:cNvPr>
                <p14:cNvContentPartPr/>
                <p14:nvPr/>
              </p14:nvContentPartPr>
              <p14:xfrm>
                <a:off x="10962606" y="3343623"/>
                <a:ext cx="168840" cy="270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3D63539-7C5A-F6F4-9640-126B2616EE5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944966" y="3325623"/>
                  <a:ext cx="204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4F91CA4-8CDC-B780-A8BE-788880498F3D}"/>
                    </a:ext>
                  </a:extLst>
                </p14:cNvPr>
                <p14:cNvContentPartPr/>
                <p14:nvPr/>
              </p14:nvContentPartPr>
              <p14:xfrm>
                <a:off x="11174646" y="3249663"/>
                <a:ext cx="131040" cy="1882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4F91CA4-8CDC-B780-A8BE-788880498F3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157006" y="3232023"/>
                  <a:ext cx="166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7DC57C6-3425-D041-99DA-9B90AFF6FC3D}"/>
                    </a:ext>
                  </a:extLst>
                </p14:cNvPr>
                <p14:cNvContentPartPr/>
                <p14:nvPr/>
              </p14:nvContentPartPr>
              <p14:xfrm>
                <a:off x="11391006" y="3265863"/>
                <a:ext cx="164520" cy="1436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7DC57C6-3425-D041-99DA-9B90AFF6FC3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373366" y="3247863"/>
                  <a:ext cx="200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58F64A2-FE34-25F0-AC27-EE562E344BD0}"/>
                    </a:ext>
                  </a:extLst>
                </p14:cNvPr>
                <p14:cNvContentPartPr/>
                <p14:nvPr/>
              </p14:nvContentPartPr>
              <p14:xfrm>
                <a:off x="11476686" y="1964103"/>
                <a:ext cx="362160" cy="16977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58F64A2-FE34-25F0-AC27-EE562E344BD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459046" y="1946103"/>
                  <a:ext cx="397800" cy="17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955153B-9FA3-82ED-ED79-095A475E9C15}"/>
                    </a:ext>
                  </a:extLst>
                </p14:cNvPr>
                <p14:cNvContentPartPr/>
                <p14:nvPr/>
              </p14:nvContentPartPr>
              <p14:xfrm>
                <a:off x="11313246" y="2359383"/>
                <a:ext cx="3240" cy="68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955153B-9FA3-82ED-ED79-095A475E9C1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295606" y="2341743"/>
                  <a:ext cx="38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915BCA5-4918-C02B-4B16-6FA69E85914A}"/>
                    </a:ext>
                  </a:extLst>
                </p14:cNvPr>
                <p14:cNvContentPartPr/>
                <p14:nvPr/>
              </p14:nvContentPartPr>
              <p14:xfrm>
                <a:off x="11406126" y="2903343"/>
                <a:ext cx="1080" cy="18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915BCA5-4918-C02B-4B16-6FA69E85914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388126" y="2885343"/>
                  <a:ext cx="36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C02D5E0-7412-C217-EE09-49DEC505ACA5}"/>
                    </a:ext>
                  </a:extLst>
                </p14:cNvPr>
                <p14:cNvContentPartPr/>
                <p14:nvPr/>
              </p14:nvContentPartPr>
              <p14:xfrm>
                <a:off x="11614926" y="3322383"/>
                <a:ext cx="360" cy="39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C02D5E0-7412-C217-EE09-49DEC505ACA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596926" y="3304743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3F3DAA7D-438E-DCC1-B1BE-3ABACAC70763}"/>
                  </a:ext>
                </a:extLst>
              </p14:cNvPr>
              <p14:cNvContentPartPr/>
              <p14:nvPr/>
            </p14:nvContentPartPr>
            <p14:xfrm>
              <a:off x="9006366" y="4085943"/>
              <a:ext cx="212760" cy="30312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3F3DAA7D-438E-DCC1-B1BE-3ABACAC70763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8988366" y="4068303"/>
                <a:ext cx="2484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DD74A098-D297-C4B5-1840-A0CB9D728B88}"/>
                  </a:ext>
                </a:extLst>
              </p14:cNvPr>
              <p14:cNvContentPartPr/>
              <p14:nvPr/>
            </p14:nvContentPartPr>
            <p14:xfrm>
              <a:off x="8835006" y="2212863"/>
              <a:ext cx="294120" cy="15033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DD74A098-D297-C4B5-1840-A0CB9D728B88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8817366" y="2194863"/>
                <a:ext cx="329760" cy="15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7942B31D-1231-57B0-FD72-C75DF2A2E6A3}"/>
                  </a:ext>
                </a:extLst>
              </p14:cNvPr>
              <p14:cNvContentPartPr/>
              <p14:nvPr/>
            </p14:nvContentPartPr>
            <p14:xfrm>
              <a:off x="9067206" y="2315103"/>
              <a:ext cx="21240" cy="18504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7942B31D-1231-57B0-FD72-C75DF2A2E6A3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9049566" y="2297103"/>
                <a:ext cx="5688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7A9024A-8415-E96E-FC6A-DB62B85B14EE}"/>
                  </a:ext>
                </a:extLst>
              </p14:cNvPr>
              <p14:cNvContentPartPr/>
              <p14:nvPr/>
            </p14:nvContentPartPr>
            <p14:xfrm>
              <a:off x="9043806" y="2806143"/>
              <a:ext cx="128880" cy="15444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7A9024A-8415-E96E-FC6A-DB62B85B14EE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9026166" y="2788143"/>
                <a:ext cx="1645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0317380E-A358-1C6F-B67D-06D7AC308F05}"/>
                  </a:ext>
                </a:extLst>
              </p14:cNvPr>
              <p14:cNvContentPartPr/>
              <p14:nvPr/>
            </p14:nvContentPartPr>
            <p14:xfrm>
              <a:off x="9108246" y="3240303"/>
              <a:ext cx="146880" cy="21132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0317380E-A358-1C6F-B67D-06D7AC308F05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9090246" y="3222303"/>
                <a:ext cx="182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56FA503-7A57-F584-1876-FC52BB840A15}"/>
                  </a:ext>
                </a:extLst>
              </p14:cNvPr>
              <p14:cNvContentPartPr/>
              <p14:nvPr/>
            </p14:nvContentPartPr>
            <p14:xfrm>
              <a:off x="9600006" y="2245623"/>
              <a:ext cx="2880" cy="2163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56FA503-7A57-F584-1876-FC52BB840A15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9582366" y="2227623"/>
                <a:ext cx="385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2F5DB940-4E51-A393-C9C1-AFE08548E9D5}"/>
                  </a:ext>
                </a:extLst>
              </p14:cNvPr>
              <p14:cNvContentPartPr/>
              <p14:nvPr/>
            </p14:nvContentPartPr>
            <p14:xfrm>
              <a:off x="9509646" y="2849703"/>
              <a:ext cx="165960" cy="565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2F5DB940-4E51-A393-C9C1-AFE08548E9D5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9491646" y="2831703"/>
                <a:ext cx="2016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483695AA-AC0E-5537-83F9-15411FD141AA}"/>
                  </a:ext>
                </a:extLst>
              </p14:cNvPr>
              <p14:cNvContentPartPr/>
              <p14:nvPr/>
            </p14:nvContentPartPr>
            <p14:xfrm>
              <a:off x="9762366" y="2740983"/>
              <a:ext cx="9360" cy="19620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483695AA-AC0E-5537-83F9-15411FD141AA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9744726" y="2722983"/>
                <a:ext cx="450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ED8A2FBC-ED98-11C2-D35F-C68BB2CCC694}"/>
                  </a:ext>
                </a:extLst>
              </p14:cNvPr>
              <p14:cNvContentPartPr/>
              <p14:nvPr/>
            </p14:nvContentPartPr>
            <p14:xfrm>
              <a:off x="9659766" y="3155703"/>
              <a:ext cx="164160" cy="2055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ED8A2FBC-ED98-11C2-D35F-C68BB2CCC694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9642126" y="3137703"/>
                <a:ext cx="1998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103F14E-EDAC-2ECC-2190-49BAB79651F7}"/>
                  </a:ext>
                </a:extLst>
              </p14:cNvPr>
              <p14:cNvContentPartPr/>
              <p14:nvPr/>
            </p14:nvContentPartPr>
            <p14:xfrm>
              <a:off x="10197966" y="2186223"/>
              <a:ext cx="10800" cy="19944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103F14E-EDAC-2ECC-2190-49BAB79651F7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10180326" y="2168223"/>
                <a:ext cx="46440" cy="2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41549DA3-1720-24B7-AB2B-B852A86AA220}"/>
              </a:ext>
            </a:extLst>
          </p:cNvPr>
          <p:cNvGrpSpPr/>
          <p:nvPr/>
        </p:nvGrpSpPr>
        <p:grpSpPr>
          <a:xfrm>
            <a:off x="8314086" y="3999543"/>
            <a:ext cx="379800" cy="324000"/>
            <a:chOff x="8314086" y="3999543"/>
            <a:chExt cx="37980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DA3C2B2-DE24-3B5B-CFA4-E3C972748FDD}"/>
                    </a:ext>
                  </a:extLst>
                </p14:cNvPr>
                <p14:cNvContentPartPr/>
                <p14:nvPr/>
              </p14:nvContentPartPr>
              <p14:xfrm>
                <a:off x="8575086" y="4218423"/>
                <a:ext cx="80640" cy="187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DA3C2B2-DE24-3B5B-CFA4-E3C972748FD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557086" y="4200783"/>
                  <a:ext cx="116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FA958BF-C5EE-AB2D-71A2-51315ECAAD62}"/>
                    </a:ext>
                  </a:extLst>
                </p14:cNvPr>
                <p14:cNvContentPartPr/>
                <p14:nvPr/>
              </p14:nvContentPartPr>
              <p14:xfrm>
                <a:off x="8574366" y="4289703"/>
                <a:ext cx="119520" cy="33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FA958BF-C5EE-AB2D-71A2-51315ECAAD6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556366" y="4272063"/>
                  <a:ext cx="155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ABAC5A6-59F3-2F04-F33C-734861E94CEF}"/>
                    </a:ext>
                  </a:extLst>
                </p14:cNvPr>
                <p14:cNvContentPartPr/>
                <p14:nvPr/>
              </p14:nvContentPartPr>
              <p14:xfrm>
                <a:off x="8329566" y="4027983"/>
                <a:ext cx="71640" cy="1328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ABAC5A6-59F3-2F04-F33C-734861E94CE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311566" y="4009983"/>
                  <a:ext cx="107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9F6E184-03DD-6C1F-45FC-210FDB456525}"/>
                    </a:ext>
                  </a:extLst>
                </p14:cNvPr>
                <p14:cNvContentPartPr/>
                <p14:nvPr/>
              </p14:nvContentPartPr>
              <p14:xfrm>
                <a:off x="8314086" y="3999543"/>
                <a:ext cx="179280" cy="3045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9F6E184-03DD-6C1F-45FC-210FDB45652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296446" y="3981543"/>
                  <a:ext cx="21492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188CED82-2263-B718-EA74-53222FD8211F}"/>
              </a:ext>
            </a:extLst>
          </p:cNvPr>
          <p:cNvGrpSpPr/>
          <p:nvPr/>
        </p:nvGrpSpPr>
        <p:grpSpPr>
          <a:xfrm>
            <a:off x="7338486" y="4584543"/>
            <a:ext cx="1010160" cy="370080"/>
            <a:chOff x="7338486" y="4584543"/>
            <a:chExt cx="101016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5656FE3-3D49-129E-89D0-95EC3F6E739C}"/>
                    </a:ext>
                  </a:extLst>
                </p14:cNvPr>
                <p14:cNvContentPartPr/>
                <p14:nvPr/>
              </p14:nvContentPartPr>
              <p14:xfrm>
                <a:off x="7338486" y="4637463"/>
                <a:ext cx="24120" cy="2934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5656FE3-3D49-129E-89D0-95EC3F6E739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320486" y="4619463"/>
                  <a:ext cx="59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6A3C775-F865-9CAE-95BB-0541953957BA}"/>
                    </a:ext>
                  </a:extLst>
                </p14:cNvPr>
                <p14:cNvContentPartPr/>
                <p14:nvPr/>
              </p14:nvContentPartPr>
              <p14:xfrm>
                <a:off x="7352526" y="4584543"/>
                <a:ext cx="192600" cy="3214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6A3C775-F865-9CAE-95BB-0541953957B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334886" y="4566903"/>
                  <a:ext cx="2282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B6A2B4A-DF84-706C-AC81-815DB38E18A9}"/>
                    </a:ext>
                  </a:extLst>
                </p14:cNvPr>
                <p14:cNvContentPartPr/>
                <p14:nvPr/>
              </p14:nvContentPartPr>
              <p14:xfrm>
                <a:off x="7517046" y="4771383"/>
                <a:ext cx="173160" cy="1533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B6A2B4A-DF84-706C-AC81-815DB38E18A9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499046" y="4753743"/>
                  <a:ext cx="20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1C67403-15FF-3227-62FB-AC319ACC6EC6}"/>
                    </a:ext>
                  </a:extLst>
                </p14:cNvPr>
                <p14:cNvContentPartPr/>
                <p14:nvPr/>
              </p14:nvContentPartPr>
              <p14:xfrm>
                <a:off x="7751046" y="4795863"/>
                <a:ext cx="209520" cy="136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1C67403-15FF-3227-62FB-AC319ACC6EC6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733046" y="4777863"/>
                  <a:ext cx="245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053BB73-24F3-798E-6013-A9B4D2CB9B72}"/>
                    </a:ext>
                  </a:extLst>
                </p14:cNvPr>
                <p14:cNvContentPartPr/>
                <p14:nvPr/>
              </p14:nvContentPartPr>
              <p14:xfrm>
                <a:off x="8097006" y="4652583"/>
                <a:ext cx="251640" cy="3020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053BB73-24F3-798E-6013-A9B4D2CB9B7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079366" y="4634583"/>
                  <a:ext cx="287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C529AA1-DA6F-7F63-9721-FB63272F11E8}"/>
                    </a:ext>
                  </a:extLst>
                </p14:cNvPr>
                <p14:cNvContentPartPr/>
                <p14:nvPr/>
              </p14:nvContentPartPr>
              <p14:xfrm>
                <a:off x="8118606" y="4816023"/>
                <a:ext cx="125280" cy="273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C529AA1-DA6F-7F63-9721-FB63272F11E8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100606" y="4798023"/>
                  <a:ext cx="16092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D4569F07-8773-8482-8A50-04DEB9F2169E}"/>
              </a:ext>
            </a:extLst>
          </p:cNvPr>
          <p:cNvGrpSpPr/>
          <p:nvPr/>
        </p:nvGrpSpPr>
        <p:grpSpPr>
          <a:xfrm>
            <a:off x="8558166" y="4766703"/>
            <a:ext cx="197640" cy="103680"/>
            <a:chOff x="8558166" y="4766703"/>
            <a:chExt cx="197640" cy="10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E8C8C69-414E-2C10-59B8-A998D3199A9C}"/>
                    </a:ext>
                  </a:extLst>
                </p14:cNvPr>
                <p14:cNvContentPartPr/>
                <p14:nvPr/>
              </p14:nvContentPartPr>
              <p14:xfrm>
                <a:off x="8576166" y="4766703"/>
                <a:ext cx="70200" cy="10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E8C8C69-414E-2C10-59B8-A998D3199A9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558166" y="4748703"/>
                  <a:ext cx="105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1F8F27E-0F4E-00DE-DFD5-9ABBA11AF228}"/>
                    </a:ext>
                  </a:extLst>
                </p14:cNvPr>
                <p14:cNvContentPartPr/>
                <p14:nvPr/>
              </p14:nvContentPartPr>
              <p14:xfrm>
                <a:off x="8558166" y="4840863"/>
                <a:ext cx="197640" cy="295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1F8F27E-0F4E-00DE-DFD5-9ABBA11AF22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540526" y="4823223"/>
                  <a:ext cx="2332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40B4AD10-662D-AAD7-1316-C834E16669C7}"/>
              </a:ext>
            </a:extLst>
          </p:cNvPr>
          <p:cNvGrpSpPr/>
          <p:nvPr/>
        </p:nvGrpSpPr>
        <p:grpSpPr>
          <a:xfrm>
            <a:off x="10110486" y="2817663"/>
            <a:ext cx="310680" cy="174600"/>
            <a:chOff x="10110486" y="2817663"/>
            <a:chExt cx="31068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9896E49-9692-07FC-72D8-DC90429F11A2}"/>
                    </a:ext>
                  </a:extLst>
                </p14:cNvPr>
                <p14:cNvContentPartPr/>
                <p14:nvPr/>
              </p14:nvContentPartPr>
              <p14:xfrm>
                <a:off x="10110486" y="2903703"/>
                <a:ext cx="112680" cy="378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9896E49-9692-07FC-72D8-DC90429F11A2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092846" y="2885703"/>
                  <a:ext cx="148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BBF2BAA-F378-F964-6E55-2B2F4E53C5E4}"/>
                    </a:ext>
                  </a:extLst>
                </p14:cNvPr>
                <p14:cNvContentPartPr/>
                <p14:nvPr/>
              </p14:nvContentPartPr>
              <p14:xfrm>
                <a:off x="10295526" y="2817663"/>
                <a:ext cx="125640" cy="174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BBF2BAA-F378-F964-6E55-2B2F4E53C5E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277886" y="2799663"/>
                  <a:ext cx="161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AEC3153-3155-02EB-C3BC-7CC42F6EB9BB}"/>
                    </a:ext>
                  </a:extLst>
                </p14:cNvPr>
                <p14:cNvContentPartPr/>
                <p14:nvPr/>
              </p14:nvContentPartPr>
              <p14:xfrm>
                <a:off x="10278966" y="2915583"/>
                <a:ext cx="36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AEC3153-3155-02EB-C3BC-7CC42F6EB9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60966" y="2897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CAD08CCA-3976-FF15-14D4-3D254B15DF48}"/>
                  </a:ext>
                </a:extLst>
              </p14:cNvPr>
              <p14:cNvContentPartPr/>
              <p14:nvPr/>
            </p14:nvContentPartPr>
            <p14:xfrm>
              <a:off x="10346646" y="3328143"/>
              <a:ext cx="1800" cy="504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CAD08CCA-3976-FF15-14D4-3D254B15DF48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10328646" y="3310143"/>
                <a:ext cx="374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FC8CE728-3CB1-30EB-2E3E-7249EA87CF11}"/>
                  </a:ext>
                </a:extLst>
              </p14:cNvPr>
              <p14:cNvContentPartPr/>
              <p14:nvPr/>
            </p14:nvContentPartPr>
            <p14:xfrm>
              <a:off x="8995206" y="4671303"/>
              <a:ext cx="201960" cy="2786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FC8CE728-3CB1-30EB-2E3E-7249EA87CF11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8977206" y="4653663"/>
                <a:ext cx="237600" cy="31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907B8D6C-6A10-4847-8CD1-92C8896D9F93}"/>
              </a:ext>
            </a:extLst>
          </p:cNvPr>
          <p:cNvGrpSpPr/>
          <p:nvPr/>
        </p:nvGrpSpPr>
        <p:grpSpPr>
          <a:xfrm>
            <a:off x="9164046" y="3565023"/>
            <a:ext cx="2345040" cy="510840"/>
            <a:chOff x="9164046" y="3565023"/>
            <a:chExt cx="2345040" cy="5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632CE74-5CF3-90CC-A775-6A5B0F4A8DE0}"/>
                    </a:ext>
                  </a:extLst>
                </p14:cNvPr>
                <p14:cNvContentPartPr/>
                <p14:nvPr/>
              </p14:nvContentPartPr>
              <p14:xfrm>
                <a:off x="9164046" y="3565023"/>
                <a:ext cx="1156320" cy="1659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632CE74-5CF3-90CC-A775-6A5B0F4A8DE0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146406" y="3547023"/>
                  <a:ext cx="1191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A7B45AF-F2CA-B66B-79AA-A1D9C5707555}"/>
                    </a:ext>
                  </a:extLst>
                </p14:cNvPr>
                <p14:cNvContentPartPr/>
                <p14:nvPr/>
              </p14:nvContentPartPr>
              <p14:xfrm>
                <a:off x="9352326" y="3778503"/>
                <a:ext cx="2880" cy="32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A7B45AF-F2CA-B66B-79AA-A1D9C570755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334686" y="3760503"/>
                  <a:ext cx="38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21EB160-F98C-D419-3D30-AF2CEE0A9F27}"/>
                    </a:ext>
                  </a:extLst>
                </p14:cNvPr>
                <p14:cNvContentPartPr/>
                <p14:nvPr/>
              </p14:nvContentPartPr>
              <p14:xfrm>
                <a:off x="9417126" y="3724863"/>
                <a:ext cx="9000" cy="28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21EB160-F98C-D419-3D30-AF2CEE0A9F2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399126" y="3706863"/>
                  <a:ext cx="44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FF78DDB-4D3B-8DE2-575B-4329040A4378}"/>
                    </a:ext>
                  </a:extLst>
                </p14:cNvPr>
                <p14:cNvContentPartPr/>
                <p14:nvPr/>
              </p14:nvContentPartPr>
              <p14:xfrm>
                <a:off x="9711966" y="3678423"/>
                <a:ext cx="10080" cy="1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FF78DDB-4D3B-8DE2-575B-4329040A4378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693966" y="3660423"/>
                  <a:ext cx="45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212BD37-337D-F304-BFCA-A4F0B780D64D}"/>
                    </a:ext>
                  </a:extLst>
                </p14:cNvPr>
                <p14:cNvContentPartPr/>
                <p14:nvPr/>
              </p14:nvContentPartPr>
              <p14:xfrm>
                <a:off x="9256566" y="3744303"/>
                <a:ext cx="2252520" cy="3315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212BD37-337D-F304-BFCA-A4F0B780D64D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238566" y="3726663"/>
                  <a:ext cx="2288160" cy="36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C17B12D3-F77E-3590-E9E0-7EAFBE790B98}"/>
                  </a:ext>
                </a:extLst>
              </p14:cNvPr>
              <p14:cNvContentPartPr/>
              <p14:nvPr/>
            </p14:nvContentPartPr>
            <p14:xfrm>
              <a:off x="9096006" y="4455303"/>
              <a:ext cx="1440" cy="324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C17B12D3-F77E-3590-E9E0-7EAFBE790B98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9078366" y="4437303"/>
                <a:ext cx="370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A462D243-539F-EB27-F6D3-5F06F449CEDC}"/>
              </a:ext>
            </a:extLst>
          </p:cNvPr>
          <p:cNvGrpSpPr/>
          <p:nvPr/>
        </p:nvGrpSpPr>
        <p:grpSpPr>
          <a:xfrm>
            <a:off x="9088086" y="4976583"/>
            <a:ext cx="127080" cy="47160"/>
            <a:chOff x="9088086" y="4976583"/>
            <a:chExt cx="127080" cy="4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F3C0138-318A-83F2-3079-73C50737D724}"/>
                    </a:ext>
                  </a:extLst>
                </p14:cNvPr>
                <p14:cNvContentPartPr/>
                <p14:nvPr/>
              </p14:nvContentPartPr>
              <p14:xfrm>
                <a:off x="9088086" y="5014743"/>
                <a:ext cx="9360" cy="90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F3C0138-318A-83F2-3079-73C50737D724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070446" y="4997103"/>
                  <a:ext cx="45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EB8DD26-A278-7B88-0E24-9E2CAB2C26E9}"/>
                    </a:ext>
                  </a:extLst>
                </p14:cNvPr>
                <p14:cNvContentPartPr/>
                <p14:nvPr/>
              </p14:nvContentPartPr>
              <p14:xfrm>
                <a:off x="9209406" y="4976583"/>
                <a:ext cx="5760" cy="82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EB8DD26-A278-7B88-0E24-9E2CAB2C26E9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191766" y="4958583"/>
                  <a:ext cx="414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30FBF9F2-1C33-A248-67FC-D5B363E8FC8C}"/>
              </a:ext>
            </a:extLst>
          </p:cNvPr>
          <p:cNvGrpSpPr/>
          <p:nvPr/>
        </p:nvGrpSpPr>
        <p:grpSpPr>
          <a:xfrm>
            <a:off x="7607046" y="5315343"/>
            <a:ext cx="1091160" cy="361440"/>
            <a:chOff x="7607046" y="5315343"/>
            <a:chExt cx="109116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9A792E5-2B09-3CA1-EC25-F10F7A42AEB3}"/>
                    </a:ext>
                  </a:extLst>
                </p14:cNvPr>
                <p14:cNvContentPartPr/>
                <p14:nvPr/>
              </p14:nvContentPartPr>
              <p14:xfrm>
                <a:off x="7629366" y="5427303"/>
                <a:ext cx="17640" cy="2494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9A792E5-2B09-3CA1-EC25-F10F7A42AEB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611366" y="5409303"/>
                  <a:ext cx="53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6A6A64D-B83B-96B1-D800-B0874C0BD5D0}"/>
                    </a:ext>
                  </a:extLst>
                </p14:cNvPr>
                <p14:cNvContentPartPr/>
                <p14:nvPr/>
              </p14:nvContentPartPr>
              <p14:xfrm>
                <a:off x="7607046" y="5315343"/>
                <a:ext cx="234720" cy="3506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6A6A64D-B83B-96B1-D800-B0874C0BD5D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7589046" y="5297343"/>
                  <a:ext cx="2703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03F7FC2-E89C-E9D4-0F57-D8B5D532437B}"/>
                    </a:ext>
                  </a:extLst>
                </p14:cNvPr>
                <p14:cNvContentPartPr/>
                <p14:nvPr/>
              </p14:nvContentPartPr>
              <p14:xfrm>
                <a:off x="7838886" y="5510463"/>
                <a:ext cx="175320" cy="1512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03F7FC2-E89C-E9D4-0F57-D8B5D532437B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821246" y="5492823"/>
                  <a:ext cx="2109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977F741-E14B-3B1A-7F99-912303A68321}"/>
                    </a:ext>
                  </a:extLst>
                </p14:cNvPr>
                <p14:cNvContentPartPr/>
                <p14:nvPr/>
              </p14:nvContentPartPr>
              <p14:xfrm>
                <a:off x="8060286" y="5487063"/>
                <a:ext cx="198720" cy="1623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977F741-E14B-3B1A-7F99-912303A6832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042646" y="5469423"/>
                  <a:ext cx="234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BB114BA-B517-5392-74EF-DF8917FC0278}"/>
                    </a:ext>
                  </a:extLst>
                </p14:cNvPr>
                <p14:cNvContentPartPr/>
                <p14:nvPr/>
              </p14:nvContentPartPr>
              <p14:xfrm>
                <a:off x="8443686" y="5392743"/>
                <a:ext cx="28800" cy="2656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BB114BA-B517-5392-74EF-DF8917FC0278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426046" y="5374743"/>
                  <a:ext cx="644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9CC05960-1620-669E-2338-8FBAF94D52E9}"/>
                    </a:ext>
                  </a:extLst>
                </p14:cNvPr>
                <p14:cNvContentPartPr/>
                <p14:nvPr/>
              </p14:nvContentPartPr>
              <p14:xfrm>
                <a:off x="8426766" y="5452143"/>
                <a:ext cx="271440" cy="2185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9CC05960-1620-669E-2338-8FBAF94D52E9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408766" y="5434143"/>
                  <a:ext cx="3070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ABC61D96-8E6E-E146-87A1-023D5E768C66}"/>
              </a:ext>
            </a:extLst>
          </p:cNvPr>
          <p:cNvGrpSpPr/>
          <p:nvPr/>
        </p:nvGrpSpPr>
        <p:grpSpPr>
          <a:xfrm>
            <a:off x="8979366" y="5347023"/>
            <a:ext cx="210960" cy="268920"/>
            <a:chOff x="8979366" y="5347023"/>
            <a:chExt cx="21096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36E550F-EE23-D874-C528-BFF3DE836878}"/>
                    </a:ext>
                  </a:extLst>
                </p14:cNvPr>
                <p14:cNvContentPartPr/>
                <p14:nvPr/>
              </p14:nvContentPartPr>
              <p14:xfrm>
                <a:off x="8979366" y="5347023"/>
                <a:ext cx="185040" cy="2689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F36E550F-EE23-D874-C528-BFF3DE836878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961366" y="5329023"/>
                  <a:ext cx="2206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2AB87E3-0C8E-E17B-AAEC-9628364266C2}"/>
                    </a:ext>
                  </a:extLst>
                </p14:cNvPr>
                <p14:cNvContentPartPr/>
                <p14:nvPr/>
              </p14:nvContentPartPr>
              <p14:xfrm>
                <a:off x="8990526" y="5465823"/>
                <a:ext cx="199800" cy="230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2AB87E3-0C8E-E17B-AAEC-9628364266C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972526" y="5448183"/>
                  <a:ext cx="2354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CF26EFAF-2B95-0B58-0DFE-DDA6D9F7F4C7}"/>
              </a:ext>
            </a:extLst>
          </p:cNvPr>
          <p:cNvGrpSpPr/>
          <p:nvPr/>
        </p:nvGrpSpPr>
        <p:grpSpPr>
          <a:xfrm>
            <a:off x="9486606" y="5454303"/>
            <a:ext cx="282240" cy="106920"/>
            <a:chOff x="9486606" y="5454303"/>
            <a:chExt cx="282240" cy="10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4BD1F78-4E42-0D0C-6CF1-A8A398648D9A}"/>
                    </a:ext>
                  </a:extLst>
                </p14:cNvPr>
                <p14:cNvContentPartPr/>
                <p14:nvPr/>
              </p14:nvContentPartPr>
              <p14:xfrm>
                <a:off x="9487326" y="5454303"/>
                <a:ext cx="106920" cy="154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4BD1F78-4E42-0D0C-6CF1-A8A398648D9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469686" y="5436663"/>
                  <a:ext cx="142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31F86E9-30B0-6556-15FD-4D9080F77796}"/>
                    </a:ext>
                  </a:extLst>
                </p14:cNvPr>
                <p14:cNvContentPartPr/>
                <p14:nvPr/>
              </p14:nvContentPartPr>
              <p14:xfrm>
                <a:off x="9486606" y="5525583"/>
                <a:ext cx="282240" cy="356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31F86E9-30B0-6556-15FD-4D9080F77796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468966" y="5507943"/>
                  <a:ext cx="3178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17AC224E-4A26-E8AB-00CF-EDB2B0ED1FE7}"/>
              </a:ext>
            </a:extLst>
          </p:cNvPr>
          <p:cNvGrpSpPr/>
          <p:nvPr/>
        </p:nvGrpSpPr>
        <p:grpSpPr>
          <a:xfrm>
            <a:off x="10167006" y="5291223"/>
            <a:ext cx="1492920" cy="329040"/>
            <a:chOff x="10167006" y="5291223"/>
            <a:chExt cx="149292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EE0F3F5-4668-75C9-AED2-E899A05FA20E}"/>
                    </a:ext>
                  </a:extLst>
                </p14:cNvPr>
                <p14:cNvContentPartPr/>
                <p14:nvPr/>
              </p14:nvContentPartPr>
              <p14:xfrm>
                <a:off x="10167006" y="5291223"/>
                <a:ext cx="302040" cy="3290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EE0F3F5-4668-75C9-AED2-E899A05FA20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0149366" y="5273583"/>
                  <a:ext cx="3376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C99F8B4-BA5C-BDA6-07B8-340469EB6455}"/>
                    </a:ext>
                  </a:extLst>
                </p14:cNvPr>
                <p14:cNvContentPartPr/>
                <p14:nvPr/>
              </p14:nvContentPartPr>
              <p14:xfrm>
                <a:off x="10527366" y="5430183"/>
                <a:ext cx="186480" cy="1494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C99F8B4-BA5C-BDA6-07B8-340469EB6455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0509726" y="5412183"/>
                  <a:ext cx="222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0DEE8EB-323A-FCD8-57FE-14EFDF29C559}"/>
                    </a:ext>
                  </a:extLst>
                </p14:cNvPr>
                <p14:cNvContentPartPr/>
                <p14:nvPr/>
              </p14:nvContentPartPr>
              <p14:xfrm>
                <a:off x="10816446" y="5433423"/>
                <a:ext cx="169560" cy="1299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0DEE8EB-323A-FCD8-57FE-14EFDF29C55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0798806" y="5415783"/>
                  <a:ext cx="205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33BBC7D-7989-0B2F-77BB-9F7491029D58}"/>
                    </a:ext>
                  </a:extLst>
                </p14:cNvPr>
                <p14:cNvContentPartPr/>
                <p14:nvPr/>
              </p14:nvContentPartPr>
              <p14:xfrm>
                <a:off x="11117046" y="5297703"/>
                <a:ext cx="72360" cy="3070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33BBC7D-7989-0B2F-77BB-9F7491029D58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1099046" y="5280063"/>
                  <a:ext cx="1080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565D6C0-8BCE-3ED1-4E67-C85CC23B1755}"/>
                    </a:ext>
                  </a:extLst>
                </p14:cNvPr>
                <p14:cNvContentPartPr/>
                <p14:nvPr/>
              </p14:nvContentPartPr>
              <p14:xfrm>
                <a:off x="11151606" y="5374743"/>
                <a:ext cx="255960" cy="2336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565D6C0-8BCE-3ED1-4E67-C85CC23B1755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1133606" y="5356743"/>
                  <a:ext cx="291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D982E08-72C5-0268-06B4-FFB180201EB9}"/>
                    </a:ext>
                  </a:extLst>
                </p14:cNvPr>
                <p14:cNvContentPartPr/>
                <p14:nvPr/>
              </p14:nvContentPartPr>
              <p14:xfrm>
                <a:off x="11496846" y="5376543"/>
                <a:ext cx="163080" cy="1670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D982E08-72C5-0268-06B4-FFB180201EB9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1478846" y="5358903"/>
                  <a:ext cx="19872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2708A76F-B9EC-87F9-8093-27969C83C1CD}"/>
              </a:ext>
            </a:extLst>
          </p:cNvPr>
          <p:cNvGrpSpPr/>
          <p:nvPr/>
        </p:nvGrpSpPr>
        <p:grpSpPr>
          <a:xfrm>
            <a:off x="7409766" y="6103743"/>
            <a:ext cx="637560" cy="329040"/>
            <a:chOff x="7409766" y="6103743"/>
            <a:chExt cx="63756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BA936DA-4B95-152D-7682-7BFD4C97B182}"/>
                    </a:ext>
                  </a:extLst>
                </p14:cNvPr>
                <p14:cNvContentPartPr/>
                <p14:nvPr/>
              </p14:nvContentPartPr>
              <p14:xfrm>
                <a:off x="7492566" y="6116343"/>
                <a:ext cx="92160" cy="3099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BA936DA-4B95-152D-7682-7BFD4C97B182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474926" y="6098343"/>
                  <a:ext cx="1278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745A64E-20C4-600D-6D73-F8824139D755}"/>
                    </a:ext>
                  </a:extLst>
                </p14:cNvPr>
                <p14:cNvContentPartPr/>
                <p14:nvPr/>
              </p14:nvContentPartPr>
              <p14:xfrm>
                <a:off x="7409766" y="6103743"/>
                <a:ext cx="637560" cy="3290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745A64E-20C4-600D-6D73-F8824139D75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391766" y="6085743"/>
                  <a:ext cx="67320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FC1D8A35-1994-3348-0FEC-35E3AF7A6039}"/>
              </a:ext>
            </a:extLst>
          </p:cNvPr>
          <p:cNvGrpSpPr/>
          <p:nvPr/>
        </p:nvGrpSpPr>
        <p:grpSpPr>
          <a:xfrm>
            <a:off x="8328486" y="6164583"/>
            <a:ext cx="965880" cy="469080"/>
            <a:chOff x="8328486" y="6164583"/>
            <a:chExt cx="96588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8C50525-1E02-E48C-67F3-13BE085A7011}"/>
                    </a:ext>
                  </a:extLst>
                </p14:cNvPr>
                <p14:cNvContentPartPr/>
                <p14:nvPr/>
              </p14:nvContentPartPr>
              <p14:xfrm>
                <a:off x="8328486" y="6213183"/>
                <a:ext cx="383400" cy="420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8C50525-1E02-E48C-67F3-13BE085A701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310486" y="6195183"/>
                  <a:ext cx="4190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E95A589-7836-F6EC-4B6F-C6B2B5211439}"/>
                    </a:ext>
                  </a:extLst>
                </p14:cNvPr>
                <p14:cNvContentPartPr/>
                <p14:nvPr/>
              </p14:nvContentPartPr>
              <p14:xfrm>
                <a:off x="8823486" y="6234063"/>
                <a:ext cx="149760" cy="2012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E95A589-7836-F6EC-4B6F-C6B2B5211439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805846" y="6216423"/>
                  <a:ext cx="185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688AE08-FB3F-E4E6-BEF4-34E1CA13389A}"/>
                    </a:ext>
                  </a:extLst>
                </p14:cNvPr>
                <p14:cNvContentPartPr/>
                <p14:nvPr/>
              </p14:nvContentPartPr>
              <p14:xfrm>
                <a:off x="9153246" y="6164583"/>
                <a:ext cx="141120" cy="217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688AE08-FB3F-E4E6-BEF4-34E1CA13389A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135246" y="6146943"/>
                  <a:ext cx="17676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1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1FD07BD6-A5F8-4E2F-3A5C-ED944C65D7DA}"/>
                  </a:ext>
                </a:extLst>
              </p14:cNvPr>
              <p14:cNvContentPartPr/>
              <p14:nvPr/>
            </p14:nvContentPartPr>
            <p14:xfrm>
              <a:off x="9632766" y="6171063"/>
              <a:ext cx="488880" cy="18828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1FD07BD6-A5F8-4E2F-3A5C-ED944C65D7DA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9614766" y="6153063"/>
                <a:ext cx="52452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8" name="Group 347">
            <a:extLst>
              <a:ext uri="{FF2B5EF4-FFF2-40B4-BE49-F238E27FC236}">
                <a16:creationId xmlns:a16="http://schemas.microsoft.com/office/drawing/2014/main" id="{16CCEC59-1214-A299-F4AB-F46BAC8D5A7D}"/>
              </a:ext>
            </a:extLst>
          </p:cNvPr>
          <p:cNvGrpSpPr/>
          <p:nvPr/>
        </p:nvGrpSpPr>
        <p:grpSpPr>
          <a:xfrm>
            <a:off x="10414686" y="5890263"/>
            <a:ext cx="1825071" cy="480960"/>
            <a:chOff x="10414686" y="5890263"/>
            <a:chExt cx="1825071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A03C0EE-FEC7-CF25-CC5A-53C9572DF8B0}"/>
                    </a:ext>
                  </a:extLst>
                </p14:cNvPr>
                <p14:cNvContentPartPr/>
                <p14:nvPr/>
              </p14:nvContentPartPr>
              <p14:xfrm>
                <a:off x="10414686" y="6134343"/>
                <a:ext cx="628200" cy="2055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A03C0EE-FEC7-CF25-CC5A-53C9572DF8B0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396686" y="6116343"/>
                  <a:ext cx="6638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B12BAEA-FFA5-D688-6307-B86A2E353421}"/>
                    </a:ext>
                  </a:extLst>
                </p14:cNvPr>
                <p14:cNvContentPartPr/>
                <p14:nvPr/>
              </p14:nvContentPartPr>
              <p14:xfrm>
                <a:off x="11115606" y="6122103"/>
                <a:ext cx="54360" cy="2203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B12BAEA-FFA5-D688-6307-B86A2E353421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1097966" y="6104103"/>
                  <a:ext cx="90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FB3FAD9-B94A-8C1A-6EF0-0AC94E12C5FB}"/>
                    </a:ext>
                  </a:extLst>
                </p14:cNvPr>
                <p14:cNvContentPartPr/>
                <p14:nvPr/>
              </p14:nvContentPartPr>
              <p14:xfrm>
                <a:off x="11208846" y="5971263"/>
                <a:ext cx="49680" cy="432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FB3FAD9-B94A-8C1A-6EF0-0AC94E12C5FB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1191206" y="5953263"/>
                  <a:ext cx="85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0FD3A7C-EA66-E4EA-EF09-E24817CB5D08}"/>
                    </a:ext>
                  </a:extLst>
                </p14:cNvPr>
                <p14:cNvContentPartPr/>
                <p14:nvPr/>
              </p14:nvContentPartPr>
              <p14:xfrm>
                <a:off x="11269326" y="6165663"/>
                <a:ext cx="95400" cy="2055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0FD3A7C-EA66-E4EA-EF09-E24817CB5D08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1251326" y="6147663"/>
                  <a:ext cx="131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60629B0-9E97-7081-B199-10D987583636}"/>
                    </a:ext>
                  </a:extLst>
                </p14:cNvPr>
                <p14:cNvContentPartPr/>
                <p14:nvPr/>
              </p14:nvContentPartPr>
              <p14:xfrm>
                <a:off x="11481726" y="5940303"/>
                <a:ext cx="81000" cy="3578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60629B0-9E97-7081-B199-10D987583636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1464086" y="5922303"/>
                  <a:ext cx="1166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2AE1039-3097-AD77-A755-050F7D1027F3}"/>
                    </a:ext>
                  </a:extLst>
                </p14:cNvPr>
                <p14:cNvContentPartPr/>
                <p14:nvPr/>
              </p14:nvContentPartPr>
              <p14:xfrm>
                <a:off x="11461926" y="6091503"/>
                <a:ext cx="97560" cy="673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2AE1039-3097-AD77-A755-050F7D1027F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1444286" y="6073503"/>
                  <a:ext cx="133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FC9F4ED1-6007-D888-F855-54BB5EB1A7D2}"/>
                    </a:ext>
                  </a:extLst>
                </p14:cNvPr>
                <p14:cNvContentPartPr/>
                <p14:nvPr/>
              </p14:nvContentPartPr>
              <p14:xfrm>
                <a:off x="11646246" y="6178623"/>
                <a:ext cx="326880" cy="17028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FC9F4ED1-6007-D888-F855-54BB5EB1A7D2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1628606" y="6160983"/>
                  <a:ext cx="362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71293C2-ED55-7EF1-B593-7A8943EE52B9}"/>
                    </a:ext>
                  </a:extLst>
                </p14:cNvPr>
                <p14:cNvContentPartPr/>
                <p14:nvPr/>
              </p14:nvContentPartPr>
              <p14:xfrm>
                <a:off x="12067446" y="6039663"/>
                <a:ext cx="96120" cy="2772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71293C2-ED55-7EF1-B593-7A8943EE52B9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2049806" y="6021663"/>
                  <a:ext cx="131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A1989248-4F30-6B67-1298-169B4CAEB756}"/>
                    </a:ext>
                  </a:extLst>
                </p14:cNvPr>
                <p14:cNvContentPartPr/>
                <p14:nvPr/>
              </p14:nvContentPartPr>
              <p14:xfrm>
                <a:off x="11830797" y="6118863"/>
                <a:ext cx="95400" cy="169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A1989248-4F30-6B67-1298-169B4CAEB75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1812797" y="6101223"/>
                  <a:ext cx="1310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299F5AF-F452-AF98-0683-48223D9EF150}"/>
                    </a:ext>
                  </a:extLst>
                </p14:cNvPr>
                <p14:cNvContentPartPr/>
                <p14:nvPr/>
              </p14:nvContentPartPr>
              <p14:xfrm>
                <a:off x="11389797" y="6054423"/>
                <a:ext cx="279000" cy="385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299F5AF-F452-AF98-0683-48223D9EF150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1372157" y="6036423"/>
                  <a:ext cx="314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ED117731-4829-C122-FF2C-E49483DB618C}"/>
                    </a:ext>
                  </a:extLst>
                </p14:cNvPr>
                <p14:cNvContentPartPr/>
                <p14:nvPr/>
              </p14:nvContentPartPr>
              <p14:xfrm>
                <a:off x="11895597" y="6056583"/>
                <a:ext cx="236160" cy="594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ED117731-4829-C122-FF2C-E49483DB618C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1877957" y="6038943"/>
                  <a:ext cx="2718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D9239B09-C738-44D6-25F4-5F3A97A23E75}"/>
                    </a:ext>
                  </a:extLst>
                </p14:cNvPr>
                <p14:cNvContentPartPr/>
                <p14:nvPr/>
              </p14:nvContentPartPr>
              <p14:xfrm>
                <a:off x="12051117" y="5890263"/>
                <a:ext cx="109800" cy="4039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9239B09-C738-44D6-25F4-5F3A97A23E75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2033117" y="5872263"/>
                  <a:ext cx="1454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BAAE836-B360-2980-25B3-4E7971D19E4D}"/>
                    </a:ext>
                  </a:extLst>
                </p14:cNvPr>
                <p14:cNvContentPartPr/>
                <p14:nvPr/>
              </p14:nvContentPartPr>
              <p14:xfrm>
                <a:off x="12055077" y="6075663"/>
                <a:ext cx="184680" cy="410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BAAE836-B360-2980-25B3-4E7971D19E4D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2037077" y="6058023"/>
                  <a:ext cx="220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3D29EFE4-D344-8784-C68B-12C2A98814AA}"/>
                    </a:ext>
                  </a:extLst>
                </p14:cNvPr>
                <p14:cNvContentPartPr/>
                <p14:nvPr/>
              </p14:nvContentPartPr>
              <p14:xfrm>
                <a:off x="11607957" y="6212823"/>
                <a:ext cx="193320" cy="802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3D29EFE4-D344-8784-C68B-12C2A98814A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1590317" y="6195183"/>
                  <a:ext cx="22896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6F89F01B-01E8-72CC-DC20-66BF004F4EED}"/>
              </a:ext>
            </a:extLst>
          </p:cNvPr>
          <p:cNvGrpSpPr/>
          <p:nvPr/>
        </p:nvGrpSpPr>
        <p:grpSpPr>
          <a:xfrm>
            <a:off x="9388197" y="4786503"/>
            <a:ext cx="643680" cy="172080"/>
            <a:chOff x="9388197" y="4786503"/>
            <a:chExt cx="64368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E5776BB-6C3C-E11D-94B5-DD85EB2DF65E}"/>
                    </a:ext>
                  </a:extLst>
                </p14:cNvPr>
                <p14:cNvContentPartPr/>
                <p14:nvPr/>
              </p14:nvContentPartPr>
              <p14:xfrm>
                <a:off x="9419157" y="4786503"/>
                <a:ext cx="106920" cy="154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E5776BB-6C3C-E11D-94B5-DD85EB2DF65E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401517" y="4768503"/>
                  <a:ext cx="142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93C89EC-C2A5-9D09-7EF0-6C1C30C08A25}"/>
                    </a:ext>
                  </a:extLst>
                </p14:cNvPr>
                <p14:cNvContentPartPr/>
                <p14:nvPr/>
              </p14:nvContentPartPr>
              <p14:xfrm>
                <a:off x="9388197" y="4854903"/>
                <a:ext cx="232560" cy="385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93C89EC-C2A5-9D09-7EF0-6C1C30C08A25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370557" y="4837263"/>
                  <a:ext cx="268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C2F4D9E-03F0-3DED-D577-337DD3C46803}"/>
                    </a:ext>
                  </a:extLst>
                </p14:cNvPr>
                <p14:cNvContentPartPr/>
                <p14:nvPr/>
              </p14:nvContentPartPr>
              <p14:xfrm>
                <a:off x="9762957" y="4787583"/>
                <a:ext cx="268920" cy="1710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C2F4D9E-03F0-3DED-D577-337DD3C46803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745317" y="4769583"/>
                  <a:ext cx="304560" cy="206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606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1B22DF3-68EE-0E7E-C64F-A18B777490F1}"/>
              </a:ext>
            </a:extLst>
          </p:cNvPr>
          <p:cNvGrpSpPr/>
          <p:nvPr/>
        </p:nvGrpSpPr>
        <p:grpSpPr>
          <a:xfrm>
            <a:off x="286806" y="236463"/>
            <a:ext cx="3142080" cy="610920"/>
            <a:chOff x="286806" y="236463"/>
            <a:chExt cx="3142080" cy="61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52E97DC-54E9-163B-481F-757DA134226F}"/>
                    </a:ext>
                  </a:extLst>
                </p14:cNvPr>
                <p14:cNvContentPartPr/>
                <p14:nvPr/>
              </p14:nvContentPartPr>
              <p14:xfrm>
                <a:off x="286806" y="315663"/>
                <a:ext cx="711360" cy="301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52E97DC-54E9-163B-481F-757DA134226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9166" y="297663"/>
                  <a:ext cx="7470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B86AE1-9590-1A23-B2F7-0ECDA27890AC}"/>
                    </a:ext>
                  </a:extLst>
                </p14:cNvPr>
                <p14:cNvContentPartPr/>
                <p14:nvPr/>
              </p14:nvContentPartPr>
              <p14:xfrm>
                <a:off x="900966" y="354183"/>
                <a:ext cx="57600" cy="41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B86AE1-9590-1A23-B2F7-0ECDA27890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2966" y="336183"/>
                  <a:ext cx="93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45087FD-E29E-CB24-42B7-D76A616BF922}"/>
                    </a:ext>
                  </a:extLst>
                </p14:cNvPr>
                <p14:cNvContentPartPr/>
                <p14:nvPr/>
              </p14:nvContentPartPr>
              <p14:xfrm>
                <a:off x="989886" y="463623"/>
                <a:ext cx="119880" cy="38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45087FD-E29E-CB24-42B7-D76A616BF9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1886" y="445623"/>
                  <a:ext cx="1555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4A73A6-4E71-B619-D6E2-6D7CCAB0CC9E}"/>
                    </a:ext>
                  </a:extLst>
                </p14:cNvPr>
                <p14:cNvContentPartPr/>
                <p14:nvPr/>
              </p14:nvContentPartPr>
              <p14:xfrm>
                <a:off x="1202286" y="460383"/>
                <a:ext cx="403920" cy="158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4A73A6-4E71-B619-D6E2-6D7CCAB0CC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4646" y="442383"/>
                  <a:ext cx="439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BA79A2-3B77-67C6-4355-0D80F020AA5B}"/>
                    </a:ext>
                  </a:extLst>
                </p14:cNvPr>
                <p14:cNvContentPartPr/>
                <p14:nvPr/>
              </p14:nvContentPartPr>
              <p14:xfrm>
                <a:off x="1827246" y="407103"/>
                <a:ext cx="104400" cy="20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BA79A2-3B77-67C6-4355-0D80F020AA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09606" y="389463"/>
                  <a:ext cx="140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DB64EF-35A9-B6BB-CE44-B21E991914D0}"/>
                    </a:ext>
                  </a:extLst>
                </p14:cNvPr>
                <p14:cNvContentPartPr/>
                <p14:nvPr/>
              </p14:nvContentPartPr>
              <p14:xfrm>
                <a:off x="2009406" y="306663"/>
                <a:ext cx="606240" cy="295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DB64EF-35A9-B6BB-CE44-B21E991914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1406" y="288663"/>
                  <a:ext cx="641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44AB40-358D-1D57-488F-FB791E342F79}"/>
                    </a:ext>
                  </a:extLst>
                </p14:cNvPr>
                <p14:cNvContentPartPr/>
                <p14:nvPr/>
              </p14:nvContentPartPr>
              <p14:xfrm>
                <a:off x="2703486" y="236463"/>
                <a:ext cx="74160" cy="356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44AB40-358D-1D57-488F-FB791E342F7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85846" y="218463"/>
                  <a:ext cx="109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11E0BFD-0FA0-F78A-A254-B0D483CA6729}"/>
                    </a:ext>
                  </a:extLst>
                </p14:cNvPr>
                <p14:cNvContentPartPr/>
                <p14:nvPr/>
              </p14:nvContentPartPr>
              <p14:xfrm>
                <a:off x="2893926" y="435903"/>
                <a:ext cx="80280" cy="129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11E0BFD-0FA0-F78A-A254-B0D483CA67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76286" y="417903"/>
                  <a:ext cx="115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13EC48-FE79-F67E-5B79-5B1D6B5DA8A2}"/>
                    </a:ext>
                  </a:extLst>
                </p14:cNvPr>
                <p14:cNvContentPartPr/>
                <p14:nvPr/>
              </p14:nvContentPartPr>
              <p14:xfrm>
                <a:off x="3063126" y="438783"/>
                <a:ext cx="365760" cy="139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13EC48-FE79-F67E-5B79-5B1D6B5DA8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45126" y="421143"/>
                  <a:ext cx="401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5C50F13-AA28-D129-AFAB-037439ECD53B}"/>
                    </a:ext>
                  </a:extLst>
                </p14:cNvPr>
                <p14:cNvContentPartPr/>
                <p14:nvPr/>
              </p14:nvContentPartPr>
              <p14:xfrm>
                <a:off x="2888886" y="314583"/>
                <a:ext cx="91440" cy="3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5C50F13-AA28-D129-AFAB-037439ECD5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71246" y="296583"/>
                  <a:ext cx="127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8EDE98-258B-C062-9F76-4AF75E2F50D8}"/>
                    </a:ext>
                  </a:extLst>
                </p14:cNvPr>
                <p14:cNvContentPartPr/>
                <p14:nvPr/>
              </p14:nvContentPartPr>
              <p14:xfrm>
                <a:off x="2576046" y="350943"/>
                <a:ext cx="190800" cy="15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8EDE98-258B-C062-9F76-4AF75E2F50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58406" y="333303"/>
                  <a:ext cx="2264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4634301-8FCB-61F5-1B33-D4825D745AA3}"/>
                  </a:ext>
                </a:extLst>
              </p14:cNvPr>
              <p14:cNvContentPartPr/>
              <p14:nvPr/>
            </p14:nvContentPartPr>
            <p14:xfrm>
              <a:off x="4096326" y="535983"/>
              <a:ext cx="9000" cy="11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4634301-8FCB-61F5-1B33-D4825D745AA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78686" y="517983"/>
                <a:ext cx="446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9A28A7D-14FF-BFC3-2940-D6489343E84F}"/>
                  </a:ext>
                </a:extLst>
              </p14:cNvPr>
              <p14:cNvContentPartPr/>
              <p14:nvPr/>
            </p14:nvContentPartPr>
            <p14:xfrm>
              <a:off x="4657206" y="409623"/>
              <a:ext cx="23400" cy="210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9A28A7D-14FF-BFC3-2940-D6489343E84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39566" y="391983"/>
                <a:ext cx="590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9AF0EC5-DFDF-D60A-7EC4-497AD40AEC1C}"/>
                  </a:ext>
                </a:extLst>
              </p14:cNvPr>
              <p14:cNvContentPartPr/>
              <p14:nvPr/>
            </p14:nvContentPartPr>
            <p14:xfrm>
              <a:off x="4641726" y="327183"/>
              <a:ext cx="180000" cy="257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9AF0EC5-DFDF-D60A-7EC4-497AD40AEC1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24086" y="309543"/>
                <a:ext cx="21564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FF97BBB-3296-BFDF-8059-4DAC8547F710}"/>
                  </a:ext>
                </a:extLst>
              </p14:cNvPr>
              <p14:cNvContentPartPr/>
              <p14:nvPr/>
            </p14:nvContentPartPr>
            <p14:xfrm>
              <a:off x="4898406" y="409623"/>
              <a:ext cx="132480" cy="141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FF97BBB-3296-BFDF-8059-4DAC8547F71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80406" y="391623"/>
                <a:ext cx="1681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6C4FABC-038C-F01F-0375-734780B1318B}"/>
                  </a:ext>
                </a:extLst>
              </p14:cNvPr>
              <p14:cNvContentPartPr/>
              <p14:nvPr/>
            </p14:nvContentPartPr>
            <p14:xfrm>
              <a:off x="5120526" y="442743"/>
              <a:ext cx="161640" cy="110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6C4FABC-038C-F01F-0375-734780B1318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02526" y="424743"/>
                <a:ext cx="1972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41CA5D4-18C4-97C4-3218-298E6DF68316}"/>
                  </a:ext>
                </a:extLst>
              </p14:cNvPr>
              <p14:cNvContentPartPr/>
              <p14:nvPr/>
            </p14:nvContentPartPr>
            <p14:xfrm>
              <a:off x="5456766" y="312063"/>
              <a:ext cx="24480" cy="235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41CA5D4-18C4-97C4-3218-298E6DF6831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39126" y="294063"/>
                <a:ext cx="601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85C64FC-84C7-E1DB-BFC7-DB03BBD5856F}"/>
                  </a:ext>
                </a:extLst>
              </p14:cNvPr>
              <p14:cNvContentPartPr/>
              <p14:nvPr/>
            </p14:nvContentPartPr>
            <p14:xfrm>
              <a:off x="5462526" y="393423"/>
              <a:ext cx="169920" cy="1490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85C64FC-84C7-E1DB-BFC7-DB03BBD5856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44526" y="375423"/>
                <a:ext cx="2055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0BACB91-4853-B85F-E9F3-4036B4EA3CED}"/>
                  </a:ext>
                </a:extLst>
              </p14:cNvPr>
              <p14:cNvContentPartPr/>
              <p14:nvPr/>
            </p14:nvContentPartPr>
            <p14:xfrm>
              <a:off x="5807046" y="390543"/>
              <a:ext cx="37440" cy="200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0BACB91-4853-B85F-E9F3-4036B4EA3CE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789406" y="372903"/>
                <a:ext cx="730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F4B2001-8DF8-FB14-6697-8DD5579F4B47}"/>
                  </a:ext>
                </a:extLst>
              </p14:cNvPr>
              <p14:cNvContentPartPr/>
              <p14:nvPr/>
            </p14:nvContentPartPr>
            <p14:xfrm>
              <a:off x="5857086" y="316743"/>
              <a:ext cx="161280" cy="242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F4B2001-8DF8-FB14-6697-8DD5579F4B4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39446" y="298743"/>
                <a:ext cx="1969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F541DE5-9416-F986-6FBE-31EDE78BDC35}"/>
                  </a:ext>
                </a:extLst>
              </p14:cNvPr>
              <p14:cNvContentPartPr/>
              <p14:nvPr/>
            </p14:nvContentPartPr>
            <p14:xfrm>
              <a:off x="5847006" y="464703"/>
              <a:ext cx="148320" cy="29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F541DE5-9416-F986-6FBE-31EDE78BDC3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29366" y="446703"/>
                <a:ext cx="1839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96D1A92-90EE-F7DC-D60A-A3EE2CB0C000}"/>
                  </a:ext>
                </a:extLst>
              </p14:cNvPr>
              <p14:cNvContentPartPr/>
              <p14:nvPr/>
            </p14:nvContentPartPr>
            <p14:xfrm>
              <a:off x="6384126" y="428703"/>
              <a:ext cx="105840" cy="18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96D1A92-90EE-F7DC-D60A-A3EE2CB0C0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66486" y="410703"/>
                <a:ext cx="1414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92F1338-8535-CFED-63DC-8AE84A93FE10}"/>
                  </a:ext>
                </a:extLst>
              </p14:cNvPr>
              <p14:cNvContentPartPr/>
              <p14:nvPr/>
            </p14:nvContentPartPr>
            <p14:xfrm>
              <a:off x="6378366" y="504303"/>
              <a:ext cx="221760" cy="22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92F1338-8535-CFED-63DC-8AE84A93FE1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60366" y="486303"/>
                <a:ext cx="2574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76B9B8F-05C7-695C-6D78-AD0BDD3B75B6}"/>
                  </a:ext>
                </a:extLst>
              </p14:cNvPr>
              <p14:cNvContentPartPr/>
              <p14:nvPr/>
            </p14:nvContentPartPr>
            <p14:xfrm>
              <a:off x="7088286" y="392343"/>
              <a:ext cx="248760" cy="168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76B9B8F-05C7-695C-6D78-AD0BDD3B75B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070286" y="374343"/>
                <a:ext cx="284400" cy="2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D5B43962-B317-E9FB-8E70-6CC99080902F}"/>
              </a:ext>
            </a:extLst>
          </p:cNvPr>
          <p:cNvGrpSpPr/>
          <p:nvPr/>
        </p:nvGrpSpPr>
        <p:grpSpPr>
          <a:xfrm>
            <a:off x="8761926" y="263103"/>
            <a:ext cx="2550600" cy="885600"/>
            <a:chOff x="8761926" y="263103"/>
            <a:chExt cx="2550600" cy="88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BDD6634-822E-10C7-A386-00E3F76A449B}"/>
                    </a:ext>
                  </a:extLst>
                </p14:cNvPr>
                <p14:cNvContentPartPr/>
                <p14:nvPr/>
              </p14:nvContentPartPr>
              <p14:xfrm>
                <a:off x="8761926" y="274263"/>
                <a:ext cx="323280" cy="874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BDD6634-822E-10C7-A386-00E3F76A44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43926" y="256263"/>
                  <a:ext cx="35892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CE0AEA-0859-9A49-9B67-765366361B85}"/>
                    </a:ext>
                  </a:extLst>
                </p14:cNvPr>
                <p14:cNvContentPartPr/>
                <p14:nvPr/>
              </p14:nvContentPartPr>
              <p14:xfrm>
                <a:off x="9283566" y="456063"/>
                <a:ext cx="173160" cy="152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CE0AEA-0859-9A49-9B67-765366361B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65566" y="438063"/>
                  <a:ext cx="2088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55A27C-436E-A2BE-43B7-6A7A0FACC690}"/>
                    </a:ext>
                  </a:extLst>
                </p14:cNvPr>
                <p14:cNvContentPartPr/>
                <p14:nvPr/>
              </p14:nvContentPartPr>
              <p14:xfrm>
                <a:off x="9548886" y="457863"/>
                <a:ext cx="154440" cy="12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55A27C-436E-A2BE-43B7-6A7A0FACC69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31246" y="439863"/>
                  <a:ext cx="1900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07778E-49C2-B910-AE4A-F90A2827E75B}"/>
                    </a:ext>
                  </a:extLst>
                </p14:cNvPr>
                <p14:cNvContentPartPr/>
                <p14:nvPr/>
              </p14:nvContentPartPr>
              <p14:xfrm>
                <a:off x="9758766" y="263103"/>
                <a:ext cx="181080" cy="36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07778E-49C2-B910-AE4A-F90A2827E75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41126" y="245463"/>
                  <a:ext cx="2167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9422EA-1680-EA17-5441-78B69136CD84}"/>
                    </a:ext>
                  </a:extLst>
                </p14:cNvPr>
                <p14:cNvContentPartPr/>
                <p14:nvPr/>
              </p14:nvContentPartPr>
              <p14:xfrm>
                <a:off x="10007886" y="467943"/>
                <a:ext cx="189720" cy="139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9422EA-1680-EA17-5441-78B69136CD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90246" y="450303"/>
                  <a:ext cx="225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69C5A07-6BDF-9B6C-D46E-19290AA83D0B}"/>
                    </a:ext>
                  </a:extLst>
                </p14:cNvPr>
                <p14:cNvContentPartPr/>
                <p14:nvPr/>
              </p14:nvContentPartPr>
              <p14:xfrm>
                <a:off x="10258806" y="408543"/>
                <a:ext cx="884520" cy="189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69C5A07-6BDF-9B6C-D46E-19290AA83D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41166" y="390903"/>
                  <a:ext cx="920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97B2C47-E495-4E84-F7A0-5AFA0FF36960}"/>
                    </a:ext>
                  </a:extLst>
                </p14:cNvPr>
                <p14:cNvContentPartPr/>
                <p14:nvPr/>
              </p14:nvContentPartPr>
              <p14:xfrm>
                <a:off x="11079606" y="405303"/>
                <a:ext cx="232920" cy="123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97B2C47-E495-4E84-F7A0-5AFA0FF369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61606" y="387663"/>
                  <a:ext cx="26856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BE629C3-D8A4-29B4-BABC-DC8A605F7593}"/>
                  </a:ext>
                </a:extLst>
              </p14:cNvPr>
              <p14:cNvContentPartPr/>
              <p14:nvPr/>
            </p14:nvContentPartPr>
            <p14:xfrm>
              <a:off x="12061686" y="679983"/>
              <a:ext cx="33840" cy="162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BE629C3-D8A4-29B4-BABC-DC8A605F759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043686" y="662343"/>
                <a:ext cx="694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AB79243-5332-10DF-A4AE-D64B55B7EA66}"/>
                  </a:ext>
                </a:extLst>
              </p14:cNvPr>
              <p14:cNvContentPartPr/>
              <p14:nvPr/>
            </p14:nvContentPartPr>
            <p14:xfrm>
              <a:off x="850926" y="3724863"/>
              <a:ext cx="178560" cy="47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AB79243-5332-10DF-A4AE-D64B55B7EA6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2926" y="3706863"/>
                <a:ext cx="214200" cy="8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61B829CC-0A45-0CCF-92DC-0E0613F30B54}"/>
              </a:ext>
            </a:extLst>
          </p:cNvPr>
          <p:cNvGrpSpPr/>
          <p:nvPr/>
        </p:nvGrpSpPr>
        <p:grpSpPr>
          <a:xfrm>
            <a:off x="1988526" y="1134663"/>
            <a:ext cx="577080" cy="1351080"/>
            <a:chOff x="1988526" y="1134663"/>
            <a:chExt cx="577080" cy="13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3D25BD-0618-D95B-EBEC-232AC4FC8CD8}"/>
                    </a:ext>
                  </a:extLst>
                </p14:cNvPr>
                <p14:cNvContentPartPr/>
                <p14:nvPr/>
              </p14:nvContentPartPr>
              <p14:xfrm>
                <a:off x="1988526" y="1134663"/>
                <a:ext cx="577080" cy="1351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3D25BD-0618-D95B-EBEC-232AC4FC8C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70886" y="1117023"/>
                  <a:ext cx="612720" cy="13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359026-C15B-28E1-DBFE-FF99CD00935E}"/>
                    </a:ext>
                  </a:extLst>
                </p14:cNvPr>
                <p14:cNvContentPartPr/>
                <p14:nvPr/>
              </p14:nvContentPartPr>
              <p14:xfrm>
                <a:off x="2403966" y="1277943"/>
                <a:ext cx="27720" cy="189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359026-C15B-28E1-DBFE-FF99CD0093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86326" y="1260303"/>
                  <a:ext cx="6336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BFA3DD1-7F8D-A27B-2C72-420EF9F5795E}"/>
                  </a:ext>
                </a:extLst>
              </p14:cNvPr>
              <p14:cNvContentPartPr/>
              <p14:nvPr/>
            </p14:nvContentPartPr>
            <p14:xfrm>
              <a:off x="3099126" y="1192983"/>
              <a:ext cx="26280" cy="2048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BFA3DD1-7F8D-A27B-2C72-420EF9F5795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81486" y="1175343"/>
                <a:ext cx="619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772292D-9C22-58EF-EFC3-B085D9454849}"/>
                  </a:ext>
                </a:extLst>
              </p14:cNvPr>
              <p14:cNvContentPartPr/>
              <p14:nvPr/>
            </p14:nvContentPartPr>
            <p14:xfrm>
              <a:off x="3979326" y="1123503"/>
              <a:ext cx="13680" cy="2041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772292D-9C22-58EF-EFC3-B085D945484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961326" y="1105863"/>
                <a:ext cx="49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044C586-331D-F80C-F970-2A2F4E4897B1}"/>
                  </a:ext>
                </a:extLst>
              </p14:cNvPr>
              <p14:cNvContentPartPr/>
              <p14:nvPr/>
            </p14:nvContentPartPr>
            <p14:xfrm>
              <a:off x="2366886" y="1718223"/>
              <a:ext cx="144000" cy="1504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044C586-331D-F80C-F970-2A2F4E4897B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49246" y="1700583"/>
                <a:ext cx="17964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1749DC46-EE19-4099-06AC-1B207D1BDF56}"/>
              </a:ext>
            </a:extLst>
          </p:cNvPr>
          <p:cNvGrpSpPr/>
          <p:nvPr/>
        </p:nvGrpSpPr>
        <p:grpSpPr>
          <a:xfrm>
            <a:off x="2969166" y="1641903"/>
            <a:ext cx="192600" cy="136440"/>
            <a:chOff x="2969166" y="1641903"/>
            <a:chExt cx="192600" cy="1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3A24E23-AC18-8881-E707-D500424421C5}"/>
                    </a:ext>
                  </a:extLst>
                </p14:cNvPr>
                <p14:cNvContentPartPr/>
                <p14:nvPr/>
              </p14:nvContentPartPr>
              <p14:xfrm>
                <a:off x="2969166" y="1731183"/>
                <a:ext cx="111960" cy="18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3A24E23-AC18-8881-E707-D500424421C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51526" y="1713543"/>
                  <a:ext cx="147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82E9420-667B-7B02-190D-96FA613B92C8}"/>
                    </a:ext>
                  </a:extLst>
                </p14:cNvPr>
                <p14:cNvContentPartPr/>
                <p14:nvPr/>
              </p14:nvContentPartPr>
              <p14:xfrm>
                <a:off x="3148446" y="1641903"/>
                <a:ext cx="13320" cy="136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82E9420-667B-7B02-190D-96FA613B92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30806" y="1623903"/>
                  <a:ext cx="4896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1A3C767-4CDA-5261-3B58-B0B9301FAEF5}"/>
                  </a:ext>
                </a:extLst>
              </p14:cNvPr>
              <p14:cNvContentPartPr/>
              <p14:nvPr/>
            </p14:nvContentPartPr>
            <p14:xfrm>
              <a:off x="2401086" y="2175063"/>
              <a:ext cx="150480" cy="1677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1A3C767-4CDA-5261-3B58-B0B9301FAEF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83446" y="2157423"/>
                <a:ext cx="1861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1D40ED8-0313-8094-1B37-72FBFCE06D7F}"/>
                  </a:ext>
                </a:extLst>
              </p14:cNvPr>
              <p14:cNvContentPartPr/>
              <p14:nvPr/>
            </p14:nvContentPartPr>
            <p14:xfrm>
              <a:off x="3133326" y="2121423"/>
              <a:ext cx="135720" cy="1875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1D40ED8-0313-8094-1B37-72FBFCE06D7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115686" y="2103783"/>
                <a:ext cx="171360" cy="2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5EF95CFA-E5BB-E8D1-CB92-ECC9F679696D}"/>
              </a:ext>
            </a:extLst>
          </p:cNvPr>
          <p:cNvGrpSpPr/>
          <p:nvPr/>
        </p:nvGrpSpPr>
        <p:grpSpPr>
          <a:xfrm>
            <a:off x="3770526" y="987783"/>
            <a:ext cx="722880" cy="1559160"/>
            <a:chOff x="3770526" y="987783"/>
            <a:chExt cx="722880" cy="15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5B4D6A-8AA4-D4EA-D2E1-231A04814E0A}"/>
                    </a:ext>
                  </a:extLst>
                </p14:cNvPr>
                <p14:cNvContentPartPr/>
                <p14:nvPr/>
              </p14:nvContentPartPr>
              <p14:xfrm>
                <a:off x="3787086" y="1644063"/>
                <a:ext cx="103320" cy="31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5B4D6A-8AA4-D4EA-D2E1-231A04814E0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69446" y="1626423"/>
                  <a:ext cx="1389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FA82CE-6818-BB73-53AC-609876E8A3B7}"/>
                    </a:ext>
                  </a:extLst>
                </p14:cNvPr>
                <p14:cNvContentPartPr/>
                <p14:nvPr/>
              </p14:nvContentPartPr>
              <p14:xfrm>
                <a:off x="3985446" y="1534263"/>
                <a:ext cx="177840" cy="190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FA82CE-6818-BB73-53AC-609876E8A3B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67446" y="1516263"/>
                  <a:ext cx="213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D2BFAB0-6CD5-CD05-545D-B64307E64D36}"/>
                    </a:ext>
                  </a:extLst>
                </p14:cNvPr>
                <p14:cNvContentPartPr/>
                <p14:nvPr/>
              </p14:nvContentPartPr>
              <p14:xfrm>
                <a:off x="3770526" y="2156343"/>
                <a:ext cx="110880" cy="27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D2BFAB0-6CD5-CD05-545D-B64307E64D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52526" y="2138703"/>
                  <a:ext cx="146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C40198-2BA1-210A-EF51-A5461AC99BF4}"/>
                    </a:ext>
                  </a:extLst>
                </p14:cNvPr>
                <p14:cNvContentPartPr/>
                <p14:nvPr/>
              </p14:nvContentPartPr>
              <p14:xfrm>
                <a:off x="3995166" y="1975623"/>
                <a:ext cx="133200" cy="342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C40198-2BA1-210A-EF51-A5461AC99B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77526" y="1957983"/>
                  <a:ext cx="1688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31D3714-3B86-16F5-600D-339603FD94E9}"/>
                    </a:ext>
                  </a:extLst>
                </p14:cNvPr>
                <p14:cNvContentPartPr/>
                <p14:nvPr/>
              </p14:nvContentPartPr>
              <p14:xfrm>
                <a:off x="4164006" y="987783"/>
                <a:ext cx="329400" cy="1559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31D3714-3B86-16F5-600D-339603FD94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46366" y="970143"/>
                  <a:ext cx="365040" cy="159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54874DF-B06B-3405-DC80-422811BE316D}"/>
              </a:ext>
            </a:extLst>
          </p:cNvPr>
          <p:cNvGrpSpPr/>
          <p:nvPr/>
        </p:nvGrpSpPr>
        <p:grpSpPr>
          <a:xfrm>
            <a:off x="4848006" y="927663"/>
            <a:ext cx="927360" cy="1551240"/>
            <a:chOff x="4848006" y="927663"/>
            <a:chExt cx="927360" cy="155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3D46C10-BD5E-0FF3-1FA1-18FA5447ABA5}"/>
                    </a:ext>
                  </a:extLst>
                </p14:cNvPr>
                <p14:cNvContentPartPr/>
                <p14:nvPr/>
              </p14:nvContentPartPr>
              <p14:xfrm>
                <a:off x="4848006" y="927663"/>
                <a:ext cx="358920" cy="1551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3D46C10-BD5E-0FF3-1FA1-18FA5447AB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30006" y="909663"/>
                  <a:ext cx="394560" cy="15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76BAA1F-6B6D-E1F0-E946-1DC2BFC6D09D}"/>
                    </a:ext>
                  </a:extLst>
                </p14:cNvPr>
                <p14:cNvContentPartPr/>
                <p14:nvPr/>
              </p14:nvContentPartPr>
              <p14:xfrm>
                <a:off x="5191086" y="1230783"/>
                <a:ext cx="264240" cy="150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76BAA1F-6B6D-E1F0-E946-1DC2BFC6D0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73446" y="1212783"/>
                  <a:ext cx="299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B86ABDE-F144-C99E-C916-D027B23332B0}"/>
                    </a:ext>
                  </a:extLst>
                </p14:cNvPr>
                <p14:cNvContentPartPr/>
                <p14:nvPr/>
              </p14:nvContentPartPr>
              <p14:xfrm>
                <a:off x="5244366" y="1552623"/>
                <a:ext cx="137520" cy="276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B86ABDE-F144-C99E-C916-D027B23332B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26726" y="1534983"/>
                  <a:ext cx="1731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4A9380-8198-012D-6EE2-180D842CBDCC}"/>
                    </a:ext>
                  </a:extLst>
                </p14:cNvPr>
                <p14:cNvContentPartPr/>
                <p14:nvPr/>
              </p14:nvContentPartPr>
              <p14:xfrm>
                <a:off x="5141406" y="2010183"/>
                <a:ext cx="228960" cy="182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4A9380-8198-012D-6EE2-180D842CBDC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23766" y="1992183"/>
                  <a:ext cx="264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E237347-8C5C-A11F-6C8B-9E898BCF7763}"/>
                    </a:ext>
                  </a:extLst>
                </p14:cNvPr>
                <p14:cNvContentPartPr/>
                <p14:nvPr/>
              </p14:nvContentPartPr>
              <p14:xfrm>
                <a:off x="5487366" y="977703"/>
                <a:ext cx="288000" cy="1445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E237347-8C5C-A11F-6C8B-9E898BCF77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69366" y="960063"/>
                  <a:ext cx="323640" cy="148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44FBBC3-A6EB-A349-92C7-E1F2F3DB2E07}"/>
              </a:ext>
            </a:extLst>
          </p:cNvPr>
          <p:cNvGrpSpPr/>
          <p:nvPr/>
        </p:nvGrpSpPr>
        <p:grpSpPr>
          <a:xfrm>
            <a:off x="6100086" y="1689783"/>
            <a:ext cx="190800" cy="136080"/>
            <a:chOff x="6100086" y="1689783"/>
            <a:chExt cx="190800" cy="13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3F7D5C2-8B63-407D-FD6E-E2E67986A7FD}"/>
                    </a:ext>
                  </a:extLst>
                </p14:cNvPr>
                <p14:cNvContentPartPr/>
                <p14:nvPr/>
              </p14:nvContentPartPr>
              <p14:xfrm>
                <a:off x="6102966" y="1689783"/>
                <a:ext cx="108000" cy="39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3F7D5C2-8B63-407D-FD6E-E2E67986A7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85326" y="1671783"/>
                  <a:ext cx="143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F2EB8C0-63C7-8C0A-433D-A83DCDE8EC43}"/>
                    </a:ext>
                  </a:extLst>
                </p14:cNvPr>
                <p14:cNvContentPartPr/>
                <p14:nvPr/>
              </p14:nvContentPartPr>
              <p14:xfrm>
                <a:off x="6100086" y="1787703"/>
                <a:ext cx="190800" cy="38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F2EB8C0-63C7-8C0A-433D-A83DCDE8EC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82446" y="1769703"/>
                  <a:ext cx="22644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D98207B-4E44-FC09-A93F-AD28C66FED70}"/>
              </a:ext>
            </a:extLst>
          </p:cNvPr>
          <p:cNvGrpSpPr/>
          <p:nvPr/>
        </p:nvGrpSpPr>
        <p:grpSpPr>
          <a:xfrm>
            <a:off x="7456206" y="275343"/>
            <a:ext cx="928800" cy="345960"/>
            <a:chOff x="7456206" y="275343"/>
            <a:chExt cx="9288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64AAAA-ABAD-5786-135D-95691C42F89A}"/>
                    </a:ext>
                  </a:extLst>
                </p14:cNvPr>
                <p14:cNvContentPartPr/>
                <p14:nvPr/>
              </p14:nvContentPartPr>
              <p14:xfrm>
                <a:off x="7456206" y="410703"/>
                <a:ext cx="198000" cy="188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64AAAA-ABAD-5786-135D-95691C42F8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38566" y="393063"/>
                  <a:ext cx="2336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74C9A8D-6F78-BEFF-0D93-B1D5F1253972}"/>
                    </a:ext>
                  </a:extLst>
                </p14:cNvPr>
                <p14:cNvContentPartPr/>
                <p14:nvPr/>
              </p14:nvContentPartPr>
              <p14:xfrm>
                <a:off x="7706406" y="420063"/>
                <a:ext cx="239040" cy="144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74C9A8D-6F78-BEFF-0D93-B1D5F125397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688406" y="402063"/>
                  <a:ext cx="274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8388D0-B6B0-D42F-E12D-72667451C41D}"/>
                    </a:ext>
                  </a:extLst>
                </p14:cNvPr>
                <p14:cNvContentPartPr/>
                <p14:nvPr/>
              </p14:nvContentPartPr>
              <p14:xfrm>
                <a:off x="7976766" y="275343"/>
                <a:ext cx="126000" cy="282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8388D0-B6B0-D42F-E12D-72667451C4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59126" y="257703"/>
                  <a:ext cx="161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7F3A1A-3577-4153-FD9C-CDBF492B20E2}"/>
                    </a:ext>
                  </a:extLst>
                </p14:cNvPr>
                <p14:cNvContentPartPr/>
                <p14:nvPr/>
              </p14:nvContentPartPr>
              <p14:xfrm>
                <a:off x="8111766" y="414303"/>
                <a:ext cx="100800" cy="145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7F3A1A-3577-4153-FD9C-CDBF492B20E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94126" y="396663"/>
                  <a:ext cx="136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24920A3-91A0-4756-E9DC-5FCDC471BA5D}"/>
                    </a:ext>
                  </a:extLst>
                </p14:cNvPr>
                <p14:cNvContentPartPr/>
                <p14:nvPr/>
              </p14:nvContentPartPr>
              <p14:xfrm>
                <a:off x="8270886" y="398823"/>
                <a:ext cx="114120" cy="146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24920A3-91A0-4756-E9DC-5FCDC471BA5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52886" y="380823"/>
                  <a:ext cx="149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F82E75F-0F13-0AA6-0B00-9FF4E997D9C0}"/>
                    </a:ext>
                  </a:extLst>
                </p14:cNvPr>
                <p14:cNvContentPartPr/>
                <p14:nvPr/>
              </p14:nvContentPartPr>
              <p14:xfrm>
                <a:off x="7802526" y="566943"/>
                <a:ext cx="196920" cy="54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F82E75F-0F13-0AA6-0B00-9FF4E997D9C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84886" y="549303"/>
                  <a:ext cx="23256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F6374D9-2502-F576-99E8-F6E6B3A8ADA0}"/>
              </a:ext>
            </a:extLst>
          </p:cNvPr>
          <p:cNvGrpSpPr/>
          <p:nvPr/>
        </p:nvGrpSpPr>
        <p:grpSpPr>
          <a:xfrm>
            <a:off x="2617086" y="3030063"/>
            <a:ext cx="1444320" cy="451440"/>
            <a:chOff x="2617086" y="3030063"/>
            <a:chExt cx="144432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0EAC1C7-F473-DD93-2A4F-152B7785712C}"/>
                    </a:ext>
                  </a:extLst>
                </p14:cNvPr>
                <p14:cNvContentPartPr/>
                <p14:nvPr/>
              </p14:nvContentPartPr>
              <p14:xfrm>
                <a:off x="2617086" y="3032943"/>
                <a:ext cx="268920" cy="193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0EAC1C7-F473-DD93-2A4F-152B7785712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99086" y="3015303"/>
                  <a:ext cx="304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B1151A8-95C2-C86D-86A5-6A067E0B9491}"/>
                    </a:ext>
                  </a:extLst>
                </p14:cNvPr>
                <p14:cNvContentPartPr/>
                <p14:nvPr/>
              </p14:nvContentPartPr>
              <p14:xfrm>
                <a:off x="2972406" y="3094863"/>
                <a:ext cx="116640" cy="21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B1151A8-95C2-C86D-86A5-6A067E0B949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54766" y="3077223"/>
                  <a:ext cx="152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79A4C06-55C6-3FFB-3E18-9B0BE98F92AA}"/>
                    </a:ext>
                  </a:extLst>
                </p14:cNvPr>
                <p14:cNvContentPartPr/>
                <p14:nvPr/>
              </p14:nvContentPartPr>
              <p14:xfrm>
                <a:off x="3018126" y="3030063"/>
                <a:ext cx="46080" cy="207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79A4C06-55C6-3FFB-3E18-9B0BE98F92A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00126" y="3012423"/>
                  <a:ext cx="817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E5227D8-F0E3-AB00-4821-B7E44EBE7168}"/>
                    </a:ext>
                  </a:extLst>
                </p14:cNvPr>
                <p14:cNvContentPartPr/>
                <p14:nvPr/>
              </p14:nvContentPartPr>
              <p14:xfrm>
                <a:off x="3131526" y="3046623"/>
                <a:ext cx="185760" cy="434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E5227D8-F0E3-AB00-4821-B7E44EBE716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13886" y="3028623"/>
                  <a:ext cx="22140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180866B-A5C8-3886-8F2D-7B1C0EAD22B0}"/>
                    </a:ext>
                  </a:extLst>
                </p14:cNvPr>
                <p14:cNvContentPartPr/>
                <p14:nvPr/>
              </p14:nvContentPartPr>
              <p14:xfrm>
                <a:off x="3452286" y="3108183"/>
                <a:ext cx="148320" cy="38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180866B-A5C8-3886-8F2D-7B1C0EAD22B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34286" y="3090543"/>
                  <a:ext cx="183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153D5AB-C35A-4512-93E6-4B203BC7DB17}"/>
                    </a:ext>
                  </a:extLst>
                </p14:cNvPr>
                <p14:cNvContentPartPr/>
                <p14:nvPr/>
              </p14:nvContentPartPr>
              <p14:xfrm>
                <a:off x="3531486" y="3038703"/>
                <a:ext cx="57600" cy="212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153D5AB-C35A-4512-93E6-4B203BC7DB1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513486" y="3021063"/>
                  <a:ext cx="93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26A6B6-7B3E-A8DB-DB25-D0D527F87D65}"/>
                    </a:ext>
                  </a:extLst>
                </p14:cNvPr>
                <p14:cNvContentPartPr/>
                <p14:nvPr/>
              </p14:nvContentPartPr>
              <p14:xfrm>
                <a:off x="3746406" y="3031503"/>
                <a:ext cx="315000" cy="197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26A6B6-7B3E-A8DB-DB25-D0D527F87D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28406" y="3013503"/>
                  <a:ext cx="35064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41BCD9F-C03B-27C6-ECC9-278923C56619}"/>
              </a:ext>
            </a:extLst>
          </p:cNvPr>
          <p:cNvGrpSpPr/>
          <p:nvPr/>
        </p:nvGrpSpPr>
        <p:grpSpPr>
          <a:xfrm>
            <a:off x="4295766" y="3002703"/>
            <a:ext cx="173880" cy="101160"/>
            <a:chOff x="4295766" y="3002703"/>
            <a:chExt cx="17388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8C6FA3F-E425-43ED-C9A5-CE0BA805238E}"/>
                    </a:ext>
                  </a:extLst>
                </p14:cNvPr>
                <p14:cNvContentPartPr/>
                <p14:nvPr/>
              </p14:nvContentPartPr>
              <p14:xfrm>
                <a:off x="4332486" y="3002703"/>
                <a:ext cx="106560" cy="2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8C6FA3F-E425-43ED-C9A5-CE0BA805238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4846" y="2985063"/>
                  <a:ext cx="142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637633E-3233-8185-132B-A2AC235A0607}"/>
                    </a:ext>
                  </a:extLst>
                </p14:cNvPr>
                <p14:cNvContentPartPr/>
                <p14:nvPr/>
              </p14:nvContentPartPr>
              <p14:xfrm>
                <a:off x="4295766" y="3053463"/>
                <a:ext cx="173880" cy="50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637633E-3233-8185-132B-A2AC235A06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77766" y="3035463"/>
                  <a:ext cx="209520" cy="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E15EECE-F726-B25B-D0CF-B1D501D21E61}"/>
                  </a:ext>
                </a:extLst>
              </p14:cNvPr>
              <p14:cNvContentPartPr/>
              <p14:nvPr/>
            </p14:nvContentPartPr>
            <p14:xfrm>
              <a:off x="4730286" y="2870943"/>
              <a:ext cx="175680" cy="3074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E15EECE-F726-B25B-D0CF-B1D501D21E6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712646" y="2852943"/>
                <a:ext cx="211320" cy="34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A195836-15C7-BD7F-E2A0-A6D9A060A096}"/>
              </a:ext>
            </a:extLst>
          </p:cNvPr>
          <p:cNvGrpSpPr/>
          <p:nvPr/>
        </p:nvGrpSpPr>
        <p:grpSpPr>
          <a:xfrm>
            <a:off x="2496486" y="3709383"/>
            <a:ext cx="345600" cy="456480"/>
            <a:chOff x="2496486" y="3709383"/>
            <a:chExt cx="345600" cy="45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674506-AAAD-2F76-0954-5D0AED0E301B}"/>
                    </a:ext>
                  </a:extLst>
                </p14:cNvPr>
                <p14:cNvContentPartPr/>
                <p14:nvPr/>
              </p14:nvContentPartPr>
              <p14:xfrm>
                <a:off x="2496486" y="3755823"/>
                <a:ext cx="134280" cy="14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674506-AAAD-2F76-0954-5D0AED0E301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78846" y="3737823"/>
                  <a:ext cx="169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B4A0C0D-6D16-72DC-D116-E37DB1BF8EA4}"/>
                    </a:ext>
                  </a:extLst>
                </p14:cNvPr>
                <p14:cNvContentPartPr/>
                <p14:nvPr/>
              </p14:nvContentPartPr>
              <p14:xfrm>
                <a:off x="2681886" y="3709383"/>
                <a:ext cx="160200" cy="456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B4A0C0D-6D16-72DC-D116-E37DB1BF8EA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63886" y="3691743"/>
                  <a:ext cx="195840" cy="49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7F26979-125E-C37D-5C79-E110A0EC5FB8}"/>
              </a:ext>
            </a:extLst>
          </p:cNvPr>
          <p:cNvGrpSpPr/>
          <p:nvPr/>
        </p:nvGrpSpPr>
        <p:grpSpPr>
          <a:xfrm>
            <a:off x="3059166" y="3663663"/>
            <a:ext cx="747720" cy="250560"/>
            <a:chOff x="3059166" y="3663663"/>
            <a:chExt cx="74772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B2016BA-F6B3-0A1F-77E9-6A919F0347D8}"/>
                    </a:ext>
                  </a:extLst>
                </p14:cNvPr>
                <p14:cNvContentPartPr/>
                <p14:nvPr/>
              </p14:nvContentPartPr>
              <p14:xfrm>
                <a:off x="3059166" y="3804063"/>
                <a:ext cx="108720" cy="43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B2016BA-F6B3-0A1F-77E9-6A919F0347D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41526" y="3786423"/>
                  <a:ext cx="1443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EF42BD7-E673-975D-987C-B48B866C089C}"/>
                    </a:ext>
                  </a:extLst>
                </p14:cNvPr>
                <p14:cNvContentPartPr/>
                <p14:nvPr/>
              </p14:nvContentPartPr>
              <p14:xfrm>
                <a:off x="3278046" y="3663663"/>
                <a:ext cx="110520" cy="250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EF42BD7-E673-975D-987C-B48B866C089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60406" y="3646023"/>
                  <a:ext cx="146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5C17CCE-A7F8-B480-78E9-A6ECA8609886}"/>
                    </a:ext>
                  </a:extLst>
                </p14:cNvPr>
                <p14:cNvContentPartPr/>
                <p14:nvPr/>
              </p14:nvContentPartPr>
              <p14:xfrm>
                <a:off x="3543726" y="3683103"/>
                <a:ext cx="263160" cy="195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5C17CCE-A7F8-B480-78E9-A6ECA86098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26086" y="3665103"/>
                  <a:ext cx="29880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094941B-3240-AE9E-9700-8925815FAB84}"/>
              </a:ext>
            </a:extLst>
          </p:cNvPr>
          <p:cNvGrpSpPr/>
          <p:nvPr/>
        </p:nvGrpSpPr>
        <p:grpSpPr>
          <a:xfrm>
            <a:off x="4039806" y="3529383"/>
            <a:ext cx="1067760" cy="270000"/>
            <a:chOff x="4039806" y="3529383"/>
            <a:chExt cx="106776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D2AD442-3E10-10FD-18B5-0AA905C85D7F}"/>
                    </a:ext>
                  </a:extLst>
                </p14:cNvPr>
                <p14:cNvContentPartPr/>
                <p14:nvPr/>
              </p14:nvContentPartPr>
              <p14:xfrm>
                <a:off x="4039806" y="3658983"/>
                <a:ext cx="125280" cy="18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D2AD442-3E10-10FD-18B5-0AA905C85D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22166" y="3640983"/>
                  <a:ext cx="160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E4978BB-95B9-A466-6404-D27EF1373475}"/>
                    </a:ext>
                  </a:extLst>
                </p14:cNvPr>
                <p14:cNvContentPartPr/>
                <p14:nvPr/>
              </p14:nvContentPartPr>
              <p14:xfrm>
                <a:off x="4096326" y="3711903"/>
                <a:ext cx="181080" cy="37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E4978BB-95B9-A466-6404-D27EF137347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78686" y="3694263"/>
                  <a:ext cx="216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B183D66-1401-9092-0A15-A7FE29E7F19C}"/>
                    </a:ext>
                  </a:extLst>
                </p14:cNvPr>
                <p14:cNvContentPartPr/>
                <p14:nvPr/>
              </p14:nvContentPartPr>
              <p14:xfrm>
                <a:off x="4454886" y="3652863"/>
                <a:ext cx="140400" cy="44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B183D66-1401-9092-0A15-A7FE29E7F19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37246" y="3634863"/>
                  <a:ext cx="176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E1402B5-D6B6-E75B-91E9-CDBD35ADB070}"/>
                    </a:ext>
                  </a:extLst>
                </p14:cNvPr>
                <p14:cNvContentPartPr/>
                <p14:nvPr/>
              </p14:nvContentPartPr>
              <p14:xfrm>
                <a:off x="4716606" y="3529383"/>
                <a:ext cx="70200" cy="263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E1402B5-D6B6-E75B-91E9-CDBD35ADB07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98606" y="3511743"/>
                  <a:ext cx="1058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FDD46DC-D8AA-ACFC-2F94-B0C7067A6403}"/>
                    </a:ext>
                  </a:extLst>
                </p14:cNvPr>
                <p14:cNvContentPartPr/>
                <p14:nvPr/>
              </p14:nvContentPartPr>
              <p14:xfrm>
                <a:off x="4890126" y="3542343"/>
                <a:ext cx="217440" cy="257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FDD46DC-D8AA-ACFC-2F94-B0C7067A640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72486" y="3524703"/>
                  <a:ext cx="253080" cy="2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43D2E5A-32D1-74C1-0D61-4935C606D5E6}"/>
              </a:ext>
            </a:extLst>
          </p:cNvPr>
          <p:cNvGrpSpPr/>
          <p:nvPr/>
        </p:nvGrpSpPr>
        <p:grpSpPr>
          <a:xfrm>
            <a:off x="2790966" y="4352343"/>
            <a:ext cx="822960" cy="367920"/>
            <a:chOff x="2790966" y="4352343"/>
            <a:chExt cx="82296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35F268E-6CE8-9629-48F8-6AAD523A232F}"/>
                    </a:ext>
                  </a:extLst>
                </p14:cNvPr>
                <p14:cNvContentPartPr/>
                <p14:nvPr/>
              </p14:nvContentPartPr>
              <p14:xfrm>
                <a:off x="2790966" y="4540623"/>
                <a:ext cx="172440" cy="43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35F268E-6CE8-9629-48F8-6AAD523A232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772966" y="4522623"/>
                  <a:ext cx="2080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2A00245-F826-021C-84B1-FDD77816393A}"/>
                    </a:ext>
                  </a:extLst>
                </p14:cNvPr>
                <p14:cNvContentPartPr/>
                <p14:nvPr/>
              </p14:nvContentPartPr>
              <p14:xfrm>
                <a:off x="3104166" y="4352343"/>
                <a:ext cx="135000" cy="367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2A00245-F826-021C-84B1-FDD77816393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86166" y="4334703"/>
                  <a:ext cx="1706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C7B244C-061B-D4C9-EB4F-CE36D15B1BC9}"/>
                    </a:ext>
                  </a:extLst>
                </p14:cNvPr>
                <p14:cNvContentPartPr/>
                <p14:nvPr/>
              </p14:nvContentPartPr>
              <p14:xfrm>
                <a:off x="3324486" y="4472583"/>
                <a:ext cx="289440" cy="222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C7B244C-061B-D4C9-EB4F-CE36D15B1BC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06486" y="4454583"/>
                  <a:ext cx="32508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FF0F31C-A918-C5B7-7B6B-D484CB684399}"/>
                  </a:ext>
                </a:extLst>
              </p14:cNvPr>
              <p14:cNvContentPartPr/>
              <p14:nvPr/>
            </p14:nvContentPartPr>
            <p14:xfrm>
              <a:off x="5100366" y="4879383"/>
              <a:ext cx="11880" cy="136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FF0F31C-A918-C5B7-7B6B-D484CB684399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082366" y="4861743"/>
                <a:ext cx="4752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3D37D11-CFF7-0412-8A1B-88D927B0994C}"/>
              </a:ext>
            </a:extLst>
          </p:cNvPr>
          <p:cNvGrpSpPr/>
          <p:nvPr/>
        </p:nvGrpSpPr>
        <p:grpSpPr>
          <a:xfrm>
            <a:off x="6888486" y="838743"/>
            <a:ext cx="1184400" cy="1576080"/>
            <a:chOff x="6888486" y="838743"/>
            <a:chExt cx="1184400" cy="15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A894506-09CD-50C7-5A6F-E12FC38E796E}"/>
                    </a:ext>
                  </a:extLst>
                </p14:cNvPr>
                <p14:cNvContentPartPr/>
                <p14:nvPr/>
              </p14:nvContentPartPr>
              <p14:xfrm>
                <a:off x="6888486" y="916863"/>
                <a:ext cx="405000" cy="1497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A894506-09CD-50C7-5A6F-E12FC38E796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70486" y="898863"/>
                  <a:ext cx="440640" cy="15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DF400BA-C292-80B6-BCE3-994A36AC626B}"/>
                    </a:ext>
                  </a:extLst>
                </p14:cNvPr>
                <p14:cNvContentPartPr/>
                <p14:nvPr/>
              </p14:nvContentPartPr>
              <p14:xfrm>
                <a:off x="7327326" y="1049343"/>
                <a:ext cx="109800" cy="261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DF400BA-C292-80B6-BCE3-994A36AC626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09326" y="1031703"/>
                  <a:ext cx="1454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B8ADE7D-086F-3A2F-4305-D633DAC69C73}"/>
                    </a:ext>
                  </a:extLst>
                </p14:cNvPr>
                <p14:cNvContentPartPr/>
                <p14:nvPr/>
              </p14:nvContentPartPr>
              <p14:xfrm>
                <a:off x="7188366" y="1619223"/>
                <a:ext cx="127800" cy="43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B8ADE7D-086F-3A2F-4305-D633DAC69C7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70366" y="1601583"/>
                  <a:ext cx="163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F6AF18-D9D0-EC6F-0548-EBBDF02E6628}"/>
                    </a:ext>
                  </a:extLst>
                </p14:cNvPr>
                <p14:cNvContentPartPr/>
                <p14:nvPr/>
              </p14:nvContentPartPr>
              <p14:xfrm>
                <a:off x="7364766" y="1576383"/>
                <a:ext cx="32760" cy="155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F6AF18-D9D0-EC6F-0548-EBBDF02E662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46766" y="1558383"/>
                  <a:ext cx="68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47B3B7D-0D1D-28E8-D382-A7468CB1F15C}"/>
                    </a:ext>
                  </a:extLst>
                </p14:cNvPr>
                <p14:cNvContentPartPr/>
                <p14:nvPr/>
              </p14:nvContentPartPr>
              <p14:xfrm>
                <a:off x="7487166" y="1565583"/>
                <a:ext cx="97200" cy="199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47B3B7D-0D1D-28E8-D382-A7468CB1F15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69166" y="1547583"/>
                  <a:ext cx="1328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C0D1C07-57F4-238D-3954-92EA83BB1149}"/>
                    </a:ext>
                  </a:extLst>
                </p14:cNvPr>
                <p14:cNvContentPartPr/>
                <p14:nvPr/>
              </p14:nvContentPartPr>
              <p14:xfrm>
                <a:off x="7276206" y="1955823"/>
                <a:ext cx="152640" cy="163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C0D1C07-57F4-238D-3954-92EA83BB114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58566" y="1937823"/>
                  <a:ext cx="188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9C979A-56E1-03EB-507A-C84052DEE790}"/>
                    </a:ext>
                  </a:extLst>
                </p14:cNvPr>
                <p14:cNvContentPartPr/>
                <p14:nvPr/>
              </p14:nvContentPartPr>
              <p14:xfrm>
                <a:off x="7522806" y="1939623"/>
                <a:ext cx="119160" cy="156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9C979A-56E1-03EB-507A-C84052DEE7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05166" y="1921983"/>
                  <a:ext cx="154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4B01B12-7A07-77E3-7D65-C52954B66D8C}"/>
                    </a:ext>
                  </a:extLst>
                </p14:cNvPr>
                <p14:cNvContentPartPr/>
                <p14:nvPr/>
              </p14:nvContentPartPr>
              <p14:xfrm>
                <a:off x="7664286" y="838743"/>
                <a:ext cx="408600" cy="1555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4B01B12-7A07-77E3-7D65-C52954B66D8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646286" y="820743"/>
                  <a:ext cx="444240" cy="15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8C1EB9-1889-E477-A42D-627926016C78}"/>
                    </a:ext>
                  </a:extLst>
                </p14:cNvPr>
                <p14:cNvContentPartPr/>
                <p14:nvPr/>
              </p14:nvContentPartPr>
              <p14:xfrm>
                <a:off x="7076046" y="2054823"/>
                <a:ext cx="103680" cy="12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8C1EB9-1889-E477-A42D-627926016C7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58046" y="2037183"/>
                  <a:ext cx="13932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52A8CA0-DFB0-DB4C-229C-7121FFA2A91E}"/>
              </a:ext>
            </a:extLst>
          </p:cNvPr>
          <p:cNvGrpSpPr/>
          <p:nvPr/>
        </p:nvGrpSpPr>
        <p:grpSpPr>
          <a:xfrm>
            <a:off x="3817686" y="4328223"/>
            <a:ext cx="1035720" cy="291240"/>
            <a:chOff x="3817686" y="4328223"/>
            <a:chExt cx="103572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362BC2E-412E-921D-5FC4-4BFAA461B83E}"/>
                    </a:ext>
                  </a:extLst>
                </p14:cNvPr>
                <p14:cNvContentPartPr/>
                <p14:nvPr/>
              </p14:nvContentPartPr>
              <p14:xfrm>
                <a:off x="3843966" y="4493823"/>
                <a:ext cx="123120" cy="20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362BC2E-412E-921D-5FC4-4BFAA461B8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26326" y="4475823"/>
                  <a:ext cx="158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D9596C7-3464-835F-8AA8-209F25BF1ABB}"/>
                    </a:ext>
                  </a:extLst>
                </p14:cNvPr>
                <p14:cNvContentPartPr/>
                <p14:nvPr/>
              </p14:nvContentPartPr>
              <p14:xfrm>
                <a:off x="3817686" y="4573023"/>
                <a:ext cx="260280" cy="46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D9596C7-3464-835F-8AA8-209F25BF1AB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99686" y="4555383"/>
                  <a:ext cx="29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5514C31-A5AB-E533-3106-CC1CC79826A3}"/>
                    </a:ext>
                  </a:extLst>
                </p14:cNvPr>
                <p14:cNvContentPartPr/>
                <p14:nvPr/>
              </p14:nvContentPartPr>
              <p14:xfrm>
                <a:off x="4340406" y="4328223"/>
                <a:ext cx="296280" cy="270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5514C31-A5AB-E533-3106-CC1CC79826A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22766" y="4310583"/>
                  <a:ext cx="331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CDD1FA6-0E0C-CF91-8A33-179B07B3B815}"/>
                    </a:ext>
                  </a:extLst>
                </p14:cNvPr>
                <p14:cNvContentPartPr/>
                <p14:nvPr/>
              </p14:nvContentPartPr>
              <p14:xfrm>
                <a:off x="4651086" y="4395903"/>
                <a:ext cx="202320" cy="196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CDD1FA6-0E0C-CF91-8A33-179B07B3B81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33446" y="4377903"/>
                  <a:ext cx="2379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E27A999-0333-2E31-0DC9-3AD7DB7ACB84}"/>
                    </a:ext>
                  </a:extLst>
                </p14:cNvPr>
                <p14:cNvContentPartPr/>
                <p14:nvPr/>
              </p14:nvContentPartPr>
              <p14:xfrm>
                <a:off x="4220166" y="4481583"/>
                <a:ext cx="102240" cy="16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E27A999-0333-2E31-0DC9-3AD7DB7ACB8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02166" y="4463583"/>
                  <a:ext cx="13788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DDCE33C1-4313-9B82-7CCD-48B075058EDE}"/>
              </a:ext>
            </a:extLst>
          </p:cNvPr>
          <p:cNvGrpSpPr/>
          <p:nvPr/>
        </p:nvGrpSpPr>
        <p:grpSpPr>
          <a:xfrm>
            <a:off x="1568406" y="5050383"/>
            <a:ext cx="363600" cy="428760"/>
            <a:chOff x="1568406" y="5050383"/>
            <a:chExt cx="36360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155C4AB-6525-F7F1-3099-F63688C6E65F}"/>
                    </a:ext>
                  </a:extLst>
                </p14:cNvPr>
                <p14:cNvContentPartPr/>
                <p14:nvPr/>
              </p14:nvContentPartPr>
              <p14:xfrm>
                <a:off x="1573806" y="5203743"/>
                <a:ext cx="153720" cy="22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155C4AB-6525-F7F1-3099-F63688C6E65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55806" y="5185743"/>
                  <a:ext cx="189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B870416-A19D-723B-DBE1-A266D83F84C2}"/>
                    </a:ext>
                  </a:extLst>
                </p14:cNvPr>
                <p14:cNvContentPartPr/>
                <p14:nvPr/>
              </p14:nvContentPartPr>
              <p14:xfrm>
                <a:off x="1568406" y="5287263"/>
                <a:ext cx="216360" cy="81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B870416-A19D-723B-DBE1-A266D83F84C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50766" y="5269263"/>
                  <a:ext cx="252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FB18B37-43EF-98E9-A6A4-AACBD4C152C9}"/>
                    </a:ext>
                  </a:extLst>
                </p14:cNvPr>
                <p14:cNvContentPartPr/>
                <p14:nvPr/>
              </p14:nvContentPartPr>
              <p14:xfrm>
                <a:off x="1794126" y="5050383"/>
                <a:ext cx="137880" cy="428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FB18B37-43EF-98E9-A6A4-AACBD4C152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76126" y="5032383"/>
                  <a:ext cx="173520" cy="46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45E25BE-1525-CC06-12BC-99296EFAAAA5}"/>
                  </a:ext>
                </a:extLst>
              </p14:cNvPr>
              <p14:cNvContentPartPr/>
              <p14:nvPr/>
            </p14:nvContentPartPr>
            <p14:xfrm>
              <a:off x="2443566" y="5226063"/>
              <a:ext cx="279360" cy="1576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45E25BE-1525-CC06-12BC-99296EFAAAA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425926" y="5208063"/>
                <a:ext cx="315000" cy="19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EA19717-75BD-85AC-B691-8D01E948FC22}"/>
              </a:ext>
            </a:extLst>
          </p:cNvPr>
          <p:cNvGrpSpPr/>
          <p:nvPr/>
        </p:nvGrpSpPr>
        <p:grpSpPr>
          <a:xfrm>
            <a:off x="2922366" y="5186823"/>
            <a:ext cx="160920" cy="115920"/>
            <a:chOff x="2922366" y="5186823"/>
            <a:chExt cx="160920" cy="1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187D30A-7D53-3313-6296-A1B44B6A197B}"/>
                    </a:ext>
                  </a:extLst>
                </p14:cNvPr>
                <p14:cNvContentPartPr/>
                <p14:nvPr/>
              </p14:nvContentPartPr>
              <p14:xfrm>
                <a:off x="2922366" y="5186823"/>
                <a:ext cx="100080" cy="23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187D30A-7D53-3313-6296-A1B44B6A197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04726" y="5169183"/>
                  <a:ext cx="135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684FC2D-3947-7D95-2945-11B2F15505CD}"/>
                    </a:ext>
                  </a:extLst>
                </p14:cNvPr>
                <p14:cNvContentPartPr/>
                <p14:nvPr/>
              </p14:nvContentPartPr>
              <p14:xfrm>
                <a:off x="2933886" y="5265663"/>
                <a:ext cx="149400" cy="37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684FC2D-3947-7D95-2945-11B2F15505C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915886" y="5248023"/>
                  <a:ext cx="18504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B3D21382-5D91-00BA-0491-0B7D5DF2FAE4}"/>
              </a:ext>
            </a:extLst>
          </p:cNvPr>
          <p:cNvGrpSpPr/>
          <p:nvPr/>
        </p:nvGrpSpPr>
        <p:grpSpPr>
          <a:xfrm>
            <a:off x="3364086" y="5080263"/>
            <a:ext cx="382320" cy="269640"/>
            <a:chOff x="3364086" y="5080263"/>
            <a:chExt cx="38232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000D3F0-0853-23CE-5AB4-E547A7D074C4}"/>
                    </a:ext>
                  </a:extLst>
                </p14:cNvPr>
                <p14:cNvContentPartPr/>
                <p14:nvPr/>
              </p14:nvContentPartPr>
              <p14:xfrm>
                <a:off x="3364086" y="5083143"/>
                <a:ext cx="142560" cy="266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000D3F0-0853-23CE-5AB4-E547A7D074C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46446" y="5065143"/>
                  <a:ext cx="1782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9C09D68-3D0C-4EAC-740D-6E19B5CF4E3E}"/>
                    </a:ext>
                  </a:extLst>
                </p14:cNvPr>
                <p14:cNvContentPartPr/>
                <p14:nvPr/>
              </p14:nvContentPartPr>
              <p14:xfrm>
                <a:off x="3486846" y="5080263"/>
                <a:ext cx="259560" cy="59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9C09D68-3D0C-4EAC-740D-6E19B5CF4E3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68846" y="5062263"/>
                  <a:ext cx="2952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B737E38-CF05-CF2A-A45A-5A33BC5152BC}"/>
              </a:ext>
            </a:extLst>
          </p:cNvPr>
          <p:cNvGrpSpPr/>
          <p:nvPr/>
        </p:nvGrpSpPr>
        <p:grpSpPr>
          <a:xfrm>
            <a:off x="1507566" y="5625663"/>
            <a:ext cx="398520" cy="550080"/>
            <a:chOff x="1507566" y="5625663"/>
            <a:chExt cx="398520" cy="55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6A8D62F-3A96-C010-C4AB-EBF7FB8ED8F7}"/>
                    </a:ext>
                  </a:extLst>
                </p14:cNvPr>
                <p14:cNvContentPartPr/>
                <p14:nvPr/>
              </p14:nvContentPartPr>
              <p14:xfrm>
                <a:off x="1521966" y="5821143"/>
                <a:ext cx="157680" cy="24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6A8D62F-3A96-C010-C4AB-EBF7FB8ED8F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03966" y="5803143"/>
                  <a:ext cx="193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07D2209-C975-428E-DCD1-2878CA761F0F}"/>
                    </a:ext>
                  </a:extLst>
                </p14:cNvPr>
                <p14:cNvContentPartPr/>
                <p14:nvPr/>
              </p14:nvContentPartPr>
              <p14:xfrm>
                <a:off x="1507566" y="5918703"/>
                <a:ext cx="221040" cy="96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07D2209-C975-428E-DCD1-2878CA761F0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489926" y="5901063"/>
                  <a:ext cx="256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9F5870D-F9C5-ED74-B790-41400715CFDF}"/>
                    </a:ext>
                  </a:extLst>
                </p14:cNvPr>
                <p14:cNvContentPartPr/>
                <p14:nvPr/>
              </p14:nvContentPartPr>
              <p14:xfrm>
                <a:off x="1710966" y="5625663"/>
                <a:ext cx="195120" cy="550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9F5870D-F9C5-ED74-B790-41400715CFD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692966" y="5607663"/>
                  <a:ext cx="230760" cy="58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FBDDA32-8B0D-B432-8F26-F5333189A70A}"/>
              </a:ext>
            </a:extLst>
          </p:cNvPr>
          <p:cNvGrpSpPr/>
          <p:nvPr/>
        </p:nvGrpSpPr>
        <p:grpSpPr>
          <a:xfrm>
            <a:off x="2298486" y="5751663"/>
            <a:ext cx="523080" cy="605160"/>
            <a:chOff x="2298486" y="5751663"/>
            <a:chExt cx="523080" cy="60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631705-3472-45B2-589B-446C602184C5}"/>
                    </a:ext>
                  </a:extLst>
                </p14:cNvPr>
                <p14:cNvContentPartPr/>
                <p14:nvPr/>
              </p14:nvContentPartPr>
              <p14:xfrm>
                <a:off x="2298486" y="5875503"/>
                <a:ext cx="201240" cy="46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631705-3472-45B2-589B-446C602184C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80486" y="5857863"/>
                  <a:ext cx="236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B6B583E-8C4E-D264-2767-B8AEB25651C3}"/>
                    </a:ext>
                  </a:extLst>
                </p14:cNvPr>
                <p14:cNvContentPartPr/>
                <p14:nvPr/>
              </p14:nvContentPartPr>
              <p14:xfrm>
                <a:off x="2642646" y="5751663"/>
                <a:ext cx="178920" cy="605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B6B583E-8C4E-D264-2767-B8AEB25651C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25006" y="5734023"/>
                  <a:ext cx="214560" cy="64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C383F9D-F3AD-DF42-014E-1D40543476B8}"/>
              </a:ext>
            </a:extLst>
          </p:cNvPr>
          <p:cNvGrpSpPr/>
          <p:nvPr/>
        </p:nvGrpSpPr>
        <p:grpSpPr>
          <a:xfrm>
            <a:off x="3221166" y="5767503"/>
            <a:ext cx="219600" cy="114840"/>
            <a:chOff x="3221166" y="5767503"/>
            <a:chExt cx="21960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D0FC81B-48D1-B844-6588-06CA7478698C}"/>
                    </a:ext>
                  </a:extLst>
                </p14:cNvPr>
                <p14:cNvContentPartPr/>
                <p14:nvPr/>
              </p14:nvContentPartPr>
              <p14:xfrm>
                <a:off x="3221166" y="5767503"/>
                <a:ext cx="105480" cy="11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D0FC81B-48D1-B844-6588-06CA7478698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203526" y="5749503"/>
                  <a:ext cx="141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C6C5F10-3C5D-09F5-DE12-82FB0EC64F54}"/>
                    </a:ext>
                  </a:extLst>
                </p14:cNvPr>
                <p14:cNvContentPartPr/>
                <p14:nvPr/>
              </p14:nvContentPartPr>
              <p14:xfrm>
                <a:off x="3239166" y="5844903"/>
                <a:ext cx="201600" cy="37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C6C5F10-3C5D-09F5-DE12-82FB0EC64F5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21526" y="5826903"/>
                  <a:ext cx="23724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603426A-7914-7A55-11E8-C44A5A1317AD}"/>
                  </a:ext>
                </a:extLst>
              </p14:cNvPr>
              <p14:cNvContentPartPr/>
              <p14:nvPr/>
            </p14:nvContentPartPr>
            <p14:xfrm>
              <a:off x="3847566" y="5757063"/>
              <a:ext cx="151200" cy="223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603426A-7914-7A55-11E8-C44A5A1317A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829926" y="5739423"/>
                <a:ext cx="1868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F8793E74-867D-4861-2FB6-7EC4B862FC5B}"/>
                  </a:ext>
                </a:extLst>
              </p14:cNvPr>
              <p14:cNvContentPartPr/>
              <p14:nvPr/>
            </p14:nvContentPartPr>
            <p14:xfrm>
              <a:off x="4126926" y="5615223"/>
              <a:ext cx="47520" cy="2714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F8793E74-867D-4861-2FB6-7EC4B862FC5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108926" y="5597223"/>
                <a:ext cx="831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9A7214A-3C7E-38C7-934F-F1B65A1157DC}"/>
                  </a:ext>
                </a:extLst>
              </p14:cNvPr>
              <p14:cNvContentPartPr/>
              <p14:nvPr/>
            </p14:nvContentPartPr>
            <p14:xfrm>
              <a:off x="4313766" y="5637903"/>
              <a:ext cx="153720" cy="2631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9A7214A-3C7E-38C7-934F-F1B65A1157D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295766" y="5620263"/>
                <a:ext cx="1893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59C9CCB-66CC-D46F-4211-3D445DD1D655}"/>
                  </a:ext>
                </a:extLst>
              </p14:cNvPr>
              <p14:cNvContentPartPr/>
              <p14:nvPr/>
            </p14:nvContentPartPr>
            <p14:xfrm>
              <a:off x="4642086" y="5765343"/>
              <a:ext cx="197640" cy="248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59C9CCB-66CC-D46F-4211-3D445DD1D655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624446" y="5747703"/>
                <a:ext cx="2332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227BAAE7-35A4-7175-6099-FF21B426C857}"/>
                  </a:ext>
                </a:extLst>
              </p14:cNvPr>
              <p14:cNvContentPartPr/>
              <p14:nvPr/>
            </p14:nvContentPartPr>
            <p14:xfrm>
              <a:off x="4686726" y="5672103"/>
              <a:ext cx="81360" cy="21960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227BAAE7-35A4-7175-6099-FF21B426C857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668726" y="5654463"/>
                <a:ext cx="1170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4C30863-44F5-DAC7-79B2-B15D242FC38D}"/>
                  </a:ext>
                </a:extLst>
              </p14:cNvPr>
              <p14:cNvContentPartPr/>
              <p14:nvPr/>
            </p14:nvContentPartPr>
            <p14:xfrm>
              <a:off x="4723086" y="5636823"/>
              <a:ext cx="12600" cy="172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4C30863-44F5-DAC7-79B2-B15D242FC38D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705086" y="5618823"/>
                <a:ext cx="4824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AEC815C-AB4B-D23B-21B7-EA45CE6C0874}"/>
              </a:ext>
            </a:extLst>
          </p:cNvPr>
          <p:cNvGrpSpPr/>
          <p:nvPr/>
        </p:nvGrpSpPr>
        <p:grpSpPr>
          <a:xfrm>
            <a:off x="5025846" y="5602983"/>
            <a:ext cx="862920" cy="285120"/>
            <a:chOff x="5025846" y="5602983"/>
            <a:chExt cx="86292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804380-FE40-4CE5-473F-C4D5FC3DF1DB}"/>
                    </a:ext>
                  </a:extLst>
                </p14:cNvPr>
                <p14:cNvContentPartPr/>
                <p14:nvPr/>
              </p14:nvContentPartPr>
              <p14:xfrm>
                <a:off x="5025846" y="5658063"/>
                <a:ext cx="42120" cy="191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804380-FE40-4CE5-473F-C4D5FC3DF1D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007846" y="5640423"/>
                  <a:ext cx="777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46CF8D5-85F3-C839-4EF5-F7FFB9791AAF}"/>
                    </a:ext>
                  </a:extLst>
                </p14:cNvPr>
                <p14:cNvContentPartPr/>
                <p14:nvPr/>
              </p14:nvContentPartPr>
              <p14:xfrm>
                <a:off x="5145366" y="5649783"/>
                <a:ext cx="162720" cy="234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46CF8D5-85F3-C839-4EF5-F7FFB9791A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127726" y="5631783"/>
                  <a:ext cx="1983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C01A5DB-E680-51D0-77C3-8B371B5D786B}"/>
                    </a:ext>
                  </a:extLst>
                </p14:cNvPr>
                <p14:cNvContentPartPr/>
                <p14:nvPr/>
              </p14:nvContentPartPr>
              <p14:xfrm>
                <a:off x="5237526" y="5639703"/>
                <a:ext cx="73800" cy="23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C01A5DB-E680-51D0-77C3-8B371B5D786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219886" y="5622063"/>
                  <a:ext cx="109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6BDB121-5486-D850-4A80-9B83F31267B2}"/>
                    </a:ext>
                  </a:extLst>
                </p14:cNvPr>
                <p14:cNvContentPartPr/>
                <p14:nvPr/>
              </p14:nvContentPartPr>
              <p14:xfrm>
                <a:off x="5279646" y="5602983"/>
                <a:ext cx="254160" cy="63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6BDB121-5486-D850-4A80-9B83F31267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262006" y="5584983"/>
                  <a:ext cx="289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682EEA-34B6-601D-753A-0AAD52A5F091}"/>
                    </a:ext>
                  </a:extLst>
                </p14:cNvPr>
                <p14:cNvContentPartPr/>
                <p14:nvPr/>
              </p14:nvContentPartPr>
              <p14:xfrm>
                <a:off x="5652606" y="5747343"/>
                <a:ext cx="179280" cy="21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682EEA-34B6-601D-753A-0AAD52A5F09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34966" y="5729343"/>
                  <a:ext cx="214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A624A2A-4B54-ABFF-CCC7-7D38518DE58D}"/>
                    </a:ext>
                  </a:extLst>
                </p14:cNvPr>
                <p14:cNvContentPartPr/>
                <p14:nvPr/>
              </p14:nvContentPartPr>
              <p14:xfrm>
                <a:off x="5687526" y="5826543"/>
                <a:ext cx="201240" cy="61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A624A2A-4B54-ABFF-CCC7-7D38518DE58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69526" y="5808903"/>
                  <a:ext cx="2368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20CE024-8ACE-40F9-B2B2-F0F21D231E83}"/>
              </a:ext>
            </a:extLst>
          </p:cNvPr>
          <p:cNvGrpSpPr/>
          <p:nvPr/>
        </p:nvGrpSpPr>
        <p:grpSpPr>
          <a:xfrm>
            <a:off x="6230406" y="5611623"/>
            <a:ext cx="446040" cy="316440"/>
            <a:chOff x="6230406" y="5611623"/>
            <a:chExt cx="44604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1B66B3B-E885-E55E-50D1-2F4EE9200FF8}"/>
                    </a:ext>
                  </a:extLst>
                </p14:cNvPr>
                <p14:cNvContentPartPr/>
                <p14:nvPr/>
              </p14:nvContentPartPr>
              <p14:xfrm>
                <a:off x="6230406" y="5753463"/>
                <a:ext cx="192240" cy="24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1B66B3B-E885-E55E-50D1-2F4EE9200FF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12766" y="5735463"/>
                  <a:ext cx="227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EA14BEF-C01C-5D9C-5FAA-4EEA5BA12976}"/>
                    </a:ext>
                  </a:extLst>
                </p14:cNvPr>
                <p14:cNvContentPartPr/>
                <p14:nvPr/>
              </p14:nvContentPartPr>
              <p14:xfrm>
                <a:off x="6530286" y="5611623"/>
                <a:ext cx="146160" cy="3164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EA14BEF-C01C-5D9C-5FAA-4EEA5BA1297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512286" y="5593983"/>
                  <a:ext cx="181800" cy="35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DEE3FF61-CC92-CB8D-F338-BED778B5B645}"/>
              </a:ext>
            </a:extLst>
          </p:cNvPr>
          <p:cNvGrpSpPr/>
          <p:nvPr/>
        </p:nvGrpSpPr>
        <p:grpSpPr>
          <a:xfrm>
            <a:off x="7356846" y="5464743"/>
            <a:ext cx="358920" cy="603000"/>
            <a:chOff x="7356846" y="5464743"/>
            <a:chExt cx="35892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6C2B18C-BDA3-0949-F3D6-E5B5EE50DF58}"/>
                    </a:ext>
                  </a:extLst>
                </p14:cNvPr>
                <p14:cNvContentPartPr/>
                <p14:nvPr/>
              </p14:nvContentPartPr>
              <p14:xfrm>
                <a:off x="7392846" y="5678943"/>
                <a:ext cx="160920" cy="27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6C2B18C-BDA3-0949-F3D6-E5B5EE50DF5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374846" y="5660943"/>
                  <a:ext cx="196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AAE183D-BE52-8CF6-DE3C-08EBAE191E57}"/>
                    </a:ext>
                  </a:extLst>
                </p14:cNvPr>
                <p14:cNvContentPartPr/>
                <p14:nvPr/>
              </p14:nvContentPartPr>
              <p14:xfrm>
                <a:off x="7356846" y="5749863"/>
                <a:ext cx="244440" cy="75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AAE183D-BE52-8CF6-DE3C-08EBAE191E5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338846" y="5731863"/>
                  <a:ext cx="280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D5F2435-2AEB-1F8A-5FB5-0416D64FC801}"/>
                    </a:ext>
                  </a:extLst>
                </p14:cNvPr>
                <p14:cNvContentPartPr/>
                <p14:nvPr/>
              </p14:nvContentPartPr>
              <p14:xfrm>
                <a:off x="7491126" y="5464743"/>
                <a:ext cx="224640" cy="603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D5F2435-2AEB-1F8A-5FB5-0416D64FC80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473126" y="5447103"/>
                  <a:ext cx="260280" cy="63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E5058E78-689D-1FF1-6D1B-B2A95B45C629}"/>
                  </a:ext>
                </a:extLst>
              </p14:cNvPr>
              <p14:cNvContentPartPr/>
              <p14:nvPr/>
            </p14:nvContentPartPr>
            <p14:xfrm>
              <a:off x="8311206" y="5565543"/>
              <a:ext cx="250560" cy="6116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E5058E78-689D-1FF1-6D1B-B2A95B45C629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293566" y="5547903"/>
                <a:ext cx="286200" cy="64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B971581-5250-0FE7-20D1-E8BBCF464B93}"/>
              </a:ext>
            </a:extLst>
          </p:cNvPr>
          <p:cNvGrpSpPr/>
          <p:nvPr/>
        </p:nvGrpSpPr>
        <p:grpSpPr>
          <a:xfrm>
            <a:off x="8783526" y="5461863"/>
            <a:ext cx="562320" cy="345600"/>
            <a:chOff x="8783526" y="5461863"/>
            <a:chExt cx="56232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C8CBF5D-A72E-9E3F-F039-568D87FF9ECC}"/>
                    </a:ext>
                  </a:extLst>
                </p14:cNvPr>
                <p14:cNvContentPartPr/>
                <p14:nvPr/>
              </p14:nvContentPartPr>
              <p14:xfrm>
                <a:off x="8783526" y="5651583"/>
                <a:ext cx="100800" cy="17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C8CBF5D-A72E-9E3F-F039-568D87FF9EC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65886" y="5633583"/>
                  <a:ext cx="136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D6F8DE4-7C45-2200-114D-0FDFCD0B89E6}"/>
                    </a:ext>
                  </a:extLst>
                </p14:cNvPr>
                <p14:cNvContentPartPr/>
                <p14:nvPr/>
              </p14:nvContentPartPr>
              <p14:xfrm>
                <a:off x="8806926" y="5677503"/>
                <a:ext cx="148680" cy="43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D6F8DE4-7C45-2200-114D-0FDFCD0B89E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88926" y="5659863"/>
                  <a:ext cx="184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61EA87E-F905-2A4E-2310-97F1DDE50D7E}"/>
                    </a:ext>
                  </a:extLst>
                </p14:cNvPr>
                <p14:cNvContentPartPr/>
                <p14:nvPr/>
              </p14:nvContentPartPr>
              <p14:xfrm>
                <a:off x="9081246" y="5461863"/>
                <a:ext cx="264600" cy="345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61EA87E-F905-2A4E-2310-97F1DDE50D7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063606" y="5443863"/>
                  <a:ext cx="30024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837198E-AFF0-3C75-DA57-B9F22B4C84E6}"/>
              </a:ext>
            </a:extLst>
          </p:cNvPr>
          <p:cNvGrpSpPr/>
          <p:nvPr/>
        </p:nvGrpSpPr>
        <p:grpSpPr>
          <a:xfrm>
            <a:off x="1736526" y="6430263"/>
            <a:ext cx="316440" cy="426240"/>
            <a:chOff x="1736526" y="6430263"/>
            <a:chExt cx="31644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F3FA7B4-B294-014D-324F-0E8B2F481786}"/>
                    </a:ext>
                  </a:extLst>
                </p14:cNvPr>
                <p14:cNvContentPartPr/>
                <p14:nvPr/>
              </p14:nvContentPartPr>
              <p14:xfrm>
                <a:off x="1736526" y="6516303"/>
                <a:ext cx="198360" cy="13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F3FA7B4-B294-014D-324F-0E8B2F48178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718886" y="6498303"/>
                  <a:ext cx="234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61813C1-B2E0-0A8D-962F-D49E25030C78}"/>
                    </a:ext>
                  </a:extLst>
                </p14:cNvPr>
                <p14:cNvContentPartPr/>
                <p14:nvPr/>
              </p14:nvContentPartPr>
              <p14:xfrm>
                <a:off x="1748406" y="6650943"/>
                <a:ext cx="149400" cy="68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61813C1-B2E0-0A8D-962F-D49E25030C7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730766" y="6633303"/>
                  <a:ext cx="185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A867234-874E-4D22-DDC5-3AADB9CCFE98}"/>
                    </a:ext>
                  </a:extLst>
                </p14:cNvPr>
                <p14:cNvContentPartPr/>
                <p14:nvPr/>
              </p14:nvContentPartPr>
              <p14:xfrm>
                <a:off x="1806006" y="6430263"/>
                <a:ext cx="246960" cy="426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A867234-874E-4D22-DDC5-3AADB9CCFE9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88006" y="6412263"/>
                  <a:ext cx="282600" cy="46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21F7805-6CF0-B757-F187-5D3A0984CB9D}"/>
              </a:ext>
            </a:extLst>
          </p:cNvPr>
          <p:cNvGrpSpPr/>
          <p:nvPr/>
        </p:nvGrpSpPr>
        <p:grpSpPr>
          <a:xfrm>
            <a:off x="3141966" y="6421623"/>
            <a:ext cx="644760" cy="191880"/>
            <a:chOff x="3141966" y="6421623"/>
            <a:chExt cx="64476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21DF224-DC12-520C-5BD1-2E8839C96621}"/>
                    </a:ext>
                  </a:extLst>
                </p14:cNvPr>
                <p14:cNvContentPartPr/>
                <p14:nvPr/>
              </p14:nvContentPartPr>
              <p14:xfrm>
                <a:off x="3141966" y="6437823"/>
                <a:ext cx="295200" cy="175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21DF224-DC12-520C-5BD1-2E8839C9662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123966" y="6420183"/>
                  <a:ext cx="330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C09CD46-CAAE-B2C1-EC42-21443FCA38D6}"/>
                    </a:ext>
                  </a:extLst>
                </p14:cNvPr>
                <p14:cNvContentPartPr/>
                <p14:nvPr/>
              </p14:nvContentPartPr>
              <p14:xfrm>
                <a:off x="3617886" y="6421623"/>
                <a:ext cx="95040" cy="4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C09CD46-CAAE-B2C1-EC42-21443FCA38D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599886" y="6403983"/>
                  <a:ext cx="130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3428EB1-0926-FE68-C3A1-2DC5F4BD5867}"/>
                    </a:ext>
                  </a:extLst>
                </p14:cNvPr>
                <p14:cNvContentPartPr/>
                <p14:nvPr/>
              </p14:nvContentPartPr>
              <p14:xfrm>
                <a:off x="3624726" y="6487503"/>
                <a:ext cx="162000" cy="35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3428EB1-0926-FE68-C3A1-2DC5F4BD586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07086" y="6469863"/>
                  <a:ext cx="19764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BD0C8F74-B3E2-A970-CDBD-3D99E65EACE2}"/>
                  </a:ext>
                </a:extLst>
              </p14:cNvPr>
              <p14:cNvContentPartPr/>
              <p14:nvPr/>
            </p14:nvContentPartPr>
            <p14:xfrm>
              <a:off x="4507446" y="6313263"/>
              <a:ext cx="129240" cy="34164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BD0C8F74-B3E2-A970-CDBD-3D99E65EACE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489446" y="6295623"/>
                <a:ext cx="164880" cy="37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0E0EA30-4759-9748-78AC-950DBB57ABF9}"/>
              </a:ext>
            </a:extLst>
          </p:cNvPr>
          <p:cNvGrpSpPr/>
          <p:nvPr/>
        </p:nvGrpSpPr>
        <p:grpSpPr>
          <a:xfrm>
            <a:off x="4857006" y="6272223"/>
            <a:ext cx="439200" cy="339120"/>
            <a:chOff x="4857006" y="6272223"/>
            <a:chExt cx="43920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DA2B972-1E04-54DE-A9F4-A0147140A754}"/>
                    </a:ext>
                  </a:extLst>
                </p14:cNvPr>
                <p14:cNvContentPartPr/>
                <p14:nvPr/>
              </p14:nvContentPartPr>
              <p14:xfrm>
                <a:off x="4857006" y="6460863"/>
                <a:ext cx="175680" cy="22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DA2B972-1E04-54DE-A9F4-A0147140A75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839006" y="6442863"/>
                  <a:ext cx="211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68C6B59-0C9F-2600-B6FE-4EE74EB25FB4}"/>
                    </a:ext>
                  </a:extLst>
                </p14:cNvPr>
                <p14:cNvContentPartPr/>
                <p14:nvPr/>
              </p14:nvContentPartPr>
              <p14:xfrm>
                <a:off x="5110086" y="6272223"/>
                <a:ext cx="186120" cy="3391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68C6B59-0C9F-2600-B6FE-4EE74EB25FB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92446" y="6254223"/>
                  <a:ext cx="221760" cy="37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77B82C77-CF70-FD22-E650-29A257EACF69}"/>
              </a:ext>
            </a:extLst>
          </p:cNvPr>
          <p:cNvGrpSpPr/>
          <p:nvPr/>
        </p:nvGrpSpPr>
        <p:grpSpPr>
          <a:xfrm>
            <a:off x="5505366" y="6264663"/>
            <a:ext cx="612720" cy="290520"/>
            <a:chOff x="5505366" y="6264663"/>
            <a:chExt cx="61272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F275646-6380-DEE6-44F5-D07417DDA8FB}"/>
                    </a:ext>
                  </a:extLst>
                </p14:cNvPr>
                <p14:cNvContentPartPr/>
                <p14:nvPr/>
              </p14:nvContentPartPr>
              <p14:xfrm>
                <a:off x="5505366" y="6414423"/>
                <a:ext cx="168480" cy="187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F275646-6380-DEE6-44F5-D07417DDA8F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487726" y="6396423"/>
                  <a:ext cx="204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09695EE-BF9E-34A4-43D6-98B87AFE3E2A}"/>
                    </a:ext>
                  </a:extLst>
                </p14:cNvPr>
                <p14:cNvContentPartPr/>
                <p14:nvPr/>
              </p14:nvContentPartPr>
              <p14:xfrm>
                <a:off x="5799846" y="6272223"/>
                <a:ext cx="135000" cy="282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09695EE-BF9E-34A4-43D6-98B87AFE3E2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781846" y="6254583"/>
                  <a:ext cx="170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ACE6038-8C50-531C-82E1-03CAB1FA19E6}"/>
                    </a:ext>
                  </a:extLst>
                </p14:cNvPr>
                <p14:cNvContentPartPr/>
                <p14:nvPr/>
              </p14:nvContentPartPr>
              <p14:xfrm>
                <a:off x="5951406" y="6264663"/>
                <a:ext cx="166680" cy="38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ACE6038-8C50-531C-82E1-03CAB1FA19E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933766" y="6247023"/>
                  <a:ext cx="20232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AFEA983-554F-C370-385D-36E8B46A6709}"/>
              </a:ext>
            </a:extLst>
          </p:cNvPr>
          <p:cNvGrpSpPr/>
          <p:nvPr/>
        </p:nvGrpSpPr>
        <p:grpSpPr>
          <a:xfrm>
            <a:off x="6438126" y="6405063"/>
            <a:ext cx="199800" cy="117000"/>
            <a:chOff x="6438126" y="6405063"/>
            <a:chExt cx="199800" cy="11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5CCF6DA-33A0-A284-7DED-0B4F4077C6FD}"/>
                    </a:ext>
                  </a:extLst>
                </p14:cNvPr>
                <p14:cNvContentPartPr/>
                <p14:nvPr/>
              </p14:nvContentPartPr>
              <p14:xfrm>
                <a:off x="6438126" y="6405063"/>
                <a:ext cx="119520" cy="24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5CCF6DA-33A0-A284-7DED-0B4F4077C6F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420486" y="6387423"/>
                  <a:ext cx="155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3F3585C-C15D-64E9-EE77-7C7F9A7B4409}"/>
                    </a:ext>
                  </a:extLst>
                </p14:cNvPr>
                <p14:cNvContentPartPr/>
                <p14:nvPr/>
              </p14:nvContentPartPr>
              <p14:xfrm>
                <a:off x="6443526" y="6500823"/>
                <a:ext cx="194400" cy="212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3F3585C-C15D-64E9-EE77-7C7F9A7B440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425886" y="6483183"/>
                  <a:ext cx="23004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1A3B4A8-A450-83A3-5FB7-4F8186AFA0EF}"/>
                  </a:ext>
                </a:extLst>
              </p14:cNvPr>
              <p14:cNvContentPartPr/>
              <p14:nvPr/>
            </p14:nvContentPartPr>
            <p14:xfrm>
              <a:off x="7133646" y="6273663"/>
              <a:ext cx="45000" cy="2937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1A3B4A8-A450-83A3-5FB7-4F8186AFA0E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7116006" y="6256023"/>
                <a:ext cx="8064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2E612A9-86AF-AF44-65DF-6B1441CC0FBB}"/>
              </a:ext>
            </a:extLst>
          </p:cNvPr>
          <p:cNvGrpSpPr/>
          <p:nvPr/>
        </p:nvGrpSpPr>
        <p:grpSpPr>
          <a:xfrm>
            <a:off x="9390126" y="2528223"/>
            <a:ext cx="2830320" cy="717120"/>
            <a:chOff x="9390126" y="2528223"/>
            <a:chExt cx="2830320" cy="71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E2F4382-DC92-8934-386C-D0CB374FC9D8}"/>
                    </a:ext>
                  </a:extLst>
                </p14:cNvPr>
                <p14:cNvContentPartPr/>
                <p14:nvPr/>
              </p14:nvContentPartPr>
              <p14:xfrm>
                <a:off x="9390126" y="2784903"/>
                <a:ext cx="279360" cy="199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E2F4382-DC92-8934-386C-D0CB374FC9D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372486" y="2766903"/>
                  <a:ext cx="315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ED9D442-432D-6F1C-FB10-0E070DDFE332}"/>
                    </a:ext>
                  </a:extLst>
                </p14:cNvPr>
                <p14:cNvContentPartPr/>
                <p14:nvPr/>
              </p14:nvContentPartPr>
              <p14:xfrm>
                <a:off x="9700446" y="2812263"/>
                <a:ext cx="98280" cy="198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ED9D442-432D-6F1C-FB10-0E070DDFE33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682806" y="2794623"/>
                  <a:ext cx="133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70F043F-C3D4-7C05-B043-2C10078E6931}"/>
                    </a:ext>
                  </a:extLst>
                </p14:cNvPr>
                <p14:cNvContentPartPr/>
                <p14:nvPr/>
              </p14:nvContentPartPr>
              <p14:xfrm>
                <a:off x="9696486" y="2887863"/>
                <a:ext cx="155520" cy="53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70F043F-C3D4-7C05-B043-2C10078E693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678846" y="2870223"/>
                  <a:ext cx="191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EE144F2-5746-9F2A-D58F-40E03065EFB5}"/>
                    </a:ext>
                  </a:extLst>
                </p14:cNvPr>
                <p14:cNvContentPartPr/>
                <p14:nvPr/>
              </p14:nvContentPartPr>
              <p14:xfrm>
                <a:off x="9954246" y="2670063"/>
                <a:ext cx="20520" cy="303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EE144F2-5746-9F2A-D58F-40E03065EFB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936246" y="2652423"/>
                  <a:ext cx="561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0A4629F-9F5C-E460-770C-365F496EF790}"/>
                    </a:ext>
                  </a:extLst>
                </p14:cNvPr>
                <p14:cNvContentPartPr/>
                <p14:nvPr/>
              </p14:nvContentPartPr>
              <p14:xfrm>
                <a:off x="10122006" y="2954823"/>
                <a:ext cx="129240" cy="181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0A4629F-9F5C-E460-770C-365F496EF79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04006" y="2937183"/>
                  <a:ext cx="1648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95C64B7-DC46-CAA9-7D10-4D1BF3503280}"/>
                    </a:ext>
                  </a:extLst>
                </p14:cNvPr>
                <p14:cNvContentPartPr/>
                <p14:nvPr/>
              </p14:nvContentPartPr>
              <p14:xfrm>
                <a:off x="10478406" y="2785263"/>
                <a:ext cx="180720" cy="4600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95C64B7-DC46-CAA9-7D10-4D1BF350328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60766" y="2767623"/>
                  <a:ext cx="21636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852EDCE-7199-9873-37F8-231F1B175DBD}"/>
                    </a:ext>
                  </a:extLst>
                </p14:cNvPr>
                <p14:cNvContentPartPr/>
                <p14:nvPr/>
              </p14:nvContentPartPr>
              <p14:xfrm>
                <a:off x="10790166" y="2823423"/>
                <a:ext cx="111960" cy="57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852EDCE-7199-9873-37F8-231F1B175DB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772166" y="2805783"/>
                  <a:ext cx="147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201AED9-DBCE-4EFE-AEF3-63491EABD574}"/>
                    </a:ext>
                  </a:extLst>
                </p14:cNvPr>
                <p14:cNvContentPartPr/>
                <p14:nvPr/>
              </p14:nvContentPartPr>
              <p14:xfrm>
                <a:off x="10825806" y="2869863"/>
                <a:ext cx="167760" cy="41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201AED9-DBCE-4EFE-AEF3-63491EABD57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08166" y="2851863"/>
                  <a:ext cx="203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C134341-F1C8-5876-4132-42747B5681ED}"/>
                    </a:ext>
                  </a:extLst>
                </p14:cNvPr>
                <p14:cNvContentPartPr/>
                <p14:nvPr/>
              </p14:nvContentPartPr>
              <p14:xfrm>
                <a:off x="11006526" y="2651343"/>
                <a:ext cx="131040" cy="247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C134341-F1C8-5876-4132-42747B5681E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988526" y="2633703"/>
                  <a:ext cx="166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E6E9FAD-64BA-955C-5158-8C5B773E8150}"/>
                    </a:ext>
                  </a:extLst>
                </p14:cNvPr>
                <p14:cNvContentPartPr/>
                <p14:nvPr/>
              </p14:nvContentPartPr>
              <p14:xfrm>
                <a:off x="11145486" y="2889303"/>
                <a:ext cx="77760" cy="172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E6E9FAD-64BA-955C-5158-8C5B773E815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27846" y="2871303"/>
                  <a:ext cx="113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B993524-178F-40FE-418D-99F714BF0D15}"/>
                    </a:ext>
                  </a:extLst>
                </p14:cNvPr>
                <p14:cNvContentPartPr/>
                <p14:nvPr/>
              </p14:nvContentPartPr>
              <p14:xfrm>
                <a:off x="11401806" y="2755743"/>
                <a:ext cx="196920" cy="142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B993524-178F-40FE-418D-99F714BF0D1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83806" y="2738103"/>
                  <a:ext cx="232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9A852A2-F7B6-4153-2519-016AF7413BDD}"/>
                    </a:ext>
                  </a:extLst>
                </p14:cNvPr>
                <p14:cNvContentPartPr/>
                <p14:nvPr/>
              </p14:nvContentPartPr>
              <p14:xfrm>
                <a:off x="11721486" y="2756823"/>
                <a:ext cx="102960" cy="216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9A852A2-F7B6-4153-2519-016AF7413BD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703846" y="2738823"/>
                  <a:ext cx="138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E3C0F2A-940A-1543-D38B-79E5593E9A6B}"/>
                    </a:ext>
                  </a:extLst>
                </p14:cNvPr>
                <p14:cNvContentPartPr/>
                <p14:nvPr/>
              </p14:nvContentPartPr>
              <p14:xfrm>
                <a:off x="11719686" y="2821983"/>
                <a:ext cx="141480" cy="36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E3C0F2A-940A-1543-D38B-79E5593E9A6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702046" y="2804343"/>
                  <a:ext cx="177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DC2AADF-3C6F-EAA6-BE46-6E104FEC73FD}"/>
                    </a:ext>
                  </a:extLst>
                </p14:cNvPr>
                <p14:cNvContentPartPr/>
                <p14:nvPr/>
              </p14:nvContentPartPr>
              <p14:xfrm>
                <a:off x="11918046" y="2635503"/>
                <a:ext cx="136440" cy="239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DC2AADF-3C6F-EAA6-BE46-6E104FEC73F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900406" y="2617503"/>
                  <a:ext cx="1720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351F10C-58A5-A7D6-0577-8606A54CBD54}"/>
                    </a:ext>
                  </a:extLst>
                </p14:cNvPr>
                <p14:cNvContentPartPr/>
                <p14:nvPr/>
              </p14:nvContentPartPr>
              <p14:xfrm>
                <a:off x="11976366" y="2528223"/>
                <a:ext cx="244080" cy="70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351F10C-58A5-A7D6-0577-8606A54CBD5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958726" y="2510223"/>
                  <a:ext cx="279720" cy="10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2770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250609F-DF06-3348-DF16-8067C8E3F515}"/>
              </a:ext>
            </a:extLst>
          </p:cNvPr>
          <p:cNvGrpSpPr/>
          <p:nvPr/>
        </p:nvGrpSpPr>
        <p:grpSpPr>
          <a:xfrm>
            <a:off x="115446" y="222423"/>
            <a:ext cx="487440" cy="350280"/>
            <a:chOff x="115446" y="222423"/>
            <a:chExt cx="48744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6EA3400-3672-E454-2B11-CB2B28CDDA0E}"/>
                    </a:ext>
                  </a:extLst>
                </p14:cNvPr>
                <p14:cNvContentPartPr/>
                <p14:nvPr/>
              </p14:nvContentPartPr>
              <p14:xfrm>
                <a:off x="115446" y="222423"/>
                <a:ext cx="256680" cy="350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6EA3400-3672-E454-2B11-CB2B28CDDA0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806" y="204423"/>
                  <a:ext cx="2923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4A23E1-FF40-0A8A-2675-BD1348DFDDB3}"/>
                    </a:ext>
                  </a:extLst>
                </p14:cNvPr>
                <p14:cNvContentPartPr/>
                <p14:nvPr/>
              </p14:nvContentPartPr>
              <p14:xfrm>
                <a:off x="438726" y="323943"/>
                <a:ext cx="164160" cy="221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4A23E1-FF40-0A8A-2675-BD1348DFDDB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0726" y="306303"/>
                  <a:ext cx="199800" cy="25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2A2FEC-EA87-93E5-224A-FCA2E55D886D}"/>
                  </a:ext>
                </a:extLst>
              </p14:cNvPr>
              <p14:cNvContentPartPr/>
              <p14:nvPr/>
            </p14:nvContentPartPr>
            <p14:xfrm>
              <a:off x="1117326" y="384783"/>
              <a:ext cx="8280" cy="2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2A2FEC-EA87-93E5-224A-FCA2E55D88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9686" y="366783"/>
                <a:ext cx="4392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365ABE2-6504-A4A3-4F6B-A99DD2A5A333}"/>
              </a:ext>
            </a:extLst>
          </p:cNvPr>
          <p:cNvGrpSpPr/>
          <p:nvPr/>
        </p:nvGrpSpPr>
        <p:grpSpPr>
          <a:xfrm>
            <a:off x="1458606" y="215583"/>
            <a:ext cx="997560" cy="352440"/>
            <a:chOff x="1458606" y="215583"/>
            <a:chExt cx="99756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72FBAFB-732B-6D35-9B60-60392E039AA6}"/>
                    </a:ext>
                  </a:extLst>
                </p14:cNvPr>
                <p14:cNvContentPartPr/>
                <p14:nvPr/>
              </p14:nvContentPartPr>
              <p14:xfrm>
                <a:off x="1458606" y="215583"/>
                <a:ext cx="202680" cy="320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72FBAFB-732B-6D35-9B60-60392E039A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0966" y="197583"/>
                  <a:ext cx="2383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3FE8E1A-8CFA-BC95-83F5-3F6CE89E75CB}"/>
                    </a:ext>
                  </a:extLst>
                </p14:cNvPr>
                <p14:cNvContentPartPr/>
                <p14:nvPr/>
              </p14:nvContentPartPr>
              <p14:xfrm>
                <a:off x="1680366" y="263823"/>
                <a:ext cx="775800" cy="304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3FE8E1A-8CFA-BC95-83F5-3F6CE89E75C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62366" y="245823"/>
                  <a:ext cx="81144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407552E-CBA4-43E1-AF3B-32AEA00AEE7B}"/>
              </a:ext>
            </a:extLst>
          </p:cNvPr>
          <p:cNvGrpSpPr/>
          <p:nvPr/>
        </p:nvGrpSpPr>
        <p:grpSpPr>
          <a:xfrm>
            <a:off x="3776286" y="352743"/>
            <a:ext cx="1379880" cy="538560"/>
            <a:chOff x="3776286" y="352743"/>
            <a:chExt cx="137988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16B140-9726-5C86-7226-E102ACC5671E}"/>
                    </a:ext>
                  </a:extLst>
                </p14:cNvPr>
                <p14:cNvContentPartPr/>
                <p14:nvPr/>
              </p14:nvContentPartPr>
              <p14:xfrm>
                <a:off x="3776286" y="376863"/>
                <a:ext cx="244800" cy="160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16B140-9726-5C86-7226-E102ACC567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58286" y="358863"/>
                  <a:ext cx="280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351D78-463F-387D-D45E-202D2D3528E1}"/>
                    </a:ext>
                  </a:extLst>
                </p14:cNvPr>
                <p14:cNvContentPartPr/>
                <p14:nvPr/>
              </p14:nvContentPartPr>
              <p14:xfrm>
                <a:off x="4149966" y="416103"/>
                <a:ext cx="111600" cy="20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351D78-463F-387D-D45E-202D2D3528E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32326" y="398463"/>
                  <a:ext cx="14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56FB49-38D7-9556-4856-7ECB6B488422}"/>
                    </a:ext>
                  </a:extLst>
                </p14:cNvPr>
                <p14:cNvContentPartPr/>
                <p14:nvPr/>
              </p14:nvContentPartPr>
              <p14:xfrm>
                <a:off x="4142766" y="352743"/>
                <a:ext cx="56520" cy="234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56FB49-38D7-9556-4856-7ECB6B4884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5126" y="335103"/>
                  <a:ext cx="92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C7A96AB-AA33-EDBD-493B-20B07A37B653}"/>
                    </a:ext>
                  </a:extLst>
                </p14:cNvPr>
                <p14:cNvContentPartPr/>
                <p14:nvPr/>
              </p14:nvContentPartPr>
              <p14:xfrm>
                <a:off x="4052046" y="432303"/>
                <a:ext cx="111240" cy="20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C7A96AB-AA33-EDBD-493B-20B07A37B6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34406" y="414303"/>
                  <a:ext cx="146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F072CEE-451D-B616-15F2-FCBFBD4D23A3}"/>
                    </a:ext>
                  </a:extLst>
                </p14:cNvPr>
                <p14:cNvContentPartPr/>
                <p14:nvPr/>
              </p14:nvContentPartPr>
              <p14:xfrm>
                <a:off x="4332486" y="396303"/>
                <a:ext cx="202680" cy="49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F072CEE-451D-B616-15F2-FCBFBD4D23A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14486" y="378303"/>
                  <a:ext cx="23832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BBE6C9-8640-E2C6-5686-6CC4A411464C}"/>
                    </a:ext>
                  </a:extLst>
                </p14:cNvPr>
                <p14:cNvContentPartPr/>
                <p14:nvPr/>
              </p14:nvContentPartPr>
              <p14:xfrm>
                <a:off x="4672686" y="480903"/>
                <a:ext cx="130320" cy="24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BBE6C9-8640-E2C6-5686-6CC4A41146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54686" y="463263"/>
                  <a:ext cx="165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FD9CCD-47DE-81A8-8AF1-0E44FB00CB08}"/>
                    </a:ext>
                  </a:extLst>
                </p14:cNvPr>
                <p14:cNvContentPartPr/>
                <p14:nvPr/>
              </p14:nvContentPartPr>
              <p14:xfrm>
                <a:off x="4740726" y="406023"/>
                <a:ext cx="48960" cy="214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FD9CCD-47DE-81A8-8AF1-0E44FB00CB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22726" y="388383"/>
                  <a:ext cx="84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F9FFA3C-6F85-1481-62F7-3DAB6C030BD9}"/>
                    </a:ext>
                  </a:extLst>
                </p14:cNvPr>
                <p14:cNvContentPartPr/>
                <p14:nvPr/>
              </p14:nvContentPartPr>
              <p14:xfrm>
                <a:off x="4999206" y="409623"/>
                <a:ext cx="156960" cy="19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F9FFA3C-6F85-1481-62F7-3DAB6C030B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81206" y="391983"/>
                  <a:ext cx="1926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3C3E90-83B2-E1ED-B7F0-FA32253B36E1}"/>
              </a:ext>
            </a:extLst>
          </p:cNvPr>
          <p:cNvGrpSpPr/>
          <p:nvPr/>
        </p:nvGrpSpPr>
        <p:grpSpPr>
          <a:xfrm>
            <a:off x="5422566" y="401343"/>
            <a:ext cx="149400" cy="90720"/>
            <a:chOff x="5422566" y="401343"/>
            <a:chExt cx="14940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C486E1-407C-1987-AAED-E081C64FD540}"/>
                    </a:ext>
                  </a:extLst>
                </p14:cNvPr>
                <p14:cNvContentPartPr/>
                <p14:nvPr/>
              </p14:nvContentPartPr>
              <p14:xfrm>
                <a:off x="5422566" y="401343"/>
                <a:ext cx="139320" cy="32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C486E1-407C-1987-AAED-E081C64FD54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04566" y="383343"/>
                  <a:ext cx="174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164A62-D056-D1F7-DB2E-B498539695D2}"/>
                    </a:ext>
                  </a:extLst>
                </p14:cNvPr>
                <p14:cNvContentPartPr/>
                <p14:nvPr/>
              </p14:nvContentPartPr>
              <p14:xfrm>
                <a:off x="5445606" y="444543"/>
                <a:ext cx="126360" cy="47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164A62-D056-D1F7-DB2E-B498539695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27966" y="426543"/>
                  <a:ext cx="16200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03FC01E-07B4-AFCF-EC26-D45A53FD5888}"/>
                  </a:ext>
                </a:extLst>
              </p14:cNvPr>
              <p14:cNvContentPartPr/>
              <p14:nvPr/>
            </p14:nvContentPartPr>
            <p14:xfrm>
              <a:off x="5918286" y="183903"/>
              <a:ext cx="301320" cy="306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03FC01E-07B4-AFCF-EC26-D45A53FD588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00286" y="165903"/>
                <a:ext cx="33696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D6808BB-4FBB-8169-F336-D7B94FF43194}"/>
                  </a:ext>
                </a:extLst>
              </p14:cNvPr>
              <p14:cNvContentPartPr/>
              <p14:nvPr/>
            </p14:nvContentPartPr>
            <p14:xfrm>
              <a:off x="6185406" y="828663"/>
              <a:ext cx="48240" cy="343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D6808BB-4FBB-8169-F336-D7B94FF4319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67766" y="811023"/>
                <a:ext cx="8388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F691470-E6CD-F8E2-5694-7309BFF2E012}"/>
                  </a:ext>
                </a:extLst>
              </p14:cNvPr>
              <p14:cNvContentPartPr/>
              <p14:nvPr/>
            </p14:nvContentPartPr>
            <p14:xfrm>
              <a:off x="6477006" y="811383"/>
              <a:ext cx="132120" cy="382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F691470-E6CD-F8E2-5694-7309BFF2E0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459366" y="793383"/>
                <a:ext cx="16776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058E9BB-5CAE-8386-CCAF-10C223530320}"/>
                  </a:ext>
                </a:extLst>
              </p14:cNvPr>
              <p14:cNvContentPartPr/>
              <p14:nvPr/>
            </p14:nvContentPartPr>
            <p14:xfrm>
              <a:off x="3674046" y="953943"/>
              <a:ext cx="288360" cy="270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058E9BB-5CAE-8386-CCAF-10C22353032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56406" y="936303"/>
                <a:ext cx="3240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5B7F38F-739E-2BE0-F12A-12E93D37A0EB}"/>
                  </a:ext>
                </a:extLst>
              </p14:cNvPr>
              <p14:cNvContentPartPr/>
              <p14:nvPr/>
            </p14:nvContentPartPr>
            <p14:xfrm>
              <a:off x="4133766" y="1061943"/>
              <a:ext cx="123480" cy="34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5B7F38F-739E-2BE0-F12A-12E93D37A0E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115766" y="1043943"/>
                <a:ext cx="1591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71C2627-F92B-FB5D-503F-1E81443FF565}"/>
                  </a:ext>
                </a:extLst>
              </p14:cNvPr>
              <p14:cNvContentPartPr/>
              <p14:nvPr/>
            </p14:nvContentPartPr>
            <p14:xfrm>
              <a:off x="4238886" y="965103"/>
              <a:ext cx="30600" cy="1908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71C2627-F92B-FB5D-503F-1E81443FF56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21246" y="947103"/>
                <a:ext cx="662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3E5CC81-54BF-AE53-19DB-935B653554F0}"/>
                  </a:ext>
                </a:extLst>
              </p14:cNvPr>
              <p14:cNvContentPartPr/>
              <p14:nvPr/>
            </p14:nvContentPartPr>
            <p14:xfrm>
              <a:off x="4416726" y="995343"/>
              <a:ext cx="154800" cy="195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3E5CC81-54BF-AE53-19DB-935B653554F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399086" y="977703"/>
                <a:ext cx="1904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4FEEBC2-78FA-9E92-291E-5918140F3EA7}"/>
                  </a:ext>
                </a:extLst>
              </p14:cNvPr>
              <p14:cNvContentPartPr/>
              <p14:nvPr/>
            </p14:nvContentPartPr>
            <p14:xfrm>
              <a:off x="4569726" y="1040343"/>
              <a:ext cx="180720" cy="500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4FEEBC2-78FA-9E92-291E-5918140F3EA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51726" y="1022703"/>
                <a:ext cx="21636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9A9C2B2-46D3-2FE0-E9AC-0FFC9E4DBB1D}"/>
                  </a:ext>
                </a:extLst>
              </p14:cNvPr>
              <p14:cNvContentPartPr/>
              <p14:nvPr/>
            </p14:nvContentPartPr>
            <p14:xfrm>
              <a:off x="4291806" y="1067703"/>
              <a:ext cx="81360" cy="23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9A9C2B2-46D3-2FE0-E9AC-0FFC9E4DBB1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73806" y="1049703"/>
                <a:ext cx="1170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E8EF0FB-9AE8-1B8D-4734-194768EFA9DC}"/>
                  </a:ext>
                </a:extLst>
              </p14:cNvPr>
              <p14:cNvContentPartPr/>
              <p14:nvPr/>
            </p14:nvContentPartPr>
            <p14:xfrm>
              <a:off x="4825686" y="1076703"/>
              <a:ext cx="147960" cy="38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E8EF0FB-9AE8-1B8D-4734-194768EFA9D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08046" y="1058703"/>
                <a:ext cx="1836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9292239-C1C8-8FEA-22B4-90025F1A7BED}"/>
                  </a:ext>
                </a:extLst>
              </p14:cNvPr>
              <p14:cNvContentPartPr/>
              <p14:nvPr/>
            </p14:nvContentPartPr>
            <p14:xfrm>
              <a:off x="4896966" y="1005783"/>
              <a:ext cx="34200" cy="1933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9292239-C1C8-8FEA-22B4-90025F1A7BE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879326" y="987783"/>
                <a:ext cx="698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278BCCA-D73B-D7E6-8E00-E95769D47816}"/>
                  </a:ext>
                </a:extLst>
              </p14:cNvPr>
              <p14:cNvContentPartPr/>
              <p14:nvPr/>
            </p14:nvContentPartPr>
            <p14:xfrm>
              <a:off x="4087686" y="1075983"/>
              <a:ext cx="239040" cy="24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278BCCA-D73B-D7E6-8E00-E95769D4781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070046" y="1058343"/>
                <a:ext cx="2746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1FF41C3-596E-5DEB-4745-2BD9635AE3AC}"/>
                  </a:ext>
                </a:extLst>
              </p14:cNvPr>
              <p14:cNvContentPartPr/>
              <p14:nvPr/>
            </p14:nvContentPartPr>
            <p14:xfrm>
              <a:off x="5034846" y="951783"/>
              <a:ext cx="130320" cy="224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1FF41C3-596E-5DEB-4745-2BD9635AE3A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16846" y="933783"/>
                <a:ext cx="1659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F68DBFD-6D54-3820-05A0-695BD3D37284}"/>
                  </a:ext>
                </a:extLst>
              </p14:cNvPr>
              <p14:cNvContentPartPr/>
              <p14:nvPr/>
            </p14:nvContentPartPr>
            <p14:xfrm>
              <a:off x="5248686" y="1060143"/>
              <a:ext cx="246240" cy="1310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F68DBFD-6D54-3820-05A0-695BD3D3728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30686" y="1042503"/>
                <a:ext cx="2818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7000A56-DDF2-C96C-BEA7-67B6D414D37C}"/>
                  </a:ext>
                </a:extLst>
              </p14:cNvPr>
              <p14:cNvContentPartPr/>
              <p14:nvPr/>
            </p14:nvContentPartPr>
            <p14:xfrm>
              <a:off x="5669526" y="1040703"/>
              <a:ext cx="99360" cy="19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7000A56-DDF2-C96C-BEA7-67B6D414D37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51886" y="1023063"/>
                <a:ext cx="1350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1C7CC27-2974-BFE3-B2E5-367E0999BA64}"/>
                  </a:ext>
                </a:extLst>
              </p14:cNvPr>
              <p14:cNvContentPartPr/>
              <p14:nvPr/>
            </p14:nvContentPartPr>
            <p14:xfrm>
              <a:off x="5681406" y="1088223"/>
              <a:ext cx="157320" cy="313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1C7CC27-2974-BFE3-B2E5-367E0999BA6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63406" y="1070583"/>
                <a:ext cx="1929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D557EC2-46DC-65AA-500F-96DD086E8416}"/>
                  </a:ext>
                </a:extLst>
              </p14:cNvPr>
              <p14:cNvContentPartPr/>
              <p14:nvPr/>
            </p14:nvContentPartPr>
            <p14:xfrm>
              <a:off x="3722286" y="1662783"/>
              <a:ext cx="301680" cy="202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D557EC2-46DC-65AA-500F-96DD086E841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704646" y="1645143"/>
                <a:ext cx="3373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F58C73F-D988-637F-1ABA-181A5FC7F1AD}"/>
                  </a:ext>
                </a:extLst>
              </p14:cNvPr>
              <p14:cNvContentPartPr/>
              <p14:nvPr/>
            </p14:nvContentPartPr>
            <p14:xfrm>
              <a:off x="4111446" y="1734063"/>
              <a:ext cx="122040" cy="291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F58C73F-D988-637F-1ABA-181A5FC7F1A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93446" y="1716063"/>
                <a:ext cx="1576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E733970-FDE9-69B0-906D-5FB32F254129}"/>
                  </a:ext>
                </a:extLst>
              </p14:cNvPr>
              <p14:cNvContentPartPr/>
              <p14:nvPr/>
            </p14:nvContentPartPr>
            <p14:xfrm>
              <a:off x="4193526" y="1667103"/>
              <a:ext cx="49680" cy="1908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E733970-FDE9-69B0-906D-5FB32F25412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75886" y="1649103"/>
                <a:ext cx="853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1B65952-45BD-EB2A-9BC8-7B343D7DA51E}"/>
                  </a:ext>
                </a:extLst>
              </p14:cNvPr>
              <p14:cNvContentPartPr/>
              <p14:nvPr/>
            </p14:nvContentPartPr>
            <p14:xfrm>
              <a:off x="4405926" y="1597623"/>
              <a:ext cx="102600" cy="2563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1B65952-45BD-EB2A-9BC8-7B343D7DA51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387926" y="1579623"/>
                <a:ext cx="1382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A089FC7-E8E7-E8F2-2D61-9AD9ACBEEE27}"/>
                  </a:ext>
                </a:extLst>
              </p14:cNvPr>
              <p14:cNvContentPartPr/>
              <p14:nvPr/>
            </p14:nvContentPartPr>
            <p14:xfrm>
              <a:off x="4183086" y="1735143"/>
              <a:ext cx="134640" cy="126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A089FC7-E8E7-E8F2-2D61-9AD9ACBEEE2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165086" y="1717503"/>
                <a:ext cx="170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CD78B0C-977F-8135-3A3D-5BEA992889A4}"/>
                  </a:ext>
                </a:extLst>
              </p14:cNvPr>
              <p14:cNvContentPartPr/>
              <p14:nvPr/>
            </p14:nvContentPartPr>
            <p14:xfrm>
              <a:off x="4453086" y="1732263"/>
              <a:ext cx="227880" cy="4608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CD78B0C-977F-8135-3A3D-5BEA992889A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35086" y="1714263"/>
                <a:ext cx="263520" cy="49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62D1D99E-A371-E88A-C846-F487D37B1BFF}"/>
              </a:ext>
            </a:extLst>
          </p:cNvPr>
          <p:cNvGrpSpPr/>
          <p:nvPr/>
        </p:nvGrpSpPr>
        <p:grpSpPr>
          <a:xfrm>
            <a:off x="4925046" y="1497183"/>
            <a:ext cx="713520" cy="287640"/>
            <a:chOff x="4925046" y="1497183"/>
            <a:chExt cx="71352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CCD0EE0-EE1A-9D5C-1BEA-0C8CE68B4301}"/>
                    </a:ext>
                  </a:extLst>
                </p14:cNvPr>
                <p14:cNvContentPartPr/>
                <p14:nvPr/>
              </p14:nvContentPartPr>
              <p14:xfrm>
                <a:off x="4925046" y="1670703"/>
                <a:ext cx="168840" cy="41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CCD0EE0-EE1A-9D5C-1BEA-0C8CE68B430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07406" y="1652703"/>
                  <a:ext cx="204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C68B16B-2561-4550-BE99-0057BC1B7CC3}"/>
                    </a:ext>
                  </a:extLst>
                </p14:cNvPr>
                <p14:cNvContentPartPr/>
                <p14:nvPr/>
              </p14:nvContentPartPr>
              <p14:xfrm>
                <a:off x="5020446" y="1578183"/>
                <a:ext cx="29160" cy="206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C68B16B-2561-4550-BE99-0057BC1B7C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02446" y="1560543"/>
                  <a:ext cx="64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3A0F25-7C49-BE63-9A54-B054BBA121AD}"/>
                    </a:ext>
                  </a:extLst>
                </p14:cNvPr>
                <p14:cNvContentPartPr/>
                <p14:nvPr/>
              </p14:nvContentPartPr>
              <p14:xfrm>
                <a:off x="5253006" y="1497183"/>
                <a:ext cx="100800" cy="282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3A0F25-7C49-BE63-9A54-B054BBA121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235366" y="1479183"/>
                  <a:ext cx="1364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80B7DA-E296-D302-3CE4-8ACC0DF729CF}"/>
                    </a:ext>
                  </a:extLst>
                </p14:cNvPr>
                <p14:cNvContentPartPr/>
                <p14:nvPr/>
              </p14:nvContentPartPr>
              <p14:xfrm>
                <a:off x="5445966" y="1606983"/>
                <a:ext cx="192600" cy="159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80B7DA-E296-D302-3CE4-8ACC0DF729C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27966" y="1588983"/>
                  <a:ext cx="2282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E194D12-0E4D-7889-2A15-6CF5C52F48C8}"/>
              </a:ext>
            </a:extLst>
          </p:cNvPr>
          <p:cNvGrpSpPr/>
          <p:nvPr/>
        </p:nvGrpSpPr>
        <p:grpSpPr>
          <a:xfrm>
            <a:off x="5849886" y="1486383"/>
            <a:ext cx="793800" cy="296280"/>
            <a:chOff x="5849886" y="1486383"/>
            <a:chExt cx="79380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F34001-8392-BA91-D281-2FD92CD123D7}"/>
                    </a:ext>
                  </a:extLst>
                </p14:cNvPr>
                <p14:cNvContentPartPr/>
                <p14:nvPr/>
              </p14:nvContentPartPr>
              <p14:xfrm>
                <a:off x="5849886" y="1638663"/>
                <a:ext cx="88200" cy="7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F34001-8392-BA91-D281-2FD92CD123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31886" y="1621023"/>
                  <a:ext cx="123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59684AF-B0E7-A32F-371C-BBD7B6471928}"/>
                    </a:ext>
                  </a:extLst>
                </p14:cNvPr>
                <p14:cNvContentPartPr/>
                <p14:nvPr/>
              </p14:nvContentPartPr>
              <p14:xfrm>
                <a:off x="5886606" y="1686903"/>
                <a:ext cx="154080" cy="3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59684AF-B0E7-A32F-371C-BBD7B647192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68606" y="1669263"/>
                  <a:ext cx="189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9600B6D-A387-0C06-8C5F-6B3A3470755E}"/>
                    </a:ext>
                  </a:extLst>
                </p14:cNvPr>
                <p14:cNvContentPartPr/>
                <p14:nvPr/>
              </p14:nvContentPartPr>
              <p14:xfrm>
                <a:off x="6212046" y="1486383"/>
                <a:ext cx="149040" cy="296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9600B6D-A387-0C06-8C5F-6B3A347075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94406" y="1468383"/>
                  <a:ext cx="184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35993AF-B39E-D8FA-B1CC-647BFDC9B451}"/>
                    </a:ext>
                  </a:extLst>
                </p14:cNvPr>
                <p14:cNvContentPartPr/>
                <p14:nvPr/>
              </p14:nvContentPartPr>
              <p14:xfrm>
                <a:off x="6464046" y="1537143"/>
                <a:ext cx="179640" cy="208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35993AF-B39E-D8FA-B1CC-647BFDC9B4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46046" y="1519503"/>
                  <a:ext cx="21528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0A83C99-EDA3-38A0-EE52-79E439852821}"/>
                  </a:ext>
                </a:extLst>
              </p14:cNvPr>
              <p14:cNvContentPartPr/>
              <p14:nvPr/>
            </p14:nvContentPartPr>
            <p14:xfrm>
              <a:off x="7278726" y="1873743"/>
              <a:ext cx="5400" cy="75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0A83C99-EDA3-38A0-EE52-79E43985282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260726" y="1855743"/>
                <a:ext cx="4104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FEC77623-13FF-C1BC-A47E-D97B252ECD07}"/>
              </a:ext>
            </a:extLst>
          </p:cNvPr>
          <p:cNvGrpSpPr/>
          <p:nvPr/>
        </p:nvGrpSpPr>
        <p:grpSpPr>
          <a:xfrm>
            <a:off x="831126" y="2351103"/>
            <a:ext cx="192960" cy="272520"/>
            <a:chOff x="831126" y="2351103"/>
            <a:chExt cx="19296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9B6C06F-6B72-3A79-77F8-5F064FB4176E}"/>
                    </a:ext>
                  </a:extLst>
                </p14:cNvPr>
                <p14:cNvContentPartPr/>
                <p14:nvPr/>
              </p14:nvContentPartPr>
              <p14:xfrm>
                <a:off x="831126" y="2433903"/>
                <a:ext cx="66240" cy="189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9B6C06F-6B72-3A79-77F8-5F064FB4176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3486" y="2416263"/>
                  <a:ext cx="101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A6865BF-C825-10CD-DA81-F4BB91917B00}"/>
                    </a:ext>
                  </a:extLst>
                </p14:cNvPr>
                <p14:cNvContentPartPr/>
                <p14:nvPr/>
              </p14:nvContentPartPr>
              <p14:xfrm>
                <a:off x="860646" y="2351103"/>
                <a:ext cx="163440" cy="264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A6865BF-C825-10CD-DA81-F4BB91917B0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2646" y="2333463"/>
                  <a:ext cx="1990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304700-55D8-5CCF-F9BC-3CFA777BE6AC}"/>
                    </a:ext>
                  </a:extLst>
                </p14:cNvPr>
                <p14:cNvContentPartPr/>
                <p14:nvPr/>
              </p14:nvContentPartPr>
              <p14:xfrm>
                <a:off x="905286" y="2471343"/>
                <a:ext cx="116280" cy="24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304700-55D8-5CCF-F9BC-3CFA777BE6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7286" y="2453343"/>
                  <a:ext cx="15192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C7D52DD-20AD-D405-F747-C31896C7EA02}"/>
              </a:ext>
            </a:extLst>
          </p:cNvPr>
          <p:cNvGrpSpPr/>
          <p:nvPr/>
        </p:nvGrpSpPr>
        <p:grpSpPr>
          <a:xfrm>
            <a:off x="1358166" y="2492583"/>
            <a:ext cx="122400" cy="110160"/>
            <a:chOff x="1358166" y="2492583"/>
            <a:chExt cx="122400" cy="1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D024235-9987-F4E7-70F4-E69049D50AED}"/>
                    </a:ext>
                  </a:extLst>
                </p14:cNvPr>
                <p14:cNvContentPartPr/>
                <p14:nvPr/>
              </p14:nvContentPartPr>
              <p14:xfrm>
                <a:off x="1374366" y="2492583"/>
                <a:ext cx="60120" cy="20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D024235-9987-F4E7-70F4-E69049D50AE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56726" y="2474583"/>
                  <a:ext cx="95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36DE16-C639-0A52-9AB2-3ED69886B15F}"/>
                    </a:ext>
                  </a:extLst>
                </p14:cNvPr>
                <p14:cNvContentPartPr/>
                <p14:nvPr/>
              </p14:nvContentPartPr>
              <p14:xfrm>
                <a:off x="1358166" y="2579703"/>
                <a:ext cx="122400" cy="23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36DE16-C639-0A52-9AB2-3ED69886B1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40166" y="2562063"/>
                  <a:ext cx="15804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DFCE599-EB90-A7FB-9AC6-E830179FA291}"/>
                  </a:ext>
                </a:extLst>
              </p14:cNvPr>
              <p14:cNvContentPartPr/>
              <p14:nvPr/>
            </p14:nvContentPartPr>
            <p14:xfrm>
              <a:off x="2248446" y="2220423"/>
              <a:ext cx="332640" cy="1851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DFCE599-EB90-A7FB-9AC6-E830179FA29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230806" y="2202783"/>
                <a:ext cx="368280" cy="18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FE6D01E-0FEF-1C4A-7039-E3500EE17D11}"/>
                  </a:ext>
                </a:extLst>
              </p14:cNvPr>
              <p14:cNvContentPartPr/>
              <p14:nvPr/>
            </p14:nvContentPartPr>
            <p14:xfrm>
              <a:off x="2814726" y="2536863"/>
              <a:ext cx="33480" cy="198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FE6D01E-0FEF-1C4A-7039-E3500EE17D1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96726" y="2518863"/>
                <a:ext cx="691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195E647-AB67-A49C-81A5-190D3961389A}"/>
                  </a:ext>
                </a:extLst>
              </p14:cNvPr>
              <p14:cNvContentPartPr/>
              <p14:nvPr/>
            </p14:nvContentPartPr>
            <p14:xfrm>
              <a:off x="3356166" y="2546223"/>
              <a:ext cx="13680" cy="1508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195E647-AB67-A49C-81A5-190D3961389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338166" y="2528223"/>
                <a:ext cx="493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81845E7-A86C-E4E9-FC6F-125F06673489}"/>
                  </a:ext>
                </a:extLst>
              </p14:cNvPr>
              <p14:cNvContentPartPr/>
              <p14:nvPr/>
            </p14:nvContentPartPr>
            <p14:xfrm>
              <a:off x="4006686" y="2473503"/>
              <a:ext cx="17280" cy="192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81845E7-A86C-E4E9-FC6F-125F0667348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88686" y="2455863"/>
                <a:ext cx="529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48C9610-109C-619D-AF53-CDDA76F71311}"/>
                  </a:ext>
                </a:extLst>
              </p14:cNvPr>
              <p14:cNvContentPartPr/>
              <p14:nvPr/>
            </p14:nvContentPartPr>
            <p14:xfrm>
              <a:off x="2829846" y="2994063"/>
              <a:ext cx="21600" cy="2296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48C9610-109C-619D-AF53-CDDA76F7131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811846" y="2976423"/>
                <a:ext cx="572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A2B5CD6-243F-7D42-0AB3-8F83C6AF9F2C}"/>
                  </a:ext>
                </a:extLst>
              </p14:cNvPr>
              <p14:cNvContentPartPr/>
              <p14:nvPr/>
            </p14:nvContentPartPr>
            <p14:xfrm>
              <a:off x="3311166" y="3035103"/>
              <a:ext cx="155520" cy="176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A2B5CD6-243F-7D42-0AB3-8F83C6AF9F2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293526" y="3017103"/>
                <a:ext cx="1911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C2F900E-92D1-8EAB-AC04-240337C63518}"/>
                  </a:ext>
                </a:extLst>
              </p14:cNvPr>
              <p14:cNvContentPartPr/>
              <p14:nvPr/>
            </p14:nvContentPartPr>
            <p14:xfrm>
              <a:off x="3866286" y="3001983"/>
              <a:ext cx="122400" cy="2113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C2F900E-92D1-8EAB-AC04-240337C6351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848646" y="2984343"/>
                <a:ext cx="1580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BD7D428-C4FF-6AAE-5FB4-D3362B2BE59E}"/>
                  </a:ext>
                </a:extLst>
              </p14:cNvPr>
              <p14:cNvContentPartPr/>
              <p14:nvPr/>
            </p14:nvContentPartPr>
            <p14:xfrm>
              <a:off x="2745246" y="3586623"/>
              <a:ext cx="22320" cy="2311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BD7D428-C4FF-6AAE-5FB4-D3362B2BE59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727246" y="3568983"/>
                <a:ext cx="579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E7CCB70-9795-417C-B938-7BD5EB2AD640}"/>
                  </a:ext>
                </a:extLst>
              </p14:cNvPr>
              <p14:cNvContentPartPr/>
              <p14:nvPr/>
            </p14:nvContentPartPr>
            <p14:xfrm>
              <a:off x="3340326" y="3587343"/>
              <a:ext cx="119520" cy="2275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E7CCB70-9795-417C-B938-7BD5EB2AD64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322326" y="3569703"/>
                <a:ext cx="155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94631A1-DD83-4D58-1F75-F178742C6534}"/>
                  </a:ext>
                </a:extLst>
              </p14:cNvPr>
              <p14:cNvContentPartPr/>
              <p14:nvPr/>
            </p14:nvContentPartPr>
            <p14:xfrm>
              <a:off x="3811566" y="3575103"/>
              <a:ext cx="159120" cy="2800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94631A1-DD83-4D58-1F75-F178742C653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793566" y="3557463"/>
                <a:ext cx="194760" cy="31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8E5B57C5-FF7B-0C3E-FAAD-CE80314A6872}"/>
              </a:ext>
            </a:extLst>
          </p:cNvPr>
          <p:cNvGrpSpPr/>
          <p:nvPr/>
        </p:nvGrpSpPr>
        <p:grpSpPr>
          <a:xfrm>
            <a:off x="4437246" y="2320143"/>
            <a:ext cx="913320" cy="1789920"/>
            <a:chOff x="4437246" y="2320143"/>
            <a:chExt cx="913320" cy="178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C2BF3E-24CA-0D1C-7024-F1091F466AAB}"/>
                    </a:ext>
                  </a:extLst>
                </p14:cNvPr>
                <p14:cNvContentPartPr/>
                <p14:nvPr/>
              </p14:nvContentPartPr>
              <p14:xfrm>
                <a:off x="4685286" y="2438943"/>
                <a:ext cx="182160" cy="232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C2BF3E-24CA-0D1C-7024-F1091F466AA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67646" y="2420943"/>
                  <a:ext cx="2178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A2D7415-403A-91B0-BDEB-7C54942FE39E}"/>
                    </a:ext>
                  </a:extLst>
                </p14:cNvPr>
                <p14:cNvContentPartPr/>
                <p14:nvPr/>
              </p14:nvContentPartPr>
              <p14:xfrm>
                <a:off x="4497366" y="2496903"/>
                <a:ext cx="5400" cy="31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A2D7415-403A-91B0-BDEB-7C54942FE39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79726" y="2479263"/>
                  <a:ext cx="41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C83B43A-9FA3-75F0-0878-965C5FC6FFAB}"/>
                    </a:ext>
                  </a:extLst>
                </p14:cNvPr>
                <p14:cNvContentPartPr/>
                <p14:nvPr/>
              </p14:nvContentPartPr>
              <p14:xfrm>
                <a:off x="4484406" y="2635863"/>
                <a:ext cx="3600" cy="24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C83B43A-9FA3-75F0-0878-965C5FC6FFA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66766" y="2618223"/>
                  <a:ext cx="39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E922B04-67B9-7B50-1163-3C39A375F3DA}"/>
                    </a:ext>
                  </a:extLst>
                </p14:cNvPr>
                <p14:cNvContentPartPr/>
                <p14:nvPr/>
              </p14:nvContentPartPr>
              <p14:xfrm>
                <a:off x="4549206" y="3007383"/>
                <a:ext cx="2160" cy="25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E922B04-67B9-7B50-1163-3C39A375F3D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531566" y="2989383"/>
                  <a:ext cx="37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471E888-B687-09D5-898D-58FA78D672E1}"/>
                    </a:ext>
                  </a:extLst>
                </p14:cNvPr>
                <p14:cNvContentPartPr/>
                <p14:nvPr/>
              </p14:nvContentPartPr>
              <p14:xfrm>
                <a:off x="4537326" y="3129063"/>
                <a:ext cx="6480" cy="29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471E888-B687-09D5-898D-58FA78D672E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19686" y="3111423"/>
                  <a:ext cx="42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0EFB4F-3859-56FE-2D6B-582CAD1FBA7E}"/>
                    </a:ext>
                  </a:extLst>
                </p14:cNvPr>
                <p14:cNvContentPartPr/>
                <p14:nvPr/>
              </p14:nvContentPartPr>
              <p14:xfrm>
                <a:off x="4684566" y="2980743"/>
                <a:ext cx="25560" cy="181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0EFB4F-3859-56FE-2D6B-582CAD1FBA7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66566" y="2963103"/>
                  <a:ext cx="61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A61A66-63FD-3CE5-95F6-E494D30AFE76}"/>
                    </a:ext>
                  </a:extLst>
                </p14:cNvPr>
                <p14:cNvContentPartPr/>
                <p14:nvPr/>
              </p14:nvContentPartPr>
              <p14:xfrm>
                <a:off x="4808766" y="2995503"/>
                <a:ext cx="107640" cy="276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A61A66-63FD-3CE5-95F6-E494D30AFE7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90766" y="2977503"/>
                  <a:ext cx="1432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75660C1-6F56-C278-D69D-2202438565E1}"/>
                    </a:ext>
                  </a:extLst>
                </p14:cNvPr>
                <p14:cNvContentPartPr/>
                <p14:nvPr/>
              </p14:nvContentPartPr>
              <p14:xfrm>
                <a:off x="4437246" y="3576903"/>
                <a:ext cx="12240" cy="21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75660C1-6F56-C278-D69D-2202438565E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19246" y="3559263"/>
                  <a:ext cx="47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88AB1A-BD77-B225-A611-3FC1D55D3F3F}"/>
                    </a:ext>
                  </a:extLst>
                </p14:cNvPr>
                <p14:cNvContentPartPr/>
                <p14:nvPr/>
              </p14:nvContentPartPr>
              <p14:xfrm>
                <a:off x="4449846" y="3746103"/>
                <a:ext cx="31680" cy="30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88AB1A-BD77-B225-A611-3FC1D55D3F3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31846" y="3728103"/>
                  <a:ext cx="67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29AD81-3CAD-AB59-4AB0-C1B30D2D20B6}"/>
                    </a:ext>
                  </a:extLst>
                </p14:cNvPr>
                <p14:cNvContentPartPr/>
                <p14:nvPr/>
              </p14:nvContentPartPr>
              <p14:xfrm>
                <a:off x="4649646" y="3522183"/>
                <a:ext cx="160920" cy="226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29AD81-3CAD-AB59-4AB0-C1B30D2D20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32006" y="3504183"/>
                  <a:ext cx="196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C916AE9-C4BC-A9D3-1602-5AE37359B853}"/>
                    </a:ext>
                  </a:extLst>
                </p14:cNvPr>
                <p14:cNvContentPartPr/>
                <p14:nvPr/>
              </p14:nvContentPartPr>
              <p14:xfrm>
                <a:off x="4911726" y="3615063"/>
                <a:ext cx="105480" cy="123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C916AE9-C4BC-A9D3-1602-5AE37359B85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94086" y="3597423"/>
                  <a:ext cx="141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55FFB49-66DB-71E3-BA56-B9CD3E1B18D5}"/>
                    </a:ext>
                  </a:extLst>
                </p14:cNvPr>
                <p14:cNvContentPartPr/>
                <p14:nvPr/>
              </p14:nvContentPartPr>
              <p14:xfrm>
                <a:off x="5017206" y="2320143"/>
                <a:ext cx="333360" cy="1789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55FFB49-66DB-71E3-BA56-B9CD3E1B18D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999566" y="2302503"/>
                  <a:ext cx="369000" cy="18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7BD960A-5FDB-34AD-CF2D-FA24E007B415}"/>
              </a:ext>
            </a:extLst>
          </p:cNvPr>
          <p:cNvGrpSpPr/>
          <p:nvPr/>
        </p:nvGrpSpPr>
        <p:grpSpPr>
          <a:xfrm>
            <a:off x="224166" y="4706583"/>
            <a:ext cx="497880" cy="381960"/>
            <a:chOff x="224166" y="4706583"/>
            <a:chExt cx="49788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4C61C66-80EA-7132-F06F-C88E11BB3861}"/>
                    </a:ext>
                  </a:extLst>
                </p14:cNvPr>
                <p14:cNvContentPartPr/>
                <p14:nvPr/>
              </p14:nvContentPartPr>
              <p14:xfrm>
                <a:off x="228126" y="4806663"/>
                <a:ext cx="26640" cy="195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4C61C66-80EA-7132-F06F-C88E11BB386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0486" y="4789023"/>
                  <a:ext cx="62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7E27876-7AAC-BE9F-459F-0D640D7A2DB8}"/>
                    </a:ext>
                  </a:extLst>
                </p14:cNvPr>
                <p14:cNvContentPartPr/>
                <p14:nvPr/>
              </p14:nvContentPartPr>
              <p14:xfrm>
                <a:off x="224166" y="4706583"/>
                <a:ext cx="116640" cy="287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7E27876-7AAC-BE9F-459F-0D640D7A2DB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6166" y="4688943"/>
                  <a:ext cx="1522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18A9693-0771-B216-35EA-D4961087F534}"/>
                    </a:ext>
                  </a:extLst>
                </p14:cNvPr>
                <p14:cNvContentPartPr/>
                <p14:nvPr/>
              </p14:nvContentPartPr>
              <p14:xfrm>
                <a:off x="396606" y="4944543"/>
                <a:ext cx="115920" cy="144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18A9693-0771-B216-35EA-D4961087F53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78606" y="4926543"/>
                  <a:ext cx="1515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96ADB9B-99ED-EBFD-F12C-342E3FCCF0A6}"/>
                    </a:ext>
                  </a:extLst>
                </p14:cNvPr>
                <p14:cNvContentPartPr/>
                <p14:nvPr/>
              </p14:nvContentPartPr>
              <p14:xfrm>
                <a:off x="579126" y="4765623"/>
                <a:ext cx="142920" cy="144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96ADB9B-99ED-EBFD-F12C-342E3FCCF0A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1486" y="4747623"/>
                  <a:ext cx="17856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D4802D3-C74A-F147-6B6F-090BC99379D1}"/>
              </a:ext>
            </a:extLst>
          </p:cNvPr>
          <p:cNvGrpSpPr/>
          <p:nvPr/>
        </p:nvGrpSpPr>
        <p:grpSpPr>
          <a:xfrm>
            <a:off x="900606" y="4647543"/>
            <a:ext cx="834840" cy="449640"/>
            <a:chOff x="900606" y="4647543"/>
            <a:chExt cx="834840" cy="4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AD3E6CA-854C-FC4E-B52F-D79814A72030}"/>
                    </a:ext>
                  </a:extLst>
                </p14:cNvPr>
                <p14:cNvContentPartPr/>
                <p14:nvPr/>
              </p14:nvContentPartPr>
              <p14:xfrm>
                <a:off x="921486" y="4735383"/>
                <a:ext cx="49680" cy="235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AD3E6CA-854C-FC4E-B52F-D79814A720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03846" y="4717743"/>
                  <a:ext cx="853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EFA97B4-9E75-B426-495C-D56A212D50A1}"/>
                    </a:ext>
                  </a:extLst>
                </p14:cNvPr>
                <p14:cNvContentPartPr/>
                <p14:nvPr/>
              </p14:nvContentPartPr>
              <p14:xfrm>
                <a:off x="900606" y="4673103"/>
                <a:ext cx="125640" cy="297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EFA97B4-9E75-B426-495C-D56A212D50A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2606" y="4655463"/>
                  <a:ext cx="1612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8C469D3-7C09-09FE-48E9-5ECC6C33A704}"/>
                    </a:ext>
                  </a:extLst>
                </p14:cNvPr>
                <p14:cNvContentPartPr/>
                <p14:nvPr/>
              </p14:nvContentPartPr>
              <p14:xfrm>
                <a:off x="1073406" y="4925463"/>
                <a:ext cx="157320" cy="117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8C469D3-7C09-09FE-48E9-5ECC6C33A70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5766" y="4907463"/>
                  <a:ext cx="192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1E89A67-616A-2FFB-821B-89551121ED9B}"/>
                    </a:ext>
                  </a:extLst>
                </p14:cNvPr>
                <p14:cNvContentPartPr/>
                <p14:nvPr/>
              </p14:nvContentPartPr>
              <p14:xfrm>
                <a:off x="1255566" y="4814223"/>
                <a:ext cx="111240" cy="59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1E89A67-616A-2FFB-821B-89551121ED9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37926" y="4796223"/>
                  <a:ext cx="146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FB5AB03-E42E-E764-7A31-EFE0F032F631}"/>
                    </a:ext>
                  </a:extLst>
                </p14:cNvPr>
                <p14:cNvContentPartPr/>
                <p14:nvPr/>
              </p14:nvContentPartPr>
              <p14:xfrm>
                <a:off x="1455006" y="4647543"/>
                <a:ext cx="128160" cy="292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FB5AB03-E42E-E764-7A31-EFE0F032F63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37006" y="4629543"/>
                  <a:ext cx="1638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2B02BB8-50A9-C59F-76A5-2A1353FBE66D}"/>
                    </a:ext>
                  </a:extLst>
                </p14:cNvPr>
                <p14:cNvContentPartPr/>
                <p14:nvPr/>
              </p14:nvContentPartPr>
              <p14:xfrm>
                <a:off x="1730406" y="4860303"/>
                <a:ext cx="5040" cy="236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2B02BB8-50A9-C59F-76A5-2A1353FBE66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12406" y="4842303"/>
                  <a:ext cx="4068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1068E14-164B-4F92-A396-89068330DE4B}"/>
              </a:ext>
            </a:extLst>
          </p:cNvPr>
          <p:cNvGrpSpPr/>
          <p:nvPr/>
        </p:nvGrpSpPr>
        <p:grpSpPr>
          <a:xfrm>
            <a:off x="143166" y="5410743"/>
            <a:ext cx="1596240" cy="449640"/>
            <a:chOff x="143166" y="5410743"/>
            <a:chExt cx="1596240" cy="4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DDB70BD-E367-E7AB-E736-FF7B286B461C}"/>
                    </a:ext>
                  </a:extLst>
                </p14:cNvPr>
                <p14:cNvContentPartPr/>
                <p14:nvPr/>
              </p14:nvContentPartPr>
              <p14:xfrm>
                <a:off x="156846" y="5433423"/>
                <a:ext cx="16920" cy="273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DDB70BD-E367-E7AB-E736-FF7B286B46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9206" y="5415783"/>
                  <a:ext cx="525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0848B00-CE12-6066-C444-4269093AE165}"/>
                    </a:ext>
                  </a:extLst>
                </p14:cNvPr>
                <p14:cNvContentPartPr/>
                <p14:nvPr/>
              </p14:nvContentPartPr>
              <p14:xfrm>
                <a:off x="143166" y="5417223"/>
                <a:ext cx="128160" cy="270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0848B00-CE12-6066-C444-4269093AE16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5526" y="5399223"/>
                  <a:ext cx="1638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E45F9D-BCF3-17CD-7036-927DD59D47A5}"/>
                    </a:ext>
                  </a:extLst>
                </p14:cNvPr>
                <p14:cNvContentPartPr/>
                <p14:nvPr/>
              </p14:nvContentPartPr>
              <p14:xfrm>
                <a:off x="262686" y="5653023"/>
                <a:ext cx="104760" cy="207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E45F9D-BCF3-17CD-7036-927DD59D47A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5046" y="5635383"/>
                  <a:ext cx="140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8433AAA-BA06-B7F3-8C74-2600EFDAB04C}"/>
                    </a:ext>
                  </a:extLst>
                </p14:cNvPr>
                <p14:cNvContentPartPr/>
                <p14:nvPr/>
              </p14:nvContentPartPr>
              <p14:xfrm>
                <a:off x="498126" y="5592183"/>
                <a:ext cx="166320" cy="28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8433AAA-BA06-B7F3-8C74-2600EFDAB04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0126" y="5574183"/>
                  <a:ext cx="201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A267A0F-B91D-CF3D-BB88-7F3F9CC2F386}"/>
                    </a:ext>
                  </a:extLst>
                </p14:cNvPr>
                <p14:cNvContentPartPr/>
                <p14:nvPr/>
              </p14:nvContentPartPr>
              <p14:xfrm>
                <a:off x="619446" y="5524143"/>
                <a:ext cx="52200" cy="165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A267A0F-B91D-CF3D-BB88-7F3F9CC2F38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1806" y="5506503"/>
                  <a:ext cx="87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7D0DB88-D31D-7F4A-95D7-2CFB84450F42}"/>
                    </a:ext>
                  </a:extLst>
                </p14:cNvPr>
                <p14:cNvContentPartPr/>
                <p14:nvPr/>
              </p14:nvContentPartPr>
              <p14:xfrm>
                <a:off x="783966" y="5410743"/>
                <a:ext cx="190440" cy="341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7D0DB88-D31D-7F4A-95D7-2CFB84450F4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5966" y="5392743"/>
                  <a:ext cx="2260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46A9EE9-1C4E-FBBC-0505-81034F56F70D}"/>
                    </a:ext>
                  </a:extLst>
                </p14:cNvPr>
                <p14:cNvContentPartPr/>
                <p14:nvPr/>
              </p14:nvContentPartPr>
              <p14:xfrm>
                <a:off x="921846" y="5651943"/>
                <a:ext cx="149400" cy="207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46A9EE9-1C4E-FBBC-0505-81034F56F70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04206" y="5634303"/>
                  <a:ext cx="1850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6662A37-CA87-E288-512F-8A42849E17A1}"/>
                    </a:ext>
                  </a:extLst>
                </p14:cNvPr>
                <p14:cNvContentPartPr/>
                <p14:nvPr/>
              </p14:nvContentPartPr>
              <p14:xfrm>
                <a:off x="1183926" y="5605143"/>
                <a:ext cx="129960" cy="37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6662A37-CA87-E288-512F-8A42849E17A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65926" y="5587143"/>
                  <a:ext cx="165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1EC160E-23A6-F14E-677A-A27AF0B360C8}"/>
                    </a:ext>
                  </a:extLst>
                </p14:cNvPr>
                <p14:cNvContentPartPr/>
                <p14:nvPr/>
              </p14:nvContentPartPr>
              <p14:xfrm>
                <a:off x="1450326" y="5447103"/>
                <a:ext cx="158760" cy="311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1EC160E-23A6-F14E-677A-A27AF0B360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432686" y="5429463"/>
                  <a:ext cx="1944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DD99245-116B-1261-376C-B531D6A90D65}"/>
                    </a:ext>
                  </a:extLst>
                </p14:cNvPr>
                <p14:cNvContentPartPr/>
                <p14:nvPr/>
              </p14:nvContentPartPr>
              <p14:xfrm>
                <a:off x="1719966" y="5637183"/>
                <a:ext cx="19440" cy="174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DD99245-116B-1261-376C-B531D6A90D6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01966" y="5619543"/>
                  <a:ext cx="550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82F5947-D9AC-67F5-9176-4EC30EBE0633}"/>
              </a:ext>
            </a:extLst>
          </p:cNvPr>
          <p:cNvGrpSpPr/>
          <p:nvPr/>
        </p:nvGrpSpPr>
        <p:grpSpPr>
          <a:xfrm>
            <a:off x="2219646" y="4453143"/>
            <a:ext cx="483120" cy="1967760"/>
            <a:chOff x="2219646" y="4453143"/>
            <a:chExt cx="483120" cy="19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DA45398-824F-1B18-6296-BAA8EFDE7D3E}"/>
                    </a:ext>
                  </a:extLst>
                </p14:cNvPr>
                <p14:cNvContentPartPr/>
                <p14:nvPr/>
              </p14:nvContentPartPr>
              <p14:xfrm>
                <a:off x="2219646" y="4453143"/>
                <a:ext cx="308880" cy="1967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DA45398-824F-1B18-6296-BAA8EFDE7D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202006" y="4435143"/>
                  <a:ext cx="344520" cy="20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C06E560-BC12-9B4F-0E92-096C3F5223B4}"/>
                    </a:ext>
                  </a:extLst>
                </p14:cNvPr>
                <p14:cNvContentPartPr/>
                <p14:nvPr/>
              </p14:nvContentPartPr>
              <p14:xfrm>
                <a:off x="2678286" y="4690743"/>
                <a:ext cx="24480" cy="191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C06E560-BC12-9B4F-0E92-096C3F5223B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60286" y="4673103"/>
                  <a:ext cx="6012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F0D5896-5452-EC24-4BD4-BEE1003CDC76}"/>
                  </a:ext>
                </a:extLst>
              </p14:cNvPr>
              <p14:cNvContentPartPr/>
              <p14:nvPr/>
            </p14:nvContentPartPr>
            <p14:xfrm>
              <a:off x="3143046" y="4696503"/>
              <a:ext cx="19440" cy="1490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F0D5896-5452-EC24-4BD4-BEE1003CDC7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125406" y="4678503"/>
                <a:ext cx="550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AD7EC5E-31A6-95D9-8247-EC8889818CDF}"/>
                  </a:ext>
                </a:extLst>
              </p14:cNvPr>
              <p14:cNvContentPartPr/>
              <p14:nvPr/>
            </p14:nvContentPartPr>
            <p14:xfrm>
              <a:off x="3757566" y="4639263"/>
              <a:ext cx="26640" cy="1980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AD7EC5E-31A6-95D9-8247-EC8889818CD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739926" y="4621623"/>
                <a:ext cx="6228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F3B34DE-CBE6-4A9C-7A84-5630EB870E65}"/>
              </a:ext>
            </a:extLst>
          </p:cNvPr>
          <p:cNvGrpSpPr/>
          <p:nvPr/>
        </p:nvGrpSpPr>
        <p:grpSpPr>
          <a:xfrm>
            <a:off x="4085526" y="4684263"/>
            <a:ext cx="17280" cy="145440"/>
            <a:chOff x="4085526" y="4684263"/>
            <a:chExt cx="17280" cy="1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C916DF1-23BB-EE9E-8657-339FFB4C45C4}"/>
                    </a:ext>
                  </a:extLst>
                </p14:cNvPr>
                <p14:cNvContentPartPr/>
                <p14:nvPr/>
              </p14:nvContentPartPr>
              <p14:xfrm>
                <a:off x="4093806" y="4684263"/>
                <a:ext cx="9000" cy="18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C916DF1-23BB-EE9E-8657-339FFB4C45C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75806" y="4666623"/>
                  <a:ext cx="44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533FA8C-50C3-C397-243C-DC544F88EBB1}"/>
                    </a:ext>
                  </a:extLst>
                </p14:cNvPr>
                <p14:cNvContentPartPr/>
                <p14:nvPr/>
              </p14:nvContentPartPr>
              <p14:xfrm>
                <a:off x="4085526" y="4796583"/>
                <a:ext cx="15840" cy="33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533FA8C-50C3-C397-243C-DC544F88EBB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67526" y="4778583"/>
                  <a:ext cx="5148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C3AF6C0-43C4-0408-AD49-4F5F206AC3CD}"/>
                  </a:ext>
                </a:extLst>
              </p14:cNvPr>
              <p14:cNvContentPartPr/>
              <p14:nvPr/>
            </p14:nvContentPartPr>
            <p14:xfrm>
              <a:off x="4637046" y="4570503"/>
              <a:ext cx="255240" cy="2977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C3AF6C0-43C4-0408-AD49-4F5F206AC3C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619406" y="4552863"/>
                <a:ext cx="29088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DAB481B2-ECAF-C41B-A8CB-61F2EAF10E9A}"/>
                  </a:ext>
                </a:extLst>
              </p14:cNvPr>
              <p14:cNvContentPartPr/>
              <p14:nvPr/>
            </p14:nvContentPartPr>
            <p14:xfrm>
              <a:off x="2576766" y="5232183"/>
              <a:ext cx="163080" cy="1944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DAB481B2-ECAF-C41B-A8CB-61F2EAF10E9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559126" y="5214183"/>
                <a:ext cx="1987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9C03DB7-D749-A5DE-A2FF-EC7E730F26F3}"/>
                  </a:ext>
                </a:extLst>
              </p14:cNvPr>
              <p14:cNvContentPartPr/>
              <p14:nvPr/>
            </p14:nvContentPartPr>
            <p14:xfrm>
              <a:off x="3050886" y="5262783"/>
              <a:ext cx="22320" cy="1954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9C03DB7-D749-A5DE-A2FF-EC7E730F26F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033246" y="5245143"/>
                <a:ext cx="579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6D374F7-FB1C-BAC3-FEF8-F705FD028E4D}"/>
                  </a:ext>
                </a:extLst>
              </p14:cNvPr>
              <p14:cNvContentPartPr/>
              <p14:nvPr/>
            </p14:nvContentPartPr>
            <p14:xfrm>
              <a:off x="3733806" y="5272143"/>
              <a:ext cx="209520" cy="2260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6D374F7-FB1C-BAC3-FEF8-F705FD028E4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716166" y="5254143"/>
                <a:ext cx="24516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B6E61D7-5D6B-E9FC-6111-A3AE4A683591}"/>
              </a:ext>
            </a:extLst>
          </p:cNvPr>
          <p:cNvGrpSpPr/>
          <p:nvPr/>
        </p:nvGrpSpPr>
        <p:grpSpPr>
          <a:xfrm>
            <a:off x="4273446" y="5203383"/>
            <a:ext cx="44280" cy="196560"/>
            <a:chOff x="4273446" y="5203383"/>
            <a:chExt cx="4428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2A8E4C1-610C-BDF0-697B-65F4176EBD44}"/>
                    </a:ext>
                  </a:extLst>
                </p14:cNvPr>
                <p14:cNvContentPartPr/>
                <p14:nvPr/>
              </p14:nvContentPartPr>
              <p14:xfrm>
                <a:off x="4273446" y="5203383"/>
                <a:ext cx="5760" cy="52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2A8E4C1-610C-BDF0-697B-65F4176EBD4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55446" y="5185743"/>
                  <a:ext cx="41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F82F2EB-7B49-B0E2-6C01-742CD27A1143}"/>
                    </a:ext>
                  </a:extLst>
                </p14:cNvPr>
                <p14:cNvContentPartPr/>
                <p14:nvPr/>
              </p14:nvContentPartPr>
              <p14:xfrm>
                <a:off x="4282806" y="5367543"/>
                <a:ext cx="34920" cy="32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F82F2EB-7B49-B0E2-6C01-742CD27A114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264806" y="5349903"/>
                  <a:ext cx="7056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C76F3D7-3B6D-D274-E828-4D7E4B897737}"/>
                  </a:ext>
                </a:extLst>
              </p14:cNvPr>
              <p14:cNvContentPartPr/>
              <p14:nvPr/>
            </p14:nvContentPartPr>
            <p14:xfrm>
              <a:off x="4724526" y="5170263"/>
              <a:ext cx="134280" cy="2721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C76F3D7-3B6D-D274-E828-4D7E4B89773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706526" y="5152623"/>
                <a:ext cx="1699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F6ED1A3A-55FE-5AD7-B969-38CE51296DD8}"/>
                  </a:ext>
                </a:extLst>
              </p14:cNvPr>
              <p14:cNvContentPartPr/>
              <p14:nvPr/>
            </p14:nvContentPartPr>
            <p14:xfrm>
              <a:off x="2490006" y="5889183"/>
              <a:ext cx="135720" cy="1990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F6ED1A3A-55FE-5AD7-B969-38CE51296DD8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472006" y="5871543"/>
                <a:ext cx="1713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E29392E-CD09-7B33-5790-A890169C42F7}"/>
                  </a:ext>
                </a:extLst>
              </p14:cNvPr>
              <p14:cNvContentPartPr/>
              <p14:nvPr/>
            </p14:nvContentPartPr>
            <p14:xfrm>
              <a:off x="3200646" y="5880543"/>
              <a:ext cx="172080" cy="2656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E29392E-CD09-7B33-5790-A890169C42F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183006" y="5862543"/>
                <a:ext cx="2077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99879F5-E7D2-D8B8-0ED5-0CBFFFC2916C}"/>
                  </a:ext>
                </a:extLst>
              </p14:cNvPr>
              <p14:cNvContentPartPr/>
              <p14:nvPr/>
            </p14:nvContentPartPr>
            <p14:xfrm>
              <a:off x="3757926" y="5834823"/>
              <a:ext cx="165600" cy="2790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99879F5-E7D2-D8B8-0ED5-0CBFFFC2916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739926" y="5816823"/>
                <a:ext cx="2012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86EBE8C-FD2B-7148-5581-E7CEF6E36E14}"/>
                  </a:ext>
                </a:extLst>
              </p14:cNvPr>
              <p14:cNvContentPartPr/>
              <p14:nvPr/>
            </p14:nvContentPartPr>
            <p14:xfrm>
              <a:off x="4200726" y="5908263"/>
              <a:ext cx="10080" cy="284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86EBE8C-FD2B-7148-5581-E7CEF6E36E14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183086" y="5890263"/>
                <a:ext cx="457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B2B61BD1-8922-7DC3-526E-1B6DB9170716}"/>
                  </a:ext>
                </a:extLst>
              </p14:cNvPr>
              <p14:cNvContentPartPr/>
              <p14:nvPr/>
            </p14:nvContentPartPr>
            <p14:xfrm>
              <a:off x="4225206" y="6142623"/>
              <a:ext cx="12960" cy="165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B2B61BD1-8922-7DC3-526E-1B6DB917071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207566" y="6124983"/>
                <a:ext cx="4860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A0AA3CE-0CFB-56E9-F35F-BA470E0CD9AA}"/>
              </a:ext>
            </a:extLst>
          </p:cNvPr>
          <p:cNvGrpSpPr/>
          <p:nvPr/>
        </p:nvGrpSpPr>
        <p:grpSpPr>
          <a:xfrm>
            <a:off x="4622286" y="4461423"/>
            <a:ext cx="704520" cy="1805400"/>
            <a:chOff x="4622286" y="4461423"/>
            <a:chExt cx="704520" cy="180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FD8B6F3-E23E-8FC9-F68B-8EA62F9BC617}"/>
                    </a:ext>
                  </a:extLst>
                </p14:cNvPr>
                <p14:cNvContentPartPr/>
                <p14:nvPr/>
              </p14:nvContentPartPr>
              <p14:xfrm>
                <a:off x="4622286" y="5820423"/>
                <a:ext cx="139680" cy="219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FD8B6F3-E23E-8FC9-F68B-8EA62F9BC61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604646" y="5802423"/>
                  <a:ext cx="1753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60527EE-77CB-9250-EA84-8D7A34F6A524}"/>
                    </a:ext>
                  </a:extLst>
                </p14:cNvPr>
                <p14:cNvContentPartPr/>
                <p14:nvPr/>
              </p14:nvContentPartPr>
              <p14:xfrm>
                <a:off x="4873206" y="5799903"/>
                <a:ext cx="110160" cy="293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60527EE-77CB-9250-EA84-8D7A34F6A52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855566" y="5782263"/>
                  <a:ext cx="1458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98C3B4E-B522-FD06-B9E9-05C966647386}"/>
                    </a:ext>
                  </a:extLst>
                </p14:cNvPr>
                <p14:cNvContentPartPr/>
                <p14:nvPr/>
              </p14:nvContentPartPr>
              <p14:xfrm>
                <a:off x="5283966" y="4742223"/>
                <a:ext cx="21240" cy="1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98C3B4E-B522-FD06-B9E9-05C9666473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66326" y="4724223"/>
                  <a:ext cx="568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CF87DC7-8380-574B-4FB3-F1A00EDC252F}"/>
                    </a:ext>
                  </a:extLst>
                </p14:cNvPr>
                <p14:cNvContentPartPr/>
                <p14:nvPr/>
              </p14:nvContentPartPr>
              <p14:xfrm>
                <a:off x="4875006" y="4461423"/>
                <a:ext cx="451800" cy="1805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CF87DC7-8380-574B-4FB3-F1A00EDC252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57366" y="4443783"/>
                  <a:ext cx="487440" cy="18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F2DB95BD-ACA5-A502-9065-1DCF38087CF3}"/>
                  </a:ext>
                </a:extLst>
              </p14:cNvPr>
              <p14:cNvContentPartPr/>
              <p14:nvPr/>
            </p14:nvContentPartPr>
            <p14:xfrm>
              <a:off x="3098046" y="5420103"/>
              <a:ext cx="1440" cy="39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F2DB95BD-ACA5-A502-9065-1DCF38087CF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080046" y="5402463"/>
                <a:ext cx="370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4C9192E-C368-02AD-B96B-6900497AAE98}"/>
                  </a:ext>
                </a:extLst>
              </p14:cNvPr>
              <p14:cNvContentPartPr/>
              <p14:nvPr/>
            </p14:nvContentPartPr>
            <p14:xfrm>
              <a:off x="6741606" y="99663"/>
              <a:ext cx="189360" cy="65638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4C9192E-C368-02AD-B96B-6900497AAE98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723606" y="81663"/>
                <a:ext cx="225000" cy="65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EE638F47-27FD-E5E9-D306-572BDE840900}"/>
                  </a:ext>
                </a:extLst>
              </p14:cNvPr>
              <p14:cNvContentPartPr/>
              <p14:nvPr/>
            </p14:nvContentPartPr>
            <p14:xfrm>
              <a:off x="4959246" y="5276823"/>
              <a:ext cx="11520" cy="288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EE638F47-27FD-E5E9-D306-572BDE84090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941606" y="5258823"/>
                <a:ext cx="47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3AFA3EA-5768-CC21-2ABD-BD9EB59419F5}"/>
                  </a:ext>
                </a:extLst>
              </p14:cNvPr>
              <p14:cNvContentPartPr/>
              <p14:nvPr/>
            </p14:nvContentPartPr>
            <p14:xfrm>
              <a:off x="7086126" y="476223"/>
              <a:ext cx="5760" cy="1735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3AFA3EA-5768-CC21-2ABD-BD9EB59419F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068486" y="458583"/>
                <a:ext cx="414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9656B85-5D94-C071-96A0-D1E29BD02DB7}"/>
                  </a:ext>
                </a:extLst>
              </p14:cNvPr>
              <p14:cNvContentPartPr/>
              <p14:nvPr/>
            </p14:nvContentPartPr>
            <p14:xfrm>
              <a:off x="7106646" y="409983"/>
              <a:ext cx="118800" cy="2480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9656B85-5D94-C071-96A0-D1E29BD02DB7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088646" y="391983"/>
                <a:ext cx="1544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6490B30-0BFA-2716-EA85-1A82909E6F3A}"/>
                  </a:ext>
                </a:extLst>
              </p14:cNvPr>
              <p14:cNvContentPartPr/>
              <p14:nvPr/>
            </p14:nvContentPartPr>
            <p14:xfrm>
              <a:off x="7281606" y="600063"/>
              <a:ext cx="108720" cy="1634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6490B30-0BFA-2716-EA85-1A82909E6F3A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263966" y="582063"/>
                <a:ext cx="1443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6FFDF0E-4FEA-4EA2-344D-CE82A2B24DED}"/>
                  </a:ext>
                </a:extLst>
              </p14:cNvPr>
              <p14:cNvContentPartPr/>
              <p14:nvPr/>
            </p14:nvContentPartPr>
            <p14:xfrm>
              <a:off x="7396806" y="534543"/>
              <a:ext cx="149760" cy="1209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6FFDF0E-4FEA-4EA2-344D-CE82A2B24DE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379166" y="516543"/>
                <a:ext cx="1854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D1166FB-9E92-EFB6-6EE4-9F8E161B50DF}"/>
                  </a:ext>
                </a:extLst>
              </p14:cNvPr>
              <p14:cNvContentPartPr/>
              <p14:nvPr/>
            </p14:nvContentPartPr>
            <p14:xfrm>
              <a:off x="7683006" y="431223"/>
              <a:ext cx="16200" cy="1976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D1166FB-9E92-EFB6-6EE4-9F8E161B50D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665366" y="413583"/>
                <a:ext cx="518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FF59B19-30DF-BC55-7E44-208DCCCD7314}"/>
                  </a:ext>
                </a:extLst>
              </p14:cNvPr>
              <p14:cNvContentPartPr/>
              <p14:nvPr/>
            </p14:nvContentPartPr>
            <p14:xfrm>
              <a:off x="7666806" y="385143"/>
              <a:ext cx="149400" cy="2278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FF59B19-30DF-BC55-7E44-208DCCCD7314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648806" y="367503"/>
                <a:ext cx="1850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8EDD1EF-C39A-6360-7CFD-0BD20538D46E}"/>
                  </a:ext>
                </a:extLst>
              </p14:cNvPr>
              <p14:cNvContentPartPr/>
              <p14:nvPr/>
            </p14:nvContentPartPr>
            <p14:xfrm>
              <a:off x="7839606" y="562983"/>
              <a:ext cx="124920" cy="17604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8EDD1EF-C39A-6360-7CFD-0BD20538D46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7821606" y="544983"/>
                <a:ext cx="1605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4346C26-3FDB-F9DE-51C3-427819C3AF19}"/>
                  </a:ext>
                </a:extLst>
              </p14:cNvPr>
              <p14:cNvContentPartPr/>
              <p14:nvPr/>
            </p14:nvContentPartPr>
            <p14:xfrm>
              <a:off x="8105286" y="525183"/>
              <a:ext cx="145800" cy="122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4346C26-3FDB-F9DE-51C3-427819C3AF19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087646" y="507183"/>
                <a:ext cx="1814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914B3BC0-FB4F-C437-B13B-DF6BE1F7C1D3}"/>
                  </a:ext>
                </a:extLst>
              </p14:cNvPr>
              <p14:cNvContentPartPr/>
              <p14:nvPr/>
            </p14:nvContentPartPr>
            <p14:xfrm>
              <a:off x="8297886" y="371463"/>
              <a:ext cx="103320" cy="2437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914B3BC0-FB4F-C437-B13B-DF6BE1F7C1D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280246" y="353823"/>
                <a:ext cx="1389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E3113BDF-3211-4A83-14B8-35153787A097}"/>
                  </a:ext>
                </a:extLst>
              </p14:cNvPr>
              <p14:cNvContentPartPr/>
              <p14:nvPr/>
            </p14:nvContentPartPr>
            <p14:xfrm>
              <a:off x="8505246" y="409623"/>
              <a:ext cx="24840" cy="2214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E3113BDF-3211-4A83-14B8-35153787A09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487606" y="391623"/>
                <a:ext cx="6048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2771F98-0A1B-7478-7793-F50E4F35961A}"/>
                  </a:ext>
                </a:extLst>
              </p14:cNvPr>
              <p14:cNvContentPartPr/>
              <p14:nvPr/>
            </p14:nvContentPartPr>
            <p14:xfrm>
              <a:off x="8523966" y="362463"/>
              <a:ext cx="105480" cy="2646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2771F98-0A1B-7478-7793-F50E4F35961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505966" y="344823"/>
                <a:ext cx="1411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057A4BD-62AE-1F26-3E4E-3A409E24ADED}"/>
                  </a:ext>
                </a:extLst>
              </p14:cNvPr>
              <p14:cNvContentPartPr/>
              <p14:nvPr/>
            </p14:nvContentPartPr>
            <p14:xfrm>
              <a:off x="8652846" y="593223"/>
              <a:ext cx="201240" cy="1389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057A4BD-62AE-1F26-3E4E-3A409E24ADED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635206" y="575583"/>
                <a:ext cx="2368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FF496564-93B1-196B-54DA-40B53A819D2F}"/>
                  </a:ext>
                </a:extLst>
              </p14:cNvPr>
              <p14:cNvContentPartPr/>
              <p14:nvPr/>
            </p14:nvContentPartPr>
            <p14:xfrm>
              <a:off x="9008886" y="158343"/>
              <a:ext cx="356760" cy="15289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FF496564-93B1-196B-54DA-40B53A819D2F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990886" y="140343"/>
                <a:ext cx="392400" cy="15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13C40095-C45A-6320-7DC9-FD7E5D4AAAB1}"/>
                  </a:ext>
                </a:extLst>
              </p14:cNvPr>
              <p14:cNvContentPartPr/>
              <p14:nvPr/>
            </p14:nvContentPartPr>
            <p14:xfrm>
              <a:off x="9389766" y="193983"/>
              <a:ext cx="7200" cy="2073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13C40095-C45A-6320-7DC9-FD7E5D4AAAB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371766" y="175983"/>
                <a:ext cx="428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D4F2BB05-A227-FFB0-574D-41F2AA35BE82}"/>
                  </a:ext>
                </a:extLst>
              </p14:cNvPr>
              <p14:cNvContentPartPr/>
              <p14:nvPr/>
            </p14:nvContentPartPr>
            <p14:xfrm>
              <a:off x="9840846" y="192903"/>
              <a:ext cx="37800" cy="1645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D4F2BB05-A227-FFB0-574D-41F2AA35BE82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9823206" y="174903"/>
                <a:ext cx="7344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F7E7E19-B3B7-4097-9840-17EF11741540}"/>
                  </a:ext>
                </a:extLst>
              </p14:cNvPr>
              <p14:cNvContentPartPr/>
              <p14:nvPr/>
            </p14:nvContentPartPr>
            <p14:xfrm>
              <a:off x="10449606" y="168423"/>
              <a:ext cx="7560" cy="2008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7F7E7E19-B3B7-4097-9840-17EF11741540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431966" y="150783"/>
                <a:ext cx="432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AA76171-5D6C-1CEF-14F6-203C2136C772}"/>
                  </a:ext>
                </a:extLst>
              </p14:cNvPr>
              <p14:cNvContentPartPr/>
              <p14:nvPr/>
            </p14:nvContentPartPr>
            <p14:xfrm>
              <a:off x="10905726" y="109023"/>
              <a:ext cx="10080" cy="302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AA76171-5D6C-1CEF-14F6-203C2136C772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0887726" y="91023"/>
                <a:ext cx="45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1B3544C-B77F-6B8A-D5E6-037506CC208A}"/>
                  </a:ext>
                </a:extLst>
              </p14:cNvPr>
              <p14:cNvContentPartPr/>
              <p14:nvPr/>
            </p14:nvContentPartPr>
            <p14:xfrm>
              <a:off x="10870086" y="245463"/>
              <a:ext cx="19080" cy="259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1B3544C-B77F-6B8A-D5E6-037506CC208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0852086" y="227823"/>
                <a:ext cx="547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296F5F1-DAA5-104D-1658-8E69CFA7E9DB}"/>
                  </a:ext>
                </a:extLst>
              </p14:cNvPr>
              <p14:cNvContentPartPr/>
              <p14:nvPr/>
            </p14:nvContentPartPr>
            <p14:xfrm>
              <a:off x="11292366" y="61863"/>
              <a:ext cx="190800" cy="2952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296F5F1-DAA5-104D-1658-8E69CFA7E9D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1274726" y="43863"/>
                <a:ext cx="2264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8863745-AD4F-7EA6-8181-48BB35EF979C}"/>
                  </a:ext>
                </a:extLst>
              </p14:cNvPr>
              <p14:cNvContentPartPr/>
              <p14:nvPr/>
            </p14:nvContentPartPr>
            <p14:xfrm>
              <a:off x="9228846" y="792663"/>
              <a:ext cx="157680" cy="1670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8863745-AD4F-7EA6-8181-48BB35EF979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210846" y="774663"/>
                <a:ext cx="1933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60A2A46B-807B-9110-EBB3-B9F38C599825}"/>
                  </a:ext>
                </a:extLst>
              </p14:cNvPr>
              <p14:cNvContentPartPr/>
              <p14:nvPr/>
            </p14:nvContentPartPr>
            <p14:xfrm>
              <a:off x="9780366" y="757383"/>
              <a:ext cx="47880" cy="1933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60A2A46B-807B-9110-EBB3-B9F38C599825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762366" y="739743"/>
                <a:ext cx="835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7721994-3CF6-3755-1081-957453E58229}"/>
                  </a:ext>
                </a:extLst>
              </p14:cNvPr>
              <p14:cNvContentPartPr/>
              <p14:nvPr/>
            </p14:nvContentPartPr>
            <p14:xfrm>
              <a:off x="10419726" y="731463"/>
              <a:ext cx="113400" cy="1522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7721994-3CF6-3755-1081-957453E58229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402086" y="713463"/>
                <a:ext cx="1490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47530EC3-6E28-A8FF-1F6C-57BF3D762CF0}"/>
                  </a:ext>
                </a:extLst>
              </p14:cNvPr>
              <p14:cNvContentPartPr/>
              <p14:nvPr/>
            </p14:nvContentPartPr>
            <p14:xfrm>
              <a:off x="10837326" y="676383"/>
              <a:ext cx="3960" cy="219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47530EC3-6E28-A8FF-1F6C-57BF3D762CF0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0819686" y="658743"/>
                <a:ext cx="396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1B51C80-EC14-3E15-5B07-3CD362B7A25D}"/>
                  </a:ext>
                </a:extLst>
              </p14:cNvPr>
              <p14:cNvContentPartPr/>
              <p14:nvPr/>
            </p14:nvContentPartPr>
            <p14:xfrm>
              <a:off x="10901766" y="874743"/>
              <a:ext cx="17280" cy="248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1B51C80-EC14-3E15-5B07-3CD362B7A25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883766" y="856743"/>
                <a:ext cx="529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791117D-FAB4-AD06-0804-9D0C9EE737E9}"/>
                  </a:ext>
                </a:extLst>
              </p14:cNvPr>
              <p14:cNvContentPartPr/>
              <p14:nvPr/>
            </p14:nvContentPartPr>
            <p14:xfrm>
              <a:off x="11204166" y="651183"/>
              <a:ext cx="290880" cy="2516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791117D-FAB4-AD06-0804-9D0C9EE737E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1186166" y="633183"/>
                <a:ext cx="3265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E214BF1-19D7-9A62-1ED9-62D3CA773C6F}"/>
                  </a:ext>
                </a:extLst>
              </p14:cNvPr>
              <p14:cNvContentPartPr/>
              <p14:nvPr/>
            </p14:nvContentPartPr>
            <p14:xfrm>
              <a:off x="10869006" y="1161303"/>
              <a:ext cx="1440" cy="432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E214BF1-19D7-9A62-1ED9-62D3CA773C6F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851006" y="1143303"/>
                <a:ext cx="370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7F2A969-FC23-D4E2-4DD9-502DA1760268}"/>
                  </a:ext>
                </a:extLst>
              </p14:cNvPr>
              <p14:cNvContentPartPr/>
              <p14:nvPr/>
            </p14:nvContentPartPr>
            <p14:xfrm>
              <a:off x="10919406" y="1354983"/>
              <a:ext cx="8640" cy="374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7F2A969-FC23-D4E2-4DD9-502DA1760268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901406" y="1336983"/>
                <a:ext cx="44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F512FC5-E001-03E6-F505-F4E5C4F4375C}"/>
                  </a:ext>
                </a:extLst>
              </p14:cNvPr>
              <p14:cNvContentPartPr/>
              <p14:nvPr/>
            </p14:nvContentPartPr>
            <p14:xfrm>
              <a:off x="11348886" y="1174623"/>
              <a:ext cx="120600" cy="20160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F512FC5-E001-03E6-F505-F4E5C4F4375C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1330886" y="1156623"/>
                <a:ext cx="1562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9670DF63-D8F7-3CC0-F529-E4F7CDBB5A41}"/>
                  </a:ext>
                </a:extLst>
              </p14:cNvPr>
              <p14:cNvContentPartPr/>
              <p14:nvPr/>
            </p14:nvContentPartPr>
            <p14:xfrm>
              <a:off x="11572086" y="143943"/>
              <a:ext cx="8640" cy="108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9670DF63-D8F7-3CC0-F529-E4F7CDBB5A41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1554086" y="126303"/>
                <a:ext cx="442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3AF81003-151A-10EC-B13C-14DDF083C477}"/>
                  </a:ext>
                </a:extLst>
              </p14:cNvPr>
              <p14:cNvContentPartPr/>
              <p14:nvPr/>
            </p14:nvContentPartPr>
            <p14:xfrm>
              <a:off x="11418726" y="80223"/>
              <a:ext cx="588240" cy="13539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3AF81003-151A-10EC-B13C-14DDF083C477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1401086" y="62223"/>
                <a:ext cx="623880" cy="13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5F427719-48D9-BB4F-0D43-58BCD9F4FF14}"/>
                  </a:ext>
                </a:extLst>
              </p14:cNvPr>
              <p14:cNvContentPartPr/>
              <p14:nvPr/>
            </p14:nvContentPartPr>
            <p14:xfrm>
              <a:off x="9387606" y="1542183"/>
              <a:ext cx="2123280" cy="42120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5F427719-48D9-BB4F-0D43-58BCD9F4FF1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369966" y="1524543"/>
                <a:ext cx="215892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DDE4175D-6AA7-8D01-95D5-CC15B30EB46C}"/>
                  </a:ext>
                </a:extLst>
              </p14:cNvPr>
              <p14:cNvContentPartPr/>
              <p14:nvPr/>
            </p14:nvContentPartPr>
            <p14:xfrm>
              <a:off x="7487886" y="2215383"/>
              <a:ext cx="52920" cy="3513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DDE4175D-6AA7-8D01-95D5-CC15B30EB46C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7470246" y="2197743"/>
                <a:ext cx="8856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A33EB53-BAE7-9994-02AD-676BF38EA45D}"/>
                  </a:ext>
                </a:extLst>
              </p14:cNvPr>
              <p14:cNvContentPartPr/>
              <p14:nvPr/>
            </p14:nvContentPartPr>
            <p14:xfrm>
              <a:off x="7481766" y="2191623"/>
              <a:ext cx="223200" cy="2887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A33EB53-BAE7-9994-02AD-676BF38EA45D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7464126" y="2173983"/>
                <a:ext cx="2588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F4F0F30-1443-F232-839E-4AADC7325BBC}"/>
                  </a:ext>
                </a:extLst>
              </p14:cNvPr>
              <p14:cNvContentPartPr/>
              <p14:nvPr/>
            </p14:nvContentPartPr>
            <p14:xfrm>
              <a:off x="7734126" y="2327703"/>
              <a:ext cx="110520" cy="1558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F4F0F30-1443-F232-839E-4AADC7325BB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7716486" y="2310063"/>
                <a:ext cx="1461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A565FBF5-A080-83FB-6DA9-98315585D479}"/>
                  </a:ext>
                </a:extLst>
              </p14:cNvPr>
              <p14:cNvContentPartPr/>
              <p14:nvPr/>
            </p14:nvContentPartPr>
            <p14:xfrm>
              <a:off x="7885326" y="2356503"/>
              <a:ext cx="184680" cy="12204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A565FBF5-A080-83FB-6DA9-98315585D479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867326" y="2338863"/>
                <a:ext cx="2203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A75F7077-27E2-67E0-6CD8-9EC774295A11}"/>
                  </a:ext>
                </a:extLst>
              </p14:cNvPr>
              <p14:cNvContentPartPr/>
              <p14:nvPr/>
            </p14:nvContentPartPr>
            <p14:xfrm>
              <a:off x="8178006" y="2203863"/>
              <a:ext cx="16920" cy="3150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A75F7077-27E2-67E0-6CD8-9EC774295A1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8160366" y="2186223"/>
                <a:ext cx="5256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6002D50C-5DFF-FDC5-BF8F-AC8CDE5E4480}"/>
                  </a:ext>
                </a:extLst>
              </p14:cNvPr>
              <p14:cNvContentPartPr/>
              <p14:nvPr/>
            </p14:nvContentPartPr>
            <p14:xfrm>
              <a:off x="8174766" y="2285223"/>
              <a:ext cx="267480" cy="2433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6002D50C-5DFF-FDC5-BF8F-AC8CDE5E448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8157126" y="2267223"/>
                <a:ext cx="303120" cy="27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E56F55F-39AB-9E99-21DC-83A542653EC7}"/>
              </a:ext>
            </a:extLst>
          </p:cNvPr>
          <p:cNvGrpSpPr/>
          <p:nvPr/>
        </p:nvGrpSpPr>
        <p:grpSpPr>
          <a:xfrm>
            <a:off x="7418046" y="2870943"/>
            <a:ext cx="1468440" cy="304200"/>
            <a:chOff x="7418046" y="2870943"/>
            <a:chExt cx="14684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B9FC4AC-6915-3342-7F81-30EBC42C842F}"/>
                    </a:ext>
                  </a:extLst>
                </p14:cNvPr>
                <p14:cNvContentPartPr/>
                <p14:nvPr/>
              </p14:nvContentPartPr>
              <p14:xfrm>
                <a:off x="7451166" y="2887143"/>
                <a:ext cx="44280" cy="268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B9FC4AC-6915-3342-7F81-30EBC42C842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433526" y="2869503"/>
                  <a:ext cx="79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561C035-9B16-76B5-79AD-602D038D3854}"/>
                    </a:ext>
                  </a:extLst>
                </p14:cNvPr>
                <p14:cNvContentPartPr/>
                <p14:nvPr/>
              </p14:nvContentPartPr>
              <p14:xfrm>
                <a:off x="7418046" y="2870943"/>
                <a:ext cx="210960" cy="304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561C035-9B16-76B5-79AD-602D038D385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400406" y="2853303"/>
                  <a:ext cx="2466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09DAC47-FC2C-4D43-B0D8-167BCDF22EA6}"/>
                    </a:ext>
                  </a:extLst>
                </p14:cNvPr>
                <p14:cNvContentPartPr/>
                <p14:nvPr/>
              </p14:nvContentPartPr>
              <p14:xfrm>
                <a:off x="7626486" y="3020343"/>
                <a:ext cx="152280" cy="123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09DAC47-FC2C-4D43-B0D8-167BCDF22EA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608846" y="3002343"/>
                  <a:ext cx="187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83E93AB-A915-C5D0-E737-84552CAE3781}"/>
                    </a:ext>
                  </a:extLst>
                </p14:cNvPr>
                <p14:cNvContentPartPr/>
                <p14:nvPr/>
              </p14:nvContentPartPr>
              <p14:xfrm>
                <a:off x="7822326" y="3007743"/>
                <a:ext cx="231840" cy="1296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83E93AB-A915-C5D0-E737-84552CAE378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04686" y="2990103"/>
                  <a:ext cx="267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EEE1D25-D0B1-A08D-8AF0-5F27143A3531}"/>
                    </a:ext>
                  </a:extLst>
                </p14:cNvPr>
                <p14:cNvContentPartPr/>
                <p14:nvPr/>
              </p14:nvContentPartPr>
              <p14:xfrm>
                <a:off x="8226966" y="2918823"/>
                <a:ext cx="25200" cy="243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EEE1D25-D0B1-A08D-8AF0-5F27143A353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208966" y="2901183"/>
                  <a:ext cx="608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EE8F3F7-BBEB-C14C-77CC-B99721A57BEC}"/>
                    </a:ext>
                  </a:extLst>
                </p14:cNvPr>
                <p14:cNvContentPartPr/>
                <p14:nvPr/>
              </p14:nvContentPartPr>
              <p14:xfrm>
                <a:off x="8230926" y="2973543"/>
                <a:ext cx="345960" cy="186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EE8F3F7-BBEB-C14C-77CC-B99721A57BE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213286" y="2955543"/>
                  <a:ext cx="381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A0817CC-DF5C-8EEB-2D58-CF9EA380A543}"/>
                    </a:ext>
                  </a:extLst>
                </p14:cNvPr>
                <p14:cNvContentPartPr/>
                <p14:nvPr/>
              </p14:nvContentPartPr>
              <p14:xfrm>
                <a:off x="8666526" y="2896143"/>
                <a:ext cx="219960" cy="243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A0817CC-DF5C-8EEB-2D58-CF9EA380A54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648526" y="2878503"/>
                  <a:ext cx="2556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03BA506-A618-A84D-D7A3-C3CB5C6CD531}"/>
                    </a:ext>
                  </a:extLst>
                </p14:cNvPr>
                <p14:cNvContentPartPr/>
                <p14:nvPr/>
              </p14:nvContentPartPr>
              <p14:xfrm>
                <a:off x="8689206" y="2978943"/>
                <a:ext cx="169920" cy="52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03BA506-A618-A84D-D7A3-C3CB5C6CD53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671206" y="2961303"/>
                  <a:ext cx="20556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412E680-1938-6C0D-32CC-DF6D60205CFE}"/>
              </a:ext>
            </a:extLst>
          </p:cNvPr>
          <p:cNvGrpSpPr/>
          <p:nvPr/>
        </p:nvGrpSpPr>
        <p:grpSpPr>
          <a:xfrm>
            <a:off x="9462846" y="2757183"/>
            <a:ext cx="672120" cy="241560"/>
            <a:chOff x="9462846" y="2757183"/>
            <a:chExt cx="67212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4C9BB95-7FCE-9C24-730D-C57482BF161B}"/>
                    </a:ext>
                  </a:extLst>
                </p14:cNvPr>
                <p14:cNvContentPartPr/>
                <p14:nvPr/>
              </p14:nvContentPartPr>
              <p14:xfrm>
                <a:off x="9504246" y="2896143"/>
                <a:ext cx="75600" cy="23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4C9BB95-7FCE-9C24-730D-C57482BF161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486606" y="2878143"/>
                  <a:ext cx="111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C04B889-A37C-D8E7-31C2-57EDEAD40069}"/>
                    </a:ext>
                  </a:extLst>
                </p14:cNvPr>
                <p14:cNvContentPartPr/>
                <p14:nvPr/>
              </p14:nvContentPartPr>
              <p14:xfrm>
                <a:off x="9462846" y="2968503"/>
                <a:ext cx="129600" cy="30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C04B889-A37C-D8E7-31C2-57EDEAD4006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44846" y="2950863"/>
                  <a:ext cx="165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E6548FF-5E4E-85CD-FA72-76C2BF2255CD}"/>
                    </a:ext>
                  </a:extLst>
                </p14:cNvPr>
                <p14:cNvContentPartPr/>
                <p14:nvPr/>
              </p14:nvContentPartPr>
              <p14:xfrm>
                <a:off x="9796926" y="2757183"/>
                <a:ext cx="338040" cy="231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E6548FF-5E4E-85CD-FA72-76C2BF2255C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79286" y="2739543"/>
                  <a:ext cx="37368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4917E2D5-D35B-1EF9-94CB-0018CC850814}"/>
              </a:ext>
            </a:extLst>
          </p:cNvPr>
          <p:cNvGrpSpPr/>
          <p:nvPr/>
        </p:nvGrpSpPr>
        <p:grpSpPr>
          <a:xfrm>
            <a:off x="9329286" y="1185063"/>
            <a:ext cx="1216080" cy="502560"/>
            <a:chOff x="9329286" y="1185063"/>
            <a:chExt cx="121608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106707C-8820-A27F-59DA-9B5B71D2BBA5}"/>
                    </a:ext>
                  </a:extLst>
                </p14:cNvPr>
                <p14:cNvContentPartPr/>
                <p14:nvPr/>
              </p14:nvContentPartPr>
              <p14:xfrm>
                <a:off x="9329286" y="1240863"/>
                <a:ext cx="97200" cy="226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106707C-8820-A27F-59DA-9B5B71D2BBA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311646" y="1222863"/>
                  <a:ext cx="132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EBD2F63-639D-93DD-1DE5-492AD77197DA}"/>
                    </a:ext>
                  </a:extLst>
                </p14:cNvPr>
                <p14:cNvContentPartPr/>
                <p14:nvPr/>
              </p14:nvContentPartPr>
              <p14:xfrm>
                <a:off x="9814926" y="1244463"/>
                <a:ext cx="150120" cy="196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EBD2F63-639D-93DD-1DE5-492AD77197D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796926" y="1226823"/>
                  <a:ext cx="185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28E04E4-D95D-9B62-1637-021715521DA6}"/>
                    </a:ext>
                  </a:extLst>
                </p14:cNvPr>
                <p14:cNvContentPartPr/>
                <p14:nvPr/>
              </p14:nvContentPartPr>
              <p14:xfrm>
                <a:off x="10375806" y="1185063"/>
                <a:ext cx="169560" cy="218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28E04E4-D95D-9B62-1637-021715521DA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358166" y="1167423"/>
                  <a:ext cx="205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FC425E1-936F-EE0D-0B26-60257F3A1A29}"/>
                    </a:ext>
                  </a:extLst>
                </p14:cNvPr>
                <p14:cNvContentPartPr/>
                <p14:nvPr/>
              </p14:nvContentPartPr>
              <p14:xfrm>
                <a:off x="9417126" y="1484583"/>
                <a:ext cx="1095480" cy="2030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FC425E1-936F-EE0D-0B26-60257F3A1A2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399126" y="1466583"/>
                  <a:ext cx="1131120" cy="23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F651ED28-C18D-A209-83C6-31FACDCC87B1}"/>
                  </a:ext>
                </a:extLst>
              </p14:cNvPr>
              <p14:cNvContentPartPr/>
              <p14:nvPr/>
            </p14:nvContentPartPr>
            <p14:xfrm>
              <a:off x="9867486" y="2829543"/>
              <a:ext cx="360" cy="36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F651ED28-C18D-A209-83C6-31FACDCC87B1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9849486" y="281154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1AFFBE42-6843-2005-0F66-0E1989F564C3}"/>
              </a:ext>
            </a:extLst>
          </p:cNvPr>
          <p:cNvGrpSpPr/>
          <p:nvPr/>
        </p:nvGrpSpPr>
        <p:grpSpPr>
          <a:xfrm>
            <a:off x="7398966" y="3580503"/>
            <a:ext cx="1323360" cy="322200"/>
            <a:chOff x="7398966" y="3580503"/>
            <a:chExt cx="132336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D49A007-861A-68A1-41C6-6203B1CEF3D7}"/>
                    </a:ext>
                  </a:extLst>
                </p14:cNvPr>
                <p14:cNvContentPartPr/>
                <p14:nvPr/>
              </p14:nvContentPartPr>
              <p14:xfrm>
                <a:off x="7436046" y="3622623"/>
                <a:ext cx="30960" cy="2800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D49A007-861A-68A1-41C6-6203B1CEF3D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418046" y="3604983"/>
                  <a:ext cx="666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0C8A648-B6A1-89D4-AB3C-6AD16B7DF56D}"/>
                    </a:ext>
                  </a:extLst>
                </p14:cNvPr>
                <p14:cNvContentPartPr/>
                <p14:nvPr/>
              </p14:nvContentPartPr>
              <p14:xfrm>
                <a:off x="7398966" y="3580503"/>
                <a:ext cx="257400" cy="2844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0C8A648-B6A1-89D4-AB3C-6AD16B7DF56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380966" y="3562863"/>
                  <a:ext cx="2930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F48BC2F-1658-C5D8-DAC7-A1898351098D}"/>
                    </a:ext>
                  </a:extLst>
                </p14:cNvPr>
                <p14:cNvContentPartPr/>
                <p14:nvPr/>
              </p14:nvContentPartPr>
              <p14:xfrm>
                <a:off x="7610286" y="3703263"/>
                <a:ext cx="152280" cy="145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F48BC2F-1658-C5D8-DAC7-A1898351098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592286" y="3685623"/>
                  <a:ext cx="1879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3D97E62-1106-2461-3CE9-D5F1D7DFB5B3}"/>
                    </a:ext>
                  </a:extLst>
                </p14:cNvPr>
                <p14:cNvContentPartPr/>
                <p14:nvPr/>
              </p14:nvContentPartPr>
              <p14:xfrm>
                <a:off x="7779486" y="3728463"/>
                <a:ext cx="191160" cy="117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3D97E62-1106-2461-3CE9-D5F1D7DFB5B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761846" y="3710463"/>
                  <a:ext cx="226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37AB3A0-4095-FF33-E29E-80AA2964ED84}"/>
                    </a:ext>
                  </a:extLst>
                </p14:cNvPr>
                <p14:cNvContentPartPr/>
                <p14:nvPr/>
              </p14:nvContentPartPr>
              <p14:xfrm>
                <a:off x="8094486" y="3624063"/>
                <a:ext cx="11880" cy="2498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37AB3A0-4095-FF33-E29E-80AA2964ED8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076846" y="3606063"/>
                  <a:ext cx="475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DD907A7-53AD-2441-03AE-47A3894A607F}"/>
                    </a:ext>
                  </a:extLst>
                </p14:cNvPr>
                <p14:cNvContentPartPr/>
                <p14:nvPr/>
              </p14:nvContentPartPr>
              <p14:xfrm>
                <a:off x="8075046" y="3660783"/>
                <a:ext cx="265320" cy="210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DD907A7-53AD-2441-03AE-47A3894A607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057046" y="3642783"/>
                  <a:ext cx="300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3931878-2107-2C72-D2D4-0A70192AD5CA}"/>
                    </a:ext>
                  </a:extLst>
                </p14:cNvPr>
                <p14:cNvContentPartPr/>
                <p14:nvPr/>
              </p14:nvContentPartPr>
              <p14:xfrm>
                <a:off x="8518206" y="3610743"/>
                <a:ext cx="168840" cy="278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3931878-2107-2C72-D2D4-0A70192AD5C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500206" y="3592743"/>
                  <a:ext cx="2044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76D6F95-F303-9F24-5233-A94431894B98}"/>
                    </a:ext>
                  </a:extLst>
                </p14:cNvPr>
                <p14:cNvContentPartPr/>
                <p14:nvPr/>
              </p14:nvContentPartPr>
              <p14:xfrm>
                <a:off x="8499846" y="3720543"/>
                <a:ext cx="222480" cy="522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76D6F95-F303-9F24-5233-A94431894B9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481846" y="3702543"/>
                  <a:ext cx="25812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709A7D0C-02D0-BC0D-6B7C-9FB590073EF6}"/>
              </a:ext>
            </a:extLst>
          </p:cNvPr>
          <p:cNvGrpSpPr/>
          <p:nvPr/>
        </p:nvGrpSpPr>
        <p:grpSpPr>
          <a:xfrm>
            <a:off x="8975046" y="3713703"/>
            <a:ext cx="201600" cy="84240"/>
            <a:chOff x="8975046" y="3713703"/>
            <a:chExt cx="20160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B728DB4-0A0C-92E5-89B8-422115FF612D}"/>
                    </a:ext>
                  </a:extLst>
                </p14:cNvPr>
                <p14:cNvContentPartPr/>
                <p14:nvPr/>
              </p14:nvContentPartPr>
              <p14:xfrm>
                <a:off x="8975046" y="3713703"/>
                <a:ext cx="143640" cy="144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B728DB4-0A0C-92E5-89B8-422115FF612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957406" y="3696063"/>
                  <a:ext cx="179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0B990EB-0600-3DEE-35E1-70ED5FB88CFA}"/>
                    </a:ext>
                  </a:extLst>
                </p14:cNvPr>
                <p14:cNvContentPartPr/>
                <p14:nvPr/>
              </p14:nvContentPartPr>
              <p14:xfrm>
                <a:off x="8989086" y="3766983"/>
                <a:ext cx="187560" cy="30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0B990EB-0600-3DEE-35E1-70ED5FB88CF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971446" y="3748983"/>
                  <a:ext cx="2232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74B90062-E183-A9CF-626D-ECBA9EFB45B7}"/>
              </a:ext>
            </a:extLst>
          </p:cNvPr>
          <p:cNvGrpSpPr/>
          <p:nvPr/>
        </p:nvGrpSpPr>
        <p:grpSpPr>
          <a:xfrm>
            <a:off x="9633846" y="3539103"/>
            <a:ext cx="1485720" cy="322200"/>
            <a:chOff x="9633846" y="3539103"/>
            <a:chExt cx="148572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EC0BE93-B997-CC0D-0BFD-DCB9A11EC15B}"/>
                    </a:ext>
                  </a:extLst>
                </p14:cNvPr>
                <p14:cNvContentPartPr/>
                <p14:nvPr/>
              </p14:nvContentPartPr>
              <p14:xfrm>
                <a:off x="9633846" y="3603543"/>
                <a:ext cx="26280" cy="232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EC0BE93-B997-CC0D-0BFD-DCB9A11EC15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616206" y="3585903"/>
                  <a:ext cx="619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4DCD550-8471-7914-F434-D181E3707B72}"/>
                    </a:ext>
                  </a:extLst>
                </p14:cNvPr>
                <p14:cNvContentPartPr/>
                <p14:nvPr/>
              </p14:nvContentPartPr>
              <p14:xfrm>
                <a:off x="9634926" y="3553143"/>
                <a:ext cx="225720" cy="3081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4DCD550-8471-7914-F434-D181E3707B7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616926" y="3535143"/>
                  <a:ext cx="2613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3549743-9EFD-9339-78C7-12628CE8F005}"/>
                    </a:ext>
                  </a:extLst>
                </p14:cNvPr>
                <p14:cNvContentPartPr/>
                <p14:nvPr/>
              </p14:nvContentPartPr>
              <p14:xfrm>
                <a:off x="9874326" y="3688863"/>
                <a:ext cx="207720" cy="1393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3549743-9EFD-9339-78C7-12628CE8F00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856686" y="3670863"/>
                  <a:ext cx="243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FAE023D-E027-063B-9846-494BF6F322B0}"/>
                    </a:ext>
                  </a:extLst>
                </p14:cNvPr>
                <p14:cNvContentPartPr/>
                <p14:nvPr/>
              </p14:nvContentPartPr>
              <p14:xfrm>
                <a:off x="10134606" y="3681663"/>
                <a:ext cx="186120" cy="112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FAE023D-E027-063B-9846-494BF6F322B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116966" y="3663663"/>
                  <a:ext cx="22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AB2FBF4-0815-E141-DFBD-156616B24B13}"/>
                    </a:ext>
                  </a:extLst>
                </p14:cNvPr>
                <p14:cNvContentPartPr/>
                <p14:nvPr/>
              </p14:nvContentPartPr>
              <p14:xfrm>
                <a:off x="10477326" y="3539103"/>
                <a:ext cx="20880" cy="2815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AB2FBF4-0815-E141-DFBD-156616B24B1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459326" y="3521463"/>
                  <a:ext cx="565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D87A74A-3FCB-233B-13FA-B16DD762B109}"/>
                    </a:ext>
                  </a:extLst>
                </p14:cNvPr>
                <p14:cNvContentPartPr/>
                <p14:nvPr/>
              </p14:nvContentPartPr>
              <p14:xfrm>
                <a:off x="10515486" y="3640983"/>
                <a:ext cx="192600" cy="174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D87A74A-3FCB-233B-13FA-B16DD762B10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497846" y="3622983"/>
                  <a:ext cx="2282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3214D91-7C84-6FEA-CC92-E762F059D046}"/>
                    </a:ext>
                  </a:extLst>
                </p14:cNvPr>
                <p14:cNvContentPartPr/>
                <p14:nvPr/>
              </p14:nvContentPartPr>
              <p14:xfrm>
                <a:off x="10877646" y="3541623"/>
                <a:ext cx="241920" cy="2790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3214D91-7C84-6FEA-CC92-E762F059D04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859646" y="3523623"/>
                  <a:ext cx="277560" cy="3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ACBDE73D-D7F5-8710-FA59-C997C80DC725}"/>
                  </a:ext>
                </a:extLst>
              </p14:cNvPr>
              <p14:cNvContentPartPr/>
              <p14:nvPr/>
            </p14:nvContentPartPr>
            <p14:xfrm>
              <a:off x="11807526" y="3929703"/>
              <a:ext cx="39960" cy="756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ACBDE73D-D7F5-8710-FA59-C997C80DC725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1789886" y="3912063"/>
                <a:ext cx="7560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0" name="Group 259">
            <a:extLst>
              <a:ext uri="{FF2B5EF4-FFF2-40B4-BE49-F238E27FC236}">
                <a16:creationId xmlns:a16="http://schemas.microsoft.com/office/drawing/2014/main" id="{066582ED-2990-AC61-D083-978471B8683A}"/>
              </a:ext>
            </a:extLst>
          </p:cNvPr>
          <p:cNvGrpSpPr/>
          <p:nvPr/>
        </p:nvGrpSpPr>
        <p:grpSpPr>
          <a:xfrm>
            <a:off x="6917286" y="4193223"/>
            <a:ext cx="2225160" cy="364680"/>
            <a:chOff x="6917286" y="4193223"/>
            <a:chExt cx="222516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E7FFF87-4AA3-6AB9-DCDC-CCD7BF847554}"/>
                    </a:ext>
                  </a:extLst>
                </p14:cNvPr>
                <p14:cNvContentPartPr/>
                <p14:nvPr/>
              </p14:nvContentPartPr>
              <p14:xfrm>
                <a:off x="6917286" y="4222743"/>
                <a:ext cx="668520" cy="331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E7FFF87-4AA3-6AB9-DCDC-CCD7BF84755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899286" y="4205103"/>
                  <a:ext cx="70416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8D52212-C55C-D4A6-5CA4-3F803326C55B}"/>
                    </a:ext>
                  </a:extLst>
                </p14:cNvPr>
                <p14:cNvContentPartPr/>
                <p14:nvPr/>
              </p14:nvContentPartPr>
              <p14:xfrm>
                <a:off x="7624686" y="4321023"/>
                <a:ext cx="117000" cy="2113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8D52212-C55C-D4A6-5CA4-3F803326C55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607046" y="4303023"/>
                  <a:ext cx="152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EA683DC-400C-641E-0ECC-3E0CA382C062}"/>
                    </a:ext>
                  </a:extLst>
                </p14:cNvPr>
                <p14:cNvContentPartPr/>
                <p14:nvPr/>
              </p14:nvContentPartPr>
              <p14:xfrm>
                <a:off x="7808286" y="4353423"/>
                <a:ext cx="57960" cy="1681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EA683DC-400C-641E-0ECC-3E0CA382C06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790646" y="4335423"/>
                  <a:ext cx="93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42F5D51-3938-2027-410D-C4E6CD64F919}"/>
                    </a:ext>
                  </a:extLst>
                </p14:cNvPr>
                <p14:cNvContentPartPr/>
                <p14:nvPr/>
              </p14:nvContentPartPr>
              <p14:xfrm>
                <a:off x="7819806" y="4205103"/>
                <a:ext cx="48960" cy="38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42F5D51-3938-2027-410D-C4E6CD64F91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801806" y="4187463"/>
                  <a:ext cx="84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B938C8A-E6B3-B0E1-4252-75FAC79A8C3B}"/>
                    </a:ext>
                  </a:extLst>
                </p14:cNvPr>
                <p14:cNvContentPartPr/>
                <p14:nvPr/>
              </p14:nvContentPartPr>
              <p14:xfrm>
                <a:off x="7947606" y="4340823"/>
                <a:ext cx="146160" cy="211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B938C8A-E6B3-B0E1-4252-75FAC79A8C3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929966" y="4322823"/>
                  <a:ext cx="181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0665964-2CF8-76F2-3CA2-F1AC3B57E93C}"/>
                    </a:ext>
                  </a:extLst>
                </p14:cNvPr>
                <p14:cNvContentPartPr/>
                <p14:nvPr/>
              </p14:nvContentPartPr>
              <p14:xfrm>
                <a:off x="8236686" y="4198983"/>
                <a:ext cx="115560" cy="3589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0665964-2CF8-76F2-3CA2-F1AC3B57E93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219046" y="4180983"/>
                  <a:ext cx="1512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54DA32E-7A56-85CB-8523-FA89CD4BC584}"/>
                    </a:ext>
                  </a:extLst>
                </p14:cNvPr>
                <p14:cNvContentPartPr/>
                <p14:nvPr/>
              </p14:nvContentPartPr>
              <p14:xfrm>
                <a:off x="8203206" y="4326423"/>
                <a:ext cx="406800" cy="1872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54DA32E-7A56-85CB-8523-FA89CD4BC58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185206" y="4308783"/>
                  <a:ext cx="442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B6F37F5-0831-C29D-E5EC-B640707B7B96}"/>
                    </a:ext>
                  </a:extLst>
                </p14:cNvPr>
                <p14:cNvContentPartPr/>
                <p14:nvPr/>
              </p14:nvContentPartPr>
              <p14:xfrm>
                <a:off x="8706126" y="4193223"/>
                <a:ext cx="423360" cy="324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B6F37F5-0831-C29D-E5EC-B640707B7B9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688126" y="4175583"/>
                  <a:ext cx="4590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65ECE0D-F043-43AA-DAE4-A322376C8B3D}"/>
                    </a:ext>
                  </a:extLst>
                </p14:cNvPr>
                <p14:cNvContentPartPr/>
                <p14:nvPr/>
              </p14:nvContentPartPr>
              <p14:xfrm>
                <a:off x="8950926" y="4224543"/>
                <a:ext cx="191520" cy="486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65ECE0D-F043-43AA-DAE4-A322376C8B3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932926" y="4206903"/>
                  <a:ext cx="22716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3CD8C7A-0F66-1A95-CBFD-7EDACA1E8664}"/>
              </a:ext>
            </a:extLst>
          </p:cNvPr>
          <p:cNvGrpSpPr/>
          <p:nvPr/>
        </p:nvGrpSpPr>
        <p:grpSpPr>
          <a:xfrm>
            <a:off x="9636006" y="4067223"/>
            <a:ext cx="2058480" cy="777600"/>
            <a:chOff x="9636006" y="4067223"/>
            <a:chExt cx="2058480" cy="77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8495C20-F062-86F4-F2A8-8F1959C523D1}"/>
                    </a:ext>
                  </a:extLst>
                </p14:cNvPr>
                <p14:cNvContentPartPr/>
                <p14:nvPr/>
              </p14:nvContentPartPr>
              <p14:xfrm>
                <a:off x="9636006" y="4176303"/>
                <a:ext cx="308880" cy="362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8495C20-F062-86F4-F2A8-8F1959C523D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618006" y="4158663"/>
                  <a:ext cx="3445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CB25DF8-95E3-3E87-3DDF-4505B969131E}"/>
                    </a:ext>
                  </a:extLst>
                </p14:cNvPr>
                <p14:cNvContentPartPr/>
                <p14:nvPr/>
              </p14:nvContentPartPr>
              <p14:xfrm>
                <a:off x="9895206" y="4324263"/>
                <a:ext cx="136800" cy="520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CB25DF8-95E3-3E87-3DDF-4505B969131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877566" y="4306263"/>
                  <a:ext cx="17244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9E7CF6A-BB0A-6F42-7ACC-E4D59A17F9CD}"/>
                    </a:ext>
                  </a:extLst>
                </p14:cNvPr>
                <p14:cNvContentPartPr/>
                <p14:nvPr/>
              </p14:nvContentPartPr>
              <p14:xfrm>
                <a:off x="10121286" y="4339023"/>
                <a:ext cx="244080" cy="1839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9E7CF6A-BB0A-6F42-7ACC-E4D59A17F9C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103646" y="4321023"/>
                  <a:ext cx="279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B843A0A-1512-6B3C-4002-4371B9806A02}"/>
                    </a:ext>
                  </a:extLst>
                </p14:cNvPr>
                <p14:cNvContentPartPr/>
                <p14:nvPr/>
              </p14:nvContentPartPr>
              <p14:xfrm>
                <a:off x="10372926" y="4316343"/>
                <a:ext cx="208440" cy="1566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B843A0A-1512-6B3C-4002-4371B9806A0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354926" y="4298703"/>
                  <a:ext cx="244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D2891E8-9389-7AAF-77D5-F98BB0261B96}"/>
                    </a:ext>
                  </a:extLst>
                </p14:cNvPr>
                <p14:cNvContentPartPr/>
                <p14:nvPr/>
              </p14:nvContentPartPr>
              <p14:xfrm>
                <a:off x="10723566" y="4067223"/>
                <a:ext cx="30600" cy="4449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D2891E8-9389-7AAF-77D5-F98BB0261B9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705926" y="4049223"/>
                  <a:ext cx="662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328C2CD-C4A1-02B7-828C-7DBCA308F9B2}"/>
                    </a:ext>
                  </a:extLst>
                </p14:cNvPr>
                <p14:cNvContentPartPr/>
                <p14:nvPr/>
              </p14:nvContentPartPr>
              <p14:xfrm>
                <a:off x="10953246" y="4280703"/>
                <a:ext cx="14400" cy="1900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328C2CD-C4A1-02B7-828C-7DBCA308F9B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935246" y="4263063"/>
                  <a:ext cx="50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4EAC20F-B2AB-BC66-5F69-3A525BCF0DD4}"/>
                    </a:ext>
                  </a:extLst>
                </p14:cNvPr>
                <p14:cNvContentPartPr/>
                <p14:nvPr/>
              </p14:nvContentPartPr>
              <p14:xfrm>
                <a:off x="11042166" y="4298343"/>
                <a:ext cx="178560" cy="1713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4EAC20F-B2AB-BC66-5F69-3A525BCF0DD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024166" y="4280343"/>
                  <a:ext cx="214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E62B4B6-35B9-EFD9-7118-6A0646687DF5}"/>
                    </a:ext>
                  </a:extLst>
                </p14:cNvPr>
                <p14:cNvContentPartPr/>
                <p14:nvPr/>
              </p14:nvContentPartPr>
              <p14:xfrm>
                <a:off x="11347086" y="4310583"/>
                <a:ext cx="215640" cy="1926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E62B4B6-35B9-EFD9-7118-6A0646687DF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329446" y="4292943"/>
                  <a:ext cx="251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2FB41B5-71E4-54F4-7A25-75858B1F1564}"/>
                    </a:ext>
                  </a:extLst>
                </p14:cNvPr>
                <p14:cNvContentPartPr/>
                <p14:nvPr/>
              </p14:nvContentPartPr>
              <p14:xfrm>
                <a:off x="11526366" y="4296903"/>
                <a:ext cx="168120" cy="2012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2FB41B5-71E4-54F4-7A25-75858B1F156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508366" y="4278903"/>
                  <a:ext cx="203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29DF1F9-4C64-FEA9-9592-D96AF990F65C}"/>
                    </a:ext>
                  </a:extLst>
                </p14:cNvPr>
                <p14:cNvContentPartPr/>
                <p14:nvPr/>
              </p14:nvContentPartPr>
              <p14:xfrm>
                <a:off x="11227926" y="4157943"/>
                <a:ext cx="34920" cy="201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29DF1F9-4C64-FEA9-9592-D96AF990F65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210286" y="4139943"/>
                  <a:ext cx="70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51031CF-C1CC-61D5-9F38-508063D33F14}"/>
                    </a:ext>
                  </a:extLst>
                </p14:cNvPr>
                <p14:cNvContentPartPr/>
                <p14:nvPr/>
              </p14:nvContentPartPr>
              <p14:xfrm>
                <a:off x="10493526" y="4186023"/>
                <a:ext cx="264600" cy="212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51031CF-C1CC-61D5-9F38-508063D33F1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475886" y="4168383"/>
                  <a:ext cx="30024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C0C1A79C-A27F-F033-DB75-11C11B25AB73}"/>
                  </a:ext>
                </a:extLst>
              </p14:cNvPr>
              <p14:cNvContentPartPr/>
              <p14:nvPr/>
            </p14:nvContentPartPr>
            <p14:xfrm>
              <a:off x="12246006" y="4450263"/>
              <a:ext cx="21600" cy="169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C0C1A79C-A27F-F033-DB75-11C11B25AB73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12228006" y="4432623"/>
                <a:ext cx="5724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FE998EE9-20E5-106C-FCE0-85CFA6B6B4B1}"/>
              </a:ext>
            </a:extLst>
          </p:cNvPr>
          <p:cNvGrpSpPr/>
          <p:nvPr/>
        </p:nvGrpSpPr>
        <p:grpSpPr>
          <a:xfrm>
            <a:off x="8606406" y="2204583"/>
            <a:ext cx="1218600" cy="398880"/>
            <a:chOff x="8606406" y="2204583"/>
            <a:chExt cx="1218600" cy="39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1E41127-BBB7-7A2D-4C07-347396C90DDE}"/>
                    </a:ext>
                  </a:extLst>
                </p14:cNvPr>
                <p14:cNvContentPartPr/>
                <p14:nvPr/>
              </p14:nvContentPartPr>
              <p14:xfrm>
                <a:off x="9540246" y="2230863"/>
                <a:ext cx="284760" cy="2959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1E41127-BBB7-7A2D-4C07-347396C90DD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522606" y="2213223"/>
                  <a:ext cx="3204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D6D1DA2-8A97-807E-F40F-3247B17EAA47}"/>
                    </a:ext>
                  </a:extLst>
                </p14:cNvPr>
                <p14:cNvContentPartPr/>
                <p14:nvPr/>
              </p14:nvContentPartPr>
              <p14:xfrm>
                <a:off x="8606406" y="2204583"/>
                <a:ext cx="227520" cy="340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D6D1DA2-8A97-807E-F40F-3247B17EAA4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588766" y="2186943"/>
                  <a:ext cx="2631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6C25FEB-DC0F-503A-A18E-328095AAB54F}"/>
                    </a:ext>
                  </a:extLst>
                </p14:cNvPr>
                <p14:cNvContentPartPr/>
                <p14:nvPr/>
              </p14:nvContentPartPr>
              <p14:xfrm>
                <a:off x="9122286" y="2353263"/>
                <a:ext cx="100440" cy="22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6C25FEB-DC0F-503A-A18E-328095AAB54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104646" y="2335623"/>
                  <a:ext cx="1360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72D3CD1-7F5B-8048-9090-022CF8E8A456}"/>
                    </a:ext>
                  </a:extLst>
                </p14:cNvPr>
                <p14:cNvContentPartPr/>
                <p14:nvPr/>
              </p14:nvContentPartPr>
              <p14:xfrm>
                <a:off x="9048126" y="2448663"/>
                <a:ext cx="196200" cy="49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72D3CD1-7F5B-8048-9090-022CF8E8A45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030126" y="2430663"/>
                  <a:ext cx="231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3649156-6BFA-28FD-E1FE-48203BCB6879}"/>
                    </a:ext>
                  </a:extLst>
                </p14:cNvPr>
                <p14:cNvContentPartPr/>
                <p14:nvPr/>
              </p14:nvContentPartPr>
              <p14:xfrm>
                <a:off x="9021357" y="2360103"/>
                <a:ext cx="1080" cy="32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3649156-6BFA-28FD-E1FE-48203BCB687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003717" y="2342463"/>
                  <a:ext cx="36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81B2C6F-F3F0-2B03-4770-10DB9393EB53}"/>
                    </a:ext>
                  </a:extLst>
                </p14:cNvPr>
                <p14:cNvContentPartPr/>
                <p14:nvPr/>
              </p14:nvContentPartPr>
              <p14:xfrm>
                <a:off x="9387837" y="2603103"/>
                <a:ext cx="360" cy="3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81B2C6F-F3F0-2B03-4770-10DB9393EB5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369837" y="25851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E5F5D9D-ABA8-1355-0586-A61E4110CC57}"/>
              </a:ext>
            </a:extLst>
          </p:cNvPr>
          <p:cNvGrpSpPr/>
          <p:nvPr/>
        </p:nvGrpSpPr>
        <p:grpSpPr>
          <a:xfrm>
            <a:off x="7473357" y="4953183"/>
            <a:ext cx="792720" cy="311760"/>
            <a:chOff x="7473357" y="4953183"/>
            <a:chExt cx="79272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E977CDC-4C98-2935-74A3-49BE1A2A4DCD}"/>
                    </a:ext>
                  </a:extLst>
                </p14:cNvPr>
                <p14:cNvContentPartPr/>
                <p14:nvPr/>
              </p14:nvContentPartPr>
              <p14:xfrm>
                <a:off x="7473357" y="4953183"/>
                <a:ext cx="225360" cy="3117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E977CDC-4C98-2935-74A3-49BE1A2A4DC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455357" y="4935543"/>
                  <a:ext cx="2610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81A8C85-B7A3-73EE-2869-C9171824574E}"/>
                    </a:ext>
                  </a:extLst>
                </p14:cNvPr>
                <p14:cNvContentPartPr/>
                <p14:nvPr/>
              </p14:nvContentPartPr>
              <p14:xfrm>
                <a:off x="7676397" y="5079903"/>
                <a:ext cx="314640" cy="1548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81A8C85-B7A3-73EE-2869-C9171824574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658757" y="5062263"/>
                  <a:ext cx="350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CD3A90B-C0B9-F009-E8CD-137D110DCA2B}"/>
                    </a:ext>
                  </a:extLst>
                </p14:cNvPr>
                <p14:cNvContentPartPr/>
                <p14:nvPr/>
              </p14:nvContentPartPr>
              <p14:xfrm>
                <a:off x="8096157" y="5033823"/>
                <a:ext cx="20160" cy="2196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CD3A90B-C0B9-F009-E8CD-137D110DCA2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078517" y="5015823"/>
                  <a:ext cx="55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7763786-C4A7-8584-BDE8-5A49232872B0}"/>
                    </a:ext>
                  </a:extLst>
                </p14:cNvPr>
                <p14:cNvContentPartPr/>
                <p14:nvPr/>
              </p14:nvContentPartPr>
              <p14:xfrm>
                <a:off x="8091477" y="5057223"/>
                <a:ext cx="174600" cy="1972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7763786-C4A7-8584-BDE8-5A49232872B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073477" y="5039583"/>
                  <a:ext cx="21024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5B05389-CF47-074E-C720-58656EB6CA99}"/>
              </a:ext>
            </a:extLst>
          </p:cNvPr>
          <p:cNvGrpSpPr/>
          <p:nvPr/>
        </p:nvGrpSpPr>
        <p:grpSpPr>
          <a:xfrm>
            <a:off x="8545437" y="4965423"/>
            <a:ext cx="1723320" cy="309600"/>
            <a:chOff x="8545437" y="4965423"/>
            <a:chExt cx="172332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291E6F0-C9FA-0B41-2CAB-88AEACA31DA7}"/>
                    </a:ext>
                  </a:extLst>
                </p14:cNvPr>
                <p14:cNvContentPartPr/>
                <p14:nvPr/>
              </p14:nvContentPartPr>
              <p14:xfrm>
                <a:off x="8545437" y="5033463"/>
                <a:ext cx="151560" cy="2268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291E6F0-C9FA-0B41-2CAB-88AEACA31DA7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527437" y="5015463"/>
                  <a:ext cx="1872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BDF051C-DA6F-F3DC-E123-110F5A4FDC61}"/>
                    </a:ext>
                  </a:extLst>
                </p14:cNvPr>
                <p14:cNvContentPartPr/>
                <p14:nvPr/>
              </p14:nvContentPartPr>
              <p14:xfrm>
                <a:off x="8554077" y="5150463"/>
                <a:ext cx="178200" cy="338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BDF051C-DA6F-F3DC-E123-110F5A4FDC6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536077" y="5132823"/>
                  <a:ext cx="213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2401488-C8CF-A8DC-5143-846E8ADC8895}"/>
                    </a:ext>
                  </a:extLst>
                </p14:cNvPr>
                <p14:cNvContentPartPr/>
                <p14:nvPr/>
              </p14:nvContentPartPr>
              <p14:xfrm>
                <a:off x="8955117" y="5118783"/>
                <a:ext cx="57240" cy="28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2401488-C8CF-A8DC-5143-846E8ADC889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937117" y="5100783"/>
                  <a:ext cx="92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68FD85A-4AC9-61B5-598C-14D54C766A39}"/>
                    </a:ext>
                  </a:extLst>
                </p14:cNvPr>
                <p14:cNvContentPartPr/>
                <p14:nvPr/>
              </p14:nvContentPartPr>
              <p14:xfrm>
                <a:off x="8957997" y="5172423"/>
                <a:ext cx="132840" cy="24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68FD85A-4AC9-61B5-598C-14D54C766A3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940357" y="5154423"/>
                  <a:ext cx="168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931EAE2-A7BE-A8C7-8523-5C42CA0E69C1}"/>
                    </a:ext>
                  </a:extLst>
                </p14:cNvPr>
                <p14:cNvContentPartPr/>
                <p14:nvPr/>
              </p14:nvContentPartPr>
              <p14:xfrm>
                <a:off x="9262917" y="5009703"/>
                <a:ext cx="178920" cy="2271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931EAE2-A7BE-A8C7-8523-5C42CA0E69C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245277" y="4991703"/>
                  <a:ext cx="2145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0E64702-FA08-C7EE-E23F-E6C2337C6EDB}"/>
                    </a:ext>
                  </a:extLst>
                </p14:cNvPr>
                <p14:cNvContentPartPr/>
                <p14:nvPr/>
              </p14:nvContentPartPr>
              <p14:xfrm>
                <a:off x="9573237" y="5020143"/>
                <a:ext cx="241560" cy="2336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0E64702-FA08-C7EE-E23F-E6C2337C6ED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555237" y="5002503"/>
                  <a:ext cx="2772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A0E1E82-71A4-F932-BBE6-1C8BFD1032C2}"/>
                    </a:ext>
                  </a:extLst>
                </p14:cNvPr>
                <p14:cNvContentPartPr/>
                <p14:nvPr/>
              </p14:nvContentPartPr>
              <p14:xfrm>
                <a:off x="10024677" y="4965423"/>
                <a:ext cx="244080" cy="3096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A0E1E82-71A4-F932-BBE6-1C8BFD1032C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007037" y="4947423"/>
                  <a:ext cx="279720" cy="34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C9CEAF64-BDCA-9671-0E71-E8DD21F86BE1}"/>
                  </a:ext>
                </a:extLst>
              </p14:cNvPr>
              <p14:cNvContentPartPr/>
              <p14:nvPr/>
            </p14:nvContentPartPr>
            <p14:xfrm>
              <a:off x="10550277" y="5510463"/>
              <a:ext cx="554040" cy="7509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C9CEAF64-BDCA-9671-0E71-E8DD21F86BE1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0532277" y="5492463"/>
                <a:ext cx="589680" cy="7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6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26957060-71F9-1DF9-ACCD-C6994B6DF763}"/>
                  </a:ext>
                </a:extLst>
              </p14:cNvPr>
              <p14:cNvContentPartPr/>
              <p14:nvPr/>
            </p14:nvContentPartPr>
            <p14:xfrm>
              <a:off x="7139997" y="5582103"/>
              <a:ext cx="187560" cy="11520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26957060-71F9-1DF9-ACCD-C6994B6DF763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7121997" y="5564463"/>
                <a:ext cx="22320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8A50E2E3-4AAC-2D81-7EF7-F3D363B84F8A}"/>
                  </a:ext>
                </a:extLst>
              </p14:cNvPr>
              <p14:cNvContentPartPr/>
              <p14:nvPr/>
            </p14:nvContentPartPr>
            <p14:xfrm>
              <a:off x="7183197" y="5656263"/>
              <a:ext cx="43200" cy="28296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8A50E2E3-4AAC-2D81-7EF7-F3D363B84F8A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7165557" y="5638623"/>
                <a:ext cx="788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A0F09565-5E23-A4DC-F592-7995D491046D}"/>
                  </a:ext>
                </a:extLst>
              </p14:cNvPr>
              <p14:cNvContentPartPr/>
              <p14:nvPr/>
            </p14:nvContentPartPr>
            <p14:xfrm>
              <a:off x="7092477" y="5649783"/>
              <a:ext cx="622080" cy="82152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A0F09565-5E23-A4DC-F592-7995D491046D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7074477" y="5632143"/>
                <a:ext cx="65772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962655C-3963-C0DF-CC04-5658FB622D86}"/>
                  </a:ext>
                </a:extLst>
              </p14:cNvPr>
              <p14:cNvContentPartPr/>
              <p14:nvPr/>
            </p14:nvContentPartPr>
            <p14:xfrm>
              <a:off x="7640037" y="5777583"/>
              <a:ext cx="43560" cy="2736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962655C-3963-C0DF-CC04-5658FB622D86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7622037" y="5759943"/>
                <a:ext cx="792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78D63120-476C-0123-ECE6-ACDE755F9C28}"/>
                  </a:ext>
                </a:extLst>
              </p14:cNvPr>
              <p14:cNvContentPartPr/>
              <p14:nvPr/>
            </p14:nvContentPartPr>
            <p14:xfrm>
              <a:off x="7726437" y="5853903"/>
              <a:ext cx="165240" cy="15048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78D63120-476C-0123-ECE6-ACDE755F9C28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7708437" y="5836263"/>
                <a:ext cx="20088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85911180-579C-0B36-24C3-0D7EA0012CE8}"/>
                  </a:ext>
                </a:extLst>
              </p14:cNvPr>
              <p14:cNvContentPartPr/>
              <p14:nvPr/>
            </p14:nvContentPartPr>
            <p14:xfrm>
              <a:off x="7947477" y="5823663"/>
              <a:ext cx="73800" cy="14724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85911180-579C-0B36-24C3-0D7EA0012CE8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7929477" y="5805663"/>
                <a:ext cx="1094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23421BD0-EC76-FC7D-ED85-10175BA28CD2}"/>
                  </a:ext>
                </a:extLst>
              </p14:cNvPr>
              <p14:cNvContentPartPr/>
              <p14:nvPr/>
            </p14:nvContentPartPr>
            <p14:xfrm>
              <a:off x="7922997" y="5717103"/>
              <a:ext cx="49680" cy="2016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23421BD0-EC76-FC7D-ED85-10175BA28CD2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7905357" y="5699463"/>
                <a:ext cx="853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694EB042-1F40-829B-CE76-7421382FC02E}"/>
                  </a:ext>
                </a:extLst>
              </p14:cNvPr>
              <p14:cNvContentPartPr/>
              <p14:nvPr/>
            </p14:nvContentPartPr>
            <p14:xfrm>
              <a:off x="8146557" y="5690823"/>
              <a:ext cx="254880" cy="30924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694EB042-1F40-829B-CE76-7421382FC02E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8128557" y="5673183"/>
                <a:ext cx="29052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E5AEA2ED-66CF-F024-C4B4-6D7BD6095836}"/>
                  </a:ext>
                </a:extLst>
              </p14:cNvPr>
              <p14:cNvContentPartPr/>
              <p14:nvPr/>
            </p14:nvContentPartPr>
            <p14:xfrm>
              <a:off x="8030277" y="5740503"/>
              <a:ext cx="238320" cy="2916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E5AEA2ED-66CF-F024-C4B4-6D7BD6095836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8012637" y="5722863"/>
                <a:ext cx="2739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252613A9-DE98-CF2B-CF84-41AE5C8071DC}"/>
                  </a:ext>
                </a:extLst>
              </p14:cNvPr>
              <p14:cNvContentPartPr/>
              <p14:nvPr/>
            </p14:nvContentPartPr>
            <p14:xfrm>
              <a:off x="8835237" y="5694783"/>
              <a:ext cx="484560" cy="15012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252613A9-DE98-CF2B-CF84-41AE5C8071DC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8817237" y="5676783"/>
                <a:ext cx="520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F18A70D6-DDB8-8D29-0DCF-6CEC41B41E66}"/>
                  </a:ext>
                </a:extLst>
              </p14:cNvPr>
              <p14:cNvContentPartPr/>
              <p14:nvPr/>
            </p14:nvContentPartPr>
            <p14:xfrm>
              <a:off x="9384237" y="5660943"/>
              <a:ext cx="301320" cy="16128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F18A70D6-DDB8-8D29-0DCF-6CEC41B41E66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9366237" y="5642943"/>
                <a:ext cx="3369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53D75E8F-FA87-94AF-4BB5-5CF096AEC31D}"/>
                  </a:ext>
                </a:extLst>
              </p14:cNvPr>
              <p14:cNvContentPartPr/>
              <p14:nvPr/>
            </p14:nvContentPartPr>
            <p14:xfrm>
              <a:off x="9686277" y="5572383"/>
              <a:ext cx="161280" cy="26928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53D75E8F-FA87-94AF-4BB5-5CF096AEC31D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9668637" y="5554383"/>
                <a:ext cx="19692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7513106C-6168-80CD-67EB-50CC4CC43438}"/>
                  </a:ext>
                </a:extLst>
              </p14:cNvPr>
              <p14:cNvContentPartPr/>
              <p14:nvPr/>
            </p14:nvContentPartPr>
            <p14:xfrm>
              <a:off x="9852957" y="5632503"/>
              <a:ext cx="356400" cy="17640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7513106C-6168-80CD-67EB-50CC4CC43438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9834957" y="5614503"/>
                <a:ext cx="3920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7BC9A7E2-F85C-D9B3-00FE-4CD2E71F321A}"/>
                  </a:ext>
                </a:extLst>
              </p14:cNvPr>
              <p14:cNvContentPartPr/>
              <p14:nvPr/>
            </p14:nvContentPartPr>
            <p14:xfrm>
              <a:off x="10140957" y="6475263"/>
              <a:ext cx="1080" cy="324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7BC9A7E2-F85C-D9B3-00FE-4CD2E71F321A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10122957" y="6457623"/>
                <a:ext cx="3672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5" name="Group 304">
            <a:extLst>
              <a:ext uri="{FF2B5EF4-FFF2-40B4-BE49-F238E27FC236}">
                <a16:creationId xmlns:a16="http://schemas.microsoft.com/office/drawing/2014/main" id="{2D2D7A2C-B4D3-445B-1E6B-AE16A8770D31}"/>
              </a:ext>
            </a:extLst>
          </p:cNvPr>
          <p:cNvGrpSpPr/>
          <p:nvPr/>
        </p:nvGrpSpPr>
        <p:grpSpPr>
          <a:xfrm>
            <a:off x="7823637" y="6193743"/>
            <a:ext cx="1790280" cy="410400"/>
            <a:chOff x="7823637" y="6193743"/>
            <a:chExt cx="179028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09B7D8C-58F2-4F17-FDE9-A450A1C3ED91}"/>
                    </a:ext>
                  </a:extLst>
                </p14:cNvPr>
                <p14:cNvContentPartPr/>
                <p14:nvPr/>
              </p14:nvContentPartPr>
              <p14:xfrm>
                <a:off x="7823637" y="6417663"/>
                <a:ext cx="149760" cy="1695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09B7D8C-58F2-4F17-FDE9-A450A1C3ED9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805637" y="6399663"/>
                  <a:ext cx="185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DA1BC59-4D37-E1F7-9C48-AE1E6ED924C8}"/>
                    </a:ext>
                  </a:extLst>
                </p14:cNvPr>
                <p14:cNvContentPartPr/>
                <p14:nvPr/>
              </p14:nvContentPartPr>
              <p14:xfrm>
                <a:off x="8060517" y="6234063"/>
                <a:ext cx="860040" cy="3700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DA1BC59-4D37-E1F7-9C48-AE1E6ED924C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042877" y="6216423"/>
                  <a:ext cx="8956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C0BBA29-474F-2007-3D3C-863A2522EF7E}"/>
                    </a:ext>
                  </a:extLst>
                </p14:cNvPr>
                <p14:cNvContentPartPr/>
                <p14:nvPr/>
              </p14:nvContentPartPr>
              <p14:xfrm>
                <a:off x="8951877" y="6439263"/>
                <a:ext cx="112680" cy="1054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C0BBA29-474F-2007-3D3C-863A2522EF7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934237" y="6421263"/>
                  <a:ext cx="148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A1FA0D4-54CF-D5B6-46DC-5F69E1119F6C}"/>
                    </a:ext>
                  </a:extLst>
                </p14:cNvPr>
                <p14:cNvContentPartPr/>
                <p14:nvPr/>
              </p14:nvContentPartPr>
              <p14:xfrm>
                <a:off x="9097677" y="6382023"/>
                <a:ext cx="396720" cy="1648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A1FA0D4-54CF-D5B6-46DC-5F69E1119F6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080037" y="6364023"/>
                  <a:ext cx="432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E692BF5-455A-A6BB-FEA7-7EA937C60279}"/>
                    </a:ext>
                  </a:extLst>
                </p14:cNvPr>
                <p14:cNvContentPartPr/>
                <p14:nvPr/>
              </p14:nvContentPartPr>
              <p14:xfrm>
                <a:off x="9519957" y="6364023"/>
                <a:ext cx="93960" cy="1548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E692BF5-455A-A6BB-FEA7-7EA937C60279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502317" y="6346023"/>
                  <a:ext cx="129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F18F61F-29AF-3126-1AAA-C81F283B6EC7}"/>
                    </a:ext>
                  </a:extLst>
                </p14:cNvPr>
                <p14:cNvContentPartPr/>
                <p14:nvPr/>
              </p14:nvContentPartPr>
              <p14:xfrm>
                <a:off x="9445077" y="6193743"/>
                <a:ext cx="22680" cy="36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F18F61F-29AF-3126-1AAA-C81F283B6EC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427437" y="6175743"/>
                  <a:ext cx="58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8E0D6DB-FA74-AE63-12F9-CF6FA561D4A5}"/>
                    </a:ext>
                  </a:extLst>
                </p14:cNvPr>
                <p14:cNvContentPartPr/>
                <p14:nvPr/>
              </p14:nvContentPartPr>
              <p14:xfrm>
                <a:off x="8916957" y="6308223"/>
                <a:ext cx="93600" cy="23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8E0D6DB-FA74-AE63-12F9-CF6FA561D4A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899317" y="6290223"/>
                  <a:ext cx="129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0D38622-FDC0-13DB-ED7F-DF02C4072349}"/>
                    </a:ext>
                  </a:extLst>
                </p14:cNvPr>
                <p14:cNvContentPartPr/>
                <p14:nvPr/>
              </p14:nvContentPartPr>
              <p14:xfrm>
                <a:off x="8721837" y="6306783"/>
                <a:ext cx="234360" cy="547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0D38622-FDC0-13DB-ED7F-DF02C4072349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704197" y="6289143"/>
                  <a:ext cx="27000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6771FDAF-04B9-11FD-08FE-57F7C965C329}"/>
                  </a:ext>
                </a:extLst>
              </p14:cNvPr>
              <p14:cNvContentPartPr/>
              <p14:nvPr/>
            </p14:nvContentPartPr>
            <p14:xfrm>
              <a:off x="10399437" y="1299903"/>
              <a:ext cx="2520" cy="612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6771FDAF-04B9-11FD-08FE-57F7C965C329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381797" y="1282263"/>
                <a:ext cx="38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2F5A3CBD-DA90-1F5B-9862-E8A2329332C9}"/>
                  </a:ext>
                </a:extLst>
              </p14:cNvPr>
              <p14:cNvContentPartPr/>
              <p14:nvPr/>
            </p14:nvContentPartPr>
            <p14:xfrm>
              <a:off x="10771677" y="1306023"/>
              <a:ext cx="360" cy="36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2F5A3CBD-DA90-1F5B-9862-E8A2329332C9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0754037" y="12883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FD020F3B-D9A3-5E1F-928E-EBF5CB140EFA}"/>
                  </a:ext>
                </a:extLst>
              </p14:cNvPr>
              <p14:cNvContentPartPr/>
              <p14:nvPr/>
            </p14:nvContentPartPr>
            <p14:xfrm>
              <a:off x="10536957" y="1361823"/>
              <a:ext cx="7200" cy="972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FD020F3B-D9A3-5E1F-928E-EBF5CB140EFA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10518957" y="1343823"/>
                <a:ext cx="42840" cy="4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1125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D9BC10-232C-AF1F-9DD3-8433AB7EEE46}"/>
                  </a:ext>
                </a:extLst>
              </p14:cNvPr>
              <p14:cNvContentPartPr/>
              <p14:nvPr/>
            </p14:nvContentPartPr>
            <p14:xfrm>
              <a:off x="4308006" y="1339143"/>
              <a:ext cx="145440" cy="6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D9BC10-232C-AF1F-9DD3-8433AB7EEE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0366" y="1321143"/>
                <a:ext cx="18108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AD02295-C518-B83B-8AE5-7090C1FDDB76}"/>
              </a:ext>
            </a:extLst>
          </p:cNvPr>
          <p:cNvGrpSpPr/>
          <p:nvPr/>
        </p:nvGrpSpPr>
        <p:grpSpPr>
          <a:xfrm>
            <a:off x="1559766" y="170943"/>
            <a:ext cx="423000" cy="1500480"/>
            <a:chOff x="1559766" y="170943"/>
            <a:chExt cx="423000" cy="150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D21EF93-11A9-8F8B-A25B-20E802D3CAAD}"/>
                    </a:ext>
                  </a:extLst>
                </p14:cNvPr>
                <p14:cNvContentPartPr/>
                <p14:nvPr/>
              </p14:nvContentPartPr>
              <p14:xfrm>
                <a:off x="1559766" y="170943"/>
                <a:ext cx="360000" cy="1500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D21EF93-11A9-8F8B-A25B-20E802D3CA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41766" y="153303"/>
                  <a:ext cx="395640" cy="15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77FAB8F-512E-0A7D-F073-2469E638C0AC}"/>
                    </a:ext>
                  </a:extLst>
                </p14:cNvPr>
                <p14:cNvContentPartPr/>
                <p14:nvPr/>
              </p14:nvContentPartPr>
              <p14:xfrm>
                <a:off x="1967286" y="289743"/>
                <a:ext cx="15480" cy="165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77FAB8F-512E-0A7D-F073-2469E638C0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49646" y="271743"/>
                  <a:ext cx="5112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6F66BA-15BD-35A6-DFE4-419C653D6A6F}"/>
                  </a:ext>
                </a:extLst>
              </p14:cNvPr>
              <p14:cNvContentPartPr/>
              <p14:nvPr/>
            </p14:nvContentPartPr>
            <p14:xfrm>
              <a:off x="2567046" y="277143"/>
              <a:ext cx="20880" cy="151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6F66BA-15BD-35A6-DFE4-419C653D6A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49046" y="259143"/>
                <a:ext cx="565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C8B196-D419-FDA4-7821-566500CC04C7}"/>
                  </a:ext>
                </a:extLst>
              </p14:cNvPr>
              <p14:cNvContentPartPr/>
              <p14:nvPr/>
            </p14:nvContentPartPr>
            <p14:xfrm>
              <a:off x="3119286" y="254823"/>
              <a:ext cx="14400" cy="205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C8B196-D419-FDA4-7821-566500CC04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01646" y="236823"/>
                <a:ext cx="500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625F2F0-35FF-5703-870C-B53311B0E495}"/>
                  </a:ext>
                </a:extLst>
              </p14:cNvPr>
              <p14:cNvContentPartPr/>
              <p14:nvPr/>
            </p14:nvContentPartPr>
            <p14:xfrm>
              <a:off x="1965126" y="701583"/>
              <a:ext cx="150840" cy="235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625F2F0-35FF-5703-870C-B53311B0E4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47486" y="683943"/>
                <a:ext cx="1864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DA8CA0-A02F-B954-1422-DEAE779E0962}"/>
                  </a:ext>
                </a:extLst>
              </p14:cNvPr>
              <p14:cNvContentPartPr/>
              <p14:nvPr/>
            </p14:nvContentPartPr>
            <p14:xfrm>
              <a:off x="2527806" y="768183"/>
              <a:ext cx="14760" cy="142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ADA8CA0-A02F-B954-1422-DEAE779E09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9806" y="750183"/>
                <a:ext cx="504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22558F4-F2AF-F66F-D8CD-2C7F626C0FA5}"/>
                  </a:ext>
                </a:extLst>
              </p14:cNvPr>
              <p14:cNvContentPartPr/>
              <p14:nvPr/>
            </p14:nvContentPartPr>
            <p14:xfrm>
              <a:off x="2952606" y="742263"/>
              <a:ext cx="228600" cy="166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22558F4-F2AF-F66F-D8CD-2C7F626C0FA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34606" y="724263"/>
                <a:ext cx="2642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9EDA857-54BB-E29D-600B-69EF399C95EC}"/>
                  </a:ext>
                </a:extLst>
              </p14:cNvPr>
              <p14:cNvContentPartPr/>
              <p14:nvPr/>
            </p14:nvContentPartPr>
            <p14:xfrm>
              <a:off x="1870806" y="1205583"/>
              <a:ext cx="150480" cy="258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9EDA857-54BB-E29D-600B-69EF399C95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53166" y="1187943"/>
                <a:ext cx="1861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126AE05-94F8-7BA0-214D-188714D8FAD9}"/>
                  </a:ext>
                </a:extLst>
              </p14:cNvPr>
              <p14:cNvContentPartPr/>
              <p14:nvPr/>
            </p14:nvContentPartPr>
            <p14:xfrm>
              <a:off x="2494326" y="1249503"/>
              <a:ext cx="146160" cy="202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126AE05-94F8-7BA0-214D-188714D8FA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76326" y="1231503"/>
                <a:ext cx="18180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CA25FF8-E190-4785-5B83-81C5BED79104}"/>
              </a:ext>
            </a:extLst>
          </p:cNvPr>
          <p:cNvGrpSpPr/>
          <p:nvPr/>
        </p:nvGrpSpPr>
        <p:grpSpPr>
          <a:xfrm>
            <a:off x="2977446" y="136023"/>
            <a:ext cx="606600" cy="1537560"/>
            <a:chOff x="2977446" y="136023"/>
            <a:chExt cx="606600" cy="153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C08151-7E85-FBB9-B8CE-99DA841DD5D2}"/>
                    </a:ext>
                  </a:extLst>
                </p14:cNvPr>
                <p14:cNvContentPartPr/>
                <p14:nvPr/>
              </p14:nvContentPartPr>
              <p14:xfrm>
                <a:off x="2977446" y="1217103"/>
                <a:ext cx="155520" cy="210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C08151-7E85-FBB9-B8CE-99DA841DD5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59446" y="1199463"/>
                  <a:ext cx="191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DE6C833-760D-4156-A604-6F78EE8DC436}"/>
                    </a:ext>
                  </a:extLst>
                </p14:cNvPr>
                <p14:cNvContentPartPr/>
                <p14:nvPr/>
              </p14:nvContentPartPr>
              <p14:xfrm>
                <a:off x="3107046" y="136023"/>
                <a:ext cx="477000" cy="1537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DE6C833-760D-4156-A604-6F78EE8DC4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89406" y="118383"/>
                  <a:ext cx="512640" cy="157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DAEE72B-DD4C-4922-03E5-08F858CB1A7D}"/>
              </a:ext>
            </a:extLst>
          </p:cNvPr>
          <p:cNvGrpSpPr/>
          <p:nvPr/>
        </p:nvGrpSpPr>
        <p:grpSpPr>
          <a:xfrm>
            <a:off x="3869526" y="143943"/>
            <a:ext cx="556200" cy="1632600"/>
            <a:chOff x="3869526" y="143943"/>
            <a:chExt cx="556200" cy="163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BF4E910-3B28-C1C2-7402-2809F947ECF1}"/>
                    </a:ext>
                  </a:extLst>
                </p14:cNvPr>
                <p14:cNvContentPartPr/>
                <p14:nvPr/>
              </p14:nvContentPartPr>
              <p14:xfrm>
                <a:off x="3869526" y="143943"/>
                <a:ext cx="289800" cy="1632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BF4E910-3B28-C1C2-7402-2809F947ECF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51526" y="126303"/>
                  <a:ext cx="325440" cy="16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0E7264-D004-194A-3D02-18AB082EED2D}"/>
                    </a:ext>
                  </a:extLst>
                </p14:cNvPr>
                <p14:cNvContentPartPr/>
                <p14:nvPr/>
              </p14:nvContentPartPr>
              <p14:xfrm>
                <a:off x="4168326" y="389103"/>
                <a:ext cx="225000" cy="203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0E7264-D004-194A-3D02-18AB082EED2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50686" y="371103"/>
                  <a:ext cx="260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13CB9D-852D-48F9-DAE4-73F9ADC0B1FE}"/>
                    </a:ext>
                  </a:extLst>
                </p14:cNvPr>
                <p14:cNvContentPartPr/>
                <p14:nvPr/>
              </p14:nvContentPartPr>
              <p14:xfrm>
                <a:off x="4239966" y="776463"/>
                <a:ext cx="141480" cy="303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13CB9D-852D-48F9-DAE4-73F9ADC0B1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22326" y="758463"/>
                  <a:ext cx="177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BAF513B-49FF-CFEE-2D08-537263EFE411}"/>
                    </a:ext>
                  </a:extLst>
                </p14:cNvPr>
                <p14:cNvContentPartPr/>
                <p14:nvPr/>
              </p14:nvContentPartPr>
              <p14:xfrm>
                <a:off x="4120086" y="1324383"/>
                <a:ext cx="305640" cy="245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BAF513B-49FF-CFEE-2D08-537263EFE41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02446" y="1306383"/>
                  <a:ext cx="341280" cy="28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78E5F2-553B-0F28-CE00-57B5FDBF0153}"/>
                  </a:ext>
                </a:extLst>
              </p14:cNvPr>
              <p14:cNvContentPartPr/>
              <p14:nvPr/>
            </p14:nvContentPartPr>
            <p14:xfrm>
              <a:off x="4693206" y="94623"/>
              <a:ext cx="369720" cy="1680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78E5F2-553B-0F28-CE00-57B5FDBF01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75566" y="76983"/>
                <a:ext cx="405360" cy="171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375F9E5-6029-C2AE-4D19-BBF59AE367B7}"/>
              </a:ext>
            </a:extLst>
          </p:cNvPr>
          <p:cNvGrpSpPr/>
          <p:nvPr/>
        </p:nvGrpSpPr>
        <p:grpSpPr>
          <a:xfrm>
            <a:off x="5708766" y="-20577"/>
            <a:ext cx="1461240" cy="2057040"/>
            <a:chOff x="5708766" y="-20577"/>
            <a:chExt cx="1461240" cy="20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A41EA3C-C391-3018-60F0-FED5C78C24C5}"/>
                    </a:ext>
                  </a:extLst>
                </p14:cNvPr>
                <p14:cNvContentPartPr/>
                <p14:nvPr/>
              </p14:nvContentPartPr>
              <p14:xfrm>
                <a:off x="5708766" y="662343"/>
                <a:ext cx="140760" cy="22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A41EA3C-C391-3018-60F0-FED5C78C24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91126" y="644703"/>
                  <a:ext cx="176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160289E-A98B-184B-1792-08A857DE3171}"/>
                    </a:ext>
                  </a:extLst>
                </p14:cNvPr>
                <p14:cNvContentPartPr/>
                <p14:nvPr/>
              </p14:nvContentPartPr>
              <p14:xfrm>
                <a:off x="5768526" y="721023"/>
                <a:ext cx="157680" cy="45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160289E-A98B-184B-1792-08A857DE317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50886" y="703023"/>
                  <a:ext cx="193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D32FF92-A070-34FF-F0A9-577A6603AA8C}"/>
                    </a:ext>
                  </a:extLst>
                </p14:cNvPr>
                <p14:cNvContentPartPr/>
                <p14:nvPr/>
              </p14:nvContentPartPr>
              <p14:xfrm>
                <a:off x="6023046" y="160143"/>
                <a:ext cx="446040" cy="166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D32FF92-A070-34FF-F0A9-577A6603AA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05046" y="142143"/>
                  <a:ext cx="481680" cy="17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24A30F-DCDF-9775-348A-EA2427ED607C}"/>
                    </a:ext>
                  </a:extLst>
                </p14:cNvPr>
                <p14:cNvContentPartPr/>
                <p14:nvPr/>
              </p14:nvContentPartPr>
              <p14:xfrm>
                <a:off x="6548646" y="309543"/>
                <a:ext cx="174240" cy="333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24A30F-DCDF-9775-348A-EA2427ED60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30646" y="291543"/>
                  <a:ext cx="2098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77B2E1-C4F2-6043-3EA4-E1A4A386F829}"/>
                    </a:ext>
                  </a:extLst>
                </p14:cNvPr>
                <p14:cNvContentPartPr/>
                <p14:nvPr/>
              </p14:nvContentPartPr>
              <p14:xfrm>
                <a:off x="6453966" y="840183"/>
                <a:ext cx="151560" cy="215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77B2E1-C4F2-6043-3EA4-E1A4A386F82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36326" y="822183"/>
                  <a:ext cx="187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F62B8A-1A69-6CB7-DD43-F32C3BFA74B1}"/>
                    </a:ext>
                  </a:extLst>
                </p14:cNvPr>
                <p14:cNvContentPartPr/>
                <p14:nvPr/>
              </p14:nvContentPartPr>
              <p14:xfrm>
                <a:off x="6376566" y="1253103"/>
                <a:ext cx="139680" cy="217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F62B8A-1A69-6CB7-DD43-F32C3BFA74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58566" y="1235103"/>
                  <a:ext cx="1753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D275B8-2EAC-DDD2-26E6-20E29E547E4E}"/>
                    </a:ext>
                  </a:extLst>
                </p14:cNvPr>
                <p14:cNvContentPartPr/>
                <p14:nvPr/>
              </p14:nvContentPartPr>
              <p14:xfrm>
                <a:off x="6690846" y="-20577"/>
                <a:ext cx="479160" cy="2057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D275B8-2EAC-DDD2-26E6-20E29E547E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72846" y="-38577"/>
                  <a:ext cx="514800" cy="20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637AA74-CF28-2A82-2712-57E94642DE55}"/>
              </a:ext>
            </a:extLst>
          </p:cNvPr>
          <p:cNvGrpSpPr/>
          <p:nvPr/>
        </p:nvGrpSpPr>
        <p:grpSpPr>
          <a:xfrm>
            <a:off x="1961166" y="2032503"/>
            <a:ext cx="1351800" cy="455760"/>
            <a:chOff x="1961166" y="2032503"/>
            <a:chExt cx="1351800" cy="4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E21EFA-32A4-23D9-945D-0F39E52DFAB6}"/>
                    </a:ext>
                  </a:extLst>
                </p14:cNvPr>
                <p14:cNvContentPartPr/>
                <p14:nvPr/>
              </p14:nvContentPartPr>
              <p14:xfrm>
                <a:off x="1961166" y="2040063"/>
                <a:ext cx="322200" cy="221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E21EFA-32A4-23D9-945D-0F39E52DFA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43526" y="2022423"/>
                  <a:ext cx="357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705A137-E3D6-8020-06E8-56DFE8DA4C5A}"/>
                    </a:ext>
                  </a:extLst>
                </p14:cNvPr>
                <p14:cNvContentPartPr/>
                <p14:nvPr/>
              </p14:nvContentPartPr>
              <p14:xfrm>
                <a:off x="2446086" y="2100903"/>
                <a:ext cx="126000" cy="31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705A137-E3D6-8020-06E8-56DFE8DA4C5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28446" y="2083263"/>
                  <a:ext cx="1616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BB9248-3CC8-25A4-C813-A0A8D127B15D}"/>
                    </a:ext>
                  </a:extLst>
                </p14:cNvPr>
                <p14:cNvContentPartPr/>
                <p14:nvPr/>
              </p14:nvContentPartPr>
              <p14:xfrm>
                <a:off x="2457966" y="2032503"/>
                <a:ext cx="58680" cy="189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BB9248-3CC8-25A4-C813-A0A8D127B1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40326" y="2014863"/>
                  <a:ext cx="943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83C9C7-C25C-4D90-4E16-55ADD9214262}"/>
                    </a:ext>
                  </a:extLst>
                </p14:cNvPr>
                <p14:cNvContentPartPr/>
                <p14:nvPr/>
              </p14:nvContentPartPr>
              <p14:xfrm>
                <a:off x="2534286" y="2042223"/>
                <a:ext cx="225720" cy="446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83C9C7-C25C-4D90-4E16-55ADD921426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16646" y="2024223"/>
                  <a:ext cx="2613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01ACDF1-98EA-6685-A8F2-0284F46C4ED0}"/>
                    </a:ext>
                  </a:extLst>
                </p14:cNvPr>
                <p14:cNvContentPartPr/>
                <p14:nvPr/>
              </p14:nvContentPartPr>
              <p14:xfrm>
                <a:off x="2918046" y="2135103"/>
                <a:ext cx="111960" cy="34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01ACDF1-98EA-6685-A8F2-0284F46C4ED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00046" y="2117103"/>
                  <a:ext cx="147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F12270B-2FD4-A3AB-DA78-68971C7AA3DA}"/>
                    </a:ext>
                  </a:extLst>
                </p14:cNvPr>
                <p14:cNvContentPartPr/>
                <p14:nvPr/>
              </p14:nvContentPartPr>
              <p14:xfrm>
                <a:off x="2947926" y="2053743"/>
                <a:ext cx="42840" cy="171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F12270B-2FD4-A3AB-DA78-68971C7AA3D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29926" y="2036103"/>
                  <a:ext cx="78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2D9E0C0-434D-6453-2052-DCEC50127B10}"/>
                    </a:ext>
                  </a:extLst>
                </p14:cNvPr>
                <p14:cNvContentPartPr/>
                <p14:nvPr/>
              </p14:nvContentPartPr>
              <p14:xfrm>
                <a:off x="3077526" y="2042223"/>
                <a:ext cx="235440" cy="19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2D9E0C0-434D-6453-2052-DCEC50127B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59886" y="2024583"/>
                  <a:ext cx="2710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47918E8-EA4C-0685-5301-69A05F296D1D}"/>
              </a:ext>
            </a:extLst>
          </p:cNvPr>
          <p:cNvGrpSpPr/>
          <p:nvPr/>
        </p:nvGrpSpPr>
        <p:grpSpPr>
          <a:xfrm>
            <a:off x="3577206" y="2095863"/>
            <a:ext cx="176040" cy="98640"/>
            <a:chOff x="3577206" y="2095863"/>
            <a:chExt cx="17604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FEA436B-5AC6-FAA9-BF12-62B519E26E81}"/>
                    </a:ext>
                  </a:extLst>
                </p14:cNvPr>
                <p14:cNvContentPartPr/>
                <p14:nvPr/>
              </p14:nvContentPartPr>
              <p14:xfrm>
                <a:off x="3627246" y="2095863"/>
                <a:ext cx="104760" cy="3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FEA436B-5AC6-FAA9-BF12-62B519E26E8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09246" y="2078223"/>
                  <a:ext cx="140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08F0D0-D5F9-4398-9849-F7CEA53D3F71}"/>
                    </a:ext>
                  </a:extLst>
                </p14:cNvPr>
                <p14:cNvContentPartPr/>
                <p14:nvPr/>
              </p14:nvContentPartPr>
              <p14:xfrm>
                <a:off x="3577206" y="2154543"/>
                <a:ext cx="176040" cy="39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08F0D0-D5F9-4398-9849-F7CEA53D3F7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59206" y="2136543"/>
                  <a:ext cx="21168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CC22505-D825-4DD6-8D9A-6346614E5456}"/>
                  </a:ext>
                </a:extLst>
              </p14:cNvPr>
              <p14:cNvContentPartPr/>
              <p14:nvPr/>
            </p14:nvContentPartPr>
            <p14:xfrm>
              <a:off x="4196406" y="2000823"/>
              <a:ext cx="217080" cy="254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CC22505-D825-4DD6-8D9A-6346614E545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78766" y="1982823"/>
                <a:ext cx="252720" cy="29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6BCF3690-CCE5-9E66-99E0-5790762EDB5A}"/>
              </a:ext>
            </a:extLst>
          </p:cNvPr>
          <p:cNvGrpSpPr/>
          <p:nvPr/>
        </p:nvGrpSpPr>
        <p:grpSpPr>
          <a:xfrm>
            <a:off x="2134326" y="2710023"/>
            <a:ext cx="1113840" cy="438120"/>
            <a:chOff x="2134326" y="2710023"/>
            <a:chExt cx="111384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90AD9F7-D4B2-8A99-E173-577CDF60C02F}"/>
                    </a:ext>
                  </a:extLst>
                </p14:cNvPr>
                <p14:cNvContentPartPr/>
                <p14:nvPr/>
              </p14:nvContentPartPr>
              <p14:xfrm>
                <a:off x="2134326" y="2713623"/>
                <a:ext cx="172440" cy="434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0AD9F7-D4B2-8A99-E173-577CDF60C0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16326" y="2695623"/>
                  <a:ext cx="2080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EAB77E-DF8F-D5A9-38CE-0FD18C6D2DE0}"/>
                    </a:ext>
                  </a:extLst>
                </p14:cNvPr>
                <p14:cNvContentPartPr/>
                <p14:nvPr/>
              </p14:nvContentPartPr>
              <p14:xfrm>
                <a:off x="2518806" y="2831343"/>
                <a:ext cx="141120" cy="47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EAB77E-DF8F-D5A9-38CE-0FD18C6D2DE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01166" y="2813343"/>
                  <a:ext cx="176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CA64D16-0976-AFCF-B1EA-78E8F5AD3F1D}"/>
                    </a:ext>
                  </a:extLst>
                </p14:cNvPr>
                <p14:cNvContentPartPr/>
                <p14:nvPr/>
              </p14:nvContentPartPr>
              <p14:xfrm>
                <a:off x="2608086" y="2761503"/>
                <a:ext cx="29520" cy="200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CA64D16-0976-AFCF-B1EA-78E8F5AD3F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90086" y="2743503"/>
                  <a:ext cx="65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E3AE11-7C50-4EFE-AD55-657FFAC92C4A}"/>
                    </a:ext>
                  </a:extLst>
                </p14:cNvPr>
                <p14:cNvContentPartPr/>
                <p14:nvPr/>
              </p14:nvContentPartPr>
              <p14:xfrm>
                <a:off x="2801406" y="2710023"/>
                <a:ext cx="215280" cy="231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E3AE11-7C50-4EFE-AD55-657FFAC92C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83406" y="2692023"/>
                  <a:ext cx="250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C9ED9F7-C0EB-6698-FB52-8CADCDACA94D}"/>
                    </a:ext>
                  </a:extLst>
                </p14:cNvPr>
                <p14:cNvContentPartPr/>
                <p14:nvPr/>
              </p14:nvContentPartPr>
              <p14:xfrm>
                <a:off x="3069966" y="2776263"/>
                <a:ext cx="17820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C9ED9F7-C0EB-6698-FB52-8CADCDACA94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51966" y="2758623"/>
                  <a:ext cx="2138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EB9139F-EE28-BDAA-3CE9-1588FC7D17BA}"/>
              </a:ext>
            </a:extLst>
          </p:cNvPr>
          <p:cNvGrpSpPr/>
          <p:nvPr/>
        </p:nvGrpSpPr>
        <p:grpSpPr>
          <a:xfrm>
            <a:off x="3487566" y="2800383"/>
            <a:ext cx="162720" cy="94680"/>
            <a:chOff x="3487566" y="2800383"/>
            <a:chExt cx="162720" cy="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7C97960-04FB-CB66-BFCD-3F4976D41DC4}"/>
                    </a:ext>
                  </a:extLst>
                </p14:cNvPr>
                <p14:cNvContentPartPr/>
                <p14:nvPr/>
              </p14:nvContentPartPr>
              <p14:xfrm>
                <a:off x="3500526" y="2800383"/>
                <a:ext cx="70920" cy="10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7C97960-04FB-CB66-BFCD-3F4976D41DC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82886" y="2782383"/>
                  <a:ext cx="106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150461-64C3-868E-ABA4-003B3FA1B9B8}"/>
                    </a:ext>
                  </a:extLst>
                </p14:cNvPr>
                <p14:cNvContentPartPr/>
                <p14:nvPr/>
              </p14:nvContentPartPr>
              <p14:xfrm>
                <a:off x="3487566" y="2854023"/>
                <a:ext cx="162720" cy="41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150461-64C3-868E-ABA4-003B3FA1B9B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69566" y="2836023"/>
                  <a:ext cx="19836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041A480-3DEB-17F5-0B13-4BD067D9C447}"/>
                  </a:ext>
                </a:extLst>
              </p14:cNvPr>
              <p14:cNvContentPartPr/>
              <p14:nvPr/>
            </p14:nvContentPartPr>
            <p14:xfrm>
              <a:off x="4155006" y="3019263"/>
              <a:ext cx="6480" cy="57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041A480-3DEB-17F5-0B13-4BD067D9C44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137006" y="3001263"/>
                <a:ext cx="421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CEB249C4-1A5C-F88B-FC9A-A5FE709F1D90}"/>
              </a:ext>
            </a:extLst>
          </p:cNvPr>
          <p:cNvGrpSpPr/>
          <p:nvPr/>
        </p:nvGrpSpPr>
        <p:grpSpPr>
          <a:xfrm>
            <a:off x="552846" y="3379983"/>
            <a:ext cx="419760" cy="269640"/>
            <a:chOff x="552846" y="3379983"/>
            <a:chExt cx="41976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8B8712-43DC-56A2-D2F9-F3D13FFF77E3}"/>
                    </a:ext>
                  </a:extLst>
                </p14:cNvPr>
                <p14:cNvContentPartPr/>
                <p14:nvPr/>
              </p14:nvContentPartPr>
              <p14:xfrm>
                <a:off x="552846" y="3379983"/>
                <a:ext cx="173520" cy="269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8B8712-43DC-56A2-D2F9-F3D13FFF77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35206" y="3361983"/>
                  <a:ext cx="2091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B60857A-0FC6-D899-7D0D-0DFA31B08B34}"/>
                    </a:ext>
                  </a:extLst>
                </p14:cNvPr>
                <p14:cNvContentPartPr/>
                <p14:nvPr/>
              </p14:nvContentPartPr>
              <p14:xfrm>
                <a:off x="861006" y="3449463"/>
                <a:ext cx="84600" cy="13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B60857A-0FC6-D899-7D0D-0DFA31B08B3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3366" y="3431823"/>
                  <a:ext cx="120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E1033A-1550-BF4F-F308-41782D55ACCD}"/>
                    </a:ext>
                  </a:extLst>
                </p14:cNvPr>
                <p14:cNvContentPartPr/>
                <p14:nvPr/>
              </p14:nvContentPartPr>
              <p14:xfrm>
                <a:off x="829686" y="3531903"/>
                <a:ext cx="142920" cy="34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E1033A-1550-BF4F-F308-41782D55ACC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1686" y="3513903"/>
                  <a:ext cx="17856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4C152E6-A778-565C-D46C-8CBE1548E0C7}"/>
                  </a:ext>
                </a:extLst>
              </p14:cNvPr>
              <p14:cNvContentPartPr/>
              <p14:nvPr/>
            </p14:nvContentPartPr>
            <p14:xfrm>
              <a:off x="1197966" y="3233463"/>
              <a:ext cx="242280" cy="465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4C152E6-A778-565C-D46C-8CBE1548E0C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79966" y="3215463"/>
                <a:ext cx="277920" cy="50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3117EE46-A54A-71E1-33A3-29253BF56843}"/>
              </a:ext>
            </a:extLst>
          </p:cNvPr>
          <p:cNvGrpSpPr/>
          <p:nvPr/>
        </p:nvGrpSpPr>
        <p:grpSpPr>
          <a:xfrm>
            <a:off x="2689086" y="3679503"/>
            <a:ext cx="1533960" cy="630000"/>
            <a:chOff x="2689086" y="3679503"/>
            <a:chExt cx="1533960" cy="63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4625022-5A16-3F9F-0781-244D15669F55}"/>
                    </a:ext>
                  </a:extLst>
                </p14:cNvPr>
                <p14:cNvContentPartPr/>
                <p14:nvPr/>
              </p14:nvContentPartPr>
              <p14:xfrm>
                <a:off x="2689086" y="3763743"/>
                <a:ext cx="226080" cy="545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4625022-5A16-3F9F-0781-244D15669F5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71446" y="3746103"/>
                  <a:ext cx="2617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40F1E86-03C0-37EE-2485-A0FBC7E718C4}"/>
                    </a:ext>
                  </a:extLst>
                </p14:cNvPr>
                <p14:cNvContentPartPr/>
                <p14:nvPr/>
              </p14:nvContentPartPr>
              <p14:xfrm>
                <a:off x="3077526" y="3867423"/>
                <a:ext cx="115200" cy="27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40F1E86-03C0-37EE-2485-A0FBC7E718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59886" y="3849783"/>
                  <a:ext cx="150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CCC6756-0B25-3011-9105-644F9BCAE9FE}"/>
                    </a:ext>
                  </a:extLst>
                </p14:cNvPr>
                <p14:cNvContentPartPr/>
                <p14:nvPr/>
              </p14:nvContentPartPr>
              <p14:xfrm>
                <a:off x="3140886" y="3823863"/>
                <a:ext cx="28440" cy="198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CCC6756-0B25-3011-9105-644F9BCAE9F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22886" y="3806223"/>
                  <a:ext cx="64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0C891F5-39F0-8AC5-9D59-57A7AE6319A2}"/>
                    </a:ext>
                  </a:extLst>
                </p14:cNvPr>
                <p14:cNvContentPartPr/>
                <p14:nvPr/>
              </p14:nvContentPartPr>
              <p14:xfrm>
                <a:off x="3325926" y="3796863"/>
                <a:ext cx="126360" cy="237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0C891F5-39F0-8AC5-9D59-57A7AE6319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07926" y="3778863"/>
                  <a:ext cx="162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5EA7890-B212-2AC2-43F3-9ADF44C0D4B9}"/>
                    </a:ext>
                  </a:extLst>
                </p14:cNvPr>
                <p14:cNvContentPartPr/>
                <p14:nvPr/>
              </p14:nvContentPartPr>
              <p14:xfrm>
                <a:off x="3575046" y="3679503"/>
                <a:ext cx="231480" cy="379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5EA7890-B212-2AC2-43F3-9ADF44C0D4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57046" y="3661863"/>
                  <a:ext cx="2671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BB21FF6-FDC6-1B18-950D-E66679495E97}"/>
                    </a:ext>
                  </a:extLst>
                </p14:cNvPr>
                <p14:cNvContentPartPr/>
                <p14:nvPr/>
              </p14:nvContentPartPr>
              <p14:xfrm>
                <a:off x="3986526" y="3861303"/>
                <a:ext cx="102960" cy="43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BB21FF6-FDC6-1B18-950D-E66679495E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68886" y="3843303"/>
                  <a:ext cx="138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C5DCF9E-1805-A75C-C52C-E57CE2B4FE06}"/>
                    </a:ext>
                  </a:extLst>
                </p14:cNvPr>
                <p14:cNvContentPartPr/>
                <p14:nvPr/>
              </p14:nvContentPartPr>
              <p14:xfrm>
                <a:off x="3967086" y="3928623"/>
                <a:ext cx="255960" cy="44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C5DCF9E-1805-A75C-C52C-E57CE2B4FE0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49086" y="3910623"/>
                  <a:ext cx="29160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D313E0A-0576-0130-D0D8-10885A077821}"/>
                  </a:ext>
                </a:extLst>
              </p14:cNvPr>
              <p14:cNvContentPartPr/>
              <p14:nvPr/>
            </p14:nvContentPartPr>
            <p14:xfrm>
              <a:off x="4444806" y="3665823"/>
              <a:ext cx="199800" cy="310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D313E0A-0576-0130-D0D8-10885A07782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427166" y="3647823"/>
                <a:ext cx="235440" cy="34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2C23008E-4C90-FE43-31DE-40A0F7D60272}"/>
              </a:ext>
            </a:extLst>
          </p:cNvPr>
          <p:cNvGrpSpPr/>
          <p:nvPr/>
        </p:nvGrpSpPr>
        <p:grpSpPr>
          <a:xfrm>
            <a:off x="2810406" y="4544223"/>
            <a:ext cx="587880" cy="489960"/>
            <a:chOff x="2810406" y="4544223"/>
            <a:chExt cx="587880" cy="4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18FD03-88AE-68A5-FA4C-EA241E5E5ED0}"/>
                    </a:ext>
                  </a:extLst>
                </p14:cNvPr>
                <p14:cNvContentPartPr/>
                <p14:nvPr/>
              </p14:nvContentPartPr>
              <p14:xfrm>
                <a:off x="2810406" y="4544223"/>
                <a:ext cx="258480" cy="489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18FD03-88AE-68A5-FA4C-EA241E5E5E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92766" y="4526583"/>
                  <a:ext cx="29412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A5405FB-C703-DCFC-30F3-816BB79327F3}"/>
                    </a:ext>
                  </a:extLst>
                </p14:cNvPr>
                <p14:cNvContentPartPr/>
                <p14:nvPr/>
              </p14:nvContentPartPr>
              <p14:xfrm>
                <a:off x="3299286" y="4613343"/>
                <a:ext cx="99000" cy="30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A5405FB-C703-DCFC-30F3-816BB79327F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81646" y="4595343"/>
                  <a:ext cx="134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80FCA59-14A7-1285-F8CE-4CB89C4FDA7F}"/>
                    </a:ext>
                  </a:extLst>
                </p14:cNvPr>
                <p14:cNvContentPartPr/>
                <p14:nvPr/>
              </p14:nvContentPartPr>
              <p14:xfrm>
                <a:off x="3261486" y="4722423"/>
                <a:ext cx="127440" cy="35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80FCA59-14A7-1285-F8CE-4CB89C4FDA7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43846" y="4704783"/>
                  <a:ext cx="1630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6A54F73-7A12-139D-D69E-1AD440A92CAD}"/>
              </a:ext>
            </a:extLst>
          </p:cNvPr>
          <p:cNvGrpSpPr/>
          <p:nvPr/>
        </p:nvGrpSpPr>
        <p:grpSpPr>
          <a:xfrm>
            <a:off x="3746046" y="4225623"/>
            <a:ext cx="1410120" cy="490320"/>
            <a:chOff x="3746046" y="4225623"/>
            <a:chExt cx="1410120" cy="49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9ECA5A-F935-FE73-6AE8-3D17B807AD97}"/>
                    </a:ext>
                  </a:extLst>
                </p14:cNvPr>
                <p14:cNvContentPartPr/>
                <p14:nvPr/>
              </p14:nvContentPartPr>
              <p14:xfrm>
                <a:off x="3746046" y="4397343"/>
                <a:ext cx="149760" cy="318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9ECA5A-F935-FE73-6AE8-3D17B807AD9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28046" y="4379703"/>
                  <a:ext cx="1854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C5C1B08-7C0A-FDA6-9F0C-844A4A7F9A90}"/>
                    </a:ext>
                  </a:extLst>
                </p14:cNvPr>
                <p14:cNvContentPartPr/>
                <p14:nvPr/>
              </p14:nvContentPartPr>
              <p14:xfrm>
                <a:off x="4080126" y="4559343"/>
                <a:ext cx="158040" cy="23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C5C1B08-7C0A-FDA6-9F0C-844A4A7F9A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62486" y="4541703"/>
                  <a:ext cx="193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2C42A20-24FD-459B-6473-30C5A6C04642}"/>
                    </a:ext>
                  </a:extLst>
                </p14:cNvPr>
                <p14:cNvContentPartPr/>
                <p14:nvPr/>
              </p14:nvContentPartPr>
              <p14:xfrm>
                <a:off x="4355166" y="4393023"/>
                <a:ext cx="203760" cy="277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2C42A20-24FD-459B-6473-30C5A6C0464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37166" y="4375023"/>
                  <a:ext cx="2394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FEBB8E2-1502-B12A-69A4-D1935D4D3590}"/>
                    </a:ext>
                  </a:extLst>
                </p14:cNvPr>
                <p14:cNvContentPartPr/>
                <p14:nvPr/>
              </p14:nvContentPartPr>
              <p14:xfrm>
                <a:off x="4759086" y="4225623"/>
                <a:ext cx="397080" cy="439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FEBB8E2-1502-B12A-69A4-D1935D4D359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41446" y="4207983"/>
                  <a:ext cx="432720" cy="47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9AE5A26-2819-F6F3-94A7-8DBE7FCB544F}"/>
                  </a:ext>
                </a:extLst>
              </p14:cNvPr>
              <p14:cNvContentPartPr/>
              <p14:nvPr/>
            </p14:nvContentPartPr>
            <p14:xfrm>
              <a:off x="1736526" y="5466903"/>
              <a:ext cx="398880" cy="1616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9AE5A26-2819-F6F3-94A7-8DBE7FCB544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718526" y="5449263"/>
                <a:ext cx="43452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73254D77-2CEF-6FC2-0F87-FA504593B60E}"/>
              </a:ext>
            </a:extLst>
          </p:cNvPr>
          <p:cNvGrpSpPr/>
          <p:nvPr/>
        </p:nvGrpSpPr>
        <p:grpSpPr>
          <a:xfrm>
            <a:off x="2364006" y="5440623"/>
            <a:ext cx="205920" cy="143640"/>
            <a:chOff x="2364006" y="5440623"/>
            <a:chExt cx="205920" cy="14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51D6B04-8D8B-69BA-76D1-EB755730DF9F}"/>
                    </a:ext>
                  </a:extLst>
                </p14:cNvPr>
                <p14:cNvContentPartPr/>
                <p14:nvPr/>
              </p14:nvContentPartPr>
              <p14:xfrm>
                <a:off x="2379486" y="5440623"/>
                <a:ext cx="110160" cy="5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51D6B04-8D8B-69BA-76D1-EB755730DF9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61846" y="5422623"/>
                  <a:ext cx="145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B689237-BDEA-D80B-1F68-92A3876F595F}"/>
                    </a:ext>
                  </a:extLst>
                </p14:cNvPr>
                <p14:cNvContentPartPr/>
                <p14:nvPr/>
              </p14:nvContentPartPr>
              <p14:xfrm>
                <a:off x="2364006" y="5536023"/>
                <a:ext cx="205920" cy="48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B689237-BDEA-D80B-1F68-92A3876F595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46006" y="5518383"/>
                  <a:ext cx="24156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FDA6950-A48C-2DA0-DC1F-6F20E71A0ABE}"/>
              </a:ext>
            </a:extLst>
          </p:cNvPr>
          <p:cNvGrpSpPr/>
          <p:nvPr/>
        </p:nvGrpSpPr>
        <p:grpSpPr>
          <a:xfrm>
            <a:off x="2240526" y="6262503"/>
            <a:ext cx="221400" cy="103680"/>
            <a:chOff x="2240526" y="6262503"/>
            <a:chExt cx="221400" cy="10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9B3A69A-AF4E-D598-296B-85FF1944164A}"/>
                    </a:ext>
                  </a:extLst>
                </p14:cNvPr>
                <p14:cNvContentPartPr/>
                <p14:nvPr/>
              </p14:nvContentPartPr>
              <p14:xfrm>
                <a:off x="2240526" y="6262503"/>
                <a:ext cx="123480" cy="11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9B3A69A-AF4E-D598-296B-85FF1944164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22526" y="6244503"/>
                  <a:ext cx="159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6A021A-3E1E-C5D2-C653-ABDF96017136}"/>
                    </a:ext>
                  </a:extLst>
                </p14:cNvPr>
                <p14:cNvContentPartPr/>
                <p14:nvPr/>
              </p14:nvContentPartPr>
              <p14:xfrm>
                <a:off x="2279046" y="6330183"/>
                <a:ext cx="182880" cy="36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6A021A-3E1E-C5D2-C653-ABDF9601713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61046" y="6312183"/>
                  <a:ext cx="2185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ACA9B7A-375B-9321-E2D1-C9876D854A19}"/>
              </a:ext>
            </a:extLst>
          </p:cNvPr>
          <p:cNvGrpSpPr/>
          <p:nvPr/>
        </p:nvGrpSpPr>
        <p:grpSpPr>
          <a:xfrm>
            <a:off x="6006" y="3060663"/>
            <a:ext cx="557048" cy="399600"/>
            <a:chOff x="6006" y="3060663"/>
            <a:chExt cx="557048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B5A095A-095E-A36D-924A-8184D395C61D}"/>
                    </a:ext>
                  </a:extLst>
                </p14:cNvPr>
                <p14:cNvContentPartPr/>
                <p14:nvPr/>
              </p14:nvContentPartPr>
              <p14:xfrm>
                <a:off x="6006" y="3060663"/>
                <a:ext cx="437400" cy="399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B5A095A-095E-A36D-924A-8184D395C61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-11634" y="3043023"/>
                  <a:ext cx="47304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F470F78-C1AF-9502-6B3F-78CE18722AC1}"/>
                    </a:ext>
                  </a:extLst>
                </p14:cNvPr>
                <p14:cNvContentPartPr/>
                <p14:nvPr/>
              </p14:nvContentPartPr>
              <p14:xfrm>
                <a:off x="322574" y="3070023"/>
                <a:ext cx="240480" cy="96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F470F78-C1AF-9502-6B3F-78CE18722AC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4934" y="3052023"/>
                  <a:ext cx="27612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DF646BA-C48A-A647-91BC-C753441D347C}"/>
                  </a:ext>
                </a:extLst>
              </p14:cNvPr>
              <p14:cNvContentPartPr/>
              <p14:nvPr/>
            </p14:nvContentPartPr>
            <p14:xfrm>
              <a:off x="128894" y="3829263"/>
              <a:ext cx="19800" cy="100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DF646BA-C48A-A647-91BC-C753441D347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0894" y="3811263"/>
                <a:ext cx="55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5F82CD0-90ED-0C15-376A-6B1ACC3B8569}"/>
                  </a:ext>
                </a:extLst>
              </p14:cNvPr>
              <p14:cNvContentPartPr/>
              <p14:nvPr/>
            </p14:nvContentPartPr>
            <p14:xfrm>
              <a:off x="1276214" y="3849783"/>
              <a:ext cx="3960" cy="90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5F82CD0-90ED-0C15-376A-6B1ACC3B856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258574" y="3832143"/>
                <a:ext cx="396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F700F58-21D6-D726-C398-DB827AD6F967}"/>
                  </a:ext>
                </a:extLst>
              </p14:cNvPr>
              <p14:cNvContentPartPr/>
              <p14:nvPr/>
            </p14:nvContentPartPr>
            <p14:xfrm>
              <a:off x="5201294" y="6281223"/>
              <a:ext cx="6480" cy="57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F700F58-21D6-D726-C398-DB827AD6F96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183294" y="6263583"/>
                <a:ext cx="421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0AA1A54-4CB4-596D-2427-462BE03416F0}"/>
                  </a:ext>
                </a:extLst>
              </p14:cNvPr>
              <p14:cNvContentPartPr/>
              <p14:nvPr/>
            </p14:nvContentPartPr>
            <p14:xfrm>
              <a:off x="5229734" y="6207423"/>
              <a:ext cx="187920" cy="381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0AA1A54-4CB4-596D-2427-462BE03416F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212094" y="6189783"/>
                <a:ext cx="2235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DE151B8-9362-D400-AE58-B246709B74FC}"/>
                  </a:ext>
                </a:extLst>
              </p14:cNvPr>
              <p14:cNvContentPartPr/>
              <p14:nvPr/>
            </p14:nvContentPartPr>
            <p14:xfrm>
              <a:off x="5753534" y="5965503"/>
              <a:ext cx="251640" cy="4204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DE151B8-9362-D400-AE58-B246709B74F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735894" y="5947503"/>
                <a:ext cx="287280" cy="45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2F6B572-6E02-EFBA-38E2-9B98BDC2C73F}"/>
              </a:ext>
            </a:extLst>
          </p:cNvPr>
          <p:cNvGrpSpPr/>
          <p:nvPr/>
        </p:nvGrpSpPr>
        <p:grpSpPr>
          <a:xfrm>
            <a:off x="6303254" y="6202023"/>
            <a:ext cx="238680" cy="139320"/>
            <a:chOff x="6303254" y="6202023"/>
            <a:chExt cx="23868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5F1686D-22C0-71A2-60A9-84BAE922FBE9}"/>
                    </a:ext>
                  </a:extLst>
                </p14:cNvPr>
                <p14:cNvContentPartPr/>
                <p14:nvPr/>
              </p14:nvContentPartPr>
              <p14:xfrm>
                <a:off x="6324854" y="6202023"/>
                <a:ext cx="127440" cy="22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5F1686D-22C0-71A2-60A9-84BAE922FB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06854" y="6184023"/>
                  <a:ext cx="1630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C69077C-39E3-0A0D-7115-02EB5EE9F6F3}"/>
                    </a:ext>
                  </a:extLst>
                </p14:cNvPr>
                <p14:cNvContentPartPr/>
                <p14:nvPr/>
              </p14:nvContentPartPr>
              <p14:xfrm>
                <a:off x="6303254" y="6292743"/>
                <a:ext cx="238680" cy="48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C69077C-39E3-0A0D-7115-02EB5EE9F6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85254" y="6275103"/>
                  <a:ext cx="27432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5C3DA58-F589-8CEA-1898-6D17E8E35910}"/>
                  </a:ext>
                </a:extLst>
              </p14:cNvPr>
              <p14:cNvContentPartPr/>
              <p14:nvPr/>
            </p14:nvContentPartPr>
            <p14:xfrm>
              <a:off x="7859534" y="6174663"/>
              <a:ext cx="131040" cy="514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5C3DA58-F589-8CEA-1898-6D17E8E3591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841534" y="6156663"/>
                <a:ext cx="1666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E15FDA7-B800-9BEA-2516-8DCB4F028232}"/>
                  </a:ext>
                </a:extLst>
              </p14:cNvPr>
              <p14:cNvContentPartPr/>
              <p14:nvPr/>
            </p14:nvContentPartPr>
            <p14:xfrm>
              <a:off x="4334054" y="4768863"/>
              <a:ext cx="41760" cy="97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E15FDA7-B800-9BEA-2516-8DCB4F02823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316054" y="4750863"/>
                <a:ext cx="774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5288EC7-E131-03F4-F482-6DABFFB9DB7D}"/>
              </a:ext>
            </a:extLst>
          </p:cNvPr>
          <p:cNvGrpSpPr/>
          <p:nvPr/>
        </p:nvGrpSpPr>
        <p:grpSpPr>
          <a:xfrm>
            <a:off x="3003726" y="5276463"/>
            <a:ext cx="2283248" cy="1518120"/>
            <a:chOff x="3003726" y="5276463"/>
            <a:chExt cx="2283248" cy="15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016F4F-8471-8F36-1142-371BDFA46F3D}"/>
                    </a:ext>
                  </a:extLst>
                </p14:cNvPr>
                <p14:cNvContentPartPr/>
                <p14:nvPr/>
              </p14:nvContentPartPr>
              <p14:xfrm>
                <a:off x="3137286" y="5276463"/>
                <a:ext cx="163080" cy="348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016F4F-8471-8F36-1142-371BDFA46F3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19646" y="5258463"/>
                  <a:ext cx="1987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6A657D4-6188-0056-7797-BE4F2A175F1E}"/>
                    </a:ext>
                  </a:extLst>
                </p14:cNvPr>
                <p14:cNvContentPartPr/>
                <p14:nvPr/>
              </p14:nvContentPartPr>
              <p14:xfrm>
                <a:off x="3478926" y="5469063"/>
                <a:ext cx="154800" cy="38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6A657D4-6188-0056-7797-BE4F2A175F1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60926" y="5451063"/>
                  <a:ext cx="190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4C5155A-DC34-B5D5-9C0C-323240D60291}"/>
                    </a:ext>
                  </a:extLst>
                </p14:cNvPr>
                <p14:cNvContentPartPr/>
                <p14:nvPr/>
              </p14:nvContentPartPr>
              <p14:xfrm>
                <a:off x="3701406" y="5376183"/>
                <a:ext cx="201960" cy="464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4C5155A-DC34-B5D5-9C0C-323240D6029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83406" y="5358183"/>
                  <a:ext cx="2376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D3B5781-A53A-FA51-5D4F-8543C8E9D765}"/>
                    </a:ext>
                  </a:extLst>
                </p14:cNvPr>
                <p14:cNvContentPartPr/>
                <p14:nvPr/>
              </p14:nvContentPartPr>
              <p14:xfrm>
                <a:off x="4186326" y="5430543"/>
                <a:ext cx="134280" cy="63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D3B5781-A53A-FA51-5D4F-8543C8E9D76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68686" y="5412543"/>
                  <a:ext cx="169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CFA0691-7746-7B17-EEB3-EB623D84E93A}"/>
                    </a:ext>
                  </a:extLst>
                </p14:cNvPr>
                <p14:cNvContentPartPr/>
                <p14:nvPr/>
              </p14:nvContentPartPr>
              <p14:xfrm>
                <a:off x="4570446" y="5349903"/>
                <a:ext cx="312480" cy="255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CFA0691-7746-7B17-EEB3-EB623D84E93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52806" y="5331903"/>
                  <a:ext cx="348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2F0FB04-6CFE-686D-8A94-2D5062A72A9B}"/>
                    </a:ext>
                  </a:extLst>
                </p14:cNvPr>
                <p14:cNvContentPartPr/>
                <p14:nvPr/>
              </p14:nvContentPartPr>
              <p14:xfrm>
                <a:off x="3003726" y="6043623"/>
                <a:ext cx="197280" cy="393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2F0FB04-6CFE-686D-8A94-2D5062A72A9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85726" y="6025623"/>
                  <a:ext cx="2329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59012DA-DF17-C6DF-5C99-DD966A014D36}"/>
                    </a:ext>
                  </a:extLst>
                </p14:cNvPr>
                <p14:cNvContentPartPr/>
                <p14:nvPr/>
              </p14:nvContentPartPr>
              <p14:xfrm>
                <a:off x="3355806" y="6242703"/>
                <a:ext cx="59400" cy="21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59012DA-DF17-C6DF-5C99-DD966A014D3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37806" y="6225063"/>
                  <a:ext cx="95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0BB064D-2AB2-B0ED-0916-B515D2455952}"/>
                    </a:ext>
                  </a:extLst>
                </p14:cNvPr>
                <p14:cNvContentPartPr/>
                <p14:nvPr/>
              </p14:nvContentPartPr>
              <p14:xfrm>
                <a:off x="3330606" y="6225783"/>
                <a:ext cx="160560" cy="38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0BB064D-2AB2-B0ED-0916-B515D245595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12966" y="6207783"/>
                  <a:ext cx="196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2C340E9-A9A3-B7B2-8AAD-F58B5B51E2C5}"/>
                    </a:ext>
                  </a:extLst>
                </p14:cNvPr>
                <p14:cNvContentPartPr/>
                <p14:nvPr/>
              </p14:nvContentPartPr>
              <p14:xfrm>
                <a:off x="3741006" y="6139743"/>
                <a:ext cx="153000" cy="304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2C340E9-A9A3-B7B2-8AAD-F58B5B51E2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23006" y="6122103"/>
                  <a:ext cx="1886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660E44D-32E4-720D-4052-3644D8DDA309}"/>
                    </a:ext>
                  </a:extLst>
                </p14:cNvPr>
                <p14:cNvContentPartPr/>
                <p14:nvPr/>
              </p14:nvContentPartPr>
              <p14:xfrm>
                <a:off x="4051326" y="6286263"/>
                <a:ext cx="145440" cy="23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660E44D-32E4-720D-4052-3644D8DDA30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33686" y="6268263"/>
                  <a:ext cx="181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403E0E2-0889-A5D9-1FEE-ADDA73489D96}"/>
                    </a:ext>
                  </a:extLst>
                </p14:cNvPr>
                <p14:cNvContentPartPr/>
                <p14:nvPr/>
              </p14:nvContentPartPr>
              <p14:xfrm>
                <a:off x="4364526" y="6154863"/>
                <a:ext cx="154440" cy="265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403E0E2-0889-A5D9-1FEE-ADDA73489D9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346886" y="6137223"/>
                  <a:ext cx="1900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F0862FE-0D66-FB0F-70CC-34DB010A8382}"/>
                    </a:ext>
                  </a:extLst>
                </p14:cNvPr>
                <p14:cNvContentPartPr/>
                <p14:nvPr/>
              </p14:nvContentPartPr>
              <p14:xfrm>
                <a:off x="4699686" y="6020943"/>
                <a:ext cx="360360" cy="447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F0862FE-0D66-FB0F-70CC-34DB010A83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681686" y="6003303"/>
                  <a:ext cx="3960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AEAEDAE-5ED6-9345-40FF-7F2BED92A9B7}"/>
                    </a:ext>
                  </a:extLst>
                </p14:cNvPr>
                <p14:cNvContentPartPr/>
                <p14:nvPr/>
              </p14:nvContentPartPr>
              <p14:xfrm>
                <a:off x="3558614" y="6047583"/>
                <a:ext cx="394920" cy="585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AEAEDAE-5ED6-9345-40FF-7F2BED92A9B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40614" y="6029583"/>
                  <a:ext cx="43056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5CD188A-D8CA-14AA-99EE-87922DD66D2D}"/>
                    </a:ext>
                  </a:extLst>
                </p14:cNvPr>
                <p14:cNvContentPartPr/>
                <p14:nvPr/>
              </p14:nvContentPartPr>
              <p14:xfrm>
                <a:off x="5056574" y="5900343"/>
                <a:ext cx="230400" cy="894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5CD188A-D8CA-14AA-99EE-87922DD66D2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38934" y="5882703"/>
                  <a:ext cx="266040" cy="9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00C739E-8EB0-BED9-CF92-922EB933AF52}"/>
                  </a:ext>
                </a:extLst>
              </p14:cNvPr>
              <p14:cNvContentPartPr/>
              <p14:nvPr/>
            </p14:nvContentPartPr>
            <p14:xfrm>
              <a:off x="4608374" y="7073943"/>
              <a:ext cx="7560" cy="291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00C739E-8EB0-BED9-CF92-922EB933AF5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590734" y="7056303"/>
                <a:ext cx="4320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7B4C92E-F631-F3DF-4E6D-00C0E45D4B89}"/>
              </a:ext>
            </a:extLst>
          </p:cNvPr>
          <p:cNvGrpSpPr/>
          <p:nvPr/>
        </p:nvGrpSpPr>
        <p:grpSpPr>
          <a:xfrm>
            <a:off x="6969079" y="5860802"/>
            <a:ext cx="1878840" cy="483120"/>
            <a:chOff x="6969079" y="5860802"/>
            <a:chExt cx="187884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3179D7F-4DB0-2600-411A-05F2B6D5FE59}"/>
                    </a:ext>
                  </a:extLst>
                </p14:cNvPr>
                <p14:cNvContentPartPr/>
                <p14:nvPr/>
              </p14:nvContentPartPr>
              <p14:xfrm>
                <a:off x="6969079" y="5860802"/>
                <a:ext cx="212400" cy="395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3179D7F-4DB0-2600-411A-05F2B6D5FE5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51079" y="5843162"/>
                  <a:ext cx="2480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50D89C3-D3C9-498E-0CFF-692A977DE3ED}"/>
                    </a:ext>
                  </a:extLst>
                </p14:cNvPr>
                <p14:cNvContentPartPr/>
                <p14:nvPr/>
              </p14:nvContentPartPr>
              <p14:xfrm>
                <a:off x="7257439" y="6097322"/>
                <a:ext cx="93240" cy="28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50D89C3-D3C9-498E-0CFF-692A977DE3E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239439" y="6079682"/>
                  <a:ext cx="128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26D2423-0898-91B2-CE20-79804D50033E}"/>
                    </a:ext>
                  </a:extLst>
                </p14:cNvPr>
                <p14:cNvContentPartPr/>
                <p14:nvPr/>
              </p14:nvContentPartPr>
              <p14:xfrm>
                <a:off x="7525639" y="5944682"/>
                <a:ext cx="132840" cy="348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26D2423-0898-91B2-CE20-79804D50033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07639" y="5927042"/>
                  <a:ext cx="1684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58D6A84-4761-A7AB-6349-E62E4B269BE1}"/>
                    </a:ext>
                  </a:extLst>
                </p14:cNvPr>
                <p14:cNvContentPartPr/>
                <p14:nvPr/>
              </p14:nvContentPartPr>
              <p14:xfrm>
                <a:off x="7853239" y="6187322"/>
                <a:ext cx="172800" cy="27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58D6A84-4761-A7AB-6349-E62E4B269BE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35599" y="6169322"/>
                  <a:ext cx="208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40C8AEA-C7FF-872D-5DE0-A81BFDC52713}"/>
                    </a:ext>
                  </a:extLst>
                </p14:cNvPr>
                <p14:cNvContentPartPr/>
                <p14:nvPr/>
              </p14:nvContentPartPr>
              <p14:xfrm>
                <a:off x="7927759" y="6107762"/>
                <a:ext cx="15480" cy="236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40C8AEA-C7FF-872D-5DE0-A81BFDC5271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09759" y="6089762"/>
                  <a:ext cx="511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48C0C60-7B69-25FA-A01C-305BF38A2186}"/>
                    </a:ext>
                  </a:extLst>
                </p14:cNvPr>
                <p14:cNvContentPartPr/>
                <p14:nvPr/>
              </p14:nvContentPartPr>
              <p14:xfrm>
                <a:off x="8105959" y="6042962"/>
                <a:ext cx="153720" cy="235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48C0C60-7B69-25FA-A01C-305BF38A218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88319" y="6024962"/>
                  <a:ext cx="1893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6FC2CEB-0CDF-6297-5DEF-EAAD6FBB56CA}"/>
                    </a:ext>
                  </a:extLst>
                </p14:cNvPr>
                <p14:cNvContentPartPr/>
                <p14:nvPr/>
              </p14:nvContentPartPr>
              <p14:xfrm>
                <a:off x="8341759" y="5893562"/>
                <a:ext cx="217800" cy="448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6FC2CEB-0CDF-6297-5DEF-EAAD6FBB56C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24119" y="5875922"/>
                  <a:ext cx="25344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33C3A72-5476-9956-52EF-F7C38821C8C9}"/>
                    </a:ext>
                  </a:extLst>
                </p14:cNvPr>
                <p14:cNvContentPartPr/>
                <p14:nvPr/>
              </p14:nvContentPartPr>
              <p14:xfrm>
                <a:off x="8768359" y="6198482"/>
                <a:ext cx="79560" cy="39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33C3A72-5476-9956-52EF-F7C38821C8C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750359" y="6180842"/>
                  <a:ext cx="11520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43574F1-FF6D-A1B5-0273-809B80608E92}"/>
                  </a:ext>
                </a:extLst>
              </p14:cNvPr>
              <p14:cNvContentPartPr/>
              <p14:nvPr/>
            </p14:nvContentPartPr>
            <p14:xfrm>
              <a:off x="9138799" y="5883122"/>
              <a:ext cx="302400" cy="4507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43574F1-FF6D-A1B5-0273-809B80608E92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120799" y="5865482"/>
                <a:ext cx="338040" cy="48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EEB0DE6-C867-AAFA-D47F-D078C7D69FC0}"/>
              </a:ext>
            </a:extLst>
          </p:cNvPr>
          <p:cNvGrpSpPr/>
          <p:nvPr/>
        </p:nvGrpSpPr>
        <p:grpSpPr>
          <a:xfrm>
            <a:off x="9703279" y="6113162"/>
            <a:ext cx="156960" cy="101520"/>
            <a:chOff x="9703279" y="6113162"/>
            <a:chExt cx="15696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4DA5267-AB66-370E-36E2-B16F3F38672D}"/>
                    </a:ext>
                  </a:extLst>
                </p14:cNvPr>
                <p14:cNvContentPartPr/>
                <p14:nvPr/>
              </p14:nvContentPartPr>
              <p14:xfrm>
                <a:off x="9706159" y="6113162"/>
                <a:ext cx="97200" cy="5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4DA5267-AB66-370E-36E2-B16F3F3867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88159" y="6095522"/>
                  <a:ext cx="132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BC4FAC-FA28-3AAE-75E0-500344D02C5F}"/>
                    </a:ext>
                  </a:extLst>
                </p14:cNvPr>
                <p14:cNvContentPartPr/>
                <p14:nvPr/>
              </p14:nvContentPartPr>
              <p14:xfrm>
                <a:off x="9703279" y="6185882"/>
                <a:ext cx="156960" cy="28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BC4FAC-FA28-3AAE-75E0-500344D02C5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85639" y="6167882"/>
                  <a:ext cx="19260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3273AD1-61A1-7EBD-A09B-C0D1FDF3F32D}"/>
              </a:ext>
            </a:extLst>
          </p:cNvPr>
          <p:cNvGrpSpPr/>
          <p:nvPr/>
        </p:nvGrpSpPr>
        <p:grpSpPr>
          <a:xfrm>
            <a:off x="10124839" y="5882762"/>
            <a:ext cx="1087920" cy="457560"/>
            <a:chOff x="10124839" y="5882762"/>
            <a:chExt cx="1087920" cy="4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9DAC413-C44C-CF5E-989D-A61636810B65}"/>
                    </a:ext>
                  </a:extLst>
                </p14:cNvPr>
                <p14:cNvContentPartPr/>
                <p14:nvPr/>
              </p14:nvContentPartPr>
              <p14:xfrm>
                <a:off x="10124839" y="6134042"/>
                <a:ext cx="142920" cy="9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9DAC413-C44C-CF5E-989D-A61636810B6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06839" y="6116402"/>
                  <a:ext cx="178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B46C7AE-B65E-9440-8B78-94B94C140650}"/>
                    </a:ext>
                  </a:extLst>
                </p14:cNvPr>
                <p14:cNvContentPartPr/>
                <p14:nvPr/>
              </p14:nvContentPartPr>
              <p14:xfrm>
                <a:off x="10336879" y="6038282"/>
                <a:ext cx="187560" cy="280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B46C7AE-B65E-9440-8B78-94B94C1406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18879" y="6020282"/>
                  <a:ext cx="2232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AA4B034-6F21-542A-C5EB-B608676D915C}"/>
                    </a:ext>
                  </a:extLst>
                </p14:cNvPr>
                <p14:cNvContentPartPr/>
                <p14:nvPr/>
              </p14:nvContentPartPr>
              <p14:xfrm>
                <a:off x="10577359" y="6136202"/>
                <a:ext cx="158400" cy="38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AA4B034-6F21-542A-C5EB-B608676D915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559719" y="6118562"/>
                  <a:ext cx="194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0808816-A1E8-C150-DB8F-6EED78ADEA4B}"/>
                    </a:ext>
                  </a:extLst>
                </p14:cNvPr>
                <p14:cNvContentPartPr/>
                <p14:nvPr/>
              </p14:nvContentPartPr>
              <p14:xfrm>
                <a:off x="10648279" y="6054122"/>
                <a:ext cx="19440" cy="197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0808816-A1E8-C150-DB8F-6EED78ADEA4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30279" y="6036482"/>
                  <a:ext cx="55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2CC9988-AEDE-04BD-6527-7A64C99B893A}"/>
                    </a:ext>
                  </a:extLst>
                </p14:cNvPr>
                <p14:cNvContentPartPr/>
                <p14:nvPr/>
              </p14:nvContentPartPr>
              <p14:xfrm>
                <a:off x="10881559" y="5882762"/>
                <a:ext cx="331200" cy="457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2CC9988-AEDE-04BD-6527-7A64C99B893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863919" y="5864762"/>
                  <a:ext cx="36684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EE9A5D6-E73A-ACDA-7E9D-65A951EAB050}"/>
              </a:ext>
            </a:extLst>
          </p:cNvPr>
          <p:cNvGrpSpPr/>
          <p:nvPr/>
        </p:nvGrpSpPr>
        <p:grpSpPr>
          <a:xfrm>
            <a:off x="11272879" y="5914082"/>
            <a:ext cx="746640" cy="419040"/>
            <a:chOff x="11272879" y="5914082"/>
            <a:chExt cx="74664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7643B2F-D0D4-5E0F-E1B5-164ADA36547E}"/>
                    </a:ext>
                  </a:extLst>
                </p14:cNvPr>
                <p14:cNvContentPartPr/>
                <p14:nvPr/>
              </p14:nvContentPartPr>
              <p14:xfrm>
                <a:off x="11272879" y="6176162"/>
                <a:ext cx="87840" cy="10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7643B2F-D0D4-5E0F-E1B5-164ADA36547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254879" y="6158162"/>
                  <a:ext cx="123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C8F9ACB-2CE7-1A5E-54B5-AC1132447E63}"/>
                    </a:ext>
                  </a:extLst>
                </p14:cNvPr>
                <p14:cNvContentPartPr/>
                <p14:nvPr/>
              </p14:nvContentPartPr>
              <p14:xfrm>
                <a:off x="11312479" y="6221882"/>
                <a:ext cx="77760" cy="38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C8F9ACB-2CE7-1A5E-54B5-AC1132447E6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294479" y="6203882"/>
                  <a:ext cx="113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DA0EDC5-A2A8-FF23-9BBA-DBB09572C922}"/>
                    </a:ext>
                  </a:extLst>
                </p14:cNvPr>
                <p14:cNvContentPartPr/>
                <p14:nvPr/>
              </p14:nvContentPartPr>
              <p14:xfrm>
                <a:off x="11514079" y="5914082"/>
                <a:ext cx="138240" cy="419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DA0EDC5-A2A8-FF23-9BBA-DBB09572C92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496079" y="5896442"/>
                  <a:ext cx="1738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1124B15-4784-DD69-9672-1D9BB0E255A7}"/>
                    </a:ext>
                  </a:extLst>
                </p14:cNvPr>
                <p14:cNvContentPartPr/>
                <p14:nvPr/>
              </p14:nvContentPartPr>
              <p14:xfrm>
                <a:off x="11714959" y="6164282"/>
                <a:ext cx="72720" cy="44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1124B15-4784-DD69-9672-1D9BB0E255A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97319" y="6146282"/>
                  <a:ext cx="108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BA4C5DB-2537-860E-AC9F-7E52F8EA6108}"/>
                    </a:ext>
                  </a:extLst>
                </p14:cNvPr>
                <p14:cNvContentPartPr/>
                <p14:nvPr/>
              </p14:nvContentPartPr>
              <p14:xfrm>
                <a:off x="11880919" y="6021722"/>
                <a:ext cx="138600" cy="208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BA4C5DB-2537-860E-AC9F-7E52F8EA610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863279" y="6004082"/>
                  <a:ext cx="17424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2E1A05C-6714-3743-2BE2-FD78DE5F2A01}"/>
              </a:ext>
            </a:extLst>
          </p:cNvPr>
          <p:cNvGrpSpPr/>
          <p:nvPr/>
        </p:nvGrpSpPr>
        <p:grpSpPr>
          <a:xfrm>
            <a:off x="8711479" y="781922"/>
            <a:ext cx="551880" cy="203760"/>
            <a:chOff x="8711479" y="781922"/>
            <a:chExt cx="55188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E91CC62-3F81-A151-B0DB-6FDB10A263AE}"/>
                    </a:ext>
                  </a:extLst>
                </p14:cNvPr>
                <p14:cNvContentPartPr/>
                <p14:nvPr/>
              </p14:nvContentPartPr>
              <p14:xfrm>
                <a:off x="8711479" y="786602"/>
                <a:ext cx="147240" cy="199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E91CC62-3F81-A151-B0DB-6FDB10A263A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93479" y="768962"/>
                  <a:ext cx="1828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9B583DE-014C-2C0C-2855-ACFB66623B8F}"/>
                    </a:ext>
                  </a:extLst>
                </p14:cNvPr>
                <p14:cNvContentPartPr/>
                <p14:nvPr/>
              </p14:nvContentPartPr>
              <p14:xfrm>
                <a:off x="9134839" y="781922"/>
                <a:ext cx="110160" cy="27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9B583DE-014C-2C0C-2855-ACFB66623B8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17199" y="763922"/>
                  <a:ext cx="1458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37D5EAE-293D-459A-1250-0FDB7E0996A9}"/>
                    </a:ext>
                  </a:extLst>
                </p14:cNvPr>
                <p14:cNvContentPartPr/>
                <p14:nvPr/>
              </p14:nvContentPartPr>
              <p14:xfrm>
                <a:off x="9053119" y="882722"/>
                <a:ext cx="210240" cy="32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37D5EAE-293D-459A-1250-0FDB7E0996A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035119" y="864722"/>
                  <a:ext cx="2458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E9A909D-E605-13D3-D03A-15E85CB3C2FD}"/>
              </a:ext>
            </a:extLst>
          </p:cNvPr>
          <p:cNvGrpSpPr/>
          <p:nvPr/>
        </p:nvGrpSpPr>
        <p:grpSpPr>
          <a:xfrm>
            <a:off x="9532639" y="672842"/>
            <a:ext cx="853920" cy="384480"/>
            <a:chOff x="9532639" y="672842"/>
            <a:chExt cx="85392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CD403D1-CD4A-83E0-DCC1-B7B6C43A9D28}"/>
                    </a:ext>
                  </a:extLst>
                </p14:cNvPr>
                <p14:cNvContentPartPr/>
                <p14:nvPr/>
              </p14:nvContentPartPr>
              <p14:xfrm>
                <a:off x="9532639" y="672842"/>
                <a:ext cx="172440" cy="384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CD403D1-CD4A-83E0-DCC1-B7B6C43A9D2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14639" y="654842"/>
                  <a:ext cx="2080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1880D27-5F05-F8DC-2313-C1336611C58A}"/>
                    </a:ext>
                  </a:extLst>
                </p14:cNvPr>
                <p14:cNvContentPartPr/>
                <p14:nvPr/>
              </p14:nvContentPartPr>
              <p14:xfrm>
                <a:off x="9820999" y="925562"/>
                <a:ext cx="68760" cy="35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1880D27-5F05-F8DC-2313-C1336611C58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02999" y="907562"/>
                  <a:ext cx="104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D7596D6-9D2E-10B6-C81F-314DD18AD226}"/>
                    </a:ext>
                  </a:extLst>
                </p14:cNvPr>
                <p14:cNvContentPartPr/>
                <p14:nvPr/>
              </p14:nvContentPartPr>
              <p14:xfrm>
                <a:off x="10005319" y="782282"/>
                <a:ext cx="381240" cy="2167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D7596D6-9D2E-10B6-C81F-314DD18AD22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987319" y="764282"/>
                  <a:ext cx="416880" cy="25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B592F89-B2C0-B320-3512-64BF985EE243}"/>
                  </a:ext>
                </a:extLst>
              </p14:cNvPr>
              <p14:cNvContentPartPr/>
              <p14:nvPr/>
            </p14:nvContentPartPr>
            <p14:xfrm>
              <a:off x="8865919" y="1475642"/>
              <a:ext cx="194400" cy="4496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B592F89-B2C0-B320-3512-64BF985EE24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847919" y="1457642"/>
                <a:ext cx="23004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764F764-27FE-A27E-EA51-DA62525A069F}"/>
                  </a:ext>
                </a:extLst>
              </p14:cNvPr>
              <p14:cNvContentPartPr/>
              <p14:nvPr/>
            </p14:nvContentPartPr>
            <p14:xfrm>
              <a:off x="9224479" y="1603802"/>
              <a:ext cx="109080" cy="187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764F764-27FE-A27E-EA51-DA62525A069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206839" y="1585802"/>
                <a:ext cx="1447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0B46EA5-66A0-E243-94BF-A98C666AA6FD}"/>
                  </a:ext>
                </a:extLst>
              </p14:cNvPr>
              <p14:cNvContentPartPr/>
              <p14:nvPr/>
            </p14:nvContentPartPr>
            <p14:xfrm>
              <a:off x="9197839" y="1682282"/>
              <a:ext cx="199800" cy="381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0B46EA5-66A0-E243-94BF-A98C666AA6F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9179839" y="1664642"/>
                <a:ext cx="2354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6CCFA6C-5C87-848D-E2FA-EBA9A4A469B1}"/>
                  </a:ext>
                </a:extLst>
              </p14:cNvPr>
              <p14:cNvContentPartPr/>
              <p14:nvPr/>
            </p14:nvContentPartPr>
            <p14:xfrm>
              <a:off x="9700399" y="1499042"/>
              <a:ext cx="118440" cy="2480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6CCFA6C-5C87-848D-E2FA-EBA9A4A469B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682399" y="1481402"/>
                <a:ext cx="1540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2CC14DA-3CE2-EC47-8681-05F40E00D9B1}"/>
                  </a:ext>
                </a:extLst>
              </p14:cNvPr>
              <p14:cNvContentPartPr/>
              <p14:nvPr/>
            </p14:nvContentPartPr>
            <p14:xfrm>
              <a:off x="9950239" y="1592642"/>
              <a:ext cx="99720" cy="327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2CC14DA-3CE2-EC47-8681-05F40E00D9B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9932239" y="1574642"/>
                <a:ext cx="1353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BD2620E-F30D-E97E-AE69-16D3A21CB87F}"/>
                  </a:ext>
                </a:extLst>
              </p14:cNvPr>
              <p14:cNvContentPartPr/>
              <p14:nvPr/>
            </p14:nvContentPartPr>
            <p14:xfrm>
              <a:off x="10141399" y="1479602"/>
              <a:ext cx="130320" cy="1904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BD2620E-F30D-E97E-AE69-16D3A21CB87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123759" y="1461962"/>
                <a:ext cx="1659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E62FF1BD-D24F-7B00-2199-38BDC19DEDFA}"/>
                  </a:ext>
                </a:extLst>
              </p14:cNvPr>
              <p14:cNvContentPartPr/>
              <p14:nvPr/>
            </p14:nvContentPartPr>
            <p14:xfrm>
              <a:off x="10379719" y="1329122"/>
              <a:ext cx="206640" cy="3610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E62FF1BD-D24F-7B00-2199-38BDC19DEDF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362079" y="1311122"/>
                <a:ext cx="242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74F55E6A-9E4F-CDAC-79B5-85ADB11ECF52}"/>
                  </a:ext>
                </a:extLst>
              </p14:cNvPr>
              <p14:cNvContentPartPr/>
              <p14:nvPr/>
            </p14:nvContentPartPr>
            <p14:xfrm>
              <a:off x="8978239" y="2196002"/>
              <a:ext cx="218160" cy="1612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74F55E6A-9E4F-CDAC-79B5-85ADB11ECF52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960599" y="2178002"/>
                <a:ext cx="2538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3277687-AE96-B67F-6F2E-1889434F6F84}"/>
                  </a:ext>
                </a:extLst>
              </p14:cNvPr>
              <p14:cNvContentPartPr/>
              <p14:nvPr/>
            </p14:nvContentPartPr>
            <p14:xfrm>
              <a:off x="9364879" y="2216882"/>
              <a:ext cx="91080" cy="219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3277687-AE96-B67F-6F2E-1889434F6F84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347239" y="2198882"/>
                <a:ext cx="1267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EE63EB5-D7A1-0096-1362-15FFE4D30483}"/>
                  </a:ext>
                </a:extLst>
              </p14:cNvPr>
              <p14:cNvContentPartPr/>
              <p14:nvPr/>
            </p14:nvContentPartPr>
            <p14:xfrm>
              <a:off x="9340039" y="2230202"/>
              <a:ext cx="215640" cy="644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EE63EB5-D7A1-0096-1362-15FFE4D3048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322399" y="2212202"/>
                <a:ext cx="2512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C1C5364B-C753-DC37-B219-282A3A86E267}"/>
                  </a:ext>
                </a:extLst>
              </p14:cNvPr>
              <p14:cNvContentPartPr/>
              <p14:nvPr/>
            </p14:nvContentPartPr>
            <p14:xfrm>
              <a:off x="9815239" y="1974242"/>
              <a:ext cx="264600" cy="4294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C1C5364B-C753-DC37-B219-282A3A86E267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797599" y="1956602"/>
                <a:ext cx="30024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29B4E8F-4A04-4C2D-6A4C-34D83B7ABD90}"/>
                  </a:ext>
                </a:extLst>
              </p14:cNvPr>
              <p14:cNvContentPartPr/>
              <p14:nvPr/>
            </p14:nvContentPartPr>
            <p14:xfrm>
              <a:off x="8644519" y="2559242"/>
              <a:ext cx="1010520" cy="3607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29B4E8F-4A04-4C2D-6A4C-34D83B7ABD90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626519" y="2541602"/>
                <a:ext cx="104616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4AE9665-1E1C-D48B-2322-7B738E061A0F}"/>
                  </a:ext>
                </a:extLst>
              </p14:cNvPr>
              <p14:cNvContentPartPr/>
              <p14:nvPr/>
            </p14:nvContentPartPr>
            <p14:xfrm>
              <a:off x="9987679" y="2536562"/>
              <a:ext cx="204120" cy="4323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4AE9665-1E1C-D48B-2322-7B738E061A0F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969679" y="2518922"/>
                <a:ext cx="23976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0670E974-835B-18B6-5B34-A8F50B703EA0}"/>
                  </a:ext>
                </a:extLst>
              </p14:cNvPr>
              <p14:cNvContentPartPr/>
              <p14:nvPr/>
            </p14:nvContentPartPr>
            <p14:xfrm>
              <a:off x="10844479" y="2572202"/>
              <a:ext cx="15480" cy="385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0670E974-835B-18B6-5B34-A8F50B703EA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826839" y="2554202"/>
                <a:ext cx="5112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C14C8E5-C9C3-08E0-3368-5B96092C374B}"/>
              </a:ext>
            </a:extLst>
          </p:cNvPr>
          <p:cNvGrpSpPr/>
          <p:nvPr/>
        </p:nvGrpSpPr>
        <p:grpSpPr>
          <a:xfrm>
            <a:off x="10705879" y="2746082"/>
            <a:ext cx="1004040" cy="200880"/>
            <a:chOff x="10705879" y="2746082"/>
            <a:chExt cx="100404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13FB659-26A8-3D67-DAE7-B876ECFA5B44}"/>
                    </a:ext>
                  </a:extLst>
                </p14:cNvPr>
                <p14:cNvContentPartPr/>
                <p14:nvPr/>
              </p14:nvContentPartPr>
              <p14:xfrm>
                <a:off x="10705879" y="2755442"/>
                <a:ext cx="228960" cy="1915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13FB659-26A8-3D67-DAE7-B876ECFA5B4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687879" y="2737442"/>
                  <a:ext cx="264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09AE28B-62A9-BA9F-57C8-FF1AD357183C}"/>
                    </a:ext>
                  </a:extLst>
                </p14:cNvPr>
                <p14:cNvContentPartPr/>
                <p14:nvPr/>
              </p14:nvContentPartPr>
              <p14:xfrm>
                <a:off x="11190439" y="2746082"/>
                <a:ext cx="519480" cy="174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09AE28B-62A9-BA9F-57C8-FF1AD357183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172439" y="2728082"/>
                  <a:ext cx="55512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713CB78-F3CF-7B96-266A-E1652DB0DCB8}"/>
              </a:ext>
            </a:extLst>
          </p:cNvPr>
          <p:cNvGrpSpPr/>
          <p:nvPr/>
        </p:nvGrpSpPr>
        <p:grpSpPr>
          <a:xfrm>
            <a:off x="8755399" y="3222002"/>
            <a:ext cx="1474560" cy="761040"/>
            <a:chOff x="8755399" y="3222002"/>
            <a:chExt cx="1474560" cy="76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D3EBC4F-332A-CBE0-149B-264B96198A39}"/>
                    </a:ext>
                  </a:extLst>
                </p14:cNvPr>
                <p14:cNvContentPartPr/>
                <p14:nvPr/>
              </p14:nvContentPartPr>
              <p14:xfrm>
                <a:off x="8755399" y="3222002"/>
                <a:ext cx="527400" cy="324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D3EBC4F-332A-CBE0-149B-264B96198A3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737399" y="3204002"/>
                  <a:ext cx="5630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C9D6D70-9BC1-139E-2017-B54C667A44ED}"/>
                    </a:ext>
                  </a:extLst>
                </p14:cNvPr>
                <p14:cNvContentPartPr/>
                <p14:nvPr/>
              </p14:nvContentPartPr>
              <p14:xfrm>
                <a:off x="9331039" y="3414962"/>
                <a:ext cx="63000" cy="113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C9D6D70-9BC1-139E-2017-B54C667A44E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313399" y="3397322"/>
                  <a:ext cx="98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DE83CBF-164C-038D-C860-CD445BDE8AC6}"/>
                    </a:ext>
                  </a:extLst>
                </p14:cNvPr>
                <p14:cNvContentPartPr/>
                <p14:nvPr/>
              </p14:nvContentPartPr>
              <p14:xfrm>
                <a:off x="9347599" y="3263762"/>
                <a:ext cx="56520" cy="37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DE83CBF-164C-038D-C860-CD445BDE8AC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29599" y="3246122"/>
                  <a:ext cx="92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204266F-804C-1629-DED2-88BD6C718E95}"/>
                    </a:ext>
                  </a:extLst>
                </p14:cNvPr>
                <p14:cNvContentPartPr/>
                <p14:nvPr/>
              </p14:nvContentPartPr>
              <p14:xfrm>
                <a:off x="9503839" y="3251882"/>
                <a:ext cx="11160" cy="277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204266F-804C-1629-DED2-88BD6C718E9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486199" y="3233882"/>
                  <a:ext cx="468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9B9F755-643D-8A71-F510-335DE551CF46}"/>
                    </a:ext>
                  </a:extLst>
                </p14:cNvPr>
                <p14:cNvContentPartPr/>
                <p14:nvPr/>
              </p14:nvContentPartPr>
              <p14:xfrm>
                <a:off x="9437599" y="3380762"/>
                <a:ext cx="792360" cy="6022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9B9F755-643D-8A71-F510-335DE551CF4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19599" y="3362762"/>
                  <a:ext cx="828000" cy="63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A1CE4AA-C812-18CA-A36C-B8DFB666D518}"/>
              </a:ext>
            </a:extLst>
          </p:cNvPr>
          <p:cNvGrpSpPr/>
          <p:nvPr/>
        </p:nvGrpSpPr>
        <p:grpSpPr>
          <a:xfrm>
            <a:off x="10571599" y="3181682"/>
            <a:ext cx="1406520" cy="396360"/>
            <a:chOff x="10571599" y="3181682"/>
            <a:chExt cx="140652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25963EC-337D-7C6B-043C-42E5E8AEF71D}"/>
                    </a:ext>
                  </a:extLst>
                </p14:cNvPr>
                <p14:cNvContentPartPr/>
                <p14:nvPr/>
              </p14:nvContentPartPr>
              <p14:xfrm>
                <a:off x="10571599" y="3187802"/>
                <a:ext cx="831960" cy="390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25963EC-337D-7C6B-043C-42E5E8AEF71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553959" y="3170162"/>
                  <a:ext cx="8676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CA2247F-7EBE-459B-FEB8-77234D50A0FE}"/>
                    </a:ext>
                  </a:extLst>
                </p14:cNvPr>
                <p14:cNvContentPartPr/>
                <p14:nvPr/>
              </p14:nvContentPartPr>
              <p14:xfrm>
                <a:off x="11442079" y="3430442"/>
                <a:ext cx="141480" cy="125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CA2247F-7EBE-459B-FEB8-77234D50A0F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424079" y="3412802"/>
                  <a:ext cx="177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823E495-DDB2-B925-AD06-44B6FC294C3C}"/>
                    </a:ext>
                  </a:extLst>
                </p14:cNvPr>
                <p14:cNvContentPartPr/>
                <p14:nvPr/>
              </p14:nvContentPartPr>
              <p14:xfrm>
                <a:off x="11662759" y="3427922"/>
                <a:ext cx="89640" cy="142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823E495-DDB2-B925-AD06-44B6FC294C3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645119" y="3410282"/>
                  <a:ext cx="1252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07C69EF-53FC-0D04-83A9-8865898C79A8}"/>
                    </a:ext>
                  </a:extLst>
                </p14:cNvPr>
                <p14:cNvContentPartPr/>
                <p14:nvPr/>
              </p14:nvContentPartPr>
              <p14:xfrm>
                <a:off x="11863279" y="3253682"/>
                <a:ext cx="106560" cy="303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07C69EF-53FC-0D04-83A9-8865898C79A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845279" y="3235682"/>
                  <a:ext cx="142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294E46-BFFF-8329-C472-7547F71892B8}"/>
                    </a:ext>
                  </a:extLst>
                </p14:cNvPr>
                <p14:cNvContentPartPr/>
                <p14:nvPr/>
              </p14:nvContentPartPr>
              <p14:xfrm>
                <a:off x="11820079" y="3300482"/>
                <a:ext cx="158040" cy="374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294E46-BFFF-8329-C472-7547F71892B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802079" y="3282842"/>
                  <a:ext cx="193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A4F0D49-11A8-D358-1CAB-BD606503E190}"/>
                    </a:ext>
                  </a:extLst>
                </p14:cNvPr>
                <p14:cNvContentPartPr/>
                <p14:nvPr/>
              </p14:nvContentPartPr>
              <p14:xfrm>
                <a:off x="11212759" y="3181682"/>
                <a:ext cx="400680" cy="25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A4F0D49-11A8-D358-1CAB-BD606503E19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195119" y="3164042"/>
                  <a:ext cx="43632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1C2D1A8-3C40-37F9-711E-13F431823898}"/>
                  </a:ext>
                </a:extLst>
              </p14:cNvPr>
              <p14:cNvContentPartPr/>
              <p14:nvPr/>
            </p14:nvContentPartPr>
            <p14:xfrm>
              <a:off x="10056079" y="1950122"/>
              <a:ext cx="2160" cy="288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1C2D1A8-3C40-37F9-711E-13F43182389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038439" y="1932482"/>
                <a:ext cx="378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20EC6334-59A2-B8C2-46FE-EE5E8EC59B5E}"/>
                  </a:ext>
                </a:extLst>
              </p14:cNvPr>
              <p14:cNvContentPartPr/>
              <p14:nvPr/>
            </p14:nvContentPartPr>
            <p14:xfrm>
              <a:off x="10125919" y="2321282"/>
              <a:ext cx="1440" cy="792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20EC6334-59A2-B8C2-46FE-EE5E8EC59B5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108279" y="2303282"/>
                <a:ext cx="370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CD37F289-0C7C-AA86-6FB4-256956FED5C1}"/>
                  </a:ext>
                </a:extLst>
              </p14:cNvPr>
              <p14:cNvContentPartPr/>
              <p14:nvPr/>
            </p14:nvContentPartPr>
            <p14:xfrm>
              <a:off x="3918799" y="2603882"/>
              <a:ext cx="187920" cy="33480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CD37F289-0C7C-AA86-6FB4-256956FED5C1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3901159" y="2586242"/>
                <a:ext cx="223560" cy="37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3651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5008764-4484-4112-19BC-5B43408C162C}"/>
              </a:ext>
            </a:extLst>
          </p:cNvPr>
          <p:cNvGrpSpPr/>
          <p:nvPr/>
        </p:nvGrpSpPr>
        <p:grpSpPr>
          <a:xfrm>
            <a:off x="232750" y="210720"/>
            <a:ext cx="457200" cy="322200"/>
            <a:chOff x="232750" y="210720"/>
            <a:chExt cx="45720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2093379-738C-B894-8D41-426663480CD5}"/>
                    </a:ext>
                  </a:extLst>
                </p14:cNvPr>
                <p14:cNvContentPartPr/>
                <p14:nvPr/>
              </p14:nvContentPartPr>
              <p14:xfrm>
                <a:off x="232750" y="245640"/>
                <a:ext cx="199800" cy="287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2093379-738C-B894-8D41-426663480CD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4750" y="227640"/>
                  <a:ext cx="2354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A1D8A91-B160-EBE4-59DF-B2ECF7C59CB9}"/>
                    </a:ext>
                  </a:extLst>
                </p14:cNvPr>
                <p14:cNvContentPartPr/>
                <p14:nvPr/>
              </p14:nvContentPartPr>
              <p14:xfrm>
                <a:off x="568990" y="210720"/>
                <a:ext cx="120960" cy="215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A1D8A91-B160-EBE4-59DF-B2ECF7C59C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0990" y="192720"/>
                  <a:ext cx="156600" cy="25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C1E444-2371-6836-A144-77F6F99E1BA1}"/>
                  </a:ext>
                </a:extLst>
              </p14:cNvPr>
              <p14:cNvContentPartPr/>
              <p14:nvPr/>
            </p14:nvContentPartPr>
            <p14:xfrm>
              <a:off x="1079470" y="326280"/>
              <a:ext cx="1440" cy="6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C1E444-2371-6836-A144-77F6F99E1B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1470" y="308280"/>
                <a:ext cx="3708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CC3AEA4-6913-FD82-4C72-6BCC3715D8BE}"/>
              </a:ext>
            </a:extLst>
          </p:cNvPr>
          <p:cNvGrpSpPr/>
          <p:nvPr/>
        </p:nvGrpSpPr>
        <p:grpSpPr>
          <a:xfrm>
            <a:off x="2046790" y="302520"/>
            <a:ext cx="1185120" cy="575640"/>
            <a:chOff x="2046790" y="302520"/>
            <a:chExt cx="1185120" cy="57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A20D2B-1703-9D3F-D2A4-55B4878946B7}"/>
                    </a:ext>
                  </a:extLst>
                </p14:cNvPr>
                <p14:cNvContentPartPr/>
                <p14:nvPr/>
              </p14:nvContentPartPr>
              <p14:xfrm>
                <a:off x="2046790" y="302520"/>
                <a:ext cx="249480" cy="174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A20D2B-1703-9D3F-D2A4-55B4878946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29150" y="284880"/>
                  <a:ext cx="285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B3DF0F-3E80-8BB5-1358-47392DB6CCDF}"/>
                    </a:ext>
                  </a:extLst>
                </p14:cNvPr>
                <p14:cNvContentPartPr/>
                <p14:nvPr/>
              </p14:nvContentPartPr>
              <p14:xfrm>
                <a:off x="2365390" y="374880"/>
                <a:ext cx="119520" cy="26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B3DF0F-3E80-8BB5-1358-47392DB6CCD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47390" y="357240"/>
                  <a:ext cx="155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54C78DD-6110-1A86-928C-EA78892BEEC0}"/>
                    </a:ext>
                  </a:extLst>
                </p14:cNvPr>
                <p14:cNvContentPartPr/>
                <p14:nvPr/>
              </p14:nvContentPartPr>
              <p14:xfrm>
                <a:off x="2404990" y="335640"/>
                <a:ext cx="38520" cy="163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54C78DD-6110-1A86-928C-EA78892BEEC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87350" y="317640"/>
                  <a:ext cx="74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415683-2DC6-E0BD-3B6E-F7A879B3AE5A}"/>
                    </a:ext>
                  </a:extLst>
                </p14:cNvPr>
                <p14:cNvContentPartPr/>
                <p14:nvPr/>
              </p14:nvContentPartPr>
              <p14:xfrm>
                <a:off x="2455750" y="360840"/>
                <a:ext cx="211320" cy="517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415683-2DC6-E0BD-3B6E-F7A879B3AE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38110" y="343200"/>
                  <a:ext cx="24696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442A800-0479-B6F6-516A-7CD931491F8B}"/>
                    </a:ext>
                  </a:extLst>
                </p14:cNvPr>
                <p14:cNvContentPartPr/>
                <p14:nvPr/>
              </p14:nvContentPartPr>
              <p14:xfrm>
                <a:off x="2821510" y="454440"/>
                <a:ext cx="128880" cy="29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442A800-0479-B6F6-516A-7CD931491F8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03870" y="436440"/>
                  <a:ext cx="164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D83C09-8151-6D16-7C89-41909749D4A4}"/>
                    </a:ext>
                  </a:extLst>
                </p14:cNvPr>
                <p14:cNvContentPartPr/>
                <p14:nvPr/>
              </p14:nvContentPartPr>
              <p14:xfrm>
                <a:off x="2901790" y="399720"/>
                <a:ext cx="39600" cy="185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D83C09-8151-6D16-7C89-41909749D4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83790" y="382080"/>
                  <a:ext cx="75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BCD6E65-CBB1-6A3E-B937-B92F5FA0DFC0}"/>
                    </a:ext>
                  </a:extLst>
                </p14:cNvPr>
                <p14:cNvContentPartPr/>
                <p14:nvPr/>
              </p14:nvContentPartPr>
              <p14:xfrm>
                <a:off x="3042550" y="424200"/>
                <a:ext cx="189360" cy="158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BCD6E65-CBB1-6A3E-B937-B92F5FA0DFC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24550" y="406200"/>
                  <a:ext cx="22500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7A7D00-1DA2-A4AF-848D-D3FBDC660D37}"/>
              </a:ext>
            </a:extLst>
          </p:cNvPr>
          <p:cNvGrpSpPr/>
          <p:nvPr/>
        </p:nvGrpSpPr>
        <p:grpSpPr>
          <a:xfrm>
            <a:off x="3439990" y="246720"/>
            <a:ext cx="567720" cy="253800"/>
            <a:chOff x="3439990" y="246720"/>
            <a:chExt cx="56772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E83886-8620-B0A6-A73F-9FE44B1ABD50}"/>
                    </a:ext>
                  </a:extLst>
                </p14:cNvPr>
                <p14:cNvContentPartPr/>
                <p14:nvPr/>
              </p14:nvContentPartPr>
              <p14:xfrm>
                <a:off x="3439990" y="419880"/>
                <a:ext cx="105120" cy="28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E83886-8620-B0A6-A73F-9FE44B1ABD5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1990" y="402240"/>
                  <a:ext cx="140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4AAEF94-F931-FFE4-518C-03AB417D08F4}"/>
                    </a:ext>
                  </a:extLst>
                </p14:cNvPr>
                <p14:cNvContentPartPr/>
                <p14:nvPr/>
              </p14:nvContentPartPr>
              <p14:xfrm>
                <a:off x="3448990" y="455520"/>
                <a:ext cx="158400" cy="4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4AAEF94-F931-FFE4-518C-03AB417D08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30990" y="437520"/>
                  <a:ext cx="194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32597FD-7086-F9E9-5F44-29915264337F}"/>
                    </a:ext>
                  </a:extLst>
                </p14:cNvPr>
                <p14:cNvContentPartPr/>
                <p14:nvPr/>
              </p14:nvContentPartPr>
              <p14:xfrm>
                <a:off x="3855070" y="246720"/>
                <a:ext cx="152640" cy="227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32597FD-7086-F9E9-5F44-2991526433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37430" y="228720"/>
                  <a:ext cx="188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4ED9FB-B404-0018-A7A0-FD90779C832C}"/>
                    </a:ext>
                  </a:extLst>
                </p14:cNvPr>
                <p14:cNvContentPartPr/>
                <p14:nvPr/>
              </p14:nvContentPartPr>
              <p14:xfrm>
                <a:off x="3704950" y="354000"/>
                <a:ext cx="84240" cy="10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4ED9FB-B404-0018-A7A0-FD90779C83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86950" y="336360"/>
                  <a:ext cx="1198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362EB4-5032-BD49-45BB-2271C6C6CFBE}"/>
              </a:ext>
            </a:extLst>
          </p:cNvPr>
          <p:cNvGrpSpPr/>
          <p:nvPr/>
        </p:nvGrpSpPr>
        <p:grpSpPr>
          <a:xfrm>
            <a:off x="1740790" y="957360"/>
            <a:ext cx="1612800" cy="548280"/>
            <a:chOff x="1740790" y="957360"/>
            <a:chExt cx="1612800" cy="54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65D4EF1-D67C-4C0C-8D0C-6B0BB9F9DA93}"/>
                    </a:ext>
                  </a:extLst>
                </p14:cNvPr>
                <p14:cNvContentPartPr/>
                <p14:nvPr/>
              </p14:nvContentPartPr>
              <p14:xfrm>
                <a:off x="1740790" y="957360"/>
                <a:ext cx="177480" cy="284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65D4EF1-D67C-4C0C-8D0C-6B0BB9F9DA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22790" y="939720"/>
                  <a:ext cx="2131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D509D16-9E34-7608-7A5F-7EA830565507}"/>
                    </a:ext>
                  </a:extLst>
                </p14:cNvPr>
                <p14:cNvContentPartPr/>
                <p14:nvPr/>
              </p14:nvContentPartPr>
              <p14:xfrm>
                <a:off x="1993150" y="1108200"/>
                <a:ext cx="204840" cy="151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D509D16-9E34-7608-7A5F-7EA8305655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75150" y="1090560"/>
                  <a:ext cx="240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CD4EAC-D80A-0217-10A7-79F260646580}"/>
                    </a:ext>
                  </a:extLst>
                </p14:cNvPr>
                <p14:cNvContentPartPr/>
                <p14:nvPr/>
              </p14:nvContentPartPr>
              <p14:xfrm>
                <a:off x="2286910" y="1135920"/>
                <a:ext cx="119520" cy="24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CD4EAC-D80A-0217-10A7-79F26064658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9270" y="1117920"/>
                  <a:ext cx="155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DE7B37-F119-F718-FE42-837D8D1A4EFE}"/>
                    </a:ext>
                  </a:extLst>
                </p14:cNvPr>
                <p14:cNvContentPartPr/>
                <p14:nvPr/>
              </p14:nvContentPartPr>
              <p14:xfrm>
                <a:off x="2334070" y="1076880"/>
                <a:ext cx="52560" cy="148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DE7B37-F119-F718-FE42-837D8D1A4EF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16070" y="1059240"/>
                  <a:ext cx="882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354608-21CC-D4CD-8393-BCC71EEF99EF}"/>
                    </a:ext>
                  </a:extLst>
                </p14:cNvPr>
                <p14:cNvContentPartPr/>
                <p14:nvPr/>
              </p14:nvContentPartPr>
              <p14:xfrm>
                <a:off x="2424070" y="1051320"/>
                <a:ext cx="229320" cy="454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354608-21CC-D4CD-8393-BCC71EEF99E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06430" y="1033320"/>
                  <a:ext cx="2649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145D0E-AC4A-F527-22E7-B2E9CF61A224}"/>
                    </a:ext>
                  </a:extLst>
                </p14:cNvPr>
                <p14:cNvContentPartPr/>
                <p14:nvPr/>
              </p14:nvContentPartPr>
              <p14:xfrm>
                <a:off x="2799190" y="1119000"/>
                <a:ext cx="79920" cy="17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145D0E-AC4A-F527-22E7-B2E9CF61A2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81190" y="1101360"/>
                  <a:ext cx="115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5EE934F-15CF-CA5F-1329-C489B885F93A}"/>
                    </a:ext>
                  </a:extLst>
                </p14:cNvPr>
                <p14:cNvContentPartPr/>
                <p14:nvPr/>
              </p14:nvContentPartPr>
              <p14:xfrm>
                <a:off x="2964430" y="995880"/>
                <a:ext cx="147960" cy="225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5EE934F-15CF-CA5F-1329-C489B885F93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46790" y="977880"/>
                  <a:ext cx="1836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F0BAAF-B6FA-1112-F979-A05466D6DC67}"/>
                    </a:ext>
                  </a:extLst>
                </p14:cNvPr>
                <p14:cNvContentPartPr/>
                <p14:nvPr/>
              </p14:nvContentPartPr>
              <p14:xfrm>
                <a:off x="3175390" y="1106400"/>
                <a:ext cx="178200" cy="136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F0BAAF-B6FA-1112-F979-A05466D6DC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57390" y="1088400"/>
                  <a:ext cx="2138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17CE61C-3866-378F-4775-9F553B5BDC5E}"/>
              </a:ext>
            </a:extLst>
          </p:cNvPr>
          <p:cNvGrpSpPr/>
          <p:nvPr/>
        </p:nvGrpSpPr>
        <p:grpSpPr>
          <a:xfrm>
            <a:off x="3549070" y="1048800"/>
            <a:ext cx="150480" cy="93960"/>
            <a:chOff x="3549070" y="1048800"/>
            <a:chExt cx="150480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7BD973-0D61-A966-C471-DF91FD40FA15}"/>
                    </a:ext>
                  </a:extLst>
                </p14:cNvPr>
                <p14:cNvContentPartPr/>
                <p14:nvPr/>
              </p14:nvContentPartPr>
              <p14:xfrm>
                <a:off x="3566350" y="1048800"/>
                <a:ext cx="72360" cy="20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7BD973-0D61-A966-C471-DF91FD40FA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48710" y="1030800"/>
                  <a:ext cx="108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307A1A1-88D7-4900-E4BA-EAFD1FCD42CC}"/>
                    </a:ext>
                  </a:extLst>
                </p14:cNvPr>
                <p14:cNvContentPartPr/>
                <p14:nvPr/>
              </p14:nvContentPartPr>
              <p14:xfrm>
                <a:off x="3549070" y="1106760"/>
                <a:ext cx="150480" cy="36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307A1A1-88D7-4900-E4BA-EAFD1FCD42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31070" y="1089120"/>
                  <a:ext cx="1861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F987726-1CF6-097F-B58D-869504121E35}"/>
              </a:ext>
            </a:extLst>
          </p:cNvPr>
          <p:cNvGrpSpPr/>
          <p:nvPr/>
        </p:nvGrpSpPr>
        <p:grpSpPr>
          <a:xfrm>
            <a:off x="3898990" y="960240"/>
            <a:ext cx="394920" cy="203400"/>
            <a:chOff x="3898990" y="960240"/>
            <a:chExt cx="39492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BF6035-3C5E-6EC6-01BD-72409A26F974}"/>
                    </a:ext>
                  </a:extLst>
                </p14:cNvPr>
                <p14:cNvContentPartPr/>
                <p14:nvPr/>
              </p14:nvContentPartPr>
              <p14:xfrm>
                <a:off x="3898990" y="1048080"/>
                <a:ext cx="104760" cy="40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BF6035-3C5E-6EC6-01BD-72409A26F9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80990" y="1030080"/>
                  <a:ext cx="140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EA30652-D086-D061-A9B1-5533B14107A0}"/>
                    </a:ext>
                  </a:extLst>
                </p14:cNvPr>
                <p14:cNvContentPartPr/>
                <p14:nvPr/>
              </p14:nvContentPartPr>
              <p14:xfrm>
                <a:off x="4105630" y="960240"/>
                <a:ext cx="188280" cy="203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EA30652-D086-D061-A9B1-5533B14107A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87990" y="942600"/>
                  <a:ext cx="22392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8C695B1-6B0F-F175-E363-B407A2B6AB9A}"/>
              </a:ext>
            </a:extLst>
          </p:cNvPr>
          <p:cNvGrpSpPr/>
          <p:nvPr/>
        </p:nvGrpSpPr>
        <p:grpSpPr>
          <a:xfrm>
            <a:off x="1704430" y="1560720"/>
            <a:ext cx="1961280" cy="624600"/>
            <a:chOff x="1704430" y="1560720"/>
            <a:chExt cx="1961280" cy="62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1CEF244-9AFE-DC66-2809-1B89DAF88BA0}"/>
                    </a:ext>
                  </a:extLst>
                </p14:cNvPr>
                <p14:cNvContentPartPr/>
                <p14:nvPr/>
              </p14:nvContentPartPr>
              <p14:xfrm>
                <a:off x="1704430" y="1560720"/>
                <a:ext cx="195120" cy="264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1CEF244-9AFE-DC66-2809-1B89DAF88BA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86430" y="1542720"/>
                  <a:ext cx="230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409623-B723-FEAD-64BB-B1AB115E28C1}"/>
                    </a:ext>
                  </a:extLst>
                </p14:cNvPr>
                <p14:cNvContentPartPr/>
                <p14:nvPr/>
              </p14:nvContentPartPr>
              <p14:xfrm>
                <a:off x="1955710" y="1710480"/>
                <a:ext cx="270720" cy="172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409623-B723-FEAD-64BB-B1AB115E28C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38070" y="1692480"/>
                  <a:ext cx="306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73AD79-8541-52B7-0499-BBF958E3AD2E}"/>
                    </a:ext>
                  </a:extLst>
                </p14:cNvPr>
                <p14:cNvContentPartPr/>
                <p14:nvPr/>
              </p14:nvContentPartPr>
              <p14:xfrm>
                <a:off x="2374030" y="1738560"/>
                <a:ext cx="126000" cy="23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73AD79-8541-52B7-0499-BBF958E3AD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56390" y="1720920"/>
                  <a:ext cx="161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9DBBDA0-7132-834A-1571-1E150570CE93}"/>
                    </a:ext>
                  </a:extLst>
                </p14:cNvPr>
                <p14:cNvContentPartPr/>
                <p14:nvPr/>
              </p14:nvContentPartPr>
              <p14:xfrm>
                <a:off x="2447830" y="1659360"/>
                <a:ext cx="55440" cy="187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9DBBDA0-7132-834A-1571-1E150570CE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30190" y="1641360"/>
                  <a:ext cx="91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E37387F-03A3-7F95-C4A0-BCFC2EFF39E9}"/>
                    </a:ext>
                  </a:extLst>
                </p14:cNvPr>
                <p14:cNvContentPartPr/>
                <p14:nvPr/>
              </p14:nvContentPartPr>
              <p14:xfrm>
                <a:off x="2628190" y="1578000"/>
                <a:ext cx="123840" cy="287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E37387F-03A3-7F95-C4A0-BCFC2EFF39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10190" y="1560360"/>
                  <a:ext cx="1594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1C4FF54-A59D-D892-178A-BBC2EAF8C1C5}"/>
                    </a:ext>
                  </a:extLst>
                </p14:cNvPr>
                <p14:cNvContentPartPr/>
                <p14:nvPr/>
              </p14:nvContentPartPr>
              <p14:xfrm>
                <a:off x="2655550" y="1759080"/>
                <a:ext cx="210240" cy="426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1C4FF54-A59D-D892-178A-BBC2EAF8C1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37910" y="1741080"/>
                  <a:ext cx="2458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C03B1DE-7E24-F3FA-1652-41028A3E7F06}"/>
                    </a:ext>
                  </a:extLst>
                </p14:cNvPr>
                <p14:cNvContentPartPr/>
                <p14:nvPr/>
              </p14:nvContentPartPr>
              <p14:xfrm>
                <a:off x="3016630" y="1774920"/>
                <a:ext cx="117000" cy="37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C03B1DE-7E24-F3FA-1652-41028A3E7F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98990" y="1757280"/>
                  <a:ext cx="152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B70570-37AA-A88B-F456-C530D579D2E4}"/>
                    </a:ext>
                  </a:extLst>
                </p14:cNvPr>
                <p14:cNvContentPartPr/>
                <p14:nvPr/>
              </p14:nvContentPartPr>
              <p14:xfrm>
                <a:off x="3076750" y="1679160"/>
                <a:ext cx="51840" cy="187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FB70570-37AA-A88B-F456-C530D579D2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59110" y="1661520"/>
                  <a:ext cx="87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46AD88E-3CCA-44BD-9948-02C73D547C81}"/>
                    </a:ext>
                  </a:extLst>
                </p14:cNvPr>
                <p14:cNvContentPartPr/>
                <p14:nvPr/>
              </p14:nvContentPartPr>
              <p14:xfrm>
                <a:off x="3284110" y="1600320"/>
                <a:ext cx="158040" cy="262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46AD88E-3CCA-44BD-9948-02C73D547C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66470" y="1582320"/>
                  <a:ext cx="1936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4FFAD59-F7B6-7223-08E1-8C684A6EA411}"/>
                    </a:ext>
                  </a:extLst>
                </p14:cNvPr>
                <p14:cNvContentPartPr/>
                <p14:nvPr/>
              </p14:nvContentPartPr>
              <p14:xfrm>
                <a:off x="3485350" y="1676640"/>
                <a:ext cx="180360" cy="165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4FFAD59-F7B6-7223-08E1-8C684A6EA4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67710" y="1659000"/>
                  <a:ext cx="21600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7F8AD0-CBC0-D6C8-5555-757CE4E42C06}"/>
              </a:ext>
            </a:extLst>
          </p:cNvPr>
          <p:cNvGrpSpPr/>
          <p:nvPr/>
        </p:nvGrpSpPr>
        <p:grpSpPr>
          <a:xfrm>
            <a:off x="3879910" y="1652520"/>
            <a:ext cx="147240" cy="106560"/>
            <a:chOff x="3879910" y="1652520"/>
            <a:chExt cx="147240" cy="1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E83691-3BE6-7A18-77E5-C67E7C18EA9A}"/>
                    </a:ext>
                  </a:extLst>
                </p14:cNvPr>
                <p14:cNvContentPartPr/>
                <p14:nvPr/>
              </p14:nvContentPartPr>
              <p14:xfrm>
                <a:off x="3879910" y="1652520"/>
                <a:ext cx="102240" cy="25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E83691-3BE6-7A18-77E5-C67E7C18EA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62270" y="1634880"/>
                  <a:ext cx="137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D1696EF-C11F-C9A0-4F45-AE274393EF48}"/>
                    </a:ext>
                  </a:extLst>
                </p14:cNvPr>
                <p14:cNvContentPartPr/>
                <p14:nvPr/>
              </p14:nvContentPartPr>
              <p14:xfrm>
                <a:off x="3889990" y="1722360"/>
                <a:ext cx="137160" cy="36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D1696EF-C11F-C9A0-4F45-AE274393EF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71990" y="1704720"/>
                  <a:ext cx="17280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1FDFBFD-2418-23A1-5F53-8F38158FAA29}"/>
                  </a:ext>
                </a:extLst>
              </p14:cNvPr>
              <p14:cNvContentPartPr/>
              <p14:nvPr/>
            </p14:nvContentPartPr>
            <p14:xfrm>
              <a:off x="4256830" y="1469640"/>
              <a:ext cx="200520" cy="3621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1FDFBFD-2418-23A1-5F53-8F38158FAA2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238830" y="1451640"/>
                <a:ext cx="236160" cy="39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D9344A27-F5B6-7A2F-3C1B-914FBAB4EE8A}"/>
              </a:ext>
            </a:extLst>
          </p:cNvPr>
          <p:cNvGrpSpPr/>
          <p:nvPr/>
        </p:nvGrpSpPr>
        <p:grpSpPr>
          <a:xfrm>
            <a:off x="5734630" y="197760"/>
            <a:ext cx="4833000" cy="874800"/>
            <a:chOff x="5734630" y="197760"/>
            <a:chExt cx="4833000" cy="87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BC9588-D477-ED3E-BDBD-D971E548115E}"/>
                    </a:ext>
                  </a:extLst>
                </p14:cNvPr>
                <p14:cNvContentPartPr/>
                <p14:nvPr/>
              </p14:nvContentPartPr>
              <p14:xfrm>
                <a:off x="6193990" y="781680"/>
                <a:ext cx="699840" cy="237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BC9588-D477-ED3E-BDBD-D971E548115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75990" y="763680"/>
                  <a:ext cx="7354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577E9D-DE0F-4316-DB67-CC662D1EB5C6}"/>
                    </a:ext>
                  </a:extLst>
                </p14:cNvPr>
                <p14:cNvContentPartPr/>
                <p14:nvPr/>
              </p14:nvContentPartPr>
              <p14:xfrm>
                <a:off x="7180030" y="662880"/>
                <a:ext cx="772560" cy="345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577E9D-DE0F-4316-DB67-CC662D1EB5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62030" y="644880"/>
                  <a:ext cx="8082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FB9EF9-8B35-6AC0-8C1B-525EAB63CDE8}"/>
                    </a:ext>
                  </a:extLst>
                </p14:cNvPr>
                <p14:cNvContentPartPr/>
                <p14:nvPr/>
              </p14:nvContentPartPr>
              <p14:xfrm>
                <a:off x="7714990" y="760440"/>
                <a:ext cx="212400" cy="31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FB9EF9-8B35-6AC0-8C1B-525EAB63CDE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96990" y="742440"/>
                  <a:ext cx="248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B9E5A1-EBE6-AE22-8ACC-2137A3C2C0E1}"/>
                    </a:ext>
                  </a:extLst>
                </p14:cNvPr>
                <p14:cNvContentPartPr/>
                <p14:nvPr/>
              </p14:nvContentPartPr>
              <p14:xfrm>
                <a:off x="5734630" y="323760"/>
                <a:ext cx="1120320" cy="283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B9E5A1-EBE6-AE22-8ACC-2137A3C2C0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16630" y="306120"/>
                  <a:ext cx="11559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6BC0A7-02B7-D379-3937-8B622F87D510}"/>
                    </a:ext>
                  </a:extLst>
                </p14:cNvPr>
                <p14:cNvContentPartPr/>
                <p14:nvPr/>
              </p14:nvContentPartPr>
              <p14:xfrm>
                <a:off x="7437070" y="465240"/>
                <a:ext cx="12960" cy="5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6BC0A7-02B7-D379-3937-8B622F87D5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19070" y="447600"/>
                  <a:ext cx="48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FABC9A-C414-71B1-CA2C-5472865972F9}"/>
                    </a:ext>
                  </a:extLst>
                </p14:cNvPr>
                <p14:cNvContentPartPr/>
                <p14:nvPr/>
              </p14:nvContentPartPr>
              <p14:xfrm>
                <a:off x="7138990" y="197760"/>
                <a:ext cx="869760" cy="308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FABC9A-C414-71B1-CA2C-5472865972F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21350" y="180120"/>
                  <a:ext cx="9054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BF0A64-42EA-4859-1F01-75DE938B6CF7}"/>
                    </a:ext>
                  </a:extLst>
                </p14:cNvPr>
                <p14:cNvContentPartPr/>
                <p14:nvPr/>
              </p14:nvContentPartPr>
              <p14:xfrm>
                <a:off x="7939990" y="275160"/>
                <a:ext cx="125640" cy="38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0BF0A64-42EA-4859-1F01-75DE938B6CF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22350" y="257520"/>
                  <a:ext cx="161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A5D6EE5-7FC9-FFCE-5BF3-BF4277B02788}"/>
                    </a:ext>
                  </a:extLst>
                </p14:cNvPr>
                <p14:cNvContentPartPr/>
                <p14:nvPr/>
              </p14:nvContentPartPr>
              <p14:xfrm>
                <a:off x="7127470" y="308280"/>
                <a:ext cx="232200" cy="41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A5D6EE5-7FC9-FFCE-5BF3-BF4277B0278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09830" y="290280"/>
                  <a:ext cx="2678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D02935-CAFE-DB95-1DC2-57735E61869F}"/>
                    </a:ext>
                  </a:extLst>
                </p14:cNvPr>
                <p14:cNvContentPartPr/>
                <p14:nvPr/>
              </p14:nvContentPartPr>
              <p14:xfrm>
                <a:off x="8551990" y="327720"/>
                <a:ext cx="251280" cy="128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D02935-CAFE-DB95-1DC2-57735E61869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34350" y="310080"/>
                  <a:ext cx="286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17B5904-49C4-C6D2-C23F-E58FEF00BB19}"/>
                    </a:ext>
                  </a:extLst>
                </p14:cNvPr>
                <p14:cNvContentPartPr/>
                <p14:nvPr/>
              </p14:nvContentPartPr>
              <p14:xfrm>
                <a:off x="8781310" y="340680"/>
                <a:ext cx="129600" cy="349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17B5904-49C4-C6D2-C23F-E58FEF00BB1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63310" y="323040"/>
                  <a:ext cx="1652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570F4F-3D45-EEE4-37BA-71F8D660F856}"/>
                    </a:ext>
                  </a:extLst>
                </p14:cNvPr>
                <p14:cNvContentPartPr/>
                <p14:nvPr/>
              </p14:nvContentPartPr>
              <p14:xfrm>
                <a:off x="8977150" y="309720"/>
                <a:ext cx="406440" cy="171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570F4F-3D45-EEE4-37BA-71F8D660F8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59150" y="292080"/>
                  <a:ext cx="442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2DF8B0-C4C0-D2A0-DA6E-2DF4D38C2204}"/>
                    </a:ext>
                  </a:extLst>
                </p14:cNvPr>
                <p14:cNvContentPartPr/>
                <p14:nvPr/>
              </p14:nvContentPartPr>
              <p14:xfrm>
                <a:off x="8304310" y="856920"/>
                <a:ext cx="829800" cy="215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2DF8B0-C4C0-D2A0-DA6E-2DF4D38C22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86670" y="838920"/>
                  <a:ext cx="865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DC43DB6-B477-A7BC-FA74-92B3EC370839}"/>
                    </a:ext>
                  </a:extLst>
                </p14:cNvPr>
                <p14:cNvContentPartPr/>
                <p14:nvPr/>
              </p14:nvContentPartPr>
              <p14:xfrm>
                <a:off x="9230230" y="861240"/>
                <a:ext cx="99000" cy="112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DC43DB6-B477-A7BC-FA74-92B3EC3708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12590" y="843600"/>
                  <a:ext cx="134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7C5E43-2239-4214-C271-02B4AAD72D3A}"/>
                    </a:ext>
                  </a:extLst>
                </p14:cNvPr>
                <p14:cNvContentPartPr/>
                <p14:nvPr/>
              </p14:nvContentPartPr>
              <p14:xfrm>
                <a:off x="9269830" y="725520"/>
                <a:ext cx="27720" cy="22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7C5E43-2239-4214-C271-02B4AAD72D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51830" y="707880"/>
                  <a:ext cx="63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394C4E8-D027-E954-04BD-892AC88C080E}"/>
                    </a:ext>
                  </a:extLst>
                </p14:cNvPr>
                <p14:cNvContentPartPr/>
                <p14:nvPr/>
              </p14:nvContentPartPr>
              <p14:xfrm>
                <a:off x="9413830" y="820920"/>
                <a:ext cx="93600" cy="141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394C4E8-D027-E954-04BD-892AC88C08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96190" y="803280"/>
                  <a:ext cx="129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4EEB267-5DA8-F01F-1194-8AAED617F93D}"/>
                    </a:ext>
                  </a:extLst>
                </p14:cNvPr>
                <p14:cNvContentPartPr/>
                <p14:nvPr/>
              </p14:nvContentPartPr>
              <p14:xfrm>
                <a:off x="9700030" y="694200"/>
                <a:ext cx="83520" cy="299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4EEB267-5DA8-F01F-1194-8AAED617F93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82390" y="676560"/>
                  <a:ext cx="1191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42C8ECC-537B-913C-907F-50D8C840A9D8}"/>
                    </a:ext>
                  </a:extLst>
                </p14:cNvPr>
                <p14:cNvContentPartPr/>
                <p14:nvPr/>
              </p14:nvContentPartPr>
              <p14:xfrm>
                <a:off x="9647110" y="781320"/>
                <a:ext cx="146880" cy="38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42C8ECC-537B-913C-907F-50D8C840A9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29470" y="763320"/>
                  <a:ext cx="182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B3D2785-8ED2-1A59-E4C6-AB81908B511D}"/>
                    </a:ext>
                  </a:extLst>
                </p14:cNvPr>
                <p14:cNvContentPartPr/>
                <p14:nvPr/>
              </p14:nvContentPartPr>
              <p14:xfrm>
                <a:off x="9897310" y="662160"/>
                <a:ext cx="593640" cy="266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B3D2785-8ED2-1A59-E4C6-AB81908B51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79310" y="644160"/>
                  <a:ext cx="629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F975BB-2AF2-7B9E-78E2-3AD8506BC554}"/>
                    </a:ext>
                  </a:extLst>
                </p14:cNvPr>
                <p14:cNvContentPartPr/>
                <p14:nvPr/>
              </p14:nvContentPartPr>
              <p14:xfrm>
                <a:off x="10351630" y="749280"/>
                <a:ext cx="216000" cy="6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F975BB-2AF2-7B9E-78E2-3AD8506BC5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33990" y="731640"/>
                  <a:ext cx="25164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DCBCFD5-04B9-C0A5-13CE-CCDB943FB348}"/>
                  </a:ext>
                </a:extLst>
              </p14:cNvPr>
              <p14:cNvContentPartPr/>
              <p14:nvPr/>
            </p14:nvContentPartPr>
            <p14:xfrm>
              <a:off x="11107270" y="899400"/>
              <a:ext cx="11520" cy="273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DCBCFD5-04B9-C0A5-13CE-CCDB943FB34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089630" y="881760"/>
                <a:ext cx="4716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F944CCB9-1B23-1652-FF5E-A669878AC124}"/>
              </a:ext>
            </a:extLst>
          </p:cNvPr>
          <p:cNvGrpSpPr/>
          <p:nvPr/>
        </p:nvGrpSpPr>
        <p:grpSpPr>
          <a:xfrm>
            <a:off x="868150" y="2449560"/>
            <a:ext cx="552600" cy="316800"/>
            <a:chOff x="868150" y="2449560"/>
            <a:chExt cx="55260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B5ED351-1918-C1EF-5FD7-3CC7DBB102A7}"/>
                    </a:ext>
                  </a:extLst>
                </p14:cNvPr>
                <p14:cNvContentPartPr/>
                <p14:nvPr/>
              </p14:nvContentPartPr>
              <p14:xfrm>
                <a:off x="868150" y="2449560"/>
                <a:ext cx="267840" cy="316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B5ED351-1918-C1EF-5FD7-3CC7DBB102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0510" y="2431920"/>
                  <a:ext cx="3034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400998E-86D4-2F14-9D3E-68D45303FCEA}"/>
                    </a:ext>
                  </a:extLst>
                </p14:cNvPr>
                <p14:cNvContentPartPr/>
                <p14:nvPr/>
              </p14:nvContentPartPr>
              <p14:xfrm>
                <a:off x="1300870" y="2604720"/>
                <a:ext cx="50040" cy="24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400998E-86D4-2F14-9D3E-68D45303FCE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82870" y="2587080"/>
                  <a:ext cx="85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7C49C80-A5C1-29EE-71D2-34C42032C3F7}"/>
                    </a:ext>
                  </a:extLst>
                </p14:cNvPr>
                <p14:cNvContentPartPr/>
                <p14:nvPr/>
              </p14:nvContentPartPr>
              <p14:xfrm>
                <a:off x="1308790" y="2665920"/>
                <a:ext cx="111960" cy="20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7C49C80-A5C1-29EE-71D2-34C42032C3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90790" y="2648280"/>
                  <a:ext cx="1476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D35265C-BEF0-0C92-25E9-1DBF35D93DC0}"/>
                  </a:ext>
                </a:extLst>
              </p14:cNvPr>
              <p14:cNvContentPartPr/>
              <p14:nvPr/>
            </p14:nvContentPartPr>
            <p14:xfrm>
              <a:off x="2101150" y="2218440"/>
              <a:ext cx="219240" cy="1501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D35265C-BEF0-0C92-25E9-1DBF35D93DC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083150" y="2200800"/>
                <a:ext cx="254880" cy="15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9025B71-BCB7-9E9A-D881-16842D6135B4}"/>
                  </a:ext>
                </a:extLst>
              </p14:cNvPr>
              <p14:cNvContentPartPr/>
              <p14:nvPr/>
            </p14:nvContentPartPr>
            <p14:xfrm>
              <a:off x="2896390" y="2384760"/>
              <a:ext cx="42120" cy="2376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9025B71-BCB7-9E9A-D881-16842D6135B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878750" y="2367120"/>
                <a:ext cx="777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9067260-7A23-5BDC-1135-6F8FF5093303}"/>
                  </a:ext>
                </a:extLst>
              </p14:cNvPr>
              <p14:cNvContentPartPr/>
              <p14:nvPr/>
            </p14:nvContentPartPr>
            <p14:xfrm>
              <a:off x="3510190" y="2410680"/>
              <a:ext cx="18360" cy="2113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9067260-7A23-5BDC-1135-6F8FF509330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492550" y="2393040"/>
                <a:ext cx="540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E1A69E8-D287-7055-6FA0-D4E5B073A63A}"/>
                  </a:ext>
                </a:extLst>
              </p14:cNvPr>
              <p14:cNvContentPartPr/>
              <p14:nvPr/>
            </p14:nvContentPartPr>
            <p14:xfrm>
              <a:off x="4211470" y="2386200"/>
              <a:ext cx="27000" cy="2052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E1A69E8-D287-7055-6FA0-D4E5B073A63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193830" y="2368560"/>
                <a:ext cx="6264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24C038F9-2C96-3664-4E21-0F1DF20275EE}"/>
              </a:ext>
            </a:extLst>
          </p:cNvPr>
          <p:cNvGrpSpPr/>
          <p:nvPr/>
        </p:nvGrpSpPr>
        <p:grpSpPr>
          <a:xfrm>
            <a:off x="4720870" y="2355960"/>
            <a:ext cx="23400" cy="152280"/>
            <a:chOff x="4720870" y="2355960"/>
            <a:chExt cx="2340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230DD24-EAC8-902B-379A-1A5F61595504}"/>
                    </a:ext>
                  </a:extLst>
                </p14:cNvPr>
                <p14:cNvContentPartPr/>
                <p14:nvPr/>
              </p14:nvContentPartPr>
              <p14:xfrm>
                <a:off x="4720870" y="2355960"/>
                <a:ext cx="22320" cy="13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230DD24-EAC8-902B-379A-1A5F6159550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703230" y="2337960"/>
                  <a:ext cx="57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1AA31F-437A-072F-8CB0-6D5740352B36}"/>
                    </a:ext>
                  </a:extLst>
                </p14:cNvPr>
                <p14:cNvContentPartPr/>
                <p14:nvPr/>
              </p14:nvContentPartPr>
              <p14:xfrm>
                <a:off x="4735630" y="2474760"/>
                <a:ext cx="8640" cy="33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1AA31F-437A-072F-8CB0-6D5740352B3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17630" y="2456760"/>
                  <a:ext cx="442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0DE83EF-E4BC-4101-CD83-6EA6D136EC4C}"/>
                  </a:ext>
                </a:extLst>
              </p14:cNvPr>
              <p14:cNvContentPartPr/>
              <p14:nvPr/>
            </p14:nvContentPartPr>
            <p14:xfrm>
              <a:off x="2891710" y="2932320"/>
              <a:ext cx="190800" cy="1890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0DE83EF-E4BC-4101-CD83-6EA6D136EC4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874070" y="2914680"/>
                <a:ext cx="226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A244392-409B-2943-DED5-123E38C27BAE}"/>
                  </a:ext>
                </a:extLst>
              </p14:cNvPr>
              <p14:cNvContentPartPr/>
              <p14:nvPr/>
            </p14:nvContentPartPr>
            <p14:xfrm>
              <a:off x="3493990" y="2898840"/>
              <a:ext cx="17640" cy="1699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A244392-409B-2943-DED5-123E38C27BA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475990" y="2880840"/>
                <a:ext cx="5328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4F5410C-5311-2392-FF2D-A97D59C7AF88}"/>
              </a:ext>
            </a:extLst>
          </p:cNvPr>
          <p:cNvGrpSpPr/>
          <p:nvPr/>
        </p:nvGrpSpPr>
        <p:grpSpPr>
          <a:xfrm>
            <a:off x="4014550" y="2889120"/>
            <a:ext cx="355680" cy="165240"/>
            <a:chOff x="4014550" y="2889120"/>
            <a:chExt cx="35568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1DCE7D6-83E9-2F0B-0FCA-0FF5A273E751}"/>
                    </a:ext>
                  </a:extLst>
                </p14:cNvPr>
                <p14:cNvContentPartPr/>
                <p14:nvPr/>
              </p14:nvContentPartPr>
              <p14:xfrm>
                <a:off x="4014550" y="2968320"/>
                <a:ext cx="146880" cy="28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1DCE7D6-83E9-2F0B-0FCA-0FF5A273E75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996910" y="2950320"/>
                  <a:ext cx="1825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BEDA9F-906B-37C7-91F9-1F7FD8D8F209}"/>
                    </a:ext>
                  </a:extLst>
                </p14:cNvPr>
                <p14:cNvContentPartPr/>
                <p14:nvPr/>
              </p14:nvContentPartPr>
              <p14:xfrm>
                <a:off x="4236310" y="2889120"/>
                <a:ext cx="133920" cy="165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BEDA9F-906B-37C7-91F9-1F7FD8D8F20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18670" y="2871120"/>
                  <a:ext cx="16956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344E6185-5AAE-0295-9BF7-8733423C38EF}"/>
                  </a:ext>
                </a:extLst>
              </p14:cNvPr>
              <p14:cNvContentPartPr/>
              <p14:nvPr/>
            </p14:nvContentPartPr>
            <p14:xfrm>
              <a:off x="4671910" y="2882640"/>
              <a:ext cx="11880" cy="194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344E6185-5AAE-0295-9BF7-8733423C38E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653910" y="2865000"/>
                <a:ext cx="475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0FF4BE2-1CEA-6308-3E50-22B8D7E60316}"/>
                  </a:ext>
                </a:extLst>
              </p14:cNvPr>
              <p14:cNvContentPartPr/>
              <p14:nvPr/>
            </p14:nvContentPartPr>
            <p14:xfrm>
              <a:off x="4678030" y="3016200"/>
              <a:ext cx="14400" cy="280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0FF4BE2-1CEA-6308-3E50-22B8D7E6031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660390" y="2998200"/>
                <a:ext cx="500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86C230A-6049-F3F5-12AA-A2D8957F3A39}"/>
                  </a:ext>
                </a:extLst>
              </p14:cNvPr>
              <p14:cNvContentPartPr/>
              <p14:nvPr/>
            </p14:nvContentPartPr>
            <p14:xfrm>
              <a:off x="2848150" y="3451800"/>
              <a:ext cx="217800" cy="1573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86C230A-6049-F3F5-12AA-A2D8957F3A3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830510" y="3433800"/>
                <a:ext cx="2534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AA8747A-CA7F-5034-BF02-3439BE33524F}"/>
                  </a:ext>
                </a:extLst>
              </p14:cNvPr>
              <p14:cNvContentPartPr/>
              <p14:nvPr/>
            </p14:nvContentPartPr>
            <p14:xfrm>
              <a:off x="3550870" y="3383760"/>
              <a:ext cx="194040" cy="1933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AA8747A-CA7F-5034-BF02-3439BE33524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532870" y="3366120"/>
                <a:ext cx="2296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96B9752C-F228-DC9C-B635-580D9BB9C8B6}"/>
                  </a:ext>
                </a:extLst>
              </p14:cNvPr>
              <p14:cNvContentPartPr/>
              <p14:nvPr/>
            </p14:nvContentPartPr>
            <p14:xfrm>
              <a:off x="4172590" y="3313560"/>
              <a:ext cx="177120" cy="2505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96B9752C-F228-DC9C-B635-580D9BB9C8B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154950" y="3295920"/>
                <a:ext cx="21276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BCE5EC4-5D56-24AE-5B34-4DADEEDAE7D4}"/>
              </a:ext>
            </a:extLst>
          </p:cNvPr>
          <p:cNvGrpSpPr/>
          <p:nvPr/>
        </p:nvGrpSpPr>
        <p:grpSpPr>
          <a:xfrm>
            <a:off x="4744270" y="3334800"/>
            <a:ext cx="24480" cy="141840"/>
            <a:chOff x="4744270" y="3334800"/>
            <a:chExt cx="2448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3343F9-3315-2D8C-9013-1C0E92AF5E6C}"/>
                    </a:ext>
                  </a:extLst>
                </p14:cNvPr>
                <p14:cNvContentPartPr/>
                <p14:nvPr/>
              </p14:nvContentPartPr>
              <p14:xfrm>
                <a:off x="4755430" y="3334800"/>
                <a:ext cx="936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3343F9-3315-2D8C-9013-1C0E92AF5E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37430" y="3316800"/>
                  <a:ext cx="45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70FD57C-1691-7DA5-7EC8-B888686D6021}"/>
                    </a:ext>
                  </a:extLst>
                </p14:cNvPr>
                <p14:cNvContentPartPr/>
                <p14:nvPr/>
              </p14:nvContentPartPr>
              <p14:xfrm>
                <a:off x="4744270" y="3447840"/>
                <a:ext cx="24480" cy="28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70FD57C-1691-7DA5-7EC8-B888686D602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26630" y="3430200"/>
                  <a:ext cx="601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2D8385E-DF00-79C9-F9C4-16CE16A82FA3}"/>
              </a:ext>
            </a:extLst>
          </p:cNvPr>
          <p:cNvGrpSpPr/>
          <p:nvPr/>
        </p:nvGrpSpPr>
        <p:grpSpPr>
          <a:xfrm>
            <a:off x="5166550" y="2088840"/>
            <a:ext cx="921960" cy="1612080"/>
            <a:chOff x="5166550" y="2088840"/>
            <a:chExt cx="921960" cy="161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6EB837C-6085-3256-219E-28A4477FF297}"/>
                    </a:ext>
                  </a:extLst>
                </p14:cNvPr>
                <p14:cNvContentPartPr/>
                <p14:nvPr/>
              </p14:nvContentPartPr>
              <p14:xfrm>
                <a:off x="5166550" y="2387640"/>
                <a:ext cx="132480" cy="14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6EB837C-6085-3256-219E-28A4477FF29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148910" y="2370000"/>
                  <a:ext cx="168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00DF885-DBB2-886C-3CF7-5210A2DCA6C3}"/>
                    </a:ext>
                  </a:extLst>
                </p14:cNvPr>
                <p14:cNvContentPartPr/>
                <p14:nvPr/>
              </p14:nvContentPartPr>
              <p14:xfrm>
                <a:off x="5242510" y="2283600"/>
                <a:ext cx="298080" cy="249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00DF885-DBB2-886C-3CF7-5210A2DCA6C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24870" y="2265960"/>
                  <a:ext cx="3337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05E7515-32F5-7B15-6CAC-D3344CF14692}"/>
                    </a:ext>
                  </a:extLst>
                </p14:cNvPr>
                <p14:cNvContentPartPr/>
                <p14:nvPr/>
              </p14:nvContentPartPr>
              <p14:xfrm>
                <a:off x="5208670" y="2899560"/>
                <a:ext cx="174240" cy="40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05E7515-32F5-7B15-6CAC-D3344CF1469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91030" y="2881920"/>
                  <a:ext cx="209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5C9DB45-903F-4A86-46F6-2D9ECF5C2693}"/>
                    </a:ext>
                  </a:extLst>
                </p14:cNvPr>
                <p14:cNvContentPartPr/>
                <p14:nvPr/>
              </p14:nvContentPartPr>
              <p14:xfrm>
                <a:off x="5569390" y="2793360"/>
                <a:ext cx="253440" cy="187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5C9DB45-903F-4A86-46F6-2D9ECF5C269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51390" y="2775720"/>
                  <a:ext cx="289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65C55D0-55E5-BBEE-4711-8F1231D55C61}"/>
                    </a:ext>
                  </a:extLst>
                </p14:cNvPr>
                <p14:cNvContentPartPr/>
                <p14:nvPr/>
              </p14:nvContentPartPr>
              <p14:xfrm>
                <a:off x="5386510" y="3254520"/>
                <a:ext cx="174600" cy="285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65C55D0-55E5-BBEE-4711-8F1231D55C6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368870" y="3236520"/>
                  <a:ext cx="2102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29EF68F-977F-9C86-40C1-7991E08BD872}"/>
                    </a:ext>
                  </a:extLst>
                </p14:cNvPr>
                <p14:cNvContentPartPr/>
                <p14:nvPr/>
              </p14:nvContentPartPr>
              <p14:xfrm>
                <a:off x="5745070" y="2088840"/>
                <a:ext cx="343440" cy="1612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29EF68F-977F-9C86-40C1-7991E08BD8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27430" y="2070840"/>
                  <a:ext cx="379080" cy="164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F2369C3-737D-6530-FAC4-AC67469C3FB8}"/>
              </a:ext>
            </a:extLst>
          </p:cNvPr>
          <p:cNvGrpSpPr/>
          <p:nvPr/>
        </p:nvGrpSpPr>
        <p:grpSpPr>
          <a:xfrm>
            <a:off x="144910" y="4387080"/>
            <a:ext cx="1874880" cy="490320"/>
            <a:chOff x="144910" y="4387080"/>
            <a:chExt cx="1874880" cy="49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F0305CB-F522-3DB7-2DCA-3F9C6304996C}"/>
                    </a:ext>
                  </a:extLst>
                </p14:cNvPr>
                <p14:cNvContentPartPr/>
                <p14:nvPr/>
              </p14:nvContentPartPr>
              <p14:xfrm>
                <a:off x="144910" y="4490760"/>
                <a:ext cx="42120" cy="208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F0305CB-F522-3DB7-2DCA-3F9C6304996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7270" y="4473120"/>
                  <a:ext cx="77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E37F7F3-D696-6C21-980C-4FA9102CE902}"/>
                    </a:ext>
                  </a:extLst>
                </p14:cNvPr>
                <p14:cNvContentPartPr/>
                <p14:nvPr/>
              </p14:nvContentPartPr>
              <p14:xfrm>
                <a:off x="147070" y="4454400"/>
                <a:ext cx="119880" cy="260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E37F7F3-D696-6C21-980C-4FA9102CE90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9070" y="4436760"/>
                  <a:ext cx="1555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2A99713-F1E6-9C32-31E3-86F8868538D3}"/>
                    </a:ext>
                  </a:extLst>
                </p14:cNvPr>
                <p14:cNvContentPartPr/>
                <p14:nvPr/>
              </p14:nvContentPartPr>
              <p14:xfrm>
                <a:off x="269110" y="4664280"/>
                <a:ext cx="151920" cy="177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2A99713-F1E6-9C32-31E3-86F8868538D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51110" y="4646280"/>
                  <a:ext cx="1875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599D5F5-9E5F-BC36-9E24-3EF3EFA42343}"/>
                    </a:ext>
                  </a:extLst>
                </p14:cNvPr>
                <p14:cNvContentPartPr/>
                <p14:nvPr/>
              </p14:nvContentPartPr>
              <p14:xfrm>
                <a:off x="515350" y="4600920"/>
                <a:ext cx="200880" cy="120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599D5F5-9E5F-BC36-9E24-3EF3EFA4234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7350" y="4582920"/>
                  <a:ext cx="236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429D11-1F78-4AC2-A1A4-D681D100A50A}"/>
                    </a:ext>
                  </a:extLst>
                </p14:cNvPr>
                <p14:cNvContentPartPr/>
                <p14:nvPr/>
              </p14:nvContentPartPr>
              <p14:xfrm>
                <a:off x="872110" y="4516680"/>
                <a:ext cx="28440" cy="237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429D11-1F78-4AC2-A1A4-D681D100A50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4470" y="4499040"/>
                  <a:ext cx="64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5BF751-A136-19E6-D689-52B03A531AA6}"/>
                    </a:ext>
                  </a:extLst>
                </p14:cNvPr>
                <p14:cNvContentPartPr/>
                <p14:nvPr/>
              </p14:nvContentPartPr>
              <p14:xfrm>
                <a:off x="881110" y="4416240"/>
                <a:ext cx="139320" cy="298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5BF751-A136-19E6-D689-52B03A531AA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3110" y="4398600"/>
                  <a:ext cx="1749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9CF7EF7-B779-F001-70CF-D55A453A82FC}"/>
                    </a:ext>
                  </a:extLst>
                </p14:cNvPr>
                <p14:cNvContentPartPr/>
                <p14:nvPr/>
              </p14:nvContentPartPr>
              <p14:xfrm>
                <a:off x="1050310" y="4728360"/>
                <a:ext cx="181800" cy="149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9CF7EF7-B779-F001-70CF-D55A453A82F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32670" y="4710360"/>
                  <a:ext cx="217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87F0C52-0D3E-320A-58BF-4F160B0600E6}"/>
                    </a:ext>
                  </a:extLst>
                </p14:cNvPr>
                <p14:cNvContentPartPr/>
                <p14:nvPr/>
              </p14:nvContentPartPr>
              <p14:xfrm>
                <a:off x="1292230" y="4584720"/>
                <a:ext cx="102960" cy="46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87F0C52-0D3E-320A-58BF-4F160B0600E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74230" y="4567080"/>
                  <a:ext cx="138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C54CA-AE91-7C57-01F2-EE5F98768B15}"/>
                    </a:ext>
                  </a:extLst>
                </p14:cNvPr>
                <p14:cNvContentPartPr/>
                <p14:nvPr/>
              </p14:nvContentPartPr>
              <p14:xfrm>
                <a:off x="1515430" y="4435320"/>
                <a:ext cx="112680" cy="261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C54CA-AE91-7C57-01F2-EE5F98768B1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97790" y="4417680"/>
                  <a:ext cx="1483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E904E2F-1319-8CE8-215C-0C438C36CED9}"/>
                    </a:ext>
                  </a:extLst>
                </p14:cNvPr>
                <p14:cNvContentPartPr/>
                <p14:nvPr/>
              </p14:nvContentPartPr>
              <p14:xfrm>
                <a:off x="1705510" y="4446120"/>
                <a:ext cx="59760" cy="267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E904E2F-1319-8CE8-215C-0C438C36CED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87870" y="4428120"/>
                  <a:ext cx="954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06F9EA3-E6B0-A446-09CC-6292B79DE411}"/>
                    </a:ext>
                  </a:extLst>
                </p14:cNvPr>
                <p14:cNvContentPartPr/>
                <p14:nvPr/>
              </p14:nvContentPartPr>
              <p14:xfrm>
                <a:off x="1736830" y="4387080"/>
                <a:ext cx="126360" cy="339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06F9EA3-E6B0-A446-09CC-6292B79DE41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18830" y="4369080"/>
                  <a:ext cx="1620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BF523-84E8-F785-8180-A62D1FA2ADE5}"/>
                    </a:ext>
                  </a:extLst>
                </p14:cNvPr>
                <p14:cNvContentPartPr/>
                <p14:nvPr/>
              </p14:nvContentPartPr>
              <p14:xfrm>
                <a:off x="1970830" y="4663920"/>
                <a:ext cx="48960" cy="172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6BF523-84E8-F785-8180-A62D1FA2ADE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52830" y="4645920"/>
                  <a:ext cx="8460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A33DC3D-2428-DA56-D82D-9F2C436505C3}"/>
              </a:ext>
            </a:extLst>
          </p:cNvPr>
          <p:cNvGrpSpPr/>
          <p:nvPr/>
        </p:nvGrpSpPr>
        <p:grpSpPr>
          <a:xfrm>
            <a:off x="85510" y="5155320"/>
            <a:ext cx="522000" cy="450720"/>
            <a:chOff x="85510" y="5155320"/>
            <a:chExt cx="522000" cy="45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EF1883E-178C-8BF7-2EAA-B82AE4F99881}"/>
                    </a:ext>
                  </a:extLst>
                </p14:cNvPr>
                <p14:cNvContentPartPr/>
                <p14:nvPr/>
              </p14:nvContentPartPr>
              <p14:xfrm>
                <a:off x="85510" y="5155320"/>
                <a:ext cx="148320" cy="323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EF1883E-178C-8BF7-2EAA-B82AE4F9988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7870" y="5137320"/>
                  <a:ext cx="1839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54275FC-9BFA-BA9F-A8FB-2E2C4DF7880C}"/>
                    </a:ext>
                  </a:extLst>
                </p14:cNvPr>
                <p14:cNvContentPartPr/>
                <p14:nvPr/>
              </p14:nvContentPartPr>
              <p14:xfrm>
                <a:off x="252910" y="5388960"/>
                <a:ext cx="113760" cy="217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54275FC-9BFA-BA9F-A8FB-2E2C4DF7880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4910" y="5371320"/>
                  <a:ext cx="149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ECB22A4-86A9-32B4-A3A7-B4894B696D53}"/>
                    </a:ext>
                  </a:extLst>
                </p14:cNvPr>
                <p14:cNvContentPartPr/>
                <p14:nvPr/>
              </p14:nvContentPartPr>
              <p14:xfrm>
                <a:off x="505990" y="5307600"/>
                <a:ext cx="101520" cy="144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ECB22A4-86A9-32B4-A3A7-B4894B696D5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88350" y="5289960"/>
                  <a:ext cx="13716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E05C515-6BE1-B3EC-83D4-52910C0F555D}"/>
              </a:ext>
            </a:extLst>
          </p:cNvPr>
          <p:cNvGrpSpPr/>
          <p:nvPr/>
        </p:nvGrpSpPr>
        <p:grpSpPr>
          <a:xfrm>
            <a:off x="780310" y="5133720"/>
            <a:ext cx="1234800" cy="472680"/>
            <a:chOff x="780310" y="5133720"/>
            <a:chExt cx="123480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6780E71-98D6-6564-AFD0-6F11CF8196F5}"/>
                    </a:ext>
                  </a:extLst>
                </p14:cNvPr>
                <p14:cNvContentPartPr/>
                <p14:nvPr/>
              </p14:nvContentPartPr>
              <p14:xfrm>
                <a:off x="818110" y="5245680"/>
                <a:ext cx="52200" cy="224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6780E71-98D6-6564-AFD0-6F11CF8196F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0470" y="5228040"/>
                  <a:ext cx="87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FF8A556-702B-896C-BAFA-4B5A04DEE7E5}"/>
                    </a:ext>
                  </a:extLst>
                </p14:cNvPr>
                <p14:cNvContentPartPr/>
                <p14:nvPr/>
              </p14:nvContentPartPr>
              <p14:xfrm>
                <a:off x="780310" y="5143440"/>
                <a:ext cx="228960" cy="344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FF8A556-702B-896C-BAFA-4B5A04DEE7E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62310" y="5125440"/>
                  <a:ext cx="264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D8353D1-3E01-33FB-D6C9-0B295B229F19}"/>
                    </a:ext>
                  </a:extLst>
                </p14:cNvPr>
                <p14:cNvContentPartPr/>
                <p14:nvPr/>
              </p14:nvContentPartPr>
              <p14:xfrm>
                <a:off x="1040590" y="5374560"/>
                <a:ext cx="109080" cy="231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D8353D1-3E01-33FB-D6C9-0B295B229F1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2950" y="5356560"/>
                  <a:ext cx="144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C5ACFAF-D49D-6098-1665-3AD398C63E7C}"/>
                    </a:ext>
                  </a:extLst>
                </p14:cNvPr>
                <p14:cNvContentPartPr/>
                <p14:nvPr/>
              </p14:nvContentPartPr>
              <p14:xfrm>
                <a:off x="1296190" y="5327400"/>
                <a:ext cx="115920" cy="31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C5ACFAF-D49D-6098-1665-3AD398C63E7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278190" y="5309400"/>
                  <a:ext cx="1515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493D388-B7FE-1B08-6512-09B3F0FD341D}"/>
                    </a:ext>
                  </a:extLst>
                </p14:cNvPr>
                <p14:cNvContentPartPr/>
                <p14:nvPr/>
              </p14:nvContentPartPr>
              <p14:xfrm>
                <a:off x="1484110" y="5260080"/>
                <a:ext cx="176040" cy="208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493D388-B7FE-1B08-6512-09B3F0FD341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66470" y="5242440"/>
                  <a:ext cx="2116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2299B43-3F67-9800-3C59-A8CA178425B0}"/>
                    </a:ext>
                  </a:extLst>
                </p14:cNvPr>
                <p14:cNvContentPartPr/>
                <p14:nvPr/>
              </p14:nvContentPartPr>
              <p14:xfrm>
                <a:off x="1685710" y="5133720"/>
                <a:ext cx="181080" cy="327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2299B43-3F67-9800-3C59-A8CA178425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667710" y="5115720"/>
                  <a:ext cx="2167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F1ECA5A-33A7-073E-7684-4EF64C11066A}"/>
                    </a:ext>
                  </a:extLst>
                </p14:cNvPr>
                <p14:cNvContentPartPr/>
                <p14:nvPr/>
              </p14:nvContentPartPr>
              <p14:xfrm>
                <a:off x="1993510" y="5282760"/>
                <a:ext cx="21600" cy="157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F1ECA5A-33A7-073E-7684-4EF64C11066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75510" y="5265120"/>
                  <a:ext cx="5724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A6F6E8E-265B-66F6-C149-9EF51405D615}"/>
              </a:ext>
            </a:extLst>
          </p:cNvPr>
          <p:cNvGrpSpPr/>
          <p:nvPr/>
        </p:nvGrpSpPr>
        <p:grpSpPr>
          <a:xfrm>
            <a:off x="2260990" y="4150920"/>
            <a:ext cx="542880" cy="1895400"/>
            <a:chOff x="2260990" y="4150920"/>
            <a:chExt cx="542880" cy="18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7C136E0-8F02-34D9-BD6E-06616EDFE460}"/>
                    </a:ext>
                  </a:extLst>
                </p14:cNvPr>
                <p14:cNvContentPartPr/>
                <p14:nvPr/>
              </p14:nvContentPartPr>
              <p14:xfrm>
                <a:off x="2260990" y="4150920"/>
                <a:ext cx="345960" cy="1895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7C136E0-8F02-34D9-BD6E-06616EDFE46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43350" y="4132920"/>
                  <a:ext cx="381600" cy="19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5B824FC-3D69-4414-42FF-E95D2649801A}"/>
                    </a:ext>
                  </a:extLst>
                </p14:cNvPr>
                <p14:cNvContentPartPr/>
                <p14:nvPr/>
              </p14:nvContentPartPr>
              <p14:xfrm>
                <a:off x="2776870" y="4333080"/>
                <a:ext cx="27000" cy="223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5B824FC-3D69-4414-42FF-E95D2649801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59230" y="4315080"/>
                  <a:ext cx="62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9DD4FFE-C3B2-7986-3BA1-3126132C021B}"/>
                    </a:ext>
                  </a:extLst>
                </p14:cNvPr>
                <p14:cNvContentPartPr/>
                <p14:nvPr/>
              </p14:nvContentPartPr>
              <p14:xfrm>
                <a:off x="2660590" y="4993320"/>
                <a:ext cx="132840" cy="194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9DD4FFE-C3B2-7986-3BA1-3126132C021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42590" y="4975680"/>
                  <a:ext cx="168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9A9742D-052D-2101-942B-B3EA6AC0E1F4}"/>
                    </a:ext>
                  </a:extLst>
                </p14:cNvPr>
                <p14:cNvContentPartPr/>
                <p14:nvPr/>
              </p14:nvContentPartPr>
              <p14:xfrm>
                <a:off x="2646550" y="5453760"/>
                <a:ext cx="150480" cy="190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9A9742D-052D-2101-942B-B3EA6AC0E1F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28550" y="5436120"/>
                  <a:ext cx="18612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DBAB4F37-02CA-15B7-D981-EAFF57F09852}"/>
                  </a:ext>
                </a:extLst>
              </p14:cNvPr>
              <p14:cNvContentPartPr/>
              <p14:nvPr/>
            </p14:nvContentPartPr>
            <p14:xfrm>
              <a:off x="3336310" y="4321560"/>
              <a:ext cx="34560" cy="2073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DBAB4F37-02CA-15B7-D981-EAFF57F09852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318310" y="4303920"/>
                <a:ext cx="702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BD928DA-DC66-C315-4615-087B7430FB44}"/>
                  </a:ext>
                </a:extLst>
              </p14:cNvPr>
              <p14:cNvContentPartPr/>
              <p14:nvPr/>
            </p14:nvContentPartPr>
            <p14:xfrm>
              <a:off x="3981430" y="4339200"/>
              <a:ext cx="42480" cy="2300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BD928DA-DC66-C315-4615-087B7430FB44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963790" y="4321200"/>
                <a:ext cx="7812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AC657C9-F7D9-9E76-929B-042B4A4AAFD6}"/>
              </a:ext>
            </a:extLst>
          </p:cNvPr>
          <p:cNvGrpSpPr/>
          <p:nvPr/>
        </p:nvGrpSpPr>
        <p:grpSpPr>
          <a:xfrm>
            <a:off x="4579390" y="4384920"/>
            <a:ext cx="54000" cy="161280"/>
            <a:chOff x="4579390" y="4384920"/>
            <a:chExt cx="5400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3142950-6730-6F57-30DF-36C38AFF56DF}"/>
                    </a:ext>
                  </a:extLst>
                </p14:cNvPr>
                <p14:cNvContentPartPr/>
                <p14:nvPr/>
              </p14:nvContentPartPr>
              <p14:xfrm>
                <a:off x="4615390" y="4384920"/>
                <a:ext cx="18000" cy="18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3142950-6730-6F57-30DF-36C38AFF56D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597750" y="4367280"/>
                  <a:ext cx="53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975239C-13F6-AD96-7328-DF63B445B06A}"/>
                    </a:ext>
                  </a:extLst>
                </p14:cNvPr>
                <p14:cNvContentPartPr/>
                <p14:nvPr/>
              </p14:nvContentPartPr>
              <p14:xfrm>
                <a:off x="4579390" y="4521360"/>
                <a:ext cx="22680" cy="248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975239C-13F6-AD96-7328-DF63B445B06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561750" y="4503360"/>
                  <a:ext cx="583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20D7322-9974-E09C-BE92-7505F8CE082D}"/>
              </a:ext>
            </a:extLst>
          </p:cNvPr>
          <p:cNvGrpSpPr/>
          <p:nvPr/>
        </p:nvGrpSpPr>
        <p:grpSpPr>
          <a:xfrm>
            <a:off x="3140470" y="4955520"/>
            <a:ext cx="388800" cy="263520"/>
            <a:chOff x="3140470" y="4955520"/>
            <a:chExt cx="38880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73B8FA4-C5E9-A59D-2A66-D05AC641C24F}"/>
                    </a:ext>
                  </a:extLst>
                </p14:cNvPr>
                <p14:cNvContentPartPr/>
                <p14:nvPr/>
              </p14:nvContentPartPr>
              <p14:xfrm>
                <a:off x="3140470" y="5046240"/>
                <a:ext cx="126000" cy="10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73B8FA4-C5E9-A59D-2A66-D05AC641C24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22470" y="5028600"/>
                  <a:ext cx="161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C492E1E-3DA1-FC3A-34AD-ED9D1CB2C34E}"/>
                    </a:ext>
                  </a:extLst>
                </p14:cNvPr>
                <p14:cNvContentPartPr/>
                <p14:nvPr/>
              </p14:nvContentPartPr>
              <p14:xfrm>
                <a:off x="3265390" y="4955520"/>
                <a:ext cx="263880" cy="263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C492E1E-3DA1-FC3A-34AD-ED9D1CB2C34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247750" y="4937520"/>
                  <a:ext cx="29952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EE870BF-B047-C973-E3DF-AC19174D48B8}"/>
              </a:ext>
            </a:extLst>
          </p:cNvPr>
          <p:cNvGrpSpPr/>
          <p:nvPr/>
        </p:nvGrpSpPr>
        <p:grpSpPr>
          <a:xfrm>
            <a:off x="3888190" y="4868040"/>
            <a:ext cx="367920" cy="298440"/>
            <a:chOff x="3888190" y="4868040"/>
            <a:chExt cx="3679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FA78C7D-45DC-0528-416F-7A1F8149F725}"/>
                    </a:ext>
                  </a:extLst>
                </p14:cNvPr>
                <p14:cNvContentPartPr/>
                <p14:nvPr/>
              </p14:nvContentPartPr>
              <p14:xfrm>
                <a:off x="3888190" y="5024640"/>
                <a:ext cx="102240" cy="34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FA78C7D-45DC-0528-416F-7A1F8149F72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870190" y="5007000"/>
                  <a:ext cx="137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BD03237-1B5B-D0B2-8D12-461D5AFA12D5}"/>
                    </a:ext>
                  </a:extLst>
                </p14:cNvPr>
                <p14:cNvContentPartPr/>
                <p14:nvPr/>
              </p14:nvContentPartPr>
              <p14:xfrm>
                <a:off x="4121830" y="4868040"/>
                <a:ext cx="120960" cy="52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BD03237-1B5B-D0B2-8D12-461D5AFA12D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03830" y="4850040"/>
                  <a:ext cx="156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737229C-5847-88B5-EC9B-67BD9A4B1BDC}"/>
                    </a:ext>
                  </a:extLst>
                </p14:cNvPr>
                <p14:cNvContentPartPr/>
                <p14:nvPr/>
              </p14:nvContentPartPr>
              <p14:xfrm>
                <a:off x="4103470" y="4888560"/>
                <a:ext cx="152640" cy="277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737229C-5847-88B5-EC9B-67BD9A4B1BD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085470" y="4870920"/>
                  <a:ext cx="188280" cy="31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95466EE9-322A-1312-2A3B-FECD28B5CD2F}"/>
                  </a:ext>
                </a:extLst>
              </p14:cNvPr>
              <p14:cNvContentPartPr/>
              <p14:nvPr/>
            </p14:nvContentPartPr>
            <p14:xfrm>
              <a:off x="3229030" y="5484720"/>
              <a:ext cx="190440" cy="2109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95466EE9-322A-1312-2A3B-FECD28B5CD2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3211030" y="5467080"/>
                <a:ext cx="22608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585D434-79B8-CA69-63BB-7F71C44A16D4}"/>
              </a:ext>
            </a:extLst>
          </p:cNvPr>
          <p:cNvGrpSpPr/>
          <p:nvPr/>
        </p:nvGrpSpPr>
        <p:grpSpPr>
          <a:xfrm>
            <a:off x="3963790" y="5428200"/>
            <a:ext cx="153360" cy="236880"/>
            <a:chOff x="3963790" y="5428200"/>
            <a:chExt cx="15336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4128D9B-C87F-8036-B464-F15C085AA7DA}"/>
                    </a:ext>
                  </a:extLst>
                </p14:cNvPr>
                <p14:cNvContentPartPr/>
                <p14:nvPr/>
              </p14:nvContentPartPr>
              <p14:xfrm>
                <a:off x="3994030" y="5428200"/>
                <a:ext cx="114840" cy="23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4128D9B-C87F-8036-B464-F15C085AA7D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76390" y="5410560"/>
                  <a:ext cx="150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38F7938-E7AF-1589-48FF-796C9639600D}"/>
                    </a:ext>
                  </a:extLst>
                </p14:cNvPr>
                <p14:cNvContentPartPr/>
                <p14:nvPr/>
              </p14:nvContentPartPr>
              <p14:xfrm>
                <a:off x="3963790" y="5440800"/>
                <a:ext cx="153360" cy="224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38F7938-E7AF-1589-48FF-796C9639600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46150" y="5422800"/>
                  <a:ext cx="189000" cy="25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1E8300C-C15D-D6DC-9A47-6339B188D696}"/>
                  </a:ext>
                </a:extLst>
              </p14:cNvPr>
              <p14:cNvContentPartPr/>
              <p14:nvPr/>
            </p14:nvContentPartPr>
            <p14:xfrm>
              <a:off x="4701430" y="4905120"/>
              <a:ext cx="15840" cy="198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1E8300C-C15D-D6DC-9A47-6339B188D696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683430" y="4887480"/>
                <a:ext cx="514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F6A8D56-55A9-9159-102A-0B6ADF33477E}"/>
                  </a:ext>
                </a:extLst>
              </p14:cNvPr>
              <p14:cNvContentPartPr/>
              <p14:nvPr/>
            </p14:nvContentPartPr>
            <p14:xfrm>
              <a:off x="4652470" y="5088720"/>
              <a:ext cx="17280" cy="172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F6A8D56-55A9-9159-102A-0B6ADF33477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634470" y="5070720"/>
                <a:ext cx="529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2ABBC5B-79B1-A492-78D0-9148587C9267}"/>
                  </a:ext>
                </a:extLst>
              </p14:cNvPr>
              <p14:cNvContentPartPr/>
              <p14:nvPr/>
            </p14:nvContentPartPr>
            <p14:xfrm>
              <a:off x="5241070" y="4826280"/>
              <a:ext cx="178200" cy="2862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2ABBC5B-79B1-A492-78D0-9148587C926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223070" y="4808280"/>
                <a:ext cx="2138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1CF25FB-B8D0-A4C8-F13A-6944943C4DED}"/>
                  </a:ext>
                </a:extLst>
              </p14:cNvPr>
              <p14:cNvContentPartPr/>
              <p14:nvPr/>
            </p14:nvContentPartPr>
            <p14:xfrm>
              <a:off x="4621150" y="5395080"/>
              <a:ext cx="9000" cy="309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1CF25FB-B8D0-A4C8-F13A-6944943C4DE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603510" y="5377080"/>
                <a:ext cx="446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FD9BC8CC-2B6C-FDC9-A43A-46FC4E4EA687}"/>
                  </a:ext>
                </a:extLst>
              </p14:cNvPr>
              <p14:cNvContentPartPr/>
              <p14:nvPr/>
            </p14:nvContentPartPr>
            <p14:xfrm>
              <a:off x="4558150" y="5604960"/>
              <a:ext cx="9720" cy="2592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FD9BC8CC-2B6C-FDC9-A43A-46FC4E4EA68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540150" y="5587320"/>
                <a:ext cx="4536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E19C579-10BB-9A79-CD70-8C4B7ABF33F1}"/>
              </a:ext>
            </a:extLst>
          </p:cNvPr>
          <p:cNvGrpSpPr/>
          <p:nvPr/>
        </p:nvGrpSpPr>
        <p:grpSpPr>
          <a:xfrm>
            <a:off x="5068990" y="4176480"/>
            <a:ext cx="902880" cy="1595160"/>
            <a:chOff x="5068990" y="4176480"/>
            <a:chExt cx="902880" cy="159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7792C90-01BF-4A7A-214F-C5D3AEA18D9F}"/>
                    </a:ext>
                  </a:extLst>
                </p14:cNvPr>
                <p14:cNvContentPartPr/>
                <p14:nvPr/>
              </p14:nvContentPartPr>
              <p14:xfrm>
                <a:off x="5125150" y="4399320"/>
                <a:ext cx="129240" cy="255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7792C90-01BF-4A7A-214F-C5D3AEA18D9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07150" y="4381680"/>
                  <a:ext cx="164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9585DB6-0F57-DD9E-FC26-89B7C98B4B67}"/>
                    </a:ext>
                  </a:extLst>
                </p14:cNvPr>
                <p14:cNvContentPartPr/>
                <p14:nvPr/>
              </p14:nvContentPartPr>
              <p14:xfrm>
                <a:off x="5441590" y="4276200"/>
                <a:ext cx="182880" cy="250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9585DB6-0F57-DD9E-FC26-89B7C98B4B6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23590" y="4258560"/>
                  <a:ext cx="2185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FDAB750-D593-45E4-3D8C-AC9415653E1C}"/>
                    </a:ext>
                  </a:extLst>
                </p14:cNvPr>
                <p14:cNvContentPartPr/>
                <p14:nvPr/>
              </p14:nvContentPartPr>
              <p14:xfrm>
                <a:off x="5068990" y="5346480"/>
                <a:ext cx="61200" cy="251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FDAB750-D593-45E4-3D8C-AC9415653E1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050990" y="5328840"/>
                  <a:ext cx="96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91F23CD-F4A9-0051-4B45-5A4D75BAA6C0}"/>
                    </a:ext>
                  </a:extLst>
                </p14:cNvPr>
                <p14:cNvContentPartPr/>
                <p14:nvPr/>
              </p14:nvContentPartPr>
              <p14:xfrm>
                <a:off x="5211190" y="5346480"/>
                <a:ext cx="117360" cy="293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91F23CD-F4A9-0051-4B45-5A4D75BAA6C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193190" y="5328480"/>
                  <a:ext cx="1530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31BE2BC-FDCA-569F-3676-22BF8CE212E5}"/>
                    </a:ext>
                  </a:extLst>
                </p14:cNvPr>
                <p14:cNvContentPartPr/>
                <p14:nvPr/>
              </p14:nvContentPartPr>
              <p14:xfrm>
                <a:off x="5235670" y="4176480"/>
                <a:ext cx="736200" cy="1595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31BE2BC-FDCA-569F-3676-22BF8CE212E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217670" y="4158840"/>
                  <a:ext cx="771840" cy="163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44657FE-4E29-BA62-EC97-2666C8B479CD}"/>
              </a:ext>
            </a:extLst>
          </p:cNvPr>
          <p:cNvGrpSpPr/>
          <p:nvPr/>
        </p:nvGrpSpPr>
        <p:grpSpPr>
          <a:xfrm>
            <a:off x="7313950" y="1972920"/>
            <a:ext cx="1108800" cy="1433520"/>
            <a:chOff x="7313950" y="1972920"/>
            <a:chExt cx="1108800" cy="143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3CF92A7-EA9D-6096-8078-FE4DF9B27A4E}"/>
                    </a:ext>
                  </a:extLst>
                </p14:cNvPr>
                <p14:cNvContentPartPr/>
                <p14:nvPr/>
              </p14:nvContentPartPr>
              <p14:xfrm>
                <a:off x="7313950" y="2332560"/>
                <a:ext cx="135720" cy="21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3CF92A7-EA9D-6096-8078-FE4DF9B27A4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96310" y="2314560"/>
                  <a:ext cx="171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75F9E66-B8F4-221B-1B74-A6E31FB22C31}"/>
                    </a:ext>
                  </a:extLst>
                </p14:cNvPr>
                <p14:cNvContentPartPr/>
                <p14:nvPr/>
              </p14:nvContentPartPr>
              <p14:xfrm>
                <a:off x="7563790" y="2187840"/>
                <a:ext cx="27360" cy="275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75F9E66-B8F4-221B-1B74-A6E31FB22C3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545790" y="2170200"/>
                  <a:ext cx="63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BD28CED-4C6D-F06E-E804-8BBE97F87E24}"/>
                    </a:ext>
                  </a:extLst>
                </p14:cNvPr>
                <p14:cNvContentPartPr/>
                <p14:nvPr/>
              </p14:nvContentPartPr>
              <p14:xfrm>
                <a:off x="7553350" y="2160480"/>
                <a:ext cx="163800" cy="295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BD28CED-4C6D-F06E-E804-8BBE97F87E2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35350" y="2142480"/>
                  <a:ext cx="199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2F8DF9E-F4D3-247C-39C9-0B5CF10D90F1}"/>
                    </a:ext>
                  </a:extLst>
                </p14:cNvPr>
                <p14:cNvContentPartPr/>
                <p14:nvPr/>
              </p14:nvContentPartPr>
              <p14:xfrm>
                <a:off x="7720390" y="2401320"/>
                <a:ext cx="207000" cy="169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2F8DF9E-F4D3-247C-39C9-0B5CF10D90F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02750" y="2383320"/>
                  <a:ext cx="242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5A7F0AC-4EAE-F67D-BD00-FFBB1A33E1F4}"/>
                    </a:ext>
                  </a:extLst>
                </p14:cNvPr>
                <p14:cNvContentPartPr/>
                <p14:nvPr/>
              </p14:nvContentPartPr>
              <p14:xfrm>
                <a:off x="8168230" y="1972920"/>
                <a:ext cx="254520" cy="1433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5A7F0AC-4EAE-F67D-BD00-FFBB1A33E1F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150590" y="1955280"/>
                  <a:ext cx="290160" cy="146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0ABC9C3-6B01-0DE6-9F5A-1FE26C456888}"/>
                  </a:ext>
                </a:extLst>
              </p14:cNvPr>
              <p14:cNvContentPartPr/>
              <p14:nvPr/>
            </p14:nvContentPartPr>
            <p14:xfrm>
              <a:off x="6472630" y="1433280"/>
              <a:ext cx="457560" cy="55886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0ABC9C3-6B01-0DE6-9F5A-1FE26C45688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454630" y="1415640"/>
                <a:ext cx="493200" cy="56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45FC602A-3931-4991-81DF-AADDB2E0BF69}"/>
                  </a:ext>
                </a:extLst>
              </p14:cNvPr>
              <p14:cNvContentPartPr/>
              <p14:nvPr/>
            </p14:nvContentPartPr>
            <p14:xfrm>
              <a:off x="8638030" y="2001360"/>
              <a:ext cx="29160" cy="2196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45FC602A-3931-4991-81DF-AADDB2E0BF69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620030" y="1983360"/>
                <a:ext cx="648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2FAD0C6-5F12-C4C5-FF12-63BF64EF8213}"/>
                  </a:ext>
                </a:extLst>
              </p14:cNvPr>
              <p14:cNvContentPartPr/>
              <p14:nvPr/>
            </p14:nvContentPartPr>
            <p14:xfrm>
              <a:off x="9313030" y="1981200"/>
              <a:ext cx="23400" cy="1915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12FAD0C6-5F12-C4C5-FF12-63BF64EF821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295030" y="1963560"/>
                <a:ext cx="590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53CCA38-FD99-4E95-ABB7-00F49EED062D}"/>
                  </a:ext>
                </a:extLst>
              </p14:cNvPr>
              <p14:cNvContentPartPr/>
              <p14:nvPr/>
            </p14:nvContentPartPr>
            <p14:xfrm>
              <a:off x="9719470" y="1897680"/>
              <a:ext cx="76320" cy="31320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53CCA38-FD99-4E95-ABB7-00F49EED062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701470" y="1879680"/>
                <a:ext cx="11196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88A2CC7-9AAC-13D9-C986-A2A6E3617E5E}"/>
                  </a:ext>
                </a:extLst>
              </p14:cNvPr>
              <p14:cNvContentPartPr/>
              <p14:nvPr/>
            </p14:nvContentPartPr>
            <p14:xfrm>
              <a:off x="8600230" y="2572320"/>
              <a:ext cx="122760" cy="1818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88A2CC7-9AAC-13D9-C986-A2A6E3617E5E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582590" y="2554320"/>
                <a:ext cx="158400" cy="2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ECEE8905-CF9F-8377-8EDD-A190A243D354}"/>
              </a:ext>
            </a:extLst>
          </p:cNvPr>
          <p:cNvGrpSpPr/>
          <p:nvPr/>
        </p:nvGrpSpPr>
        <p:grpSpPr>
          <a:xfrm>
            <a:off x="9154270" y="2381520"/>
            <a:ext cx="687600" cy="316440"/>
            <a:chOff x="9154270" y="2381520"/>
            <a:chExt cx="68760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665C7C8-7C6C-3228-3968-AAAAAEC8E4DD}"/>
                    </a:ext>
                  </a:extLst>
                </p14:cNvPr>
                <p14:cNvContentPartPr/>
                <p14:nvPr/>
              </p14:nvContentPartPr>
              <p14:xfrm>
                <a:off x="9154270" y="2509320"/>
                <a:ext cx="254880" cy="156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665C7C8-7C6C-3228-3968-AAAAAEC8E4D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136630" y="2491680"/>
                  <a:ext cx="290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D71C159-C196-86A9-54D9-0522DBD490BD}"/>
                    </a:ext>
                  </a:extLst>
                </p14:cNvPr>
                <p14:cNvContentPartPr/>
                <p14:nvPr/>
              </p14:nvContentPartPr>
              <p14:xfrm>
                <a:off x="9719110" y="2381520"/>
                <a:ext cx="122760" cy="65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D71C159-C196-86A9-54D9-0522DBD490B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701110" y="2363880"/>
                  <a:ext cx="158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7573F20-9A58-6635-D338-BD963ADFE845}"/>
                    </a:ext>
                  </a:extLst>
                </p14:cNvPr>
                <p14:cNvContentPartPr/>
                <p14:nvPr/>
              </p14:nvContentPartPr>
              <p14:xfrm>
                <a:off x="9626230" y="2418600"/>
                <a:ext cx="187200" cy="279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7573F20-9A58-6635-D338-BD963ADFE84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08230" y="2400600"/>
                  <a:ext cx="22284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962D5F0D-EAE6-1E4D-7CE0-1F7079A70E99}"/>
                  </a:ext>
                </a:extLst>
              </p14:cNvPr>
              <p14:cNvContentPartPr/>
              <p14:nvPr/>
            </p14:nvContentPartPr>
            <p14:xfrm>
              <a:off x="8715790" y="3057600"/>
              <a:ext cx="136800" cy="2120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962D5F0D-EAE6-1E4D-7CE0-1F7079A70E99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698150" y="3039600"/>
                <a:ext cx="1724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6F34ECCC-7192-5CBF-41C5-A893728C2EC0}"/>
                  </a:ext>
                </a:extLst>
              </p14:cNvPr>
              <p14:cNvContentPartPr/>
              <p14:nvPr/>
            </p14:nvContentPartPr>
            <p14:xfrm>
              <a:off x="9297190" y="3014760"/>
              <a:ext cx="187920" cy="14904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6F34ECCC-7192-5CBF-41C5-A893728C2EC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279550" y="2997120"/>
                <a:ext cx="223560" cy="18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254B227-1F3F-CC26-6698-02B9DCCEF5C9}"/>
              </a:ext>
            </a:extLst>
          </p:cNvPr>
          <p:cNvGrpSpPr/>
          <p:nvPr/>
        </p:nvGrpSpPr>
        <p:grpSpPr>
          <a:xfrm>
            <a:off x="9720550" y="2893800"/>
            <a:ext cx="144000" cy="253440"/>
            <a:chOff x="9720550" y="2893800"/>
            <a:chExt cx="14400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8B9FF7F-845B-C9ED-D82A-F09A2E57D0B9}"/>
                    </a:ext>
                  </a:extLst>
                </p14:cNvPr>
                <p14:cNvContentPartPr/>
                <p14:nvPr/>
              </p14:nvContentPartPr>
              <p14:xfrm>
                <a:off x="9720550" y="2893800"/>
                <a:ext cx="128880" cy="817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8B9FF7F-845B-C9ED-D82A-F09A2E57D0B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02550" y="2875800"/>
                  <a:ext cx="164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FEE812F-A1D2-7457-ED0F-418BD9FACC84}"/>
                    </a:ext>
                  </a:extLst>
                </p14:cNvPr>
                <p14:cNvContentPartPr/>
                <p14:nvPr/>
              </p14:nvContentPartPr>
              <p14:xfrm>
                <a:off x="9720910" y="2910000"/>
                <a:ext cx="143640" cy="237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FEE812F-A1D2-7457-ED0F-418BD9FACC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02910" y="2892360"/>
                  <a:ext cx="179280" cy="27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18317E08-3F52-3413-D2AD-37B9E92AB6D3}"/>
                  </a:ext>
                </a:extLst>
              </p14:cNvPr>
              <p14:cNvContentPartPr/>
              <p14:nvPr/>
            </p14:nvContentPartPr>
            <p14:xfrm>
              <a:off x="10226710" y="1840800"/>
              <a:ext cx="10800" cy="457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18317E08-3F52-3413-D2AD-37B9E92AB6D3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208710" y="1822800"/>
                <a:ext cx="464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C045BCE5-AB91-01CD-F785-D918ED5CF61B}"/>
                  </a:ext>
                </a:extLst>
              </p14:cNvPr>
              <p14:cNvContentPartPr/>
              <p14:nvPr/>
            </p14:nvContentPartPr>
            <p14:xfrm>
              <a:off x="10253350" y="2105040"/>
              <a:ext cx="5400" cy="450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C045BCE5-AB91-01CD-F785-D918ED5CF61B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235350" y="2087040"/>
                <a:ext cx="4104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C47B30E0-B07C-16AF-2BCA-FF59F33E0B3B}"/>
              </a:ext>
            </a:extLst>
          </p:cNvPr>
          <p:cNvGrpSpPr/>
          <p:nvPr/>
        </p:nvGrpSpPr>
        <p:grpSpPr>
          <a:xfrm>
            <a:off x="10224190" y="2507880"/>
            <a:ext cx="27360" cy="145440"/>
            <a:chOff x="10224190" y="2507880"/>
            <a:chExt cx="27360" cy="1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4C49492-DDCD-FFAE-5E90-B2B84EBFAA48}"/>
                    </a:ext>
                  </a:extLst>
                </p14:cNvPr>
                <p14:cNvContentPartPr/>
                <p14:nvPr/>
              </p14:nvContentPartPr>
              <p14:xfrm>
                <a:off x="10224190" y="2507880"/>
                <a:ext cx="7920" cy="18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4C49492-DDCD-FFAE-5E90-B2B84EBFAA4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206550" y="2489880"/>
                  <a:ext cx="43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E3E4475-77E1-7910-BC9A-890FF8876669}"/>
                    </a:ext>
                  </a:extLst>
                </p14:cNvPr>
                <p14:cNvContentPartPr/>
                <p14:nvPr/>
              </p14:nvContentPartPr>
              <p14:xfrm>
                <a:off x="10250470" y="2627040"/>
                <a:ext cx="1080" cy="262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E3E4475-77E1-7910-BC9A-890FF887666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32470" y="2609400"/>
                  <a:ext cx="3672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D09151C-F07C-B37F-9E49-61E317B1B476}"/>
                  </a:ext>
                </a:extLst>
              </p14:cNvPr>
              <p14:cNvContentPartPr/>
              <p14:nvPr/>
            </p14:nvContentPartPr>
            <p14:xfrm>
              <a:off x="10271350" y="2900640"/>
              <a:ext cx="20520" cy="3600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D09151C-F07C-B37F-9E49-61E317B1B476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253350" y="2882640"/>
                <a:ext cx="56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399C266-8569-2ADD-2DFC-7EFCBFD47B69}"/>
                  </a:ext>
                </a:extLst>
              </p14:cNvPr>
              <p14:cNvContentPartPr/>
              <p14:nvPr/>
            </p14:nvContentPartPr>
            <p14:xfrm>
              <a:off x="10309510" y="3074160"/>
              <a:ext cx="28800" cy="324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399C266-8569-2ADD-2DFC-7EFCBFD47B69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0291510" y="3056160"/>
                <a:ext cx="6444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258DDEB-0216-F6B6-0819-25A2682A3EBE}"/>
              </a:ext>
            </a:extLst>
          </p:cNvPr>
          <p:cNvGrpSpPr/>
          <p:nvPr/>
        </p:nvGrpSpPr>
        <p:grpSpPr>
          <a:xfrm>
            <a:off x="10606510" y="1520400"/>
            <a:ext cx="795960" cy="1556640"/>
            <a:chOff x="10606510" y="1520400"/>
            <a:chExt cx="795960" cy="155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FE92C48-5097-1742-BAC8-4C415B7BBF16}"/>
                    </a:ext>
                  </a:extLst>
                </p14:cNvPr>
                <p14:cNvContentPartPr/>
                <p14:nvPr/>
              </p14:nvContentPartPr>
              <p14:xfrm>
                <a:off x="10606510" y="1976520"/>
                <a:ext cx="110160" cy="30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FE92C48-5097-1742-BAC8-4C415B7BBF1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88510" y="1958520"/>
                  <a:ext cx="145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C1F01D4-F2DC-3C76-F21B-35BF3544D3EE}"/>
                    </a:ext>
                  </a:extLst>
                </p14:cNvPr>
                <p14:cNvContentPartPr/>
                <p14:nvPr/>
              </p14:nvContentPartPr>
              <p14:xfrm>
                <a:off x="10814230" y="1831440"/>
                <a:ext cx="162000" cy="253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C1F01D4-F2DC-3C76-F21B-35BF3544D3E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796590" y="1813440"/>
                  <a:ext cx="197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D3F5F8D-6199-0953-96DC-04EBF2FE3939}"/>
                    </a:ext>
                  </a:extLst>
                </p14:cNvPr>
                <p14:cNvContentPartPr/>
                <p14:nvPr/>
              </p14:nvContentPartPr>
              <p14:xfrm>
                <a:off x="10613710" y="2467560"/>
                <a:ext cx="126000" cy="20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D3F5F8D-6199-0953-96DC-04EBF2FE393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595710" y="2449560"/>
                  <a:ext cx="161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84CB0E7-EFCF-645B-260C-B4C94682472F}"/>
                    </a:ext>
                  </a:extLst>
                </p14:cNvPr>
                <p14:cNvContentPartPr/>
                <p14:nvPr/>
              </p14:nvContentPartPr>
              <p14:xfrm>
                <a:off x="10810630" y="2316720"/>
                <a:ext cx="126360" cy="373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84CB0E7-EFCF-645B-260C-B4C94682472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92990" y="2299080"/>
                  <a:ext cx="1620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460EB27-EFA2-48C9-19D4-2BCE91310EB6}"/>
                    </a:ext>
                  </a:extLst>
                </p14:cNvPr>
                <p14:cNvContentPartPr/>
                <p14:nvPr/>
              </p14:nvContentPartPr>
              <p14:xfrm>
                <a:off x="10787230" y="2904960"/>
                <a:ext cx="8640" cy="172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460EB27-EFA2-48C9-19D4-2BCE91310EB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69230" y="2886960"/>
                  <a:ext cx="44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8F2CC90-F8E6-DF28-277B-C6A56CEC6BFB}"/>
                    </a:ext>
                  </a:extLst>
                </p14:cNvPr>
                <p14:cNvContentPartPr/>
                <p14:nvPr/>
              </p14:nvContentPartPr>
              <p14:xfrm>
                <a:off x="10903510" y="2859240"/>
                <a:ext cx="136800" cy="213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8F2CC90-F8E6-DF28-277B-C6A56CEC6BF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885870" y="2841240"/>
                  <a:ext cx="172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6C1A511-314C-D9F6-68AB-7F03BBD77AA9}"/>
                    </a:ext>
                  </a:extLst>
                </p14:cNvPr>
                <p14:cNvContentPartPr/>
                <p14:nvPr/>
              </p14:nvContentPartPr>
              <p14:xfrm>
                <a:off x="11068030" y="1520400"/>
                <a:ext cx="334440" cy="15364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6C1A511-314C-D9F6-68AB-7F03BBD77AA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50390" y="1502760"/>
                  <a:ext cx="370080" cy="157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D99CC76D-50BF-C558-9C51-C17ACA8312DC}"/>
              </a:ext>
            </a:extLst>
          </p:cNvPr>
          <p:cNvGrpSpPr/>
          <p:nvPr/>
        </p:nvGrpSpPr>
        <p:grpSpPr>
          <a:xfrm>
            <a:off x="7171750" y="4036080"/>
            <a:ext cx="521640" cy="460080"/>
            <a:chOff x="7171750" y="4036080"/>
            <a:chExt cx="52164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E30D748-7A71-AABF-2E2F-DA7E2DBFCE6D}"/>
                    </a:ext>
                  </a:extLst>
                </p14:cNvPr>
                <p14:cNvContentPartPr/>
                <p14:nvPr/>
              </p14:nvContentPartPr>
              <p14:xfrm>
                <a:off x="7196590" y="4036440"/>
                <a:ext cx="28800" cy="282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E30D748-7A71-AABF-2E2F-DA7E2DBFCE6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178590" y="4018440"/>
                  <a:ext cx="644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AB64652-701B-953E-5350-96E20DA5A620}"/>
                    </a:ext>
                  </a:extLst>
                </p14:cNvPr>
                <p14:cNvContentPartPr/>
                <p14:nvPr/>
              </p14:nvContentPartPr>
              <p14:xfrm>
                <a:off x="7171750" y="4036080"/>
                <a:ext cx="212040" cy="272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AB64652-701B-953E-5350-96E20DA5A62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154110" y="4018080"/>
                  <a:ext cx="2476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3A03EA4-7C57-6EE2-DB1D-7BB986A95FBA}"/>
                    </a:ext>
                  </a:extLst>
                </p14:cNvPr>
                <p14:cNvContentPartPr/>
                <p14:nvPr/>
              </p14:nvContentPartPr>
              <p14:xfrm>
                <a:off x="7357150" y="4194120"/>
                <a:ext cx="180360" cy="302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3A03EA4-7C57-6EE2-DB1D-7BB986A95FB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339510" y="4176480"/>
                  <a:ext cx="216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1FD65CA-0153-E068-E4F5-1849D3824F9C}"/>
                    </a:ext>
                  </a:extLst>
                </p14:cNvPr>
                <p14:cNvContentPartPr/>
                <p14:nvPr/>
              </p14:nvContentPartPr>
              <p14:xfrm>
                <a:off x="7579630" y="4177560"/>
                <a:ext cx="113760" cy="1515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1FD65CA-0153-E068-E4F5-1849D3824F9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561990" y="4159920"/>
                  <a:ext cx="14940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03D6B1C0-F6C0-CC55-B18B-E72196AA48AB}"/>
              </a:ext>
            </a:extLst>
          </p:cNvPr>
          <p:cNvGrpSpPr/>
          <p:nvPr/>
        </p:nvGrpSpPr>
        <p:grpSpPr>
          <a:xfrm>
            <a:off x="9291790" y="3032400"/>
            <a:ext cx="137880" cy="83160"/>
            <a:chOff x="9291790" y="3032400"/>
            <a:chExt cx="13788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FAF1105-32C6-8B08-2874-DBA8D4ABA11F}"/>
                    </a:ext>
                  </a:extLst>
                </p14:cNvPr>
                <p14:cNvContentPartPr/>
                <p14:nvPr/>
              </p14:nvContentPartPr>
              <p14:xfrm>
                <a:off x="9291790" y="3032400"/>
                <a:ext cx="4320" cy="115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FAF1105-32C6-8B08-2874-DBA8D4ABA11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273790" y="3014400"/>
                  <a:ext cx="39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48141F0-8182-DF2E-3454-703C7FC4D3BE}"/>
                    </a:ext>
                  </a:extLst>
                </p14:cNvPr>
                <p14:cNvContentPartPr/>
                <p14:nvPr/>
              </p14:nvContentPartPr>
              <p14:xfrm>
                <a:off x="9427510" y="3098280"/>
                <a:ext cx="2160" cy="172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48141F0-8182-DF2E-3454-703C7FC4D3B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409510" y="3080640"/>
                  <a:ext cx="378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3748C5C-04E9-8470-DF32-4B6B9E4D6FA5}"/>
              </a:ext>
            </a:extLst>
          </p:cNvPr>
          <p:cNvGrpSpPr/>
          <p:nvPr/>
        </p:nvGrpSpPr>
        <p:grpSpPr>
          <a:xfrm>
            <a:off x="9141670" y="2536680"/>
            <a:ext cx="230400" cy="20160"/>
            <a:chOff x="9141670" y="2536680"/>
            <a:chExt cx="230400" cy="2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EE62C35-AEAF-9533-97BF-737D98550F0E}"/>
                    </a:ext>
                  </a:extLst>
                </p14:cNvPr>
                <p14:cNvContentPartPr/>
                <p14:nvPr/>
              </p14:nvContentPartPr>
              <p14:xfrm>
                <a:off x="9141670" y="2536680"/>
                <a:ext cx="10080" cy="151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EE62C35-AEAF-9533-97BF-737D98550F0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123670" y="2519040"/>
                  <a:ext cx="45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38F4B73-E2F7-4FBD-6A82-78DF1644519F}"/>
                    </a:ext>
                  </a:extLst>
                </p14:cNvPr>
                <p14:cNvContentPartPr/>
                <p14:nvPr/>
              </p14:nvContentPartPr>
              <p14:xfrm>
                <a:off x="9365950" y="2555760"/>
                <a:ext cx="6120" cy="1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38F4B73-E2F7-4FBD-6A82-78DF1644519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347950" y="2538120"/>
                  <a:ext cx="417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F02C7CD-0C30-F969-8E42-A40C7B99FDB8}"/>
              </a:ext>
            </a:extLst>
          </p:cNvPr>
          <p:cNvGrpSpPr/>
          <p:nvPr/>
        </p:nvGrpSpPr>
        <p:grpSpPr>
          <a:xfrm>
            <a:off x="7805350" y="3712440"/>
            <a:ext cx="1243080" cy="1420920"/>
            <a:chOff x="7805350" y="3712440"/>
            <a:chExt cx="1243080" cy="142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0C0DC0-3F4C-C764-CC48-094EB0E5C34E}"/>
                    </a:ext>
                  </a:extLst>
                </p14:cNvPr>
                <p14:cNvContentPartPr/>
                <p14:nvPr/>
              </p14:nvContentPartPr>
              <p14:xfrm>
                <a:off x="7813990" y="4114920"/>
                <a:ext cx="20880" cy="218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0C0DC0-3F4C-C764-CC48-094EB0E5C34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796350" y="4096920"/>
                  <a:ext cx="565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9247F53-8029-A5F7-3FB1-9A2552F73175}"/>
                    </a:ext>
                  </a:extLst>
                </p14:cNvPr>
                <p14:cNvContentPartPr/>
                <p14:nvPr/>
              </p14:nvContentPartPr>
              <p14:xfrm>
                <a:off x="7805350" y="4058040"/>
                <a:ext cx="129960" cy="247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9247F53-8029-A5F7-3FB1-9A2552F7317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787710" y="4040040"/>
                  <a:ext cx="1656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3112029-E16D-5C4E-3B26-A1834EA9F421}"/>
                    </a:ext>
                  </a:extLst>
                </p14:cNvPr>
                <p14:cNvContentPartPr/>
                <p14:nvPr/>
              </p14:nvContentPartPr>
              <p14:xfrm>
                <a:off x="7947910" y="4245960"/>
                <a:ext cx="101520" cy="201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3112029-E16D-5C4E-3B26-A1834EA9F42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930270" y="4227960"/>
                  <a:ext cx="1371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339CE80-6782-3287-6726-409B7E6052F7}"/>
                    </a:ext>
                  </a:extLst>
                </p14:cNvPr>
                <p14:cNvContentPartPr/>
                <p14:nvPr/>
              </p14:nvContentPartPr>
              <p14:xfrm>
                <a:off x="8104510" y="4221480"/>
                <a:ext cx="63720" cy="374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339CE80-6782-3287-6726-409B7E6052F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086510" y="4203840"/>
                  <a:ext cx="99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70ABC21-32EE-BA5D-D073-701A1DE767CF}"/>
                    </a:ext>
                  </a:extLst>
                </p14:cNvPr>
                <p14:cNvContentPartPr/>
                <p14:nvPr/>
              </p14:nvContentPartPr>
              <p14:xfrm>
                <a:off x="8252470" y="4099440"/>
                <a:ext cx="10080" cy="239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70ABC21-32EE-BA5D-D073-701A1DE767C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234830" y="4081800"/>
                  <a:ext cx="45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6955AB9-9604-D89B-4352-5DFBA3993765}"/>
                    </a:ext>
                  </a:extLst>
                </p14:cNvPr>
                <p14:cNvContentPartPr/>
                <p14:nvPr/>
              </p14:nvContentPartPr>
              <p14:xfrm>
                <a:off x="8236270" y="4078200"/>
                <a:ext cx="163080" cy="295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6955AB9-9604-D89B-4352-5DFBA399376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218630" y="4060560"/>
                  <a:ext cx="1987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F182641-E66A-85CC-9A64-357B513F3036}"/>
                    </a:ext>
                  </a:extLst>
                </p14:cNvPr>
                <p14:cNvContentPartPr/>
                <p14:nvPr/>
              </p14:nvContentPartPr>
              <p14:xfrm>
                <a:off x="8411950" y="4298880"/>
                <a:ext cx="128880" cy="156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F182641-E66A-85CC-9A64-357B513F303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393950" y="4281240"/>
                  <a:ext cx="164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9EF48B9-4C29-895E-8304-C67512723907}"/>
                    </a:ext>
                  </a:extLst>
                </p14:cNvPr>
                <p14:cNvContentPartPr/>
                <p14:nvPr/>
              </p14:nvContentPartPr>
              <p14:xfrm>
                <a:off x="8683030" y="3745920"/>
                <a:ext cx="276120" cy="1387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9EF48B9-4C29-895E-8304-C6751272390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665390" y="3727920"/>
                  <a:ext cx="311760" cy="14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9394145-6B89-93E5-BD9F-861322A71A0E}"/>
                    </a:ext>
                  </a:extLst>
                </p14:cNvPr>
                <p14:cNvContentPartPr/>
                <p14:nvPr/>
              </p14:nvContentPartPr>
              <p14:xfrm>
                <a:off x="9021070" y="3712440"/>
                <a:ext cx="27360" cy="2404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9394145-6B89-93E5-BD9F-861322A71A0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003070" y="3694800"/>
                  <a:ext cx="6300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817C7A4B-F1AC-0FFC-86B1-FDC5C9507EAD}"/>
                  </a:ext>
                </a:extLst>
              </p14:cNvPr>
              <p14:cNvContentPartPr/>
              <p14:nvPr/>
            </p14:nvContentPartPr>
            <p14:xfrm>
              <a:off x="9590950" y="3718560"/>
              <a:ext cx="38160" cy="2023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817C7A4B-F1AC-0FFC-86B1-FDC5C9507EAD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9572950" y="3700560"/>
                <a:ext cx="738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E36700D-E03F-8C0A-38F3-5A3E033E849C}"/>
                  </a:ext>
                </a:extLst>
              </p14:cNvPr>
              <p14:cNvContentPartPr/>
              <p14:nvPr/>
            </p14:nvContentPartPr>
            <p14:xfrm>
              <a:off x="10232830" y="3648000"/>
              <a:ext cx="23400" cy="2430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E36700D-E03F-8C0A-38F3-5A3E033E849C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10215190" y="3630360"/>
                <a:ext cx="590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5A45B507-DFBE-84B3-C133-5D7FC8DB82CB}"/>
                  </a:ext>
                </a:extLst>
              </p14:cNvPr>
              <p14:cNvContentPartPr/>
              <p14:nvPr/>
            </p14:nvContentPartPr>
            <p14:xfrm>
              <a:off x="9062830" y="4261440"/>
              <a:ext cx="150120" cy="1872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5A45B507-DFBE-84B3-C133-5D7FC8DB82CB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9044830" y="4243440"/>
                <a:ext cx="1857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B0DE5414-DF93-3DB9-D0AD-D76BE3ACB239}"/>
                  </a:ext>
                </a:extLst>
              </p14:cNvPr>
              <p14:cNvContentPartPr/>
              <p14:nvPr/>
            </p14:nvContentPartPr>
            <p14:xfrm>
              <a:off x="9535150" y="4221480"/>
              <a:ext cx="243360" cy="19008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B0DE5414-DF93-3DB9-D0AD-D76BE3ACB239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9517150" y="4203480"/>
                <a:ext cx="27900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8ACA40AF-E290-1367-8903-C6BDF20BAC5F}"/>
              </a:ext>
            </a:extLst>
          </p:cNvPr>
          <p:cNvGrpSpPr/>
          <p:nvPr/>
        </p:nvGrpSpPr>
        <p:grpSpPr>
          <a:xfrm>
            <a:off x="10110790" y="4091880"/>
            <a:ext cx="260280" cy="291600"/>
            <a:chOff x="10110790" y="4091880"/>
            <a:chExt cx="26028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BE5D9DD-F29A-53DF-B36E-65F1B8A8931E}"/>
                    </a:ext>
                  </a:extLst>
                </p14:cNvPr>
                <p14:cNvContentPartPr/>
                <p14:nvPr/>
              </p14:nvContentPartPr>
              <p14:xfrm>
                <a:off x="10110790" y="4162440"/>
                <a:ext cx="109080" cy="221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BE5D9DD-F29A-53DF-B36E-65F1B8A8931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092790" y="4144800"/>
                  <a:ext cx="144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627A7F9-5B0F-950A-43A0-E9CE4B2E2C72}"/>
                    </a:ext>
                  </a:extLst>
                </p14:cNvPr>
                <p14:cNvContentPartPr/>
                <p14:nvPr/>
              </p14:nvContentPartPr>
              <p14:xfrm>
                <a:off x="10187110" y="4091880"/>
                <a:ext cx="183960" cy="604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627A7F9-5B0F-950A-43A0-E9CE4B2E2C7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169470" y="4074240"/>
                  <a:ext cx="21960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3094830A-35CF-073E-AA6C-2417127A6EDF}"/>
              </a:ext>
            </a:extLst>
          </p:cNvPr>
          <p:cNvGrpSpPr/>
          <p:nvPr/>
        </p:nvGrpSpPr>
        <p:grpSpPr>
          <a:xfrm>
            <a:off x="9127270" y="4641960"/>
            <a:ext cx="1234080" cy="707760"/>
            <a:chOff x="9127270" y="4641960"/>
            <a:chExt cx="1234080" cy="70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5DD6FF5-2600-7EC3-6293-49B786B9A8CB}"/>
                    </a:ext>
                  </a:extLst>
                </p14:cNvPr>
                <p14:cNvContentPartPr/>
                <p14:nvPr/>
              </p14:nvContentPartPr>
              <p14:xfrm>
                <a:off x="9127270" y="4761480"/>
                <a:ext cx="160920" cy="1789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5DD6FF5-2600-7EC3-6293-49B786B9A8C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109270" y="4743480"/>
                  <a:ext cx="196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2FF2B3D-37F6-EE9D-AFAF-3069C59621CC}"/>
                    </a:ext>
                  </a:extLst>
                </p14:cNvPr>
                <p14:cNvContentPartPr/>
                <p14:nvPr/>
              </p14:nvContentPartPr>
              <p14:xfrm>
                <a:off x="9700390" y="4702800"/>
                <a:ext cx="142560" cy="153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2FF2B3D-37F6-EE9D-AFAF-3069C59621C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682390" y="4685160"/>
                  <a:ext cx="178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896510D-6471-B599-8769-BF88BC3FE699}"/>
                    </a:ext>
                  </a:extLst>
                </p14:cNvPr>
                <p14:cNvContentPartPr/>
                <p14:nvPr/>
              </p14:nvContentPartPr>
              <p14:xfrm>
                <a:off x="10170910" y="4641960"/>
                <a:ext cx="151200" cy="2001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896510D-6471-B599-8769-BF88BC3FE69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153270" y="4624320"/>
                  <a:ext cx="186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BBFD3D1-13E7-DC78-D062-21431C89572D}"/>
                    </a:ext>
                  </a:extLst>
                </p14:cNvPr>
                <p14:cNvContentPartPr/>
                <p14:nvPr/>
              </p14:nvContentPartPr>
              <p14:xfrm>
                <a:off x="9166150" y="4929960"/>
                <a:ext cx="1195200" cy="4197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BBFD3D1-13E7-DC78-D062-21431C89572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148150" y="4911960"/>
                  <a:ext cx="1230840" cy="45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F80F8D3-F195-C86B-78F3-DF42EE40FEE7}"/>
                  </a:ext>
                </a:extLst>
              </p14:cNvPr>
              <p14:cNvContentPartPr/>
              <p14:nvPr/>
            </p14:nvContentPartPr>
            <p14:xfrm>
              <a:off x="8694550" y="5639520"/>
              <a:ext cx="270000" cy="2613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F80F8D3-F195-C86B-78F3-DF42EE40FEE7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8676910" y="5621880"/>
                <a:ext cx="305640" cy="29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78C6407-C849-58E5-BEB0-C7CB15BA926B}"/>
              </a:ext>
            </a:extLst>
          </p:cNvPr>
          <p:cNvGrpSpPr/>
          <p:nvPr/>
        </p:nvGrpSpPr>
        <p:grpSpPr>
          <a:xfrm>
            <a:off x="7223230" y="5613240"/>
            <a:ext cx="1184400" cy="339120"/>
            <a:chOff x="7223230" y="5613240"/>
            <a:chExt cx="118440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7D32546-94E0-870D-7C7F-B52D668E74C8}"/>
                    </a:ext>
                  </a:extLst>
                </p14:cNvPr>
                <p14:cNvContentPartPr/>
                <p14:nvPr/>
              </p14:nvContentPartPr>
              <p14:xfrm>
                <a:off x="7234750" y="5626920"/>
                <a:ext cx="23400" cy="314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7D32546-94E0-870D-7C7F-B52D668E74C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217110" y="5609280"/>
                  <a:ext cx="590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61BDFAF-CE98-6337-9B33-33A2B2F5598D}"/>
                    </a:ext>
                  </a:extLst>
                </p14:cNvPr>
                <p14:cNvContentPartPr/>
                <p14:nvPr/>
              </p14:nvContentPartPr>
              <p14:xfrm>
                <a:off x="7223230" y="5613240"/>
                <a:ext cx="208440" cy="318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61BDFAF-CE98-6337-9B33-33A2B2F5598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205230" y="5595600"/>
                  <a:ext cx="244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65FC5F3-2BD3-EEEF-B39A-8A7CBD5E05E6}"/>
                    </a:ext>
                  </a:extLst>
                </p14:cNvPr>
                <p14:cNvContentPartPr/>
                <p14:nvPr/>
              </p14:nvContentPartPr>
              <p14:xfrm>
                <a:off x="7409350" y="5779920"/>
                <a:ext cx="145080" cy="147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65FC5F3-2BD3-EEEF-B39A-8A7CBD5E05E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391710" y="5761920"/>
                  <a:ext cx="180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0DA460D-7218-03B0-BAF2-07E8A03075B5}"/>
                    </a:ext>
                  </a:extLst>
                </p14:cNvPr>
                <p14:cNvContentPartPr/>
                <p14:nvPr/>
              </p14:nvContentPartPr>
              <p14:xfrm>
                <a:off x="7596910" y="5792880"/>
                <a:ext cx="129240" cy="1249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0DA460D-7218-03B0-BAF2-07E8A03075B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579270" y="5774880"/>
                  <a:ext cx="164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34F190A-84FC-0DD5-9D8A-FE4ED264A740}"/>
                    </a:ext>
                  </a:extLst>
                </p14:cNvPr>
                <p14:cNvContentPartPr/>
                <p14:nvPr/>
              </p14:nvContentPartPr>
              <p14:xfrm>
                <a:off x="7828390" y="5656800"/>
                <a:ext cx="9360" cy="281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34F190A-84FC-0DD5-9D8A-FE4ED264A74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810390" y="5638800"/>
                  <a:ext cx="45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39887E4-A39B-02B5-131D-726D9C40B012}"/>
                    </a:ext>
                  </a:extLst>
                </p14:cNvPr>
                <p14:cNvContentPartPr/>
                <p14:nvPr/>
              </p14:nvContentPartPr>
              <p14:xfrm>
                <a:off x="7804990" y="5719800"/>
                <a:ext cx="245880" cy="2325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39887E4-A39B-02B5-131D-726D9C40B01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787350" y="5701800"/>
                  <a:ext cx="281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88B2F04-1EBA-A093-779A-5BB2CAB8A8F4}"/>
                    </a:ext>
                  </a:extLst>
                </p14:cNvPr>
                <p14:cNvContentPartPr/>
                <p14:nvPr/>
              </p14:nvContentPartPr>
              <p14:xfrm>
                <a:off x="8232670" y="5764800"/>
                <a:ext cx="81720" cy="298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88B2F04-1EBA-A093-779A-5BB2CAB8A8F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15030" y="5746800"/>
                  <a:ext cx="117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494E949-5E5C-7FC8-747C-80698FA699B3}"/>
                    </a:ext>
                  </a:extLst>
                </p14:cNvPr>
                <p14:cNvContentPartPr/>
                <p14:nvPr/>
              </p14:nvContentPartPr>
              <p14:xfrm>
                <a:off x="8229430" y="5822400"/>
                <a:ext cx="178200" cy="511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494E949-5E5C-7FC8-747C-80698FA699B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211430" y="5804760"/>
                  <a:ext cx="213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1027ED2-5E72-6C57-3771-A2033D2A9B3E}"/>
                    </a:ext>
                  </a:extLst>
                </p14:cNvPr>
                <p14:cNvContentPartPr/>
                <p14:nvPr/>
              </p14:nvContentPartPr>
              <p14:xfrm>
                <a:off x="8067790" y="5622240"/>
                <a:ext cx="58320" cy="318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1027ED2-5E72-6C57-3771-A2033D2A9B3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049790" y="5604600"/>
                  <a:ext cx="93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F86F660-4AF3-0C0C-DD08-53611CF652BD}"/>
                    </a:ext>
                  </a:extLst>
                </p14:cNvPr>
                <p14:cNvContentPartPr/>
                <p14:nvPr/>
              </p14:nvContentPartPr>
              <p14:xfrm>
                <a:off x="8101270" y="5619720"/>
                <a:ext cx="107640" cy="297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F86F660-4AF3-0C0C-DD08-53611CF652B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083270" y="5601720"/>
                  <a:ext cx="1432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6711DB3-3B87-FF39-60F0-94E3D48537FC}"/>
                    </a:ext>
                  </a:extLst>
                </p14:cNvPr>
                <p14:cNvContentPartPr/>
                <p14:nvPr/>
              </p14:nvContentPartPr>
              <p14:xfrm>
                <a:off x="8058430" y="5808000"/>
                <a:ext cx="72720" cy="298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6711DB3-3B87-FF39-60F0-94E3D48537F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040430" y="5790000"/>
                  <a:ext cx="1083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AA8B004A-F853-C620-462E-D26698B61AF2}"/>
              </a:ext>
            </a:extLst>
          </p:cNvPr>
          <p:cNvGrpSpPr/>
          <p:nvPr/>
        </p:nvGrpSpPr>
        <p:grpSpPr>
          <a:xfrm>
            <a:off x="7186510" y="6213720"/>
            <a:ext cx="1151280" cy="329400"/>
            <a:chOff x="7186510" y="6213720"/>
            <a:chExt cx="115128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82FA9E9-21FC-97C3-38C6-FD153588A3F9}"/>
                    </a:ext>
                  </a:extLst>
                </p14:cNvPr>
                <p14:cNvContentPartPr/>
                <p14:nvPr/>
              </p14:nvContentPartPr>
              <p14:xfrm>
                <a:off x="7226470" y="6292200"/>
                <a:ext cx="10800" cy="240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82FA9E9-21FC-97C3-38C6-FD153588A3F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208830" y="6274200"/>
                  <a:ext cx="46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F27B17B-580E-A7DF-E83B-E8D9B9701981}"/>
                    </a:ext>
                  </a:extLst>
                </p14:cNvPr>
                <p14:cNvContentPartPr/>
                <p14:nvPr/>
              </p14:nvContentPartPr>
              <p14:xfrm>
                <a:off x="7186510" y="6241800"/>
                <a:ext cx="181800" cy="3013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F27B17B-580E-A7DF-E83B-E8D9B970198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168870" y="6224160"/>
                  <a:ext cx="2174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C55FF41-E8E6-FC96-F6D9-B8A000F68686}"/>
                    </a:ext>
                  </a:extLst>
                </p14:cNvPr>
                <p14:cNvContentPartPr/>
                <p14:nvPr/>
              </p14:nvContentPartPr>
              <p14:xfrm>
                <a:off x="7392790" y="6359880"/>
                <a:ext cx="127440" cy="155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C55FF41-E8E6-FC96-F6D9-B8A000F6868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375150" y="6341880"/>
                  <a:ext cx="163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5CCF580-5DEF-69DB-68C6-56F674708598}"/>
                    </a:ext>
                  </a:extLst>
                </p14:cNvPr>
                <p14:cNvContentPartPr/>
                <p14:nvPr/>
              </p14:nvContentPartPr>
              <p14:xfrm>
                <a:off x="7624630" y="6347280"/>
                <a:ext cx="141480" cy="1544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5CCF580-5DEF-69DB-68C6-56F67470859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606990" y="6329640"/>
                  <a:ext cx="177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CA85B01-E9CE-4713-5889-9EEA3DC8A111}"/>
                    </a:ext>
                  </a:extLst>
                </p14:cNvPr>
                <p14:cNvContentPartPr/>
                <p14:nvPr/>
              </p14:nvContentPartPr>
              <p14:xfrm>
                <a:off x="7890310" y="6213720"/>
                <a:ext cx="16560" cy="2610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CA85B01-E9CE-4713-5889-9EEA3DC8A11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872310" y="6195720"/>
                  <a:ext cx="522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E92B985-82B4-2B10-6A41-FC438896F7DB}"/>
                    </a:ext>
                  </a:extLst>
                </p14:cNvPr>
                <p14:cNvContentPartPr/>
                <p14:nvPr/>
              </p14:nvContentPartPr>
              <p14:xfrm>
                <a:off x="7863670" y="6264480"/>
                <a:ext cx="223560" cy="227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E92B985-82B4-2B10-6A41-FC438896F7D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845670" y="6246480"/>
                  <a:ext cx="2592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83C3A71-62AE-52F5-28EF-1042F14BA430}"/>
                    </a:ext>
                  </a:extLst>
                </p14:cNvPr>
                <p14:cNvContentPartPr/>
                <p14:nvPr/>
              </p14:nvContentPartPr>
              <p14:xfrm>
                <a:off x="8177590" y="6247560"/>
                <a:ext cx="160200" cy="2336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83C3A71-62AE-52F5-28EF-1042F14BA43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159590" y="6229920"/>
                  <a:ext cx="19584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1C0D63B3-09B0-B84E-9FDB-7A6A41C3A8A5}"/>
                  </a:ext>
                </a:extLst>
              </p14:cNvPr>
              <p14:cNvContentPartPr/>
              <p14:nvPr/>
            </p14:nvContentPartPr>
            <p14:xfrm>
              <a:off x="9254710" y="5061720"/>
              <a:ext cx="2089440" cy="49176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1C0D63B3-09B0-B84E-9FDB-7A6A41C3A8A5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9236710" y="5044080"/>
                <a:ext cx="2125080" cy="52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oup 274">
            <a:extLst>
              <a:ext uri="{FF2B5EF4-FFF2-40B4-BE49-F238E27FC236}">
                <a16:creationId xmlns:a16="http://schemas.microsoft.com/office/drawing/2014/main" id="{D3F43B71-DC57-071C-4F22-C313228F3B7F}"/>
              </a:ext>
            </a:extLst>
          </p:cNvPr>
          <p:cNvGrpSpPr/>
          <p:nvPr/>
        </p:nvGrpSpPr>
        <p:grpSpPr>
          <a:xfrm>
            <a:off x="8709670" y="6148920"/>
            <a:ext cx="695880" cy="290160"/>
            <a:chOff x="8709670" y="6148920"/>
            <a:chExt cx="695880" cy="29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615C9A9-447F-A9BE-D68F-36E40CDC1E18}"/>
                    </a:ext>
                  </a:extLst>
                </p14:cNvPr>
                <p14:cNvContentPartPr/>
                <p14:nvPr/>
              </p14:nvContentPartPr>
              <p14:xfrm>
                <a:off x="8771950" y="6283920"/>
                <a:ext cx="100800" cy="29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615C9A9-447F-A9BE-D68F-36E40CDC1E1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753950" y="6265920"/>
                  <a:ext cx="136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EDA7826-FF23-B5A6-B1E2-1D06914D8E3D}"/>
                    </a:ext>
                  </a:extLst>
                </p14:cNvPr>
                <p14:cNvContentPartPr/>
                <p14:nvPr/>
              </p14:nvContentPartPr>
              <p14:xfrm>
                <a:off x="8709670" y="6353400"/>
                <a:ext cx="227160" cy="74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EDA7826-FF23-B5A6-B1E2-1D06914D8E3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692030" y="6335400"/>
                  <a:ext cx="262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3FCF8A3-C977-4291-70F3-ACC3AEE34A96}"/>
                    </a:ext>
                  </a:extLst>
                </p14:cNvPr>
                <p14:cNvContentPartPr/>
                <p14:nvPr/>
              </p14:nvContentPartPr>
              <p14:xfrm>
                <a:off x="9073630" y="6148920"/>
                <a:ext cx="331920" cy="290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3FCF8A3-C977-4291-70F3-ACC3AEE34A9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055990" y="6130920"/>
                  <a:ext cx="36756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953C8BC-0D8A-1723-43D0-65626EB0A2F8}"/>
              </a:ext>
            </a:extLst>
          </p:cNvPr>
          <p:cNvGrpSpPr/>
          <p:nvPr/>
        </p:nvGrpSpPr>
        <p:grpSpPr>
          <a:xfrm>
            <a:off x="9845794" y="5412720"/>
            <a:ext cx="2352276" cy="1698120"/>
            <a:chOff x="9845794" y="5412720"/>
            <a:chExt cx="2352276" cy="16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2461918-7ED4-2FD9-3772-BF716910E89C}"/>
                    </a:ext>
                  </a:extLst>
                </p14:cNvPr>
                <p14:cNvContentPartPr/>
                <p14:nvPr/>
              </p14:nvContentPartPr>
              <p14:xfrm>
                <a:off x="9961750" y="5608200"/>
                <a:ext cx="282600" cy="3373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2461918-7ED4-2FD9-3772-BF716910E89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943750" y="5590560"/>
                  <a:ext cx="3182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C58703F-70CC-1F6E-25F6-A7B02B8AE016}"/>
                    </a:ext>
                  </a:extLst>
                </p14:cNvPr>
                <p14:cNvContentPartPr/>
                <p14:nvPr/>
              </p14:nvContentPartPr>
              <p14:xfrm>
                <a:off x="10246510" y="5711880"/>
                <a:ext cx="143280" cy="1602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C58703F-70CC-1F6E-25F6-A7B02B8AE01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228510" y="5693880"/>
                  <a:ext cx="178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FD2E64A-24C6-4043-5C8E-5CA3173D57B7}"/>
                    </a:ext>
                  </a:extLst>
                </p14:cNvPr>
                <p14:cNvContentPartPr/>
                <p14:nvPr/>
              </p14:nvContentPartPr>
              <p14:xfrm>
                <a:off x="10422550" y="5716200"/>
                <a:ext cx="195120" cy="1238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FD2E64A-24C6-4043-5C8E-5CA3173D57B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404550" y="5698560"/>
                  <a:ext cx="230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6131FF4-FD24-E47B-5C85-4944F43481EE}"/>
                    </a:ext>
                  </a:extLst>
                </p14:cNvPr>
                <p14:cNvContentPartPr/>
                <p14:nvPr/>
              </p14:nvContentPartPr>
              <p14:xfrm>
                <a:off x="10695430" y="5586960"/>
                <a:ext cx="16560" cy="2181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6131FF4-FD24-E47B-5C85-4944F43481E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677790" y="5569320"/>
                  <a:ext cx="522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620A9BE-0822-962F-FD28-68D9CA10BEE3}"/>
                    </a:ext>
                  </a:extLst>
                </p14:cNvPr>
                <p14:cNvContentPartPr/>
                <p14:nvPr/>
              </p14:nvContentPartPr>
              <p14:xfrm>
                <a:off x="10738270" y="5612880"/>
                <a:ext cx="200880" cy="158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620A9BE-0822-962F-FD28-68D9CA10BEE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720630" y="5595240"/>
                  <a:ext cx="236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84F6738-F68F-4236-7FDA-B65C588A9281}"/>
                    </a:ext>
                  </a:extLst>
                </p14:cNvPr>
                <p14:cNvContentPartPr/>
                <p14:nvPr/>
              </p14:nvContentPartPr>
              <p14:xfrm>
                <a:off x="11059390" y="5635920"/>
                <a:ext cx="180000" cy="374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84F6738-F68F-4236-7FDA-B65C588A928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041390" y="5617920"/>
                  <a:ext cx="215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B6C2A52-15AD-4298-74EB-A575670F9205}"/>
                    </a:ext>
                  </a:extLst>
                </p14:cNvPr>
                <p14:cNvContentPartPr/>
                <p14:nvPr/>
              </p14:nvContentPartPr>
              <p14:xfrm>
                <a:off x="11096110" y="5736720"/>
                <a:ext cx="106560" cy="338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B6C2A52-15AD-4298-74EB-A575670F920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078110" y="5718720"/>
                  <a:ext cx="142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4E749B6-F7F6-98BA-9397-200F2C8C08E8}"/>
                    </a:ext>
                  </a:extLst>
                </p14:cNvPr>
                <p14:cNvContentPartPr/>
                <p14:nvPr/>
              </p14:nvContentPartPr>
              <p14:xfrm>
                <a:off x="11094310" y="5545920"/>
                <a:ext cx="76680" cy="4294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4E749B6-F7F6-98BA-9397-200F2C8C08E8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076670" y="5528280"/>
                  <a:ext cx="11232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233DF8C-36CC-5746-D3EA-C2D2D13F8000}"/>
                    </a:ext>
                  </a:extLst>
                </p14:cNvPr>
                <p14:cNvContentPartPr/>
                <p14:nvPr/>
              </p14:nvContentPartPr>
              <p14:xfrm>
                <a:off x="10930870" y="5541240"/>
                <a:ext cx="123120" cy="2822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233DF8C-36CC-5746-D3EA-C2D2D13F800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912870" y="5523240"/>
                  <a:ext cx="158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C7BF701-C5D0-8668-6B98-BA86A0133AF9}"/>
                    </a:ext>
                  </a:extLst>
                </p14:cNvPr>
                <p14:cNvContentPartPr/>
                <p14:nvPr/>
              </p14:nvContentPartPr>
              <p14:xfrm>
                <a:off x="10938790" y="5683800"/>
                <a:ext cx="122760" cy="532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C7BF701-C5D0-8668-6B98-BA86A0133AF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921150" y="5666160"/>
                  <a:ext cx="158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904F01A-ADE1-3538-E900-7BE94220FD18}"/>
                    </a:ext>
                  </a:extLst>
                </p14:cNvPr>
                <p14:cNvContentPartPr/>
                <p14:nvPr/>
              </p14:nvContentPartPr>
              <p14:xfrm>
                <a:off x="11388430" y="5435040"/>
                <a:ext cx="154440" cy="284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904F01A-ADE1-3538-E900-7BE94220FD1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370430" y="5417040"/>
                  <a:ext cx="1900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5897671-C176-A861-8419-9D21B6D84AF6}"/>
                    </a:ext>
                  </a:extLst>
                </p14:cNvPr>
                <p14:cNvContentPartPr/>
                <p14:nvPr/>
              </p14:nvContentPartPr>
              <p14:xfrm>
                <a:off x="11528110" y="5551680"/>
                <a:ext cx="133920" cy="1418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5897671-C176-A861-8419-9D21B6D84AF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510110" y="5533680"/>
                  <a:ext cx="169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092025E-345B-77F7-ACD1-072F64CDB2C9}"/>
                    </a:ext>
                  </a:extLst>
                </p14:cNvPr>
                <p14:cNvContentPartPr/>
                <p14:nvPr/>
              </p14:nvContentPartPr>
              <p14:xfrm>
                <a:off x="11697670" y="5553480"/>
                <a:ext cx="152280" cy="106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092025E-345B-77F7-ACD1-072F64CDB2C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679670" y="5535480"/>
                  <a:ext cx="187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CBEAB28-CD74-8768-BB4A-3CDE6002453E}"/>
                    </a:ext>
                  </a:extLst>
                </p14:cNvPr>
                <p14:cNvContentPartPr/>
                <p14:nvPr/>
              </p14:nvContentPartPr>
              <p14:xfrm>
                <a:off x="11929870" y="5412720"/>
                <a:ext cx="21240" cy="2419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CBEAB28-CD74-8768-BB4A-3CDE6002453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912230" y="5395080"/>
                  <a:ext cx="568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9BC8DAA-28A3-EB35-08CF-292EEB2F5338}"/>
                    </a:ext>
                  </a:extLst>
                </p14:cNvPr>
                <p14:cNvContentPartPr/>
                <p14:nvPr/>
              </p14:nvContentPartPr>
              <p14:xfrm>
                <a:off x="11937790" y="5463840"/>
                <a:ext cx="117000" cy="1666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9BC8DAA-28A3-EB35-08CF-292EEB2F533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920150" y="5446200"/>
                  <a:ext cx="152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CE0042D-8AE8-0ED0-D701-624601EC8436}"/>
                    </a:ext>
                  </a:extLst>
                </p14:cNvPr>
                <p14:cNvContentPartPr/>
                <p14:nvPr/>
              </p14:nvContentPartPr>
              <p14:xfrm>
                <a:off x="12091150" y="5442960"/>
                <a:ext cx="106920" cy="2084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CE0042D-8AE8-0ED0-D701-624601EC843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2073510" y="5425320"/>
                  <a:ext cx="142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A60047C-469F-24CD-57A1-DCFBC9C2520E}"/>
                    </a:ext>
                  </a:extLst>
                </p14:cNvPr>
                <p14:cNvContentPartPr/>
                <p14:nvPr/>
              </p14:nvContentPartPr>
              <p14:xfrm>
                <a:off x="9845794" y="6218400"/>
                <a:ext cx="167040" cy="1126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A60047C-469F-24CD-57A1-DCFBC9C2520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827794" y="6200400"/>
                  <a:ext cx="202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1ABCDF2-6AFA-AF8E-E525-43D0A5B3F434}"/>
                    </a:ext>
                  </a:extLst>
                </p14:cNvPr>
                <p14:cNvContentPartPr/>
                <p14:nvPr/>
              </p14:nvContentPartPr>
              <p14:xfrm>
                <a:off x="9865594" y="6295800"/>
                <a:ext cx="273600" cy="2386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1ABCDF2-6AFA-AF8E-E525-43D0A5B3F43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847954" y="6278160"/>
                  <a:ext cx="3092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6A6C2AD-6D1C-29B6-AA14-9D2E13A4C491}"/>
                    </a:ext>
                  </a:extLst>
                </p14:cNvPr>
                <p14:cNvContentPartPr/>
                <p14:nvPr/>
              </p14:nvContentPartPr>
              <p14:xfrm>
                <a:off x="10188874" y="6295800"/>
                <a:ext cx="393840" cy="2030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6A6C2AD-6D1C-29B6-AA14-9D2E13A4C49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171234" y="6277800"/>
                  <a:ext cx="429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9AF9F12-5540-EB30-1143-68D08728D0AF}"/>
                    </a:ext>
                  </a:extLst>
                </p14:cNvPr>
                <p14:cNvContentPartPr/>
                <p14:nvPr/>
              </p14:nvContentPartPr>
              <p14:xfrm>
                <a:off x="10632034" y="6249720"/>
                <a:ext cx="81000" cy="1501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9AF9F12-5540-EB30-1143-68D08728D0A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614394" y="6232080"/>
                  <a:ext cx="116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EC28713-701A-909C-4877-88DE4BBDF66D}"/>
                    </a:ext>
                  </a:extLst>
                </p14:cNvPr>
                <p14:cNvContentPartPr/>
                <p14:nvPr/>
              </p14:nvContentPartPr>
              <p14:xfrm>
                <a:off x="10775314" y="6239640"/>
                <a:ext cx="34920" cy="1242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EC28713-701A-909C-4877-88DE4BBDF66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757314" y="6222000"/>
                  <a:ext cx="70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4D45932-8F24-4A1E-376F-189BBDCCD078}"/>
                    </a:ext>
                  </a:extLst>
                </p14:cNvPr>
                <p14:cNvContentPartPr/>
                <p14:nvPr/>
              </p14:nvContentPartPr>
              <p14:xfrm>
                <a:off x="10775314" y="6123720"/>
                <a:ext cx="61200" cy="417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4D45932-8F24-4A1E-376F-189BBDCCD07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757314" y="6106080"/>
                  <a:ext cx="96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7D96CD5-0BAB-1A9B-73B2-B355C9610961}"/>
                    </a:ext>
                  </a:extLst>
                </p14:cNvPr>
                <p14:cNvContentPartPr/>
                <p14:nvPr/>
              </p14:nvContentPartPr>
              <p14:xfrm>
                <a:off x="10860994" y="6231000"/>
                <a:ext cx="86400" cy="1566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7D96CD5-0BAB-1A9B-73B2-B355C961096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843354" y="6213360"/>
                  <a:ext cx="122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B38DA65-82C8-74B4-6DA9-B310BC8D6C70}"/>
                    </a:ext>
                  </a:extLst>
                </p14:cNvPr>
                <p14:cNvContentPartPr/>
                <p14:nvPr/>
              </p14:nvContentPartPr>
              <p14:xfrm>
                <a:off x="11042794" y="5993760"/>
                <a:ext cx="110520" cy="3146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B38DA65-82C8-74B4-6DA9-B310BC8D6C7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025154" y="5975760"/>
                  <a:ext cx="1461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337CBC4-B297-8E92-3668-D25C2DD84CBF}"/>
                    </a:ext>
                  </a:extLst>
                </p14:cNvPr>
                <p14:cNvContentPartPr/>
                <p14:nvPr/>
              </p14:nvContentPartPr>
              <p14:xfrm>
                <a:off x="10998154" y="6081960"/>
                <a:ext cx="99720" cy="525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337CBC4-B297-8E92-3668-D25C2DD84CB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980154" y="6064320"/>
                  <a:ext cx="1353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2548120-F2BC-7BD0-3FE0-2990C068F4D2}"/>
                    </a:ext>
                  </a:extLst>
                </p14:cNvPr>
                <p14:cNvContentPartPr/>
                <p14:nvPr/>
              </p14:nvContentPartPr>
              <p14:xfrm>
                <a:off x="11145754" y="6090600"/>
                <a:ext cx="433080" cy="1760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2548120-F2BC-7BD0-3FE0-2990C068F4D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128114" y="6072600"/>
                  <a:ext cx="4687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2F7A958-B405-8F10-53AC-18892EE6CC21}"/>
                    </a:ext>
                  </a:extLst>
                </p14:cNvPr>
                <p14:cNvContentPartPr/>
                <p14:nvPr/>
              </p14:nvContentPartPr>
              <p14:xfrm>
                <a:off x="11552914" y="5879640"/>
                <a:ext cx="85680" cy="2588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2F7A958-B405-8F10-53AC-18892EE6CC2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535274" y="5861640"/>
                  <a:ext cx="1213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DAFF4B4-04D5-1B13-10CA-9584F47A7181}"/>
                    </a:ext>
                  </a:extLst>
                </p14:cNvPr>
                <p14:cNvContentPartPr/>
                <p14:nvPr/>
              </p14:nvContentPartPr>
              <p14:xfrm>
                <a:off x="11447434" y="5953440"/>
                <a:ext cx="204840" cy="298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DAFF4B4-04D5-1B13-10CA-9584F47A718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1429434" y="5935440"/>
                  <a:ext cx="240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931C68F-B8B3-E7F5-D8A3-C59EFCF47DCE}"/>
                    </a:ext>
                  </a:extLst>
                </p14:cNvPr>
                <p14:cNvContentPartPr/>
                <p14:nvPr/>
              </p14:nvContentPartPr>
              <p14:xfrm>
                <a:off x="10432954" y="6377520"/>
                <a:ext cx="1149840" cy="5270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931C68F-B8B3-E7F5-D8A3-C59EFCF47DC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415314" y="6359520"/>
                  <a:ext cx="118548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1C06ED5F-4536-75CB-A533-7484CAB0C93E}"/>
                    </a:ext>
                  </a:extLst>
                </p14:cNvPr>
                <p14:cNvContentPartPr/>
                <p14:nvPr/>
              </p14:nvContentPartPr>
              <p14:xfrm>
                <a:off x="10931914" y="6392640"/>
                <a:ext cx="136440" cy="154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1C06ED5F-4536-75CB-A533-7484CAB0C93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913914" y="6375000"/>
                  <a:ext cx="172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791063F-06E0-822B-7E6D-313C394CA6FB}"/>
                    </a:ext>
                  </a:extLst>
                </p14:cNvPr>
                <p14:cNvContentPartPr/>
                <p14:nvPr/>
              </p14:nvContentPartPr>
              <p14:xfrm>
                <a:off x="11146114" y="6621240"/>
                <a:ext cx="330840" cy="4896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791063F-06E0-822B-7E6D-313C394CA6F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128474" y="6603240"/>
                  <a:ext cx="36648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D127F28-78E8-8728-B9DA-4153431DFDD5}"/>
                    </a:ext>
                  </a:extLst>
                </p14:cNvPr>
                <p14:cNvContentPartPr/>
                <p14:nvPr/>
              </p14:nvContentPartPr>
              <p14:xfrm>
                <a:off x="11578834" y="6603113"/>
                <a:ext cx="260640" cy="3891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D127F28-78E8-8728-B9DA-4153431DFDD5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560834" y="6585113"/>
                  <a:ext cx="2962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45D0FDC-8A40-D253-299E-1F0F144B8F1F}"/>
                    </a:ext>
                  </a:extLst>
                </p14:cNvPr>
                <p14:cNvContentPartPr/>
                <p14:nvPr/>
              </p14:nvContentPartPr>
              <p14:xfrm>
                <a:off x="11906074" y="6554873"/>
                <a:ext cx="156240" cy="1897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45D0FDC-8A40-D253-299E-1F0F144B8F1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1888074" y="6537233"/>
                  <a:ext cx="191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BB3E8EA-794F-97F1-0799-73554640AADD}"/>
                    </a:ext>
                  </a:extLst>
                </p14:cNvPr>
                <p14:cNvContentPartPr/>
                <p14:nvPr/>
              </p14:nvContentPartPr>
              <p14:xfrm>
                <a:off x="12118114" y="6517433"/>
                <a:ext cx="68760" cy="1699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BB3E8EA-794F-97F1-0799-73554640AAD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2100474" y="6499793"/>
                  <a:ext cx="10440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9B5CF8AC-6DFF-07F0-89C3-F6D03E6776C8}"/>
              </a:ext>
            </a:extLst>
          </p:cNvPr>
          <p:cNvGrpSpPr/>
          <p:nvPr/>
        </p:nvGrpSpPr>
        <p:grpSpPr>
          <a:xfrm>
            <a:off x="10687870" y="3421200"/>
            <a:ext cx="1192644" cy="1767473"/>
            <a:chOff x="10687870" y="3421200"/>
            <a:chExt cx="1192644" cy="176747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D05D741-F41C-9656-0D7C-CC5D24617AF9}"/>
                    </a:ext>
                  </a:extLst>
                </p14:cNvPr>
                <p14:cNvContentPartPr/>
                <p14:nvPr/>
              </p14:nvContentPartPr>
              <p14:xfrm>
                <a:off x="10687870" y="3611640"/>
                <a:ext cx="5400" cy="28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D05D741-F41C-9656-0D7C-CC5D24617AF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670230" y="3594000"/>
                  <a:ext cx="410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A7CFA0C-9D65-9C36-F5F7-36772106BE51}"/>
                    </a:ext>
                  </a:extLst>
                </p14:cNvPr>
                <p14:cNvContentPartPr/>
                <p14:nvPr/>
              </p14:nvContentPartPr>
              <p14:xfrm>
                <a:off x="10712350" y="3795600"/>
                <a:ext cx="5400" cy="244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A7CFA0C-9D65-9C36-F5F7-36772106BE5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694350" y="3777960"/>
                  <a:ext cx="41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A720903-889A-6C26-E7C5-53E2BFE46AEE}"/>
                    </a:ext>
                  </a:extLst>
                </p14:cNvPr>
                <p14:cNvContentPartPr/>
                <p14:nvPr/>
              </p14:nvContentPartPr>
              <p14:xfrm>
                <a:off x="11066590" y="3653760"/>
                <a:ext cx="109440" cy="32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A720903-889A-6C26-E7C5-53E2BFE46AE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048590" y="3636120"/>
                  <a:ext cx="1450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442CF04-9DC1-E8BA-6462-4E3FC5BE27F3}"/>
                    </a:ext>
                  </a:extLst>
                </p14:cNvPr>
                <p14:cNvContentPartPr/>
                <p14:nvPr/>
              </p14:nvContentPartPr>
              <p14:xfrm>
                <a:off x="11197270" y="3533160"/>
                <a:ext cx="162720" cy="2718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442CF04-9DC1-E8BA-6462-4E3FC5BE27F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179270" y="3515160"/>
                  <a:ext cx="198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23B5B09-A0E5-14E9-5FCF-CF872181602A}"/>
                    </a:ext>
                  </a:extLst>
                </p14:cNvPr>
                <p14:cNvContentPartPr/>
                <p14:nvPr/>
              </p14:nvContentPartPr>
              <p14:xfrm>
                <a:off x="10699390" y="4186920"/>
                <a:ext cx="5400" cy="21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23B5B09-A0E5-14E9-5FCF-CF872181602A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681750" y="4169280"/>
                  <a:ext cx="41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9DFDD26-9076-025E-56AF-603A91AD712E}"/>
                    </a:ext>
                  </a:extLst>
                </p14:cNvPr>
                <p14:cNvContentPartPr/>
                <p14:nvPr/>
              </p14:nvContentPartPr>
              <p14:xfrm>
                <a:off x="10702270" y="4331280"/>
                <a:ext cx="18000" cy="360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9DFDD26-9076-025E-56AF-603A91AD712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684630" y="4313280"/>
                  <a:ext cx="536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F24AA03-6095-7FA9-2CCE-900C4F9A9775}"/>
                    </a:ext>
                  </a:extLst>
                </p14:cNvPr>
                <p14:cNvContentPartPr/>
                <p14:nvPr/>
              </p14:nvContentPartPr>
              <p14:xfrm>
                <a:off x="10956430" y="4200600"/>
                <a:ext cx="84240" cy="345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F24AA03-6095-7FA9-2CCE-900C4F9A977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938430" y="4182960"/>
                  <a:ext cx="119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5A7D5DE-2E94-B406-8800-D45C7BB09FF0}"/>
                    </a:ext>
                  </a:extLst>
                </p14:cNvPr>
                <p14:cNvContentPartPr/>
                <p14:nvPr/>
              </p14:nvContentPartPr>
              <p14:xfrm>
                <a:off x="11191870" y="4050480"/>
                <a:ext cx="176760" cy="2559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5A7D5DE-2E94-B406-8800-D45C7BB09FF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174230" y="4032840"/>
                  <a:ext cx="212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A577D89-BCFB-D5F5-156E-77E716E58B82}"/>
                    </a:ext>
                  </a:extLst>
                </p14:cNvPr>
                <p14:cNvContentPartPr/>
                <p14:nvPr/>
              </p14:nvContentPartPr>
              <p14:xfrm>
                <a:off x="10798750" y="4704600"/>
                <a:ext cx="2520" cy="356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A577D89-BCFB-D5F5-156E-77E716E58B8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780750" y="4686600"/>
                  <a:ext cx="38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2BB4F44-D8EE-2E9D-B463-21C1E97D3CAB}"/>
                    </a:ext>
                  </a:extLst>
                </p14:cNvPr>
                <p14:cNvContentPartPr/>
                <p14:nvPr/>
              </p14:nvContentPartPr>
              <p14:xfrm>
                <a:off x="10758790" y="4887120"/>
                <a:ext cx="36360" cy="29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2BB4F44-D8EE-2E9D-B463-21C1E97D3CA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740790" y="4869120"/>
                  <a:ext cx="72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BF66D4D-11D7-5CB8-40BB-CEB89B5A248E}"/>
                    </a:ext>
                  </a:extLst>
                </p14:cNvPr>
                <p14:cNvContentPartPr/>
                <p14:nvPr/>
              </p14:nvContentPartPr>
              <p14:xfrm>
                <a:off x="11144710" y="4688400"/>
                <a:ext cx="113760" cy="1717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BF66D4D-11D7-5CB8-40BB-CEB89B5A248E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126710" y="4670760"/>
                  <a:ext cx="149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A6648AB-F372-01DD-6DE1-76EE22355D34}"/>
                    </a:ext>
                  </a:extLst>
                </p14:cNvPr>
                <p14:cNvContentPartPr/>
                <p14:nvPr/>
              </p14:nvContentPartPr>
              <p14:xfrm>
                <a:off x="11294110" y="4658160"/>
                <a:ext cx="154800" cy="152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A6648AB-F372-01DD-6DE1-76EE22355D3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276470" y="4640160"/>
                  <a:ext cx="190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82AB2C8-6F99-EBF1-3193-C37FD51D6885}"/>
                    </a:ext>
                  </a:extLst>
                </p14:cNvPr>
                <p14:cNvContentPartPr/>
                <p14:nvPr/>
              </p14:nvContentPartPr>
              <p14:xfrm>
                <a:off x="11504710" y="3421200"/>
                <a:ext cx="243360" cy="15937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82AB2C8-6F99-EBF1-3193-C37FD51D688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1486710" y="3403560"/>
                  <a:ext cx="279000" cy="16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1F939CC-3F74-DC65-0937-ACFF3078C849}"/>
                    </a:ext>
                  </a:extLst>
                </p14:cNvPr>
                <p14:cNvContentPartPr/>
                <p14:nvPr/>
              </p14:nvContentPartPr>
              <p14:xfrm>
                <a:off x="11355274" y="4785473"/>
                <a:ext cx="5400" cy="10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1F939CC-3F74-DC65-0937-ACFF3078C84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337634" y="4767833"/>
                  <a:ext cx="41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91BAFD9-56B4-0F6D-0072-F14F6A650B97}"/>
                    </a:ext>
                  </a:extLst>
                </p14:cNvPr>
                <p14:cNvContentPartPr/>
                <p14:nvPr/>
              </p14:nvContentPartPr>
              <p14:xfrm>
                <a:off x="11425114" y="4798793"/>
                <a:ext cx="360" cy="3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91BAFD9-56B4-0F6D-0072-F14F6A650B9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407114" y="478115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BC75CB7-B33A-7056-E10E-E6837FA732B7}"/>
                    </a:ext>
                  </a:extLst>
                </p14:cNvPr>
                <p14:cNvContentPartPr/>
                <p14:nvPr/>
              </p14:nvContentPartPr>
              <p14:xfrm>
                <a:off x="11449234" y="4825433"/>
                <a:ext cx="5400" cy="14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BC75CB7-B33A-7056-E10E-E6837FA732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431594" y="4807793"/>
                  <a:ext cx="41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160F855-6DDF-EAB3-5623-D20E2CA20E20}"/>
                    </a:ext>
                  </a:extLst>
                </p14:cNvPr>
                <p14:cNvContentPartPr/>
                <p14:nvPr/>
              </p14:nvContentPartPr>
              <p14:xfrm>
                <a:off x="11381194" y="5008673"/>
                <a:ext cx="1440" cy="32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160F855-6DDF-EAB3-5623-D20E2CA20E20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1363194" y="4990673"/>
                  <a:ext cx="37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60D9D4E2-C144-A978-4625-EEFAC80CD66D}"/>
                    </a:ext>
                  </a:extLst>
                </p14:cNvPr>
                <p14:cNvContentPartPr/>
                <p14:nvPr/>
              </p14:nvContentPartPr>
              <p14:xfrm>
                <a:off x="11363914" y="5091113"/>
                <a:ext cx="2160" cy="50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60D9D4E2-C144-A978-4625-EEFAC80CD6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46274" y="5073113"/>
                  <a:ext cx="37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4A7BEA8-3616-D40D-2E54-846642064198}"/>
                    </a:ext>
                  </a:extLst>
                </p14:cNvPr>
                <p14:cNvContentPartPr/>
                <p14:nvPr/>
              </p14:nvContentPartPr>
              <p14:xfrm>
                <a:off x="11332234" y="4982033"/>
                <a:ext cx="119880" cy="1206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4A7BEA8-3616-D40D-2E54-846642064198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314594" y="4964033"/>
                  <a:ext cx="155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171E094-29F1-70DF-12C3-23430BAB6918}"/>
                    </a:ext>
                  </a:extLst>
                </p14:cNvPr>
                <p14:cNvContentPartPr/>
                <p14:nvPr/>
              </p14:nvContentPartPr>
              <p14:xfrm>
                <a:off x="10763434" y="5187593"/>
                <a:ext cx="10440" cy="10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171E094-29F1-70DF-12C3-23430BAB6918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745794" y="5169953"/>
                  <a:ext cx="46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0638460C-DF03-EE74-CA63-2C520E246148}"/>
                    </a:ext>
                  </a:extLst>
                </p14:cNvPr>
                <p14:cNvContentPartPr/>
                <p14:nvPr/>
              </p14:nvContentPartPr>
              <p14:xfrm>
                <a:off x="11448154" y="4931993"/>
                <a:ext cx="2520" cy="25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0638460C-DF03-EE74-CA63-2C520E24614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430514" y="4914353"/>
                  <a:ext cx="38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796EE66-4CD8-B488-DDBD-BBFA0B66ECBC}"/>
                    </a:ext>
                  </a:extLst>
                </p14:cNvPr>
                <p14:cNvContentPartPr/>
                <p14:nvPr/>
              </p14:nvContentPartPr>
              <p14:xfrm>
                <a:off x="11440234" y="4911833"/>
                <a:ext cx="9000" cy="14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796EE66-4CD8-B488-DDBD-BBFA0B66ECB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422234" y="4894193"/>
                  <a:ext cx="44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59389D4-F347-37D5-FC1B-B617FF093154}"/>
                    </a:ext>
                  </a:extLst>
                </p14:cNvPr>
                <p14:cNvContentPartPr/>
                <p14:nvPr/>
              </p14:nvContentPartPr>
              <p14:xfrm>
                <a:off x="11542474" y="4880153"/>
                <a:ext cx="360" cy="3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59389D4-F347-37D5-FC1B-B617FF093154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524834" y="486215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372D89F-C2B5-D9B1-6707-401BE069C011}"/>
                    </a:ext>
                  </a:extLst>
                </p14:cNvPr>
                <p14:cNvContentPartPr/>
                <p14:nvPr/>
              </p14:nvContentPartPr>
              <p14:xfrm>
                <a:off x="11721754" y="4826513"/>
                <a:ext cx="5040" cy="10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372D89F-C2B5-D9B1-6707-401BE069C01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703754" y="4808873"/>
                  <a:ext cx="40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2918791C-9A61-301C-F755-4D4F4CF41093}"/>
                    </a:ext>
                  </a:extLst>
                </p14:cNvPr>
                <p14:cNvContentPartPr/>
                <p14:nvPr/>
              </p14:nvContentPartPr>
              <p14:xfrm>
                <a:off x="11872594" y="4799513"/>
                <a:ext cx="7920" cy="43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2918791C-9A61-301C-F755-4D4F4CF410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54594" y="4781513"/>
                  <a:ext cx="43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717EF69-A25A-CD0B-8AD3-CC45109DE46F}"/>
                    </a:ext>
                  </a:extLst>
                </p14:cNvPr>
                <p14:cNvContentPartPr/>
                <p14:nvPr/>
              </p14:nvContentPartPr>
              <p14:xfrm>
                <a:off x="11438434" y="4717073"/>
                <a:ext cx="3960" cy="86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717EF69-A25A-CD0B-8AD3-CC45109DE46F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1420434" y="4699433"/>
                  <a:ext cx="3960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3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978779D8-779C-DD5B-202A-F264A95592F4}"/>
                  </a:ext>
                </a:extLst>
              </p14:cNvPr>
              <p14:cNvContentPartPr/>
              <p14:nvPr/>
            </p14:nvContentPartPr>
            <p14:xfrm>
              <a:off x="9193114" y="5311793"/>
              <a:ext cx="6120" cy="36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978779D8-779C-DD5B-202A-F264A95592F4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9175114" y="5293793"/>
                <a:ext cx="41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7F161D13-FBAD-23B3-C802-BBA9C9D77B5C}"/>
                  </a:ext>
                </a:extLst>
              </p14:cNvPr>
              <p14:cNvContentPartPr/>
              <p14:nvPr/>
            </p14:nvContentPartPr>
            <p14:xfrm>
              <a:off x="9882154" y="5192273"/>
              <a:ext cx="12240" cy="216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7F161D13-FBAD-23B3-C802-BBA9C9D77B5C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9864154" y="5174273"/>
                <a:ext cx="478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C17B25CC-5E84-3AE1-790C-416F49AE3C6D}"/>
                  </a:ext>
                </a:extLst>
              </p14:cNvPr>
              <p14:cNvContentPartPr/>
              <p14:nvPr/>
            </p14:nvContentPartPr>
            <p14:xfrm>
              <a:off x="10285354" y="4848473"/>
              <a:ext cx="8640" cy="504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C17B25CC-5E84-3AE1-790C-416F49AE3C6D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10267714" y="4830833"/>
                <a:ext cx="442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4FF3A8E8-3369-612A-E2B9-5B9C7762FF80}"/>
                  </a:ext>
                </a:extLst>
              </p14:cNvPr>
              <p14:cNvContentPartPr/>
              <p14:nvPr/>
            </p14:nvContentPartPr>
            <p14:xfrm>
              <a:off x="8907634" y="5519873"/>
              <a:ext cx="31680" cy="432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4FF3A8E8-3369-612A-E2B9-5B9C7762FF80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8889994" y="5501873"/>
                <a:ext cx="67320" cy="3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9434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61CC3641-140C-9830-2042-8916BA1AE1AA}"/>
              </a:ext>
            </a:extLst>
          </p:cNvPr>
          <p:cNvGrpSpPr/>
          <p:nvPr/>
        </p:nvGrpSpPr>
        <p:grpSpPr>
          <a:xfrm>
            <a:off x="178030" y="266160"/>
            <a:ext cx="329760" cy="278640"/>
            <a:chOff x="178030" y="266160"/>
            <a:chExt cx="3297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5A9B620-38C5-753E-78E9-3E9D411CE03A}"/>
                    </a:ext>
                  </a:extLst>
                </p14:cNvPr>
                <p14:cNvContentPartPr/>
                <p14:nvPr/>
              </p14:nvContentPartPr>
              <p14:xfrm>
                <a:off x="178030" y="266160"/>
                <a:ext cx="216360" cy="278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5A9B620-38C5-753E-78E9-3E9D411CE0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0390" y="248160"/>
                  <a:ext cx="2520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8A39CA-F416-B39F-A2E2-F4845EB5329F}"/>
                    </a:ext>
                  </a:extLst>
                </p14:cNvPr>
                <p14:cNvContentPartPr/>
                <p14:nvPr/>
              </p14:nvContentPartPr>
              <p14:xfrm>
                <a:off x="504550" y="448320"/>
                <a:ext cx="3240" cy="7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8A39CA-F416-B39F-A2E2-F4845EB532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6550" y="430320"/>
                  <a:ext cx="3888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83DFA4-D327-2A24-4F2F-980442F024E5}"/>
              </a:ext>
            </a:extLst>
          </p:cNvPr>
          <p:cNvGrpSpPr/>
          <p:nvPr/>
        </p:nvGrpSpPr>
        <p:grpSpPr>
          <a:xfrm>
            <a:off x="833950" y="254280"/>
            <a:ext cx="1351440" cy="276480"/>
            <a:chOff x="833950" y="254280"/>
            <a:chExt cx="135144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8637661-4001-7ECF-9AF2-D02DB5F86179}"/>
                    </a:ext>
                  </a:extLst>
                </p14:cNvPr>
                <p14:cNvContentPartPr/>
                <p14:nvPr/>
              </p14:nvContentPartPr>
              <p14:xfrm>
                <a:off x="833950" y="265440"/>
                <a:ext cx="261720" cy="265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8637661-4001-7ECF-9AF2-D02DB5F8617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6310" y="247800"/>
                  <a:ext cx="297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035FA0-8141-50E0-4AD7-7A79523CC067}"/>
                    </a:ext>
                  </a:extLst>
                </p14:cNvPr>
                <p14:cNvContentPartPr/>
                <p14:nvPr/>
              </p14:nvContentPartPr>
              <p14:xfrm>
                <a:off x="1189990" y="378480"/>
                <a:ext cx="62280" cy="104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035FA0-8141-50E0-4AD7-7A79523CC0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2350" y="360480"/>
                  <a:ext cx="979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2E2E3B-4728-6988-DDD6-87F1BC4E17B3}"/>
                    </a:ext>
                  </a:extLst>
                </p14:cNvPr>
                <p14:cNvContentPartPr/>
                <p14:nvPr/>
              </p14:nvContentPartPr>
              <p14:xfrm>
                <a:off x="1253710" y="254280"/>
                <a:ext cx="28080" cy="36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2E2E3B-4728-6988-DDD6-87F1BC4E17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36070" y="236640"/>
                  <a:ext cx="63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29697AE-4837-43C5-6040-1E3EABA1A4C4}"/>
                    </a:ext>
                  </a:extLst>
                </p14:cNvPr>
                <p14:cNvContentPartPr/>
                <p14:nvPr/>
              </p14:nvContentPartPr>
              <p14:xfrm>
                <a:off x="1382950" y="331680"/>
                <a:ext cx="81360" cy="140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29697AE-4837-43C5-6040-1E3EABA1A4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4950" y="313680"/>
                  <a:ext cx="117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17411B9-23AD-2B0C-54B3-A1473CBD3D14}"/>
                    </a:ext>
                  </a:extLst>
                </p14:cNvPr>
                <p14:cNvContentPartPr/>
                <p14:nvPr/>
              </p14:nvContentPartPr>
              <p14:xfrm>
                <a:off x="1544230" y="322680"/>
                <a:ext cx="308160" cy="12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17411B9-23AD-2B0C-54B3-A1473CBD3D1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26230" y="305040"/>
                  <a:ext cx="343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4E6034E-CC8D-EE63-BEA5-C78E0E955903}"/>
                    </a:ext>
                  </a:extLst>
                </p14:cNvPr>
                <p14:cNvContentPartPr/>
                <p14:nvPr/>
              </p14:nvContentPartPr>
              <p14:xfrm>
                <a:off x="1921870" y="296760"/>
                <a:ext cx="109800" cy="139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4E6034E-CC8D-EE63-BEA5-C78E0E9559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04230" y="279120"/>
                  <a:ext cx="145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F5723A8-829E-7DA3-4F10-C19056B222E5}"/>
                    </a:ext>
                  </a:extLst>
                </p14:cNvPr>
                <p14:cNvContentPartPr/>
                <p14:nvPr/>
              </p14:nvContentPartPr>
              <p14:xfrm>
                <a:off x="2075590" y="283800"/>
                <a:ext cx="109800" cy="151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F5723A8-829E-7DA3-4F10-C19056B222E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57950" y="265800"/>
                  <a:ext cx="14544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271B58-70E8-3F17-3DD1-EF6B654B1BF3}"/>
              </a:ext>
            </a:extLst>
          </p:cNvPr>
          <p:cNvGrpSpPr/>
          <p:nvPr/>
        </p:nvGrpSpPr>
        <p:grpSpPr>
          <a:xfrm>
            <a:off x="2452870" y="159960"/>
            <a:ext cx="579960" cy="322200"/>
            <a:chOff x="2452870" y="159960"/>
            <a:chExt cx="57996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54AADE0-45BD-DC7A-1BA4-FB64715669E5}"/>
                    </a:ext>
                  </a:extLst>
                </p14:cNvPr>
                <p14:cNvContentPartPr/>
                <p14:nvPr/>
              </p14:nvContentPartPr>
              <p14:xfrm>
                <a:off x="2452870" y="159960"/>
                <a:ext cx="579960" cy="322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54AADE0-45BD-DC7A-1BA4-FB64715669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35230" y="141960"/>
                  <a:ext cx="6156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3BF79C-37A6-60EB-197F-A53364E95615}"/>
                    </a:ext>
                  </a:extLst>
                </p14:cNvPr>
                <p14:cNvContentPartPr/>
                <p14:nvPr/>
              </p14:nvContentPartPr>
              <p14:xfrm>
                <a:off x="2570590" y="323760"/>
                <a:ext cx="183960" cy="26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3BF79C-37A6-60EB-197F-A53364E956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52950" y="306120"/>
                  <a:ext cx="21960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FA570D9-0BBE-E646-A420-DF9C40E7C8D8}"/>
              </a:ext>
            </a:extLst>
          </p:cNvPr>
          <p:cNvGrpSpPr/>
          <p:nvPr/>
        </p:nvGrpSpPr>
        <p:grpSpPr>
          <a:xfrm>
            <a:off x="7285150" y="249240"/>
            <a:ext cx="720720" cy="253800"/>
            <a:chOff x="7285150" y="249240"/>
            <a:chExt cx="72072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5EBD6A-BEEF-4E58-6C0A-11567FA3EF07}"/>
                    </a:ext>
                  </a:extLst>
                </p14:cNvPr>
                <p14:cNvContentPartPr/>
                <p14:nvPr/>
              </p14:nvContentPartPr>
              <p14:xfrm>
                <a:off x="7355710" y="249240"/>
                <a:ext cx="650160" cy="253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5EBD6A-BEEF-4E58-6C0A-11567FA3EF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38070" y="231240"/>
                  <a:ext cx="6858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32EF747-965D-365A-6E05-6648D39D2AA6}"/>
                    </a:ext>
                  </a:extLst>
                </p14:cNvPr>
                <p14:cNvContentPartPr/>
                <p14:nvPr/>
              </p14:nvContentPartPr>
              <p14:xfrm>
                <a:off x="7285150" y="309360"/>
                <a:ext cx="158040" cy="12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32EF747-965D-365A-6E05-6648D39D2AA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67150" y="291720"/>
                  <a:ext cx="1936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BF026B-6E10-A2A0-E528-3D34150B51D5}"/>
              </a:ext>
            </a:extLst>
          </p:cNvPr>
          <p:cNvGrpSpPr/>
          <p:nvPr/>
        </p:nvGrpSpPr>
        <p:grpSpPr>
          <a:xfrm>
            <a:off x="8689510" y="118200"/>
            <a:ext cx="2094480" cy="743760"/>
            <a:chOff x="8689510" y="118200"/>
            <a:chExt cx="2094480" cy="74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95CCB31-EA60-9EF8-6271-BE5CD3E09805}"/>
                    </a:ext>
                  </a:extLst>
                </p14:cNvPr>
                <p14:cNvContentPartPr/>
                <p14:nvPr/>
              </p14:nvContentPartPr>
              <p14:xfrm>
                <a:off x="8689510" y="118200"/>
                <a:ext cx="289800" cy="743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95CCB31-EA60-9EF8-6271-BE5CD3E0980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71510" y="100200"/>
                  <a:ext cx="32544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387967-3400-AA43-EBCE-A5B5813C3763}"/>
                    </a:ext>
                  </a:extLst>
                </p14:cNvPr>
                <p14:cNvContentPartPr/>
                <p14:nvPr/>
              </p14:nvContentPartPr>
              <p14:xfrm>
                <a:off x="8995150" y="169680"/>
                <a:ext cx="594360" cy="284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387967-3400-AA43-EBCE-A5B5813C376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77150" y="152040"/>
                  <a:ext cx="6300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E50256-88AD-069A-6586-47A77C991309}"/>
                    </a:ext>
                  </a:extLst>
                </p14:cNvPr>
                <p14:cNvContentPartPr/>
                <p14:nvPr/>
              </p14:nvContentPartPr>
              <p14:xfrm>
                <a:off x="9656470" y="246000"/>
                <a:ext cx="580320" cy="20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E50256-88AD-069A-6586-47A77C9913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38830" y="228360"/>
                  <a:ext cx="6159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BC50D38-8EBB-99DB-183B-9D8A5CBAAD2F}"/>
                    </a:ext>
                  </a:extLst>
                </p14:cNvPr>
                <p14:cNvContentPartPr/>
                <p14:nvPr/>
              </p14:nvContentPartPr>
              <p14:xfrm>
                <a:off x="10169830" y="135480"/>
                <a:ext cx="25920" cy="22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BC50D38-8EBB-99DB-183B-9D8A5CBAAD2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52190" y="117840"/>
                  <a:ext cx="61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3E5EE7A-3BAC-6E42-18DD-51BAC310F898}"/>
                    </a:ext>
                  </a:extLst>
                </p14:cNvPr>
                <p14:cNvContentPartPr/>
                <p14:nvPr/>
              </p14:nvContentPartPr>
              <p14:xfrm>
                <a:off x="10304830" y="259680"/>
                <a:ext cx="192240" cy="125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3E5EE7A-3BAC-6E42-18DD-51BAC310F89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286830" y="241680"/>
                  <a:ext cx="227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45E004B-6074-CD1D-BBA3-76DE4898B603}"/>
                    </a:ext>
                  </a:extLst>
                </p14:cNvPr>
                <p14:cNvContentPartPr/>
                <p14:nvPr/>
              </p14:nvContentPartPr>
              <p14:xfrm>
                <a:off x="10396990" y="244200"/>
                <a:ext cx="387000" cy="525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45E004B-6074-CD1D-BBA3-76DE4898B6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78990" y="226560"/>
                  <a:ext cx="422640" cy="56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522DF38-5169-960E-0CB1-5A894EBD0164}"/>
                  </a:ext>
                </a:extLst>
              </p14:cNvPr>
              <p14:cNvContentPartPr/>
              <p14:nvPr/>
            </p14:nvContentPartPr>
            <p14:xfrm>
              <a:off x="913870" y="807600"/>
              <a:ext cx="110160" cy="199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522DF38-5169-960E-0CB1-5A894EBD016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96230" y="789960"/>
                <a:ext cx="1458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66CF80E-25AD-A4F9-4FFC-94BA65236ABB}"/>
                  </a:ext>
                </a:extLst>
              </p14:cNvPr>
              <p14:cNvContentPartPr/>
              <p14:nvPr/>
            </p14:nvContentPartPr>
            <p14:xfrm>
              <a:off x="1024390" y="848640"/>
              <a:ext cx="366840" cy="4158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66CF80E-25AD-A4F9-4FFC-94BA65236AB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06750" y="830640"/>
                <a:ext cx="40248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40073E8-8043-B14B-CBF1-87F7DB481C66}"/>
                  </a:ext>
                </a:extLst>
              </p14:cNvPr>
              <p14:cNvContentPartPr/>
              <p14:nvPr/>
            </p14:nvContentPartPr>
            <p14:xfrm>
              <a:off x="1479430" y="752520"/>
              <a:ext cx="86760" cy="266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40073E8-8043-B14B-CBF1-87F7DB481C6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61430" y="734880"/>
                <a:ext cx="1224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852ADDE-A201-6BF7-7893-FC959D634718}"/>
                  </a:ext>
                </a:extLst>
              </p14:cNvPr>
              <p14:cNvContentPartPr/>
              <p14:nvPr/>
            </p14:nvContentPartPr>
            <p14:xfrm>
              <a:off x="1472230" y="823080"/>
              <a:ext cx="267480" cy="1418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852ADDE-A201-6BF7-7893-FC959D63471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54230" y="805080"/>
                <a:ext cx="3031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FE1B689-4A0B-C695-7388-C77F478BDEAC}"/>
                  </a:ext>
                </a:extLst>
              </p14:cNvPr>
              <p14:cNvContentPartPr/>
              <p14:nvPr/>
            </p14:nvContentPartPr>
            <p14:xfrm>
              <a:off x="1852750" y="831360"/>
              <a:ext cx="261000" cy="1191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FE1B689-4A0B-C695-7388-C77F478BDEA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34750" y="813360"/>
                <a:ext cx="2966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F6FFAF9-75A3-09D9-76C2-C1BCDC53F88D}"/>
                  </a:ext>
                </a:extLst>
              </p14:cNvPr>
              <p14:cNvContentPartPr/>
              <p14:nvPr/>
            </p14:nvContentPartPr>
            <p14:xfrm>
              <a:off x="2604790" y="696000"/>
              <a:ext cx="340920" cy="5824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F6FFAF9-75A3-09D9-76C2-C1BCDC53F88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87150" y="678360"/>
                <a:ext cx="376560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796555C-7F23-51E5-6EF7-ED43D810940C}"/>
                  </a:ext>
                </a:extLst>
              </p14:cNvPr>
              <p14:cNvContentPartPr/>
              <p14:nvPr/>
            </p14:nvContentPartPr>
            <p14:xfrm>
              <a:off x="3568150" y="765840"/>
              <a:ext cx="166320" cy="1519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796555C-7F23-51E5-6EF7-ED43D810940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50150" y="747840"/>
                <a:ext cx="2019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21079FF-2279-EF7D-8CAE-1079581F6A31}"/>
                  </a:ext>
                </a:extLst>
              </p14:cNvPr>
              <p14:cNvContentPartPr/>
              <p14:nvPr/>
            </p14:nvContentPartPr>
            <p14:xfrm>
              <a:off x="3808990" y="766920"/>
              <a:ext cx="141840" cy="120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21079FF-2279-EF7D-8CAE-1079581F6A3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90990" y="748920"/>
                <a:ext cx="17748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04690459-094D-DFC3-C35A-E90E265DF5A1}"/>
              </a:ext>
            </a:extLst>
          </p:cNvPr>
          <p:cNvGrpSpPr/>
          <p:nvPr/>
        </p:nvGrpSpPr>
        <p:grpSpPr>
          <a:xfrm>
            <a:off x="3504790" y="167880"/>
            <a:ext cx="3271680" cy="1172520"/>
            <a:chOff x="3504790" y="167880"/>
            <a:chExt cx="3271680" cy="11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508624B-5B36-16BD-5042-7D1D146B3B4B}"/>
                    </a:ext>
                  </a:extLst>
                </p14:cNvPr>
                <p14:cNvContentPartPr/>
                <p14:nvPr/>
              </p14:nvContentPartPr>
              <p14:xfrm>
                <a:off x="3504790" y="284520"/>
                <a:ext cx="646920" cy="179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508624B-5B36-16BD-5042-7D1D146B3B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87150" y="266520"/>
                  <a:ext cx="682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81E131-AB92-64C4-5179-A838D1F4B6DD}"/>
                    </a:ext>
                  </a:extLst>
                </p14:cNvPr>
                <p14:cNvContentPartPr/>
                <p14:nvPr/>
              </p14:nvContentPartPr>
              <p14:xfrm>
                <a:off x="4222990" y="318360"/>
                <a:ext cx="76320" cy="116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81E131-AB92-64C4-5179-A838D1F4B6D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05350" y="300720"/>
                  <a:ext cx="111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C014918-034A-0757-DE2C-7592752F8DC8}"/>
                    </a:ext>
                  </a:extLst>
                </p14:cNvPr>
                <p14:cNvContentPartPr/>
                <p14:nvPr/>
              </p14:nvContentPartPr>
              <p14:xfrm>
                <a:off x="4269430" y="167880"/>
                <a:ext cx="43920" cy="35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C014918-034A-0757-DE2C-7592752F8D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51790" y="150240"/>
                  <a:ext cx="79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949904-391E-2046-5AD6-3A4DC1C944DE}"/>
                    </a:ext>
                  </a:extLst>
                </p14:cNvPr>
                <p14:cNvContentPartPr/>
                <p14:nvPr/>
              </p14:nvContentPartPr>
              <p14:xfrm>
                <a:off x="4377790" y="315480"/>
                <a:ext cx="93240" cy="146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949904-391E-2046-5AD6-3A4DC1C944D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59790" y="297480"/>
                  <a:ext cx="128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DE6DC2-9D56-BB55-B002-01A7E1524BA2}"/>
                    </a:ext>
                  </a:extLst>
                </p14:cNvPr>
                <p14:cNvContentPartPr/>
                <p14:nvPr/>
              </p14:nvContentPartPr>
              <p14:xfrm>
                <a:off x="4579750" y="238440"/>
                <a:ext cx="80280" cy="259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DE6DC2-9D56-BB55-B002-01A7E1524B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62110" y="220440"/>
                  <a:ext cx="1159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CF25D6F-6C9B-938B-0967-366B162B408E}"/>
                    </a:ext>
                  </a:extLst>
                </p14:cNvPr>
                <p14:cNvContentPartPr/>
                <p14:nvPr/>
              </p14:nvContentPartPr>
              <p14:xfrm>
                <a:off x="4553470" y="275160"/>
                <a:ext cx="104760" cy="3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CF25D6F-6C9B-938B-0967-366B162B408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35830" y="257520"/>
                  <a:ext cx="140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D15B82-CA37-6EF2-A9AF-7F6387A4F76C}"/>
                    </a:ext>
                  </a:extLst>
                </p14:cNvPr>
                <p14:cNvContentPartPr/>
                <p14:nvPr/>
              </p14:nvContentPartPr>
              <p14:xfrm>
                <a:off x="4753630" y="325920"/>
                <a:ext cx="158040" cy="122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D15B82-CA37-6EF2-A9AF-7F6387A4F7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35630" y="307920"/>
                  <a:ext cx="193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F4A45F-BA23-96DE-367D-C4DA6B1E7009}"/>
                    </a:ext>
                  </a:extLst>
                </p14:cNvPr>
                <p14:cNvContentPartPr/>
                <p14:nvPr/>
              </p14:nvContentPartPr>
              <p14:xfrm>
                <a:off x="5016070" y="322680"/>
                <a:ext cx="162360" cy="121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F4A45F-BA23-96DE-367D-C4DA6B1E700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98070" y="305040"/>
                  <a:ext cx="198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5CDCEF-CF1A-4FE9-F7B3-790AF2139E22}"/>
                    </a:ext>
                  </a:extLst>
                </p14:cNvPr>
                <p14:cNvContentPartPr/>
                <p14:nvPr/>
              </p14:nvContentPartPr>
              <p14:xfrm>
                <a:off x="5254390" y="316200"/>
                <a:ext cx="370800" cy="458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5CDCEF-CF1A-4FE9-F7B3-790AF2139E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36390" y="298200"/>
                  <a:ext cx="40644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21FADB7-176E-605C-9DF4-7B7B71C5331C}"/>
                    </a:ext>
                  </a:extLst>
                </p14:cNvPr>
                <p14:cNvContentPartPr/>
                <p14:nvPr/>
              </p14:nvContentPartPr>
              <p14:xfrm>
                <a:off x="6400630" y="240960"/>
                <a:ext cx="375840" cy="721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21FADB7-176E-605C-9DF4-7B7B71C533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82990" y="223320"/>
                  <a:ext cx="4114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0ACA31E-5A59-070B-C469-083C27B43596}"/>
                    </a:ext>
                  </a:extLst>
                </p14:cNvPr>
                <p14:cNvContentPartPr/>
                <p14:nvPr/>
              </p14:nvContentPartPr>
              <p14:xfrm>
                <a:off x="3899350" y="811560"/>
                <a:ext cx="56880" cy="528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0ACA31E-5A59-070B-C469-083C27B4359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81350" y="793560"/>
                  <a:ext cx="925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BED95BF-C0EF-CAA8-EC33-39999CFF6AB9}"/>
                    </a:ext>
                  </a:extLst>
                </p14:cNvPr>
                <p14:cNvContentPartPr/>
                <p14:nvPr/>
              </p14:nvContentPartPr>
              <p14:xfrm>
                <a:off x="4083310" y="794640"/>
                <a:ext cx="156240" cy="112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BED95BF-C0EF-CAA8-EC33-39999CFF6AB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5670" y="776640"/>
                  <a:ext cx="191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1B6DAE5-BA2E-42F3-1908-02773A4CB292}"/>
                    </a:ext>
                  </a:extLst>
                </p14:cNvPr>
                <p14:cNvContentPartPr/>
                <p14:nvPr/>
              </p14:nvContentPartPr>
              <p14:xfrm>
                <a:off x="4317670" y="756480"/>
                <a:ext cx="118080" cy="128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1B6DAE5-BA2E-42F3-1908-02773A4CB29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99670" y="738840"/>
                  <a:ext cx="153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68C591B-FEA7-A60C-793F-FA811F20BD0D}"/>
                    </a:ext>
                  </a:extLst>
                </p14:cNvPr>
                <p14:cNvContentPartPr/>
                <p14:nvPr/>
              </p14:nvContentPartPr>
              <p14:xfrm>
                <a:off x="4486510" y="697800"/>
                <a:ext cx="74520" cy="237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68C591B-FEA7-A60C-793F-FA811F20BD0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68510" y="679800"/>
                  <a:ext cx="1101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2885355-6959-7305-9AF6-92713348569A}"/>
                    </a:ext>
                  </a:extLst>
                </p14:cNvPr>
                <p14:cNvContentPartPr/>
                <p14:nvPr/>
              </p14:nvContentPartPr>
              <p14:xfrm>
                <a:off x="4620070" y="777000"/>
                <a:ext cx="455760" cy="147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2885355-6959-7305-9AF6-92713348569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02430" y="759000"/>
                  <a:ext cx="491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2EB82A7-A1CD-7CEC-BEC8-C4A940FE6936}"/>
                    </a:ext>
                  </a:extLst>
                </p14:cNvPr>
                <p14:cNvContentPartPr/>
                <p14:nvPr/>
              </p14:nvContentPartPr>
              <p14:xfrm>
                <a:off x="4667590" y="675840"/>
                <a:ext cx="82440" cy="23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2EB82A7-A1CD-7CEC-BEC8-C4A940FE693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49590" y="657840"/>
                  <a:ext cx="118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71947CE-43D7-5B65-FBE8-C5961FF2C6DF}"/>
                    </a:ext>
                  </a:extLst>
                </p14:cNvPr>
                <p14:cNvContentPartPr/>
                <p14:nvPr/>
              </p14:nvContentPartPr>
              <p14:xfrm>
                <a:off x="4329910" y="682680"/>
                <a:ext cx="169200" cy="26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71947CE-43D7-5B65-FBE8-C5961FF2C6D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11910" y="664680"/>
                  <a:ext cx="204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2A0A1B-C4CA-EC90-ADE2-01A563CEA688}"/>
                    </a:ext>
                  </a:extLst>
                </p14:cNvPr>
                <p14:cNvContentPartPr/>
                <p14:nvPr/>
              </p14:nvContentPartPr>
              <p14:xfrm>
                <a:off x="4448710" y="597000"/>
                <a:ext cx="20160" cy="205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2A0A1B-C4CA-EC90-ADE2-01A563CEA68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30710" y="579360"/>
                  <a:ext cx="55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1B5C71B-65B6-A6F0-B01A-8837CFA23017}"/>
                    </a:ext>
                  </a:extLst>
                </p14:cNvPr>
                <p14:cNvContentPartPr/>
                <p14:nvPr/>
              </p14:nvContentPartPr>
              <p14:xfrm>
                <a:off x="4411270" y="661080"/>
                <a:ext cx="216360" cy="20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1B5C71B-65B6-A6F0-B01A-8837CFA230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93270" y="643440"/>
                  <a:ext cx="252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F718E8-53EE-DEEC-7568-F33CE87D7BA5}"/>
                    </a:ext>
                  </a:extLst>
                </p14:cNvPr>
                <p14:cNvContentPartPr/>
                <p14:nvPr/>
              </p14:nvContentPartPr>
              <p14:xfrm>
                <a:off x="5138110" y="738120"/>
                <a:ext cx="145080" cy="195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F718E8-53EE-DEEC-7568-F33CE87D7BA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20110" y="720480"/>
                  <a:ext cx="180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16B01B6-E5F8-F252-1457-21A7E1F4F83E}"/>
                    </a:ext>
                  </a:extLst>
                </p14:cNvPr>
                <p14:cNvContentPartPr/>
                <p14:nvPr/>
              </p14:nvContentPartPr>
              <p14:xfrm>
                <a:off x="5718430" y="913080"/>
                <a:ext cx="484920" cy="195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16B01B6-E5F8-F252-1457-21A7E1F4F8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00430" y="895080"/>
                  <a:ext cx="5205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B2654EB-FC91-BFBE-5DBF-D87DBC4C8848}"/>
                    </a:ext>
                  </a:extLst>
                </p14:cNvPr>
                <p14:cNvContentPartPr/>
                <p14:nvPr/>
              </p14:nvContentPartPr>
              <p14:xfrm>
                <a:off x="6232510" y="770520"/>
                <a:ext cx="177840" cy="327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B2654EB-FC91-BFBE-5DBF-D87DBC4C884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14510" y="752520"/>
                  <a:ext cx="213480" cy="36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3F4AD1-8F2C-1CB8-238D-52D182A10BF9}"/>
              </a:ext>
            </a:extLst>
          </p:cNvPr>
          <p:cNvGrpSpPr/>
          <p:nvPr/>
        </p:nvGrpSpPr>
        <p:grpSpPr>
          <a:xfrm>
            <a:off x="7207030" y="663600"/>
            <a:ext cx="480240" cy="574560"/>
            <a:chOff x="7207030" y="663600"/>
            <a:chExt cx="480240" cy="57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93AEAC-5CC3-32D8-9D74-1840F1C06071}"/>
                    </a:ext>
                  </a:extLst>
                </p14:cNvPr>
                <p14:cNvContentPartPr/>
                <p14:nvPr/>
              </p14:nvContentPartPr>
              <p14:xfrm>
                <a:off x="7207030" y="839640"/>
                <a:ext cx="182160" cy="174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93AEAC-5CC3-32D8-9D74-1840F1C0607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89390" y="822000"/>
                  <a:ext cx="217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E033DB7-8752-6AD5-A42C-5054BDD135ED}"/>
                    </a:ext>
                  </a:extLst>
                </p14:cNvPr>
                <p14:cNvContentPartPr/>
                <p14:nvPr/>
              </p14:nvContentPartPr>
              <p14:xfrm>
                <a:off x="7326550" y="663600"/>
                <a:ext cx="48240" cy="41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E033DB7-8752-6AD5-A42C-5054BDD135E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08550" y="645600"/>
                  <a:ext cx="83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C76EE2-0B2D-E949-B4EA-1C50DA46D393}"/>
                    </a:ext>
                  </a:extLst>
                </p14:cNvPr>
                <p14:cNvContentPartPr/>
                <p14:nvPr/>
              </p14:nvContentPartPr>
              <p14:xfrm>
                <a:off x="7489270" y="716880"/>
                <a:ext cx="138960" cy="52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C76EE2-0B2D-E949-B4EA-1C50DA46D39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71270" y="698880"/>
                  <a:ext cx="17460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F101DD-7AA8-3FD0-1124-7FD8D3E24319}"/>
                    </a:ext>
                  </a:extLst>
                </p14:cNvPr>
                <p14:cNvContentPartPr/>
                <p14:nvPr/>
              </p14:nvContentPartPr>
              <p14:xfrm>
                <a:off x="7477030" y="926040"/>
                <a:ext cx="210240" cy="153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F101DD-7AA8-3FD0-1124-7FD8D3E2431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59030" y="908400"/>
                  <a:ext cx="24588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A8A4984-70D2-B3E6-C4C5-2942F3183B1D}"/>
              </a:ext>
            </a:extLst>
          </p:cNvPr>
          <p:cNvGrpSpPr/>
          <p:nvPr/>
        </p:nvGrpSpPr>
        <p:grpSpPr>
          <a:xfrm>
            <a:off x="8120710" y="684120"/>
            <a:ext cx="867960" cy="656640"/>
            <a:chOff x="8120710" y="684120"/>
            <a:chExt cx="867960" cy="65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08B48D1-F9FA-B42E-8A19-BD71E9D82A58}"/>
                    </a:ext>
                  </a:extLst>
                </p14:cNvPr>
                <p14:cNvContentPartPr/>
                <p14:nvPr/>
              </p14:nvContentPartPr>
              <p14:xfrm>
                <a:off x="8120710" y="716880"/>
                <a:ext cx="295200" cy="623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08B48D1-F9FA-B42E-8A19-BD71E9D82A5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02710" y="699240"/>
                  <a:ext cx="33084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DC3A477-8BEB-760F-F435-C4693CBA899F}"/>
                    </a:ext>
                  </a:extLst>
                </p14:cNvPr>
                <p14:cNvContentPartPr/>
                <p14:nvPr/>
              </p14:nvContentPartPr>
              <p14:xfrm>
                <a:off x="8446150" y="904080"/>
                <a:ext cx="29160" cy="159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DC3A477-8BEB-760F-F435-C4693CBA89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28150" y="886080"/>
                  <a:ext cx="648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C012E5E-E53D-3979-FDED-B6BEE5AB5B93}"/>
                    </a:ext>
                  </a:extLst>
                </p14:cNvPr>
                <p14:cNvContentPartPr/>
                <p14:nvPr/>
              </p14:nvContentPartPr>
              <p14:xfrm>
                <a:off x="8447590" y="783120"/>
                <a:ext cx="36360" cy="38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C012E5E-E53D-3979-FDED-B6BEE5AB5B9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29950" y="765480"/>
                  <a:ext cx="72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08FA1F-D3B7-3A53-769C-B5701E8681EE}"/>
                    </a:ext>
                  </a:extLst>
                </p14:cNvPr>
                <p14:cNvContentPartPr/>
                <p14:nvPr/>
              </p14:nvContentPartPr>
              <p14:xfrm>
                <a:off x="8541550" y="905880"/>
                <a:ext cx="177840" cy="149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08FA1F-D3B7-3A53-769C-B5701E8681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23910" y="887880"/>
                  <a:ext cx="213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220D80-BF6B-CB51-A07F-AD9796E35141}"/>
                    </a:ext>
                  </a:extLst>
                </p14:cNvPr>
                <p14:cNvContentPartPr/>
                <p14:nvPr/>
              </p14:nvContentPartPr>
              <p14:xfrm>
                <a:off x="8761870" y="684120"/>
                <a:ext cx="226800" cy="374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220D80-BF6B-CB51-A07F-AD9796E3514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43870" y="666480"/>
                  <a:ext cx="26244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8E15F36-550A-2002-201B-8E7B8E6340B6}"/>
              </a:ext>
            </a:extLst>
          </p:cNvPr>
          <p:cNvGrpSpPr/>
          <p:nvPr/>
        </p:nvGrpSpPr>
        <p:grpSpPr>
          <a:xfrm>
            <a:off x="833950" y="1417440"/>
            <a:ext cx="915120" cy="348840"/>
            <a:chOff x="833950" y="1417440"/>
            <a:chExt cx="91512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D3E3830-DCA0-28F6-3578-FD44CB853CB3}"/>
                    </a:ext>
                  </a:extLst>
                </p14:cNvPr>
                <p14:cNvContentPartPr/>
                <p14:nvPr/>
              </p14:nvContentPartPr>
              <p14:xfrm>
                <a:off x="833950" y="1531920"/>
                <a:ext cx="136080" cy="234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D3E3830-DCA0-28F6-3578-FD44CB853CB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5950" y="1513920"/>
                  <a:ext cx="171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9BC7CC3-28A1-C156-4127-2F28A2034FE8}"/>
                    </a:ext>
                  </a:extLst>
                </p14:cNvPr>
                <p14:cNvContentPartPr/>
                <p14:nvPr/>
              </p14:nvContentPartPr>
              <p14:xfrm>
                <a:off x="1074070" y="1417440"/>
                <a:ext cx="290160" cy="271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9BC7CC3-28A1-C156-4127-2F28A2034FE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6070" y="1399800"/>
                  <a:ext cx="3258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DA7949-981C-1612-19B3-81C62C6D3CC4}"/>
                    </a:ext>
                  </a:extLst>
                </p14:cNvPr>
                <p14:cNvContentPartPr/>
                <p14:nvPr/>
              </p14:nvContentPartPr>
              <p14:xfrm>
                <a:off x="1412110" y="1547040"/>
                <a:ext cx="336960" cy="132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DA7949-981C-1612-19B3-81C62C6D3C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94110" y="1529400"/>
                  <a:ext cx="37260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C12F91C-0062-EE40-31AB-0B903F52414D}"/>
              </a:ext>
            </a:extLst>
          </p:cNvPr>
          <p:cNvGrpSpPr/>
          <p:nvPr/>
        </p:nvGrpSpPr>
        <p:grpSpPr>
          <a:xfrm>
            <a:off x="1998190" y="1310160"/>
            <a:ext cx="179280" cy="377280"/>
            <a:chOff x="1998190" y="1310160"/>
            <a:chExt cx="17928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5DC4084-6281-2F72-EE30-9EA8BDD7A8C3}"/>
                    </a:ext>
                  </a:extLst>
                </p14:cNvPr>
                <p14:cNvContentPartPr/>
                <p14:nvPr/>
              </p14:nvContentPartPr>
              <p14:xfrm>
                <a:off x="1998190" y="1530480"/>
                <a:ext cx="91440" cy="156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5DC4084-6281-2F72-EE30-9EA8BDD7A8C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80190" y="1512840"/>
                  <a:ext cx="127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577C945-AF0D-F361-172B-C079549A36E9}"/>
                    </a:ext>
                  </a:extLst>
                </p14:cNvPr>
                <p14:cNvContentPartPr/>
                <p14:nvPr/>
              </p14:nvContentPartPr>
              <p14:xfrm>
                <a:off x="2007190" y="1326000"/>
                <a:ext cx="58680" cy="39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577C945-AF0D-F361-172B-C079549A36E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89190" y="1308000"/>
                  <a:ext cx="94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ABFA9DA-9644-5B44-6D8F-BBEC806B03C0}"/>
                    </a:ext>
                  </a:extLst>
                </p14:cNvPr>
                <p14:cNvContentPartPr/>
                <p14:nvPr/>
              </p14:nvContentPartPr>
              <p14:xfrm>
                <a:off x="2129590" y="1310160"/>
                <a:ext cx="47880" cy="357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ABFA9DA-9644-5B44-6D8F-BBEC806B03C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11590" y="1292520"/>
                  <a:ext cx="835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A6FB069-E009-3BB9-E48F-A80506075E30}"/>
                    </a:ext>
                  </a:extLst>
                </p14:cNvPr>
                <p14:cNvContentPartPr/>
                <p14:nvPr/>
              </p14:nvContentPartPr>
              <p14:xfrm>
                <a:off x="2041030" y="1485480"/>
                <a:ext cx="129960" cy="23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A6FB069-E009-3BB9-E48F-A80506075E3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23030" y="1467480"/>
                  <a:ext cx="16560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EC45C4A4-04E8-7472-4F73-E335C6617631}"/>
                  </a:ext>
                </a:extLst>
              </p14:cNvPr>
              <p14:cNvContentPartPr/>
              <p14:nvPr/>
            </p14:nvContentPartPr>
            <p14:xfrm>
              <a:off x="2763190" y="1651800"/>
              <a:ext cx="4320" cy="32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EC45C4A4-04E8-7472-4F73-E335C661763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745190" y="1634160"/>
                <a:ext cx="3996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275EB65-8F9D-3206-79C0-D3BD14436197}"/>
              </a:ext>
            </a:extLst>
          </p:cNvPr>
          <p:cNvGrpSpPr/>
          <p:nvPr/>
        </p:nvGrpSpPr>
        <p:grpSpPr>
          <a:xfrm>
            <a:off x="243910" y="2128800"/>
            <a:ext cx="314640" cy="608040"/>
            <a:chOff x="243910" y="2128800"/>
            <a:chExt cx="314640" cy="60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027ACDD-DAA2-7667-A54B-0F237E545DEB}"/>
                    </a:ext>
                  </a:extLst>
                </p14:cNvPr>
                <p14:cNvContentPartPr/>
                <p14:nvPr/>
              </p14:nvContentPartPr>
              <p14:xfrm>
                <a:off x="243910" y="2331840"/>
                <a:ext cx="73080" cy="193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027ACDD-DAA2-7667-A54B-0F237E545DE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6270" y="2314200"/>
                  <a:ext cx="108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491FC0-4F23-6A7E-8C36-314A447927D6}"/>
                    </a:ext>
                  </a:extLst>
                </p14:cNvPr>
                <p14:cNvContentPartPr/>
                <p14:nvPr/>
              </p14:nvContentPartPr>
              <p14:xfrm>
                <a:off x="325990" y="2204040"/>
                <a:ext cx="4320" cy="46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491FC0-4F23-6A7E-8C36-314A447927D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8350" y="2186040"/>
                  <a:ext cx="39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3F7C81B-93AE-64D4-BCA2-304907CB094B}"/>
                    </a:ext>
                  </a:extLst>
                </p14:cNvPr>
                <p14:cNvContentPartPr/>
                <p14:nvPr/>
              </p14:nvContentPartPr>
              <p14:xfrm>
                <a:off x="432550" y="2128800"/>
                <a:ext cx="126000" cy="608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3F7C81B-93AE-64D4-BCA2-304907CB094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4550" y="2111160"/>
                  <a:ext cx="161640" cy="64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C8DAB71-21D3-4EE1-1F5A-5016BB7BE15A}"/>
              </a:ext>
            </a:extLst>
          </p:cNvPr>
          <p:cNvGrpSpPr/>
          <p:nvPr/>
        </p:nvGrpSpPr>
        <p:grpSpPr>
          <a:xfrm>
            <a:off x="1295830" y="2309160"/>
            <a:ext cx="1380240" cy="515880"/>
            <a:chOff x="1295830" y="2309160"/>
            <a:chExt cx="1380240" cy="51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649C2D7-15B6-BF53-6F8E-B793DB954883}"/>
                    </a:ext>
                  </a:extLst>
                </p14:cNvPr>
                <p14:cNvContentPartPr/>
                <p14:nvPr/>
              </p14:nvContentPartPr>
              <p14:xfrm>
                <a:off x="1295830" y="2415720"/>
                <a:ext cx="170640" cy="219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649C2D7-15B6-BF53-6F8E-B793DB95488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77830" y="2398080"/>
                  <a:ext cx="206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8054018-1A56-C299-19FE-BC39D48CF32C}"/>
                    </a:ext>
                  </a:extLst>
                </p14:cNvPr>
                <p14:cNvContentPartPr/>
                <p14:nvPr/>
              </p14:nvContentPartPr>
              <p14:xfrm>
                <a:off x="1623070" y="2464320"/>
                <a:ext cx="244440" cy="144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8054018-1A56-C299-19FE-BC39D48CF32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05070" y="2446320"/>
                  <a:ext cx="280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A8CB1F6-1D48-5839-DB17-D052BE666152}"/>
                    </a:ext>
                  </a:extLst>
                </p14:cNvPr>
                <p14:cNvContentPartPr/>
                <p14:nvPr/>
              </p14:nvContentPartPr>
              <p14:xfrm>
                <a:off x="2011870" y="2499240"/>
                <a:ext cx="135000" cy="15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A8CB1F6-1D48-5839-DB17-D052BE66615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94230" y="2481240"/>
                  <a:ext cx="170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46FFE0B-43ED-C72E-71CA-C66E72F5DB7D}"/>
                    </a:ext>
                  </a:extLst>
                </p14:cNvPr>
                <p14:cNvContentPartPr/>
                <p14:nvPr/>
              </p14:nvContentPartPr>
              <p14:xfrm>
                <a:off x="2076670" y="2411760"/>
                <a:ext cx="46800" cy="147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46FFE0B-43ED-C72E-71CA-C66E72F5DB7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59030" y="2394120"/>
                  <a:ext cx="82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6BD047E-A112-0F59-7932-A96010EA9F45}"/>
                    </a:ext>
                  </a:extLst>
                </p14:cNvPr>
                <p14:cNvContentPartPr/>
                <p14:nvPr/>
              </p14:nvContentPartPr>
              <p14:xfrm>
                <a:off x="2342710" y="2309160"/>
                <a:ext cx="154080" cy="228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6BD047E-A112-0F59-7932-A96010EA9F4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25070" y="2291520"/>
                  <a:ext cx="189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B2FD3E4-6C98-344B-134B-C1A683A86174}"/>
                    </a:ext>
                  </a:extLst>
                </p14:cNvPr>
                <p14:cNvContentPartPr/>
                <p14:nvPr/>
              </p14:nvContentPartPr>
              <p14:xfrm>
                <a:off x="2469430" y="2378640"/>
                <a:ext cx="206640" cy="446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B2FD3E4-6C98-344B-134B-C1A683A8617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51790" y="2360640"/>
                  <a:ext cx="242280" cy="48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7E59033-D48F-19D4-F79C-7FFB1B208235}"/>
              </a:ext>
            </a:extLst>
          </p:cNvPr>
          <p:cNvGrpSpPr/>
          <p:nvPr/>
        </p:nvGrpSpPr>
        <p:grpSpPr>
          <a:xfrm>
            <a:off x="2944270" y="2353080"/>
            <a:ext cx="150120" cy="213480"/>
            <a:chOff x="2944270" y="2353080"/>
            <a:chExt cx="15012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FC3E4FC-C76F-691D-8C51-6634FF8ED3B7}"/>
                    </a:ext>
                  </a:extLst>
                </p14:cNvPr>
                <p14:cNvContentPartPr/>
                <p14:nvPr/>
              </p14:nvContentPartPr>
              <p14:xfrm>
                <a:off x="2944270" y="2435880"/>
                <a:ext cx="150120" cy="17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FC3E4FC-C76F-691D-8C51-6634FF8ED3B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926630" y="2418240"/>
                  <a:ext cx="185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84DBCA6-2F65-AC71-B478-4695CB7456F7}"/>
                    </a:ext>
                  </a:extLst>
                </p14:cNvPr>
                <p14:cNvContentPartPr/>
                <p14:nvPr/>
              </p14:nvContentPartPr>
              <p14:xfrm>
                <a:off x="3024550" y="2353080"/>
                <a:ext cx="40320" cy="213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84DBCA6-2F65-AC71-B478-4695CB7456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06550" y="2335080"/>
                  <a:ext cx="7596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D8B2852-6815-584C-0F42-3C20F2859D68}"/>
              </a:ext>
            </a:extLst>
          </p:cNvPr>
          <p:cNvGrpSpPr/>
          <p:nvPr/>
        </p:nvGrpSpPr>
        <p:grpSpPr>
          <a:xfrm>
            <a:off x="3372310" y="2296920"/>
            <a:ext cx="433440" cy="289080"/>
            <a:chOff x="3372310" y="2296920"/>
            <a:chExt cx="43344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658ECE6-80DE-5CB5-A4E6-6D574036B430}"/>
                    </a:ext>
                  </a:extLst>
                </p14:cNvPr>
                <p14:cNvContentPartPr/>
                <p14:nvPr/>
              </p14:nvContentPartPr>
              <p14:xfrm>
                <a:off x="3372310" y="2296920"/>
                <a:ext cx="106560" cy="289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658ECE6-80DE-5CB5-A4E6-6D574036B4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354310" y="2278920"/>
                  <a:ext cx="1422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9B4A183-7778-7667-577B-927FD59A7EBE}"/>
                    </a:ext>
                  </a:extLst>
                </p14:cNvPr>
                <p14:cNvContentPartPr/>
                <p14:nvPr/>
              </p14:nvContentPartPr>
              <p14:xfrm>
                <a:off x="3583990" y="2404560"/>
                <a:ext cx="221760" cy="173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9B4A183-7778-7667-577B-927FD59A7EB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66350" y="2386920"/>
                  <a:ext cx="25740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935870B-83BF-093D-6EAF-23CAD1516741}"/>
              </a:ext>
            </a:extLst>
          </p:cNvPr>
          <p:cNvGrpSpPr/>
          <p:nvPr/>
        </p:nvGrpSpPr>
        <p:grpSpPr>
          <a:xfrm>
            <a:off x="4136230" y="2468640"/>
            <a:ext cx="177840" cy="100080"/>
            <a:chOff x="4136230" y="2468640"/>
            <a:chExt cx="17784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81391EE-0340-348F-EC98-09CF48DDEEA7}"/>
                    </a:ext>
                  </a:extLst>
                </p14:cNvPr>
                <p14:cNvContentPartPr/>
                <p14:nvPr/>
              </p14:nvContentPartPr>
              <p14:xfrm>
                <a:off x="4195990" y="2468640"/>
                <a:ext cx="112680" cy="35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81391EE-0340-348F-EC98-09CF48DDEE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78350" y="2450640"/>
                  <a:ext cx="148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650A957-449E-6F5F-05BB-EF3D9CA85B38}"/>
                    </a:ext>
                  </a:extLst>
                </p14:cNvPr>
                <p14:cNvContentPartPr/>
                <p14:nvPr/>
              </p14:nvContentPartPr>
              <p14:xfrm>
                <a:off x="4136230" y="2536320"/>
                <a:ext cx="177840" cy="32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650A957-449E-6F5F-05BB-EF3D9CA85B3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18230" y="2518320"/>
                  <a:ext cx="2134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79D065D-9ACB-CCCD-1B97-27EECB6AD2F1}"/>
              </a:ext>
            </a:extLst>
          </p:cNvPr>
          <p:cNvGrpSpPr/>
          <p:nvPr/>
        </p:nvGrpSpPr>
        <p:grpSpPr>
          <a:xfrm>
            <a:off x="4639870" y="2330400"/>
            <a:ext cx="261720" cy="306720"/>
            <a:chOff x="4639870" y="2330400"/>
            <a:chExt cx="26172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1257FA1-E8C2-907B-994C-0FA57DF4A3BC}"/>
                    </a:ext>
                  </a:extLst>
                </p14:cNvPr>
                <p14:cNvContentPartPr/>
                <p14:nvPr/>
              </p14:nvContentPartPr>
              <p14:xfrm>
                <a:off x="4639870" y="2342640"/>
                <a:ext cx="37800" cy="257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1257FA1-E8C2-907B-994C-0FA57DF4A3B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22230" y="2325000"/>
                  <a:ext cx="734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253CF03-6F43-7ED6-8623-D313850BD8B7}"/>
                    </a:ext>
                  </a:extLst>
                </p14:cNvPr>
                <p14:cNvContentPartPr/>
                <p14:nvPr/>
              </p14:nvContentPartPr>
              <p14:xfrm>
                <a:off x="4829230" y="2330400"/>
                <a:ext cx="72360" cy="306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253CF03-6F43-7ED6-8623-D313850BD8B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11590" y="2312760"/>
                  <a:ext cx="108000" cy="34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6BF6B9C-CB5A-0715-56F3-8A64FFBF4E24}"/>
                  </a:ext>
                </a:extLst>
              </p14:cNvPr>
              <p14:cNvContentPartPr/>
              <p14:nvPr/>
            </p14:nvContentPartPr>
            <p14:xfrm>
              <a:off x="1485190" y="3048240"/>
              <a:ext cx="334800" cy="1612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6BF6B9C-CB5A-0715-56F3-8A64FFBF4E2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467190" y="3030240"/>
                <a:ext cx="37044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A9540DF-949E-67C4-81D3-F9FCF5BF3DB9}"/>
              </a:ext>
            </a:extLst>
          </p:cNvPr>
          <p:cNvGrpSpPr/>
          <p:nvPr/>
        </p:nvGrpSpPr>
        <p:grpSpPr>
          <a:xfrm>
            <a:off x="2043550" y="2958240"/>
            <a:ext cx="667800" cy="524880"/>
            <a:chOff x="2043550" y="2958240"/>
            <a:chExt cx="667800" cy="52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654B2D1-4843-8947-4BC1-EA2D70ED0A16}"/>
                    </a:ext>
                  </a:extLst>
                </p14:cNvPr>
                <p14:cNvContentPartPr/>
                <p14:nvPr/>
              </p14:nvContentPartPr>
              <p14:xfrm>
                <a:off x="2043550" y="3070560"/>
                <a:ext cx="122400" cy="7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654B2D1-4843-8947-4BC1-EA2D70ED0A1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025550" y="3052560"/>
                  <a:ext cx="158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6CC53C8-1EDE-2882-F258-F5769A347020}"/>
                    </a:ext>
                  </a:extLst>
                </p14:cNvPr>
                <p14:cNvContentPartPr/>
                <p14:nvPr/>
              </p14:nvContentPartPr>
              <p14:xfrm>
                <a:off x="2104750" y="2998200"/>
                <a:ext cx="47880" cy="181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6CC53C8-1EDE-2882-F258-F5769A34702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86750" y="2980200"/>
                  <a:ext cx="83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407D3E9-1B28-88F9-FA90-B48D3539B42E}"/>
                    </a:ext>
                  </a:extLst>
                </p14:cNvPr>
                <p14:cNvContentPartPr/>
                <p14:nvPr/>
              </p14:nvContentPartPr>
              <p14:xfrm>
                <a:off x="2461150" y="2978400"/>
                <a:ext cx="107640" cy="38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407D3E9-1B28-88F9-FA90-B48D3539B42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43510" y="2960760"/>
                  <a:ext cx="143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C15EFFB-2B0A-AFE2-5E9A-C3C441C8A5FF}"/>
                    </a:ext>
                  </a:extLst>
                </p14:cNvPr>
                <p14:cNvContentPartPr/>
                <p14:nvPr/>
              </p14:nvContentPartPr>
              <p14:xfrm>
                <a:off x="2349550" y="2958240"/>
                <a:ext cx="174960" cy="255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C15EFFB-2B0A-AFE2-5E9A-C3C441C8A5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331910" y="2940240"/>
                  <a:ext cx="2106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33B96E9-4617-6B21-5BC5-9205623AC83E}"/>
                    </a:ext>
                  </a:extLst>
                </p14:cNvPr>
                <p14:cNvContentPartPr/>
                <p14:nvPr/>
              </p14:nvContentPartPr>
              <p14:xfrm>
                <a:off x="2519830" y="3062640"/>
                <a:ext cx="191520" cy="420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33B96E9-4617-6B21-5BC5-9205623AC83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01830" y="3044640"/>
                  <a:ext cx="227160" cy="45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CE46478-FCA3-9D28-F04D-341AA46B3A4E}"/>
              </a:ext>
            </a:extLst>
          </p:cNvPr>
          <p:cNvGrpSpPr/>
          <p:nvPr/>
        </p:nvGrpSpPr>
        <p:grpSpPr>
          <a:xfrm>
            <a:off x="3108790" y="2941320"/>
            <a:ext cx="802080" cy="258480"/>
            <a:chOff x="3108790" y="2941320"/>
            <a:chExt cx="80208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451693D-85BB-038B-ABCA-438E202DFDE3}"/>
                    </a:ext>
                  </a:extLst>
                </p14:cNvPr>
                <p14:cNvContentPartPr/>
                <p14:nvPr/>
              </p14:nvContentPartPr>
              <p14:xfrm>
                <a:off x="3108790" y="3088920"/>
                <a:ext cx="151920" cy="9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451693D-85BB-038B-ABCA-438E202DFDE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91150" y="3071280"/>
                  <a:ext cx="187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D366DF9-7D85-6BE9-3D7B-B65102AD9F97}"/>
                    </a:ext>
                  </a:extLst>
                </p14:cNvPr>
                <p14:cNvContentPartPr/>
                <p14:nvPr/>
              </p14:nvContentPartPr>
              <p14:xfrm>
                <a:off x="3189790" y="3001440"/>
                <a:ext cx="36360" cy="198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D366DF9-7D85-6BE9-3D7B-B65102AD9F9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71790" y="2983800"/>
                  <a:ext cx="72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6539D38-BC88-6944-E9C8-62670FF6B585}"/>
                    </a:ext>
                  </a:extLst>
                </p14:cNvPr>
                <p14:cNvContentPartPr/>
                <p14:nvPr/>
              </p14:nvContentPartPr>
              <p14:xfrm>
                <a:off x="3384550" y="2941320"/>
                <a:ext cx="196920" cy="256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6539D38-BC88-6944-E9C8-62670FF6B58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66550" y="2923320"/>
                  <a:ext cx="232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67DBEA1-F9B0-0AF3-2E78-86D5A59F731A}"/>
                    </a:ext>
                  </a:extLst>
                </p14:cNvPr>
                <p14:cNvContentPartPr/>
                <p14:nvPr/>
              </p14:nvContentPartPr>
              <p14:xfrm>
                <a:off x="3672550" y="3034920"/>
                <a:ext cx="238320" cy="143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67DBEA1-F9B0-0AF3-2E78-86D5A59F731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54910" y="3017280"/>
                  <a:ext cx="27396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19191B6-40B4-B016-8959-1DDD9D7BB8F2}"/>
              </a:ext>
            </a:extLst>
          </p:cNvPr>
          <p:cNvGrpSpPr/>
          <p:nvPr/>
        </p:nvGrpSpPr>
        <p:grpSpPr>
          <a:xfrm>
            <a:off x="4137310" y="3049680"/>
            <a:ext cx="154440" cy="90360"/>
            <a:chOff x="4137310" y="3049680"/>
            <a:chExt cx="15444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A472CDF-D3B1-81FF-ABDB-509B9C9A37C4}"/>
                    </a:ext>
                  </a:extLst>
                </p14:cNvPr>
                <p14:cNvContentPartPr/>
                <p14:nvPr/>
              </p14:nvContentPartPr>
              <p14:xfrm>
                <a:off x="4137310" y="3049680"/>
                <a:ext cx="106560" cy="11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A472CDF-D3B1-81FF-ABDB-509B9C9A37C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19310" y="3032040"/>
                  <a:ext cx="142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E7BCEF5-F9F2-87FB-959B-28F88029D02B}"/>
                    </a:ext>
                  </a:extLst>
                </p14:cNvPr>
                <p14:cNvContentPartPr/>
                <p14:nvPr/>
              </p14:nvContentPartPr>
              <p14:xfrm>
                <a:off x="4153510" y="3115200"/>
                <a:ext cx="138240" cy="24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E7BCEF5-F9F2-87FB-959B-28F88029D0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35870" y="3097200"/>
                  <a:ext cx="1738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9693FF5-D6DB-DF76-4807-75F8EE5EB139}"/>
              </a:ext>
            </a:extLst>
          </p:cNvPr>
          <p:cNvGrpSpPr/>
          <p:nvPr/>
        </p:nvGrpSpPr>
        <p:grpSpPr>
          <a:xfrm>
            <a:off x="4512070" y="2933040"/>
            <a:ext cx="591480" cy="246240"/>
            <a:chOff x="4512070" y="2933040"/>
            <a:chExt cx="59148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86CCAE5-3BB4-A481-5B12-BEFFDD31DE31}"/>
                    </a:ext>
                  </a:extLst>
                </p14:cNvPr>
                <p14:cNvContentPartPr/>
                <p14:nvPr/>
              </p14:nvContentPartPr>
              <p14:xfrm>
                <a:off x="4512070" y="2945280"/>
                <a:ext cx="55080" cy="234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86CCAE5-3BB4-A481-5B12-BEFFDD31DE3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94430" y="2927640"/>
                  <a:ext cx="90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951748C-BF22-D1A6-1B37-E2D97BECDFC1}"/>
                    </a:ext>
                  </a:extLst>
                </p14:cNvPr>
                <p14:cNvContentPartPr/>
                <p14:nvPr/>
              </p14:nvContentPartPr>
              <p14:xfrm>
                <a:off x="4684870" y="2989920"/>
                <a:ext cx="124560" cy="164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951748C-BF22-D1A6-1B37-E2D97BECDFC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67230" y="2972280"/>
                  <a:ext cx="160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776DE8F-AC76-741D-4400-4C943157BB04}"/>
                    </a:ext>
                  </a:extLst>
                </p14:cNvPr>
                <p14:cNvContentPartPr/>
                <p14:nvPr/>
              </p14:nvContentPartPr>
              <p14:xfrm>
                <a:off x="4839310" y="2933040"/>
                <a:ext cx="264240" cy="40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776DE8F-AC76-741D-4400-4C943157BB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21310" y="2915400"/>
                  <a:ext cx="29988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48E6BDE-CF17-3C45-9E9C-6F907CED5E84}"/>
              </a:ext>
            </a:extLst>
          </p:cNvPr>
          <p:cNvGrpSpPr/>
          <p:nvPr/>
        </p:nvGrpSpPr>
        <p:grpSpPr>
          <a:xfrm>
            <a:off x="1211950" y="3652320"/>
            <a:ext cx="532080" cy="272880"/>
            <a:chOff x="1211950" y="3652320"/>
            <a:chExt cx="53208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688FD58-B391-ECDA-9292-94FC09DBFD91}"/>
                    </a:ext>
                  </a:extLst>
                </p14:cNvPr>
                <p14:cNvContentPartPr/>
                <p14:nvPr/>
              </p14:nvContentPartPr>
              <p14:xfrm>
                <a:off x="1211950" y="3652320"/>
                <a:ext cx="209880" cy="255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688FD58-B391-ECDA-9292-94FC09DBFD9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94310" y="3634320"/>
                  <a:ext cx="2455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7C18690-0691-AABB-E722-9BE719542068}"/>
                    </a:ext>
                  </a:extLst>
                </p14:cNvPr>
                <p14:cNvContentPartPr/>
                <p14:nvPr/>
              </p14:nvContentPartPr>
              <p14:xfrm>
                <a:off x="1504270" y="3768600"/>
                <a:ext cx="239760" cy="156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7C18690-0691-AABB-E722-9BE71954206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86270" y="3750600"/>
                  <a:ext cx="2754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2F928C4-7E34-6842-2FAF-BDFF3737BA5D}"/>
              </a:ext>
            </a:extLst>
          </p:cNvPr>
          <p:cNvGrpSpPr/>
          <p:nvPr/>
        </p:nvGrpSpPr>
        <p:grpSpPr>
          <a:xfrm>
            <a:off x="1954990" y="3703800"/>
            <a:ext cx="98280" cy="207720"/>
            <a:chOff x="1954990" y="3703800"/>
            <a:chExt cx="9828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0A59DF2-FAED-7B5B-EAA9-9D8DE4F36C61}"/>
                    </a:ext>
                  </a:extLst>
                </p14:cNvPr>
                <p14:cNvContentPartPr/>
                <p14:nvPr/>
              </p14:nvContentPartPr>
              <p14:xfrm>
                <a:off x="1954990" y="3782280"/>
                <a:ext cx="98280" cy="16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0A59DF2-FAED-7B5B-EAA9-9D8DE4F36C6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937350" y="3764280"/>
                  <a:ext cx="133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E4336D4-C86E-C10A-471C-055641FCEE36}"/>
                    </a:ext>
                  </a:extLst>
                </p14:cNvPr>
                <p14:cNvContentPartPr/>
                <p14:nvPr/>
              </p14:nvContentPartPr>
              <p14:xfrm>
                <a:off x="1976590" y="3703800"/>
                <a:ext cx="45000" cy="207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E4336D4-C86E-C10A-471C-055641FCEE3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58590" y="3686160"/>
                  <a:ext cx="8064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6E3EFC0-95F4-DFE7-9B94-2FB5C9C5C636}"/>
              </a:ext>
            </a:extLst>
          </p:cNvPr>
          <p:cNvGrpSpPr/>
          <p:nvPr/>
        </p:nvGrpSpPr>
        <p:grpSpPr>
          <a:xfrm>
            <a:off x="2268910" y="3679320"/>
            <a:ext cx="389520" cy="607680"/>
            <a:chOff x="2268910" y="3679320"/>
            <a:chExt cx="389520" cy="60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9088E93-731B-2662-28B3-10B69EF472A1}"/>
                    </a:ext>
                  </a:extLst>
                </p14:cNvPr>
                <p14:cNvContentPartPr/>
                <p14:nvPr/>
              </p14:nvContentPartPr>
              <p14:xfrm>
                <a:off x="2268910" y="3679320"/>
                <a:ext cx="87840" cy="256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9088E93-731B-2662-28B3-10B69EF472A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50910" y="3661320"/>
                  <a:ext cx="1234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EA54C2D-1155-9B7A-3714-FA499DF537C3}"/>
                    </a:ext>
                  </a:extLst>
                </p14:cNvPr>
                <p14:cNvContentPartPr/>
                <p14:nvPr/>
              </p14:nvContentPartPr>
              <p14:xfrm>
                <a:off x="2363230" y="3699480"/>
                <a:ext cx="55440" cy="268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EA54C2D-1155-9B7A-3714-FA499DF537C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345230" y="3681480"/>
                  <a:ext cx="910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56B34F2-C65D-42B9-C827-084BB4C0A006}"/>
                    </a:ext>
                  </a:extLst>
                </p14:cNvPr>
                <p14:cNvContentPartPr/>
                <p14:nvPr/>
              </p14:nvContentPartPr>
              <p14:xfrm>
                <a:off x="2479510" y="3812880"/>
                <a:ext cx="178920" cy="474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56B34F2-C65D-42B9-C827-084BB4C0A00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61510" y="3795240"/>
                  <a:ext cx="214560" cy="50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7B02E83-0B07-55EE-D26F-B21B57B8C748}"/>
              </a:ext>
            </a:extLst>
          </p:cNvPr>
          <p:cNvGrpSpPr/>
          <p:nvPr/>
        </p:nvGrpSpPr>
        <p:grpSpPr>
          <a:xfrm>
            <a:off x="3027070" y="3662400"/>
            <a:ext cx="1002960" cy="286560"/>
            <a:chOff x="3027070" y="3662400"/>
            <a:chExt cx="100296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B7932DC-46BC-C327-A39C-5DF99516D593}"/>
                    </a:ext>
                  </a:extLst>
                </p14:cNvPr>
                <p14:cNvContentPartPr/>
                <p14:nvPr/>
              </p14:nvContentPartPr>
              <p14:xfrm>
                <a:off x="3027070" y="3801360"/>
                <a:ext cx="187920" cy="41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B7932DC-46BC-C327-A39C-5DF99516D59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09070" y="3783720"/>
                  <a:ext cx="223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76BE011-9F17-5B02-17B7-4C47D5F4D0BA}"/>
                    </a:ext>
                  </a:extLst>
                </p14:cNvPr>
                <p14:cNvContentPartPr/>
                <p14:nvPr/>
              </p14:nvContentPartPr>
              <p14:xfrm>
                <a:off x="3161350" y="3727920"/>
                <a:ext cx="29160" cy="221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76BE011-9F17-5B02-17B7-4C47D5F4D0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43710" y="3709920"/>
                  <a:ext cx="648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60492D8-98E5-77F7-4DE7-3B624BE15CEF}"/>
                    </a:ext>
                  </a:extLst>
                </p14:cNvPr>
                <p14:cNvContentPartPr/>
                <p14:nvPr/>
              </p14:nvContentPartPr>
              <p14:xfrm>
                <a:off x="3410830" y="3677880"/>
                <a:ext cx="59400" cy="227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60492D8-98E5-77F7-4DE7-3B624BE15CE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93190" y="3660240"/>
                  <a:ext cx="95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243E9EB-1AFC-F102-AE9C-F8B0D5274FFF}"/>
                    </a:ext>
                  </a:extLst>
                </p14:cNvPr>
                <p14:cNvContentPartPr/>
                <p14:nvPr/>
              </p14:nvContentPartPr>
              <p14:xfrm>
                <a:off x="3558070" y="3662400"/>
                <a:ext cx="159120" cy="282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243E9EB-1AFC-F102-AE9C-F8B0D5274FF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40070" y="3644760"/>
                  <a:ext cx="1947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4BF3197-DCEF-38CC-4A2A-A244D5A0069E}"/>
                    </a:ext>
                  </a:extLst>
                </p14:cNvPr>
                <p14:cNvContentPartPr/>
                <p14:nvPr/>
              </p14:nvContentPartPr>
              <p14:xfrm>
                <a:off x="3795670" y="3765360"/>
                <a:ext cx="234360" cy="145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4BF3197-DCEF-38CC-4A2A-A244D5A0069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77670" y="3747720"/>
                  <a:ext cx="27000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A42A255-9636-073E-6BF1-EED7E711BC2D}"/>
              </a:ext>
            </a:extLst>
          </p:cNvPr>
          <p:cNvGrpSpPr/>
          <p:nvPr/>
        </p:nvGrpSpPr>
        <p:grpSpPr>
          <a:xfrm>
            <a:off x="4258630" y="3740160"/>
            <a:ext cx="118440" cy="96480"/>
            <a:chOff x="4258630" y="3740160"/>
            <a:chExt cx="11844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F7D9BC6-5B4B-180B-7E7E-37B040E93B75}"/>
                    </a:ext>
                  </a:extLst>
                </p14:cNvPr>
                <p14:cNvContentPartPr/>
                <p14:nvPr/>
              </p14:nvContentPartPr>
              <p14:xfrm>
                <a:off x="4264030" y="3740160"/>
                <a:ext cx="87840" cy="22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F7D9BC6-5B4B-180B-7E7E-37B040E93B7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246030" y="3722160"/>
                  <a:ext cx="123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C0C9159-AE55-2C38-A288-136BF03B738A}"/>
                    </a:ext>
                  </a:extLst>
                </p14:cNvPr>
                <p14:cNvContentPartPr/>
                <p14:nvPr/>
              </p14:nvContentPartPr>
              <p14:xfrm>
                <a:off x="4258630" y="3816480"/>
                <a:ext cx="118440" cy="20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C0C9159-AE55-2C38-A288-136BF03B738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40630" y="3798840"/>
                  <a:ext cx="15408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24945A2-B17D-E7C6-F1E9-A333F302D6AA}"/>
              </a:ext>
            </a:extLst>
          </p:cNvPr>
          <p:cNvGrpSpPr/>
          <p:nvPr/>
        </p:nvGrpSpPr>
        <p:grpSpPr>
          <a:xfrm>
            <a:off x="4643470" y="3618120"/>
            <a:ext cx="562320" cy="238680"/>
            <a:chOff x="4643470" y="3618120"/>
            <a:chExt cx="56232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A113389-A1E5-C6BB-6862-C45A8C8CB65B}"/>
                    </a:ext>
                  </a:extLst>
                </p14:cNvPr>
                <p14:cNvContentPartPr/>
                <p14:nvPr/>
              </p14:nvContentPartPr>
              <p14:xfrm>
                <a:off x="4643470" y="3668880"/>
                <a:ext cx="161640" cy="187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A113389-A1E5-C6BB-6862-C45A8C8CB65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25830" y="3650880"/>
                  <a:ext cx="1972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105906D-1802-A169-A690-DB1951E2C0F9}"/>
                    </a:ext>
                  </a:extLst>
                </p14:cNvPr>
                <p14:cNvContentPartPr/>
                <p14:nvPr/>
              </p14:nvContentPartPr>
              <p14:xfrm>
                <a:off x="4905910" y="3639720"/>
                <a:ext cx="144000" cy="212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105906D-1802-A169-A690-DB1951E2C0F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87910" y="3622080"/>
                  <a:ext cx="179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1D68394-85C6-C819-9E4F-D1940E9E40B1}"/>
                    </a:ext>
                  </a:extLst>
                </p14:cNvPr>
                <p14:cNvContentPartPr/>
                <p14:nvPr/>
              </p14:nvContentPartPr>
              <p14:xfrm>
                <a:off x="5016070" y="3618120"/>
                <a:ext cx="189720" cy="62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1D68394-85C6-C819-9E4F-D1940E9E40B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98430" y="3600480"/>
                  <a:ext cx="22536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677ED09-072A-52A6-5841-2F2972AA20B1}"/>
              </a:ext>
            </a:extLst>
          </p:cNvPr>
          <p:cNvGrpSpPr/>
          <p:nvPr/>
        </p:nvGrpSpPr>
        <p:grpSpPr>
          <a:xfrm>
            <a:off x="6989950" y="2102520"/>
            <a:ext cx="250200" cy="552240"/>
            <a:chOff x="6989950" y="2102520"/>
            <a:chExt cx="250200" cy="55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622DD0C-1F1C-4C15-2802-4BCB5C8906DE}"/>
                    </a:ext>
                  </a:extLst>
                </p14:cNvPr>
                <p14:cNvContentPartPr/>
                <p14:nvPr/>
              </p14:nvContentPartPr>
              <p14:xfrm>
                <a:off x="6989950" y="2323920"/>
                <a:ext cx="15480" cy="152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622DD0C-1F1C-4C15-2802-4BCB5C8906D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972310" y="2305920"/>
                  <a:ext cx="51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0375C98-500A-E593-051B-821E1231A199}"/>
                    </a:ext>
                  </a:extLst>
                </p14:cNvPr>
                <p14:cNvContentPartPr/>
                <p14:nvPr/>
              </p14:nvContentPartPr>
              <p14:xfrm>
                <a:off x="7101550" y="2325000"/>
                <a:ext cx="12600" cy="137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0375C98-500A-E593-051B-821E1231A19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83550" y="2307360"/>
                  <a:ext cx="48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5CAA71D-6E96-BAA8-3EDE-FCED14FECCC6}"/>
                    </a:ext>
                  </a:extLst>
                </p14:cNvPr>
                <p14:cNvContentPartPr/>
                <p14:nvPr/>
              </p14:nvContentPartPr>
              <p14:xfrm>
                <a:off x="7102990" y="2102520"/>
                <a:ext cx="137160" cy="552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5CAA71D-6E96-BAA8-3EDE-FCED14FECCC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85350" y="2084880"/>
                  <a:ext cx="17280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81722AC-45EB-92AD-0D97-30C7526D144F}"/>
                    </a:ext>
                  </a:extLst>
                </p14:cNvPr>
                <p14:cNvContentPartPr/>
                <p14:nvPr/>
              </p14:nvContentPartPr>
              <p14:xfrm>
                <a:off x="7183270" y="2625600"/>
                <a:ext cx="31680" cy="26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81722AC-45EB-92AD-0D97-30C7526D144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65270" y="2607600"/>
                  <a:ext cx="6732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410C9C9-1F7A-5004-083C-FBD979CFB334}"/>
              </a:ext>
            </a:extLst>
          </p:cNvPr>
          <p:cNvGrpSpPr/>
          <p:nvPr/>
        </p:nvGrpSpPr>
        <p:grpSpPr>
          <a:xfrm>
            <a:off x="7749910" y="2262000"/>
            <a:ext cx="2245320" cy="570240"/>
            <a:chOff x="7749910" y="2262000"/>
            <a:chExt cx="2245320" cy="5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7940DD1-4255-09E4-2719-FD2F5C2D1F85}"/>
                    </a:ext>
                  </a:extLst>
                </p14:cNvPr>
                <p14:cNvContentPartPr/>
                <p14:nvPr/>
              </p14:nvContentPartPr>
              <p14:xfrm>
                <a:off x="7798510" y="2268840"/>
                <a:ext cx="157320" cy="38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7940DD1-4255-09E4-2719-FD2F5C2D1F8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80870" y="2250840"/>
                  <a:ext cx="192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A961507-3DDC-1539-ABBC-5D68BA89C2ED}"/>
                    </a:ext>
                  </a:extLst>
                </p14:cNvPr>
                <p14:cNvContentPartPr/>
                <p14:nvPr/>
              </p14:nvContentPartPr>
              <p14:xfrm>
                <a:off x="7749910" y="2279640"/>
                <a:ext cx="157680" cy="226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A961507-3DDC-1539-ABBC-5D68BA89C2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31910" y="2262000"/>
                  <a:ext cx="193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5A47CA2-61EF-D7A7-782E-2F0ADD8D7A89}"/>
                    </a:ext>
                  </a:extLst>
                </p14:cNvPr>
                <p14:cNvContentPartPr/>
                <p14:nvPr/>
              </p14:nvContentPartPr>
              <p14:xfrm>
                <a:off x="7990030" y="2393400"/>
                <a:ext cx="249120" cy="133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5A47CA2-61EF-D7A7-782E-2F0ADD8D7A8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72030" y="2375760"/>
                  <a:ext cx="284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03FF9BC-102D-3077-508C-1E36D2482FEF}"/>
                    </a:ext>
                  </a:extLst>
                </p14:cNvPr>
                <p14:cNvContentPartPr/>
                <p14:nvPr/>
              </p14:nvContentPartPr>
              <p14:xfrm>
                <a:off x="8334910" y="2402400"/>
                <a:ext cx="88200" cy="11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03FF9BC-102D-3077-508C-1E36D2482FE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317270" y="2384400"/>
                  <a:ext cx="123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FC737F9-76E2-A941-97BD-7DD2C8B8E050}"/>
                    </a:ext>
                  </a:extLst>
                </p14:cNvPr>
                <p14:cNvContentPartPr/>
                <p14:nvPr/>
              </p14:nvContentPartPr>
              <p14:xfrm>
                <a:off x="8348590" y="2331120"/>
                <a:ext cx="48240" cy="235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FC737F9-76E2-A941-97BD-7DD2C8B8E05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330590" y="2313120"/>
                  <a:ext cx="838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B38D52D-7B71-D84E-8EBC-5DB5AFD61D2C}"/>
                    </a:ext>
                  </a:extLst>
                </p14:cNvPr>
                <p14:cNvContentPartPr/>
                <p14:nvPr/>
              </p14:nvContentPartPr>
              <p14:xfrm>
                <a:off x="8565670" y="2291880"/>
                <a:ext cx="159480" cy="242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B38D52D-7B71-D84E-8EBC-5DB5AFD61D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47670" y="2274240"/>
                  <a:ext cx="1951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ABE8663-6065-529C-7459-81BB6D28DD88}"/>
                    </a:ext>
                  </a:extLst>
                </p14:cNvPr>
                <p14:cNvContentPartPr/>
                <p14:nvPr/>
              </p14:nvContentPartPr>
              <p14:xfrm>
                <a:off x="8686990" y="2370000"/>
                <a:ext cx="201240" cy="462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ABE8663-6065-529C-7459-81BB6D28DD8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669350" y="2352000"/>
                  <a:ext cx="23688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DF0C8F0-69EE-9BFA-70BA-92B0D6A6523E}"/>
                    </a:ext>
                  </a:extLst>
                </p14:cNvPr>
                <p14:cNvContentPartPr/>
                <p14:nvPr/>
              </p14:nvContentPartPr>
              <p14:xfrm>
                <a:off x="9017830" y="2431920"/>
                <a:ext cx="104760" cy="42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DF0C8F0-69EE-9BFA-70BA-92B0D6A6523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999830" y="2413920"/>
                  <a:ext cx="140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D0FDB73-F3D3-61C7-0108-1D333CA1D9BC}"/>
                    </a:ext>
                  </a:extLst>
                </p14:cNvPr>
                <p14:cNvContentPartPr/>
                <p14:nvPr/>
              </p14:nvContentPartPr>
              <p14:xfrm>
                <a:off x="9056710" y="2346240"/>
                <a:ext cx="36000" cy="185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D0FDB73-F3D3-61C7-0108-1D333CA1D9B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38710" y="2328240"/>
                  <a:ext cx="71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4A5B8A-AA16-332F-B1B7-D22BDBCE3C57}"/>
                    </a:ext>
                  </a:extLst>
                </p14:cNvPr>
                <p14:cNvContentPartPr/>
                <p14:nvPr/>
              </p14:nvContentPartPr>
              <p14:xfrm>
                <a:off x="9185230" y="2262000"/>
                <a:ext cx="177120" cy="268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4A5B8A-AA16-332F-B1B7-D22BDBCE3C5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67230" y="2244000"/>
                  <a:ext cx="2127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DD94501-D887-8089-C426-799D2D855751}"/>
                    </a:ext>
                  </a:extLst>
                </p14:cNvPr>
                <p14:cNvContentPartPr/>
                <p14:nvPr/>
              </p14:nvContentPartPr>
              <p14:xfrm>
                <a:off x="9419950" y="2383320"/>
                <a:ext cx="213480" cy="129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DD94501-D887-8089-C426-799D2D85575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402310" y="2365320"/>
                  <a:ext cx="2491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5EEB180-9BE2-AFAE-EB35-67567CAF543A}"/>
                    </a:ext>
                  </a:extLst>
                </p14:cNvPr>
                <p14:cNvContentPartPr/>
                <p14:nvPr/>
              </p14:nvContentPartPr>
              <p14:xfrm>
                <a:off x="9825670" y="2326440"/>
                <a:ext cx="96480" cy="129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5EEB180-9BE2-AFAE-EB35-67567CAF543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807670" y="2308440"/>
                  <a:ext cx="132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0AA128C-1522-8ECF-9206-C5F79F9D3C91}"/>
                    </a:ext>
                  </a:extLst>
                </p14:cNvPr>
                <p14:cNvContentPartPr/>
                <p14:nvPr/>
              </p14:nvContentPartPr>
              <p14:xfrm>
                <a:off x="9833230" y="2378640"/>
                <a:ext cx="162000" cy="259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0AA128C-1522-8ECF-9206-C5F79F9D3C9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815230" y="2360640"/>
                  <a:ext cx="19764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6D5E7AB-1389-F13E-AA82-427A0837786D}"/>
                  </a:ext>
                </a:extLst>
              </p14:cNvPr>
              <p14:cNvContentPartPr/>
              <p14:nvPr/>
            </p14:nvContentPartPr>
            <p14:xfrm>
              <a:off x="10315270" y="2159040"/>
              <a:ext cx="128880" cy="29232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6D5E7AB-1389-F13E-AA82-427A0837786D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297630" y="2141040"/>
                <a:ext cx="164520" cy="32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41DFF2D3-B8EE-9710-1441-EF9B7A7FDCC0}"/>
              </a:ext>
            </a:extLst>
          </p:cNvPr>
          <p:cNvGrpSpPr/>
          <p:nvPr/>
        </p:nvGrpSpPr>
        <p:grpSpPr>
          <a:xfrm>
            <a:off x="7800670" y="2740800"/>
            <a:ext cx="3075840" cy="621000"/>
            <a:chOff x="7800670" y="2740800"/>
            <a:chExt cx="3075840" cy="62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CB0F158-B5A7-7C19-D7E4-BFF2F1E85457}"/>
                    </a:ext>
                  </a:extLst>
                </p14:cNvPr>
                <p14:cNvContentPartPr/>
                <p14:nvPr/>
              </p14:nvContentPartPr>
              <p14:xfrm>
                <a:off x="7800670" y="2759160"/>
                <a:ext cx="171360" cy="2556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CB0F158-B5A7-7C19-D7E4-BFF2F1E8545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82670" y="2741520"/>
                  <a:ext cx="207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A8AD121-5012-8284-154B-F0A9059D1237}"/>
                    </a:ext>
                  </a:extLst>
                </p14:cNvPr>
                <p14:cNvContentPartPr/>
                <p14:nvPr/>
              </p14:nvContentPartPr>
              <p14:xfrm>
                <a:off x="8118190" y="2892720"/>
                <a:ext cx="202680" cy="113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A8AD121-5012-8284-154B-F0A9059D123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100190" y="2874720"/>
                  <a:ext cx="238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CF00C97-81CB-AA3F-4797-F00CD2D81CF2}"/>
                    </a:ext>
                  </a:extLst>
                </p14:cNvPr>
                <p14:cNvContentPartPr/>
                <p14:nvPr/>
              </p14:nvContentPartPr>
              <p14:xfrm>
                <a:off x="8508790" y="2893800"/>
                <a:ext cx="159480" cy="17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CF00C97-81CB-AA3F-4797-F00CD2D81CF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491150" y="2875800"/>
                  <a:ext cx="195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56EE627-CD27-FBA1-5766-341E1B8A5DDE}"/>
                    </a:ext>
                  </a:extLst>
                </p14:cNvPr>
                <p14:cNvContentPartPr/>
                <p14:nvPr/>
              </p14:nvContentPartPr>
              <p14:xfrm>
                <a:off x="8571070" y="2815320"/>
                <a:ext cx="45360" cy="218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56EE627-CD27-FBA1-5766-341E1B8A5DD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53070" y="2797680"/>
                  <a:ext cx="810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217A9F0-EC74-6683-44BE-367BDC0A4848}"/>
                    </a:ext>
                  </a:extLst>
                </p14:cNvPr>
                <p14:cNvContentPartPr/>
                <p14:nvPr/>
              </p14:nvContentPartPr>
              <p14:xfrm>
                <a:off x="8775190" y="2875080"/>
                <a:ext cx="148680" cy="181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217A9F0-EC74-6683-44BE-367BDC0A484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57550" y="2857080"/>
                  <a:ext cx="1843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B31F0FA-35ED-AB4D-7F57-5E2F7BE56777}"/>
                    </a:ext>
                  </a:extLst>
                </p14:cNvPr>
                <p14:cNvContentPartPr/>
                <p14:nvPr/>
              </p14:nvContentPartPr>
              <p14:xfrm>
                <a:off x="9013510" y="2846280"/>
                <a:ext cx="119520" cy="208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B31F0FA-35ED-AB4D-7F57-5E2F7BE5677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995870" y="2828280"/>
                  <a:ext cx="155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6A387F3-4C90-EF7A-73BB-99E4FE634758}"/>
                    </a:ext>
                  </a:extLst>
                </p14:cNvPr>
                <p14:cNvContentPartPr/>
                <p14:nvPr/>
              </p14:nvContentPartPr>
              <p14:xfrm>
                <a:off x="9170470" y="2963280"/>
                <a:ext cx="154080" cy="398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6A387F3-4C90-EF7A-73BB-99E4FE63475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152470" y="2945640"/>
                  <a:ext cx="18972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3C0EFC2-C7F7-887F-2A12-329DDD907CCC}"/>
                    </a:ext>
                  </a:extLst>
                </p14:cNvPr>
                <p14:cNvContentPartPr/>
                <p14:nvPr/>
              </p14:nvContentPartPr>
              <p14:xfrm>
                <a:off x="9536230" y="2926920"/>
                <a:ext cx="149400" cy="43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3C0EFC2-C7F7-887F-2A12-329DDD907CC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518230" y="2908920"/>
                  <a:ext cx="1850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F8715CD-207C-5A64-2CBC-7778DB41339D}"/>
                    </a:ext>
                  </a:extLst>
                </p14:cNvPr>
                <p14:cNvContentPartPr/>
                <p14:nvPr/>
              </p14:nvContentPartPr>
              <p14:xfrm>
                <a:off x="9626230" y="2849880"/>
                <a:ext cx="40320" cy="1796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F8715CD-207C-5A64-2CBC-7778DB41339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608230" y="2831880"/>
                  <a:ext cx="75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31E7603-988B-FEE2-20CE-3FA47EFD6E8B}"/>
                    </a:ext>
                  </a:extLst>
                </p14:cNvPr>
                <p14:cNvContentPartPr/>
                <p14:nvPr/>
              </p14:nvContentPartPr>
              <p14:xfrm>
                <a:off x="9836470" y="2795880"/>
                <a:ext cx="185760" cy="216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31E7603-988B-FEE2-20CE-3FA47EFD6E8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818830" y="2777880"/>
                  <a:ext cx="221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1E2FEAB-4CC3-755B-A144-F63C924C4B2E}"/>
                    </a:ext>
                  </a:extLst>
                </p14:cNvPr>
                <p14:cNvContentPartPr/>
                <p14:nvPr/>
              </p14:nvContentPartPr>
              <p14:xfrm>
                <a:off x="10089190" y="2862480"/>
                <a:ext cx="155160" cy="142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1E2FEAB-4CC3-755B-A144-F63C924C4B2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071550" y="2844480"/>
                  <a:ext cx="190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0953A85-F94F-38EE-92D9-231A390822CB}"/>
                    </a:ext>
                  </a:extLst>
                </p14:cNvPr>
                <p14:cNvContentPartPr/>
                <p14:nvPr/>
              </p14:nvContentPartPr>
              <p14:xfrm>
                <a:off x="10399150" y="2853480"/>
                <a:ext cx="98280" cy="10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0953A85-F94F-38EE-92D9-231A390822C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381510" y="2835480"/>
                  <a:ext cx="133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97454C1-6662-B97D-E973-B687B302787D}"/>
                    </a:ext>
                  </a:extLst>
                </p14:cNvPr>
                <p14:cNvContentPartPr/>
                <p14:nvPr/>
              </p14:nvContentPartPr>
              <p14:xfrm>
                <a:off x="10395190" y="2910000"/>
                <a:ext cx="142200" cy="21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97454C1-6662-B97D-E973-B687B302787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377550" y="2892360"/>
                  <a:ext cx="177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45AB1D8-389F-4A3F-0733-D773F021C943}"/>
                    </a:ext>
                  </a:extLst>
                </p14:cNvPr>
                <p14:cNvContentPartPr/>
                <p14:nvPr/>
              </p14:nvContentPartPr>
              <p14:xfrm>
                <a:off x="10758430" y="2740800"/>
                <a:ext cx="118080" cy="332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45AB1D8-389F-4A3F-0733-D773F021C94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740790" y="2723160"/>
                  <a:ext cx="153720" cy="36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BF317A5A-9A75-9DC3-1EA3-E1CE919E4E6B}"/>
              </a:ext>
            </a:extLst>
          </p:cNvPr>
          <p:cNvGrpSpPr/>
          <p:nvPr/>
        </p:nvGrpSpPr>
        <p:grpSpPr>
          <a:xfrm>
            <a:off x="7747030" y="3394200"/>
            <a:ext cx="2865960" cy="597240"/>
            <a:chOff x="7747030" y="3394200"/>
            <a:chExt cx="286596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B48C124-B446-A0FF-D12C-EE5333A8D985}"/>
                    </a:ext>
                  </a:extLst>
                </p14:cNvPr>
                <p14:cNvContentPartPr/>
                <p14:nvPr/>
              </p14:nvContentPartPr>
              <p14:xfrm>
                <a:off x="7747030" y="3394200"/>
                <a:ext cx="198360" cy="274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B48C124-B446-A0FF-D12C-EE5333A8D98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729390" y="3376200"/>
                  <a:ext cx="2340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3D533D1-876E-019C-8E90-9C47FFB22B18}"/>
                    </a:ext>
                  </a:extLst>
                </p14:cNvPr>
                <p14:cNvContentPartPr/>
                <p14:nvPr/>
              </p14:nvContentPartPr>
              <p14:xfrm>
                <a:off x="8074990" y="3492480"/>
                <a:ext cx="246960" cy="1951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3D533D1-876E-019C-8E90-9C47FFB22B1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056990" y="3474840"/>
                  <a:ext cx="2826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912A1FE-BC95-53F5-360E-FD9FF9EBDBC4}"/>
                    </a:ext>
                  </a:extLst>
                </p14:cNvPr>
                <p14:cNvContentPartPr/>
                <p14:nvPr/>
              </p14:nvContentPartPr>
              <p14:xfrm>
                <a:off x="8488270" y="3554400"/>
                <a:ext cx="211320" cy="35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912A1FE-BC95-53F5-360E-FD9FF9EBDBC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470630" y="3536760"/>
                  <a:ext cx="246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E4269A0-ADEE-981C-340E-E4E2619BF6B9}"/>
                    </a:ext>
                  </a:extLst>
                </p14:cNvPr>
                <p14:cNvContentPartPr/>
                <p14:nvPr/>
              </p14:nvContentPartPr>
              <p14:xfrm>
                <a:off x="8610310" y="3480240"/>
                <a:ext cx="36720" cy="225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E4269A0-ADEE-981C-340E-E4E2619BF6B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592310" y="3462600"/>
                  <a:ext cx="723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12B193C-EC3F-7389-602C-54D9F30673FD}"/>
                    </a:ext>
                  </a:extLst>
                </p14:cNvPr>
                <p14:cNvContentPartPr/>
                <p14:nvPr/>
              </p14:nvContentPartPr>
              <p14:xfrm>
                <a:off x="8794630" y="3492120"/>
                <a:ext cx="218520" cy="2142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12B193C-EC3F-7389-602C-54D9F30673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776990" y="3474120"/>
                  <a:ext cx="254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40FECA7-075D-EA90-E336-F2BEEBA26906}"/>
                    </a:ext>
                  </a:extLst>
                </p14:cNvPr>
                <p14:cNvContentPartPr/>
                <p14:nvPr/>
              </p14:nvContentPartPr>
              <p14:xfrm>
                <a:off x="9043390" y="3557280"/>
                <a:ext cx="175680" cy="4341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40FECA7-075D-EA90-E336-F2BEEBA2690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025390" y="3539640"/>
                  <a:ext cx="2113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9F1D3C5-3ADD-9AF9-4D9F-71CC79AD4765}"/>
                    </a:ext>
                  </a:extLst>
                </p14:cNvPr>
                <p14:cNvContentPartPr/>
                <p14:nvPr/>
              </p14:nvContentPartPr>
              <p14:xfrm>
                <a:off x="9386110" y="3577800"/>
                <a:ext cx="148680" cy="33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9F1D3C5-3ADD-9AF9-4D9F-71CC79AD476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368470" y="3559800"/>
                  <a:ext cx="184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178C611-4530-948F-987E-C0E228A2D222}"/>
                    </a:ext>
                  </a:extLst>
                </p14:cNvPr>
                <p14:cNvContentPartPr/>
                <p14:nvPr/>
              </p14:nvContentPartPr>
              <p14:xfrm>
                <a:off x="9475030" y="3503280"/>
                <a:ext cx="34920" cy="199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178C611-4530-948F-987E-C0E228A2D22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57390" y="3485280"/>
                  <a:ext cx="70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E5A7BD4-259A-65E8-82B3-11FE960C572D}"/>
                    </a:ext>
                  </a:extLst>
                </p14:cNvPr>
                <p14:cNvContentPartPr/>
                <p14:nvPr/>
              </p14:nvContentPartPr>
              <p14:xfrm>
                <a:off x="9632710" y="3437400"/>
                <a:ext cx="27720" cy="2001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E5A7BD4-259A-65E8-82B3-11FE960C572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614710" y="3419760"/>
                  <a:ext cx="63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620F472-3329-6E6F-F8FA-978B038D8BBD}"/>
                    </a:ext>
                  </a:extLst>
                </p14:cNvPr>
                <p14:cNvContentPartPr/>
                <p14:nvPr/>
              </p14:nvContentPartPr>
              <p14:xfrm>
                <a:off x="9788230" y="3516240"/>
                <a:ext cx="116640" cy="146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620F472-3329-6E6F-F8FA-978B038D8BB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70590" y="3498240"/>
                  <a:ext cx="152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4B46EA0-D587-A994-331E-B3F752D3AA31}"/>
                    </a:ext>
                  </a:extLst>
                </p14:cNvPr>
                <p14:cNvContentPartPr/>
                <p14:nvPr/>
              </p14:nvContentPartPr>
              <p14:xfrm>
                <a:off x="10016110" y="3480960"/>
                <a:ext cx="311040" cy="152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4B46EA0-D587-A994-331E-B3F752D3AA3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998470" y="3463320"/>
                  <a:ext cx="346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8FB017C-2D0F-9C71-849F-7AEFFC4DE5D6}"/>
                    </a:ext>
                  </a:extLst>
                </p14:cNvPr>
                <p14:cNvContentPartPr/>
                <p14:nvPr/>
              </p14:nvContentPartPr>
              <p14:xfrm>
                <a:off x="10462510" y="3469440"/>
                <a:ext cx="107280" cy="13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8FB017C-2D0F-9C71-849F-7AEFFC4DE5D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444510" y="3451440"/>
                  <a:ext cx="142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3677F3D-7311-2989-DD43-574305462F4E}"/>
                    </a:ext>
                  </a:extLst>
                </p14:cNvPr>
                <p14:cNvContentPartPr/>
                <p14:nvPr/>
              </p14:nvContentPartPr>
              <p14:xfrm>
                <a:off x="10457470" y="3532080"/>
                <a:ext cx="155520" cy="29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3677F3D-7311-2989-DD43-574305462F4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439470" y="3514080"/>
                  <a:ext cx="1911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BEE0BC1-755F-89FE-3994-3F2A11F44B1D}"/>
              </a:ext>
            </a:extLst>
          </p:cNvPr>
          <p:cNvGrpSpPr/>
          <p:nvPr/>
        </p:nvGrpSpPr>
        <p:grpSpPr>
          <a:xfrm>
            <a:off x="10878670" y="3282960"/>
            <a:ext cx="406800" cy="290520"/>
            <a:chOff x="10878670" y="3282960"/>
            <a:chExt cx="40680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EB9E327-A43C-25B0-8275-84D245BE9F02}"/>
                    </a:ext>
                  </a:extLst>
                </p14:cNvPr>
                <p14:cNvContentPartPr/>
                <p14:nvPr/>
              </p14:nvContentPartPr>
              <p14:xfrm>
                <a:off x="10878670" y="3383040"/>
                <a:ext cx="144720" cy="190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EB9E327-A43C-25B0-8275-84D245BE9F0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61030" y="3365400"/>
                  <a:ext cx="180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6095671-C9A1-0499-AA22-025E94D27070}"/>
                    </a:ext>
                  </a:extLst>
                </p14:cNvPr>
                <p14:cNvContentPartPr/>
                <p14:nvPr/>
              </p14:nvContentPartPr>
              <p14:xfrm>
                <a:off x="11022310" y="3282960"/>
                <a:ext cx="263160" cy="62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6095671-C9A1-0499-AA22-025E94D2707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004670" y="3264960"/>
                  <a:ext cx="29880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FD3D6E1A-99F6-2691-F576-03CED511EC14}"/>
                  </a:ext>
                </a:extLst>
              </p14:cNvPr>
              <p14:cNvContentPartPr/>
              <p14:nvPr/>
            </p14:nvContentPartPr>
            <p14:xfrm>
              <a:off x="11907550" y="3759240"/>
              <a:ext cx="3960" cy="504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FD3D6E1A-99F6-2691-F576-03CED511EC14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1889550" y="3741240"/>
                <a:ext cx="3960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DD6AD4F-5C6A-D022-475D-322573EED0F4}"/>
              </a:ext>
            </a:extLst>
          </p:cNvPr>
          <p:cNvGrpSpPr/>
          <p:nvPr/>
        </p:nvGrpSpPr>
        <p:grpSpPr>
          <a:xfrm>
            <a:off x="272710" y="4513800"/>
            <a:ext cx="430200" cy="538560"/>
            <a:chOff x="272710" y="4513800"/>
            <a:chExt cx="43020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7BDE675-846D-5FEB-DFD7-B953CC0EFAD2}"/>
                    </a:ext>
                  </a:extLst>
                </p14:cNvPr>
                <p14:cNvContentPartPr/>
                <p14:nvPr/>
              </p14:nvContentPartPr>
              <p14:xfrm>
                <a:off x="272710" y="4747800"/>
                <a:ext cx="17640" cy="140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7BDE675-846D-5FEB-DFD7-B953CC0EFAD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55070" y="4730160"/>
                  <a:ext cx="53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7A966ED-6177-BF33-9EB8-B4067D7D813B}"/>
                    </a:ext>
                  </a:extLst>
                </p14:cNvPr>
                <p14:cNvContentPartPr/>
                <p14:nvPr/>
              </p14:nvContentPartPr>
              <p14:xfrm>
                <a:off x="397630" y="4752120"/>
                <a:ext cx="7560" cy="1274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7A966ED-6177-BF33-9EB8-B4067D7D813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79990" y="4734120"/>
                  <a:ext cx="432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7135B51-74A2-9951-0367-58D14C37DFC3}"/>
                    </a:ext>
                  </a:extLst>
                </p14:cNvPr>
                <p14:cNvContentPartPr/>
                <p14:nvPr/>
              </p14:nvContentPartPr>
              <p14:xfrm>
                <a:off x="495190" y="4718280"/>
                <a:ext cx="17280" cy="141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7135B51-74A2-9951-0367-58D14C37DFC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7190" y="4700640"/>
                  <a:ext cx="52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6AE8973-C686-7845-D0E2-CEB2F25DEB1A}"/>
                    </a:ext>
                  </a:extLst>
                </p14:cNvPr>
                <p14:cNvContentPartPr/>
                <p14:nvPr/>
              </p14:nvContentPartPr>
              <p14:xfrm>
                <a:off x="528310" y="4513800"/>
                <a:ext cx="174600" cy="538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6AE8973-C686-7845-D0E2-CEB2F25DEB1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10310" y="4496160"/>
                  <a:ext cx="210240" cy="57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F4D9BDA-BFF9-8DD6-E253-F43EA2A2BDFB}"/>
              </a:ext>
            </a:extLst>
          </p:cNvPr>
          <p:cNvGrpSpPr/>
          <p:nvPr/>
        </p:nvGrpSpPr>
        <p:grpSpPr>
          <a:xfrm>
            <a:off x="1354510" y="4694880"/>
            <a:ext cx="522360" cy="178920"/>
            <a:chOff x="1354510" y="4694880"/>
            <a:chExt cx="52236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CA77682-100A-9525-68E7-F2E0E4B57F88}"/>
                    </a:ext>
                  </a:extLst>
                </p14:cNvPr>
                <p14:cNvContentPartPr/>
                <p14:nvPr/>
              </p14:nvContentPartPr>
              <p14:xfrm>
                <a:off x="1354510" y="4694880"/>
                <a:ext cx="181440" cy="1789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CA77682-100A-9525-68E7-F2E0E4B57F8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336870" y="4677240"/>
                  <a:ext cx="217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7605C42-8D5A-140F-DA2B-CCB68CC18FFF}"/>
                    </a:ext>
                  </a:extLst>
                </p14:cNvPr>
                <p14:cNvContentPartPr/>
                <p14:nvPr/>
              </p14:nvContentPartPr>
              <p14:xfrm>
                <a:off x="1580230" y="4732320"/>
                <a:ext cx="296640" cy="1386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7605C42-8D5A-140F-DA2B-CCB68CC18FF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62230" y="4714680"/>
                  <a:ext cx="33228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37234414-1EF7-5211-18B8-66F4AB05717C}"/>
              </a:ext>
            </a:extLst>
          </p:cNvPr>
          <p:cNvGrpSpPr/>
          <p:nvPr/>
        </p:nvGrpSpPr>
        <p:grpSpPr>
          <a:xfrm>
            <a:off x="2057230" y="4632600"/>
            <a:ext cx="647280" cy="627120"/>
            <a:chOff x="2057230" y="4632600"/>
            <a:chExt cx="647280" cy="62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5738E32-13FA-98C8-8CAE-319653572B1F}"/>
                    </a:ext>
                  </a:extLst>
                </p14:cNvPr>
                <p14:cNvContentPartPr/>
                <p14:nvPr/>
              </p14:nvContentPartPr>
              <p14:xfrm>
                <a:off x="2057230" y="4749960"/>
                <a:ext cx="171000" cy="194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5738E32-13FA-98C8-8CAE-319653572B1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039230" y="4731960"/>
                  <a:ext cx="206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469B081-F964-48E4-7F8A-CC5B7A1524B8}"/>
                    </a:ext>
                  </a:extLst>
                </p14:cNvPr>
                <p14:cNvContentPartPr/>
                <p14:nvPr/>
              </p14:nvContentPartPr>
              <p14:xfrm>
                <a:off x="2110870" y="4667880"/>
                <a:ext cx="33480" cy="196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469B081-F964-48E4-7F8A-CC5B7A1524B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093230" y="4649880"/>
                  <a:ext cx="69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852C383-4431-8C42-1F86-8800BFBA8933}"/>
                    </a:ext>
                  </a:extLst>
                </p14:cNvPr>
                <p14:cNvContentPartPr/>
                <p14:nvPr/>
              </p14:nvContentPartPr>
              <p14:xfrm>
                <a:off x="2340190" y="4632600"/>
                <a:ext cx="164160" cy="2512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852C383-4431-8C42-1F86-8800BFBA893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322190" y="4614600"/>
                  <a:ext cx="199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311D0B3-8297-ED24-ABC6-2F41FCFCB1CC}"/>
                    </a:ext>
                  </a:extLst>
                </p14:cNvPr>
                <p14:cNvContentPartPr/>
                <p14:nvPr/>
              </p14:nvContentPartPr>
              <p14:xfrm>
                <a:off x="2485630" y="4756800"/>
                <a:ext cx="218880" cy="502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311D0B3-8297-ED24-ABC6-2F41FCFCB1C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67630" y="4738800"/>
                  <a:ext cx="254520" cy="53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21D45FB0-3ED3-9BFA-A0DE-0E7FE9E7858D}"/>
              </a:ext>
            </a:extLst>
          </p:cNvPr>
          <p:cNvGrpSpPr/>
          <p:nvPr/>
        </p:nvGrpSpPr>
        <p:grpSpPr>
          <a:xfrm>
            <a:off x="3045070" y="4765440"/>
            <a:ext cx="211320" cy="86760"/>
            <a:chOff x="3045070" y="4765440"/>
            <a:chExt cx="21132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6DB829B-5520-B61D-5866-C0A6879B2226}"/>
                    </a:ext>
                  </a:extLst>
                </p14:cNvPr>
                <p14:cNvContentPartPr/>
                <p14:nvPr/>
              </p14:nvContentPartPr>
              <p14:xfrm>
                <a:off x="3045070" y="4765440"/>
                <a:ext cx="131040" cy="208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6DB829B-5520-B61D-5866-C0A6879B222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027070" y="4747800"/>
                  <a:ext cx="166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78EC4FB-9A43-4C2E-57BB-D62599C5A98C}"/>
                    </a:ext>
                  </a:extLst>
                </p14:cNvPr>
                <p14:cNvContentPartPr/>
                <p14:nvPr/>
              </p14:nvContentPartPr>
              <p14:xfrm>
                <a:off x="3079990" y="4828440"/>
                <a:ext cx="176400" cy="23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78EC4FB-9A43-4C2E-57BB-D62599C5A98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062350" y="4810800"/>
                  <a:ext cx="21204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211CA84D-1B57-83C7-5A27-9484FDD4AC1A}"/>
                  </a:ext>
                </a:extLst>
              </p14:cNvPr>
              <p14:cNvContentPartPr/>
              <p14:nvPr/>
            </p14:nvContentPartPr>
            <p14:xfrm>
              <a:off x="3620710" y="4717560"/>
              <a:ext cx="169920" cy="3636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211CA84D-1B57-83C7-5A27-9484FDD4AC1A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3602710" y="4699920"/>
                <a:ext cx="20556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E75EB25-176D-F816-6B8E-EBA2CCFC7C64}"/>
              </a:ext>
            </a:extLst>
          </p:cNvPr>
          <p:cNvGrpSpPr/>
          <p:nvPr/>
        </p:nvGrpSpPr>
        <p:grpSpPr>
          <a:xfrm>
            <a:off x="3985390" y="4561680"/>
            <a:ext cx="238320" cy="275760"/>
            <a:chOff x="3985390" y="4561680"/>
            <a:chExt cx="23832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E1D90C7-4AB6-C5A4-2296-DEE895FC440A}"/>
                    </a:ext>
                  </a:extLst>
                </p14:cNvPr>
                <p14:cNvContentPartPr/>
                <p14:nvPr/>
              </p14:nvContentPartPr>
              <p14:xfrm>
                <a:off x="3985390" y="4567080"/>
                <a:ext cx="77760" cy="230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E1D90C7-4AB6-C5A4-2296-DEE895FC440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967390" y="4549080"/>
                  <a:ext cx="1134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C7CF09A-4B84-6369-E5B2-A80CD92E80C2}"/>
                    </a:ext>
                  </a:extLst>
                </p14:cNvPr>
                <p14:cNvContentPartPr/>
                <p14:nvPr/>
              </p14:nvContentPartPr>
              <p14:xfrm>
                <a:off x="4149550" y="4561680"/>
                <a:ext cx="74160" cy="275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C7CF09A-4B84-6369-E5B2-A80CD92E80C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131910" y="4543680"/>
                  <a:ext cx="10980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082F3E8D-3F35-D430-A618-77DF01F5F64B}"/>
              </a:ext>
            </a:extLst>
          </p:cNvPr>
          <p:cNvGrpSpPr/>
          <p:nvPr/>
        </p:nvGrpSpPr>
        <p:grpSpPr>
          <a:xfrm>
            <a:off x="1024390" y="5315160"/>
            <a:ext cx="391680" cy="318600"/>
            <a:chOff x="1024390" y="5315160"/>
            <a:chExt cx="39168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0B3A1A0-0F84-0E6E-F217-4C979EFB1EC1}"/>
                    </a:ext>
                  </a:extLst>
                </p14:cNvPr>
                <p14:cNvContentPartPr/>
                <p14:nvPr/>
              </p14:nvContentPartPr>
              <p14:xfrm>
                <a:off x="1024390" y="5315160"/>
                <a:ext cx="182160" cy="285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0B3A1A0-0F84-0E6E-F217-4C979EFB1EC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06750" y="5297160"/>
                  <a:ext cx="2178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1FEE6D8-E813-7066-72C2-23F1AB8D0662}"/>
                    </a:ext>
                  </a:extLst>
                </p14:cNvPr>
                <p14:cNvContentPartPr/>
                <p14:nvPr/>
              </p14:nvContentPartPr>
              <p14:xfrm>
                <a:off x="1229590" y="5480040"/>
                <a:ext cx="186480" cy="153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1FEE6D8-E813-7066-72C2-23F1AB8D066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211590" y="5462400"/>
                  <a:ext cx="2221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0FF8B553-4B8F-45B4-8AF0-DB76E7A51994}"/>
              </a:ext>
            </a:extLst>
          </p:cNvPr>
          <p:cNvGrpSpPr/>
          <p:nvPr/>
        </p:nvGrpSpPr>
        <p:grpSpPr>
          <a:xfrm>
            <a:off x="1617670" y="5344320"/>
            <a:ext cx="730800" cy="514080"/>
            <a:chOff x="1617670" y="5344320"/>
            <a:chExt cx="730800" cy="51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FAF747B-2D18-1DF4-724D-EDE2BCFD18D7}"/>
                    </a:ext>
                  </a:extLst>
                </p14:cNvPr>
                <p14:cNvContentPartPr/>
                <p14:nvPr/>
              </p14:nvContentPartPr>
              <p14:xfrm>
                <a:off x="1617670" y="5439360"/>
                <a:ext cx="156960" cy="482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FAF747B-2D18-1DF4-724D-EDE2BCFD18D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600030" y="5421720"/>
                  <a:ext cx="1926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C564214-AA43-E52D-C5A4-2B0F2FCEB9B6}"/>
                    </a:ext>
                  </a:extLst>
                </p14:cNvPr>
                <p14:cNvContentPartPr/>
                <p14:nvPr/>
              </p14:nvContentPartPr>
              <p14:xfrm>
                <a:off x="1669510" y="5367720"/>
                <a:ext cx="40320" cy="1994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C564214-AA43-E52D-C5A4-2B0F2FCEB9B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651510" y="5349720"/>
                  <a:ext cx="75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402EC89-88F5-96D1-FC43-5D117BF12DCA}"/>
                    </a:ext>
                  </a:extLst>
                </p14:cNvPr>
                <p14:cNvContentPartPr/>
                <p14:nvPr/>
              </p14:nvContentPartPr>
              <p14:xfrm>
                <a:off x="1809190" y="5344320"/>
                <a:ext cx="174960" cy="257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402EC89-88F5-96D1-FC43-5D117BF12DC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791190" y="5326320"/>
                  <a:ext cx="210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201FE2A-BB78-DFE1-1E3C-79E6C1E481CC}"/>
                    </a:ext>
                  </a:extLst>
                </p14:cNvPr>
                <p14:cNvContentPartPr/>
                <p14:nvPr/>
              </p14:nvContentPartPr>
              <p14:xfrm>
                <a:off x="2031670" y="5460240"/>
                <a:ext cx="99360" cy="124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201FE2A-BB78-DFE1-1E3C-79E6C1E481C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014030" y="5442240"/>
                  <a:ext cx="1350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31500E8-2EF3-8C81-A378-96AA85BA0163}"/>
                    </a:ext>
                  </a:extLst>
                </p14:cNvPr>
                <p14:cNvContentPartPr/>
                <p14:nvPr/>
              </p14:nvContentPartPr>
              <p14:xfrm>
                <a:off x="2173510" y="5442240"/>
                <a:ext cx="174960" cy="4161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31500E8-2EF3-8C81-A378-96AA85BA016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155870" y="5424240"/>
                  <a:ext cx="21060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3A584EB9-26FD-5739-8174-E01DD3861FEA}"/>
              </a:ext>
            </a:extLst>
          </p:cNvPr>
          <p:cNvGrpSpPr/>
          <p:nvPr/>
        </p:nvGrpSpPr>
        <p:grpSpPr>
          <a:xfrm>
            <a:off x="2588230" y="5359440"/>
            <a:ext cx="721800" cy="275760"/>
            <a:chOff x="2588230" y="5359440"/>
            <a:chExt cx="72180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4BAB49D-E865-BC1A-7405-DC4302E35AEC}"/>
                    </a:ext>
                  </a:extLst>
                </p14:cNvPr>
                <p14:cNvContentPartPr/>
                <p14:nvPr/>
              </p14:nvContentPartPr>
              <p14:xfrm>
                <a:off x="2588230" y="5516760"/>
                <a:ext cx="143280" cy="31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4BAB49D-E865-BC1A-7405-DC4302E35AE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570230" y="5499120"/>
                  <a:ext cx="178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67C252A-A4F3-53C4-1B4F-A5CC98F2DA3D}"/>
                    </a:ext>
                  </a:extLst>
                </p14:cNvPr>
                <p14:cNvContentPartPr/>
                <p14:nvPr/>
              </p14:nvContentPartPr>
              <p14:xfrm>
                <a:off x="2840590" y="5359440"/>
                <a:ext cx="196200" cy="2656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67C252A-A4F3-53C4-1B4F-A5CC98F2DA3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822590" y="5341440"/>
                  <a:ext cx="231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B7E0253-8635-1FD6-767A-246D909C5600}"/>
                    </a:ext>
                  </a:extLst>
                </p14:cNvPr>
                <p14:cNvContentPartPr/>
                <p14:nvPr/>
              </p14:nvContentPartPr>
              <p14:xfrm>
                <a:off x="3006550" y="5510280"/>
                <a:ext cx="303480" cy="1249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B7E0253-8635-1FD6-767A-246D909C560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988550" y="5492640"/>
                  <a:ext cx="33912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7890054-599F-C42A-9449-1E61B8DFADF5}"/>
              </a:ext>
            </a:extLst>
          </p:cNvPr>
          <p:cNvGrpSpPr/>
          <p:nvPr/>
        </p:nvGrpSpPr>
        <p:grpSpPr>
          <a:xfrm>
            <a:off x="3681190" y="5506680"/>
            <a:ext cx="187920" cy="74520"/>
            <a:chOff x="3681190" y="5506680"/>
            <a:chExt cx="187920" cy="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8672014-82C8-178D-F78E-5BE1A900C842}"/>
                    </a:ext>
                  </a:extLst>
                </p14:cNvPr>
                <p14:cNvContentPartPr/>
                <p14:nvPr/>
              </p14:nvContentPartPr>
              <p14:xfrm>
                <a:off x="3681190" y="5506680"/>
                <a:ext cx="103680" cy="90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8672014-82C8-178D-F78E-5BE1A900C84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663190" y="5489040"/>
                  <a:ext cx="139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F138519-2938-D00A-727B-0A9D02797213}"/>
                    </a:ext>
                  </a:extLst>
                </p14:cNvPr>
                <p14:cNvContentPartPr/>
                <p14:nvPr/>
              </p14:nvContentPartPr>
              <p14:xfrm>
                <a:off x="3688030" y="5562840"/>
                <a:ext cx="181080" cy="183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F138519-2938-D00A-727B-0A9D0279721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670390" y="5544840"/>
                  <a:ext cx="2167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CE70B95C-87DC-3081-1624-A508D6A8AFA2}"/>
              </a:ext>
            </a:extLst>
          </p:cNvPr>
          <p:cNvGrpSpPr/>
          <p:nvPr/>
        </p:nvGrpSpPr>
        <p:grpSpPr>
          <a:xfrm>
            <a:off x="4141630" y="5288880"/>
            <a:ext cx="508320" cy="309600"/>
            <a:chOff x="4141630" y="5288880"/>
            <a:chExt cx="50832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D3BF7C4-AD5A-2174-6D03-B8277366B119}"/>
                    </a:ext>
                  </a:extLst>
                </p14:cNvPr>
                <p14:cNvContentPartPr/>
                <p14:nvPr/>
              </p14:nvContentPartPr>
              <p14:xfrm>
                <a:off x="4141630" y="5465280"/>
                <a:ext cx="155880" cy="262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D3BF7C4-AD5A-2174-6D03-B8277366B11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23990" y="5447640"/>
                  <a:ext cx="191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A95C9DF-7A3A-1A3E-587C-4AE6825DB8FA}"/>
                    </a:ext>
                  </a:extLst>
                </p14:cNvPr>
                <p14:cNvContentPartPr/>
                <p14:nvPr/>
              </p14:nvContentPartPr>
              <p14:xfrm>
                <a:off x="4382470" y="5288880"/>
                <a:ext cx="267480" cy="309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A95C9DF-7A3A-1A3E-587C-4AE6825DB8F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364830" y="5270880"/>
                  <a:ext cx="30312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3B56AEED-48D7-593F-29E0-51860C1B9AB6}"/>
              </a:ext>
            </a:extLst>
          </p:cNvPr>
          <p:cNvGrpSpPr/>
          <p:nvPr/>
        </p:nvGrpSpPr>
        <p:grpSpPr>
          <a:xfrm>
            <a:off x="1155790" y="5975760"/>
            <a:ext cx="347760" cy="599040"/>
            <a:chOff x="1155790" y="5975760"/>
            <a:chExt cx="347760" cy="59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E731B9C-2D1F-8C92-2978-48A1A2758558}"/>
                    </a:ext>
                  </a:extLst>
                </p14:cNvPr>
                <p14:cNvContentPartPr/>
                <p14:nvPr/>
              </p14:nvContentPartPr>
              <p14:xfrm>
                <a:off x="1155790" y="5975760"/>
                <a:ext cx="135720" cy="2800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E731B9C-2D1F-8C92-2978-48A1A275855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37790" y="5957760"/>
                  <a:ext cx="1713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0B32876-19FF-65BD-CD9C-558CCBBA480D}"/>
                    </a:ext>
                  </a:extLst>
                </p14:cNvPr>
                <p14:cNvContentPartPr/>
                <p14:nvPr/>
              </p14:nvContentPartPr>
              <p14:xfrm>
                <a:off x="1327510" y="6141720"/>
                <a:ext cx="176040" cy="4330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0B32876-19FF-65BD-CD9C-558CCBBA480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309510" y="6124080"/>
                  <a:ext cx="211680" cy="46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156AA96B-98DC-8022-6A64-925C9D3086D3}"/>
              </a:ext>
            </a:extLst>
          </p:cNvPr>
          <p:cNvGrpSpPr/>
          <p:nvPr/>
        </p:nvGrpSpPr>
        <p:grpSpPr>
          <a:xfrm>
            <a:off x="1782550" y="6042000"/>
            <a:ext cx="1005120" cy="258120"/>
            <a:chOff x="1782550" y="6042000"/>
            <a:chExt cx="100512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D09F170-F3CA-C3F4-830B-2CDB1DAD7982}"/>
                    </a:ext>
                  </a:extLst>
                </p14:cNvPr>
                <p14:cNvContentPartPr/>
                <p14:nvPr/>
              </p14:nvContentPartPr>
              <p14:xfrm>
                <a:off x="1782550" y="6212640"/>
                <a:ext cx="148320" cy="262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D09F170-F3CA-C3F4-830B-2CDB1DAD798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764550" y="6194640"/>
                  <a:ext cx="183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B86C199-D360-8D3A-2B05-DB5152049BA5}"/>
                    </a:ext>
                  </a:extLst>
                </p14:cNvPr>
                <p14:cNvContentPartPr/>
                <p14:nvPr/>
              </p14:nvContentPartPr>
              <p14:xfrm>
                <a:off x="2052190" y="6059640"/>
                <a:ext cx="17280" cy="2386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B86C199-D360-8D3A-2B05-DB5152049BA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034550" y="6041640"/>
                  <a:ext cx="52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32BA211-D246-DB1F-A51C-7BBC78B4385D}"/>
                    </a:ext>
                  </a:extLst>
                </p14:cNvPr>
                <p14:cNvContentPartPr/>
                <p14:nvPr/>
              </p14:nvContentPartPr>
              <p14:xfrm>
                <a:off x="2237950" y="6042000"/>
                <a:ext cx="134280" cy="2548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32BA211-D246-DB1F-A51C-7BBC78B4385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20310" y="6024360"/>
                  <a:ext cx="1699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EF6D302-AC18-028F-0B0D-2FB3179F8504}"/>
                    </a:ext>
                  </a:extLst>
                </p14:cNvPr>
                <p14:cNvContentPartPr/>
                <p14:nvPr/>
              </p14:nvContentPartPr>
              <p14:xfrm>
                <a:off x="2470870" y="6128400"/>
                <a:ext cx="316800" cy="171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EF6D302-AC18-028F-0B0D-2FB3179F850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453230" y="6110760"/>
                  <a:ext cx="35244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D8D8728B-B069-3181-F75A-8ED56896065C}"/>
              </a:ext>
            </a:extLst>
          </p:cNvPr>
          <p:cNvGrpSpPr/>
          <p:nvPr/>
        </p:nvGrpSpPr>
        <p:grpSpPr>
          <a:xfrm>
            <a:off x="3185830" y="6153600"/>
            <a:ext cx="159840" cy="98640"/>
            <a:chOff x="3185830" y="6153600"/>
            <a:chExt cx="15984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11F90D0-16BA-D91F-C853-CD4E1A703759}"/>
                    </a:ext>
                  </a:extLst>
                </p14:cNvPr>
                <p14:cNvContentPartPr/>
                <p14:nvPr/>
              </p14:nvContentPartPr>
              <p14:xfrm>
                <a:off x="3185830" y="6153600"/>
                <a:ext cx="133920" cy="288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11F90D0-16BA-D91F-C853-CD4E1A70375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167830" y="6135600"/>
                  <a:ext cx="169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E08C206-327C-39BC-F2CD-9B0135528FA4}"/>
                    </a:ext>
                  </a:extLst>
                </p14:cNvPr>
                <p14:cNvContentPartPr/>
                <p14:nvPr/>
              </p14:nvContentPartPr>
              <p14:xfrm>
                <a:off x="3198790" y="6212640"/>
                <a:ext cx="146880" cy="396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E08C206-327C-39BC-F2CD-9B0135528FA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180790" y="6194640"/>
                  <a:ext cx="1825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13AD215C-B5BB-BD81-9AF5-CF670DFD0A83}"/>
                  </a:ext>
                </a:extLst>
              </p14:cNvPr>
              <p14:cNvContentPartPr/>
              <p14:nvPr/>
            </p14:nvContentPartPr>
            <p14:xfrm>
              <a:off x="3742390" y="6136680"/>
              <a:ext cx="172080" cy="464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13AD215C-B5BB-BD81-9AF5-CF670DFD0A83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3724750" y="6119040"/>
                <a:ext cx="2077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D6DD1C63-3D5A-F2D2-19DE-2AD1ED7BCB87}"/>
                  </a:ext>
                </a:extLst>
              </p14:cNvPr>
              <p14:cNvContentPartPr/>
              <p14:nvPr/>
            </p14:nvContentPartPr>
            <p14:xfrm>
              <a:off x="4140910" y="5970000"/>
              <a:ext cx="55800" cy="32220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D6DD1C63-3D5A-F2D2-19DE-2AD1ED7BCB87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4122910" y="5952360"/>
                <a:ext cx="91440" cy="35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997CEAEC-1C79-920C-CDF2-2F1DAD80BB74}"/>
              </a:ext>
            </a:extLst>
          </p:cNvPr>
          <p:cNvGrpSpPr/>
          <p:nvPr/>
        </p:nvGrpSpPr>
        <p:grpSpPr>
          <a:xfrm>
            <a:off x="9639550" y="609240"/>
            <a:ext cx="1995480" cy="434520"/>
            <a:chOff x="9639550" y="609240"/>
            <a:chExt cx="199548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B4183AB-FD09-9A37-9AE8-C182CA72520A}"/>
                    </a:ext>
                  </a:extLst>
                </p14:cNvPr>
                <p14:cNvContentPartPr/>
                <p14:nvPr/>
              </p14:nvContentPartPr>
              <p14:xfrm>
                <a:off x="9639550" y="846480"/>
                <a:ext cx="551880" cy="197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B4183AB-FD09-9A37-9AE8-C182CA72520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21910" y="828840"/>
                  <a:ext cx="5875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AA60DE8-4E73-CC58-883D-9B5FD584C729}"/>
                    </a:ext>
                  </a:extLst>
                </p14:cNvPr>
                <p14:cNvContentPartPr/>
                <p14:nvPr/>
              </p14:nvContentPartPr>
              <p14:xfrm>
                <a:off x="10321030" y="847200"/>
                <a:ext cx="136440" cy="18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AA60DE8-4E73-CC58-883D-9B5FD584C72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303030" y="829560"/>
                  <a:ext cx="172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B2E85DC-51F1-5A47-CA57-A446D9DD9DCD}"/>
                    </a:ext>
                  </a:extLst>
                </p14:cNvPr>
                <p14:cNvContentPartPr/>
                <p14:nvPr/>
              </p14:nvContentPartPr>
              <p14:xfrm>
                <a:off x="10596430" y="867000"/>
                <a:ext cx="103680" cy="147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B2E85DC-51F1-5A47-CA57-A446D9DD9DC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578430" y="849000"/>
                  <a:ext cx="139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42DAC2F-B89B-7A27-3D60-B955A4FB7C1B}"/>
                    </a:ext>
                  </a:extLst>
                </p14:cNvPr>
                <p14:cNvContentPartPr/>
                <p14:nvPr/>
              </p14:nvContentPartPr>
              <p14:xfrm>
                <a:off x="10596430" y="711120"/>
                <a:ext cx="62280" cy="26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42DAC2F-B89B-7A27-3D60-B955A4FB7C1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578790" y="693480"/>
                  <a:ext cx="97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C5C0AF2-F7B1-065C-42AB-76FA5EEBA555}"/>
                    </a:ext>
                  </a:extLst>
                </p14:cNvPr>
                <p14:cNvContentPartPr/>
                <p14:nvPr/>
              </p14:nvContentPartPr>
              <p14:xfrm>
                <a:off x="10758430" y="856920"/>
                <a:ext cx="140400" cy="173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C5C0AF2-F7B1-065C-42AB-76FA5EEBA55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740430" y="839280"/>
                  <a:ext cx="176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69876DF-91C4-3328-F238-55A5F48378D3}"/>
                    </a:ext>
                  </a:extLst>
                </p14:cNvPr>
                <p14:cNvContentPartPr/>
                <p14:nvPr/>
              </p14:nvContentPartPr>
              <p14:xfrm>
                <a:off x="11036350" y="699960"/>
                <a:ext cx="166680" cy="315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69876DF-91C4-3328-F238-55A5F48378D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018350" y="682320"/>
                  <a:ext cx="2023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C8ABC79-733B-3D8D-7E00-11E70982360D}"/>
                    </a:ext>
                  </a:extLst>
                </p14:cNvPr>
                <p14:cNvContentPartPr/>
                <p14:nvPr/>
              </p14:nvContentPartPr>
              <p14:xfrm>
                <a:off x="11272870" y="837480"/>
                <a:ext cx="171360" cy="139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C8ABC79-733B-3D8D-7E00-11E70982360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254870" y="819480"/>
                  <a:ext cx="207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E296F4E-1902-FCFD-CDC1-312926CE8A09}"/>
                    </a:ext>
                  </a:extLst>
                </p14:cNvPr>
                <p14:cNvContentPartPr/>
                <p14:nvPr/>
              </p14:nvContentPartPr>
              <p14:xfrm>
                <a:off x="11523430" y="693840"/>
                <a:ext cx="44640" cy="243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E296F4E-1902-FCFD-CDC1-312926CE8A0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505430" y="675840"/>
                  <a:ext cx="80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FAA1435-CEFC-E52D-1E9C-F1B3A32C2A4C}"/>
                    </a:ext>
                  </a:extLst>
                </p14:cNvPr>
                <p14:cNvContentPartPr/>
                <p14:nvPr/>
              </p14:nvContentPartPr>
              <p14:xfrm>
                <a:off x="11446750" y="725160"/>
                <a:ext cx="188280" cy="20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FAA1435-CEFC-E52D-1E9C-F1B3A32C2A4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428750" y="707160"/>
                  <a:ext cx="223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838CC64-E123-2D47-9743-E380A76E2619}"/>
                    </a:ext>
                  </a:extLst>
                </p14:cNvPr>
                <p14:cNvContentPartPr/>
                <p14:nvPr/>
              </p14:nvContentPartPr>
              <p14:xfrm>
                <a:off x="10537390" y="652440"/>
                <a:ext cx="217440" cy="46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838CC64-E123-2D47-9743-E380A76E261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519750" y="634800"/>
                  <a:ext cx="253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0CBF0EF-8276-6E3E-7E13-FDB5030770E9}"/>
                    </a:ext>
                  </a:extLst>
                </p14:cNvPr>
                <p14:cNvContentPartPr/>
                <p14:nvPr/>
              </p14:nvContentPartPr>
              <p14:xfrm>
                <a:off x="10945630" y="726600"/>
                <a:ext cx="212040" cy="648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0CBF0EF-8276-6E3E-7E13-FDB5030770E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927990" y="708600"/>
                  <a:ext cx="2476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128E23D-DDDA-D8D0-2A56-6CCE21A10764}"/>
                    </a:ext>
                  </a:extLst>
                </p14:cNvPr>
                <p14:cNvContentPartPr/>
                <p14:nvPr/>
              </p14:nvContentPartPr>
              <p14:xfrm>
                <a:off x="11096830" y="609240"/>
                <a:ext cx="15840" cy="2494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128E23D-DDDA-D8D0-2A56-6CCE21A1076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079190" y="591240"/>
                  <a:ext cx="51480" cy="285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171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75079945-7BCC-E8C5-306F-7B16BC25E135}"/>
              </a:ext>
            </a:extLst>
          </p:cNvPr>
          <p:cNvGrpSpPr/>
          <p:nvPr/>
        </p:nvGrpSpPr>
        <p:grpSpPr>
          <a:xfrm>
            <a:off x="278110" y="149160"/>
            <a:ext cx="5644800" cy="800640"/>
            <a:chOff x="278110" y="149160"/>
            <a:chExt cx="5644800" cy="80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C20674A-67B6-3EDF-15E5-C3C8147767B7}"/>
                    </a:ext>
                  </a:extLst>
                </p14:cNvPr>
                <p14:cNvContentPartPr/>
                <p14:nvPr/>
              </p14:nvContentPartPr>
              <p14:xfrm>
                <a:off x="278110" y="258240"/>
                <a:ext cx="182880" cy="207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C20674A-67B6-3EDF-15E5-C3C8147767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0110" y="240240"/>
                  <a:ext cx="218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162566A-7E1A-950D-ECF0-F4108F802F5A}"/>
                    </a:ext>
                  </a:extLst>
                </p14:cNvPr>
                <p14:cNvContentPartPr/>
                <p14:nvPr/>
              </p14:nvContentPartPr>
              <p14:xfrm>
                <a:off x="558910" y="413040"/>
                <a:ext cx="3240" cy="4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162566A-7E1A-950D-ECF0-F4108F802F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1270" y="395400"/>
                  <a:ext cx="38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AEAC58-A37E-7B5D-5D04-D1EBC8A993ED}"/>
                    </a:ext>
                  </a:extLst>
                </p14:cNvPr>
                <p14:cNvContentPartPr/>
                <p14:nvPr/>
              </p14:nvContentPartPr>
              <p14:xfrm>
                <a:off x="696790" y="245640"/>
                <a:ext cx="254880" cy="247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AEAC58-A37E-7B5D-5D04-D1EBC8A993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8790" y="228000"/>
                  <a:ext cx="290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59799F9-9618-9847-D1B8-6DD295CB0737}"/>
                    </a:ext>
                  </a:extLst>
                </p14:cNvPr>
                <p14:cNvContentPartPr/>
                <p14:nvPr/>
              </p14:nvContentPartPr>
              <p14:xfrm>
                <a:off x="961030" y="356160"/>
                <a:ext cx="122400" cy="149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59799F9-9618-9847-D1B8-6DD295CB07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3390" y="338160"/>
                  <a:ext cx="158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2F8DA1-3E3F-FAF7-B2BB-13EF5B3B6E54}"/>
                    </a:ext>
                  </a:extLst>
                </p14:cNvPr>
                <p14:cNvContentPartPr/>
                <p14:nvPr/>
              </p14:nvContentPartPr>
              <p14:xfrm>
                <a:off x="1200430" y="217200"/>
                <a:ext cx="93600" cy="272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E2F8DA1-3E3F-FAF7-B2BB-13EF5B3B6E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2790" y="199560"/>
                  <a:ext cx="1292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90A255-3355-1A74-5A32-6542223EA93D}"/>
                    </a:ext>
                  </a:extLst>
                </p14:cNvPr>
                <p14:cNvContentPartPr/>
                <p14:nvPr/>
              </p14:nvContentPartPr>
              <p14:xfrm>
                <a:off x="1126270" y="296760"/>
                <a:ext cx="128880" cy="14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90A255-3355-1A74-5A32-6542223EA9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08630" y="278760"/>
                  <a:ext cx="164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EEA3DE6-5BBB-46E2-2E98-3D0A44C0CE17}"/>
                    </a:ext>
                  </a:extLst>
                </p14:cNvPr>
                <p14:cNvContentPartPr/>
                <p14:nvPr/>
              </p14:nvContentPartPr>
              <p14:xfrm>
                <a:off x="1268830" y="336720"/>
                <a:ext cx="304560" cy="16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EEA3DE6-5BBB-46E2-2E98-3D0A44C0CE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1190" y="318720"/>
                  <a:ext cx="340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E99D96-3EA0-AF70-D3E8-D71A4418C340}"/>
                    </a:ext>
                  </a:extLst>
                </p14:cNvPr>
                <p14:cNvContentPartPr/>
                <p14:nvPr/>
              </p14:nvContentPartPr>
              <p14:xfrm>
                <a:off x="1641790" y="372000"/>
                <a:ext cx="225360" cy="10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E99D96-3EA0-AF70-D3E8-D71A4418C3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23790" y="354360"/>
                  <a:ext cx="261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AB73A33-A023-C2F8-623D-4483E61C4E94}"/>
                    </a:ext>
                  </a:extLst>
                </p14:cNvPr>
                <p14:cNvContentPartPr/>
                <p14:nvPr/>
              </p14:nvContentPartPr>
              <p14:xfrm>
                <a:off x="1980190" y="375600"/>
                <a:ext cx="15480" cy="98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AB73A33-A023-C2F8-623D-4483E61C4E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62190" y="357960"/>
                  <a:ext cx="51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D764DB-A1E5-83B0-2A61-BA61E17B53CE}"/>
                    </a:ext>
                  </a:extLst>
                </p14:cNvPr>
                <p14:cNvContentPartPr/>
                <p14:nvPr/>
              </p14:nvContentPartPr>
              <p14:xfrm>
                <a:off x="1971550" y="233040"/>
                <a:ext cx="23400" cy="38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D764DB-A1E5-83B0-2A61-BA61E17B53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53910" y="215040"/>
                  <a:ext cx="59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42DA195-1859-E770-F4D0-C065793E2B7E}"/>
                    </a:ext>
                  </a:extLst>
                </p14:cNvPr>
                <p14:cNvContentPartPr/>
                <p14:nvPr/>
              </p14:nvContentPartPr>
              <p14:xfrm>
                <a:off x="2061910" y="356880"/>
                <a:ext cx="139680" cy="119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42DA195-1859-E770-F4D0-C065793E2B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43910" y="339240"/>
                  <a:ext cx="175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3947413-26E7-498A-F2EB-CC73BFBC57FD}"/>
                    </a:ext>
                  </a:extLst>
                </p14:cNvPr>
                <p14:cNvContentPartPr/>
                <p14:nvPr/>
              </p14:nvContentPartPr>
              <p14:xfrm>
                <a:off x="2302750" y="332400"/>
                <a:ext cx="245520" cy="13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3947413-26E7-498A-F2EB-CC73BFBC57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85110" y="314760"/>
                  <a:ext cx="281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38538D-1A0B-D13B-FD54-3BB66DE5041F}"/>
                    </a:ext>
                  </a:extLst>
                </p14:cNvPr>
                <p14:cNvContentPartPr/>
                <p14:nvPr/>
              </p14:nvContentPartPr>
              <p14:xfrm>
                <a:off x="2829790" y="193080"/>
                <a:ext cx="236160" cy="756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38538D-1A0B-D13B-FD54-3BB66DE504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12150" y="175080"/>
                  <a:ext cx="2718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621CB1-21D9-6E71-98A3-F371127CDF27}"/>
                    </a:ext>
                  </a:extLst>
                </p14:cNvPr>
                <p14:cNvContentPartPr/>
                <p14:nvPr/>
              </p14:nvContentPartPr>
              <p14:xfrm>
                <a:off x="3075310" y="345720"/>
                <a:ext cx="291600" cy="130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621CB1-21D9-6E71-98A3-F371127CDF2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57310" y="328080"/>
                  <a:ext cx="327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C76C582-A20B-F48C-75A6-08A2DD0401FE}"/>
                    </a:ext>
                  </a:extLst>
                </p14:cNvPr>
                <p14:cNvContentPartPr/>
                <p14:nvPr/>
              </p14:nvContentPartPr>
              <p14:xfrm>
                <a:off x="3634390" y="149160"/>
                <a:ext cx="939240" cy="30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C76C582-A20B-F48C-75A6-08A2DD0401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16390" y="131520"/>
                  <a:ext cx="9748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63EA18-FF5A-38FE-9BFE-7EF8E5B2DF15}"/>
                    </a:ext>
                  </a:extLst>
                </p14:cNvPr>
                <p14:cNvContentPartPr/>
                <p14:nvPr/>
              </p14:nvContentPartPr>
              <p14:xfrm>
                <a:off x="4382470" y="194520"/>
                <a:ext cx="198000" cy="25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63EA18-FF5A-38FE-9BFE-7EF8E5B2DF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64830" y="176880"/>
                  <a:ext cx="233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2CEDCF-7A92-725B-D51F-14B5AB33CFCA}"/>
                    </a:ext>
                  </a:extLst>
                </p14:cNvPr>
                <p14:cNvContentPartPr/>
                <p14:nvPr/>
              </p14:nvContentPartPr>
              <p14:xfrm>
                <a:off x="4800790" y="296760"/>
                <a:ext cx="226440" cy="114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2CEDCF-7A92-725B-D51F-14B5AB33CFC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82790" y="278760"/>
                  <a:ext cx="262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E8E9ED-C93E-FF80-020B-44A85C654ABE}"/>
                    </a:ext>
                  </a:extLst>
                </p14:cNvPr>
                <p14:cNvContentPartPr/>
                <p14:nvPr/>
              </p14:nvContentPartPr>
              <p14:xfrm>
                <a:off x="5016070" y="154560"/>
                <a:ext cx="558000" cy="270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E8E9ED-C93E-FF80-020B-44A85C654A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98070" y="136920"/>
                  <a:ext cx="5936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CF4911-137B-9308-7AD4-A4BA276618E5}"/>
                    </a:ext>
                  </a:extLst>
                </p14:cNvPr>
                <p14:cNvContentPartPr/>
                <p14:nvPr/>
              </p14:nvContentPartPr>
              <p14:xfrm>
                <a:off x="5630590" y="258960"/>
                <a:ext cx="132480" cy="141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CF4911-137B-9308-7AD4-A4BA276618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12950" y="241320"/>
                  <a:ext cx="1681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D97DDDA-0AC2-A10E-760D-9353C2AC13A5}"/>
                    </a:ext>
                  </a:extLst>
                </p14:cNvPr>
                <p14:cNvContentPartPr/>
                <p14:nvPr/>
              </p14:nvContentPartPr>
              <p14:xfrm>
                <a:off x="5794750" y="262920"/>
                <a:ext cx="128160" cy="153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D97DDDA-0AC2-A10E-760D-9353C2AC13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76750" y="245280"/>
                  <a:ext cx="16380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D558EBF-DE6E-8593-AA47-83AB80D89F0C}"/>
                  </a:ext>
                </a:extLst>
              </p14:cNvPr>
              <p14:cNvContentPartPr/>
              <p14:nvPr/>
            </p14:nvContentPartPr>
            <p14:xfrm>
              <a:off x="6484510" y="215760"/>
              <a:ext cx="359280" cy="638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D558EBF-DE6E-8593-AA47-83AB80D89F0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66510" y="198120"/>
                <a:ext cx="394920" cy="67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4ABB25E1-1D27-293C-E002-CBCD258340B2}"/>
              </a:ext>
            </a:extLst>
          </p:cNvPr>
          <p:cNvGrpSpPr/>
          <p:nvPr/>
        </p:nvGrpSpPr>
        <p:grpSpPr>
          <a:xfrm>
            <a:off x="7200190" y="145920"/>
            <a:ext cx="1687320" cy="304200"/>
            <a:chOff x="7200190" y="145920"/>
            <a:chExt cx="168732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76F7929-9CFC-1DB6-C50D-D96F45D44CDB}"/>
                    </a:ext>
                  </a:extLst>
                </p14:cNvPr>
                <p14:cNvContentPartPr/>
                <p14:nvPr/>
              </p14:nvContentPartPr>
              <p14:xfrm>
                <a:off x="7394230" y="191280"/>
                <a:ext cx="90000" cy="236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76F7929-9CFC-1DB6-C50D-D96F45D44CD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76230" y="173280"/>
                  <a:ext cx="125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191D43-D80E-C750-589B-5ECA0D1FDE32}"/>
                    </a:ext>
                  </a:extLst>
                </p14:cNvPr>
                <p14:cNvContentPartPr/>
                <p14:nvPr/>
              </p14:nvContentPartPr>
              <p14:xfrm>
                <a:off x="7200190" y="360120"/>
                <a:ext cx="208800" cy="90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191D43-D80E-C750-589B-5ECA0D1FDE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82190" y="342120"/>
                  <a:ext cx="244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2AE8F67-ACAB-0F34-6CB4-729EB8F2D997}"/>
                    </a:ext>
                  </a:extLst>
                </p14:cNvPr>
                <p14:cNvContentPartPr/>
                <p14:nvPr/>
              </p14:nvContentPartPr>
              <p14:xfrm>
                <a:off x="7599430" y="312600"/>
                <a:ext cx="154080" cy="117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2AE8F67-ACAB-0F34-6CB4-729EB8F2D9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81790" y="294600"/>
                  <a:ext cx="189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F90E2F-8AFB-E496-D45F-90C3B6FFFDE9}"/>
                    </a:ext>
                  </a:extLst>
                </p14:cNvPr>
                <p14:cNvContentPartPr/>
                <p14:nvPr/>
              </p14:nvContentPartPr>
              <p14:xfrm>
                <a:off x="7835590" y="287400"/>
                <a:ext cx="262800" cy="110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F90E2F-8AFB-E496-D45F-90C3B6FFFDE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17950" y="269760"/>
                  <a:ext cx="298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F4902C-96BC-A417-279F-B170FD38FA57}"/>
                    </a:ext>
                  </a:extLst>
                </p14:cNvPr>
                <p14:cNvContentPartPr/>
                <p14:nvPr/>
              </p14:nvContentPartPr>
              <p14:xfrm>
                <a:off x="8155990" y="145920"/>
                <a:ext cx="219960" cy="213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F4902C-96BC-A417-279F-B170FD38FA5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38350" y="128280"/>
                  <a:ext cx="255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989287D-2DAC-C76B-8035-C87EECB9B5AE}"/>
                    </a:ext>
                  </a:extLst>
                </p14:cNvPr>
                <p14:cNvContentPartPr/>
                <p14:nvPr/>
              </p14:nvContentPartPr>
              <p14:xfrm>
                <a:off x="8593750" y="211440"/>
                <a:ext cx="122760" cy="171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989287D-2DAC-C76B-8035-C87EECB9B5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76110" y="193800"/>
                  <a:ext cx="158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994FB3C-363F-C51B-7EAF-5298F52572A0}"/>
                    </a:ext>
                  </a:extLst>
                </p14:cNvPr>
                <p14:cNvContentPartPr/>
                <p14:nvPr/>
              </p14:nvContentPartPr>
              <p14:xfrm>
                <a:off x="8688430" y="177240"/>
                <a:ext cx="199080" cy="132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994FB3C-363F-C51B-7EAF-5298F52572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70430" y="159600"/>
                  <a:ext cx="23472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67F0377-B38A-6957-60CF-A34740D07E90}"/>
              </a:ext>
            </a:extLst>
          </p:cNvPr>
          <p:cNvGrpSpPr/>
          <p:nvPr/>
        </p:nvGrpSpPr>
        <p:grpSpPr>
          <a:xfrm>
            <a:off x="9385750" y="106320"/>
            <a:ext cx="582120" cy="285480"/>
            <a:chOff x="9385750" y="106320"/>
            <a:chExt cx="58212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A60B02-372B-A39C-792C-8A4B69EECBEF}"/>
                    </a:ext>
                  </a:extLst>
                </p14:cNvPr>
                <p14:cNvContentPartPr/>
                <p14:nvPr/>
              </p14:nvContentPartPr>
              <p14:xfrm>
                <a:off x="9385750" y="157800"/>
                <a:ext cx="285480" cy="222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A60B02-372B-A39C-792C-8A4B69EECBE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67750" y="140160"/>
                  <a:ext cx="321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DBDA17-2994-A4DB-113C-A142E29A217A}"/>
                    </a:ext>
                  </a:extLst>
                </p14:cNvPr>
                <p14:cNvContentPartPr/>
                <p14:nvPr/>
              </p14:nvContentPartPr>
              <p14:xfrm>
                <a:off x="9505630" y="106320"/>
                <a:ext cx="462240" cy="285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DBDA17-2994-A4DB-113C-A142E29A217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87630" y="88320"/>
                  <a:ext cx="49788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0A8A1F5-A855-80AC-D4FE-5D41E0F7F4FE}"/>
              </a:ext>
            </a:extLst>
          </p:cNvPr>
          <p:cNvGrpSpPr/>
          <p:nvPr/>
        </p:nvGrpSpPr>
        <p:grpSpPr>
          <a:xfrm>
            <a:off x="10342270" y="93720"/>
            <a:ext cx="1816200" cy="775440"/>
            <a:chOff x="10342270" y="93720"/>
            <a:chExt cx="1816200" cy="77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CAAF2C-56E9-122B-A7C4-8A86265D12DB}"/>
                    </a:ext>
                  </a:extLst>
                </p14:cNvPr>
                <p14:cNvContentPartPr/>
                <p14:nvPr/>
              </p14:nvContentPartPr>
              <p14:xfrm>
                <a:off x="10342270" y="93720"/>
                <a:ext cx="297360" cy="775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CAAF2C-56E9-122B-A7C4-8A86265D12D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24630" y="76080"/>
                  <a:ext cx="33300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FE9B57-4CC8-167E-222A-0CA2FBCC2655}"/>
                    </a:ext>
                  </a:extLst>
                </p14:cNvPr>
                <p14:cNvContentPartPr/>
                <p14:nvPr/>
              </p14:nvContentPartPr>
              <p14:xfrm>
                <a:off x="10618030" y="102360"/>
                <a:ext cx="593280" cy="336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FE9B57-4CC8-167E-222A-0CA2FBCC26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00030" y="84360"/>
                  <a:ext cx="628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22075C8-159E-93A9-89EF-A90CEB4979FE}"/>
                    </a:ext>
                  </a:extLst>
                </p14:cNvPr>
                <p14:cNvContentPartPr/>
                <p14:nvPr/>
              </p14:nvContentPartPr>
              <p14:xfrm>
                <a:off x="11255950" y="288840"/>
                <a:ext cx="118080" cy="135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22075C8-159E-93A9-89EF-A90CEB4979F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38310" y="271200"/>
                  <a:ext cx="153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496A04-5164-E804-28D0-BED2B7D5F62A}"/>
                    </a:ext>
                  </a:extLst>
                </p14:cNvPr>
                <p14:cNvContentPartPr/>
                <p14:nvPr/>
              </p14:nvContentPartPr>
              <p14:xfrm>
                <a:off x="11455750" y="266160"/>
                <a:ext cx="304200" cy="135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496A04-5164-E804-28D0-BED2B7D5F62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38110" y="248520"/>
                  <a:ext cx="339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302191D-0D76-CD60-9317-45EFD2C55B45}"/>
                    </a:ext>
                  </a:extLst>
                </p14:cNvPr>
                <p14:cNvContentPartPr/>
                <p14:nvPr/>
              </p14:nvContentPartPr>
              <p14:xfrm>
                <a:off x="11765350" y="114240"/>
                <a:ext cx="43920" cy="32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302191D-0D76-CD60-9317-45EFD2C55B4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747710" y="96240"/>
                  <a:ext cx="79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A6281DD-C4AD-91E3-496E-226451F4D8ED}"/>
                    </a:ext>
                  </a:extLst>
                </p14:cNvPr>
                <p14:cNvContentPartPr/>
                <p14:nvPr/>
              </p14:nvContentPartPr>
              <p14:xfrm>
                <a:off x="11851750" y="248520"/>
                <a:ext cx="149400" cy="127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A6281DD-C4AD-91E3-496E-226451F4D8E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34110" y="230880"/>
                  <a:ext cx="185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D351D09-1D18-3306-3CA1-747A5FDC2FB5}"/>
                    </a:ext>
                  </a:extLst>
                </p14:cNvPr>
                <p14:cNvContentPartPr/>
                <p14:nvPr/>
              </p14:nvContentPartPr>
              <p14:xfrm>
                <a:off x="11648350" y="267960"/>
                <a:ext cx="510120" cy="513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D351D09-1D18-3306-3CA1-747A5FDC2FB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30710" y="250320"/>
                  <a:ext cx="545760" cy="54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FE0DA85-C93D-4206-1401-9B7018224B0D}"/>
              </a:ext>
            </a:extLst>
          </p:cNvPr>
          <p:cNvGrpSpPr/>
          <p:nvPr/>
        </p:nvGrpSpPr>
        <p:grpSpPr>
          <a:xfrm>
            <a:off x="544870" y="820560"/>
            <a:ext cx="888480" cy="333720"/>
            <a:chOff x="544870" y="820560"/>
            <a:chExt cx="88848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8C0CE9-D65C-8F12-4FEE-EF89F963BDCD}"/>
                    </a:ext>
                  </a:extLst>
                </p14:cNvPr>
                <p14:cNvContentPartPr/>
                <p14:nvPr/>
              </p14:nvContentPartPr>
              <p14:xfrm>
                <a:off x="544870" y="820560"/>
                <a:ext cx="246960" cy="186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8C0CE9-D65C-8F12-4FEE-EF89F963BD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7230" y="802560"/>
                  <a:ext cx="282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244EED-6EBB-2F3E-B88C-541D55882F7B}"/>
                    </a:ext>
                  </a:extLst>
                </p14:cNvPr>
                <p14:cNvContentPartPr/>
                <p14:nvPr/>
              </p14:nvContentPartPr>
              <p14:xfrm>
                <a:off x="872470" y="821640"/>
                <a:ext cx="159120" cy="332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244EED-6EBB-2F3E-B88C-541D55882F7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4470" y="803640"/>
                  <a:ext cx="1947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1C93BC0-BBE9-F624-9747-64BBD3CD0D8E}"/>
                    </a:ext>
                  </a:extLst>
                </p14:cNvPr>
                <p14:cNvContentPartPr/>
                <p14:nvPr/>
              </p14:nvContentPartPr>
              <p14:xfrm>
                <a:off x="1072990" y="863760"/>
                <a:ext cx="184680" cy="154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1C93BC0-BBE9-F624-9747-64BBD3CD0D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4990" y="845760"/>
                  <a:ext cx="220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07555E-3608-95BB-8CB6-EE16FED9D394}"/>
                    </a:ext>
                  </a:extLst>
                </p14:cNvPr>
                <p14:cNvContentPartPr/>
                <p14:nvPr/>
              </p14:nvContentPartPr>
              <p14:xfrm>
                <a:off x="1355230" y="888240"/>
                <a:ext cx="78120" cy="167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07555E-3608-95BB-8CB6-EE16FED9D3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37590" y="870240"/>
                  <a:ext cx="11376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C4794AD-43C6-A796-46AD-6F2D2ADE73AF}"/>
              </a:ext>
            </a:extLst>
          </p:cNvPr>
          <p:cNvGrpSpPr/>
          <p:nvPr/>
        </p:nvGrpSpPr>
        <p:grpSpPr>
          <a:xfrm>
            <a:off x="2036710" y="845040"/>
            <a:ext cx="875520" cy="257760"/>
            <a:chOff x="2036710" y="845040"/>
            <a:chExt cx="87552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394E6DF-5E14-F9EC-1522-E58D319643EF}"/>
                    </a:ext>
                  </a:extLst>
                </p14:cNvPr>
                <p14:cNvContentPartPr/>
                <p14:nvPr/>
              </p14:nvContentPartPr>
              <p14:xfrm>
                <a:off x="2036710" y="845040"/>
                <a:ext cx="204120" cy="257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394E6DF-5E14-F9EC-1522-E58D319643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18710" y="827040"/>
                  <a:ext cx="239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C5241FE-DB60-13B7-2052-670E239F4310}"/>
                    </a:ext>
                  </a:extLst>
                </p14:cNvPr>
                <p14:cNvContentPartPr/>
                <p14:nvPr/>
              </p14:nvContentPartPr>
              <p14:xfrm>
                <a:off x="2293030" y="964920"/>
                <a:ext cx="165600" cy="122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C5241FE-DB60-13B7-2052-670E239F43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75390" y="947280"/>
                  <a:ext cx="201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55157FF-7EC5-6435-2345-83DC1627CFEF}"/>
                    </a:ext>
                  </a:extLst>
                </p14:cNvPr>
                <p14:cNvContentPartPr/>
                <p14:nvPr/>
              </p14:nvContentPartPr>
              <p14:xfrm>
                <a:off x="2586790" y="961320"/>
                <a:ext cx="325440" cy="104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55157FF-7EC5-6435-2345-83DC1627CF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69150" y="943320"/>
                  <a:ext cx="36108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B2B2F38-EC11-9DC0-B1CF-1B03B13BC5C4}"/>
              </a:ext>
            </a:extLst>
          </p:cNvPr>
          <p:cNvGrpSpPr/>
          <p:nvPr/>
        </p:nvGrpSpPr>
        <p:grpSpPr>
          <a:xfrm>
            <a:off x="3559870" y="614280"/>
            <a:ext cx="216720" cy="563040"/>
            <a:chOff x="3559870" y="614280"/>
            <a:chExt cx="216720" cy="56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6E1479-9BE2-905A-2980-8453C8AFA0F0}"/>
                    </a:ext>
                  </a:extLst>
                </p14:cNvPr>
                <p14:cNvContentPartPr/>
                <p14:nvPr/>
              </p14:nvContentPartPr>
              <p14:xfrm>
                <a:off x="3587950" y="921360"/>
                <a:ext cx="33120" cy="124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6E1479-9BE2-905A-2980-8453C8AFA0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70310" y="903720"/>
                  <a:ext cx="68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AB44736-01E1-F3F7-EEEC-90EA8CA1DE06}"/>
                    </a:ext>
                  </a:extLst>
                </p14:cNvPr>
                <p14:cNvContentPartPr/>
                <p14:nvPr/>
              </p14:nvContentPartPr>
              <p14:xfrm>
                <a:off x="3559870" y="614280"/>
                <a:ext cx="216720" cy="563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AB44736-01E1-F3F7-EEEC-90EA8CA1DE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42230" y="596280"/>
                  <a:ext cx="252360" cy="59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F77C112-C932-2683-E86B-939BA5697647}"/>
              </a:ext>
            </a:extLst>
          </p:cNvPr>
          <p:cNvGrpSpPr/>
          <p:nvPr/>
        </p:nvGrpSpPr>
        <p:grpSpPr>
          <a:xfrm>
            <a:off x="4167550" y="927840"/>
            <a:ext cx="521280" cy="140760"/>
            <a:chOff x="4167550" y="927840"/>
            <a:chExt cx="521280" cy="1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3985A3-AD9B-4B62-7C94-1F49A9130110}"/>
                    </a:ext>
                  </a:extLst>
                </p14:cNvPr>
                <p14:cNvContentPartPr/>
                <p14:nvPr/>
              </p14:nvContentPartPr>
              <p14:xfrm>
                <a:off x="4167550" y="927840"/>
                <a:ext cx="261720" cy="140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3985A3-AD9B-4B62-7C94-1F49A913011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49550" y="909840"/>
                  <a:ext cx="297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095329-63C3-CEB2-3189-85243BAC4079}"/>
                    </a:ext>
                  </a:extLst>
                </p14:cNvPr>
                <p14:cNvContentPartPr/>
                <p14:nvPr/>
              </p14:nvContentPartPr>
              <p14:xfrm>
                <a:off x="4563550" y="939720"/>
                <a:ext cx="125280" cy="115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095329-63C3-CEB2-3189-85243BAC407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45550" y="921720"/>
                  <a:ext cx="16092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7514A1D-E5ED-1BA1-D61F-752260CF0732}"/>
              </a:ext>
            </a:extLst>
          </p:cNvPr>
          <p:cNvGrpSpPr/>
          <p:nvPr/>
        </p:nvGrpSpPr>
        <p:grpSpPr>
          <a:xfrm>
            <a:off x="5012110" y="790680"/>
            <a:ext cx="1557000" cy="332640"/>
            <a:chOff x="5012110" y="790680"/>
            <a:chExt cx="155700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B79CEA-BE03-FD58-8386-27BD57804E35}"/>
                    </a:ext>
                  </a:extLst>
                </p14:cNvPr>
                <p14:cNvContentPartPr/>
                <p14:nvPr/>
              </p14:nvContentPartPr>
              <p14:xfrm>
                <a:off x="5012110" y="931800"/>
                <a:ext cx="155160" cy="191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B79CEA-BE03-FD58-8386-27BD57804E3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94110" y="914160"/>
                  <a:ext cx="1908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E21DC25-C6D7-94DB-0F25-00BC69924CB1}"/>
                    </a:ext>
                  </a:extLst>
                </p14:cNvPr>
                <p14:cNvContentPartPr/>
                <p14:nvPr/>
              </p14:nvContentPartPr>
              <p14:xfrm>
                <a:off x="5211550" y="860520"/>
                <a:ext cx="623160" cy="253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E21DC25-C6D7-94DB-0F25-00BC69924CB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93910" y="842520"/>
                  <a:ext cx="6588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797A821-DD28-4616-8D11-C406346EFEDC}"/>
                    </a:ext>
                  </a:extLst>
                </p14:cNvPr>
                <p14:cNvContentPartPr/>
                <p14:nvPr/>
              </p14:nvContentPartPr>
              <p14:xfrm>
                <a:off x="5944150" y="797160"/>
                <a:ext cx="47520" cy="304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797A821-DD28-4616-8D11-C406346EFED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26510" y="779520"/>
                  <a:ext cx="831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21F5CC-53BE-A121-6D81-49EA6EC03D6F}"/>
                    </a:ext>
                  </a:extLst>
                </p14:cNvPr>
                <p14:cNvContentPartPr/>
                <p14:nvPr/>
              </p14:nvContentPartPr>
              <p14:xfrm>
                <a:off x="6100390" y="978960"/>
                <a:ext cx="42120" cy="111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21F5CC-53BE-A121-6D81-49EA6EC03D6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82750" y="960960"/>
                  <a:ext cx="77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34B019A-D38E-7931-CFD7-0BB64BD45749}"/>
                    </a:ext>
                  </a:extLst>
                </p14:cNvPr>
                <p14:cNvContentPartPr/>
                <p14:nvPr/>
              </p14:nvContentPartPr>
              <p14:xfrm>
                <a:off x="6231790" y="955200"/>
                <a:ext cx="89280" cy="122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34B019A-D38E-7931-CFD7-0BB64BD4574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13790" y="937560"/>
                  <a:ext cx="124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6717022-FD9F-7278-58A9-1697E53751D7}"/>
                    </a:ext>
                  </a:extLst>
                </p14:cNvPr>
                <p14:cNvContentPartPr/>
                <p14:nvPr/>
              </p14:nvContentPartPr>
              <p14:xfrm>
                <a:off x="6431230" y="975360"/>
                <a:ext cx="137880" cy="120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6717022-FD9F-7278-58A9-1697E53751D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13590" y="957720"/>
                  <a:ext cx="173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C86D2E3-96D0-D823-92E1-CCD3D7E69055}"/>
                    </a:ext>
                  </a:extLst>
                </p14:cNvPr>
                <p14:cNvContentPartPr/>
                <p14:nvPr/>
              </p14:nvContentPartPr>
              <p14:xfrm>
                <a:off x="6183190" y="790680"/>
                <a:ext cx="94320" cy="49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C86D2E3-96D0-D823-92E1-CCD3D7E6905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65190" y="773040"/>
                  <a:ext cx="1299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A3689F-8BA9-3914-8CA8-411AA972923E}"/>
                    </a:ext>
                  </a:extLst>
                </p14:cNvPr>
                <p14:cNvContentPartPr/>
                <p14:nvPr/>
              </p14:nvContentPartPr>
              <p14:xfrm>
                <a:off x="5873950" y="873840"/>
                <a:ext cx="165960" cy="8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A3689F-8BA9-3914-8CA8-411AA97292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55950" y="856200"/>
                  <a:ext cx="2016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7034A38-9386-223B-0275-19F67DA650DE}"/>
              </a:ext>
            </a:extLst>
          </p:cNvPr>
          <p:cNvGrpSpPr/>
          <p:nvPr/>
        </p:nvGrpSpPr>
        <p:grpSpPr>
          <a:xfrm>
            <a:off x="7041430" y="726960"/>
            <a:ext cx="336240" cy="572760"/>
            <a:chOff x="7041430" y="726960"/>
            <a:chExt cx="336240" cy="57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2B079A7-3DD0-D2A5-70A8-50E2C58604D4}"/>
                    </a:ext>
                  </a:extLst>
                </p14:cNvPr>
                <p14:cNvContentPartPr/>
                <p14:nvPr/>
              </p14:nvContentPartPr>
              <p14:xfrm>
                <a:off x="7041430" y="929640"/>
                <a:ext cx="18000" cy="136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2B079A7-3DD0-D2A5-70A8-50E2C58604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23430" y="911640"/>
                  <a:ext cx="53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82B506D-9E3E-64C5-9E8C-2D210953DAD2}"/>
                    </a:ext>
                  </a:extLst>
                </p14:cNvPr>
                <p14:cNvContentPartPr/>
                <p14:nvPr/>
              </p14:nvContentPartPr>
              <p14:xfrm>
                <a:off x="7186150" y="977880"/>
                <a:ext cx="50760" cy="99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82B506D-9E3E-64C5-9E8C-2D210953DAD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68150" y="960240"/>
                  <a:ext cx="86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7AE4CA-BE79-7909-1259-53C7FFF6D00E}"/>
                    </a:ext>
                  </a:extLst>
                </p14:cNvPr>
                <p14:cNvContentPartPr/>
                <p14:nvPr/>
              </p14:nvContentPartPr>
              <p14:xfrm>
                <a:off x="7146190" y="726960"/>
                <a:ext cx="231480" cy="572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7AE4CA-BE79-7909-1259-53C7FFF6D0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28190" y="709320"/>
                  <a:ext cx="267120" cy="60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4CAC78C-758C-EE13-2546-81D80E84EA76}"/>
              </a:ext>
            </a:extLst>
          </p:cNvPr>
          <p:cNvGrpSpPr/>
          <p:nvPr/>
        </p:nvGrpSpPr>
        <p:grpSpPr>
          <a:xfrm>
            <a:off x="8055910" y="789240"/>
            <a:ext cx="1613160" cy="399960"/>
            <a:chOff x="8055910" y="789240"/>
            <a:chExt cx="161316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4693D79-53A8-37DB-5422-834A3A5A0E28}"/>
                    </a:ext>
                  </a:extLst>
                </p14:cNvPr>
                <p14:cNvContentPartPr/>
                <p14:nvPr/>
              </p14:nvContentPartPr>
              <p14:xfrm>
                <a:off x="8055910" y="900840"/>
                <a:ext cx="145800" cy="160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4693D79-53A8-37DB-5422-834A3A5A0E2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8270" y="883200"/>
                  <a:ext cx="181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C14F1FF-8DB9-D159-EB71-527CFAC0AC98}"/>
                    </a:ext>
                  </a:extLst>
                </p14:cNvPr>
                <p14:cNvContentPartPr/>
                <p14:nvPr/>
              </p14:nvContentPartPr>
              <p14:xfrm>
                <a:off x="8449030" y="891480"/>
                <a:ext cx="188280" cy="162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C14F1FF-8DB9-D159-EB71-527CFAC0AC9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31030" y="873480"/>
                  <a:ext cx="223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BF8207F-087D-11E5-0AC8-7B53EA66028C}"/>
                    </a:ext>
                  </a:extLst>
                </p14:cNvPr>
                <p14:cNvContentPartPr/>
                <p14:nvPr/>
              </p14:nvContentPartPr>
              <p14:xfrm>
                <a:off x="8658910" y="898680"/>
                <a:ext cx="329400" cy="141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BF8207F-087D-11E5-0AC8-7B53EA6602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40910" y="881040"/>
                  <a:ext cx="365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14394B5-A9C2-D09C-3558-E3C6B98DEF8D}"/>
                    </a:ext>
                  </a:extLst>
                </p14:cNvPr>
                <p14:cNvContentPartPr/>
                <p14:nvPr/>
              </p14:nvContentPartPr>
              <p14:xfrm>
                <a:off x="8921350" y="789240"/>
                <a:ext cx="63360" cy="46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14394B5-A9C2-D09C-3558-E3C6B98DEF8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03710" y="771600"/>
                  <a:ext cx="99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033020E-98B6-E6FA-3642-08A0F2D0262E}"/>
                    </a:ext>
                  </a:extLst>
                </p14:cNvPr>
                <p14:cNvContentPartPr/>
                <p14:nvPr/>
              </p14:nvContentPartPr>
              <p14:xfrm>
                <a:off x="8989750" y="908760"/>
                <a:ext cx="150840" cy="280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033020E-98B6-E6FA-3642-08A0F2D0262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71750" y="891120"/>
                  <a:ext cx="1864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D397617-9B1D-6E33-1FD4-EC46A564DE46}"/>
                    </a:ext>
                  </a:extLst>
                </p14:cNvPr>
                <p14:cNvContentPartPr/>
                <p14:nvPr/>
              </p14:nvContentPartPr>
              <p14:xfrm>
                <a:off x="9269830" y="913080"/>
                <a:ext cx="399240" cy="159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D397617-9B1D-6E33-1FD4-EC46A564DE4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51830" y="895440"/>
                  <a:ext cx="43488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B04756D-1BFB-DAF6-7C73-685FC45A7BB2}"/>
              </a:ext>
            </a:extLst>
          </p:cNvPr>
          <p:cNvGrpSpPr/>
          <p:nvPr/>
        </p:nvGrpSpPr>
        <p:grpSpPr>
          <a:xfrm>
            <a:off x="10009990" y="777000"/>
            <a:ext cx="1540440" cy="351720"/>
            <a:chOff x="10009990" y="777000"/>
            <a:chExt cx="154044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8311CF6-A7CB-1910-6827-8EB2ABB4F71C}"/>
                    </a:ext>
                  </a:extLst>
                </p14:cNvPr>
                <p14:cNvContentPartPr/>
                <p14:nvPr/>
              </p14:nvContentPartPr>
              <p14:xfrm>
                <a:off x="10009990" y="932520"/>
                <a:ext cx="133920" cy="180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8311CF6-A7CB-1910-6827-8EB2ABB4F7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91990" y="914520"/>
                  <a:ext cx="169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26BC7A-34C1-76B4-EA0E-317EDCCCA315}"/>
                    </a:ext>
                  </a:extLst>
                </p14:cNvPr>
                <p14:cNvContentPartPr/>
                <p14:nvPr/>
              </p14:nvContentPartPr>
              <p14:xfrm>
                <a:off x="10149670" y="863040"/>
                <a:ext cx="668520" cy="265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26BC7A-34C1-76B4-EA0E-317EDCCCA31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131670" y="845040"/>
                  <a:ext cx="7041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272DBB0-B58E-8AB9-A484-B6FECCE8535B}"/>
                    </a:ext>
                  </a:extLst>
                </p14:cNvPr>
                <p14:cNvContentPartPr/>
                <p14:nvPr/>
              </p14:nvContentPartPr>
              <p14:xfrm>
                <a:off x="10920430" y="777000"/>
                <a:ext cx="93960" cy="317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272DBB0-B58E-8AB9-A484-B6FECCE8535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02790" y="759360"/>
                  <a:ext cx="1296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0A4DAE0-85FC-260E-E871-C0D565A06F85}"/>
                    </a:ext>
                  </a:extLst>
                </p14:cNvPr>
                <p14:cNvContentPartPr/>
                <p14:nvPr/>
              </p14:nvContentPartPr>
              <p14:xfrm>
                <a:off x="11071990" y="960960"/>
                <a:ext cx="36360" cy="136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0A4DAE0-85FC-260E-E871-C0D565A06F8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054350" y="942960"/>
                  <a:ext cx="720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9AAA305-7697-2C3F-6FAE-9412B7B6F6BE}"/>
                    </a:ext>
                  </a:extLst>
                </p14:cNvPr>
                <p14:cNvContentPartPr/>
                <p14:nvPr/>
              </p14:nvContentPartPr>
              <p14:xfrm>
                <a:off x="11203750" y="977520"/>
                <a:ext cx="113400" cy="124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9AAA305-7697-2C3F-6FAE-9412B7B6F6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85750" y="959520"/>
                  <a:ext cx="149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79261CF-B3C1-5CB9-CE8E-D47A7BE27CFA}"/>
                    </a:ext>
                  </a:extLst>
                </p14:cNvPr>
                <p14:cNvContentPartPr/>
                <p14:nvPr/>
              </p14:nvContentPartPr>
              <p14:xfrm>
                <a:off x="11420110" y="981120"/>
                <a:ext cx="130320" cy="127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79261CF-B3C1-5CB9-CE8E-D47A7BE27CF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402110" y="963480"/>
                  <a:ext cx="165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15139F-17C2-6794-2BEC-DAC315BE0FE1}"/>
                    </a:ext>
                  </a:extLst>
                </p14:cNvPr>
                <p14:cNvContentPartPr/>
                <p14:nvPr/>
              </p14:nvContentPartPr>
              <p14:xfrm>
                <a:off x="11227150" y="806880"/>
                <a:ext cx="87480" cy="60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15139F-17C2-6794-2BEC-DAC315BE0FE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09150" y="789240"/>
                  <a:ext cx="123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D49E249-DD86-0BED-4D26-2FEDA3F7629F}"/>
                    </a:ext>
                  </a:extLst>
                </p14:cNvPr>
                <p14:cNvContentPartPr/>
                <p14:nvPr/>
              </p14:nvContentPartPr>
              <p14:xfrm>
                <a:off x="10793710" y="852600"/>
                <a:ext cx="248760" cy="20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D49E249-DD86-0BED-4D26-2FEDA3F7629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75710" y="834600"/>
                  <a:ext cx="2844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176F8C3-DB16-A00B-F7AE-DD42D7BF7FF2}"/>
              </a:ext>
            </a:extLst>
          </p:cNvPr>
          <p:cNvGrpSpPr/>
          <p:nvPr/>
        </p:nvGrpSpPr>
        <p:grpSpPr>
          <a:xfrm>
            <a:off x="322390" y="1274880"/>
            <a:ext cx="561240" cy="604440"/>
            <a:chOff x="322390" y="1274880"/>
            <a:chExt cx="561240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AC87E91-2C50-7233-5C1A-BC3B42B2B182}"/>
                    </a:ext>
                  </a:extLst>
                </p14:cNvPr>
                <p14:cNvContentPartPr/>
                <p14:nvPr/>
              </p14:nvContentPartPr>
              <p14:xfrm>
                <a:off x="322390" y="1535160"/>
                <a:ext cx="14760" cy="133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AC87E91-2C50-7233-5C1A-BC3B42B2B18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4750" y="1517520"/>
                  <a:ext cx="50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AA05AB9-18B9-0590-1D5C-3E35CE7D2882}"/>
                    </a:ext>
                  </a:extLst>
                </p14:cNvPr>
                <p14:cNvContentPartPr/>
                <p14:nvPr/>
              </p14:nvContentPartPr>
              <p14:xfrm>
                <a:off x="478270" y="1578720"/>
                <a:ext cx="8640" cy="113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AA05AB9-18B9-0590-1D5C-3E35CE7D288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0270" y="1560720"/>
                  <a:ext cx="44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7C05B4C-1413-5A55-C0B6-5F680B85F9AA}"/>
                    </a:ext>
                  </a:extLst>
                </p14:cNvPr>
                <p14:cNvContentPartPr/>
                <p14:nvPr/>
              </p14:nvContentPartPr>
              <p14:xfrm>
                <a:off x="592030" y="1546320"/>
                <a:ext cx="19800" cy="119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7C05B4C-1413-5A55-C0B6-5F680B85F9A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4030" y="1528320"/>
                  <a:ext cx="554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00D7CD-D18A-A8FE-1168-AC37245B7119}"/>
                    </a:ext>
                  </a:extLst>
                </p14:cNvPr>
                <p14:cNvContentPartPr/>
                <p14:nvPr/>
              </p14:nvContentPartPr>
              <p14:xfrm>
                <a:off x="680230" y="1274880"/>
                <a:ext cx="203400" cy="604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00D7CD-D18A-A8FE-1168-AC37245B711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2590" y="1256880"/>
                  <a:ext cx="239040" cy="64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C4230DD-AD90-3560-C5D3-CA179A08278C}"/>
              </a:ext>
            </a:extLst>
          </p:cNvPr>
          <p:cNvGrpSpPr/>
          <p:nvPr/>
        </p:nvGrpSpPr>
        <p:grpSpPr>
          <a:xfrm>
            <a:off x="1422550" y="1369200"/>
            <a:ext cx="1323720" cy="601560"/>
            <a:chOff x="1422550" y="1369200"/>
            <a:chExt cx="1323720" cy="60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566A81-A77B-1A64-0FA3-65324A10220D}"/>
                    </a:ext>
                  </a:extLst>
                </p14:cNvPr>
                <p14:cNvContentPartPr/>
                <p14:nvPr/>
              </p14:nvContentPartPr>
              <p14:xfrm>
                <a:off x="1429030" y="1544880"/>
                <a:ext cx="18720" cy="137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566A81-A77B-1A64-0FA3-65324A10220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411390" y="1527240"/>
                  <a:ext cx="54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86ADEE1-F8C0-27C4-E232-19E6D203AC36}"/>
                    </a:ext>
                  </a:extLst>
                </p14:cNvPr>
                <p14:cNvContentPartPr/>
                <p14:nvPr/>
              </p14:nvContentPartPr>
              <p14:xfrm>
                <a:off x="1422550" y="1385400"/>
                <a:ext cx="25200" cy="104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86ADEE1-F8C0-27C4-E232-19E6D203AC3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404550" y="1367400"/>
                  <a:ext cx="60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49D4CEB-CB95-F23E-4EBD-CD1C39D18CFB}"/>
                    </a:ext>
                  </a:extLst>
                </p14:cNvPr>
                <p14:cNvContentPartPr/>
                <p14:nvPr/>
              </p14:nvContentPartPr>
              <p14:xfrm>
                <a:off x="1500670" y="1556040"/>
                <a:ext cx="139320" cy="130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49D4CEB-CB95-F23E-4EBD-CD1C39D18CF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83030" y="1538400"/>
                  <a:ext cx="174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9D4CEB-50D3-1904-1DE3-7A285FE3D991}"/>
                    </a:ext>
                  </a:extLst>
                </p14:cNvPr>
                <p14:cNvContentPartPr/>
                <p14:nvPr/>
              </p14:nvContentPartPr>
              <p14:xfrm>
                <a:off x="1649710" y="1369200"/>
                <a:ext cx="200880" cy="601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9D4CEB-50D3-1904-1DE3-7A285FE3D99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31710" y="1351560"/>
                  <a:ext cx="23652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E95C5A9-7C46-A4E3-E8B8-A312BAA8D624}"/>
                    </a:ext>
                  </a:extLst>
                </p14:cNvPr>
                <p14:cNvContentPartPr/>
                <p14:nvPr/>
              </p14:nvContentPartPr>
              <p14:xfrm>
                <a:off x="1609030" y="1684920"/>
                <a:ext cx="204840" cy="113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E95C5A9-7C46-A4E3-E8B8-A312BAA8D6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591390" y="1666920"/>
                  <a:ext cx="240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14B2CCE-DAFA-182C-1DC1-EE133E81050A}"/>
                    </a:ext>
                  </a:extLst>
                </p14:cNvPr>
                <p14:cNvContentPartPr/>
                <p14:nvPr/>
              </p14:nvContentPartPr>
              <p14:xfrm>
                <a:off x="1875790" y="1630560"/>
                <a:ext cx="10800" cy="104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14B2CCE-DAFA-182C-1DC1-EE133E81050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58150" y="1612560"/>
                  <a:ext cx="46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2AB2CD3-C8E0-4EB2-1194-2AF220D3D7E5}"/>
                    </a:ext>
                  </a:extLst>
                </p14:cNvPr>
                <p14:cNvContentPartPr/>
                <p14:nvPr/>
              </p14:nvContentPartPr>
              <p14:xfrm>
                <a:off x="1923310" y="1473240"/>
                <a:ext cx="56520" cy="20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2AB2CD3-C8E0-4EB2-1194-2AF220D3D7E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905310" y="1455240"/>
                  <a:ext cx="92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D6D3712-FD13-29CA-A1B1-D1FCD0AB2CA2}"/>
                    </a:ext>
                  </a:extLst>
                </p14:cNvPr>
                <p14:cNvContentPartPr/>
                <p14:nvPr/>
              </p14:nvContentPartPr>
              <p14:xfrm>
                <a:off x="2017270" y="1530840"/>
                <a:ext cx="203040" cy="137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D6D3712-FD13-29CA-A1B1-D1FCD0AB2CA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999270" y="1512840"/>
                  <a:ext cx="238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823998D-1A99-9F02-E194-B545BFBD5A6F}"/>
                    </a:ext>
                  </a:extLst>
                </p14:cNvPr>
                <p14:cNvContentPartPr/>
                <p14:nvPr/>
              </p14:nvContentPartPr>
              <p14:xfrm>
                <a:off x="2332990" y="1543800"/>
                <a:ext cx="23400" cy="149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823998D-1A99-9F02-E194-B545BFBD5A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15350" y="1525800"/>
                  <a:ext cx="59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3F2BE3A-5912-5C3D-6DCE-DDC42A4631A0}"/>
                    </a:ext>
                  </a:extLst>
                </p14:cNvPr>
                <p14:cNvContentPartPr/>
                <p14:nvPr/>
              </p14:nvContentPartPr>
              <p14:xfrm>
                <a:off x="2303110" y="1419240"/>
                <a:ext cx="42480" cy="26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3F2BE3A-5912-5C3D-6DCE-DDC42A4631A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285110" y="1401240"/>
                  <a:ext cx="78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BB071DF-8C50-B5E6-3414-B5CCCA4EED38}"/>
                    </a:ext>
                  </a:extLst>
                </p14:cNvPr>
                <p14:cNvContentPartPr/>
                <p14:nvPr/>
              </p14:nvContentPartPr>
              <p14:xfrm>
                <a:off x="2445670" y="1380000"/>
                <a:ext cx="46080" cy="293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BB071DF-8C50-B5E6-3414-B5CCCA4EED3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28030" y="1362360"/>
                  <a:ext cx="817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4B15DE1-EC72-D2A0-93B6-8A8D003F84E3}"/>
                    </a:ext>
                  </a:extLst>
                </p14:cNvPr>
                <p14:cNvContentPartPr/>
                <p14:nvPr/>
              </p14:nvContentPartPr>
              <p14:xfrm>
                <a:off x="2407150" y="1445520"/>
                <a:ext cx="339120" cy="173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4B15DE1-EC72-D2A0-93B6-8A8D003F84E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89150" y="1427520"/>
                  <a:ext cx="37476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B0ADF82-E6FC-871C-DF53-DD4F6560DE59}"/>
              </a:ext>
            </a:extLst>
          </p:cNvPr>
          <p:cNvGrpSpPr/>
          <p:nvPr/>
        </p:nvGrpSpPr>
        <p:grpSpPr>
          <a:xfrm>
            <a:off x="3127510" y="1359120"/>
            <a:ext cx="1550520" cy="317520"/>
            <a:chOff x="3127510" y="1359120"/>
            <a:chExt cx="155052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C5217F2-16CB-A693-7F8B-9E3CC215BA21}"/>
                    </a:ext>
                  </a:extLst>
                </p14:cNvPr>
                <p14:cNvContentPartPr/>
                <p14:nvPr/>
              </p14:nvContentPartPr>
              <p14:xfrm>
                <a:off x="3127510" y="1508520"/>
                <a:ext cx="536400" cy="144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C5217F2-16CB-A693-7F8B-9E3CC215BA2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09870" y="1490880"/>
                  <a:ext cx="5720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4241083-1CD3-428A-18CE-9E8C8854A0D3}"/>
                    </a:ext>
                  </a:extLst>
                </p14:cNvPr>
                <p14:cNvContentPartPr/>
                <p14:nvPr/>
              </p14:nvContentPartPr>
              <p14:xfrm>
                <a:off x="3751750" y="1521840"/>
                <a:ext cx="280440" cy="131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4241083-1CD3-428A-18CE-9E8C8854A0D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734110" y="1504200"/>
                  <a:ext cx="316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7EC7CCB-0018-91E3-832A-5FCD01ED3C3C}"/>
                    </a:ext>
                  </a:extLst>
                </p14:cNvPr>
                <p14:cNvContentPartPr/>
                <p14:nvPr/>
              </p14:nvContentPartPr>
              <p14:xfrm>
                <a:off x="4162150" y="1359120"/>
                <a:ext cx="117720" cy="312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7EC7CCB-0018-91E3-832A-5FCD01ED3C3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44150" y="1341120"/>
                  <a:ext cx="1533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952DAC7-1B3E-45BA-FB37-E085AD8E54FA}"/>
                    </a:ext>
                  </a:extLst>
                </p14:cNvPr>
                <p14:cNvContentPartPr/>
                <p14:nvPr/>
              </p14:nvContentPartPr>
              <p14:xfrm>
                <a:off x="4323790" y="1521840"/>
                <a:ext cx="139320" cy="154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952DAC7-1B3E-45BA-FB37-E085AD8E54F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306150" y="1504200"/>
                  <a:ext cx="174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52C4D4-216D-DEDF-AF23-5D682B35747E}"/>
                    </a:ext>
                  </a:extLst>
                </p14:cNvPr>
                <p14:cNvContentPartPr/>
                <p14:nvPr/>
              </p14:nvContentPartPr>
              <p14:xfrm>
                <a:off x="4519270" y="1518240"/>
                <a:ext cx="158760" cy="153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52C4D4-216D-DEDF-AF23-5D682B35747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01270" y="1500600"/>
                  <a:ext cx="19440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2DE39CF-6C5F-6D42-AC9B-8E76782566D2}"/>
                  </a:ext>
                </a:extLst>
              </p14:cNvPr>
              <p14:cNvContentPartPr/>
              <p14:nvPr/>
            </p14:nvContentPartPr>
            <p14:xfrm>
              <a:off x="5027230" y="1465680"/>
              <a:ext cx="464040" cy="7012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2DE39CF-6C5F-6D42-AC9B-8E76782566D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009230" y="1447680"/>
                <a:ext cx="499680" cy="73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1BE5C48-B6C3-FE5F-093B-FDC31FC5571C}"/>
              </a:ext>
            </a:extLst>
          </p:cNvPr>
          <p:cNvGrpSpPr/>
          <p:nvPr/>
        </p:nvGrpSpPr>
        <p:grpSpPr>
          <a:xfrm>
            <a:off x="5939110" y="1400160"/>
            <a:ext cx="1965600" cy="385560"/>
            <a:chOff x="5939110" y="1400160"/>
            <a:chExt cx="196560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91F58A6-B2E6-7A55-BCC1-A6FFEDDA1853}"/>
                    </a:ext>
                  </a:extLst>
                </p14:cNvPr>
                <p14:cNvContentPartPr/>
                <p14:nvPr/>
              </p14:nvContentPartPr>
              <p14:xfrm>
                <a:off x="5939110" y="1625160"/>
                <a:ext cx="186480" cy="147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91F58A6-B2E6-7A55-BCC1-A6FFEDDA185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21470" y="1607520"/>
                  <a:ext cx="222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37EF42D-EEDC-E863-9568-C287DABAF875}"/>
                    </a:ext>
                  </a:extLst>
                </p14:cNvPr>
                <p14:cNvContentPartPr/>
                <p14:nvPr/>
              </p14:nvContentPartPr>
              <p14:xfrm>
                <a:off x="6201910" y="1507440"/>
                <a:ext cx="689040" cy="278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37EF42D-EEDC-E863-9568-C287DABAF87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83910" y="1489800"/>
                  <a:ext cx="7246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08A50D-667D-9299-6172-75F690AAF508}"/>
                    </a:ext>
                  </a:extLst>
                </p14:cNvPr>
                <p14:cNvContentPartPr/>
                <p14:nvPr/>
              </p14:nvContentPartPr>
              <p14:xfrm>
                <a:off x="6955390" y="1422840"/>
                <a:ext cx="90720" cy="331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A08A50D-667D-9299-6172-75F690AAF50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37390" y="1404840"/>
                  <a:ext cx="1263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14729BB-153A-157A-12B9-D213F8BB3177}"/>
                    </a:ext>
                  </a:extLst>
                </p14:cNvPr>
                <p14:cNvContentPartPr/>
                <p14:nvPr/>
              </p14:nvContentPartPr>
              <p14:xfrm>
                <a:off x="7088950" y="1627320"/>
                <a:ext cx="29520" cy="138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14729BB-153A-157A-12B9-D213F8BB317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71310" y="1609680"/>
                  <a:ext cx="65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7D12599-DC9D-E54B-AC64-A1CAB691D77B}"/>
                    </a:ext>
                  </a:extLst>
                </p14:cNvPr>
                <p14:cNvContentPartPr/>
                <p14:nvPr/>
              </p14:nvContentPartPr>
              <p14:xfrm>
                <a:off x="7205230" y="1616520"/>
                <a:ext cx="128520" cy="132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7D12599-DC9D-E54B-AC64-A1CAB691D77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187230" y="1598880"/>
                  <a:ext cx="164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477314D-4098-C2CD-58E6-DFFA4104114E}"/>
                    </a:ext>
                  </a:extLst>
                </p14:cNvPr>
                <p14:cNvContentPartPr/>
                <p14:nvPr/>
              </p14:nvContentPartPr>
              <p14:xfrm>
                <a:off x="7409710" y="1587360"/>
                <a:ext cx="151920" cy="136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477314D-4098-C2CD-58E6-DFFA4104114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91710" y="1569720"/>
                  <a:ext cx="1875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AABD8A1-F040-065E-0D39-224ED1EC16C6}"/>
                    </a:ext>
                  </a:extLst>
                </p14:cNvPr>
                <p14:cNvContentPartPr/>
                <p14:nvPr/>
              </p14:nvContentPartPr>
              <p14:xfrm>
                <a:off x="7177510" y="1400160"/>
                <a:ext cx="101160" cy="14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AABD8A1-F040-065E-0D39-224ED1EC16C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159510" y="1382520"/>
                  <a:ext cx="136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768AE1B-55AB-1086-DDCB-1F606EC3CD9F}"/>
                    </a:ext>
                  </a:extLst>
                </p14:cNvPr>
                <p14:cNvContentPartPr/>
                <p14:nvPr/>
              </p14:nvContentPartPr>
              <p14:xfrm>
                <a:off x="6813910" y="1485480"/>
                <a:ext cx="227160" cy="18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768AE1B-55AB-1086-DDCB-1F606EC3CD9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796270" y="1467480"/>
                  <a:ext cx="262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5955EC3-DA62-E410-CB8F-C6D03086C26A}"/>
                    </a:ext>
                  </a:extLst>
                </p14:cNvPr>
                <p14:cNvContentPartPr/>
                <p14:nvPr/>
              </p14:nvContentPartPr>
              <p14:xfrm>
                <a:off x="7756750" y="1539120"/>
                <a:ext cx="147960" cy="164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5955EC3-DA62-E410-CB8F-C6D03086C26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739110" y="1521480"/>
                  <a:ext cx="18360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EC2C9FF-BA5F-CCB4-04AA-1D9ED96E2A24}"/>
                  </a:ext>
                </a:extLst>
              </p14:cNvPr>
              <p14:cNvContentPartPr/>
              <p14:nvPr/>
            </p14:nvContentPartPr>
            <p14:xfrm>
              <a:off x="8516350" y="1804800"/>
              <a:ext cx="360" cy="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EC2C9FF-BA5F-CCB4-04AA-1D9ED96E2A2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498350" y="178680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D7F9EC3-43CD-A10A-8B01-3AF337218F0D}"/>
              </a:ext>
            </a:extLst>
          </p:cNvPr>
          <p:cNvGrpSpPr/>
          <p:nvPr/>
        </p:nvGrpSpPr>
        <p:grpSpPr>
          <a:xfrm>
            <a:off x="658990" y="2247960"/>
            <a:ext cx="1463040" cy="516960"/>
            <a:chOff x="658990" y="2247960"/>
            <a:chExt cx="1463040" cy="51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20DC0D9-72D4-49A7-2BA4-97C871FB019C}"/>
                    </a:ext>
                  </a:extLst>
                </p14:cNvPr>
                <p14:cNvContentPartPr/>
                <p14:nvPr/>
              </p14:nvContentPartPr>
              <p14:xfrm>
                <a:off x="658990" y="2247960"/>
                <a:ext cx="131040" cy="204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20DC0D9-72D4-49A7-2BA4-97C871FB019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1350" y="2230320"/>
                  <a:ext cx="1666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4E4F85A-7C30-FD85-B6DD-4C0509A0C146}"/>
                    </a:ext>
                  </a:extLst>
                </p14:cNvPr>
                <p14:cNvContentPartPr/>
                <p14:nvPr/>
              </p14:nvContentPartPr>
              <p14:xfrm>
                <a:off x="910270" y="2363520"/>
                <a:ext cx="112320" cy="23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4E4F85A-7C30-FD85-B6DD-4C0509A0C14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2270" y="2345520"/>
                  <a:ext cx="147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60783BD-AFCC-3D64-A697-6467B60DF24A}"/>
                    </a:ext>
                  </a:extLst>
                </p14:cNvPr>
                <p14:cNvContentPartPr/>
                <p14:nvPr/>
              </p14:nvContentPartPr>
              <p14:xfrm>
                <a:off x="958870" y="2260200"/>
                <a:ext cx="56880" cy="212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60783BD-AFCC-3D64-A697-6467B60DF24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41230" y="2242560"/>
                  <a:ext cx="92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E59237A-764E-FD81-0A7D-40B194D8B655}"/>
                    </a:ext>
                  </a:extLst>
                </p14:cNvPr>
                <p14:cNvContentPartPr/>
                <p14:nvPr/>
              </p14:nvContentPartPr>
              <p14:xfrm>
                <a:off x="1032310" y="2307360"/>
                <a:ext cx="194400" cy="457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E59237A-764E-FD81-0A7D-40B194D8B65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4670" y="2289720"/>
                  <a:ext cx="2300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20E55B3-2988-3A83-CD36-5536BD1EAE4D}"/>
                    </a:ext>
                  </a:extLst>
                </p14:cNvPr>
                <p14:cNvContentPartPr/>
                <p14:nvPr/>
              </p14:nvContentPartPr>
              <p14:xfrm>
                <a:off x="1363150" y="2379720"/>
                <a:ext cx="100080" cy="19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20E55B3-2988-3A83-CD36-5536BD1EAE4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345150" y="2361720"/>
                  <a:ext cx="135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1BF7CAE-673E-0018-071A-7646981C81EF}"/>
                    </a:ext>
                  </a:extLst>
                </p14:cNvPr>
                <p14:cNvContentPartPr/>
                <p14:nvPr/>
              </p14:nvContentPartPr>
              <p14:xfrm>
                <a:off x="1449550" y="2291520"/>
                <a:ext cx="18720" cy="167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1BF7CAE-673E-0018-071A-7646981C81E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431550" y="2273520"/>
                  <a:ext cx="54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0A80C89-E252-A729-423C-EF95306E5DD2}"/>
                    </a:ext>
                  </a:extLst>
                </p14:cNvPr>
                <p14:cNvContentPartPr/>
                <p14:nvPr/>
              </p14:nvContentPartPr>
              <p14:xfrm>
                <a:off x="1633870" y="2275680"/>
                <a:ext cx="126000" cy="172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0A80C89-E252-A729-423C-EF95306E5DD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16230" y="2258040"/>
                  <a:ext cx="161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C23070-F960-4F98-D18E-96C60BE4943B}"/>
                    </a:ext>
                  </a:extLst>
                </p14:cNvPr>
                <p14:cNvContentPartPr/>
                <p14:nvPr/>
              </p14:nvContentPartPr>
              <p14:xfrm>
                <a:off x="2041390" y="2311320"/>
                <a:ext cx="73080" cy="14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C23070-F960-4F98-D18E-96C60BE4943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23750" y="2293680"/>
                  <a:ext cx="108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31B9BFB-26A5-F243-7B87-17BD43A588EC}"/>
                    </a:ext>
                  </a:extLst>
                </p14:cNvPr>
                <p14:cNvContentPartPr/>
                <p14:nvPr/>
              </p14:nvContentPartPr>
              <p14:xfrm>
                <a:off x="1966510" y="2353080"/>
                <a:ext cx="155520" cy="25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31B9BFB-26A5-F243-7B87-17BD43A588E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948510" y="2335080"/>
                  <a:ext cx="19116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0EDDF4B-55A6-E504-BEF1-8F67BDF693F0}"/>
                  </a:ext>
                </a:extLst>
              </p14:cNvPr>
              <p14:cNvContentPartPr/>
              <p14:nvPr/>
            </p14:nvContentPartPr>
            <p14:xfrm>
              <a:off x="2484190" y="2132760"/>
              <a:ext cx="298440" cy="2808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0EDDF4B-55A6-E504-BEF1-8F67BDF693F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466550" y="2115120"/>
                <a:ext cx="334080" cy="31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1C20979-DEA2-F4F8-30CB-A40F49E87BCD}"/>
              </a:ext>
            </a:extLst>
          </p:cNvPr>
          <p:cNvGrpSpPr/>
          <p:nvPr/>
        </p:nvGrpSpPr>
        <p:grpSpPr>
          <a:xfrm>
            <a:off x="540550" y="2913960"/>
            <a:ext cx="1856880" cy="497880"/>
            <a:chOff x="540550" y="2913960"/>
            <a:chExt cx="1856880" cy="4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A229E19-72E3-388E-3000-DA4D5BD98BD1}"/>
                    </a:ext>
                  </a:extLst>
                </p14:cNvPr>
                <p14:cNvContentPartPr/>
                <p14:nvPr/>
              </p14:nvContentPartPr>
              <p14:xfrm>
                <a:off x="540550" y="2955360"/>
                <a:ext cx="280080" cy="186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A229E19-72E3-388E-3000-DA4D5BD98BD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22910" y="2937720"/>
                  <a:ext cx="315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957EC9-C4DC-4B05-3C27-B3355D6DEE38}"/>
                    </a:ext>
                  </a:extLst>
                </p14:cNvPr>
                <p14:cNvContentPartPr/>
                <p14:nvPr/>
              </p14:nvContentPartPr>
              <p14:xfrm>
                <a:off x="950230" y="3005040"/>
                <a:ext cx="115920" cy="33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957EC9-C4DC-4B05-3C27-B3355D6DEE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2230" y="2987040"/>
                  <a:ext cx="151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AA23512-633C-33A4-DDED-C49FAA012082}"/>
                    </a:ext>
                  </a:extLst>
                </p14:cNvPr>
                <p14:cNvContentPartPr/>
                <p14:nvPr/>
              </p14:nvContentPartPr>
              <p14:xfrm>
                <a:off x="992710" y="2934840"/>
                <a:ext cx="60840" cy="215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AA23512-633C-33A4-DDED-C49FAA01208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74710" y="2916840"/>
                  <a:ext cx="96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3ECD42E-A300-9303-FD29-0D3C7B97681E}"/>
                    </a:ext>
                  </a:extLst>
                </p14:cNvPr>
                <p14:cNvContentPartPr/>
                <p14:nvPr/>
              </p14:nvContentPartPr>
              <p14:xfrm>
                <a:off x="1170910" y="2926560"/>
                <a:ext cx="168120" cy="1904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3ECD42E-A300-9303-FD29-0D3C7B97681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53270" y="2908560"/>
                  <a:ext cx="203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7F1532B-DD24-42A3-4C7C-DB2862A5936F}"/>
                    </a:ext>
                  </a:extLst>
                </p14:cNvPr>
                <p14:cNvContentPartPr/>
                <p14:nvPr/>
              </p14:nvContentPartPr>
              <p14:xfrm>
                <a:off x="1375030" y="2994960"/>
                <a:ext cx="193680" cy="416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7F1532B-DD24-42A3-4C7C-DB2862A5936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357390" y="2976960"/>
                  <a:ext cx="22932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D17AB47-9F95-4D7A-0112-288CF77D0E9E}"/>
                    </a:ext>
                  </a:extLst>
                </p14:cNvPr>
                <p14:cNvContentPartPr/>
                <p14:nvPr/>
              </p14:nvContentPartPr>
              <p14:xfrm>
                <a:off x="1755190" y="3035640"/>
                <a:ext cx="102960" cy="27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D17AB47-9F95-4D7A-0112-288CF77D0E9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37190" y="3018000"/>
                  <a:ext cx="1386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2BC57C0-5F17-7B1E-8B9F-B1B50FFA1FC3}"/>
                    </a:ext>
                  </a:extLst>
                </p14:cNvPr>
                <p14:cNvContentPartPr/>
                <p14:nvPr/>
              </p14:nvContentPartPr>
              <p14:xfrm>
                <a:off x="1819990" y="2930520"/>
                <a:ext cx="19800" cy="213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2BC57C0-5F17-7B1E-8B9F-B1B50FFA1FC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801990" y="2912880"/>
                  <a:ext cx="55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5CB1612-CDEE-142C-F2DA-C95965AFA08D}"/>
                    </a:ext>
                  </a:extLst>
                </p14:cNvPr>
                <p14:cNvContentPartPr/>
                <p14:nvPr/>
              </p14:nvContentPartPr>
              <p14:xfrm>
                <a:off x="1997110" y="2913960"/>
                <a:ext cx="141480" cy="277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5CB1612-CDEE-142C-F2DA-C95965AFA08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79470" y="2895960"/>
                  <a:ext cx="1771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25F5996-15C0-75C4-B343-0D3A223452C4}"/>
                    </a:ext>
                  </a:extLst>
                </p14:cNvPr>
                <p14:cNvContentPartPr/>
                <p14:nvPr/>
              </p14:nvContentPartPr>
              <p14:xfrm>
                <a:off x="2193670" y="2999640"/>
                <a:ext cx="203760" cy="146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25F5996-15C0-75C4-B343-0D3A223452C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175670" y="2982000"/>
                  <a:ext cx="23940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842478B-3941-E06D-78BC-A8736EFEA11D}"/>
              </a:ext>
            </a:extLst>
          </p:cNvPr>
          <p:cNvGrpSpPr/>
          <p:nvPr/>
        </p:nvGrpSpPr>
        <p:grpSpPr>
          <a:xfrm>
            <a:off x="2650510" y="2894880"/>
            <a:ext cx="613800" cy="256320"/>
            <a:chOff x="2650510" y="2894880"/>
            <a:chExt cx="61380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B4268E1-1E53-D214-D487-01603495DBFF}"/>
                    </a:ext>
                  </a:extLst>
                </p14:cNvPr>
                <p14:cNvContentPartPr/>
                <p14:nvPr/>
              </p14:nvContentPartPr>
              <p14:xfrm>
                <a:off x="2680390" y="3024840"/>
                <a:ext cx="99000" cy="10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B4268E1-1E53-D214-D487-01603495DBF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662750" y="3007200"/>
                  <a:ext cx="134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A098386-5D44-BB8C-DFB0-80B12866D231}"/>
                    </a:ext>
                  </a:extLst>
                </p14:cNvPr>
                <p14:cNvContentPartPr/>
                <p14:nvPr/>
              </p14:nvContentPartPr>
              <p14:xfrm>
                <a:off x="2650510" y="3056160"/>
                <a:ext cx="178200" cy="33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A098386-5D44-BB8C-DFB0-80B12866D23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32870" y="3038160"/>
                  <a:ext cx="213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D09CFD1-C773-E96A-B8DD-18E62643FDBA}"/>
                    </a:ext>
                  </a:extLst>
                </p14:cNvPr>
                <p14:cNvContentPartPr/>
                <p14:nvPr/>
              </p14:nvContentPartPr>
              <p14:xfrm>
                <a:off x="2930950" y="2894880"/>
                <a:ext cx="91080" cy="254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D09CFD1-C773-E96A-B8DD-18E62643FDB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12950" y="2877240"/>
                  <a:ext cx="1267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2C58A62-5DA5-4C31-59A1-B3AB0A6A5450}"/>
                    </a:ext>
                  </a:extLst>
                </p14:cNvPr>
                <p14:cNvContentPartPr/>
                <p14:nvPr/>
              </p14:nvContentPartPr>
              <p14:xfrm>
                <a:off x="3087190" y="3006840"/>
                <a:ext cx="177120" cy="144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2C58A62-5DA5-4C31-59A1-B3AB0A6A545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069190" y="2989200"/>
                  <a:ext cx="21276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C38FE38-30B3-CA57-3447-086CBE8B554A}"/>
              </a:ext>
            </a:extLst>
          </p:cNvPr>
          <p:cNvGrpSpPr/>
          <p:nvPr/>
        </p:nvGrpSpPr>
        <p:grpSpPr>
          <a:xfrm>
            <a:off x="464950" y="3644400"/>
            <a:ext cx="1102680" cy="683280"/>
            <a:chOff x="464950" y="3644400"/>
            <a:chExt cx="1102680" cy="68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79B7340-E7A5-E7E4-7230-4F5338E516C5}"/>
                    </a:ext>
                  </a:extLst>
                </p14:cNvPr>
                <p14:cNvContentPartPr/>
                <p14:nvPr/>
              </p14:nvContentPartPr>
              <p14:xfrm>
                <a:off x="464950" y="3750960"/>
                <a:ext cx="302760" cy="154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79B7340-E7A5-E7E4-7230-4F5338E516C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7310" y="3733320"/>
                  <a:ext cx="338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8B97640-20FB-CEEF-29F5-98F7231EF000}"/>
                    </a:ext>
                  </a:extLst>
                </p14:cNvPr>
                <p14:cNvContentPartPr/>
                <p14:nvPr/>
              </p14:nvContentPartPr>
              <p14:xfrm>
                <a:off x="864910" y="3777600"/>
                <a:ext cx="169560" cy="43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8B97640-20FB-CEEF-29F5-98F7231EF00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46910" y="3759960"/>
                  <a:ext cx="205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8FA89F4-11D5-009C-1234-C87F1D27396E}"/>
                    </a:ext>
                  </a:extLst>
                </p14:cNvPr>
                <p14:cNvContentPartPr/>
                <p14:nvPr/>
              </p14:nvContentPartPr>
              <p14:xfrm>
                <a:off x="958150" y="3659520"/>
                <a:ext cx="55440" cy="195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8FA89F4-11D5-009C-1234-C87F1D27396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40150" y="3641880"/>
                  <a:ext cx="91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CE57A24-502D-27E8-1A9E-9B6F0BC083D7}"/>
                    </a:ext>
                  </a:extLst>
                </p14:cNvPr>
                <p14:cNvContentPartPr/>
                <p14:nvPr/>
              </p14:nvContentPartPr>
              <p14:xfrm>
                <a:off x="1148230" y="3644400"/>
                <a:ext cx="181800" cy="284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CE57A24-502D-27E8-1A9E-9B6F0BC083D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30590" y="3626400"/>
                  <a:ext cx="2174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E383D72-316D-A65E-ED6C-596835193459}"/>
                    </a:ext>
                  </a:extLst>
                </p14:cNvPr>
                <p14:cNvContentPartPr/>
                <p14:nvPr/>
              </p14:nvContentPartPr>
              <p14:xfrm>
                <a:off x="1399150" y="3726840"/>
                <a:ext cx="168480" cy="600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E383D72-316D-A65E-ED6C-59683519345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381510" y="3708840"/>
                  <a:ext cx="204120" cy="63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C2A09FC-DB93-5660-A7AB-4D2B3AE5BB6A}"/>
              </a:ext>
            </a:extLst>
          </p:cNvPr>
          <p:cNvGrpSpPr/>
          <p:nvPr/>
        </p:nvGrpSpPr>
        <p:grpSpPr>
          <a:xfrm>
            <a:off x="2833390" y="3778320"/>
            <a:ext cx="219600" cy="92880"/>
            <a:chOff x="2833390" y="3778320"/>
            <a:chExt cx="21960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83141CA-6F27-4C80-8F48-FBE23F318436}"/>
                    </a:ext>
                  </a:extLst>
                </p14:cNvPr>
                <p14:cNvContentPartPr/>
                <p14:nvPr/>
              </p14:nvContentPartPr>
              <p14:xfrm>
                <a:off x="2849230" y="3778320"/>
                <a:ext cx="125640" cy="16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83141CA-6F27-4C80-8F48-FBE23F31843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831230" y="3760320"/>
                  <a:ext cx="161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21B9784-C931-C4D3-79DD-F4C8927812F1}"/>
                    </a:ext>
                  </a:extLst>
                </p14:cNvPr>
                <p14:cNvContentPartPr/>
                <p14:nvPr/>
              </p14:nvContentPartPr>
              <p14:xfrm>
                <a:off x="2833390" y="3840240"/>
                <a:ext cx="219600" cy="30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21B9784-C931-C4D3-79DD-F4C8927812F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15390" y="3822600"/>
                  <a:ext cx="25524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956077E-5140-0B67-F754-967FACEB8252}"/>
              </a:ext>
            </a:extLst>
          </p:cNvPr>
          <p:cNvGrpSpPr/>
          <p:nvPr/>
        </p:nvGrpSpPr>
        <p:grpSpPr>
          <a:xfrm>
            <a:off x="3274750" y="3642240"/>
            <a:ext cx="294840" cy="239040"/>
            <a:chOff x="3274750" y="3642240"/>
            <a:chExt cx="2948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758CD45-5559-92F7-ECAD-3EF3F17C699A}"/>
                    </a:ext>
                  </a:extLst>
                </p14:cNvPr>
                <p14:cNvContentPartPr/>
                <p14:nvPr/>
              </p14:nvContentPartPr>
              <p14:xfrm>
                <a:off x="3274750" y="3697320"/>
                <a:ext cx="99000" cy="183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758CD45-5559-92F7-ECAD-3EF3F17C699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57110" y="3679320"/>
                  <a:ext cx="134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B654A7C-C672-B975-72EC-323223DD4B08}"/>
                    </a:ext>
                  </a:extLst>
                </p14:cNvPr>
                <p14:cNvContentPartPr/>
                <p14:nvPr/>
              </p14:nvContentPartPr>
              <p14:xfrm>
                <a:off x="3372310" y="3642240"/>
                <a:ext cx="197280" cy="164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B654A7C-C672-B975-72EC-323223DD4B0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54310" y="3624240"/>
                  <a:ext cx="23292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B0C9AF8-3521-2419-8BFD-120EE86362C2}"/>
              </a:ext>
            </a:extLst>
          </p:cNvPr>
          <p:cNvGrpSpPr/>
          <p:nvPr/>
        </p:nvGrpSpPr>
        <p:grpSpPr>
          <a:xfrm>
            <a:off x="1780390" y="3673200"/>
            <a:ext cx="807120" cy="391680"/>
            <a:chOff x="1780390" y="3673200"/>
            <a:chExt cx="80712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C231E75-6216-2A66-9D20-FB3BA82EB15A}"/>
                    </a:ext>
                  </a:extLst>
                </p14:cNvPr>
                <p14:cNvContentPartPr/>
                <p14:nvPr/>
              </p14:nvContentPartPr>
              <p14:xfrm>
                <a:off x="1780390" y="3800280"/>
                <a:ext cx="180360" cy="32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C231E75-6216-2A66-9D20-FB3BA82EB15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762390" y="3782280"/>
                  <a:ext cx="216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77565CA-1EF9-2BBC-400D-2A402165E085}"/>
                    </a:ext>
                  </a:extLst>
                </p14:cNvPr>
                <p14:cNvContentPartPr/>
                <p14:nvPr/>
              </p14:nvContentPartPr>
              <p14:xfrm>
                <a:off x="1851310" y="3740520"/>
                <a:ext cx="50400" cy="214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77565CA-1EF9-2BBC-400D-2A402165E08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833670" y="3722880"/>
                  <a:ext cx="860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4952F54-D221-ADAA-ED82-045EF73A9E4B}"/>
                    </a:ext>
                  </a:extLst>
                </p14:cNvPr>
                <p14:cNvContentPartPr/>
                <p14:nvPr/>
              </p14:nvContentPartPr>
              <p14:xfrm>
                <a:off x="2052550" y="3673200"/>
                <a:ext cx="212040" cy="281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4952F54-D221-ADAA-ED82-045EF73A9E4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034910" y="3655560"/>
                  <a:ext cx="2476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92E4959-4603-15FF-513A-C4A576708FA4}"/>
                    </a:ext>
                  </a:extLst>
                </p14:cNvPr>
                <p14:cNvContentPartPr/>
                <p14:nvPr/>
              </p14:nvContentPartPr>
              <p14:xfrm>
                <a:off x="2377270" y="3774720"/>
                <a:ext cx="210240" cy="174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92E4959-4603-15FF-513A-C4A576708FA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59270" y="3757080"/>
                  <a:ext cx="245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F61355C-747B-1EA4-6687-4EAE61968763}"/>
                    </a:ext>
                  </a:extLst>
                </p14:cNvPr>
                <p14:cNvContentPartPr/>
                <p14:nvPr/>
              </p14:nvContentPartPr>
              <p14:xfrm>
                <a:off x="2066950" y="3995040"/>
                <a:ext cx="132480" cy="69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F61355C-747B-1EA4-6687-4EAE6196876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049310" y="3977040"/>
                  <a:ext cx="16812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603E1C0B-88CD-6FDE-1286-B5A3952CC9A9}"/>
                  </a:ext>
                </a:extLst>
              </p14:cNvPr>
              <p14:cNvContentPartPr/>
              <p14:nvPr/>
            </p14:nvContentPartPr>
            <p14:xfrm>
              <a:off x="3469870" y="3995040"/>
              <a:ext cx="241200" cy="5472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603E1C0B-88CD-6FDE-1286-B5A3952CC9A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3452230" y="3977040"/>
                <a:ext cx="2768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E75333F-C4D4-D2CD-368B-6781A7AA7260}"/>
                  </a:ext>
                </a:extLst>
              </p14:cNvPr>
              <p14:cNvContentPartPr/>
              <p14:nvPr/>
            </p14:nvContentPartPr>
            <p14:xfrm>
              <a:off x="4671190" y="1255800"/>
              <a:ext cx="18360" cy="64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E75333F-C4D4-D2CD-368B-6781A7AA7260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653190" y="1238160"/>
                <a:ext cx="540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E8101A2-1069-E207-1963-2028D5F69EB9}"/>
                  </a:ext>
                </a:extLst>
              </p14:cNvPr>
              <p14:cNvContentPartPr/>
              <p14:nvPr/>
            </p14:nvContentPartPr>
            <p14:xfrm>
              <a:off x="9164710" y="1211880"/>
              <a:ext cx="8280" cy="792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9E8101A2-1069-E207-1963-2028D5F69EB9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147070" y="1193880"/>
                <a:ext cx="4392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CF27A18-58F5-A7C7-0D0D-C768065E25F5}"/>
              </a:ext>
            </a:extLst>
          </p:cNvPr>
          <p:cNvGrpSpPr/>
          <p:nvPr/>
        </p:nvGrpSpPr>
        <p:grpSpPr>
          <a:xfrm>
            <a:off x="6633550" y="2061840"/>
            <a:ext cx="220320" cy="243000"/>
            <a:chOff x="6633550" y="2061840"/>
            <a:chExt cx="22032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C2B69BF-353F-5B45-7897-AB359AB08356}"/>
                    </a:ext>
                  </a:extLst>
                </p14:cNvPr>
                <p14:cNvContentPartPr/>
                <p14:nvPr/>
              </p14:nvContentPartPr>
              <p14:xfrm>
                <a:off x="6641830" y="2061840"/>
                <a:ext cx="113040" cy="243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C2B69BF-353F-5B45-7897-AB359AB0835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624190" y="2044200"/>
                  <a:ext cx="148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A903377-64AF-CF07-0C09-7A17E7236FFF}"/>
                    </a:ext>
                  </a:extLst>
                </p14:cNvPr>
                <p14:cNvContentPartPr/>
                <p14:nvPr/>
              </p14:nvContentPartPr>
              <p14:xfrm>
                <a:off x="6683590" y="2065080"/>
                <a:ext cx="170280" cy="217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A903377-64AF-CF07-0C09-7A17E7236FF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665590" y="2047080"/>
                  <a:ext cx="2059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BA9A3E9-4D30-DA47-0825-1CCC16862EBB}"/>
                    </a:ext>
                  </a:extLst>
                </p14:cNvPr>
                <p14:cNvContentPartPr/>
                <p14:nvPr/>
              </p14:nvContentPartPr>
              <p14:xfrm>
                <a:off x="6633550" y="2182800"/>
                <a:ext cx="219600" cy="30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BA9A3E9-4D30-DA47-0825-1CCC16862EB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615910" y="2164800"/>
                  <a:ext cx="2552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BF33F4B-B597-478F-DC69-2AAB26AAE651}"/>
              </a:ext>
            </a:extLst>
          </p:cNvPr>
          <p:cNvGrpSpPr/>
          <p:nvPr/>
        </p:nvGrpSpPr>
        <p:grpSpPr>
          <a:xfrm>
            <a:off x="7129270" y="2054280"/>
            <a:ext cx="176400" cy="192600"/>
            <a:chOff x="7129270" y="2054280"/>
            <a:chExt cx="17640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D5AC0A6-321B-3D8F-3C29-226296F8CC9E}"/>
                    </a:ext>
                  </a:extLst>
                </p14:cNvPr>
                <p14:cNvContentPartPr/>
                <p14:nvPr/>
              </p14:nvContentPartPr>
              <p14:xfrm>
                <a:off x="7129270" y="2074800"/>
                <a:ext cx="176040" cy="105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D5AC0A6-321B-3D8F-3C29-226296F8CC9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111270" y="2057160"/>
                  <a:ext cx="211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F649EC0-423C-5375-5601-25E7551F3C32}"/>
                    </a:ext>
                  </a:extLst>
                </p14:cNvPr>
                <p14:cNvContentPartPr/>
                <p14:nvPr/>
              </p14:nvContentPartPr>
              <p14:xfrm>
                <a:off x="7138990" y="2054280"/>
                <a:ext cx="166680" cy="192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F649EC0-423C-5375-5601-25E7551F3C3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121350" y="2036280"/>
                  <a:ext cx="2023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F4ADA04-BAB7-CA76-A972-7CE8A51C70F9}"/>
                  </a:ext>
                </a:extLst>
              </p14:cNvPr>
              <p14:cNvContentPartPr/>
              <p14:nvPr/>
            </p14:nvContentPartPr>
            <p14:xfrm>
              <a:off x="5876830" y="2488440"/>
              <a:ext cx="309240" cy="156348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3F4ADA04-BAB7-CA76-A972-7CE8A51C70F9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5859190" y="2470440"/>
                <a:ext cx="344880" cy="15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C6AB1D0C-54E6-9590-4168-3493BD1E4A73}"/>
                  </a:ext>
                </a:extLst>
              </p14:cNvPr>
              <p14:cNvContentPartPr/>
              <p14:nvPr/>
            </p14:nvContentPartPr>
            <p14:xfrm>
              <a:off x="6490630" y="2685000"/>
              <a:ext cx="16560" cy="1904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C6AB1D0C-54E6-9590-4168-3493BD1E4A7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472630" y="2667360"/>
                <a:ext cx="522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921DC2FC-6F01-A0C7-6407-9C2A14047DF1}"/>
                  </a:ext>
                </a:extLst>
              </p14:cNvPr>
              <p14:cNvContentPartPr/>
              <p14:nvPr/>
            </p14:nvContentPartPr>
            <p14:xfrm>
              <a:off x="7335190" y="2679240"/>
              <a:ext cx="21240" cy="1753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921DC2FC-6F01-A0C7-6407-9C2A14047DF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317190" y="2661600"/>
                <a:ext cx="5688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8F3D3F0-9710-18C3-F05B-997AE5490ECA}"/>
                  </a:ext>
                </a:extLst>
              </p14:cNvPr>
              <p14:cNvContentPartPr/>
              <p14:nvPr/>
            </p14:nvContentPartPr>
            <p14:xfrm>
              <a:off x="6546790" y="3278640"/>
              <a:ext cx="22320" cy="16884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8F3D3F0-9710-18C3-F05B-997AE5490ECA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528790" y="3261000"/>
                <a:ext cx="5796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7D2E9FDA-745F-DDF3-CF06-4393515E6214}"/>
                  </a:ext>
                </a:extLst>
              </p14:cNvPr>
              <p14:cNvContentPartPr/>
              <p14:nvPr/>
            </p14:nvContentPartPr>
            <p14:xfrm>
              <a:off x="7034230" y="3273240"/>
              <a:ext cx="241560" cy="1504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7D2E9FDA-745F-DDF3-CF06-4393515E6214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7016230" y="3255240"/>
                <a:ext cx="2772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6CD03F8-D448-21C3-DDC9-7EE82FFA7F69}"/>
                  </a:ext>
                </a:extLst>
              </p14:cNvPr>
              <p14:cNvContentPartPr/>
              <p14:nvPr/>
            </p14:nvContentPartPr>
            <p14:xfrm>
              <a:off x="6553990" y="3768240"/>
              <a:ext cx="21960" cy="2221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6CD03F8-D448-21C3-DDC9-7EE82FFA7F69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6536350" y="3750240"/>
                <a:ext cx="576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3CE0C6DE-8FBF-934A-8A21-72BEC7F53E1B}"/>
                  </a:ext>
                </a:extLst>
              </p14:cNvPr>
              <p14:cNvContentPartPr/>
              <p14:nvPr/>
            </p14:nvContentPartPr>
            <p14:xfrm>
              <a:off x="7015510" y="3764280"/>
              <a:ext cx="357840" cy="17784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3CE0C6DE-8FBF-934A-8A21-72BEC7F53E1B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6997870" y="3746280"/>
                <a:ext cx="393480" cy="21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50E5C52-9DB3-EDE0-B03A-9C84026CF6D8}"/>
              </a:ext>
            </a:extLst>
          </p:cNvPr>
          <p:cNvGrpSpPr/>
          <p:nvPr/>
        </p:nvGrpSpPr>
        <p:grpSpPr>
          <a:xfrm>
            <a:off x="7698790" y="1973640"/>
            <a:ext cx="2264040" cy="2293560"/>
            <a:chOff x="7698790" y="1973640"/>
            <a:chExt cx="2264040" cy="22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7906036-4AE3-349F-AA1B-A4362EAAEC66}"/>
                    </a:ext>
                  </a:extLst>
                </p14:cNvPr>
                <p14:cNvContentPartPr/>
                <p14:nvPr/>
              </p14:nvContentPartPr>
              <p14:xfrm>
                <a:off x="7712110" y="2080200"/>
                <a:ext cx="78120" cy="5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7906036-4AE3-349F-AA1B-A4362EAAEC6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694470" y="2062200"/>
                  <a:ext cx="113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BFD23E5-5C6D-4DB2-BD12-67CD2CBC47C7}"/>
                    </a:ext>
                  </a:extLst>
                </p14:cNvPr>
                <p14:cNvContentPartPr/>
                <p14:nvPr/>
              </p14:nvContentPartPr>
              <p14:xfrm>
                <a:off x="7698790" y="2002440"/>
                <a:ext cx="490320" cy="222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BFD23E5-5C6D-4DB2-BD12-67CD2CBC47C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80790" y="1984440"/>
                  <a:ext cx="5259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FC1D8BC-097E-658F-2ED9-CDA0C5D1993E}"/>
                    </a:ext>
                  </a:extLst>
                </p14:cNvPr>
                <p14:cNvContentPartPr/>
                <p14:nvPr/>
              </p14:nvContentPartPr>
              <p14:xfrm>
                <a:off x="8154550" y="1973640"/>
                <a:ext cx="185400" cy="259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FC1D8BC-097E-658F-2ED9-CDA0C5D1993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36550" y="1955640"/>
                  <a:ext cx="2210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B15D184-FAC3-1B47-A705-D3A6207D3A82}"/>
                    </a:ext>
                  </a:extLst>
                </p14:cNvPr>
                <p14:cNvContentPartPr/>
                <p14:nvPr/>
              </p14:nvContentPartPr>
              <p14:xfrm>
                <a:off x="7933870" y="2654040"/>
                <a:ext cx="16200" cy="172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B15D184-FAC3-1B47-A705-D3A6207D3A8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915870" y="2636040"/>
                  <a:ext cx="51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8B16CBF-BB46-D393-4B6D-237A8A767955}"/>
                    </a:ext>
                  </a:extLst>
                </p14:cNvPr>
                <p14:cNvContentPartPr/>
                <p14:nvPr/>
              </p14:nvContentPartPr>
              <p14:xfrm>
                <a:off x="7905790" y="3202320"/>
                <a:ext cx="224640" cy="240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8B16CBF-BB46-D393-4B6D-237A8A76795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88150" y="3184320"/>
                  <a:ext cx="2602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CA9A40D-B133-4255-24ED-8B12A8950CAC}"/>
                    </a:ext>
                  </a:extLst>
                </p14:cNvPr>
                <p14:cNvContentPartPr/>
                <p14:nvPr/>
              </p14:nvContentPartPr>
              <p14:xfrm>
                <a:off x="8316190" y="3738360"/>
                <a:ext cx="9000" cy="137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CA9A40D-B133-4255-24ED-8B12A8950CA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298550" y="3720360"/>
                  <a:ext cx="44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CCBD41D-F529-B774-67FF-961CCE49450A}"/>
                    </a:ext>
                  </a:extLst>
                </p14:cNvPr>
                <p14:cNvContentPartPr/>
                <p14:nvPr/>
              </p14:nvContentPartPr>
              <p14:xfrm>
                <a:off x="8083990" y="3804960"/>
                <a:ext cx="217080" cy="1450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CCBD41D-F529-B774-67FF-961CCE49450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065990" y="3787320"/>
                  <a:ext cx="252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AAA8FF3-FE10-23E9-959E-7A5FD8FFEEE9}"/>
                    </a:ext>
                  </a:extLst>
                </p14:cNvPr>
                <p14:cNvContentPartPr/>
                <p14:nvPr/>
              </p14:nvContentPartPr>
              <p14:xfrm>
                <a:off x="8479630" y="2436960"/>
                <a:ext cx="251640" cy="1599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AAA8FF3-FE10-23E9-959E-7A5FD8FFEEE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461990" y="2418960"/>
                  <a:ext cx="287280" cy="16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69F0184-4160-4B70-D5CE-6A804AC809F6}"/>
                    </a:ext>
                  </a:extLst>
                </p14:cNvPr>
                <p14:cNvContentPartPr/>
                <p14:nvPr/>
              </p14:nvContentPartPr>
              <p14:xfrm>
                <a:off x="8953390" y="2343360"/>
                <a:ext cx="253440" cy="1899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69F0184-4160-4B70-D5CE-6A804AC809F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935750" y="2325360"/>
                  <a:ext cx="289080" cy="19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565F092-9DB7-FFC9-1BB9-361A4FE90FC5}"/>
                    </a:ext>
                  </a:extLst>
                </p14:cNvPr>
                <p14:cNvContentPartPr/>
                <p14:nvPr/>
              </p14:nvContentPartPr>
              <p14:xfrm>
                <a:off x="9325270" y="2470080"/>
                <a:ext cx="217800" cy="2199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565F092-9DB7-FFC9-1BB9-361A4FE90FC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307630" y="2452080"/>
                  <a:ext cx="253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FFDA7D6-3E4E-C644-2BCA-840048E48D0A}"/>
                    </a:ext>
                  </a:extLst>
                </p14:cNvPr>
                <p14:cNvContentPartPr/>
                <p14:nvPr/>
              </p14:nvContentPartPr>
              <p14:xfrm>
                <a:off x="9388630" y="2938440"/>
                <a:ext cx="116280" cy="3272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FFDA7D6-3E4E-C644-2BCA-840048E48D0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370630" y="2920800"/>
                  <a:ext cx="1519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9B1D040-CB1A-2099-D18A-E802AF8687BD}"/>
                    </a:ext>
                  </a:extLst>
                </p14:cNvPr>
                <p14:cNvContentPartPr/>
                <p14:nvPr/>
              </p14:nvContentPartPr>
              <p14:xfrm>
                <a:off x="9282790" y="3556560"/>
                <a:ext cx="302760" cy="1756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9B1D040-CB1A-2099-D18A-E802AF8687B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265150" y="3538560"/>
                  <a:ext cx="338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BFF7135-F95C-CA05-D459-F584B9DD7714}"/>
                    </a:ext>
                  </a:extLst>
                </p14:cNvPr>
                <p14:cNvContentPartPr/>
                <p14:nvPr/>
              </p14:nvContentPartPr>
              <p14:xfrm>
                <a:off x="9708310" y="2267760"/>
                <a:ext cx="254520" cy="1999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BFF7135-F95C-CA05-D459-F584B9DD771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690310" y="2250120"/>
                  <a:ext cx="290160" cy="20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BBE11AF8-86B0-0E18-4EEF-81F5861A99D7}"/>
              </a:ext>
            </a:extLst>
          </p:cNvPr>
          <p:cNvGrpSpPr/>
          <p:nvPr/>
        </p:nvGrpSpPr>
        <p:grpSpPr>
          <a:xfrm>
            <a:off x="10628110" y="2262720"/>
            <a:ext cx="1258920" cy="2012760"/>
            <a:chOff x="10628110" y="2262720"/>
            <a:chExt cx="1258920" cy="20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FB6A0EF-BB93-E9BB-A532-C54B0F67F869}"/>
                    </a:ext>
                  </a:extLst>
                </p14:cNvPr>
                <p14:cNvContentPartPr/>
                <p14:nvPr/>
              </p14:nvContentPartPr>
              <p14:xfrm>
                <a:off x="10628110" y="2949240"/>
                <a:ext cx="86760" cy="154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FB6A0EF-BB93-E9BB-A532-C54B0F67F86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610470" y="2931600"/>
                  <a:ext cx="122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88383DA-743B-0B39-59EC-3857748C0CDF}"/>
                    </a:ext>
                  </a:extLst>
                </p14:cNvPr>
                <p14:cNvContentPartPr/>
                <p14:nvPr/>
              </p14:nvContentPartPr>
              <p14:xfrm>
                <a:off x="10629550" y="3031680"/>
                <a:ext cx="152280" cy="352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88383DA-743B-0B39-59EC-3857748C0CD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611550" y="3014040"/>
                  <a:ext cx="1879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275163F-0CFF-BF8A-3BEC-AC2F950C656C}"/>
                    </a:ext>
                  </a:extLst>
                </p14:cNvPr>
                <p14:cNvContentPartPr/>
                <p14:nvPr/>
              </p14:nvContentPartPr>
              <p14:xfrm>
                <a:off x="10929430" y="2317800"/>
                <a:ext cx="336600" cy="1957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275163F-0CFF-BF8A-3BEC-AC2F950C656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911430" y="2299800"/>
                  <a:ext cx="372240" cy="19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A78D54E-BBEE-814A-9B4D-3EA5A0871192}"/>
                    </a:ext>
                  </a:extLst>
                </p14:cNvPr>
                <p14:cNvContentPartPr/>
                <p14:nvPr/>
              </p14:nvContentPartPr>
              <p14:xfrm>
                <a:off x="11300590" y="2363160"/>
                <a:ext cx="120600" cy="2617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A78D54E-BBEE-814A-9B4D-3EA5A087119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282950" y="2345160"/>
                  <a:ext cx="1562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AC10584-A456-20DE-405C-5F1DB7D218A7}"/>
                    </a:ext>
                  </a:extLst>
                </p14:cNvPr>
                <p14:cNvContentPartPr/>
                <p14:nvPr/>
              </p14:nvContentPartPr>
              <p14:xfrm>
                <a:off x="11263510" y="2939880"/>
                <a:ext cx="24840" cy="137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AC10584-A456-20DE-405C-5F1DB7D218A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245510" y="2921880"/>
                  <a:ext cx="60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BC3C6D7-8500-CA64-5E83-2B60544AEE7B}"/>
                    </a:ext>
                  </a:extLst>
                </p14:cNvPr>
                <p14:cNvContentPartPr/>
                <p14:nvPr/>
              </p14:nvContentPartPr>
              <p14:xfrm>
                <a:off x="11380150" y="2954640"/>
                <a:ext cx="137160" cy="140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BC3C6D7-8500-CA64-5E83-2B60544AEE7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362150" y="2936640"/>
                  <a:ext cx="172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07283BC-E4CA-474E-D298-78144849E6E6}"/>
                    </a:ext>
                  </a:extLst>
                </p14:cNvPr>
                <p14:cNvContentPartPr/>
                <p14:nvPr/>
              </p14:nvContentPartPr>
              <p14:xfrm>
                <a:off x="11252350" y="3507600"/>
                <a:ext cx="52920" cy="160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07283BC-E4CA-474E-D298-78144849E6E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234710" y="3489600"/>
                  <a:ext cx="88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2DA56DA-51BC-5822-3308-9620F9912896}"/>
                    </a:ext>
                  </a:extLst>
                </p14:cNvPr>
                <p14:cNvContentPartPr/>
                <p14:nvPr/>
              </p14:nvContentPartPr>
              <p14:xfrm>
                <a:off x="11318590" y="3518040"/>
                <a:ext cx="196200" cy="125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2DA56DA-51BC-5822-3308-9620F991289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300590" y="3500040"/>
                  <a:ext cx="231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0816C1A-5444-0142-B510-BD5BD6CB5B44}"/>
                    </a:ext>
                  </a:extLst>
                </p14:cNvPr>
                <p14:cNvContentPartPr/>
                <p14:nvPr/>
              </p14:nvContentPartPr>
              <p14:xfrm>
                <a:off x="11363950" y="2262720"/>
                <a:ext cx="523080" cy="1949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0816C1A-5444-0142-B510-BD5BD6CB5B4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345950" y="2244720"/>
                  <a:ext cx="558720" cy="198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5019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429453-8F1C-F027-9DE4-1D59182F8C70}"/>
                  </a:ext>
                </a:extLst>
              </p14:cNvPr>
              <p14:cNvContentPartPr/>
              <p14:nvPr/>
            </p14:nvContentPartPr>
            <p14:xfrm>
              <a:off x="304030" y="336360"/>
              <a:ext cx="195480" cy="25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429453-8F1C-F027-9DE4-1D59182F8C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030" y="318720"/>
                <a:ext cx="23112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83CEE27-F219-17D8-68B4-08DA56955CCB}"/>
              </a:ext>
            </a:extLst>
          </p:cNvPr>
          <p:cNvGrpSpPr/>
          <p:nvPr/>
        </p:nvGrpSpPr>
        <p:grpSpPr>
          <a:xfrm>
            <a:off x="754030" y="435360"/>
            <a:ext cx="111240" cy="105480"/>
            <a:chOff x="754030" y="435360"/>
            <a:chExt cx="11124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0B7096-DFE4-8A0F-7CD4-11BABEB1FF3E}"/>
                    </a:ext>
                  </a:extLst>
                </p14:cNvPr>
                <p14:cNvContentPartPr/>
                <p14:nvPr/>
              </p14:nvContentPartPr>
              <p14:xfrm>
                <a:off x="760150" y="435360"/>
                <a:ext cx="71640" cy="24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0B7096-DFE4-8A0F-7CD4-11BABEB1FF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2150" y="417360"/>
                  <a:ext cx="107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3AF6E62-A46D-84D5-D353-014F7AF081C2}"/>
                    </a:ext>
                  </a:extLst>
                </p14:cNvPr>
                <p14:cNvContentPartPr/>
                <p14:nvPr/>
              </p14:nvContentPartPr>
              <p14:xfrm>
                <a:off x="754030" y="517080"/>
                <a:ext cx="111240" cy="2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3AF6E62-A46D-84D5-D353-014F7AF081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6390" y="499080"/>
                  <a:ext cx="1468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4027DB0-B22A-F21F-AC7D-D7F6C111077D}"/>
              </a:ext>
            </a:extLst>
          </p:cNvPr>
          <p:cNvGrpSpPr/>
          <p:nvPr/>
        </p:nvGrpSpPr>
        <p:grpSpPr>
          <a:xfrm>
            <a:off x="1207990" y="260040"/>
            <a:ext cx="368280" cy="374400"/>
            <a:chOff x="1207990" y="260040"/>
            <a:chExt cx="36828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8F5FF47-A1B0-B17B-425B-855B0A878039}"/>
                    </a:ext>
                  </a:extLst>
                </p14:cNvPr>
                <p14:cNvContentPartPr/>
                <p14:nvPr/>
              </p14:nvContentPartPr>
              <p14:xfrm>
                <a:off x="1207990" y="260040"/>
                <a:ext cx="169920" cy="374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8F5FF47-A1B0-B17B-425B-855B0A8780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0350" y="242040"/>
                  <a:ext cx="20556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DF7200-D0F1-B6FE-B787-16E3711E66E8}"/>
                    </a:ext>
                  </a:extLst>
                </p14:cNvPr>
                <p14:cNvContentPartPr/>
                <p14:nvPr/>
              </p14:nvContentPartPr>
              <p14:xfrm>
                <a:off x="1423990" y="350400"/>
                <a:ext cx="152280" cy="221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DF7200-D0F1-B6FE-B787-16E3711E66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05990" y="332400"/>
                  <a:ext cx="187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3F25666-017C-DD6A-72A5-EE896426F7CF}"/>
                    </a:ext>
                  </a:extLst>
                </p14:cNvPr>
                <p14:cNvContentPartPr/>
                <p14:nvPr/>
              </p14:nvContentPartPr>
              <p14:xfrm>
                <a:off x="1440190" y="452640"/>
                <a:ext cx="107640" cy="46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3F25666-017C-DD6A-72A5-EE896426F7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22550" y="434640"/>
                  <a:ext cx="14328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93ED3FE-536F-DC79-03B5-339BAD7533CA}"/>
              </a:ext>
            </a:extLst>
          </p:cNvPr>
          <p:cNvGrpSpPr/>
          <p:nvPr/>
        </p:nvGrpSpPr>
        <p:grpSpPr>
          <a:xfrm>
            <a:off x="1745830" y="176880"/>
            <a:ext cx="634680" cy="454320"/>
            <a:chOff x="1745830" y="176880"/>
            <a:chExt cx="63468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9571D7-6CF5-D063-51BF-963FC9EC9EFA}"/>
                    </a:ext>
                  </a:extLst>
                </p14:cNvPr>
                <p14:cNvContentPartPr/>
                <p14:nvPr/>
              </p14:nvContentPartPr>
              <p14:xfrm>
                <a:off x="1758790" y="390360"/>
                <a:ext cx="11520" cy="20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9571D7-6CF5-D063-51BF-963FC9EC9E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0790" y="372360"/>
                  <a:ext cx="47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8CB91F-B49B-B0AB-C029-5DAC1E3F98F3}"/>
                    </a:ext>
                  </a:extLst>
                </p14:cNvPr>
                <p14:cNvContentPartPr/>
                <p14:nvPr/>
              </p14:nvContentPartPr>
              <p14:xfrm>
                <a:off x="1745830" y="551280"/>
                <a:ext cx="9000" cy="11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8CB91F-B49B-B0AB-C029-5DAC1E3F98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28190" y="533280"/>
                  <a:ext cx="44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9D55A7-5E2D-9ED7-A753-3DE3CB530496}"/>
                    </a:ext>
                  </a:extLst>
                </p14:cNvPr>
                <p14:cNvContentPartPr/>
                <p14:nvPr/>
              </p14:nvContentPartPr>
              <p14:xfrm>
                <a:off x="1927270" y="368400"/>
                <a:ext cx="12960" cy="18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9D55A7-5E2D-9ED7-A753-3DE3CB5304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09630" y="350760"/>
                  <a:ext cx="48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4FADFF-7820-C4A9-188C-6AB6BB7F4D80}"/>
                    </a:ext>
                  </a:extLst>
                </p14:cNvPr>
                <p14:cNvContentPartPr/>
                <p14:nvPr/>
              </p14:nvContentPartPr>
              <p14:xfrm>
                <a:off x="1965070" y="320160"/>
                <a:ext cx="158760" cy="23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4FADFF-7820-C4A9-188C-6AB6BB7F4D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47430" y="302520"/>
                  <a:ext cx="194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413BD0-0F06-CF3F-CCC9-31DDB1446EB9}"/>
                    </a:ext>
                  </a:extLst>
                </p14:cNvPr>
                <p14:cNvContentPartPr/>
                <p14:nvPr/>
              </p14:nvContentPartPr>
              <p14:xfrm>
                <a:off x="2242990" y="176880"/>
                <a:ext cx="137520" cy="454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413BD0-0F06-CF3F-CCC9-31DDB1446E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24990" y="158880"/>
                  <a:ext cx="173160" cy="4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FB7E61-0B02-EE8E-DEE3-3699437E4073}"/>
              </a:ext>
            </a:extLst>
          </p:cNvPr>
          <p:cNvGrpSpPr/>
          <p:nvPr/>
        </p:nvGrpSpPr>
        <p:grpSpPr>
          <a:xfrm>
            <a:off x="2592550" y="369480"/>
            <a:ext cx="158760" cy="147240"/>
            <a:chOff x="2592550" y="369480"/>
            <a:chExt cx="15876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CA0A2E7-AFE9-6A92-C09C-AC66BF7E0B8A}"/>
                    </a:ext>
                  </a:extLst>
                </p14:cNvPr>
                <p14:cNvContentPartPr/>
                <p14:nvPr/>
              </p14:nvContentPartPr>
              <p14:xfrm>
                <a:off x="2672830" y="369480"/>
                <a:ext cx="77400" cy="2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CA0A2E7-AFE9-6A92-C09C-AC66BF7E0B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54830" y="351480"/>
                  <a:ext cx="113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9DF9E6B-EB83-D1BF-2515-CBC30260B0AA}"/>
                    </a:ext>
                  </a:extLst>
                </p14:cNvPr>
                <p14:cNvContentPartPr/>
                <p14:nvPr/>
              </p14:nvContentPartPr>
              <p14:xfrm>
                <a:off x="2592550" y="481080"/>
                <a:ext cx="158760" cy="35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9DF9E6B-EB83-D1BF-2515-CBC30260B0A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74910" y="463080"/>
                  <a:ext cx="19440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9A29C67-64F4-D16F-847E-A64D8D9B58CD}"/>
                  </a:ext>
                </a:extLst>
              </p14:cNvPr>
              <p14:cNvContentPartPr/>
              <p14:nvPr/>
            </p14:nvContentPartPr>
            <p14:xfrm>
              <a:off x="3139030" y="29280"/>
              <a:ext cx="260640" cy="1904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9A29C67-64F4-D16F-847E-A64D8D9B58C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21390" y="11640"/>
                <a:ext cx="296280" cy="19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1826949-EE0D-F051-33A9-BA54E9062A33}"/>
                  </a:ext>
                </a:extLst>
              </p14:cNvPr>
              <p14:cNvContentPartPr/>
              <p14:nvPr/>
            </p14:nvContentPartPr>
            <p14:xfrm>
              <a:off x="3677950" y="224040"/>
              <a:ext cx="43920" cy="245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1826949-EE0D-F051-33A9-BA54E9062A3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60310" y="206040"/>
                <a:ext cx="795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1577FB6-2FB4-4632-25F6-102472E33096}"/>
                  </a:ext>
                </a:extLst>
              </p14:cNvPr>
              <p14:cNvContentPartPr/>
              <p14:nvPr/>
            </p14:nvContentPartPr>
            <p14:xfrm>
              <a:off x="4299670" y="208920"/>
              <a:ext cx="33840" cy="190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1577FB6-2FB4-4632-25F6-102472E3309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81670" y="190920"/>
                <a:ext cx="694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6B8EF40-53FF-E511-4497-33B712AB353F}"/>
                  </a:ext>
                </a:extLst>
              </p14:cNvPr>
              <p14:cNvContentPartPr/>
              <p14:nvPr/>
            </p14:nvContentPartPr>
            <p14:xfrm>
              <a:off x="4963150" y="166080"/>
              <a:ext cx="28080" cy="223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6B8EF40-53FF-E511-4497-33B712AB353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45510" y="148080"/>
                <a:ext cx="637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4D9FC36-AE39-ED83-C95C-F2086E0EC6EC}"/>
                  </a:ext>
                </a:extLst>
              </p14:cNvPr>
              <p14:cNvContentPartPr/>
              <p14:nvPr/>
            </p14:nvContentPartPr>
            <p14:xfrm>
              <a:off x="3623590" y="835680"/>
              <a:ext cx="29880" cy="1846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4D9FC36-AE39-ED83-C95C-F2086E0EC6E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05950" y="818040"/>
                <a:ext cx="655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2F2FD15-E298-D9B4-039D-7DCEB99D2CD8}"/>
                  </a:ext>
                </a:extLst>
              </p14:cNvPr>
              <p14:cNvContentPartPr/>
              <p14:nvPr/>
            </p14:nvContentPartPr>
            <p14:xfrm>
              <a:off x="3942550" y="813000"/>
              <a:ext cx="264240" cy="199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2F2FD15-E298-D9B4-039D-7DCEB99D2CD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24910" y="795000"/>
                <a:ext cx="2998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A98FE99-DB01-592D-3B58-FEA41EF98783}"/>
                  </a:ext>
                </a:extLst>
              </p14:cNvPr>
              <p14:cNvContentPartPr/>
              <p14:nvPr/>
            </p14:nvContentPartPr>
            <p14:xfrm>
              <a:off x="4850830" y="679800"/>
              <a:ext cx="209520" cy="215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A98FE99-DB01-592D-3B58-FEA41EF9878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32830" y="661800"/>
                <a:ext cx="2451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E7A1331-6617-5624-922E-15C346E47320}"/>
                  </a:ext>
                </a:extLst>
              </p14:cNvPr>
              <p14:cNvContentPartPr/>
              <p14:nvPr/>
            </p14:nvContentPartPr>
            <p14:xfrm>
              <a:off x="3581470" y="1373520"/>
              <a:ext cx="47880" cy="211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E7A1331-6617-5624-922E-15C346E4732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63830" y="1355880"/>
                <a:ext cx="83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4922535-5889-8332-9391-C43780F36F10}"/>
                  </a:ext>
                </a:extLst>
              </p14:cNvPr>
              <p14:cNvContentPartPr/>
              <p14:nvPr/>
            </p14:nvContentPartPr>
            <p14:xfrm>
              <a:off x="4044430" y="1381080"/>
              <a:ext cx="298800" cy="144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4922535-5889-8332-9391-C43780F36F1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26790" y="1363440"/>
                <a:ext cx="334440" cy="18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DF2DB86A-9298-DD6C-5447-07D72A0FB2AD}"/>
              </a:ext>
            </a:extLst>
          </p:cNvPr>
          <p:cNvGrpSpPr/>
          <p:nvPr/>
        </p:nvGrpSpPr>
        <p:grpSpPr>
          <a:xfrm>
            <a:off x="4799350" y="1232040"/>
            <a:ext cx="262800" cy="249480"/>
            <a:chOff x="4799350" y="1232040"/>
            <a:chExt cx="26280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968E46-AB18-53C9-4F28-7E9A6B722952}"/>
                    </a:ext>
                  </a:extLst>
                </p14:cNvPr>
                <p14:cNvContentPartPr/>
                <p14:nvPr/>
              </p14:nvContentPartPr>
              <p14:xfrm>
                <a:off x="5045950" y="1232040"/>
                <a:ext cx="16200" cy="18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968E46-AB18-53C9-4F28-7E9A6B7229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28310" y="1214040"/>
                  <a:ext cx="51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CB26FCF-E0DD-C6FB-EBAB-B87C8F6E4740}"/>
                    </a:ext>
                  </a:extLst>
                </p14:cNvPr>
                <p14:cNvContentPartPr/>
                <p14:nvPr/>
              </p14:nvContentPartPr>
              <p14:xfrm>
                <a:off x="4799350" y="1348320"/>
                <a:ext cx="244440" cy="133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CB26FCF-E0DD-C6FB-EBAB-B87C8F6E474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81350" y="1330680"/>
                  <a:ext cx="280080" cy="16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7DE9F42-DEA8-AA64-673E-75CA004F6948}"/>
                  </a:ext>
                </a:extLst>
              </p14:cNvPr>
              <p14:cNvContentPartPr/>
              <p14:nvPr/>
            </p14:nvContentPartPr>
            <p14:xfrm>
              <a:off x="5543470" y="157080"/>
              <a:ext cx="13680" cy="36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7DE9F42-DEA8-AA64-673E-75CA004F694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525470" y="139080"/>
                <a:ext cx="493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CF74518-A9AA-E7CD-E683-8BED8AC4EFEA}"/>
                  </a:ext>
                </a:extLst>
              </p14:cNvPr>
              <p14:cNvContentPartPr/>
              <p14:nvPr/>
            </p14:nvContentPartPr>
            <p14:xfrm>
              <a:off x="5512870" y="329160"/>
              <a:ext cx="4680" cy="23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CF74518-A9AA-E7CD-E683-8BED8AC4EFE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95230" y="311160"/>
                <a:ext cx="403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389AE4C-B53F-B666-A407-1761B4E7C918}"/>
                  </a:ext>
                </a:extLst>
              </p14:cNvPr>
              <p14:cNvContentPartPr/>
              <p14:nvPr/>
            </p14:nvContentPartPr>
            <p14:xfrm>
              <a:off x="5910310" y="141240"/>
              <a:ext cx="200160" cy="290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389AE4C-B53F-B666-A407-1761B4E7C91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92670" y="123600"/>
                <a:ext cx="235800" cy="32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D19D9AD6-C123-C7C8-030C-275469C3D569}"/>
              </a:ext>
            </a:extLst>
          </p:cNvPr>
          <p:cNvGrpSpPr/>
          <p:nvPr/>
        </p:nvGrpSpPr>
        <p:grpSpPr>
          <a:xfrm>
            <a:off x="5495950" y="662160"/>
            <a:ext cx="20880" cy="167760"/>
            <a:chOff x="5495950" y="662160"/>
            <a:chExt cx="2088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30022D0-28F9-83FA-9031-AB63F26060E0}"/>
                    </a:ext>
                  </a:extLst>
                </p14:cNvPr>
                <p14:cNvContentPartPr/>
                <p14:nvPr/>
              </p14:nvContentPartPr>
              <p14:xfrm>
                <a:off x="5514310" y="662160"/>
                <a:ext cx="2520" cy="20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30022D0-28F9-83FA-9031-AB63F26060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96670" y="644160"/>
                  <a:ext cx="38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AAA2016-E815-409C-150C-BBA3D2A34102}"/>
                    </a:ext>
                  </a:extLst>
                </p14:cNvPr>
                <p14:cNvContentPartPr/>
                <p14:nvPr/>
              </p14:nvContentPartPr>
              <p14:xfrm>
                <a:off x="5495950" y="809760"/>
                <a:ext cx="3240" cy="20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AAA2016-E815-409C-150C-BBA3D2A3410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77950" y="791760"/>
                  <a:ext cx="3888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13FD3EE-4FA8-95E0-41DD-2DE70063BD95}"/>
              </a:ext>
            </a:extLst>
          </p:cNvPr>
          <p:cNvGrpSpPr/>
          <p:nvPr/>
        </p:nvGrpSpPr>
        <p:grpSpPr>
          <a:xfrm>
            <a:off x="5975830" y="657120"/>
            <a:ext cx="235440" cy="169200"/>
            <a:chOff x="5975830" y="657120"/>
            <a:chExt cx="23544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A690896-40E0-0316-AB6E-FF673FAE414A}"/>
                    </a:ext>
                  </a:extLst>
                </p14:cNvPr>
                <p14:cNvContentPartPr/>
                <p14:nvPr/>
              </p14:nvContentPartPr>
              <p14:xfrm>
                <a:off x="5975830" y="657120"/>
                <a:ext cx="24120" cy="169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A690896-40E0-0316-AB6E-FF673FAE414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58190" y="639120"/>
                  <a:ext cx="59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B347478-5B35-49BB-B33E-06E0D30CA867}"/>
                    </a:ext>
                  </a:extLst>
                </p14:cNvPr>
                <p14:cNvContentPartPr/>
                <p14:nvPr/>
              </p14:nvContentPartPr>
              <p14:xfrm>
                <a:off x="6049270" y="695640"/>
                <a:ext cx="162000" cy="112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B347478-5B35-49BB-B33E-06E0D30CA8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1630" y="678000"/>
                  <a:ext cx="19764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E0FB950-56AA-7F7C-95B1-987221C14F16}"/>
                  </a:ext>
                </a:extLst>
              </p14:cNvPr>
              <p14:cNvContentPartPr/>
              <p14:nvPr/>
            </p14:nvContentPartPr>
            <p14:xfrm>
              <a:off x="5568310" y="1157880"/>
              <a:ext cx="7560" cy="162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E0FB950-56AA-7F7C-95B1-987221C14F1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50670" y="1140240"/>
                <a:ext cx="432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4D446ED-3680-B628-941F-F8AF3234B42F}"/>
                  </a:ext>
                </a:extLst>
              </p14:cNvPr>
              <p14:cNvContentPartPr/>
              <p14:nvPr/>
            </p14:nvContentPartPr>
            <p14:xfrm>
              <a:off x="5506750" y="1395120"/>
              <a:ext cx="10800" cy="262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4D446ED-3680-B628-941F-F8AF3234B42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89110" y="1377120"/>
                <a:ext cx="4644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2F22DC0-B92A-ABF5-C403-685B2378F767}"/>
              </a:ext>
            </a:extLst>
          </p:cNvPr>
          <p:cNvGrpSpPr/>
          <p:nvPr/>
        </p:nvGrpSpPr>
        <p:grpSpPr>
          <a:xfrm>
            <a:off x="5992390" y="1169400"/>
            <a:ext cx="322920" cy="231120"/>
            <a:chOff x="5992390" y="1169400"/>
            <a:chExt cx="32292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67BBCE-A479-0CFF-93D2-D8931191B446}"/>
                    </a:ext>
                  </a:extLst>
                </p14:cNvPr>
                <p14:cNvContentPartPr/>
                <p14:nvPr/>
              </p14:nvContentPartPr>
              <p14:xfrm>
                <a:off x="5992390" y="1207200"/>
                <a:ext cx="89640" cy="193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67BBCE-A479-0CFF-93D2-D8931191B4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74750" y="1189200"/>
                  <a:ext cx="125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5F81548-B121-7EEB-D036-B548A319EC47}"/>
                    </a:ext>
                  </a:extLst>
                </p14:cNvPr>
                <p14:cNvContentPartPr/>
                <p14:nvPr/>
              </p14:nvContentPartPr>
              <p14:xfrm>
                <a:off x="6075550" y="1169400"/>
                <a:ext cx="239760" cy="188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5F81548-B121-7EEB-D036-B548A319EC4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57550" y="1151760"/>
                  <a:ext cx="27540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D55CAC5-6EC2-B56D-8ACC-1C2F149CD8D6}"/>
                  </a:ext>
                </a:extLst>
              </p14:cNvPr>
              <p14:cNvContentPartPr/>
              <p14:nvPr/>
            </p14:nvContentPartPr>
            <p14:xfrm>
              <a:off x="6488110" y="76800"/>
              <a:ext cx="342720" cy="1695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D55CAC5-6EC2-B56D-8ACC-1C2F149CD8D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470470" y="58800"/>
                <a:ext cx="378360" cy="173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6DD6C3FB-62E0-4FD1-F79D-346B3E4A0C1E}"/>
              </a:ext>
            </a:extLst>
          </p:cNvPr>
          <p:cNvGrpSpPr/>
          <p:nvPr/>
        </p:nvGrpSpPr>
        <p:grpSpPr>
          <a:xfrm>
            <a:off x="651430" y="2382960"/>
            <a:ext cx="518400" cy="327240"/>
            <a:chOff x="651430" y="2382960"/>
            <a:chExt cx="51840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F99CBFA-F811-E8AB-7FD4-5FA88060B544}"/>
                    </a:ext>
                  </a:extLst>
                </p14:cNvPr>
                <p14:cNvContentPartPr/>
                <p14:nvPr/>
              </p14:nvContentPartPr>
              <p14:xfrm>
                <a:off x="651430" y="2382960"/>
                <a:ext cx="72720" cy="312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F99CBFA-F811-E8AB-7FD4-5FA88060B54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3790" y="2364960"/>
                  <a:ext cx="1083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A89E64-BE64-F8E7-E577-06F38ECD44CC}"/>
                    </a:ext>
                  </a:extLst>
                </p14:cNvPr>
                <p14:cNvContentPartPr/>
                <p14:nvPr/>
              </p14:nvContentPartPr>
              <p14:xfrm>
                <a:off x="672310" y="2397000"/>
                <a:ext cx="146880" cy="265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A89E64-BE64-F8E7-E577-06F38ECD44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4670" y="2379360"/>
                  <a:ext cx="1825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8E0C65B-64B4-DC80-C829-AC4BE1865CBE}"/>
                    </a:ext>
                  </a:extLst>
                </p14:cNvPr>
                <p14:cNvContentPartPr/>
                <p14:nvPr/>
              </p14:nvContentPartPr>
              <p14:xfrm>
                <a:off x="883990" y="2591040"/>
                <a:ext cx="97920" cy="119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8E0C65B-64B4-DC80-C829-AC4BE1865C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6350" y="2573400"/>
                  <a:ext cx="133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8DFDE14-EAC9-ECD5-E960-E27623B06FBA}"/>
                    </a:ext>
                  </a:extLst>
                </p14:cNvPr>
                <p14:cNvContentPartPr/>
                <p14:nvPr/>
              </p14:nvContentPartPr>
              <p14:xfrm>
                <a:off x="1050310" y="2553600"/>
                <a:ext cx="102240" cy="30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8DFDE14-EAC9-ECD5-E960-E27623B06F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2670" y="2535960"/>
                  <a:ext cx="137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8A5923C-9124-E4CE-AD3E-C6EA3B9D3E29}"/>
                    </a:ext>
                  </a:extLst>
                </p14:cNvPr>
                <p14:cNvContentPartPr/>
                <p14:nvPr/>
              </p14:nvContentPartPr>
              <p14:xfrm>
                <a:off x="1141030" y="2495640"/>
                <a:ext cx="28800" cy="120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8A5923C-9124-E4CE-AD3E-C6EA3B9D3E2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23390" y="2477640"/>
                  <a:ext cx="644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3C19103-E9B4-E245-7BD7-4E292D14A7D4}"/>
              </a:ext>
            </a:extLst>
          </p:cNvPr>
          <p:cNvGrpSpPr/>
          <p:nvPr/>
        </p:nvGrpSpPr>
        <p:grpSpPr>
          <a:xfrm>
            <a:off x="1336510" y="2400600"/>
            <a:ext cx="600480" cy="338760"/>
            <a:chOff x="1336510" y="2400600"/>
            <a:chExt cx="60048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09F367C-A5E5-2CAA-B3A7-7FDFFDE03246}"/>
                    </a:ext>
                  </a:extLst>
                </p14:cNvPr>
                <p14:cNvContentPartPr/>
                <p14:nvPr/>
              </p14:nvContentPartPr>
              <p14:xfrm>
                <a:off x="1347310" y="2453880"/>
                <a:ext cx="36000" cy="243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09F367C-A5E5-2CAA-B3A7-7FDFFDE0324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29670" y="2436240"/>
                  <a:ext cx="716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CCE97B3-0141-1F78-5E65-6D54C726DB7E}"/>
                    </a:ext>
                  </a:extLst>
                </p14:cNvPr>
                <p14:cNvContentPartPr/>
                <p14:nvPr/>
              </p14:nvContentPartPr>
              <p14:xfrm>
                <a:off x="1336510" y="2400600"/>
                <a:ext cx="151920" cy="244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CCE97B3-0141-1F78-5E65-6D54C726DB7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318510" y="2382600"/>
                  <a:ext cx="1875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C9831D-0955-91D3-EA14-80227DD1CE87}"/>
                    </a:ext>
                  </a:extLst>
                </p14:cNvPr>
                <p14:cNvContentPartPr/>
                <p14:nvPr/>
              </p14:nvContentPartPr>
              <p14:xfrm>
                <a:off x="1541350" y="2631720"/>
                <a:ext cx="181080" cy="107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C9831D-0955-91D3-EA14-80227DD1CE8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23350" y="2613720"/>
                  <a:ext cx="216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D2A3A2C-B329-8478-2F2A-032B20C5FBE3}"/>
                    </a:ext>
                  </a:extLst>
                </p14:cNvPr>
                <p14:cNvContentPartPr/>
                <p14:nvPr/>
              </p14:nvContentPartPr>
              <p14:xfrm>
                <a:off x="1807750" y="2535600"/>
                <a:ext cx="129240" cy="48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D2A3A2C-B329-8478-2F2A-032B20C5FBE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89750" y="2517960"/>
                  <a:ext cx="16488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B84FC53-26C7-CC5B-D36C-B9E6BE0A8429}"/>
              </a:ext>
            </a:extLst>
          </p:cNvPr>
          <p:cNvGrpSpPr/>
          <p:nvPr/>
        </p:nvGrpSpPr>
        <p:grpSpPr>
          <a:xfrm>
            <a:off x="2113390" y="2336880"/>
            <a:ext cx="230400" cy="500040"/>
            <a:chOff x="2113390" y="2336880"/>
            <a:chExt cx="23040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F1CD741-753C-B260-3F13-C526F4218915}"/>
                    </a:ext>
                  </a:extLst>
                </p14:cNvPr>
                <p14:cNvContentPartPr/>
                <p14:nvPr/>
              </p14:nvContentPartPr>
              <p14:xfrm>
                <a:off x="2113390" y="2378280"/>
                <a:ext cx="41400" cy="307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F1CD741-753C-B260-3F13-C526F42189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95390" y="2360640"/>
                  <a:ext cx="770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69DF0BB-435A-4F2B-E9DF-F0E7F8E8361B}"/>
                    </a:ext>
                  </a:extLst>
                </p14:cNvPr>
                <p14:cNvContentPartPr/>
                <p14:nvPr/>
              </p14:nvContentPartPr>
              <p14:xfrm>
                <a:off x="2122750" y="2336880"/>
                <a:ext cx="126720" cy="28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69DF0BB-435A-4F2B-E9DF-F0E7F8E836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05110" y="2318880"/>
                  <a:ext cx="162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8330546-6DF1-3D70-6A21-84D1F83DBDC0}"/>
                    </a:ext>
                  </a:extLst>
                </p14:cNvPr>
                <p14:cNvContentPartPr/>
                <p14:nvPr/>
              </p14:nvContentPartPr>
              <p14:xfrm>
                <a:off x="2332990" y="2557920"/>
                <a:ext cx="10800" cy="279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8330546-6DF1-3D70-6A21-84D1F83DBD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15350" y="2539920"/>
                  <a:ext cx="4644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D8B9236-226F-AABF-104B-6AF8D02F40CA}"/>
              </a:ext>
            </a:extLst>
          </p:cNvPr>
          <p:cNvGrpSpPr/>
          <p:nvPr/>
        </p:nvGrpSpPr>
        <p:grpSpPr>
          <a:xfrm>
            <a:off x="542710" y="3085680"/>
            <a:ext cx="630000" cy="407880"/>
            <a:chOff x="542710" y="3085680"/>
            <a:chExt cx="630000" cy="4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EEFD34-EF8A-AF2D-801F-B9548E6ED28F}"/>
                    </a:ext>
                  </a:extLst>
                </p14:cNvPr>
                <p14:cNvContentPartPr/>
                <p14:nvPr/>
              </p14:nvContentPartPr>
              <p14:xfrm>
                <a:off x="542710" y="3173880"/>
                <a:ext cx="56880" cy="224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EEFD34-EF8A-AF2D-801F-B9548E6ED28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5070" y="3155880"/>
                  <a:ext cx="925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CCEABF6-38D8-17C0-33CC-D19744A6070C}"/>
                    </a:ext>
                  </a:extLst>
                </p14:cNvPr>
                <p14:cNvContentPartPr/>
                <p14:nvPr/>
              </p14:nvContentPartPr>
              <p14:xfrm>
                <a:off x="543070" y="3085680"/>
                <a:ext cx="143640" cy="257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CCEABF6-38D8-17C0-33CC-D19744A607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5070" y="3067680"/>
                  <a:ext cx="1792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292EE3B-FFB2-D959-4356-97CA4FD70994}"/>
                    </a:ext>
                  </a:extLst>
                </p14:cNvPr>
                <p14:cNvContentPartPr/>
                <p14:nvPr/>
              </p14:nvContentPartPr>
              <p14:xfrm>
                <a:off x="729910" y="3297000"/>
                <a:ext cx="124560" cy="196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292EE3B-FFB2-D959-4356-97CA4FD7099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1910" y="3279000"/>
                  <a:ext cx="160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AB3DACD-A5E0-4056-D188-890F5C34ED83}"/>
                    </a:ext>
                  </a:extLst>
                </p14:cNvPr>
                <p14:cNvContentPartPr/>
                <p14:nvPr/>
              </p14:nvContentPartPr>
              <p14:xfrm>
                <a:off x="998830" y="3285120"/>
                <a:ext cx="173880" cy="15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AB3DACD-A5E0-4056-D188-890F5C34ED8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1190" y="3267120"/>
                  <a:ext cx="209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2E90CD-F6DA-E781-3319-8E6BCE217973}"/>
                    </a:ext>
                  </a:extLst>
                </p14:cNvPr>
                <p14:cNvContentPartPr/>
                <p14:nvPr/>
              </p14:nvContentPartPr>
              <p14:xfrm>
                <a:off x="1123390" y="3210960"/>
                <a:ext cx="43200" cy="204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2E90CD-F6DA-E781-3319-8E6BCE2179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05750" y="3192960"/>
                  <a:ext cx="7884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FDF08D6-7110-4AF5-91E8-F4466090F237}"/>
              </a:ext>
            </a:extLst>
          </p:cNvPr>
          <p:cNvGrpSpPr/>
          <p:nvPr/>
        </p:nvGrpSpPr>
        <p:grpSpPr>
          <a:xfrm>
            <a:off x="1333270" y="3111240"/>
            <a:ext cx="1025640" cy="432000"/>
            <a:chOff x="1333270" y="3111240"/>
            <a:chExt cx="102564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E8CE326-F8CA-65DB-82D6-8BB9B7002449}"/>
                    </a:ext>
                  </a:extLst>
                </p14:cNvPr>
                <p14:cNvContentPartPr/>
                <p14:nvPr/>
              </p14:nvContentPartPr>
              <p14:xfrm>
                <a:off x="1333270" y="3159120"/>
                <a:ext cx="48960" cy="248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E8CE326-F8CA-65DB-82D6-8BB9B700244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15270" y="3141480"/>
                  <a:ext cx="846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EE48B5C-78BA-8B7B-BDFB-3B121B35955C}"/>
                    </a:ext>
                  </a:extLst>
                </p14:cNvPr>
                <p14:cNvContentPartPr/>
                <p14:nvPr/>
              </p14:nvContentPartPr>
              <p14:xfrm>
                <a:off x="1342270" y="3111600"/>
                <a:ext cx="163440" cy="298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EE48B5C-78BA-8B7B-BDFB-3B121B35955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24270" y="3093960"/>
                  <a:ext cx="1990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0E838A0-6111-E6E8-57E5-D10118809C2E}"/>
                    </a:ext>
                  </a:extLst>
                </p14:cNvPr>
                <p14:cNvContentPartPr/>
                <p14:nvPr/>
              </p14:nvContentPartPr>
              <p14:xfrm>
                <a:off x="1481950" y="3314640"/>
                <a:ext cx="183600" cy="228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0E838A0-6111-E6E8-57E5-D10118809C2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64310" y="3296640"/>
                  <a:ext cx="2192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D28B8E0-551C-91AF-B577-94E9792531C7}"/>
                    </a:ext>
                  </a:extLst>
                </p14:cNvPr>
                <p14:cNvContentPartPr/>
                <p14:nvPr/>
              </p14:nvContentPartPr>
              <p14:xfrm>
                <a:off x="1759870" y="3321120"/>
                <a:ext cx="206280" cy="28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D28B8E0-551C-91AF-B577-94E9792531C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41870" y="3303120"/>
                  <a:ext cx="2419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C4D4AAF-75AA-91C6-1170-3D760803B1A0}"/>
                    </a:ext>
                  </a:extLst>
                </p14:cNvPr>
                <p14:cNvContentPartPr/>
                <p14:nvPr/>
              </p14:nvContentPartPr>
              <p14:xfrm>
                <a:off x="2101150" y="3111240"/>
                <a:ext cx="165600" cy="336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C4D4AAF-75AA-91C6-1170-3D760803B1A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83150" y="3093240"/>
                  <a:ext cx="20124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47477E-D173-7E26-F057-3319D8DE2906}"/>
                    </a:ext>
                  </a:extLst>
                </p14:cNvPr>
                <p14:cNvContentPartPr/>
                <p14:nvPr/>
              </p14:nvContentPartPr>
              <p14:xfrm>
                <a:off x="2328670" y="3333000"/>
                <a:ext cx="30240" cy="167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47477E-D173-7E26-F057-3319D8DE29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10670" y="3315360"/>
                  <a:ext cx="6588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FAB3726-D7DE-2C9E-4CDB-5EF81647BC67}"/>
              </a:ext>
            </a:extLst>
          </p:cNvPr>
          <p:cNvGrpSpPr/>
          <p:nvPr/>
        </p:nvGrpSpPr>
        <p:grpSpPr>
          <a:xfrm>
            <a:off x="2980270" y="2172000"/>
            <a:ext cx="637920" cy="1913040"/>
            <a:chOff x="2980270" y="2172000"/>
            <a:chExt cx="637920" cy="19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1337714-9F4D-080C-E204-2775B3FC522D}"/>
                    </a:ext>
                  </a:extLst>
                </p14:cNvPr>
                <p14:cNvContentPartPr/>
                <p14:nvPr/>
              </p14:nvContentPartPr>
              <p14:xfrm>
                <a:off x="2980270" y="2172000"/>
                <a:ext cx="351000" cy="1913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1337714-9F4D-080C-E204-2775B3FC522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62630" y="2154000"/>
                  <a:ext cx="386640" cy="19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0576926-6719-8B5D-2829-BF22F0EB70AB}"/>
                    </a:ext>
                  </a:extLst>
                </p14:cNvPr>
                <p14:cNvContentPartPr/>
                <p14:nvPr/>
              </p14:nvContentPartPr>
              <p14:xfrm>
                <a:off x="3555550" y="2316360"/>
                <a:ext cx="18000" cy="293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0576926-6719-8B5D-2829-BF22F0EB70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37550" y="2298720"/>
                  <a:ext cx="536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5B68E28-3D91-F539-A170-BCAC821493DF}"/>
                    </a:ext>
                  </a:extLst>
                </p14:cNvPr>
                <p14:cNvContentPartPr/>
                <p14:nvPr/>
              </p14:nvContentPartPr>
              <p14:xfrm>
                <a:off x="3460510" y="3096480"/>
                <a:ext cx="157680" cy="198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5B68E28-3D91-F539-A170-BCAC821493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42870" y="3078480"/>
                  <a:ext cx="1933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F2BAE8-DD87-FD9F-2047-924666BD662F}"/>
                    </a:ext>
                  </a:extLst>
                </p14:cNvPr>
                <p14:cNvContentPartPr/>
                <p14:nvPr/>
              </p14:nvContentPartPr>
              <p14:xfrm>
                <a:off x="3389230" y="3632880"/>
                <a:ext cx="187200" cy="162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F2BAE8-DD87-FD9F-2047-924666BD662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71230" y="3615240"/>
                  <a:ext cx="22284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ADF931A-7761-9E3F-4DDD-8292CBB2B1F8}"/>
                  </a:ext>
                </a:extLst>
              </p14:cNvPr>
              <p14:cNvContentPartPr/>
              <p14:nvPr/>
            </p14:nvContentPartPr>
            <p14:xfrm>
              <a:off x="4179790" y="2299440"/>
              <a:ext cx="14040" cy="190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ADF931A-7761-9E3F-4DDD-8292CBB2B1F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61790" y="2281800"/>
                <a:ext cx="496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BFCD03F-DEBD-6096-4CF3-9F225F036272}"/>
                  </a:ext>
                </a:extLst>
              </p14:cNvPr>
              <p14:cNvContentPartPr/>
              <p14:nvPr/>
            </p14:nvContentPartPr>
            <p14:xfrm>
              <a:off x="4145590" y="3019440"/>
              <a:ext cx="12240" cy="2466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BFCD03F-DEBD-6096-4CF3-9F225F03627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127950" y="3001440"/>
                <a:ext cx="478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6DD6B9E-917F-4ABA-A670-17A1F94C8DAC}"/>
                  </a:ext>
                </a:extLst>
              </p14:cNvPr>
              <p14:cNvContentPartPr/>
              <p14:nvPr/>
            </p14:nvContentPartPr>
            <p14:xfrm>
              <a:off x="4155310" y="3563040"/>
              <a:ext cx="42480" cy="2178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6DD6B9E-917F-4ABA-A670-17A1F94C8DA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137670" y="3545400"/>
                <a:ext cx="781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BCB1C8D-43A9-36D2-CFD4-579A18A21576}"/>
                  </a:ext>
                </a:extLst>
              </p14:cNvPr>
              <p14:cNvContentPartPr/>
              <p14:nvPr/>
            </p14:nvContentPartPr>
            <p14:xfrm>
              <a:off x="4691350" y="2247240"/>
              <a:ext cx="27720" cy="2232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BCB1C8D-43A9-36D2-CFD4-579A18A2157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673350" y="2229240"/>
                <a:ext cx="633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5F53BD6-30D1-99BE-D8F8-F36E52E18FE6}"/>
                  </a:ext>
                </a:extLst>
              </p14:cNvPr>
              <p14:cNvContentPartPr/>
              <p14:nvPr/>
            </p14:nvContentPartPr>
            <p14:xfrm>
              <a:off x="4631230" y="3025200"/>
              <a:ext cx="291960" cy="2304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5F53BD6-30D1-99BE-D8F8-F36E52E18FE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613230" y="3007560"/>
                <a:ext cx="32760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5C30083-0C9A-0888-AFB6-B31E61AFD7EB}"/>
              </a:ext>
            </a:extLst>
          </p:cNvPr>
          <p:cNvGrpSpPr/>
          <p:nvPr/>
        </p:nvGrpSpPr>
        <p:grpSpPr>
          <a:xfrm>
            <a:off x="4599550" y="3531360"/>
            <a:ext cx="575640" cy="294480"/>
            <a:chOff x="4599550" y="3531360"/>
            <a:chExt cx="57564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E854752-99CB-150C-7896-527FF1527418}"/>
                    </a:ext>
                  </a:extLst>
                </p14:cNvPr>
                <p14:cNvContentPartPr/>
                <p14:nvPr/>
              </p14:nvContentPartPr>
              <p14:xfrm>
                <a:off x="4599550" y="3531360"/>
                <a:ext cx="270720" cy="294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E854752-99CB-150C-7896-527FF152741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81550" y="3513360"/>
                  <a:ext cx="3063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32029C1-6E40-F37D-74D9-B8C51ECAB412}"/>
                    </a:ext>
                  </a:extLst>
                </p14:cNvPr>
                <p14:cNvContentPartPr/>
                <p14:nvPr/>
              </p14:nvContentPartPr>
              <p14:xfrm>
                <a:off x="4985110" y="3657000"/>
                <a:ext cx="83880" cy="19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32029C1-6E40-F37D-74D9-B8C51ECAB41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67470" y="3639360"/>
                  <a:ext cx="119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63E12F3-AA2F-FDA3-5128-7BF3B88AD139}"/>
                    </a:ext>
                  </a:extLst>
                </p14:cNvPr>
                <p14:cNvContentPartPr/>
                <p14:nvPr/>
              </p14:nvContentPartPr>
              <p14:xfrm>
                <a:off x="5137750" y="3534240"/>
                <a:ext cx="37440" cy="231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63E12F3-AA2F-FDA3-5128-7BF3B88AD1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20110" y="3516240"/>
                  <a:ext cx="73080" cy="26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6E14357-E6FF-ADEA-5023-E1021BCB6F35}"/>
                  </a:ext>
                </a:extLst>
              </p14:cNvPr>
              <p14:cNvContentPartPr/>
              <p14:nvPr/>
            </p14:nvContentPartPr>
            <p14:xfrm>
              <a:off x="5575870" y="2221320"/>
              <a:ext cx="20880" cy="428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6E14357-E6FF-ADEA-5023-E1021BCB6F3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558230" y="2203680"/>
                <a:ext cx="565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1E5E649-8D95-5819-1106-E2BC6EAF94F4}"/>
                  </a:ext>
                </a:extLst>
              </p14:cNvPr>
              <p14:cNvContentPartPr/>
              <p14:nvPr/>
            </p14:nvContentPartPr>
            <p14:xfrm>
              <a:off x="5578030" y="2466120"/>
              <a:ext cx="4680" cy="482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1E5E649-8D95-5819-1106-E2BC6EAF94F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60390" y="2448120"/>
                <a:ext cx="403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CE24929-6AF8-F1E4-4256-11B3A971C8E3}"/>
                  </a:ext>
                </a:extLst>
              </p14:cNvPr>
              <p14:cNvContentPartPr/>
              <p14:nvPr/>
            </p14:nvContentPartPr>
            <p14:xfrm>
              <a:off x="6246910" y="2112960"/>
              <a:ext cx="181080" cy="2811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CE24929-6AF8-F1E4-4256-11B3A971C8E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229270" y="2094960"/>
                <a:ext cx="21672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4D8B9BF-566E-0CE0-9102-1DBA922298C7}"/>
                  </a:ext>
                </a:extLst>
              </p14:cNvPr>
              <p14:cNvContentPartPr/>
              <p14:nvPr/>
            </p14:nvContentPartPr>
            <p14:xfrm>
              <a:off x="5642470" y="2872920"/>
              <a:ext cx="12600" cy="306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4D8B9BF-566E-0CE0-9102-1DBA922298C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624830" y="2855280"/>
                <a:ext cx="482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803147C-E18B-DFBB-C5C9-A16FED82F754}"/>
                  </a:ext>
                </a:extLst>
              </p14:cNvPr>
              <p14:cNvContentPartPr/>
              <p14:nvPr/>
            </p14:nvContentPartPr>
            <p14:xfrm>
              <a:off x="5638510" y="3066960"/>
              <a:ext cx="1800" cy="280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803147C-E18B-DFBB-C5C9-A16FED82F75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620510" y="3049320"/>
                <a:ext cx="374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033F747-2180-7159-7D27-D1B28A08D9DB}"/>
                  </a:ext>
                </a:extLst>
              </p14:cNvPr>
              <p14:cNvContentPartPr/>
              <p14:nvPr/>
            </p14:nvContentPartPr>
            <p14:xfrm>
              <a:off x="6279310" y="2776440"/>
              <a:ext cx="169920" cy="295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033F747-2180-7159-7D27-D1B28A08D9D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261670" y="2758440"/>
                <a:ext cx="20556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19A7AA9-C527-AA56-4660-C88BA52EF924}"/>
                  </a:ext>
                </a:extLst>
              </p14:cNvPr>
              <p14:cNvContentPartPr/>
              <p14:nvPr/>
            </p14:nvContentPartPr>
            <p14:xfrm>
              <a:off x="5750470" y="3430920"/>
              <a:ext cx="12600" cy="396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19A7AA9-C527-AA56-4660-C88BA52EF92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732470" y="3413280"/>
                <a:ext cx="482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8D2C074-03A9-C96B-A1D0-82D899808DE4}"/>
                  </a:ext>
                </a:extLst>
              </p14:cNvPr>
              <p14:cNvContentPartPr/>
              <p14:nvPr/>
            </p14:nvContentPartPr>
            <p14:xfrm>
              <a:off x="5693230" y="3693720"/>
              <a:ext cx="15480" cy="255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8D2C074-03A9-C96B-A1D0-82D899808DE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675590" y="3675720"/>
                <a:ext cx="5112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A84655B-3CF2-CB24-2824-9DF27281A8C3}"/>
              </a:ext>
            </a:extLst>
          </p:cNvPr>
          <p:cNvGrpSpPr/>
          <p:nvPr/>
        </p:nvGrpSpPr>
        <p:grpSpPr>
          <a:xfrm>
            <a:off x="6246190" y="3358560"/>
            <a:ext cx="484200" cy="235440"/>
            <a:chOff x="6246190" y="3358560"/>
            <a:chExt cx="48420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4D7B2F3-55B4-7E9D-5C44-F029E901FCB7}"/>
                    </a:ext>
                  </a:extLst>
                </p14:cNvPr>
                <p14:cNvContentPartPr/>
                <p14:nvPr/>
              </p14:nvContentPartPr>
              <p14:xfrm>
                <a:off x="6246190" y="3390960"/>
                <a:ext cx="97560" cy="203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4D7B2F3-55B4-7E9D-5C44-F029E901FCB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28190" y="3373320"/>
                  <a:ext cx="1332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A0176A3-A269-1AC2-1E05-A27B7A26262F}"/>
                    </a:ext>
                  </a:extLst>
                </p14:cNvPr>
                <p14:cNvContentPartPr/>
                <p14:nvPr/>
              </p14:nvContentPartPr>
              <p14:xfrm>
                <a:off x="6337990" y="3358560"/>
                <a:ext cx="189720" cy="195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A0176A3-A269-1AC2-1E05-A27B7A26262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20350" y="3340920"/>
                  <a:ext cx="2253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24B39F5-9105-939F-68C1-997486FB9799}"/>
                    </a:ext>
                  </a:extLst>
                </p14:cNvPr>
                <p14:cNvContentPartPr/>
                <p14:nvPr/>
              </p14:nvContentPartPr>
              <p14:xfrm>
                <a:off x="6611590" y="3432720"/>
                <a:ext cx="118800" cy="27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24B39F5-9105-939F-68C1-997486FB979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93590" y="3415080"/>
                  <a:ext cx="15444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31CAB0A-B385-FF62-2055-321F0F9B79FA}"/>
              </a:ext>
            </a:extLst>
          </p:cNvPr>
          <p:cNvGrpSpPr/>
          <p:nvPr/>
        </p:nvGrpSpPr>
        <p:grpSpPr>
          <a:xfrm>
            <a:off x="6893470" y="1884000"/>
            <a:ext cx="540360" cy="1843200"/>
            <a:chOff x="6893470" y="1884000"/>
            <a:chExt cx="540360" cy="18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0809902-397E-C2E1-AD3B-D807CA6E712C}"/>
                    </a:ext>
                  </a:extLst>
                </p14:cNvPr>
                <p14:cNvContentPartPr/>
                <p14:nvPr/>
              </p14:nvContentPartPr>
              <p14:xfrm>
                <a:off x="6893470" y="3289440"/>
                <a:ext cx="162360" cy="230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0809902-397E-C2E1-AD3B-D807CA6E712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75470" y="3271800"/>
                  <a:ext cx="1980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B76AA02-95D9-F448-CDB2-F7890D0C270F}"/>
                    </a:ext>
                  </a:extLst>
                </p14:cNvPr>
                <p14:cNvContentPartPr/>
                <p14:nvPr/>
              </p14:nvContentPartPr>
              <p14:xfrm>
                <a:off x="7152310" y="1884000"/>
                <a:ext cx="281520" cy="1843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B76AA02-95D9-F448-CDB2-F7890D0C270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34670" y="1866000"/>
                  <a:ext cx="317160" cy="18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D3A46E-2097-E029-7D0A-51D33010B203}"/>
              </a:ext>
            </a:extLst>
          </p:cNvPr>
          <p:cNvGrpSpPr/>
          <p:nvPr/>
        </p:nvGrpSpPr>
        <p:grpSpPr>
          <a:xfrm>
            <a:off x="547750" y="4700640"/>
            <a:ext cx="850680" cy="469440"/>
            <a:chOff x="547750" y="4700640"/>
            <a:chExt cx="85068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0E24923-5A39-FF6C-504D-974617DEC1F8}"/>
                    </a:ext>
                  </a:extLst>
                </p14:cNvPr>
                <p14:cNvContentPartPr/>
                <p14:nvPr/>
              </p14:nvContentPartPr>
              <p14:xfrm>
                <a:off x="547750" y="4758600"/>
                <a:ext cx="24120" cy="270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0E24923-5A39-FF6C-504D-974617DEC1F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0110" y="4740600"/>
                  <a:ext cx="597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E978711-641E-5D31-8B98-50C286EDEF44}"/>
                    </a:ext>
                  </a:extLst>
                </p14:cNvPr>
                <p14:cNvContentPartPr/>
                <p14:nvPr/>
              </p14:nvContentPartPr>
              <p14:xfrm>
                <a:off x="568630" y="4724040"/>
                <a:ext cx="121320" cy="267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E978711-641E-5D31-8B98-50C286EDEF4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0990" y="4706040"/>
                  <a:ext cx="1569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833B7E7-7820-5611-663E-77BD3812D96F}"/>
                    </a:ext>
                  </a:extLst>
                </p14:cNvPr>
                <p14:cNvContentPartPr/>
                <p14:nvPr/>
              </p14:nvContentPartPr>
              <p14:xfrm>
                <a:off x="690670" y="4938240"/>
                <a:ext cx="111600" cy="225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833B7E7-7820-5611-663E-77BD3812D96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2670" y="4920600"/>
                  <a:ext cx="147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13FA212-CCBA-7633-063F-563D19DB7256}"/>
                    </a:ext>
                  </a:extLst>
                </p14:cNvPr>
                <p14:cNvContentPartPr/>
                <p14:nvPr/>
              </p14:nvContentPartPr>
              <p14:xfrm>
                <a:off x="861310" y="4939320"/>
                <a:ext cx="170640" cy="45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13FA212-CCBA-7633-063F-563D19DB725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43670" y="4921320"/>
                  <a:ext cx="206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DBCE94-72CD-1EDD-3C83-3CC5A1D4B0A5}"/>
                    </a:ext>
                  </a:extLst>
                </p14:cNvPr>
                <p14:cNvContentPartPr/>
                <p14:nvPr/>
              </p14:nvContentPartPr>
              <p14:xfrm>
                <a:off x="1009270" y="4885680"/>
                <a:ext cx="19800" cy="138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DBCE94-72CD-1EDD-3C83-3CC5A1D4B0A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91630" y="4867680"/>
                  <a:ext cx="55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1B3D3F7-765B-F50C-A164-443530314E02}"/>
                    </a:ext>
                  </a:extLst>
                </p14:cNvPr>
                <p14:cNvContentPartPr/>
                <p14:nvPr/>
              </p14:nvContentPartPr>
              <p14:xfrm>
                <a:off x="1137790" y="4700640"/>
                <a:ext cx="138600" cy="346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1B3D3F7-765B-F50C-A164-443530314E0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20150" y="4682640"/>
                  <a:ext cx="1742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82CBC79-4635-5E99-3F29-1C4A84B50B53}"/>
                    </a:ext>
                  </a:extLst>
                </p14:cNvPr>
                <p14:cNvContentPartPr/>
                <p14:nvPr/>
              </p14:nvContentPartPr>
              <p14:xfrm>
                <a:off x="1248670" y="4924560"/>
                <a:ext cx="149760" cy="245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82CBC79-4635-5E99-3F29-1C4A84B50B5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30670" y="4906560"/>
                  <a:ext cx="18540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E8A723B-B1F7-146C-883C-8D0BE305D14C}"/>
              </a:ext>
            </a:extLst>
          </p:cNvPr>
          <p:cNvGrpSpPr/>
          <p:nvPr/>
        </p:nvGrpSpPr>
        <p:grpSpPr>
          <a:xfrm>
            <a:off x="1571590" y="4772280"/>
            <a:ext cx="640080" cy="440640"/>
            <a:chOff x="1571590" y="4772280"/>
            <a:chExt cx="640080" cy="44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C3C03B2-6DEE-9DC6-88D4-0371658865E1}"/>
                    </a:ext>
                  </a:extLst>
                </p14:cNvPr>
                <p14:cNvContentPartPr/>
                <p14:nvPr/>
              </p14:nvContentPartPr>
              <p14:xfrm>
                <a:off x="1571590" y="4967040"/>
                <a:ext cx="83520" cy="24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C3C03B2-6DEE-9DC6-88D4-0371658865E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53950" y="4949040"/>
                  <a:ext cx="119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EB5E2C-3A37-1429-B891-1C9506EDA679}"/>
                    </a:ext>
                  </a:extLst>
                </p14:cNvPr>
                <p14:cNvContentPartPr/>
                <p14:nvPr/>
              </p14:nvContentPartPr>
              <p14:xfrm>
                <a:off x="1768870" y="4829160"/>
                <a:ext cx="31320" cy="271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EB5E2C-3A37-1429-B891-1C9506EDA67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50870" y="4811160"/>
                  <a:ext cx="669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41A845E-157A-A0F8-9D16-A121E33BD4FB}"/>
                    </a:ext>
                  </a:extLst>
                </p14:cNvPr>
                <p14:cNvContentPartPr/>
                <p14:nvPr/>
              </p14:nvContentPartPr>
              <p14:xfrm>
                <a:off x="1755910" y="4772280"/>
                <a:ext cx="140040" cy="334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41A845E-157A-A0F8-9D16-A121E33BD4F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37910" y="4754280"/>
                  <a:ext cx="1756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73DCA1D-FBB0-BF80-649D-AA36B9455577}"/>
                    </a:ext>
                  </a:extLst>
                </p14:cNvPr>
                <p14:cNvContentPartPr/>
                <p14:nvPr/>
              </p14:nvContentPartPr>
              <p14:xfrm>
                <a:off x="1947430" y="5045880"/>
                <a:ext cx="264240" cy="167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73DCA1D-FBB0-BF80-649D-AA36B945557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29790" y="5028240"/>
                  <a:ext cx="29988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4C2E47E-1E59-769E-FFE0-AE7B44A103A5}"/>
                  </a:ext>
                </a:extLst>
              </p14:cNvPr>
              <p14:cNvContentPartPr/>
              <p14:nvPr/>
            </p14:nvContentPartPr>
            <p14:xfrm>
              <a:off x="3582190" y="4618560"/>
              <a:ext cx="16920" cy="2696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4C2E47E-1E59-769E-FFE0-AE7B44A103A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564190" y="4600560"/>
                <a:ext cx="525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0B4DC25-883B-FF78-399A-65D48077B615}"/>
                  </a:ext>
                </a:extLst>
              </p14:cNvPr>
              <p14:cNvContentPartPr/>
              <p14:nvPr/>
            </p14:nvContentPartPr>
            <p14:xfrm>
              <a:off x="3487510" y="5216520"/>
              <a:ext cx="21960" cy="2106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0B4DC25-883B-FF78-399A-65D48077B61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469870" y="5198520"/>
                <a:ext cx="576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BA86510-E338-96FC-1774-EEA72F7083E0}"/>
                  </a:ext>
                </a:extLst>
              </p14:cNvPr>
              <p14:cNvContentPartPr/>
              <p14:nvPr/>
            </p14:nvContentPartPr>
            <p14:xfrm>
              <a:off x="3411190" y="5814480"/>
              <a:ext cx="187200" cy="1861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BA86510-E338-96FC-1774-EEA72F7083E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393190" y="5796480"/>
                <a:ext cx="2228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535981D-01BE-C918-93AD-1697D5A9E974}"/>
                  </a:ext>
                </a:extLst>
              </p14:cNvPr>
              <p14:cNvContentPartPr/>
              <p14:nvPr/>
            </p14:nvContentPartPr>
            <p14:xfrm>
              <a:off x="4306510" y="4590840"/>
              <a:ext cx="15480" cy="2199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535981D-01BE-C918-93AD-1697D5A9E97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288870" y="4573200"/>
                <a:ext cx="511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B0D9DDB-C17A-2FE3-4698-0AFE7A03249D}"/>
                  </a:ext>
                </a:extLst>
              </p14:cNvPr>
              <p14:cNvContentPartPr/>
              <p14:nvPr/>
            </p14:nvContentPartPr>
            <p14:xfrm>
              <a:off x="4113190" y="5235960"/>
              <a:ext cx="194760" cy="2077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B0D9DDB-C17A-2FE3-4698-0AFE7A0324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095550" y="5217960"/>
                <a:ext cx="230400" cy="24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569797B-1D90-7FA3-DC3C-6A5D81BA2FD9}"/>
              </a:ext>
            </a:extLst>
          </p:cNvPr>
          <p:cNvGrpSpPr/>
          <p:nvPr/>
        </p:nvGrpSpPr>
        <p:grpSpPr>
          <a:xfrm>
            <a:off x="4027510" y="5670480"/>
            <a:ext cx="602280" cy="280080"/>
            <a:chOff x="4027510" y="5670480"/>
            <a:chExt cx="60228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76BFF29-F98C-6025-456F-7EBF667C3A3E}"/>
                    </a:ext>
                  </a:extLst>
                </p14:cNvPr>
                <p14:cNvContentPartPr/>
                <p14:nvPr/>
              </p14:nvContentPartPr>
              <p14:xfrm>
                <a:off x="4196710" y="5670480"/>
                <a:ext cx="33120" cy="188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76BFF29-F98C-6025-456F-7EBF667C3A3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179070" y="5652840"/>
                  <a:ext cx="68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7C823B7-8E27-3DD7-406B-6E62B61A4ABC}"/>
                    </a:ext>
                  </a:extLst>
                </p14:cNvPr>
                <p14:cNvContentPartPr/>
                <p14:nvPr/>
              </p14:nvContentPartPr>
              <p14:xfrm>
                <a:off x="4027510" y="5773080"/>
                <a:ext cx="210960" cy="151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7C823B7-8E27-3DD7-406B-6E62B61A4AB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09870" y="5755080"/>
                  <a:ext cx="246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C8B1255-6C9F-80F2-363E-54BF3C4FD883}"/>
                    </a:ext>
                  </a:extLst>
                </p14:cNvPr>
                <p14:cNvContentPartPr/>
                <p14:nvPr/>
              </p14:nvContentPartPr>
              <p14:xfrm>
                <a:off x="4337830" y="5796840"/>
                <a:ext cx="78480" cy="23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C8B1255-6C9F-80F2-363E-54BF3C4FD88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320190" y="5779200"/>
                  <a:ext cx="114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123C19E-A400-2627-4162-AC79EA442F92}"/>
                    </a:ext>
                  </a:extLst>
                </p14:cNvPr>
                <p14:cNvContentPartPr/>
                <p14:nvPr/>
              </p14:nvContentPartPr>
              <p14:xfrm>
                <a:off x="4475710" y="5694960"/>
                <a:ext cx="154080" cy="255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123C19E-A400-2627-4162-AC79EA442F9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57710" y="5677320"/>
                  <a:ext cx="18972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F8201CE-A566-412B-D2BC-A14C7A2DE345}"/>
                  </a:ext>
                </a:extLst>
              </p14:cNvPr>
              <p14:cNvContentPartPr/>
              <p14:nvPr/>
            </p14:nvContentPartPr>
            <p14:xfrm>
              <a:off x="5022910" y="4663920"/>
              <a:ext cx="8280" cy="201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F8201CE-A566-412B-D2BC-A14C7A2DE34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005270" y="4645920"/>
                <a:ext cx="439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BD8379F-33E8-2F62-1ED0-B955ADDAC250}"/>
                  </a:ext>
                </a:extLst>
              </p14:cNvPr>
              <p14:cNvContentPartPr/>
              <p14:nvPr/>
            </p14:nvContentPartPr>
            <p14:xfrm>
              <a:off x="5009950" y="4869120"/>
              <a:ext cx="9360" cy="342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BD8379F-33E8-2F62-1ED0-B955ADDAC25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991950" y="4851120"/>
                <a:ext cx="4500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5F6EB13-158D-B1DA-5D0D-A28289585C70}"/>
              </a:ext>
            </a:extLst>
          </p:cNvPr>
          <p:cNvGrpSpPr/>
          <p:nvPr/>
        </p:nvGrpSpPr>
        <p:grpSpPr>
          <a:xfrm>
            <a:off x="5011390" y="5204640"/>
            <a:ext cx="113400" cy="181800"/>
            <a:chOff x="5011390" y="5204640"/>
            <a:chExt cx="1134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8EF0018-2675-B7E9-97D4-C44DAA9C5EE3}"/>
                    </a:ext>
                  </a:extLst>
                </p14:cNvPr>
                <p14:cNvContentPartPr/>
                <p14:nvPr/>
              </p14:nvContentPartPr>
              <p14:xfrm>
                <a:off x="5104990" y="5204640"/>
                <a:ext cx="19800" cy="11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8EF0018-2675-B7E9-97D4-C44DAA9C5E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86990" y="5186640"/>
                  <a:ext cx="55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9FDB96C-AF57-25DF-4A97-A8A96DA986A4}"/>
                    </a:ext>
                  </a:extLst>
                </p14:cNvPr>
                <p14:cNvContentPartPr/>
                <p14:nvPr/>
              </p14:nvContentPartPr>
              <p14:xfrm>
                <a:off x="5011390" y="5367000"/>
                <a:ext cx="14760" cy="19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9FDB96C-AF57-25DF-4A97-A8A96DA986A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93750" y="5349000"/>
                  <a:ext cx="5040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D7CB921-1D17-F344-B20A-ED322AB32136}"/>
                  </a:ext>
                </a:extLst>
              </p14:cNvPr>
              <p14:cNvContentPartPr/>
              <p14:nvPr/>
            </p14:nvContentPartPr>
            <p14:xfrm>
              <a:off x="5087710" y="5752200"/>
              <a:ext cx="6840" cy="270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D7CB921-1D17-F344-B20A-ED322AB3213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070070" y="5734560"/>
                <a:ext cx="424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6F24E0D-A3F3-506F-6B95-05CA8F9A5510}"/>
                  </a:ext>
                </a:extLst>
              </p14:cNvPr>
              <p14:cNvContentPartPr/>
              <p14:nvPr/>
            </p14:nvContentPartPr>
            <p14:xfrm>
              <a:off x="5044510" y="5966040"/>
              <a:ext cx="9000" cy="223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6F24E0D-A3F3-506F-6B95-05CA8F9A551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026510" y="5948400"/>
                <a:ext cx="4464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E3CFB63-6A45-4C43-215C-63B99BA9D6AC}"/>
              </a:ext>
            </a:extLst>
          </p:cNvPr>
          <p:cNvGrpSpPr/>
          <p:nvPr/>
        </p:nvGrpSpPr>
        <p:grpSpPr>
          <a:xfrm>
            <a:off x="5344030" y="4473480"/>
            <a:ext cx="1038960" cy="1773000"/>
            <a:chOff x="5344030" y="4473480"/>
            <a:chExt cx="1038960" cy="17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8295684-EA5E-2304-9298-0A11D9D2E7D1}"/>
                    </a:ext>
                  </a:extLst>
                </p14:cNvPr>
                <p14:cNvContentPartPr/>
                <p14:nvPr/>
              </p14:nvContentPartPr>
              <p14:xfrm>
                <a:off x="5440870" y="4491120"/>
                <a:ext cx="180000" cy="304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8295684-EA5E-2304-9298-0A11D9D2E7D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22870" y="4473480"/>
                  <a:ext cx="2156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5EBD3E7-069F-4DCA-FD74-9DB18880C078}"/>
                    </a:ext>
                  </a:extLst>
                </p14:cNvPr>
                <p14:cNvContentPartPr/>
                <p14:nvPr/>
              </p14:nvContentPartPr>
              <p14:xfrm>
                <a:off x="5485510" y="5110680"/>
                <a:ext cx="163080" cy="343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5EBD3E7-069F-4DCA-FD74-9DB18880C07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467510" y="5093040"/>
                  <a:ext cx="1987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B30858E-9F51-E887-141F-35F7F0DAD3C6}"/>
                    </a:ext>
                  </a:extLst>
                </p14:cNvPr>
                <p14:cNvContentPartPr/>
                <p14:nvPr/>
              </p14:nvContentPartPr>
              <p14:xfrm>
                <a:off x="5344030" y="5729160"/>
                <a:ext cx="83160" cy="230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B30858E-9F51-E887-141F-35F7F0DAD3C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326390" y="5711160"/>
                  <a:ext cx="118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50F5EF1-D3A4-592B-9EB0-916D01443E58}"/>
                    </a:ext>
                  </a:extLst>
                </p14:cNvPr>
                <p14:cNvContentPartPr/>
                <p14:nvPr/>
              </p14:nvContentPartPr>
              <p14:xfrm>
                <a:off x="5402710" y="5740320"/>
                <a:ext cx="150840" cy="154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50F5EF1-D3A4-592B-9EB0-916D01443E5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84710" y="5722680"/>
                  <a:ext cx="186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4C79DDC-A7ED-390A-36F9-A615505A87CF}"/>
                    </a:ext>
                  </a:extLst>
                </p14:cNvPr>
                <p14:cNvContentPartPr/>
                <p14:nvPr/>
              </p14:nvContentPartPr>
              <p14:xfrm>
                <a:off x="5693230" y="5809080"/>
                <a:ext cx="93600" cy="42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4C79DDC-A7ED-390A-36F9-A615505A87C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75230" y="5791440"/>
                  <a:ext cx="129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7E09659-CB58-D432-A851-9052E10F96C4}"/>
                    </a:ext>
                  </a:extLst>
                </p14:cNvPr>
                <p14:cNvContentPartPr/>
                <p14:nvPr/>
              </p14:nvContentPartPr>
              <p14:xfrm>
                <a:off x="5872150" y="5685240"/>
                <a:ext cx="21960" cy="238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7E09659-CB58-D432-A851-9052E10F96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54510" y="5667600"/>
                  <a:ext cx="57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5FB6E58-31A2-F83F-0C91-8339EFDDFCEC}"/>
                    </a:ext>
                  </a:extLst>
                </p14:cNvPr>
                <p14:cNvContentPartPr/>
                <p14:nvPr/>
              </p14:nvContentPartPr>
              <p14:xfrm>
                <a:off x="6055390" y="5743920"/>
                <a:ext cx="120600" cy="152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5FB6E58-31A2-F83F-0C91-8339EFDDFCE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37390" y="5725920"/>
                  <a:ext cx="156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0DDEC43-EFC6-9AE6-E0BA-55F8B42F947D}"/>
                    </a:ext>
                  </a:extLst>
                </p14:cNvPr>
                <p14:cNvContentPartPr/>
                <p14:nvPr/>
              </p14:nvContentPartPr>
              <p14:xfrm>
                <a:off x="6017590" y="4473480"/>
                <a:ext cx="365400" cy="1773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0DDEC43-EFC6-9AE6-E0BA-55F8B42F947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99590" y="4455840"/>
                  <a:ext cx="401040" cy="180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65BEB86-4E25-43F5-8285-90254E922651}"/>
              </a:ext>
            </a:extLst>
          </p:cNvPr>
          <p:cNvGrpSpPr/>
          <p:nvPr/>
        </p:nvGrpSpPr>
        <p:grpSpPr>
          <a:xfrm>
            <a:off x="2429110" y="4455480"/>
            <a:ext cx="522000" cy="1994400"/>
            <a:chOff x="2429110" y="4455480"/>
            <a:chExt cx="522000" cy="19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2F2F7C4-FD3D-2B38-14E3-D94AA713F558}"/>
                    </a:ext>
                  </a:extLst>
                </p14:cNvPr>
                <p14:cNvContentPartPr/>
                <p14:nvPr/>
              </p14:nvContentPartPr>
              <p14:xfrm>
                <a:off x="2429110" y="4455480"/>
                <a:ext cx="295920" cy="1994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2F2F7C4-FD3D-2B38-14E3-D94AA713F55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411470" y="4437840"/>
                  <a:ext cx="331560" cy="20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C8F5ADC-7894-53F0-D013-4D695B148092}"/>
                    </a:ext>
                  </a:extLst>
                </p14:cNvPr>
                <p14:cNvContentPartPr/>
                <p14:nvPr/>
              </p14:nvContentPartPr>
              <p14:xfrm>
                <a:off x="2863990" y="4670760"/>
                <a:ext cx="10080" cy="231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C8F5ADC-7894-53F0-D013-4D695B14809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45990" y="4652760"/>
                  <a:ext cx="45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FE8F49E-39E3-F17B-A34C-E7461D8713D2}"/>
                    </a:ext>
                  </a:extLst>
                </p14:cNvPr>
                <p14:cNvContentPartPr/>
                <p14:nvPr/>
              </p14:nvContentPartPr>
              <p14:xfrm>
                <a:off x="2807830" y="5278440"/>
                <a:ext cx="143280" cy="201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FE8F49E-39E3-F17B-A34C-E7461D8713D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789830" y="5260800"/>
                  <a:ext cx="178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A9A6504-8B6E-FBE7-2179-7EEACCB34C89}"/>
                    </a:ext>
                  </a:extLst>
                </p14:cNvPr>
                <p14:cNvContentPartPr/>
                <p14:nvPr/>
              </p14:nvContentPartPr>
              <p14:xfrm>
                <a:off x="2783350" y="5708640"/>
                <a:ext cx="166320" cy="290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A9A6504-8B6E-FBE7-2179-7EEACCB34C8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65350" y="5690640"/>
                  <a:ext cx="2019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1381A63-5929-579D-7E3C-C7DE7EA25657}"/>
                    </a:ext>
                  </a:extLst>
                </p14:cNvPr>
                <p14:cNvContentPartPr/>
                <p14:nvPr/>
              </p14:nvContentPartPr>
              <p14:xfrm>
                <a:off x="2776870" y="5739600"/>
                <a:ext cx="91080" cy="220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1381A63-5929-579D-7E3C-C7DE7EA2565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59230" y="5721600"/>
                  <a:ext cx="12672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283F1F8-0E8F-FE50-1EE1-8A22D6BA9F80}"/>
                  </a:ext>
                </a:extLst>
              </p14:cNvPr>
              <p14:cNvContentPartPr/>
              <p14:nvPr/>
            </p14:nvContentPartPr>
            <p14:xfrm>
              <a:off x="7651990" y="17400"/>
              <a:ext cx="163080" cy="657648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283F1F8-0E8F-FE50-1EE1-8A22D6BA9F80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634350" y="-600"/>
                <a:ext cx="198720" cy="66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4CEA3CA-3499-877A-4C51-26ECC75A49BF}"/>
                  </a:ext>
                </a:extLst>
              </p14:cNvPr>
              <p14:cNvContentPartPr/>
              <p14:nvPr/>
            </p14:nvContentPartPr>
            <p14:xfrm>
              <a:off x="7983910" y="257160"/>
              <a:ext cx="20880" cy="1306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4CEA3CA-3499-877A-4C51-26ECC75A49B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7966270" y="239160"/>
                <a:ext cx="5652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4EF55C5-42AE-E0EF-3F37-35C72D5CD2BA}"/>
                  </a:ext>
                </a:extLst>
              </p14:cNvPr>
              <p14:cNvContentPartPr/>
              <p14:nvPr/>
            </p14:nvContentPartPr>
            <p14:xfrm>
              <a:off x="7957990" y="90480"/>
              <a:ext cx="179280" cy="56808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4EF55C5-42AE-E0EF-3F37-35C72D5CD2B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7940350" y="72840"/>
                <a:ext cx="21492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684ED6D-823F-E063-06A3-3AA4C4476F27}"/>
                  </a:ext>
                </a:extLst>
              </p14:cNvPr>
              <p14:cNvContentPartPr/>
              <p14:nvPr/>
            </p14:nvContentPartPr>
            <p14:xfrm>
              <a:off x="8407270" y="170760"/>
              <a:ext cx="11520" cy="2257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684ED6D-823F-E063-06A3-3AA4C4476F2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389630" y="153120"/>
                <a:ext cx="471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D1A8868-93C1-3D0D-B385-8067E0B244FD}"/>
                  </a:ext>
                </a:extLst>
              </p14:cNvPr>
              <p14:cNvContentPartPr/>
              <p14:nvPr/>
            </p14:nvContentPartPr>
            <p14:xfrm>
              <a:off x="8370550" y="118200"/>
              <a:ext cx="110880" cy="716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D1A8868-93C1-3D0D-B385-8067E0B244F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352550" y="100200"/>
                <a:ext cx="146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36E21692-697F-86FD-82D2-8E89A2EA2B05}"/>
                  </a:ext>
                </a:extLst>
              </p14:cNvPr>
              <p14:cNvContentPartPr/>
              <p14:nvPr/>
            </p14:nvContentPartPr>
            <p14:xfrm>
              <a:off x="8313670" y="275880"/>
              <a:ext cx="132480" cy="392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36E21692-697F-86FD-82D2-8E89A2EA2B0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295670" y="257880"/>
                <a:ext cx="1681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373B01E-6C87-7BF9-CB9B-4E9D0363871E}"/>
                  </a:ext>
                </a:extLst>
              </p14:cNvPr>
              <p14:cNvContentPartPr/>
              <p14:nvPr/>
            </p14:nvContentPartPr>
            <p14:xfrm>
              <a:off x="8486830" y="271920"/>
              <a:ext cx="99360" cy="1090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373B01E-6C87-7BF9-CB9B-4E9D0363871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468830" y="253920"/>
                <a:ext cx="1350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8EE0BB43-1B42-6B86-CF4D-AEA02F0393C1}"/>
                  </a:ext>
                </a:extLst>
              </p14:cNvPr>
              <p14:cNvContentPartPr/>
              <p14:nvPr/>
            </p14:nvContentPartPr>
            <p14:xfrm>
              <a:off x="8629390" y="227640"/>
              <a:ext cx="129240" cy="1479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8EE0BB43-1B42-6B86-CF4D-AEA02F0393C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611390" y="210000"/>
                <a:ext cx="1648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7A44370-0044-DDAD-0B55-5EA6A8F97806}"/>
                  </a:ext>
                </a:extLst>
              </p14:cNvPr>
              <p14:cNvContentPartPr/>
              <p14:nvPr/>
            </p14:nvContentPartPr>
            <p14:xfrm>
              <a:off x="8986870" y="252120"/>
              <a:ext cx="209160" cy="1180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7A44370-0044-DDAD-0B55-5EA6A8F9780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968870" y="234120"/>
                <a:ext cx="2448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B7C520E-3070-6B42-73BB-5E1F20A759EF}"/>
                  </a:ext>
                </a:extLst>
              </p14:cNvPr>
              <p14:cNvContentPartPr/>
              <p14:nvPr/>
            </p14:nvContentPartPr>
            <p14:xfrm>
              <a:off x="9287830" y="230520"/>
              <a:ext cx="112680" cy="1069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B7C520E-3070-6B42-73BB-5E1F20A759EF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9269830" y="212880"/>
                <a:ext cx="1483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337A017-FC2F-1E46-45BC-C170656AF490}"/>
                  </a:ext>
                </a:extLst>
              </p14:cNvPr>
              <p14:cNvContentPartPr/>
              <p14:nvPr/>
            </p14:nvContentPartPr>
            <p14:xfrm>
              <a:off x="9675190" y="145920"/>
              <a:ext cx="131400" cy="1810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337A017-FC2F-1E46-45BC-C170656AF490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9657550" y="127920"/>
                <a:ext cx="1670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B38CCE7E-F13F-F7B7-A206-FC7209593346}"/>
                  </a:ext>
                </a:extLst>
              </p14:cNvPr>
              <p14:cNvContentPartPr/>
              <p14:nvPr/>
            </p14:nvContentPartPr>
            <p14:xfrm>
              <a:off x="9891550" y="86160"/>
              <a:ext cx="727920" cy="2599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B38CCE7E-F13F-F7B7-A206-FC7209593346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873910" y="68160"/>
                <a:ext cx="76356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A839945E-F0E7-407A-E515-459ABCE256FA}"/>
                  </a:ext>
                </a:extLst>
              </p14:cNvPr>
              <p14:cNvContentPartPr/>
              <p14:nvPr/>
            </p14:nvContentPartPr>
            <p14:xfrm>
              <a:off x="10679590" y="26040"/>
              <a:ext cx="56160" cy="2883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A839945E-F0E7-407A-E515-459ABCE256F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0661950" y="8040"/>
                <a:ext cx="918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A7BF4BA-D0C3-E969-74C3-6120F68F56EF}"/>
                  </a:ext>
                </a:extLst>
              </p14:cNvPr>
              <p14:cNvContentPartPr/>
              <p14:nvPr/>
            </p14:nvContentPartPr>
            <p14:xfrm>
              <a:off x="10863910" y="151320"/>
              <a:ext cx="35280" cy="1602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A7BF4BA-D0C3-E969-74C3-6120F68F56EF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846270" y="133320"/>
                <a:ext cx="709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CEDDB36A-C792-B1C9-CFA0-E432F0865B0D}"/>
                  </a:ext>
                </a:extLst>
              </p14:cNvPr>
              <p14:cNvContentPartPr/>
              <p14:nvPr/>
            </p14:nvContentPartPr>
            <p14:xfrm>
              <a:off x="10988470" y="188760"/>
              <a:ext cx="109080" cy="1267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CEDDB36A-C792-B1C9-CFA0-E432F0865B0D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0970830" y="171120"/>
                <a:ext cx="1447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000CE40F-6432-C6D6-975B-F658FCD487DB}"/>
                  </a:ext>
                </a:extLst>
              </p14:cNvPr>
              <p14:cNvContentPartPr/>
              <p14:nvPr/>
            </p14:nvContentPartPr>
            <p14:xfrm>
              <a:off x="11183950" y="170760"/>
              <a:ext cx="130680" cy="1371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000CE40F-6432-C6D6-975B-F658FCD487D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1166310" y="153120"/>
                <a:ext cx="1663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204AE85-0C08-49B2-31C5-C18EA50C00ED}"/>
                  </a:ext>
                </a:extLst>
              </p14:cNvPr>
              <p14:cNvContentPartPr/>
              <p14:nvPr/>
            </p14:nvContentPartPr>
            <p14:xfrm>
              <a:off x="10924390" y="480"/>
              <a:ext cx="94680" cy="309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204AE85-0C08-49B2-31C5-C18EA50C00ED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906750" y="-17160"/>
                <a:ext cx="1303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4CAD564-C79A-0143-E55A-4920EB58001A}"/>
                  </a:ext>
                </a:extLst>
              </p14:cNvPr>
              <p14:cNvContentPartPr/>
              <p14:nvPr/>
            </p14:nvContentPartPr>
            <p14:xfrm>
              <a:off x="10388710" y="98400"/>
              <a:ext cx="176040" cy="136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4CAD564-C79A-0143-E55A-4920EB58001A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0371070" y="80760"/>
                <a:ext cx="2116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A591EA1-7E89-9B54-C60A-A3F3B988F01D}"/>
                  </a:ext>
                </a:extLst>
              </p14:cNvPr>
              <p14:cNvContentPartPr/>
              <p14:nvPr/>
            </p14:nvContentPartPr>
            <p14:xfrm>
              <a:off x="8841790" y="730200"/>
              <a:ext cx="50040" cy="2260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A591EA1-7E89-9B54-C60A-A3F3B988F01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824150" y="712560"/>
                <a:ext cx="856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1ADF7F7-9A29-1EF3-2CB4-77CCC4D2F3C0}"/>
                  </a:ext>
                </a:extLst>
              </p14:cNvPr>
              <p14:cNvContentPartPr/>
              <p14:nvPr/>
            </p14:nvContentPartPr>
            <p14:xfrm>
              <a:off x="9026110" y="688800"/>
              <a:ext cx="30600" cy="1836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1ADF7F7-9A29-1EF3-2CB4-77CCC4D2F3C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008110" y="671160"/>
                <a:ext cx="662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D60A84D5-ACB7-CB5D-103B-01F5C9331B32}"/>
                  </a:ext>
                </a:extLst>
              </p14:cNvPr>
              <p14:cNvContentPartPr/>
              <p14:nvPr/>
            </p14:nvContentPartPr>
            <p14:xfrm>
              <a:off x="8874190" y="700680"/>
              <a:ext cx="105480" cy="1278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D60A84D5-ACB7-CB5D-103B-01F5C9331B3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856550" y="682680"/>
                <a:ext cx="1411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52E628EC-D076-6B92-85B1-DD69F95F1DF9}"/>
                  </a:ext>
                </a:extLst>
              </p14:cNvPr>
              <p14:cNvContentPartPr/>
              <p14:nvPr/>
            </p14:nvContentPartPr>
            <p14:xfrm>
              <a:off x="8863390" y="695280"/>
              <a:ext cx="184680" cy="3402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52E628EC-D076-6B92-85B1-DD69F95F1DF9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845750" y="677640"/>
                <a:ext cx="2203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EC9E0257-CDF0-1CC6-DF4D-9935E4D15A95}"/>
                  </a:ext>
                </a:extLst>
              </p14:cNvPr>
              <p14:cNvContentPartPr/>
              <p14:nvPr/>
            </p14:nvContentPartPr>
            <p14:xfrm>
              <a:off x="9114670" y="523920"/>
              <a:ext cx="77040" cy="3661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EC9E0257-CDF0-1CC6-DF4D-9935E4D15A9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096670" y="505920"/>
                <a:ext cx="11268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342CF06F-D93E-FC69-E0B7-AA42FD3E4979}"/>
                  </a:ext>
                </a:extLst>
              </p14:cNvPr>
              <p14:cNvContentPartPr/>
              <p14:nvPr/>
            </p14:nvContentPartPr>
            <p14:xfrm>
              <a:off x="9311590" y="575760"/>
              <a:ext cx="159120" cy="27360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342CF06F-D93E-FC69-E0B7-AA42FD3E4979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293590" y="558120"/>
                <a:ext cx="19476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A9D6AE2A-ACE4-30A5-D78F-FB41FA967768}"/>
                  </a:ext>
                </a:extLst>
              </p14:cNvPr>
              <p14:cNvContentPartPr/>
              <p14:nvPr/>
            </p14:nvContentPartPr>
            <p14:xfrm>
              <a:off x="9325270" y="705360"/>
              <a:ext cx="99360" cy="1908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A9D6AE2A-ACE4-30A5-D78F-FB41FA967768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307630" y="687360"/>
                <a:ext cx="1350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13381CA2-03B5-45BD-E7D6-25FBDEEA3D61}"/>
                  </a:ext>
                </a:extLst>
              </p14:cNvPr>
              <p14:cNvContentPartPr/>
              <p14:nvPr/>
            </p14:nvContentPartPr>
            <p14:xfrm>
              <a:off x="9523990" y="487200"/>
              <a:ext cx="105120" cy="3452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13381CA2-03B5-45BD-E7D6-25FBDEEA3D61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506350" y="469560"/>
                <a:ext cx="14076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2D8EC042-A978-DE27-F6C4-E97DEABDE242}"/>
                  </a:ext>
                </a:extLst>
              </p14:cNvPr>
              <p14:cNvContentPartPr/>
              <p14:nvPr/>
            </p14:nvContentPartPr>
            <p14:xfrm>
              <a:off x="9801190" y="696360"/>
              <a:ext cx="98640" cy="288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2D8EC042-A978-DE27-F6C4-E97DEABDE242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783190" y="678720"/>
                <a:ext cx="1342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200D32CD-F9AF-3581-7C73-025ECAA534AD}"/>
                  </a:ext>
                </a:extLst>
              </p14:cNvPr>
              <p14:cNvContentPartPr/>
              <p14:nvPr/>
            </p14:nvContentPartPr>
            <p14:xfrm>
              <a:off x="9820990" y="751800"/>
              <a:ext cx="259560" cy="403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200D32CD-F9AF-3581-7C73-025ECAA534AD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802990" y="733800"/>
                <a:ext cx="29520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293351ED-E285-374F-1649-6E3AB2901447}"/>
                  </a:ext>
                </a:extLst>
              </p14:cNvPr>
              <p14:cNvContentPartPr/>
              <p14:nvPr/>
            </p14:nvContentPartPr>
            <p14:xfrm>
              <a:off x="9770950" y="634800"/>
              <a:ext cx="290160" cy="644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293351ED-E285-374F-1649-6E3AB2901447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753310" y="616800"/>
                <a:ext cx="3258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46EF1530-8F5C-3DB5-6497-4243FF207B54}"/>
                  </a:ext>
                </a:extLst>
              </p14:cNvPr>
              <p14:cNvContentPartPr/>
              <p14:nvPr/>
            </p14:nvContentPartPr>
            <p14:xfrm>
              <a:off x="9955270" y="498360"/>
              <a:ext cx="41760" cy="4762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46EF1530-8F5C-3DB5-6497-4243FF207B54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937270" y="480360"/>
                <a:ext cx="77400" cy="51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DFE03E3-E5EA-3D9C-1DE4-D95B6EE5A250}"/>
              </a:ext>
            </a:extLst>
          </p:cNvPr>
          <p:cNvGrpSpPr/>
          <p:nvPr/>
        </p:nvGrpSpPr>
        <p:grpSpPr>
          <a:xfrm>
            <a:off x="8168590" y="1206840"/>
            <a:ext cx="1165680" cy="322200"/>
            <a:chOff x="8168590" y="1206840"/>
            <a:chExt cx="116568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F07C8EC-A501-E69E-7560-5B22D56EE168}"/>
                    </a:ext>
                  </a:extLst>
                </p14:cNvPr>
                <p14:cNvContentPartPr/>
                <p14:nvPr/>
              </p14:nvContentPartPr>
              <p14:xfrm>
                <a:off x="8298190" y="1276320"/>
                <a:ext cx="25200" cy="214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F07C8EC-A501-E69E-7560-5B22D56EE16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280550" y="1258320"/>
                  <a:ext cx="60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10C69C8-D39C-4B44-71B4-778350624C63}"/>
                    </a:ext>
                  </a:extLst>
                </p14:cNvPr>
                <p14:cNvContentPartPr/>
                <p14:nvPr/>
              </p14:nvContentPartPr>
              <p14:xfrm>
                <a:off x="8168590" y="1369200"/>
                <a:ext cx="150120" cy="159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10C69C8-D39C-4B44-71B4-778350624C6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150950" y="1351200"/>
                  <a:ext cx="1857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699A29C-BB54-CB3A-3D08-E64D0A607BE9}"/>
                    </a:ext>
                  </a:extLst>
                </p14:cNvPr>
                <p14:cNvContentPartPr/>
                <p14:nvPr/>
              </p14:nvContentPartPr>
              <p14:xfrm>
                <a:off x="8422390" y="1363080"/>
                <a:ext cx="99000" cy="277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699A29C-BB54-CB3A-3D08-E64D0A607BE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404390" y="1345440"/>
                  <a:ext cx="134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E3C01CE-DD98-9A74-C030-02FBB178A7E9}"/>
                    </a:ext>
                  </a:extLst>
                </p14:cNvPr>
                <p14:cNvContentPartPr/>
                <p14:nvPr/>
              </p14:nvContentPartPr>
              <p14:xfrm>
                <a:off x="8622190" y="1215120"/>
                <a:ext cx="158400" cy="2379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E3C01CE-DD98-9A74-C030-02FBB178A7E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04190" y="1197120"/>
                  <a:ext cx="1940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B722D32-70CA-29CD-08A0-5A99A0E5CF1F}"/>
                    </a:ext>
                  </a:extLst>
                </p14:cNvPr>
                <p14:cNvContentPartPr/>
                <p14:nvPr/>
              </p14:nvContentPartPr>
              <p14:xfrm>
                <a:off x="8941150" y="1310880"/>
                <a:ext cx="93240" cy="20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B722D32-70CA-29CD-08A0-5A99A0E5CF1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23150" y="1293240"/>
                  <a:ext cx="128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B8A810F-31A5-C5EE-C46C-F89E45C23CFB}"/>
                    </a:ext>
                  </a:extLst>
                </p14:cNvPr>
                <p14:cNvContentPartPr/>
                <p14:nvPr/>
              </p14:nvContentPartPr>
              <p14:xfrm>
                <a:off x="8937190" y="1363800"/>
                <a:ext cx="137520" cy="35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B8A810F-31A5-C5EE-C46C-F89E45C23CF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919190" y="1345800"/>
                  <a:ext cx="173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F19EBE3-3430-2406-34EF-2C3D85988211}"/>
                    </a:ext>
                  </a:extLst>
                </p14:cNvPr>
                <p14:cNvContentPartPr/>
                <p14:nvPr/>
              </p14:nvContentPartPr>
              <p14:xfrm>
                <a:off x="9172270" y="1206840"/>
                <a:ext cx="162000" cy="161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F19EBE3-3430-2406-34EF-2C3D8598821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154630" y="1188840"/>
                  <a:ext cx="19764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BD35AB6F-B06D-B1E5-30B4-BADD0154D323}"/>
              </a:ext>
            </a:extLst>
          </p:cNvPr>
          <p:cNvGrpSpPr/>
          <p:nvPr/>
        </p:nvGrpSpPr>
        <p:grpSpPr>
          <a:xfrm>
            <a:off x="9654670" y="1150320"/>
            <a:ext cx="236520" cy="430920"/>
            <a:chOff x="9654670" y="1150320"/>
            <a:chExt cx="236520" cy="43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9272BFE-3FFF-82DE-78EB-56F2E0650941}"/>
                    </a:ext>
                  </a:extLst>
                </p14:cNvPr>
                <p14:cNvContentPartPr/>
                <p14:nvPr/>
              </p14:nvContentPartPr>
              <p14:xfrm>
                <a:off x="9660790" y="1315920"/>
                <a:ext cx="98640" cy="108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9272BFE-3FFF-82DE-78EB-56F2E065094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43150" y="1298280"/>
                  <a:ext cx="1342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B8E2CEB-F887-7BBA-69AE-3739D7B4B010}"/>
                    </a:ext>
                  </a:extLst>
                </p14:cNvPr>
                <p14:cNvContentPartPr/>
                <p14:nvPr/>
              </p14:nvContentPartPr>
              <p14:xfrm>
                <a:off x="9654670" y="1369920"/>
                <a:ext cx="172080" cy="52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B8E2CEB-F887-7BBA-69AE-3739D7B4B01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36670" y="1352280"/>
                  <a:ext cx="2077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613B91C-6BCD-C2D1-B868-4D3C806F113F}"/>
                    </a:ext>
                  </a:extLst>
                </p14:cNvPr>
                <p14:cNvContentPartPr/>
                <p14:nvPr/>
              </p14:nvContentPartPr>
              <p14:xfrm>
                <a:off x="9788590" y="1150320"/>
                <a:ext cx="102600" cy="4309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613B91C-6BCD-C2D1-B868-4D3C806F113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70590" y="1132680"/>
                  <a:ext cx="138240" cy="46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0D47920C-2FFE-7B22-12A1-373C815413CD}"/>
              </a:ext>
            </a:extLst>
          </p:cNvPr>
          <p:cNvGrpSpPr/>
          <p:nvPr/>
        </p:nvGrpSpPr>
        <p:grpSpPr>
          <a:xfrm>
            <a:off x="8101270" y="1827480"/>
            <a:ext cx="557280" cy="333720"/>
            <a:chOff x="8101270" y="1827480"/>
            <a:chExt cx="55728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5A21CA3-F4E4-BF2D-6A59-AB809BC8E895}"/>
                    </a:ext>
                  </a:extLst>
                </p14:cNvPr>
                <p14:cNvContentPartPr/>
                <p14:nvPr/>
              </p14:nvContentPartPr>
              <p14:xfrm>
                <a:off x="8101270" y="1952400"/>
                <a:ext cx="153360" cy="208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5A21CA3-F4E4-BF2D-6A59-AB809BC8E89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083630" y="1934760"/>
                  <a:ext cx="1890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B534648-A6D9-3C27-1D17-C87AAB0FD3AF}"/>
                    </a:ext>
                  </a:extLst>
                </p14:cNvPr>
                <p14:cNvContentPartPr/>
                <p14:nvPr/>
              </p14:nvContentPartPr>
              <p14:xfrm>
                <a:off x="8299990" y="1990200"/>
                <a:ext cx="109440" cy="125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B534648-A6D9-3C27-1D17-C87AAB0FD3A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282350" y="1972560"/>
                  <a:ext cx="145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6575BA0-0260-3D51-18EB-E7C3D1200A82}"/>
                    </a:ext>
                  </a:extLst>
                </p14:cNvPr>
                <p14:cNvContentPartPr/>
                <p14:nvPr/>
              </p14:nvContentPartPr>
              <p14:xfrm>
                <a:off x="8476390" y="1827480"/>
                <a:ext cx="182160" cy="269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6575BA0-0260-3D51-18EB-E7C3D1200A8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458390" y="1809840"/>
                  <a:ext cx="2178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0DCF58D-3E44-244D-CD33-5A8CF3810112}"/>
              </a:ext>
            </a:extLst>
          </p:cNvPr>
          <p:cNvGrpSpPr/>
          <p:nvPr/>
        </p:nvGrpSpPr>
        <p:grpSpPr>
          <a:xfrm>
            <a:off x="8965990" y="1795440"/>
            <a:ext cx="799560" cy="318960"/>
            <a:chOff x="8965990" y="1795440"/>
            <a:chExt cx="79956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A049729-A424-73A5-E186-B5479A537327}"/>
                    </a:ext>
                  </a:extLst>
                </p14:cNvPr>
                <p14:cNvContentPartPr/>
                <p14:nvPr/>
              </p14:nvContentPartPr>
              <p14:xfrm>
                <a:off x="8965990" y="1901640"/>
                <a:ext cx="72720" cy="2127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A049729-A424-73A5-E186-B5479A53732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947990" y="1883640"/>
                  <a:ext cx="108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94AA657-AE85-C789-CCCA-5C5AA037EF8D}"/>
                    </a:ext>
                  </a:extLst>
                </p14:cNvPr>
                <p14:cNvContentPartPr/>
                <p14:nvPr/>
              </p14:nvContentPartPr>
              <p14:xfrm>
                <a:off x="9055270" y="1890840"/>
                <a:ext cx="130320" cy="166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94AA657-AE85-C789-CCCA-5C5AA037EF8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37270" y="1872840"/>
                  <a:ext cx="165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2021232-F0AD-964C-4BA5-D575773DF8CB}"/>
                    </a:ext>
                  </a:extLst>
                </p14:cNvPr>
                <p14:cNvContentPartPr/>
                <p14:nvPr/>
              </p14:nvContentPartPr>
              <p14:xfrm>
                <a:off x="9320230" y="1907400"/>
                <a:ext cx="97200" cy="40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2021232-F0AD-964C-4BA5-D575773DF8C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302230" y="1889400"/>
                  <a:ext cx="132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89F15B3-8992-65B7-7E64-F4E816198D12}"/>
                    </a:ext>
                  </a:extLst>
                </p14:cNvPr>
                <p14:cNvContentPartPr/>
                <p14:nvPr/>
              </p14:nvContentPartPr>
              <p14:xfrm>
                <a:off x="9511390" y="1795440"/>
                <a:ext cx="28080" cy="2386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89F15B3-8992-65B7-7E64-F4E816198D1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93750" y="1777800"/>
                  <a:ext cx="637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1CF07AA-9FC2-5335-DF65-E2C6C7C241AA}"/>
                    </a:ext>
                  </a:extLst>
                </p14:cNvPr>
                <p14:cNvContentPartPr/>
                <p14:nvPr/>
              </p14:nvContentPartPr>
              <p14:xfrm>
                <a:off x="9666190" y="1858080"/>
                <a:ext cx="99360" cy="146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1CF07AA-9FC2-5335-DF65-E2C6C7C241A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648190" y="1840080"/>
                  <a:ext cx="13500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9DEC506-AB33-B386-7DE1-557671A07526}"/>
              </a:ext>
            </a:extLst>
          </p:cNvPr>
          <p:cNvGrpSpPr/>
          <p:nvPr/>
        </p:nvGrpSpPr>
        <p:grpSpPr>
          <a:xfrm>
            <a:off x="9975070" y="1793640"/>
            <a:ext cx="570240" cy="370080"/>
            <a:chOff x="9975070" y="1793640"/>
            <a:chExt cx="57024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822CED4-5F95-3C6B-2EF5-E8D2974F8B24}"/>
                    </a:ext>
                  </a:extLst>
                </p14:cNvPr>
                <p14:cNvContentPartPr/>
                <p14:nvPr/>
              </p14:nvContentPartPr>
              <p14:xfrm>
                <a:off x="9975070" y="1903800"/>
                <a:ext cx="182880" cy="349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822CED4-5F95-3C6B-2EF5-E8D2974F8B2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957070" y="1886160"/>
                  <a:ext cx="218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6FE0AA4-F857-9B27-180A-F927F007B323}"/>
                    </a:ext>
                  </a:extLst>
                </p14:cNvPr>
                <p14:cNvContentPartPr/>
                <p14:nvPr/>
              </p14:nvContentPartPr>
              <p14:xfrm>
                <a:off x="9985870" y="1967160"/>
                <a:ext cx="169200" cy="504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6FE0AA4-F857-9B27-180A-F927F007B32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968230" y="1949160"/>
                  <a:ext cx="204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BDFBCB0-A289-56E4-BD00-88BA07277269}"/>
                    </a:ext>
                  </a:extLst>
                </p14:cNvPr>
                <p14:cNvContentPartPr/>
                <p14:nvPr/>
              </p14:nvContentPartPr>
              <p14:xfrm>
                <a:off x="10088830" y="1812720"/>
                <a:ext cx="42480" cy="3510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BDFBCB0-A289-56E4-BD00-88BA0727726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071190" y="1795080"/>
                  <a:ext cx="781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22BBE13-543D-A3C8-66C9-138BB9BEAC1E}"/>
                    </a:ext>
                  </a:extLst>
                </p14:cNvPr>
                <p14:cNvContentPartPr/>
                <p14:nvPr/>
              </p14:nvContentPartPr>
              <p14:xfrm>
                <a:off x="10328590" y="1793640"/>
                <a:ext cx="216720" cy="180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22BBE13-543D-A3C8-66C9-138BB9BEAC1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310950" y="1775640"/>
                  <a:ext cx="25236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5903C5E-F5D5-8F66-47BB-079BACBE595F}"/>
              </a:ext>
            </a:extLst>
          </p:cNvPr>
          <p:cNvGrpSpPr/>
          <p:nvPr/>
        </p:nvGrpSpPr>
        <p:grpSpPr>
          <a:xfrm>
            <a:off x="10357390" y="423120"/>
            <a:ext cx="974880" cy="628200"/>
            <a:chOff x="10357390" y="423120"/>
            <a:chExt cx="97488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A596026-7DE3-0E62-AB79-E9DD00ECF110}"/>
                    </a:ext>
                  </a:extLst>
                </p14:cNvPr>
                <p14:cNvContentPartPr/>
                <p14:nvPr/>
              </p14:nvContentPartPr>
              <p14:xfrm>
                <a:off x="10357390" y="586200"/>
                <a:ext cx="149400" cy="4651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A596026-7DE3-0E62-AB79-E9DD00ECF11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339390" y="568560"/>
                  <a:ext cx="1850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B00DF50-DA2A-EA3B-2FD9-84D0C71AFC4F}"/>
                    </a:ext>
                  </a:extLst>
                </p14:cNvPr>
                <p14:cNvContentPartPr/>
                <p14:nvPr/>
              </p14:nvContentPartPr>
              <p14:xfrm>
                <a:off x="10411030" y="571440"/>
                <a:ext cx="225360" cy="213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B00DF50-DA2A-EA3B-2FD9-84D0C71AFC4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93030" y="553440"/>
                  <a:ext cx="2610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2C3C7F9-387F-02B8-889A-CF14C9D46810}"/>
                    </a:ext>
                  </a:extLst>
                </p14:cNvPr>
                <p14:cNvContentPartPr/>
                <p14:nvPr/>
              </p14:nvContentPartPr>
              <p14:xfrm>
                <a:off x="10699030" y="423120"/>
                <a:ext cx="149040" cy="362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2C3C7F9-387F-02B8-889A-CF14C9D4681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681390" y="405120"/>
                  <a:ext cx="1846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F999C51-D43F-3536-A385-995B700C95F2}"/>
                    </a:ext>
                  </a:extLst>
                </p14:cNvPr>
                <p14:cNvContentPartPr/>
                <p14:nvPr/>
              </p14:nvContentPartPr>
              <p14:xfrm>
                <a:off x="10994950" y="539400"/>
                <a:ext cx="105480" cy="213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F999C51-D43F-3536-A385-995B700C95F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976950" y="521760"/>
                  <a:ext cx="141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0D99268-A01E-49B3-3637-E7FA30B3F96E}"/>
                    </a:ext>
                  </a:extLst>
                </p14:cNvPr>
                <p14:cNvContentPartPr/>
                <p14:nvPr/>
              </p14:nvContentPartPr>
              <p14:xfrm>
                <a:off x="11128510" y="471000"/>
                <a:ext cx="203760" cy="446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0D99268-A01E-49B3-3637-E7FA30B3F96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110510" y="453360"/>
                  <a:ext cx="2394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4880ED8-EEC5-5C1C-C2F6-7EEDD25A2F1F}"/>
                    </a:ext>
                  </a:extLst>
                </p14:cNvPr>
                <p14:cNvContentPartPr/>
                <p14:nvPr/>
              </p14:nvContentPartPr>
              <p14:xfrm>
                <a:off x="11250190" y="788880"/>
                <a:ext cx="11520" cy="4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4880ED8-EEC5-5C1C-C2F6-7EEDD25A2F1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232190" y="771240"/>
                  <a:ext cx="4716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34A91CFA-89E7-9D4D-FC09-E451351C1DE5}"/>
              </a:ext>
            </a:extLst>
          </p:cNvPr>
          <p:cNvGrpSpPr/>
          <p:nvPr/>
        </p:nvGrpSpPr>
        <p:grpSpPr>
          <a:xfrm>
            <a:off x="7951510" y="2880840"/>
            <a:ext cx="277560" cy="567360"/>
            <a:chOff x="7951510" y="2880840"/>
            <a:chExt cx="277560" cy="56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9CDDC2B-5E5D-492D-B39C-29562A449F83}"/>
                    </a:ext>
                  </a:extLst>
                </p14:cNvPr>
                <p14:cNvContentPartPr/>
                <p14:nvPr/>
              </p14:nvContentPartPr>
              <p14:xfrm>
                <a:off x="7951510" y="3144360"/>
                <a:ext cx="19800" cy="1674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9CDDC2B-5E5D-492D-B39C-29562A449F8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33510" y="3126360"/>
                  <a:ext cx="55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63917DC-CEB5-8894-0A23-AC1B7D7F1958}"/>
                    </a:ext>
                  </a:extLst>
                </p14:cNvPr>
                <p14:cNvContentPartPr/>
                <p14:nvPr/>
              </p14:nvContentPartPr>
              <p14:xfrm>
                <a:off x="8078590" y="3110160"/>
                <a:ext cx="6840" cy="156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63917DC-CEB5-8894-0A23-AC1B7D7F195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60950" y="3092160"/>
                  <a:ext cx="42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271CA97-E884-7E54-2E43-416A3B53BAA1}"/>
                    </a:ext>
                  </a:extLst>
                </p14:cNvPr>
                <p14:cNvContentPartPr/>
                <p14:nvPr/>
              </p14:nvContentPartPr>
              <p14:xfrm>
                <a:off x="8106310" y="2880840"/>
                <a:ext cx="122760" cy="5673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271CA97-E884-7E54-2E43-416A3B53BAA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088310" y="2863200"/>
                  <a:ext cx="158400" cy="60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FBD30572-425E-F2C4-FFD9-FF749E350E17}"/>
                  </a:ext>
                </a:extLst>
              </p14:cNvPr>
              <p14:cNvContentPartPr/>
              <p14:nvPr/>
            </p14:nvContentPartPr>
            <p14:xfrm>
              <a:off x="8123950" y="3603720"/>
              <a:ext cx="22320" cy="2772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FBD30572-425E-F2C4-FFD9-FF749E350E17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105950" y="3586080"/>
                <a:ext cx="579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1B90701E-5DAC-7310-C8BB-2F83DDCD94B7}"/>
                  </a:ext>
                </a:extLst>
              </p14:cNvPr>
              <p14:cNvContentPartPr/>
              <p14:nvPr/>
            </p14:nvContentPartPr>
            <p14:xfrm>
              <a:off x="5758030" y="6122640"/>
              <a:ext cx="360" cy="36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1B90701E-5DAC-7310-C8BB-2F83DDCD94B7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740030" y="610500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7822286D-A1BF-7262-CF55-083F75CD1C1D}"/>
                  </a:ext>
                </a:extLst>
              </p14:cNvPr>
              <p14:cNvContentPartPr/>
              <p14:nvPr/>
            </p14:nvContentPartPr>
            <p14:xfrm>
              <a:off x="5783230" y="6120480"/>
              <a:ext cx="360" cy="36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7822286D-A1BF-7262-CF55-083F75CD1C1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765590" y="610248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59F4C75C-1489-CFC9-B6D9-A0B2A92A46E2}"/>
                  </a:ext>
                </a:extLst>
              </p14:cNvPr>
              <p14:cNvContentPartPr/>
              <p14:nvPr/>
            </p14:nvContentPartPr>
            <p14:xfrm>
              <a:off x="5804830" y="6111120"/>
              <a:ext cx="360" cy="36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59F4C75C-1489-CFC9-B6D9-A0B2A92A46E2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787190" y="609312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5" name="Group 354">
            <a:extLst>
              <a:ext uri="{FF2B5EF4-FFF2-40B4-BE49-F238E27FC236}">
                <a16:creationId xmlns:a16="http://schemas.microsoft.com/office/drawing/2014/main" id="{81B29D8F-B3BF-647C-2E16-9EFECDB429E9}"/>
              </a:ext>
            </a:extLst>
          </p:cNvPr>
          <p:cNvGrpSpPr/>
          <p:nvPr/>
        </p:nvGrpSpPr>
        <p:grpSpPr>
          <a:xfrm>
            <a:off x="8041510" y="4775880"/>
            <a:ext cx="2773080" cy="602640"/>
            <a:chOff x="8041510" y="4775880"/>
            <a:chExt cx="2773080" cy="6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49A807D-EB09-B3B3-2C9D-6D243F2B2986}"/>
                    </a:ext>
                  </a:extLst>
                </p14:cNvPr>
                <p14:cNvContentPartPr/>
                <p14:nvPr/>
              </p14:nvContentPartPr>
              <p14:xfrm>
                <a:off x="8041510" y="4984320"/>
                <a:ext cx="12600" cy="1702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49A807D-EB09-B3B3-2C9D-6D243F2B298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023510" y="4966320"/>
                  <a:ext cx="48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367F433-387E-A6B4-6557-E081A4059F6D}"/>
                    </a:ext>
                  </a:extLst>
                </p14:cNvPr>
                <p14:cNvContentPartPr/>
                <p14:nvPr/>
              </p14:nvContentPartPr>
              <p14:xfrm>
                <a:off x="8163910" y="4983960"/>
                <a:ext cx="15840" cy="1584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367F433-387E-A6B4-6557-E081A4059F6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145910" y="4965960"/>
                  <a:ext cx="51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87A0F4DB-BF44-7687-185A-9AD774EF453E}"/>
                    </a:ext>
                  </a:extLst>
                </p14:cNvPr>
                <p14:cNvContentPartPr/>
                <p14:nvPr/>
              </p14:nvContentPartPr>
              <p14:xfrm>
                <a:off x="8269750" y="4970280"/>
                <a:ext cx="10800" cy="1800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87A0F4DB-BF44-7687-185A-9AD774EF453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252110" y="4952280"/>
                  <a:ext cx="46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76F59F3-B457-2687-5389-617543481C7C}"/>
                    </a:ext>
                  </a:extLst>
                </p14:cNvPr>
                <p14:cNvContentPartPr/>
                <p14:nvPr/>
              </p14:nvContentPartPr>
              <p14:xfrm>
                <a:off x="8248150" y="4852200"/>
                <a:ext cx="185400" cy="5263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76F59F3-B457-2687-5389-617543481C7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230510" y="4834200"/>
                  <a:ext cx="22104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488F073-C3C2-A87D-94C0-E144043EC3DC}"/>
                    </a:ext>
                  </a:extLst>
                </p14:cNvPr>
                <p14:cNvContentPartPr/>
                <p14:nvPr/>
              </p14:nvContentPartPr>
              <p14:xfrm>
                <a:off x="8574670" y="4874160"/>
                <a:ext cx="149760" cy="3513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488F073-C3C2-A87D-94C0-E144043EC3D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557030" y="4856520"/>
                  <a:ext cx="1854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E41F538-C61F-5547-1FA2-D9F7FE3ED3A3}"/>
                    </a:ext>
                  </a:extLst>
                </p14:cNvPr>
                <p14:cNvContentPartPr/>
                <p14:nvPr/>
              </p14:nvContentPartPr>
              <p14:xfrm>
                <a:off x="8677270" y="4994400"/>
                <a:ext cx="437400" cy="1332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E41F538-C61F-5547-1FA2-D9F7FE3ED3A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659270" y="4976400"/>
                  <a:ext cx="473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55DDE25-5FCA-51EB-70CC-5EC1AD9BD881}"/>
                    </a:ext>
                  </a:extLst>
                </p14:cNvPr>
                <p14:cNvContentPartPr/>
                <p14:nvPr/>
              </p14:nvContentPartPr>
              <p14:xfrm>
                <a:off x="9308350" y="4999080"/>
                <a:ext cx="30960" cy="1339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55DDE25-5FCA-51EB-70CC-5EC1AD9BD88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290350" y="4981440"/>
                  <a:ext cx="66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16E0AB7-168C-10E3-CEF8-C8CCF883CFF7}"/>
                    </a:ext>
                  </a:extLst>
                </p14:cNvPr>
                <p14:cNvContentPartPr/>
                <p14:nvPr/>
              </p14:nvContentPartPr>
              <p14:xfrm>
                <a:off x="9292510" y="4865520"/>
                <a:ext cx="39960" cy="439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16E0AB7-168C-10E3-CEF8-C8CCF883CFF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274870" y="4847880"/>
                  <a:ext cx="75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FB78994-20E9-D6F4-30B4-A6937511C0BD}"/>
                    </a:ext>
                  </a:extLst>
                </p14:cNvPr>
                <p14:cNvContentPartPr/>
                <p14:nvPr/>
              </p14:nvContentPartPr>
              <p14:xfrm>
                <a:off x="9403390" y="4982160"/>
                <a:ext cx="180000" cy="1155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FB78994-20E9-D6F4-30B4-A6937511C0B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385750" y="4964160"/>
                  <a:ext cx="2156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85584C35-6C6F-8EDE-7181-EFFFF1105B16}"/>
                    </a:ext>
                  </a:extLst>
                </p14:cNvPr>
                <p14:cNvContentPartPr/>
                <p14:nvPr/>
              </p14:nvContentPartPr>
              <p14:xfrm>
                <a:off x="9657910" y="4829520"/>
                <a:ext cx="116640" cy="4345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85584C35-6C6F-8EDE-7181-EFFFF1105B1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640270" y="4811520"/>
                  <a:ext cx="152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9BBEDC72-168F-FADB-58F8-77142367D8DB}"/>
                    </a:ext>
                  </a:extLst>
                </p14:cNvPr>
                <p14:cNvContentPartPr/>
                <p14:nvPr/>
              </p14:nvContentPartPr>
              <p14:xfrm>
                <a:off x="9670150" y="5001240"/>
                <a:ext cx="158040" cy="925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9BBEDC72-168F-FADB-58F8-77142367D8D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652510" y="4983240"/>
                  <a:ext cx="193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23A9059-5044-C820-1776-ABAE06A82A64}"/>
                    </a:ext>
                  </a:extLst>
                </p14:cNvPr>
                <p14:cNvContentPartPr/>
                <p14:nvPr/>
              </p14:nvContentPartPr>
              <p14:xfrm>
                <a:off x="9922510" y="4920240"/>
                <a:ext cx="51120" cy="1389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23A9059-5044-C820-1776-ABAE06A82A6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904870" y="4902240"/>
                  <a:ext cx="86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929E966-C78D-922C-4323-9EFF59F1097E}"/>
                    </a:ext>
                  </a:extLst>
                </p14:cNvPr>
                <p14:cNvContentPartPr/>
                <p14:nvPr/>
              </p14:nvContentPartPr>
              <p14:xfrm>
                <a:off x="9953110" y="4824840"/>
                <a:ext cx="52560" cy="219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929E966-C78D-922C-4323-9EFF59F1097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935110" y="4807200"/>
                  <a:ext cx="88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DF3987D1-CDBB-36FA-61FA-94C1195F1329}"/>
                    </a:ext>
                  </a:extLst>
                </p14:cNvPr>
                <p14:cNvContentPartPr/>
                <p14:nvPr/>
              </p14:nvContentPartPr>
              <p14:xfrm>
                <a:off x="10050310" y="4910880"/>
                <a:ext cx="220680" cy="1202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DF3987D1-CDBB-36FA-61FA-94C1195F132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032310" y="4893240"/>
                  <a:ext cx="256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A4A923A-FEFF-85D1-CD5D-90C0D3E7A7EC}"/>
                    </a:ext>
                  </a:extLst>
                </p14:cNvPr>
                <p14:cNvContentPartPr/>
                <p14:nvPr/>
              </p14:nvContentPartPr>
              <p14:xfrm>
                <a:off x="10366750" y="4912680"/>
                <a:ext cx="51840" cy="1638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A4A923A-FEFF-85D1-CD5D-90C0D3E7A7E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349110" y="4895040"/>
                  <a:ext cx="87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FA62F24-4833-1636-CCE9-05CAFFAC415D}"/>
                    </a:ext>
                  </a:extLst>
                </p14:cNvPr>
                <p14:cNvContentPartPr/>
                <p14:nvPr/>
              </p14:nvContentPartPr>
              <p14:xfrm>
                <a:off x="10358110" y="4793520"/>
                <a:ext cx="39600" cy="374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EFA62F24-4833-1636-CCE9-05CAFFAC415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340470" y="4775880"/>
                  <a:ext cx="75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F86029D3-8E16-3FFA-CE10-214F72C64CA0}"/>
                    </a:ext>
                  </a:extLst>
                </p14:cNvPr>
                <p14:cNvContentPartPr/>
                <p14:nvPr/>
              </p14:nvContentPartPr>
              <p14:xfrm>
                <a:off x="10539550" y="4775880"/>
                <a:ext cx="275040" cy="2736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F86029D3-8E16-3FFA-CE10-214F72C64CA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521910" y="4758240"/>
                  <a:ext cx="3106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E70E1454-369C-856A-46B2-30095253B8E1}"/>
                    </a:ext>
                  </a:extLst>
                </p14:cNvPr>
                <p14:cNvContentPartPr/>
                <p14:nvPr/>
              </p14:nvContentPartPr>
              <p14:xfrm>
                <a:off x="10457110" y="4831320"/>
                <a:ext cx="237240" cy="291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E70E1454-369C-856A-46B2-30095253B8E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439470" y="4813680"/>
                  <a:ext cx="2728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F9E00780-D6BB-AC15-DDBD-05A9615AAFCA}"/>
              </a:ext>
            </a:extLst>
          </p:cNvPr>
          <p:cNvGrpSpPr/>
          <p:nvPr/>
        </p:nvGrpSpPr>
        <p:grpSpPr>
          <a:xfrm>
            <a:off x="11118070" y="4740600"/>
            <a:ext cx="1097640" cy="379440"/>
            <a:chOff x="11118070" y="4740600"/>
            <a:chExt cx="109764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F4D159F8-706D-30F4-B082-88696E4CD94B}"/>
                    </a:ext>
                  </a:extLst>
                </p14:cNvPr>
                <p14:cNvContentPartPr/>
                <p14:nvPr/>
              </p14:nvContentPartPr>
              <p14:xfrm>
                <a:off x="11118070" y="4883160"/>
                <a:ext cx="98640" cy="2368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F4D159F8-706D-30F4-B082-88696E4CD94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100070" y="4865160"/>
                  <a:ext cx="1342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6DF24F6-1546-6330-505A-C55A9C0363D5}"/>
                    </a:ext>
                  </a:extLst>
                </p14:cNvPr>
                <p14:cNvContentPartPr/>
                <p14:nvPr/>
              </p14:nvContentPartPr>
              <p14:xfrm>
                <a:off x="11258110" y="4841040"/>
                <a:ext cx="462960" cy="2588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6DF24F6-1546-6330-505A-C55A9C0363D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240470" y="4823400"/>
                  <a:ext cx="4986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4B95EE0-9BFB-1B26-CB29-2D080AE732E8}"/>
                    </a:ext>
                  </a:extLst>
                </p14:cNvPr>
                <p14:cNvContentPartPr/>
                <p14:nvPr/>
              </p14:nvContentPartPr>
              <p14:xfrm>
                <a:off x="11765710" y="4740600"/>
                <a:ext cx="30960" cy="3445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4B95EE0-9BFB-1B26-CB29-2D080AE732E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747710" y="4722600"/>
                  <a:ext cx="666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90BB66E-2180-08B8-C03C-2084182BB1BA}"/>
                    </a:ext>
                  </a:extLst>
                </p14:cNvPr>
                <p14:cNvContentPartPr/>
                <p14:nvPr/>
              </p14:nvContentPartPr>
              <p14:xfrm>
                <a:off x="11871550" y="4918800"/>
                <a:ext cx="10080" cy="1278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90BB66E-2180-08B8-C03C-2084182BB1B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853550" y="4901160"/>
                  <a:ext cx="45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223BF2A-17C7-DA57-17D2-D76BF207A348}"/>
                    </a:ext>
                  </a:extLst>
                </p14:cNvPr>
                <p14:cNvContentPartPr/>
                <p14:nvPr/>
              </p14:nvContentPartPr>
              <p14:xfrm>
                <a:off x="11951470" y="4936440"/>
                <a:ext cx="264240" cy="1443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223BF2A-17C7-DA57-17D2-D76BF207A34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933830" y="4918440"/>
                  <a:ext cx="2998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B34B138-B8E9-E1AB-B15C-CB921994884F}"/>
                    </a:ext>
                  </a:extLst>
                </p14:cNvPr>
                <p14:cNvContentPartPr/>
                <p14:nvPr/>
              </p14:nvContentPartPr>
              <p14:xfrm>
                <a:off x="11690398" y="4768680"/>
                <a:ext cx="367560" cy="8244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B34B138-B8E9-E1AB-B15C-CB921994884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672758" y="4750680"/>
                  <a:ext cx="40320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510C2282-492F-EF6D-8B6F-642385B13335}"/>
                  </a:ext>
                </a:extLst>
              </p14:cNvPr>
              <p14:cNvContentPartPr/>
              <p14:nvPr/>
            </p14:nvContentPartPr>
            <p14:xfrm>
              <a:off x="8794198" y="5428920"/>
              <a:ext cx="11520" cy="24372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510C2282-492F-EF6D-8B6F-642385B13335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776198" y="5410920"/>
                <a:ext cx="47160" cy="27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4" name="Group 383">
            <a:extLst>
              <a:ext uri="{FF2B5EF4-FFF2-40B4-BE49-F238E27FC236}">
                <a16:creationId xmlns:a16="http://schemas.microsoft.com/office/drawing/2014/main" id="{2B0EF8DC-2E23-F127-DA23-4DE4F1C7ECBC}"/>
              </a:ext>
            </a:extLst>
          </p:cNvPr>
          <p:cNvGrpSpPr/>
          <p:nvPr/>
        </p:nvGrpSpPr>
        <p:grpSpPr>
          <a:xfrm>
            <a:off x="9632278" y="5487240"/>
            <a:ext cx="144000" cy="90720"/>
            <a:chOff x="9632278" y="5487240"/>
            <a:chExt cx="14400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2618B50-A2DE-CBC9-5178-74F35BC02B0E}"/>
                    </a:ext>
                  </a:extLst>
                </p14:cNvPr>
                <p14:cNvContentPartPr/>
                <p14:nvPr/>
              </p14:nvContentPartPr>
              <p14:xfrm>
                <a:off x="9632278" y="5487240"/>
                <a:ext cx="113040" cy="1260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2618B50-A2DE-CBC9-5178-74F35BC02B0E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614638" y="5469600"/>
                  <a:ext cx="148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4E107A5D-17FC-309A-349F-29620A131F78}"/>
                    </a:ext>
                  </a:extLst>
                </p14:cNvPr>
                <p14:cNvContentPartPr/>
                <p14:nvPr/>
              </p14:nvContentPartPr>
              <p14:xfrm>
                <a:off x="9641278" y="5545920"/>
                <a:ext cx="135000" cy="320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4E107A5D-17FC-309A-349F-29620A131F7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623638" y="5528280"/>
                  <a:ext cx="1706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0C674CCD-B1B3-1006-5CDA-1E41F7A63AA6}"/>
              </a:ext>
            </a:extLst>
          </p:cNvPr>
          <p:cNvGrpSpPr/>
          <p:nvPr/>
        </p:nvGrpSpPr>
        <p:grpSpPr>
          <a:xfrm>
            <a:off x="8790598" y="5289240"/>
            <a:ext cx="642240" cy="478080"/>
            <a:chOff x="8790598" y="5289240"/>
            <a:chExt cx="64224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95325A4-6739-2588-DC90-42036360A328}"/>
                    </a:ext>
                  </a:extLst>
                </p14:cNvPr>
                <p14:cNvContentPartPr/>
                <p14:nvPr/>
              </p14:nvContentPartPr>
              <p14:xfrm>
                <a:off x="8790598" y="5436120"/>
                <a:ext cx="190080" cy="3128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95325A4-6739-2588-DC90-42036360A32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772598" y="5418120"/>
                  <a:ext cx="2257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4D76C284-C330-87E1-3D4A-E31DA98CFFEC}"/>
                    </a:ext>
                  </a:extLst>
                </p14:cNvPr>
                <p14:cNvContentPartPr/>
                <p14:nvPr/>
              </p14:nvContentPartPr>
              <p14:xfrm>
                <a:off x="8824078" y="5412720"/>
                <a:ext cx="122040" cy="1785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4D76C284-C330-87E1-3D4A-E31DA98CFFE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806078" y="5394720"/>
                  <a:ext cx="157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D95A989-785C-518E-F449-4B1B8AE89C86}"/>
                    </a:ext>
                  </a:extLst>
                </p14:cNvPr>
                <p14:cNvContentPartPr/>
                <p14:nvPr/>
              </p14:nvContentPartPr>
              <p14:xfrm>
                <a:off x="9011998" y="5289240"/>
                <a:ext cx="74160" cy="3675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D95A989-785C-518E-F449-4B1B8AE89C8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993998" y="5271240"/>
                  <a:ext cx="1098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61FD36F9-F4BF-54B1-E5A9-81EF57D9EF17}"/>
                    </a:ext>
                  </a:extLst>
                </p14:cNvPr>
                <p14:cNvContentPartPr/>
                <p14:nvPr/>
              </p14:nvContentPartPr>
              <p14:xfrm>
                <a:off x="9157798" y="5400840"/>
                <a:ext cx="132120" cy="1958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61FD36F9-F4BF-54B1-E5A9-81EF57D9EF1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139798" y="5383200"/>
                  <a:ext cx="167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9C2089B-2340-A7EC-2517-717ECA73F2D6}"/>
                    </a:ext>
                  </a:extLst>
                </p14:cNvPr>
                <p14:cNvContentPartPr/>
                <p14:nvPr/>
              </p14:nvContentPartPr>
              <p14:xfrm>
                <a:off x="9158158" y="5453400"/>
                <a:ext cx="144000" cy="4212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9C2089B-2340-A7EC-2517-717ECA73F2D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140518" y="5435400"/>
                  <a:ext cx="179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37E723F-A77A-E98D-770D-01FC1555ED87}"/>
                    </a:ext>
                  </a:extLst>
                </p14:cNvPr>
                <p14:cNvContentPartPr/>
                <p14:nvPr/>
              </p14:nvContentPartPr>
              <p14:xfrm>
                <a:off x="9370918" y="5296080"/>
                <a:ext cx="61920" cy="3852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37E723F-A77A-E98D-770D-01FC1555ED87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352918" y="5278440"/>
                  <a:ext cx="975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3716C159-99AC-3D3F-D0AD-910CD9E32DFD}"/>
                    </a:ext>
                  </a:extLst>
                </p14:cNvPr>
                <p14:cNvContentPartPr/>
                <p14:nvPr/>
              </p14:nvContentPartPr>
              <p14:xfrm>
                <a:off x="9391078" y="5739600"/>
                <a:ext cx="360" cy="3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3716C159-99AC-3D3F-D0AD-910CD9E32DF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373078" y="57216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8680C5F2-BF94-E279-C756-DFE8BFA94A0C}"/>
                    </a:ext>
                  </a:extLst>
                </p14:cNvPr>
                <p14:cNvContentPartPr/>
                <p14:nvPr/>
              </p14:nvContentPartPr>
              <p14:xfrm>
                <a:off x="9101638" y="5745360"/>
                <a:ext cx="105120" cy="219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8680C5F2-BF94-E279-C756-DFE8BFA94A0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083998" y="5727360"/>
                  <a:ext cx="14076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6F2EF5D4-DC6A-B45B-4B29-5488BAB94576}"/>
              </a:ext>
            </a:extLst>
          </p:cNvPr>
          <p:cNvGrpSpPr/>
          <p:nvPr/>
        </p:nvGrpSpPr>
        <p:grpSpPr>
          <a:xfrm>
            <a:off x="9985438" y="5244240"/>
            <a:ext cx="688320" cy="590400"/>
            <a:chOff x="9985438" y="5244240"/>
            <a:chExt cx="688320" cy="5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F14C2A5-2244-8DD4-510F-1A6181F40C80}"/>
                    </a:ext>
                  </a:extLst>
                </p14:cNvPr>
                <p14:cNvContentPartPr/>
                <p14:nvPr/>
              </p14:nvContentPartPr>
              <p14:xfrm>
                <a:off x="9990118" y="5372400"/>
                <a:ext cx="97200" cy="4622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F14C2A5-2244-8DD4-510F-1A6181F40C80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972478" y="5354760"/>
                  <a:ext cx="1328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E28F317-AEC0-E854-74E3-EF679CCEAB12}"/>
                    </a:ext>
                  </a:extLst>
                </p14:cNvPr>
                <p14:cNvContentPartPr/>
                <p14:nvPr/>
              </p14:nvContentPartPr>
              <p14:xfrm>
                <a:off x="9985438" y="5359440"/>
                <a:ext cx="161280" cy="1987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E28F317-AEC0-E854-74E3-EF679CCEAB1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967438" y="5341440"/>
                  <a:ext cx="196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555BF9ED-6555-CE81-0723-DB0B5CA6BA79}"/>
                    </a:ext>
                  </a:extLst>
                </p14:cNvPr>
                <p14:cNvContentPartPr/>
                <p14:nvPr/>
              </p14:nvContentPartPr>
              <p14:xfrm>
                <a:off x="10230958" y="5247840"/>
                <a:ext cx="143640" cy="3319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555BF9ED-6555-CE81-0723-DB0B5CA6BA7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212958" y="5230200"/>
                  <a:ext cx="1792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192F2717-5BD6-7B54-7E2F-F43927B60B14}"/>
                    </a:ext>
                  </a:extLst>
                </p14:cNvPr>
                <p14:cNvContentPartPr/>
                <p14:nvPr/>
              </p14:nvContentPartPr>
              <p14:xfrm>
                <a:off x="10410958" y="5347200"/>
                <a:ext cx="136800" cy="1965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192F2717-5BD6-7B54-7E2F-F43927B60B1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392958" y="5329560"/>
                  <a:ext cx="1724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DAA0A5C-D4F7-4B22-15C3-EAB173942FDA}"/>
                    </a:ext>
                  </a:extLst>
                </p14:cNvPr>
                <p14:cNvContentPartPr/>
                <p14:nvPr/>
              </p14:nvContentPartPr>
              <p14:xfrm>
                <a:off x="10497358" y="5244240"/>
                <a:ext cx="176400" cy="4546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DAA0A5C-D4F7-4B22-15C3-EAB173942FDA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479718" y="5226240"/>
                  <a:ext cx="21204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08CB2A2A-EF65-FDE3-ACE7-71B756CE5448}"/>
                    </a:ext>
                  </a:extLst>
                </p14:cNvPr>
                <p14:cNvContentPartPr/>
                <p14:nvPr/>
              </p14:nvContentPartPr>
              <p14:xfrm>
                <a:off x="10121878" y="5538720"/>
                <a:ext cx="17640" cy="169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08CB2A2A-EF65-FDE3-ACE7-71B756CE544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04238" y="5520720"/>
                  <a:ext cx="53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814F18E-F879-5039-C552-B0A2D6525462}"/>
                    </a:ext>
                  </a:extLst>
                </p14:cNvPr>
                <p14:cNvContentPartPr/>
                <p14:nvPr/>
              </p14:nvContentPartPr>
              <p14:xfrm>
                <a:off x="10451638" y="5605320"/>
                <a:ext cx="23040" cy="7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814F18E-F879-5039-C552-B0A2D652546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433998" y="5587320"/>
                  <a:ext cx="586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7146CF1F-FEA1-75CF-5A10-68482EEA469F}"/>
              </a:ext>
            </a:extLst>
          </p:cNvPr>
          <p:cNvGrpSpPr/>
          <p:nvPr/>
        </p:nvGrpSpPr>
        <p:grpSpPr>
          <a:xfrm>
            <a:off x="10922518" y="5385360"/>
            <a:ext cx="594360" cy="257400"/>
            <a:chOff x="10922518" y="5385360"/>
            <a:chExt cx="59436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3B930352-1BED-3808-1ACD-84050FC3C40C}"/>
                    </a:ext>
                  </a:extLst>
                </p14:cNvPr>
                <p14:cNvContentPartPr/>
                <p14:nvPr/>
              </p14:nvContentPartPr>
              <p14:xfrm>
                <a:off x="10938718" y="5416320"/>
                <a:ext cx="101520" cy="90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3B930352-1BED-3808-1ACD-84050FC3C40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920718" y="5398320"/>
                  <a:ext cx="137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C7CAE08E-02AA-CA6A-736A-B30569DE8D29}"/>
                    </a:ext>
                  </a:extLst>
                </p14:cNvPr>
                <p14:cNvContentPartPr/>
                <p14:nvPr/>
              </p14:nvContentPartPr>
              <p14:xfrm>
                <a:off x="10922518" y="5520000"/>
                <a:ext cx="128880" cy="230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C7CAE08E-02AA-CA6A-736A-B30569DE8D29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904518" y="5502000"/>
                  <a:ext cx="164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513576C6-EFF8-FFC8-E474-77B80A97E9AA}"/>
                    </a:ext>
                  </a:extLst>
                </p14:cNvPr>
                <p14:cNvContentPartPr/>
                <p14:nvPr/>
              </p14:nvContentPartPr>
              <p14:xfrm>
                <a:off x="11223118" y="5385360"/>
                <a:ext cx="293760" cy="25740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513576C6-EFF8-FFC8-E474-77B80A97E9A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205118" y="5367720"/>
                  <a:ext cx="32940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E792E9A7-746B-B946-0ACA-9C8D4B89569E}"/>
              </a:ext>
            </a:extLst>
          </p:cNvPr>
          <p:cNvGrpSpPr/>
          <p:nvPr/>
        </p:nvGrpSpPr>
        <p:grpSpPr>
          <a:xfrm>
            <a:off x="8057278" y="5902680"/>
            <a:ext cx="1368000" cy="306720"/>
            <a:chOff x="8057278" y="5902680"/>
            <a:chExt cx="136800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DD4462E-BF2A-54ED-A1C5-649C20DE2342}"/>
                    </a:ext>
                  </a:extLst>
                </p14:cNvPr>
                <p14:cNvContentPartPr/>
                <p14:nvPr/>
              </p14:nvContentPartPr>
              <p14:xfrm>
                <a:off x="8236198" y="5902680"/>
                <a:ext cx="39960" cy="2106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DD4462E-BF2A-54ED-A1C5-649C20DE2342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218198" y="5885040"/>
                  <a:ext cx="75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460D18D-7727-3DF7-8304-14146062D2E0}"/>
                    </a:ext>
                  </a:extLst>
                </p14:cNvPr>
                <p14:cNvContentPartPr/>
                <p14:nvPr/>
              </p14:nvContentPartPr>
              <p14:xfrm>
                <a:off x="8057278" y="6011400"/>
                <a:ext cx="179640" cy="1584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460D18D-7727-3DF7-8304-14146062D2E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039638" y="5993760"/>
                  <a:ext cx="215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E3EE1F6F-8E27-1F4F-5979-197F1040F0C0}"/>
                    </a:ext>
                  </a:extLst>
                </p14:cNvPr>
                <p14:cNvContentPartPr/>
                <p14:nvPr/>
              </p14:nvContentPartPr>
              <p14:xfrm>
                <a:off x="8359318" y="6041640"/>
                <a:ext cx="151560" cy="100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E3EE1F6F-8E27-1F4F-5979-197F1040F0C0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341678" y="6023640"/>
                  <a:ext cx="187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ECCE6301-1306-CE7F-0073-AB9A7AE5C7AD}"/>
                    </a:ext>
                  </a:extLst>
                </p14:cNvPr>
                <p14:cNvContentPartPr/>
                <p14:nvPr/>
              </p14:nvContentPartPr>
              <p14:xfrm>
                <a:off x="8603758" y="5963160"/>
                <a:ext cx="190080" cy="2314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ECCE6301-1306-CE7F-0073-AB9A7AE5C7A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585758" y="5945520"/>
                  <a:ext cx="2257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C6B8CE8-D0E1-098D-5AD3-33BBFBFEA054}"/>
                    </a:ext>
                  </a:extLst>
                </p14:cNvPr>
                <p14:cNvContentPartPr/>
                <p14:nvPr/>
              </p14:nvContentPartPr>
              <p14:xfrm>
                <a:off x="8972398" y="6062880"/>
                <a:ext cx="122760" cy="259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C6B8CE8-D0E1-098D-5AD3-33BBFBFEA054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954758" y="6045240"/>
                  <a:ext cx="15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68A368E1-742F-AB1C-B897-58FCE76063CE}"/>
                    </a:ext>
                  </a:extLst>
                </p14:cNvPr>
                <p14:cNvContentPartPr/>
                <p14:nvPr/>
              </p14:nvContentPartPr>
              <p14:xfrm>
                <a:off x="9001918" y="6154680"/>
                <a:ext cx="122400" cy="298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68A368E1-742F-AB1C-B897-58FCE76063CE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983918" y="6136680"/>
                  <a:ext cx="158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F0CF563-4FFE-58D1-44EF-63146D631425}"/>
                    </a:ext>
                  </a:extLst>
                </p14:cNvPr>
                <p14:cNvContentPartPr/>
                <p14:nvPr/>
              </p14:nvContentPartPr>
              <p14:xfrm>
                <a:off x="9234478" y="6016080"/>
                <a:ext cx="190800" cy="19332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F0CF563-4FFE-58D1-44EF-63146D631425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216478" y="5998080"/>
                  <a:ext cx="22644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66588AA1-0163-064A-CEFC-880814DF1FE5}"/>
              </a:ext>
            </a:extLst>
          </p:cNvPr>
          <p:cNvGrpSpPr/>
          <p:nvPr/>
        </p:nvGrpSpPr>
        <p:grpSpPr>
          <a:xfrm>
            <a:off x="9707518" y="5955240"/>
            <a:ext cx="353880" cy="403560"/>
            <a:chOff x="9707518" y="5955240"/>
            <a:chExt cx="35388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208821B-6471-7403-6293-4E76B0DB93D2}"/>
                    </a:ext>
                  </a:extLst>
                </p14:cNvPr>
                <p14:cNvContentPartPr/>
                <p14:nvPr/>
              </p14:nvContentPartPr>
              <p14:xfrm>
                <a:off x="9739558" y="6066120"/>
                <a:ext cx="125640" cy="212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208821B-6471-7403-6293-4E76B0DB93D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721918" y="6048120"/>
                  <a:ext cx="161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FE29D220-3DFA-8D49-3D69-037434223CA9}"/>
                    </a:ext>
                  </a:extLst>
                </p14:cNvPr>
                <p14:cNvContentPartPr/>
                <p14:nvPr/>
              </p14:nvContentPartPr>
              <p14:xfrm>
                <a:off x="9707518" y="6149280"/>
                <a:ext cx="236520" cy="918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FE29D220-3DFA-8D49-3D69-037434223CA9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689518" y="6131640"/>
                  <a:ext cx="272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DAEC5E0E-CD91-4304-570B-F3377216F726}"/>
                    </a:ext>
                  </a:extLst>
                </p14:cNvPr>
                <p14:cNvContentPartPr/>
                <p14:nvPr/>
              </p14:nvContentPartPr>
              <p14:xfrm>
                <a:off x="9836758" y="5955240"/>
                <a:ext cx="224640" cy="4035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DAEC5E0E-CD91-4304-570B-F3377216F72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818758" y="5937600"/>
                  <a:ext cx="26028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37CA2F98-DED1-6645-F08F-3FB2D2DFC6F2}"/>
              </a:ext>
            </a:extLst>
          </p:cNvPr>
          <p:cNvGrpSpPr/>
          <p:nvPr/>
        </p:nvGrpSpPr>
        <p:grpSpPr>
          <a:xfrm>
            <a:off x="10448038" y="5876400"/>
            <a:ext cx="796320" cy="349560"/>
            <a:chOff x="10448038" y="5876400"/>
            <a:chExt cx="79632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1BD2E304-AA0C-8C1C-A809-68AF27586E35}"/>
                    </a:ext>
                  </a:extLst>
                </p14:cNvPr>
                <p14:cNvContentPartPr/>
                <p14:nvPr/>
              </p14:nvContentPartPr>
              <p14:xfrm>
                <a:off x="10448038" y="5902320"/>
                <a:ext cx="243720" cy="3236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1BD2E304-AA0C-8C1C-A809-68AF27586E3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430398" y="5884680"/>
                  <a:ext cx="2793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7A8CA15B-B216-554D-A7E2-1668404572F7}"/>
                    </a:ext>
                  </a:extLst>
                </p14:cNvPr>
                <p14:cNvContentPartPr/>
                <p14:nvPr/>
              </p14:nvContentPartPr>
              <p14:xfrm>
                <a:off x="10761238" y="5986560"/>
                <a:ext cx="160200" cy="403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7A8CA15B-B216-554D-A7E2-1668404572F7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743238" y="5968560"/>
                  <a:ext cx="195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724D4BA7-0AEF-8287-CA22-A174AF2F797A}"/>
                    </a:ext>
                  </a:extLst>
                </p14:cNvPr>
                <p14:cNvContentPartPr/>
                <p14:nvPr/>
              </p14:nvContentPartPr>
              <p14:xfrm>
                <a:off x="10833958" y="6066480"/>
                <a:ext cx="129600" cy="342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724D4BA7-0AEF-8287-CA22-A174AF2F797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816318" y="6048480"/>
                  <a:ext cx="1652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F9F64844-425B-4596-F600-833FE381C554}"/>
                    </a:ext>
                  </a:extLst>
                </p14:cNvPr>
                <p14:cNvContentPartPr/>
                <p14:nvPr/>
              </p14:nvContentPartPr>
              <p14:xfrm>
                <a:off x="10984438" y="5876400"/>
                <a:ext cx="259920" cy="26856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F9F64844-425B-4596-F600-833FE381C554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966438" y="5858760"/>
                  <a:ext cx="29556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E62E9C84-6FD3-5CAD-1CD5-6BEF4E83E310}"/>
              </a:ext>
            </a:extLst>
          </p:cNvPr>
          <p:cNvGrpSpPr/>
          <p:nvPr/>
        </p:nvGrpSpPr>
        <p:grpSpPr>
          <a:xfrm>
            <a:off x="8069518" y="6374640"/>
            <a:ext cx="983160" cy="263880"/>
            <a:chOff x="8069518" y="6374640"/>
            <a:chExt cx="98316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6B06FB26-040E-9647-71C9-1ACC352602F3}"/>
                    </a:ext>
                  </a:extLst>
                </p14:cNvPr>
                <p14:cNvContentPartPr/>
                <p14:nvPr/>
              </p14:nvContentPartPr>
              <p14:xfrm>
                <a:off x="8069518" y="6477960"/>
                <a:ext cx="72360" cy="1605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6B06FB26-040E-9647-71C9-1ACC352602F3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8051878" y="6459960"/>
                  <a:ext cx="108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4A2E1D6-26E1-CCBC-8877-8D5B9EBF8A19}"/>
                    </a:ext>
                  </a:extLst>
                </p14:cNvPr>
                <p14:cNvContentPartPr/>
                <p14:nvPr/>
              </p14:nvContentPartPr>
              <p14:xfrm>
                <a:off x="8120638" y="6466440"/>
                <a:ext cx="212400" cy="14652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4A2E1D6-26E1-CCBC-8877-8D5B9EBF8A1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102638" y="6448440"/>
                  <a:ext cx="248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C8797C9-E4E7-F8F7-0DF9-D8A8E6CE7D6A}"/>
                    </a:ext>
                  </a:extLst>
                </p14:cNvPr>
                <p14:cNvContentPartPr/>
                <p14:nvPr/>
              </p14:nvContentPartPr>
              <p14:xfrm>
                <a:off x="8441038" y="6469680"/>
                <a:ext cx="89640" cy="316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C8797C9-E4E7-F8F7-0DF9-D8A8E6CE7D6A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423398" y="6452040"/>
                  <a:ext cx="125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4E4CC106-CFFB-80F5-B68C-76487E0240E5}"/>
                    </a:ext>
                  </a:extLst>
                </p14:cNvPr>
                <p14:cNvContentPartPr/>
                <p14:nvPr/>
              </p14:nvContentPartPr>
              <p14:xfrm>
                <a:off x="8557318" y="6374640"/>
                <a:ext cx="41760" cy="1832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4E4CC106-CFFB-80F5-B68C-76487E0240E5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539318" y="6356640"/>
                  <a:ext cx="774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9512199-D42E-D4AA-4B1C-8C791FE6DB3E}"/>
                    </a:ext>
                  </a:extLst>
                </p14:cNvPr>
                <p14:cNvContentPartPr/>
                <p14:nvPr/>
              </p14:nvContentPartPr>
              <p14:xfrm>
                <a:off x="8675758" y="6435120"/>
                <a:ext cx="94680" cy="1461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9512199-D42E-D4AA-4B1C-8C791FE6DB3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657758" y="6417480"/>
                  <a:ext cx="130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1D504C6C-9A58-D804-6C0D-8C4A3EA104F0}"/>
                    </a:ext>
                  </a:extLst>
                </p14:cNvPr>
                <p14:cNvContentPartPr/>
                <p14:nvPr/>
              </p14:nvContentPartPr>
              <p14:xfrm>
                <a:off x="8923798" y="6451320"/>
                <a:ext cx="102240" cy="126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1D504C6C-9A58-D804-6C0D-8C4A3EA104F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906158" y="6433680"/>
                  <a:ext cx="137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E1A1514E-432B-345E-075B-500BA96C70F4}"/>
                    </a:ext>
                  </a:extLst>
                </p14:cNvPr>
                <p14:cNvContentPartPr/>
                <p14:nvPr/>
              </p14:nvContentPartPr>
              <p14:xfrm>
                <a:off x="8926318" y="6530160"/>
                <a:ext cx="126360" cy="493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E1A1514E-432B-345E-075B-500BA96C70F4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908678" y="6512160"/>
                  <a:ext cx="16200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1697AB0B-547B-1B35-BE18-2A38A75CA678}"/>
                  </a:ext>
                </a:extLst>
              </p14:cNvPr>
              <p14:cNvContentPartPr/>
              <p14:nvPr/>
            </p14:nvContentPartPr>
            <p14:xfrm>
              <a:off x="9305038" y="6416760"/>
              <a:ext cx="160200" cy="16884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1697AB0B-547B-1B35-BE18-2A38A75CA678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9287398" y="6399120"/>
                <a:ext cx="195840" cy="20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1" name="Group 420">
            <a:extLst>
              <a:ext uri="{FF2B5EF4-FFF2-40B4-BE49-F238E27FC236}">
                <a16:creationId xmlns:a16="http://schemas.microsoft.com/office/drawing/2014/main" id="{3CA39A45-D015-45A5-310B-C7B3B17E4F4B}"/>
              </a:ext>
            </a:extLst>
          </p:cNvPr>
          <p:cNvGrpSpPr/>
          <p:nvPr/>
        </p:nvGrpSpPr>
        <p:grpSpPr>
          <a:xfrm>
            <a:off x="9739918" y="6346560"/>
            <a:ext cx="244440" cy="394920"/>
            <a:chOff x="9739918" y="6346560"/>
            <a:chExt cx="24444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EB1463C-FA65-3669-DF98-DA2D8DE0B80F}"/>
                    </a:ext>
                  </a:extLst>
                </p14:cNvPr>
                <p14:cNvContentPartPr/>
                <p14:nvPr/>
              </p14:nvContentPartPr>
              <p14:xfrm>
                <a:off x="9739918" y="6493440"/>
                <a:ext cx="120600" cy="2448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EB1463C-FA65-3669-DF98-DA2D8DE0B80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721918" y="6475440"/>
                  <a:ext cx="156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46122C7-5FD0-52DC-F445-D9A998DCE983}"/>
                    </a:ext>
                  </a:extLst>
                </p14:cNvPr>
                <p14:cNvContentPartPr/>
                <p14:nvPr/>
              </p14:nvContentPartPr>
              <p14:xfrm>
                <a:off x="9739918" y="6570120"/>
                <a:ext cx="147600" cy="493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46122C7-5FD0-52DC-F445-D9A998DCE983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9722278" y="6552120"/>
                  <a:ext cx="183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54341DB5-56B4-E7B2-42A9-92358BF0203D}"/>
                    </a:ext>
                  </a:extLst>
                </p14:cNvPr>
                <p14:cNvContentPartPr/>
                <p14:nvPr/>
              </p14:nvContentPartPr>
              <p14:xfrm>
                <a:off x="9935038" y="6346560"/>
                <a:ext cx="49320" cy="39492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54341DB5-56B4-E7B2-42A9-92358BF0203D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9917398" y="6328560"/>
                  <a:ext cx="84960" cy="43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FC1724E9-7515-8D96-0E49-01F3B07EAA90}"/>
              </a:ext>
            </a:extLst>
          </p:cNvPr>
          <p:cNvGrpSpPr/>
          <p:nvPr/>
        </p:nvGrpSpPr>
        <p:grpSpPr>
          <a:xfrm>
            <a:off x="10679158" y="6382200"/>
            <a:ext cx="457560" cy="187560"/>
            <a:chOff x="10679158" y="6382200"/>
            <a:chExt cx="45756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ABA3461-9CCD-F204-115E-B5E32205E6AA}"/>
                    </a:ext>
                  </a:extLst>
                </p14:cNvPr>
                <p14:cNvContentPartPr/>
                <p14:nvPr/>
              </p14:nvContentPartPr>
              <p14:xfrm>
                <a:off x="10679158" y="6402720"/>
                <a:ext cx="72000" cy="16704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ABA3461-9CCD-F204-115E-B5E32205E6AA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0661158" y="6384720"/>
                  <a:ext cx="107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1292DC66-75C3-15E4-4296-9F98017CE42F}"/>
                    </a:ext>
                  </a:extLst>
                </p14:cNvPr>
                <p14:cNvContentPartPr/>
                <p14:nvPr/>
              </p14:nvContentPartPr>
              <p14:xfrm>
                <a:off x="10739278" y="6382200"/>
                <a:ext cx="164520" cy="16668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1292DC66-75C3-15E4-4296-9F98017CE42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0721278" y="6364200"/>
                  <a:ext cx="200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FFC40BC-191E-2EF9-067C-9043D3D54AD4}"/>
                    </a:ext>
                  </a:extLst>
                </p14:cNvPr>
                <p14:cNvContentPartPr/>
                <p14:nvPr/>
              </p14:nvContentPartPr>
              <p14:xfrm>
                <a:off x="11009998" y="6417120"/>
                <a:ext cx="68400" cy="136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FFC40BC-191E-2EF9-067C-9043D3D54AD4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0992358" y="6399480"/>
                  <a:ext cx="104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DF0C8C99-EE79-D720-97E0-6B35B9C996AC}"/>
                    </a:ext>
                  </a:extLst>
                </p14:cNvPr>
                <p14:cNvContentPartPr/>
                <p14:nvPr/>
              </p14:nvContentPartPr>
              <p14:xfrm>
                <a:off x="11013598" y="6474360"/>
                <a:ext cx="123120" cy="417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DF0C8C99-EE79-D720-97E0-6B35B9C996AC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0995598" y="6456720"/>
                  <a:ext cx="15876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E3089C34-3D66-58DA-13B8-1BCBB42F1EF6}"/>
              </a:ext>
            </a:extLst>
          </p:cNvPr>
          <p:cNvGrpSpPr/>
          <p:nvPr/>
        </p:nvGrpSpPr>
        <p:grpSpPr>
          <a:xfrm>
            <a:off x="11322118" y="6301200"/>
            <a:ext cx="273240" cy="271080"/>
            <a:chOff x="11322118" y="6301200"/>
            <a:chExt cx="27324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AC760393-093F-81E4-7F32-8879E3C81437}"/>
                    </a:ext>
                  </a:extLst>
                </p14:cNvPr>
                <p14:cNvContentPartPr/>
                <p14:nvPr/>
              </p14:nvContentPartPr>
              <p14:xfrm>
                <a:off x="11322118" y="6301200"/>
                <a:ext cx="25200" cy="27108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AC760393-093F-81E4-7F32-8879E3C81437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1304478" y="6283200"/>
                  <a:ext cx="608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25C5E09C-EE24-F2CF-C3A8-D3CADC8F4E7F}"/>
                    </a:ext>
                  </a:extLst>
                </p14:cNvPr>
                <p14:cNvContentPartPr/>
                <p14:nvPr/>
              </p14:nvContentPartPr>
              <p14:xfrm>
                <a:off x="11430478" y="6386520"/>
                <a:ext cx="164880" cy="1544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25C5E09C-EE24-F2CF-C3A8-D3CADC8F4E7F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1412838" y="6368520"/>
                  <a:ext cx="20052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9C99F3F9-D658-D7E8-04D1-1A09D9643B19}"/>
              </a:ext>
            </a:extLst>
          </p:cNvPr>
          <p:cNvGrpSpPr/>
          <p:nvPr/>
        </p:nvGrpSpPr>
        <p:grpSpPr>
          <a:xfrm>
            <a:off x="10193950" y="1102800"/>
            <a:ext cx="1226088" cy="458280"/>
            <a:chOff x="10193950" y="1102800"/>
            <a:chExt cx="1226088" cy="45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6A82665-9EF2-242E-6B8C-DB612CB718EA}"/>
                    </a:ext>
                  </a:extLst>
                </p14:cNvPr>
                <p14:cNvContentPartPr/>
                <p14:nvPr/>
              </p14:nvContentPartPr>
              <p14:xfrm>
                <a:off x="10193950" y="1165800"/>
                <a:ext cx="191160" cy="284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6A82665-9EF2-242E-6B8C-DB612CB718E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0176310" y="1148160"/>
                  <a:ext cx="226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4D3CCFD-45C0-908D-FCE2-E88B11113BF9}"/>
                    </a:ext>
                  </a:extLst>
                </p14:cNvPr>
                <p14:cNvContentPartPr/>
                <p14:nvPr/>
              </p14:nvContentPartPr>
              <p14:xfrm>
                <a:off x="10579510" y="1216560"/>
                <a:ext cx="119160" cy="38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4D3CCFD-45C0-908D-FCE2-E88B11113BF9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0561870" y="1198560"/>
                  <a:ext cx="154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A4BB818-6A64-C554-D0E3-BECD4997472D}"/>
                    </a:ext>
                  </a:extLst>
                </p14:cNvPr>
                <p14:cNvContentPartPr/>
                <p14:nvPr/>
              </p14:nvContentPartPr>
              <p14:xfrm>
                <a:off x="10585270" y="1292520"/>
                <a:ext cx="121320" cy="29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A4BB818-6A64-C554-D0E3-BECD4997472D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0567630" y="1274520"/>
                  <a:ext cx="156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8739B88-C961-F03E-FAE6-959BBECF35F6}"/>
                    </a:ext>
                  </a:extLst>
                </p14:cNvPr>
                <p14:cNvContentPartPr/>
                <p14:nvPr/>
              </p14:nvContentPartPr>
              <p14:xfrm>
                <a:off x="10944190" y="1102800"/>
                <a:ext cx="151560" cy="271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8739B88-C961-F03E-FAE6-959BBECF35F6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926550" y="1084800"/>
                  <a:ext cx="1872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4422E30C-9250-BB5E-727B-3C29D9BA6C7A}"/>
                    </a:ext>
                  </a:extLst>
                </p14:cNvPr>
                <p14:cNvContentPartPr/>
                <p14:nvPr/>
              </p14:nvContentPartPr>
              <p14:xfrm>
                <a:off x="10319878" y="1434720"/>
                <a:ext cx="1100160" cy="12636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4422E30C-9250-BB5E-727B-3C29D9BA6C7A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301878" y="1417080"/>
                  <a:ext cx="113580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8881B82F-4061-3829-1DAD-3E1B70BCFC5D}"/>
              </a:ext>
            </a:extLst>
          </p:cNvPr>
          <p:cNvGrpSpPr/>
          <p:nvPr/>
        </p:nvGrpSpPr>
        <p:grpSpPr>
          <a:xfrm>
            <a:off x="8473150" y="2322120"/>
            <a:ext cx="3554280" cy="2327400"/>
            <a:chOff x="8473150" y="2322120"/>
            <a:chExt cx="3554280" cy="23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2316077-A697-898E-4D5E-1788B3EA043C}"/>
                    </a:ext>
                  </a:extLst>
                </p14:cNvPr>
                <p14:cNvContentPartPr/>
                <p14:nvPr/>
              </p14:nvContentPartPr>
              <p14:xfrm>
                <a:off x="10194670" y="2322120"/>
                <a:ext cx="15480" cy="2955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2316077-A697-898E-4D5E-1788B3EA043C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177030" y="2304480"/>
                  <a:ext cx="511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878A5EC-DA54-5F0A-F5C5-133421C2462C}"/>
                    </a:ext>
                  </a:extLst>
                </p14:cNvPr>
                <p14:cNvContentPartPr/>
                <p14:nvPr/>
              </p14:nvContentPartPr>
              <p14:xfrm>
                <a:off x="10332550" y="2381880"/>
                <a:ext cx="184320" cy="1987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878A5EC-DA54-5F0A-F5C5-133421C2462C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314910" y="2363880"/>
                  <a:ext cx="219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112BE5F-4419-CCA0-B558-8CE389CE1D75}"/>
                    </a:ext>
                  </a:extLst>
                </p14:cNvPr>
                <p14:cNvContentPartPr/>
                <p14:nvPr/>
              </p14:nvContentPartPr>
              <p14:xfrm>
                <a:off x="9372070" y="2468280"/>
                <a:ext cx="84600" cy="184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112BE5F-4419-CCA0-B558-8CE389CE1D7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9354070" y="2450640"/>
                  <a:ext cx="120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199ABC4-A443-4CB6-7050-6EC1DB3B39C6}"/>
                    </a:ext>
                  </a:extLst>
                </p14:cNvPr>
                <p14:cNvContentPartPr/>
                <p14:nvPr/>
              </p14:nvContentPartPr>
              <p14:xfrm>
                <a:off x="9427510" y="2423280"/>
                <a:ext cx="262440" cy="1922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199ABC4-A443-4CB6-7050-6EC1DB3B39C6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9409510" y="2405280"/>
                  <a:ext cx="298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4A80437-39FA-0E2D-EEA1-304583B17D54}"/>
                    </a:ext>
                  </a:extLst>
                </p14:cNvPr>
                <p14:cNvContentPartPr/>
                <p14:nvPr/>
              </p14:nvContentPartPr>
              <p14:xfrm>
                <a:off x="9901990" y="2456400"/>
                <a:ext cx="89640" cy="12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4A80437-39FA-0E2D-EEA1-304583B17D54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9883990" y="2438760"/>
                  <a:ext cx="125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785287A-8703-DA4B-A246-06D70E7B9B6D}"/>
                    </a:ext>
                  </a:extLst>
                </p14:cNvPr>
                <p14:cNvContentPartPr/>
                <p14:nvPr/>
              </p14:nvContentPartPr>
              <p14:xfrm>
                <a:off x="9827110" y="2534520"/>
                <a:ext cx="123120" cy="518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785287A-8703-DA4B-A246-06D70E7B9B6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809470" y="2516520"/>
                  <a:ext cx="158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0684941-72CE-2913-A0C2-A726FF86AEF3}"/>
                    </a:ext>
                  </a:extLst>
                </p14:cNvPr>
                <p14:cNvContentPartPr/>
                <p14:nvPr/>
              </p14:nvContentPartPr>
              <p14:xfrm>
                <a:off x="9876070" y="2332200"/>
                <a:ext cx="50040" cy="350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0684941-72CE-2913-A0C2-A726FF86AEF3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858070" y="2314200"/>
                  <a:ext cx="856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02A9E2D-E496-17B1-D8B6-50AE26C87DD6}"/>
                    </a:ext>
                  </a:extLst>
                </p14:cNvPr>
                <p14:cNvContentPartPr/>
                <p14:nvPr/>
              </p14:nvContentPartPr>
              <p14:xfrm>
                <a:off x="9823150" y="2442720"/>
                <a:ext cx="147960" cy="666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02A9E2D-E496-17B1-D8B6-50AE26C87DD6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805510" y="2424720"/>
                  <a:ext cx="183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65386CE-32E6-AF55-3C88-4053515EB231}"/>
                    </a:ext>
                  </a:extLst>
                </p14:cNvPr>
                <p14:cNvContentPartPr/>
                <p14:nvPr/>
              </p14:nvContentPartPr>
              <p14:xfrm>
                <a:off x="8506630" y="3070920"/>
                <a:ext cx="33120" cy="2494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65386CE-32E6-AF55-3C88-4053515EB231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488630" y="3053280"/>
                  <a:ext cx="68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AE51C55-B787-780A-14F4-404AB0ED7AFA}"/>
                    </a:ext>
                  </a:extLst>
                </p14:cNvPr>
                <p14:cNvContentPartPr/>
                <p14:nvPr/>
              </p14:nvContentPartPr>
              <p14:xfrm>
                <a:off x="8509150" y="3013320"/>
                <a:ext cx="174960" cy="1252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AE51C55-B787-780A-14F4-404AB0ED7AFA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491510" y="2995320"/>
                  <a:ext cx="210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7DFD6AA-CDD1-CE07-4970-531F6CAF31EE}"/>
                    </a:ext>
                  </a:extLst>
                </p14:cNvPr>
                <p14:cNvContentPartPr/>
                <p14:nvPr/>
              </p14:nvContentPartPr>
              <p14:xfrm>
                <a:off x="8473150" y="3160920"/>
                <a:ext cx="169920" cy="590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7DFD6AA-CDD1-CE07-4970-531F6CAF31EE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8455150" y="3143280"/>
                  <a:ext cx="205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567CC4B-6066-E59B-C947-97905D0A8728}"/>
                    </a:ext>
                  </a:extLst>
                </p14:cNvPr>
                <p14:cNvContentPartPr/>
                <p14:nvPr/>
              </p14:nvContentPartPr>
              <p14:xfrm>
                <a:off x="8676550" y="3114480"/>
                <a:ext cx="310320" cy="177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567CC4B-6066-E59B-C947-97905D0A8728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658910" y="3096840"/>
                  <a:ext cx="3459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2B5FFB7-35E7-5BE2-24BD-112584B21822}"/>
                    </a:ext>
                  </a:extLst>
                </p14:cNvPr>
                <p14:cNvContentPartPr/>
                <p14:nvPr/>
              </p14:nvContentPartPr>
              <p14:xfrm>
                <a:off x="9277030" y="3104040"/>
                <a:ext cx="189360" cy="1573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2B5FFB7-35E7-5BE2-24BD-112584B21822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259390" y="3086400"/>
                  <a:ext cx="225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84946E9-2D15-0FB8-3B07-E1CD1E1084AB}"/>
                    </a:ext>
                  </a:extLst>
                </p14:cNvPr>
                <p14:cNvContentPartPr/>
                <p14:nvPr/>
              </p14:nvContentPartPr>
              <p14:xfrm>
                <a:off x="9550270" y="3075960"/>
                <a:ext cx="307440" cy="1360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84946E9-2D15-0FB8-3B07-E1CD1E1084AB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532270" y="3057960"/>
                  <a:ext cx="343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1A5DF7D-AFC7-9A30-6D80-AB4E84DB6BF7}"/>
                    </a:ext>
                  </a:extLst>
                </p14:cNvPr>
                <p14:cNvContentPartPr/>
                <p14:nvPr/>
              </p14:nvContentPartPr>
              <p14:xfrm>
                <a:off x="9774910" y="2984160"/>
                <a:ext cx="44640" cy="262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1A5DF7D-AFC7-9A30-6D80-AB4E84DB6BF7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757270" y="2966520"/>
                  <a:ext cx="80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BC65815-7902-F6CB-CB21-B8EC5DD38FEC}"/>
                    </a:ext>
                  </a:extLst>
                </p14:cNvPr>
                <p14:cNvContentPartPr/>
                <p14:nvPr/>
              </p14:nvContentPartPr>
              <p14:xfrm>
                <a:off x="9880390" y="3037800"/>
                <a:ext cx="118440" cy="3013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BC65815-7902-F6CB-CB21-B8EC5DD38FEC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862750" y="3020160"/>
                  <a:ext cx="1540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1611635-E9EF-823C-0BC1-20BEFAFE79B0}"/>
                    </a:ext>
                  </a:extLst>
                </p14:cNvPr>
                <p14:cNvContentPartPr/>
                <p14:nvPr/>
              </p14:nvContentPartPr>
              <p14:xfrm>
                <a:off x="10090990" y="3027720"/>
                <a:ext cx="348840" cy="1854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1611635-E9EF-823C-0BC1-20BEFAFE79B0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072990" y="3009720"/>
                  <a:ext cx="384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B8030AA-337B-45C7-7F05-7AAF8BBF2FAA}"/>
                    </a:ext>
                  </a:extLst>
                </p14:cNvPr>
                <p14:cNvContentPartPr/>
                <p14:nvPr/>
              </p14:nvContentPartPr>
              <p14:xfrm>
                <a:off x="10721350" y="2949600"/>
                <a:ext cx="117720" cy="1886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B8030AA-337B-45C7-7F05-7AAF8BBF2FAA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0703710" y="2931960"/>
                  <a:ext cx="1533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EB9FD2B-A575-A98F-6CAE-F126D61FD6AC}"/>
                    </a:ext>
                  </a:extLst>
                </p14:cNvPr>
                <p14:cNvContentPartPr/>
                <p14:nvPr/>
              </p14:nvContentPartPr>
              <p14:xfrm>
                <a:off x="10871110" y="2856000"/>
                <a:ext cx="495360" cy="2581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EB9FD2B-A575-A98F-6CAE-F126D61FD6AC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0853470" y="2838360"/>
                  <a:ext cx="5310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0ADE022-D537-2BDA-F916-8F172961FD5D}"/>
                    </a:ext>
                  </a:extLst>
                </p14:cNvPr>
                <p14:cNvContentPartPr/>
                <p14:nvPr/>
              </p14:nvContentPartPr>
              <p14:xfrm>
                <a:off x="11451790" y="2725680"/>
                <a:ext cx="17640" cy="313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0ADE022-D537-2BDA-F916-8F172961FD5D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1434150" y="2708040"/>
                  <a:ext cx="532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A6B81D5-CFAA-D5BC-119A-4823366D0E91}"/>
                    </a:ext>
                  </a:extLst>
                </p14:cNvPr>
                <p14:cNvContentPartPr/>
                <p14:nvPr/>
              </p14:nvContentPartPr>
              <p14:xfrm>
                <a:off x="11560870" y="2915760"/>
                <a:ext cx="20160" cy="1184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A6B81D5-CFAA-D5BC-119A-4823366D0E91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1542870" y="2898120"/>
                  <a:ext cx="55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0EB5019-5163-9CBF-1E53-04B46717C83C}"/>
                    </a:ext>
                  </a:extLst>
                </p14:cNvPr>
                <p14:cNvContentPartPr/>
                <p14:nvPr/>
              </p14:nvContentPartPr>
              <p14:xfrm>
                <a:off x="11714590" y="2852760"/>
                <a:ext cx="312840" cy="1731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0EB5019-5163-9CBF-1E53-04B46717C83C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1696590" y="2835120"/>
                  <a:ext cx="348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8FD24F0-8154-A8CB-CAE7-BD54D8A07C14}"/>
                    </a:ext>
                  </a:extLst>
                </p14:cNvPr>
                <p14:cNvContentPartPr/>
                <p14:nvPr/>
              </p14:nvContentPartPr>
              <p14:xfrm>
                <a:off x="11751310" y="2690400"/>
                <a:ext cx="60120" cy="43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8FD24F0-8154-A8CB-CAE7-BD54D8A07C14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1733670" y="2672760"/>
                  <a:ext cx="95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01C5B03-5C94-A3A7-78A0-238BA9D57671}"/>
                    </a:ext>
                  </a:extLst>
                </p14:cNvPr>
                <p14:cNvContentPartPr/>
                <p14:nvPr/>
              </p14:nvContentPartPr>
              <p14:xfrm>
                <a:off x="11249830" y="2775720"/>
                <a:ext cx="299160" cy="370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01C5B03-5C94-A3A7-78A0-238BA9D57671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1231830" y="2757720"/>
                  <a:ext cx="334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CD88D47-3CE3-FF3D-0C42-710C93FC6F89}"/>
                    </a:ext>
                  </a:extLst>
                </p14:cNvPr>
                <p14:cNvContentPartPr/>
                <p14:nvPr/>
              </p14:nvContentPartPr>
              <p14:xfrm>
                <a:off x="8760070" y="3605520"/>
                <a:ext cx="30960" cy="1929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CD88D47-3CE3-FF3D-0C42-710C93FC6F89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8742430" y="3587880"/>
                  <a:ext cx="66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7D80D27-6A0D-DEBA-30D0-B46F3ED1EE4F}"/>
                    </a:ext>
                  </a:extLst>
                </p14:cNvPr>
                <p14:cNvContentPartPr/>
                <p14:nvPr/>
              </p14:nvContentPartPr>
              <p14:xfrm>
                <a:off x="8774110" y="3561600"/>
                <a:ext cx="109440" cy="2354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7D80D27-6A0D-DEBA-30D0-B46F3ED1EE4F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8756110" y="3543960"/>
                  <a:ext cx="145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3D04A8D-E24F-7CDA-F7A9-B13FE878734F}"/>
                    </a:ext>
                  </a:extLst>
                </p14:cNvPr>
                <p14:cNvContentPartPr/>
                <p14:nvPr/>
              </p14:nvContentPartPr>
              <p14:xfrm>
                <a:off x="8958070" y="3519120"/>
                <a:ext cx="118440" cy="3193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3D04A8D-E24F-7CDA-F7A9-B13FE878734F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8940070" y="3501120"/>
                  <a:ext cx="1540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F378AF4-FB66-6336-1977-822560EB9E3F}"/>
                    </a:ext>
                  </a:extLst>
                </p14:cNvPr>
                <p14:cNvContentPartPr/>
                <p14:nvPr/>
              </p14:nvContentPartPr>
              <p14:xfrm>
                <a:off x="9093070" y="3546120"/>
                <a:ext cx="129600" cy="2545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F378AF4-FB66-6336-1977-822560EB9E3F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9075070" y="3528120"/>
                  <a:ext cx="165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9530ED7-F298-DAB9-099A-3D85C31986A8}"/>
                    </a:ext>
                  </a:extLst>
                </p14:cNvPr>
                <p14:cNvContentPartPr/>
                <p14:nvPr/>
              </p14:nvContentPartPr>
              <p14:xfrm>
                <a:off x="9109630" y="3664200"/>
                <a:ext cx="114480" cy="486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9530ED7-F298-DAB9-099A-3D85C31986A8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091990" y="3646200"/>
                  <a:ext cx="150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EF94EA5-CB27-4CD3-33B8-41AEA4AAF93E}"/>
                    </a:ext>
                  </a:extLst>
                </p14:cNvPr>
                <p14:cNvContentPartPr/>
                <p14:nvPr/>
              </p14:nvContentPartPr>
              <p14:xfrm>
                <a:off x="9313030" y="3450360"/>
                <a:ext cx="73080" cy="380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EF94EA5-CB27-4CD3-33B8-41AEA4AAF93E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295390" y="3432360"/>
                  <a:ext cx="1087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FE64F7D-D5AA-9D28-D9AD-74260BA449CF}"/>
                    </a:ext>
                  </a:extLst>
                </p14:cNvPr>
                <p14:cNvContentPartPr/>
                <p14:nvPr/>
              </p14:nvContentPartPr>
              <p14:xfrm>
                <a:off x="9529750" y="3662400"/>
                <a:ext cx="71280" cy="11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FE64F7D-D5AA-9D28-D9AD-74260BA449CF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512110" y="3644400"/>
                  <a:ext cx="106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2A40303-982C-46B3-3059-B4852A81B80A}"/>
                    </a:ext>
                  </a:extLst>
                </p14:cNvPr>
                <p14:cNvContentPartPr/>
                <p14:nvPr/>
              </p14:nvContentPartPr>
              <p14:xfrm>
                <a:off x="9510310" y="3739440"/>
                <a:ext cx="62280" cy="32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2A40303-982C-46B3-3059-B4852A81B80A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9492310" y="3721440"/>
                  <a:ext cx="979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DFED342-EDF3-5887-1068-09EE0845D0AA}"/>
                    </a:ext>
                  </a:extLst>
                </p14:cNvPr>
                <p14:cNvContentPartPr/>
                <p14:nvPr/>
              </p14:nvContentPartPr>
              <p14:xfrm>
                <a:off x="9855190" y="3514080"/>
                <a:ext cx="33120" cy="2721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DFED342-EDF3-5887-1068-09EE0845D0AA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9837550" y="3496080"/>
                  <a:ext cx="687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2EF3381-4B55-666B-8999-E2FC693703C7}"/>
                    </a:ext>
                  </a:extLst>
                </p14:cNvPr>
                <p14:cNvContentPartPr/>
                <p14:nvPr/>
              </p14:nvContentPartPr>
              <p14:xfrm>
                <a:off x="9861310" y="3503640"/>
                <a:ext cx="190440" cy="2664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2EF3381-4B55-666B-8999-E2FC693703C7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9843670" y="3485640"/>
                  <a:ext cx="2260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E02275A-7590-B06D-5D76-AE1D89EFC2CC}"/>
                    </a:ext>
                  </a:extLst>
                </p14:cNvPr>
                <p14:cNvContentPartPr/>
                <p14:nvPr/>
              </p14:nvContentPartPr>
              <p14:xfrm>
                <a:off x="10088830" y="3461160"/>
                <a:ext cx="182520" cy="288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E02275A-7590-B06D-5D76-AE1D89EFC2CC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070830" y="3443160"/>
                  <a:ext cx="2181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FA21E6C-D92A-28E2-9F79-62FA90E76176}"/>
                    </a:ext>
                  </a:extLst>
                </p14:cNvPr>
                <p14:cNvContentPartPr/>
                <p14:nvPr/>
              </p14:nvContentPartPr>
              <p14:xfrm>
                <a:off x="8771950" y="3582840"/>
                <a:ext cx="156600" cy="4176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FA21E6C-D92A-28E2-9F79-62FA90E76176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8754310" y="3565200"/>
                  <a:ext cx="192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7092A04-65E9-F7C5-15A4-53C6689081F2}"/>
                    </a:ext>
                  </a:extLst>
                </p14:cNvPr>
                <p14:cNvContentPartPr/>
                <p14:nvPr/>
              </p14:nvContentPartPr>
              <p14:xfrm>
                <a:off x="9887950" y="3478080"/>
                <a:ext cx="243720" cy="4532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7092A04-65E9-F7C5-15A4-53C6689081F2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870310" y="3460080"/>
                  <a:ext cx="27936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BC14CEB-7FCF-76C4-64DF-D7DB1B00B7A0}"/>
                    </a:ext>
                  </a:extLst>
                </p14:cNvPr>
                <p14:cNvContentPartPr/>
                <p14:nvPr/>
              </p14:nvContentPartPr>
              <p14:xfrm>
                <a:off x="9906310" y="3462240"/>
                <a:ext cx="173160" cy="2700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BC14CEB-7FCF-76C4-64DF-D7DB1B00B7A0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9888670" y="3444600"/>
                  <a:ext cx="2088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5401C6E-CDC1-08C1-9A20-EC8605D116CC}"/>
                    </a:ext>
                  </a:extLst>
                </p14:cNvPr>
                <p14:cNvContentPartPr/>
                <p14:nvPr/>
              </p14:nvContentPartPr>
              <p14:xfrm>
                <a:off x="10348750" y="3461160"/>
                <a:ext cx="127080" cy="1807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5401C6E-CDC1-08C1-9A20-EC8605D116CC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0330750" y="3443160"/>
                  <a:ext cx="162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023F54D-9606-E92E-76F4-8420C04BE46A}"/>
                    </a:ext>
                  </a:extLst>
                </p14:cNvPr>
                <p14:cNvContentPartPr/>
                <p14:nvPr/>
              </p14:nvContentPartPr>
              <p14:xfrm>
                <a:off x="10411030" y="3289080"/>
                <a:ext cx="176040" cy="5551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023F54D-9606-E92E-76F4-8420C04BE46A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0393030" y="3271080"/>
                  <a:ext cx="21168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91CC807-999D-085A-1642-11A28A73B1BF}"/>
                    </a:ext>
                  </a:extLst>
                </p14:cNvPr>
                <p14:cNvContentPartPr/>
                <p14:nvPr/>
              </p14:nvContentPartPr>
              <p14:xfrm>
                <a:off x="10789030" y="3515520"/>
                <a:ext cx="134280" cy="493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91CC807-999D-085A-1642-11A28A73B1BF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0771030" y="3497880"/>
                  <a:ext cx="169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3D87211-C22D-7999-5330-9E13077DE3EC}"/>
                    </a:ext>
                  </a:extLst>
                </p14:cNvPr>
                <p14:cNvContentPartPr/>
                <p14:nvPr/>
              </p14:nvContentPartPr>
              <p14:xfrm>
                <a:off x="10753030" y="3613440"/>
                <a:ext cx="293760" cy="507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3D87211-C22D-7999-5330-9E13077DE3EC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735390" y="3595440"/>
                  <a:ext cx="329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D8E6395-F4DB-3AFA-3307-49B64E17D8A8}"/>
                    </a:ext>
                  </a:extLst>
                </p14:cNvPr>
                <p14:cNvContentPartPr/>
                <p14:nvPr/>
              </p14:nvContentPartPr>
              <p14:xfrm>
                <a:off x="11327230" y="3302760"/>
                <a:ext cx="199800" cy="3085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D8E6395-F4DB-3AFA-3307-49B64E17D8A8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1309590" y="3284760"/>
                  <a:ext cx="2354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B6AAEF2-695B-0731-9615-4FEBF3922011}"/>
                    </a:ext>
                  </a:extLst>
                </p14:cNvPr>
                <p14:cNvContentPartPr/>
                <p14:nvPr/>
              </p14:nvContentPartPr>
              <p14:xfrm>
                <a:off x="10240030" y="3348840"/>
                <a:ext cx="108360" cy="2131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B6AAEF2-695B-0731-9615-4FEBF3922011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0222030" y="3331200"/>
                  <a:ext cx="1440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2654BB6-D121-A4CA-8DD1-6E41E621B8DC}"/>
                    </a:ext>
                  </a:extLst>
                </p14:cNvPr>
                <p14:cNvContentPartPr/>
                <p14:nvPr/>
              </p14:nvContentPartPr>
              <p14:xfrm>
                <a:off x="11711710" y="3632880"/>
                <a:ext cx="36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2654BB6-D121-A4CA-8DD1-6E41E621B8D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693710" y="36148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A7A7F0B-E659-6EC4-9483-5BAFCE2FA7C2}"/>
                    </a:ext>
                  </a:extLst>
                </p14:cNvPr>
                <p14:cNvContentPartPr/>
                <p14:nvPr/>
              </p14:nvContentPartPr>
              <p14:xfrm>
                <a:off x="11707390" y="3635040"/>
                <a:ext cx="1440" cy="43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A7A7F0B-E659-6EC4-9483-5BAFCE2FA7C2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1689750" y="3617400"/>
                  <a:ext cx="37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836B3BB-9B9A-E6FE-57C8-FA20271A5F36}"/>
                    </a:ext>
                  </a:extLst>
                </p14:cNvPr>
                <p14:cNvContentPartPr/>
                <p14:nvPr/>
              </p14:nvContentPartPr>
              <p14:xfrm>
                <a:off x="8904070" y="4284480"/>
                <a:ext cx="22320" cy="1983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836B3BB-9B9A-E6FE-57C8-FA20271A5F3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8886070" y="4266480"/>
                  <a:ext cx="579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39282FC-0E56-622C-F58D-B16A6FA81938}"/>
                    </a:ext>
                  </a:extLst>
                </p14:cNvPr>
                <p14:cNvContentPartPr/>
                <p14:nvPr/>
              </p14:nvContentPartPr>
              <p14:xfrm>
                <a:off x="8764390" y="4455840"/>
                <a:ext cx="129600" cy="871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39282FC-0E56-622C-F58D-B16A6FA8193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746390" y="4438200"/>
                  <a:ext cx="165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64EF2F8-D23A-30C2-4DA7-050CB064C7C6}"/>
                    </a:ext>
                  </a:extLst>
                </p14:cNvPr>
                <p14:cNvContentPartPr/>
                <p14:nvPr/>
              </p14:nvContentPartPr>
              <p14:xfrm>
                <a:off x="9125470" y="4327320"/>
                <a:ext cx="113760" cy="295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64EF2F8-D23A-30C2-4DA7-050CB064C7C6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107470" y="4309680"/>
                  <a:ext cx="149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CE1F882-0FAD-11D8-A38C-15D8DF9E0BC3}"/>
                    </a:ext>
                  </a:extLst>
                </p14:cNvPr>
                <p14:cNvContentPartPr/>
                <p14:nvPr/>
              </p14:nvContentPartPr>
              <p14:xfrm>
                <a:off x="9345430" y="4188720"/>
                <a:ext cx="138960" cy="2466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CE1F882-0FAD-11D8-A38C-15D8DF9E0BC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327430" y="4170720"/>
                  <a:ext cx="174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BF2B983-D995-96CE-CE36-CBB2114D699E}"/>
                    </a:ext>
                  </a:extLst>
                </p14:cNvPr>
                <p14:cNvContentPartPr/>
                <p14:nvPr/>
              </p14:nvContentPartPr>
              <p14:xfrm>
                <a:off x="9736030" y="4257120"/>
                <a:ext cx="153720" cy="396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BF2B983-D995-96CE-CE36-CBB2114D699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718030" y="4239120"/>
                  <a:ext cx="189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9AF3DA9-2B95-3442-0A10-C41899BCCD38}"/>
                    </a:ext>
                  </a:extLst>
                </p14:cNvPr>
                <p14:cNvContentPartPr/>
                <p14:nvPr/>
              </p14:nvContentPartPr>
              <p14:xfrm>
                <a:off x="9712630" y="4330560"/>
                <a:ext cx="178920" cy="388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9AF3DA9-2B95-3442-0A10-C41899BCCD38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694630" y="4312920"/>
                  <a:ext cx="214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BAA39D6-FDF6-E016-8870-0EE80C5F1183}"/>
                    </a:ext>
                  </a:extLst>
                </p14:cNvPr>
                <p14:cNvContentPartPr/>
                <p14:nvPr/>
              </p14:nvContentPartPr>
              <p14:xfrm>
                <a:off x="9791470" y="4158120"/>
                <a:ext cx="63000" cy="3034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BAA39D6-FDF6-E016-8870-0EE80C5F1183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9773470" y="4140120"/>
                  <a:ext cx="986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B219C4F-1F38-FB3B-ACAD-9B8E1D9AF203}"/>
                    </a:ext>
                  </a:extLst>
                </p14:cNvPr>
                <p14:cNvContentPartPr/>
                <p14:nvPr/>
              </p14:nvContentPartPr>
              <p14:xfrm>
                <a:off x="10091710" y="4169640"/>
                <a:ext cx="158400" cy="2545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B219C4F-1F38-FB3B-ACAD-9B8E1D9AF203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074070" y="4151640"/>
                  <a:ext cx="1940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41A47A1-7CE6-5ED0-7415-92BCC1513336}"/>
                    </a:ext>
                  </a:extLst>
                </p14:cNvPr>
                <p14:cNvContentPartPr/>
                <p14:nvPr/>
              </p14:nvContentPartPr>
              <p14:xfrm>
                <a:off x="10442710" y="4306800"/>
                <a:ext cx="94320" cy="165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41A47A1-7CE6-5ED0-7415-92BCC1513336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0424710" y="4289160"/>
                  <a:ext cx="129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A3CF5B0-9C0F-3277-2B10-F70016DA32D6}"/>
                    </a:ext>
                  </a:extLst>
                </p14:cNvPr>
                <p14:cNvContentPartPr/>
                <p14:nvPr/>
              </p14:nvContentPartPr>
              <p14:xfrm>
                <a:off x="10446310" y="4346760"/>
                <a:ext cx="188280" cy="601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A3CF5B0-9C0F-3277-2B10-F70016DA32D6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0428310" y="4329120"/>
                  <a:ext cx="223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85266DC-100D-6178-8DA3-D39BDFC0FDA2}"/>
                    </a:ext>
                  </a:extLst>
                </p14:cNvPr>
                <p14:cNvContentPartPr/>
                <p14:nvPr/>
              </p14:nvContentPartPr>
              <p14:xfrm>
                <a:off x="10570870" y="4104120"/>
                <a:ext cx="149760" cy="4017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85266DC-100D-6178-8DA3-D39BDFC0FDA2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553230" y="4086120"/>
                  <a:ext cx="185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B81981E-324E-A380-CC44-9948CFA5C85B}"/>
                    </a:ext>
                  </a:extLst>
                </p14:cNvPr>
                <p14:cNvContentPartPr/>
                <p14:nvPr/>
              </p14:nvContentPartPr>
              <p14:xfrm>
                <a:off x="11143630" y="4095840"/>
                <a:ext cx="104400" cy="2692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B81981E-324E-A380-CC44-9948CFA5C85B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125630" y="4078200"/>
                  <a:ext cx="1400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A2C5117-74F1-D787-6777-8CED07BA7769}"/>
                    </a:ext>
                  </a:extLst>
                </p14:cNvPr>
                <p14:cNvContentPartPr/>
                <p14:nvPr/>
              </p14:nvContentPartPr>
              <p14:xfrm>
                <a:off x="11055430" y="4253880"/>
                <a:ext cx="170640" cy="1623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A2C5117-74F1-D787-6777-8CED07BA7769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1037790" y="4236240"/>
                  <a:ext cx="206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87F236C-1F14-067C-7B27-23E771B4937F}"/>
                    </a:ext>
                  </a:extLst>
                </p14:cNvPr>
                <p14:cNvContentPartPr/>
                <p14:nvPr/>
              </p14:nvContentPartPr>
              <p14:xfrm>
                <a:off x="11425870" y="4156680"/>
                <a:ext cx="136440" cy="468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87F236C-1F14-067C-7B27-23E771B4937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1407870" y="4139040"/>
                  <a:ext cx="172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2DE6267-FBF4-3A15-00A1-7FA996B588FC}"/>
                    </a:ext>
                  </a:extLst>
                </p14:cNvPr>
                <p14:cNvContentPartPr/>
                <p14:nvPr/>
              </p14:nvContentPartPr>
              <p14:xfrm>
                <a:off x="11474110" y="4221120"/>
                <a:ext cx="138240" cy="432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2DE6267-FBF4-3A15-00A1-7FA996B588FC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1456110" y="4203120"/>
                  <a:ext cx="173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FA41A60-1500-4DE7-1461-AF52B8416154}"/>
                    </a:ext>
                  </a:extLst>
                </p14:cNvPr>
                <p14:cNvContentPartPr/>
                <p14:nvPr/>
              </p14:nvContentPartPr>
              <p14:xfrm>
                <a:off x="11721790" y="4019520"/>
                <a:ext cx="253440" cy="3700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FA41A60-1500-4DE7-1461-AF52B8416154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1704150" y="4001880"/>
                  <a:ext cx="2890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60D89DF-BE6C-3CEA-5C99-2D2F2B472C63}"/>
                    </a:ext>
                  </a:extLst>
                </p14:cNvPr>
                <p14:cNvContentPartPr/>
                <p14:nvPr/>
              </p14:nvContentPartPr>
              <p14:xfrm>
                <a:off x="11502190" y="4045440"/>
                <a:ext cx="16200" cy="3423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60D89DF-BE6C-3CEA-5C99-2D2F2B472C6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1484190" y="4027440"/>
                  <a:ext cx="518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9BC2AA9-94F9-B435-6AF1-5840CCB87746}"/>
                    </a:ext>
                  </a:extLst>
                </p14:cNvPr>
                <p14:cNvContentPartPr/>
                <p14:nvPr/>
              </p14:nvContentPartPr>
              <p14:xfrm>
                <a:off x="11438110" y="4108440"/>
                <a:ext cx="212040" cy="504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9BC2AA9-94F9-B435-6AF1-5840CCB87746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420110" y="4090440"/>
                  <a:ext cx="247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7283E0A-56B4-4899-D8BE-A7110EA3EAE0}"/>
                    </a:ext>
                  </a:extLst>
                </p14:cNvPr>
                <p14:cNvContentPartPr/>
                <p14:nvPr/>
              </p14:nvContentPartPr>
              <p14:xfrm>
                <a:off x="11424070" y="4269000"/>
                <a:ext cx="245520" cy="432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7283E0A-56B4-4899-D8BE-A7110EA3EAE0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1406430" y="4251360"/>
                  <a:ext cx="281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80AEBFD3-1425-6780-D916-79D80DBC6087}"/>
                    </a:ext>
                  </a:extLst>
                </p14:cNvPr>
                <p14:cNvContentPartPr/>
                <p14:nvPr/>
              </p14:nvContentPartPr>
              <p14:xfrm>
                <a:off x="11219878" y="4451160"/>
                <a:ext cx="756360" cy="7380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80AEBFD3-1425-6780-D916-79D80DBC608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1202238" y="4433160"/>
                  <a:ext cx="792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F41BC3DE-04A5-D456-EBA1-DE6958076198}"/>
                    </a:ext>
                  </a:extLst>
                </p14:cNvPr>
                <p14:cNvContentPartPr/>
                <p14:nvPr/>
              </p14:nvContentPartPr>
              <p14:xfrm>
                <a:off x="11201878" y="4557360"/>
                <a:ext cx="773280" cy="9216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F41BC3DE-04A5-D456-EBA1-DE6958076198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1184238" y="4539720"/>
                  <a:ext cx="808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5E6836A9-B5AA-0649-9183-08E398758554}"/>
                    </a:ext>
                  </a:extLst>
                </p14:cNvPr>
                <p14:cNvContentPartPr/>
                <p14:nvPr/>
              </p14:nvContentPartPr>
              <p14:xfrm>
                <a:off x="9316918" y="2780760"/>
                <a:ext cx="1456200" cy="1760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5E6836A9-B5AA-0649-9183-08E39875855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9298918" y="2763120"/>
                  <a:ext cx="1491840" cy="21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8460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</cp:revision>
  <dcterms:created xsi:type="dcterms:W3CDTF">2026-02-09T05:31:58Z</dcterms:created>
  <dcterms:modified xsi:type="dcterms:W3CDTF">2026-02-09T06:52:42Z</dcterms:modified>
</cp:coreProperties>
</file>